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307" r:id="rId4"/>
    <p:sldId id="258" r:id="rId5"/>
    <p:sldId id="308" r:id="rId6"/>
    <p:sldId id="309" r:id="rId7"/>
    <p:sldId id="310" r:id="rId8"/>
    <p:sldId id="311" r:id="rId9"/>
    <p:sldId id="312" r:id="rId10"/>
    <p:sldId id="325" r:id="rId11"/>
    <p:sldId id="324" r:id="rId12"/>
    <p:sldId id="326" r:id="rId13"/>
    <p:sldId id="327" r:id="rId14"/>
    <p:sldId id="341" r:id="rId15"/>
    <p:sldId id="329" r:id="rId16"/>
    <p:sldId id="330" r:id="rId17"/>
    <p:sldId id="319" r:id="rId18"/>
    <p:sldId id="331" r:id="rId19"/>
    <p:sldId id="320" r:id="rId20"/>
    <p:sldId id="321" r:id="rId21"/>
    <p:sldId id="322" r:id="rId22"/>
    <p:sldId id="323" r:id="rId23"/>
    <p:sldId id="332" r:id="rId24"/>
    <p:sldId id="313" r:id="rId25"/>
    <p:sldId id="314" r:id="rId26"/>
    <p:sldId id="315" r:id="rId27"/>
    <p:sldId id="316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17" r:id="rId37"/>
    <p:sldId id="318" r:id="rId38"/>
    <p:sldId id="342" r:id="rId39"/>
    <p:sldId id="343" r:id="rId40"/>
    <p:sldId id="34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10T08:20:40.03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16679 15358 0,'0'0'0,"0"0"15,0 0-15,0 0 16,0 0-1,0 0-15,0 0 16,0 0-16,-9 0 16,9 0-1,0 0-15,0 0 16,0 0 0,0 0-16,0 0 15,0 0 1,0 0-16,0 0 15,0 0-15,0 0 16,9 0 0,10 0-16,9 0 15,-9 0 1,0 9-16,0 1 16,0 8-1,-1 1-15,1 17 16,-9 1-16,-1 10 15,0 8 1,1 0-16,-1 10 16,1 9-1,-10-19-15,0 0 16,0 1-16,0-19 16,0 0-1,0-10-15,0-8 16,0-1-1,0-8-15,0-1 16,0 0 0,9 9-16,1-8 15,8-1-15,1 9 16,9 1 0,19-10-16,0 0 15,0-9 1,-9 0-16,0 0 15,-10 0-15,-9 0 16,-10 0 0,1 0-16,-1 0 15,-9 0 1,0 0-16,0 0 16,0 9-1,0 1-15,0-1 16,0 9-16,-9 1 15,-1 9 1,10-10-16,-9 10 16,-1-10-1,1 10-15,0 0 16,-1-1-16,1 10 16,9-9-1,0 0-15,0 8 16,0-8-1,0 9-15,9 0 16,-9-9 0,0-1-16,0 1 15,0 0-15,0-1 16,0-8 0,-9-1-16,-10 10 15,-19 9 1,-18 18-16,-38 28 15,94-83-15</inkml:trace>
  <inkml:trace contextRef="#ctx0" brushRef="#br0" timeOffset="8497.34">20075 9543 0,'0'0'0,"0"0"16,0 0-16,10 10 15,9 17 1,18 20-16,20 36 16,-10 18-1,0 10-15,0 18 16,-10-9 0,-8-9-16,-11 0 15,-8-38-15,-10-26 16,0-29-1,0-18-15</inkml:trace>
  <inkml:trace contextRef="#ctx0" brushRef="#br0" timeOffset="8777.56">19492 9673 0,'0'0'0,"10"-19"16,37-18-1,65-18-15,39-10 16,18 10-16,29-10 15,-29 10 1,1 0-16,55-19 16</inkml:trace>
  <inkml:trace contextRef="#ctx0" brushRef="#br0" timeOffset="9164.61">21392 8759 0,'0'0'16,"-18"9"-16,-20 28 15,-9 28-15,-9 27 16,-1 19 0,1 27-16,9 1 15,9 27 1,10 0-16,9 9 16,10 1-1,18-10-15,10-37 16,9-9-16,10-28 15,18-18 1,0-28-16,10-27 16,19-29-1,-85 10-15</inkml:trace>
  <inkml:trace contextRef="#ctx0" brushRef="#br0" timeOffset="9717.92">21675 9811 0,'0'0'16,"0"0"-16,0 9 15,0 10-15,-10 27 16,1 28-1,9 9-15,0-9 16,0 0 0,0-38-16,0-8 15,0-9 1,0-19-16,0 0 16,0 0-16,0-10 15,-10-17 1,10-19-16,0-10 15,19-18 1,0-9-16,9 0 16,10 9-1,0 10-15,-1 8 16,1 19-16,-1 19 16,1 9-1,0 9-15,-1 9 16,1 19-1,0 18-15,-1 28 16,-9 9 0,-9 9-16,-9 0 15,-10-18-15,-10-9 16,1-28 0,-1-19-16,10-18 15,0 0 1</inkml:trace>
  <inkml:trace contextRef="#ctx0" brushRef="#br0" timeOffset="10034.16">22107 8971 0,'0'0'0,"10"0"15,18 9 1,28 10-16,10 18 16,10 37-16,8 36 15,-18 10 1,-9 0-16,-20 37 16,-9 0-1,-18-18-15,-10-1 16,-10-27-1,1-37-15,0-19 16,-1-18 0,1-19-16,9-18 15</inkml:trace>
  <inkml:trace contextRef="#ctx0" brushRef="#br0" timeOffset="10282.74">23011 9516 0,'0'0'0,"0"0"16,9 0-16,10-9 15,9-1 1,19 1-16,9 0 15,10-19 1,-9 0-16,-10-8 16,-47 36-1</inkml:trace>
  <inkml:trace contextRef="#ctx0" brushRef="#br0" timeOffset="10527.23">23133 10060 0,'0'0'0,"0"0"15,0 0-15,37-27 16,58-29-1,36-27-15,1 0 16,-19 9 0,-113 74-16</inkml:trace>
  <inkml:trace contextRef="#ctx0" brushRef="#br0" timeOffset="11277.75">15287 15423 0,'0'0'16,"0"0"-16,0 0 16,0 0-1,9 0-15,20 0 16,8 0-16,10-9 16,0-1-1,0 1-15,0 0 16,10-10-1,-19 10-15,-1 0 16,-37 9-16</inkml:trace>
  <inkml:trace contextRef="#ctx0" brushRef="#br0" timeOffset="11744.58">16256 16023 0,'0'0'0,"0"0"16,0 0-1,0 0-15,0 0 16,9 0 0,20-10-16,27-8 15,29-10-15,28-27 16,-113 55-1</inkml:trace>
  <inkml:trace contextRef="#ctx0" brushRef="#br0" timeOffset="12961.43">24469 8787 0,'0'0'0,"0"0"16,0 18-16,0 10 15,0-1 1,-10 1-16,1 0 16,-1-10-16,1 1 15,0-10 1,-10 0-16,0-9 16,-9-9-1,9 0-15,0-10 16,0-8-1,10-1-15,9 0 16,9 1-16,10-1 16,0 9-1,9 10-15,10 9 16,-1 9 0,10 19-16,10 27 15,-10 1 1,-9 8-16,-1 10 15,-9 19-15,-9 8 16,-19-27 0,-9 9-16,-19 9 15,-1-9 1,-8-9-16,-1-9 16,1-19-1,-1-18-15,0-10 16,10-9-16,-10-9 15,20-9 1,-1-9-16,0-10 16,19 0-1,9-9-15,20-9 16,18 0-16,-10 18 16,10 1-1,0 8-15,0 10 16,0 9-1,-9 0-15,9 9 16,0 10 0,0 8-16,10 1 15,-1 0-15,19-1 16,-9-17 0,9-20-16,-75 10 15</inkml:trace>
  <inkml:trace contextRef="#ctx0" brushRef="#br0" timeOffset="13285.49">25701 8501 0,'0'0'0,"0"0"16,0 0-1,9 18-15,1 19 16,9 37-16,9 18 16,-9 19-1,0-10-15,-1-8 16,-8-10-1,-1-28-15,-9-18 16,0-19 0,0-18-16,0 0 15</inkml:trace>
  <inkml:trace contextRef="#ctx0" brushRef="#br0" timeOffset="13560.54">24930 8750 0,'0'0'16,"9"-10"-16,10-8 16,28-19-16,56-18 15,29-10 1,0 1-16,18-10 15,1 9 1,-19 0-16,-1 1 16,-8-19-1,-20 0-15,-103 83 16</inkml:trace>
  <inkml:trace contextRef="#ctx0" brushRef="#br0" timeOffset="13897.68">26764 7531 0,'0'0'0,"0"0"16,-19 19-1,-18 18-15,-20 27 16,1 47 0,-1 37-16,20-1 15,18 20 1,19-1-16,9-9 16,19-28-16,10 0 15,0-27 1,9-29-16,9-17 15,1-28 1,9-38-16,-66 10 16</inkml:trace>
  <inkml:trace contextRef="#ctx0" brushRef="#br0" timeOffset="14399.5">27075 8242 0,'0'0'0,"0"9"15,9 19-15,0 27 16,1 10 0,-10 9-16,0 0 15,0-19 1,0-18-16,0-19 15,0-8-15,0-10 16,0 0 0,0-10-16,0-27 15,0-18 1,0-19-16,9 0 16,1 10-16,8-1 15,1 10 1,0 18-16,9 9 15,0 10 1,10-1-16,9 19 16,0 10-1,0 8-15,-9 19 16,9 18-16,-10 19 16,-8 0-1,-20-9-15,1-10 16,-10-9-1,0-18-15,0-28 16,0 0-16,0 0 16</inkml:trace>
  <inkml:trace contextRef="#ctx0" brushRef="#br0" timeOffset="14715.43">27827 7347 0,'0'0'0,"0"0"16,0 9-16,0 28 16,-9 37-16,-1 37 15,1 18 1,-1 28-16,1-10 15,9 19 1,0-18-16,9-19 16,1-18-16,-1-9 15,10-29 1,0-17-16,0-28 16,0-19-1,-19-9-15</inkml:trace>
  <inkml:trace contextRef="#ctx0" brushRef="#br0" timeOffset="15248.6">28250 8048 0,'0'0'15,"0"0"-15,0 0 16,10-9 0,-1 0-16,19 0 15,20-10-15,8 10 16,0 0 0,1-1-16,-20 10 15,1 10 1,-10-1-16,-9 9 15,0 10 1,-19 18-16,-9 28 16,-20 18-16,-8 10 15,-10-10 1,9-27-16,10-19 16,9-9-1,10-19-15,-1 1 16,10-19-1,0 0-15,10 0 16,18 0-16,9 0 16,20-10-1,9-8-15,9-10 16,-9-9 0,0 1-16,-19-11 15,-10-8 1,-8-10-16,-20-8 15,-9 73-15</inkml:trace>
  <inkml:trace contextRef="#ctx0" brushRef="#br0" timeOffset="15560.81">28683 7338 0,'0'0'0,"38"0"16,37 9-16,19 9 15,19 28 1,9 28-16,-9 19 16,0 17-1,-19 29-15,-28 8 16,-19 10-16,-19 0 15,-18-18 1,-10 18-16,-29-28 16,-27 18-1,-57 10-15,-19 37 16</inkml:trace>
  <inkml:trace contextRef="#ctx0" brushRef="#br0" timeOffset="16781.4">30574 7365 0,'0'0'0,"0"0"16,0-9 0,0 0-16,0 0 15,0-1 1,0 10-16,0 0 15,0 0 1,9 10-16,1 17 16,9 29-16,0 36 15,-1 0 1,-8 28-16,-1 9 16,-9-9-1,0 0-15,10-18 16,-1-10-1,0-18-15,-9-28 16,0-18-16,0-19 16,0-9-1</inkml:trace>
  <inkml:trace contextRef="#ctx0" brushRef="#br0" timeOffset="17127.62">30160 8002 0,'0'0'0,"0"0"15,10-9 1,27 0-16,20-10 15,37 1-15,37-1 16,11-8 0,17-1-16,-8-9 15,-29 0 1,-18 9-16,-20 1 16,-18 8-1,-19 1-15,-9-1 16,-10 10-16,-18 0 15,-10 9 1</inkml:trace>
  <inkml:trace contextRef="#ctx0" brushRef="#br0" timeOffset="20328.03">14045 17970 0,'0'0'0,"0"0"16,0 0-16,0 0 15,0 0 1,0 0-16,0 0 15,-9 0-15,-19 9 16,-10 1 0,-9-1-16,-9-9 15,-1 0 1,1-9-16,-1-1 16,1 1-1,-10 0-15,9 0 16,1-1-1,-10 1-15,0 0 16,0 0-16,-9 0 16,9-1-1,0 1-15,1 0 16,-1 0-16,0-1 16,0 1-1,-19 0-15,10 0 16,0-1-1,9 10-15,0 0 16,-9 0 0,0 0-16,-1 0 15,20 0 1,-10 0-16,10 0 16,-10 0-16,0-9 15,10 9 1,-1 0-16,10 0 15,0 0 1,9 0-16,1 0 16,9 0-16,-1 0 15,1 0 1,0-9-16,28 9 16</inkml:trace>
  <inkml:trace contextRef="#ctx0" brushRef="#br0" timeOffset="60149.28">31872 7199 0,'0'0'16,"0"0"-16,0 0 15,0 0-15,0-9 16,0 0 0,0-1-16,0 1 15,0 0 1,0 0-16,0 9 15,0 0 1,0 0-16,0 9 16,10 28-16,9 28 15,-1 27 1,-8 19-16,-1-1 16,1-17-1,-1 8-15,0-27 16,1-19-1,-1-27-15,-9-9 16,0-10-16,0-9 16,0 0-1,0 0-15,10-28 16,-1-9 0,10-27-16,-10-10 15,10-9-15,0 9 16,0 0-1,-10 9-15,10 1 16,0 8 0,0 1-16,9 0 15,0-1 1,10 10-16,-1 9 16,1 9-16,9 1 15,-9 8 1,-1 19-16,-9 10 15,1 8 1,-1 19-16,0 18 16,0 19-16,-9 18 15,-10 19 1,-9-19-16,0 1 16,0-29-1,0-17-15,0-11 16,10-8-16,-1-9 15,20-10 1,36-28-16,-65 19 16</inkml:trace>
  <inkml:trace contextRef="#ctx0" brushRef="#br0" timeOffset="62745.51">13217 17767 0,'0'0'0,"-9"0"15,-10 0-15,-9 9 16,-10-9 0,1 0-16,-10 10 15,-10-10 1,10 0-16,-9 0 16,-10 0-1,-9-10-15,-10 1 16,-9 0-16,0 0 15,-10 9 1,-9 0-16,19 0 16,0 0-1,0 9-15,10 0 16,8 0 0,10 1-16,19-1 15,10-9-15,18 0 16,0 0-1,19 0-15,0 0 16,0 0 0,19 0-16,28-9 15,28-1-15,29 1 16,27 9 0,1 0-16,0 0 15,18 0 1,-9 0-16,-9 0 15,0 0 1,0-9-16,-20 0 16,1 9-16,-19 0 15,-9 9 1,-10-9-16,-9 9 16,-9-9-1,-20 0-15,-8 0 16,-11 0-1,-8 0-15,-1 0 16,-9 0-16,0 0 16,-19 9-1,-18 1-15,-29 8 16,-9 0 0,-10 1-16,-9-1 15,9 1-15,10-10 16,75-9-1</inkml:trace>
  <inkml:trace contextRef="#ctx0" brushRef="#br0" timeOffset="63644.88">16576 17352 0,'0'0'16,"0"0"-16,0 0 15,0 0-15,0 0 16,0 0 0,0 9-16,0 9 15,0 19 1,9 19-16,-9 18 16,10-1-16,-10-17 15,0-1 1,0-18-16,0-9 15,0-10 1,0-9-16,0-9 16,0 0-1,0-9-15,-10-18 16,10-20-16,10-8 16,8-19-1,11 0-15,-1 10 16,10 8-1,-1 19-15,1 10 16,-1 18 0,10 9-16,10 18 15,-1 28-15,1 19 16,-1 18 0,-18 0-16,-10-19 15,-9-17 1,-10-10-16,1-1 15,-1-17-15,-9-10 16,0-9 0</inkml:trace>
  <inkml:trace contextRef="#ctx0" brushRef="#br0" timeOffset="65079.18">17460 15543 0,'0'0'16,"0"0"-1,0 0-15,0 0 16,0 0-16,0 0 16,0 0-1,0 0-15,0 0 16,10 9-1,-1 9-15,10 10 16,0 18 0,-10-9-16,0 0 15,1 0-15,-1-9 16,-9-19 0,0 0-16,0-9 15,0 0 1,0 0-16,0 0 15,0-9-15,-9-19 16,9-9 0,0-18-16,9 9 15,10-10 1,0 20-16,0-1 16,-1 18-16,11 1 15,-10 8 1,-1 10-16,1 19 15,9 9 1,10 18-16,-10 18 16,0 10-1,-9-9-15,9-10 16,-9-18-16,-19-37 16</inkml:trace>
  <inkml:trace contextRef="#ctx0" brushRef="#br0" timeOffset="65378.71">18072 14823 0,'0'0'0,"0"0"15,0 9-15,9 28 16,0 64 0,10 38-16,0 27 15,0 9 1,0-18-16,0-18 16,-1-10-16,1-37 15,-9-18 1,-1-28-16,0-18 15,-9-28 1</inkml:trace>
  <inkml:trace contextRef="#ctx0" brushRef="#br0" timeOffset="65895.37">18326 15672 0,'0'0'0,"0"0"16,0 0 0,0 0-16,0 0 15,0 0-15,9-9 16,19-10-1,0 10-15,10 0 16,-10 0 0,-9-1-16,9 10 15,-9 0 1,0 10-16,0 8 16,-10 10-16,1 18 15,-1 18 1,-9 1-16,-9 0 15,-1-10 1,1-18-16,-1-9 16,10-1-16,0-8 15,0-10 1,0-9-16,0 0 16,10 0-1,18-9-15,38-10 16,19-18-1,27-27-15,1-1 16,-113 65-16</inkml:trace>
  <inkml:trace contextRef="#ctx0" brushRef="#br0" timeOffset="68349.82">21421 11722 0,'0'0'0,"28"-10"16,38-8-16,37-19 16,20 0-1,55-27-15,-8-1 16,27-9-16,10 0 16,9 0-1,10 1-15,0-1 16,37-19-1,-18 20-15,18-10 16,20-1-16,-29 11 16,47-10-1,-19 9-15,-19 9 16,48-9 0,-29 10-16,0-10 15,10-9-15,-19 9 16,-1 0-1,-18 19-15,0-10 16,-9 0 0,0-8-16,-10 8 15,-19 10 1,29-10-16,-29 19 16,10 0-16,-19 0 15,0-10 1,-10 1-16,1-1 15,-10 10 1,-28 0-16,19 9 16,-29 0-16,-27 10 15,-1-1 1,-28 10-16,-28 8 16,-38 1-1,-28 9-15,0 0 16</inkml:trace>
  <inkml:trace contextRef="#ctx0" brushRef="#br0" timeOffset="69185.28">21590 11971 0,'19'0'0,"37"-9"16,67-19-16,46 0 16,0 1-1,29-1-15,9-9 16,0-9-16,28 0 16,-19 0-1,29-28-15,-1 0 16,10 0-1,19 0-15,-9 10 16,27-10 0,-8 0-16,-20 9 15,47-18-15,-27 9 16,8 1 0,10-11-16,-9 1 15,0-9 1,9 9-16,-19 9 15,0-18-15,-9 9 16,-29 9 0,10-9-16,-37 18 15,-1 1 1,-18 8-16,-29 1 16,19 9-1,-56 0-15,-10 9 16,-9 0-16,-19 9 15,-28 10 1,-19-1-16,-19 10 16,-9 0-1,-10 9-15,-9 0 16,0 0-16</inkml:trace>
  <inkml:trace contextRef="#ctx0" brushRef="#br0" timeOffset="74945.05">21929 13771 0,'0'0'0,"0"0"0,0 0 15,-10 0-15,-9 9 16,-9 9 0,0 10-16,-19 18 15,-9 19 1,-10 27-16,0 0 16,9 19-1,10 0-15,10 9 16,18 0-16,9-19 15,10-8 1,10-1-16,9-27 16,9-1-16,0-18 15,10-9 1,-1-18-16,20-10 16,9-18-1,9-19-15,28-37 16,10-27-1,0-37-15,-38 9 16,-37 28-16,-10-1 16,-18-17-1,-20 8-15,-8 1 16,-20 8 0,-19 1-16,-8 9 15,-1 9 1,0 19-16,0 18 15,10 18-15,-1 19 16,-9 19 0,10 27-16,9 18 15,19 20 1,28-20-16,0-64 16</inkml:trace>
  <inkml:trace contextRef="#ctx0" brushRef="#br0" timeOffset="75400.22">23020 12755 0,'0'0'0,"-19"10"15,-19 27-15,-9 27 16,-9 28 0,-10 38-16,-9 17 15,18 1-15,10 18 16,19 0-1,9 10-15,10-1 16,18-18 0,10-9-16,19 8 15,9-26 1,0-1-16,19-18 16,9-28-16,19-19 15,0-18 1,10-27-16,18-38 15,0-36 1,-122 55-16</inkml:trace>
  <inkml:trace contextRef="#ctx0" brushRef="#br0" timeOffset="76065.35">23387 13632 0,'0'0'0,"0"0"15,0 0-15,0 9 16,9 28-1,1 28-15,8 9 16,11 18 0,-1 10-16,0-19 15,0-9 1,-9-19-16,-9-18 16,-1-9-16,0-10 15,-9-9 1,0-9-16,0 0 15,0 0 1,0-9-16,0-28 16,-9-18-1,-10-10-15,0-9 16,1 0-16,-1-18 16,9 0-1,20 18-15,9 0 16,9 10-1,9-1-15,10 19 16,10 9-16,-1 9 16,10 19-1,9 9-15,-18 18 16,-1 10 0,-9 9-16,-9 18 15,0 28-15,-20 0 16,1-9-1,0 0-15,0-9 16,0-10 0,9-9-16,-9-27 15,18-10 1,1-18-16,-38 9 16</inkml:trace>
  <inkml:trace contextRef="#ctx0" brushRef="#br0" timeOffset="77745.17">24807 14158 0,'0'0'15,"0"0"-15,0 0 16,0 0-16,0 0 16,19-18-1,28-28-15,38-47 16,0-45 0,-1-28-16,-9-28 15,-18 9 1,-19 19-16,-20-18 15,-8 18-15,-10 36 16,-10 20 0,1 36-16,0 28 15,-1 18 1,1 19-16,-1 9 16,-9 27-16,-18 47 15,-1 46 1,1 46-16,8 0 15,11 10 1,18-19-16,9-19 16,10 1-1,18-29-15,10-27 16,10-18-16,9-19 16,18-27-1,29-38-15,10-27 16,-11-37-1,-8-28-15,-29 10 16,-9-10-16,-19 19 16,-19 27-1,-9 19-15,-9 18 16,-1 19 0,-9 9-16,0 0 15,0 9 1,-9 28-16,-10 18 15,9 10-15,1 18 16,9 0 0,9-9-16,10 0 15,9-28 1,10-9-16,9-19 16,9-18-16,29-27 15,0-29 1,9-36-16,-28-9 15,-10-19 1,-28 18-16,-9 10 16,-9 9-1,-20 18-15,1 10 16,-10 18-16,-19 9 16,-9 10-1,-9 18-15,-19 27 16,18 10-1,1 0-15,9 0 16,18 0 0,11 0-16,8-9 15,20-1-15,18-8 16,19-10 0,66-9-16,28-19 15,19-27 1,19-18-16,-29-1 15,-18-18-15,-19 9 16,-38 0 0,-9 10-16,-29-1 15,-8 10 1,-29 9-16,-10 9 16,-9 18-1,-9 1-15,-19 18 16,-9 18-16,-10 19 15,9 19 1,1-1-16,18 10 16,29-10-1,9-9-15,9-9 16,10-9-16,9-10 16,19 1-1,10-19-15,9-10 16,0 1-1,-10 0-15,0-10 16,-8 10 0,8 9-16,10 19 15,0 18-15,0 18 16,-1 19 0,-8 37-16,-1 18 15,-18-9 1,-10 18-16,-9-9 15,-10 1-15,-9-29 16,-18-9 0,-11-18-16,1-18 15,-10-10 1,-18-9-16,0-19 16,-20-9-1,1-18-15,0-18 16,0-20-16,18-17 15,19-19 1,10-37-16,19-10 16,28-36-1,18 9-15,10 19 16,0 18-16,10 0 16,-1 19-1,-9 8-15,10 1 16,-57 92-1</inkml:trace>
  <inkml:trace contextRef="#ctx0" brushRef="#br0" timeOffset="78279.34">28448 12562 0,'0'0'16,"0"9"-16,9 18 15,10 20 1,9 8-16,-9 19 16,0-10-16,-10-8 15,1-19 1,-1-10-16,-9-8 16,0-10-1,0 0-15,0-9 16,0 0-16,-9-9 15,-1-19 1,1-27-16,0-28 16,9-9-1,0 9-15,18 0 16,1 9 0,10 9-16,8 19 15,1 18-15,9 10 16,0 9-1,0 18-15,-9 9 16,9 19 0,-10 19-16,-9-1 15,-9 10-15,0 8 16,-10-8 0,1 0-16,9-10 15,-1-18 1,1-19-16,19 1 15,28-19 1,47-37-16,9-28 16,-122 65-16</inkml:trace>
  <inkml:trace contextRef="#ctx0" brushRef="#br0" timeOffset="78745.25">28721 11389 0,'0'0'0,"0"0"15,0 0-15,0-9 16,9 0-1,38 0-15,57-1 16,65 10 0,19 19-16,-37 9 15,9 18-15,-10 18 16,-28 10 0,-9 0-16,0 18 15,-28 10 1,-10 27-16,-9 19 15,-28 18 1,-20 0-16,-27 0 16,-29 10-16,-18-10 15,-10-9 1,-9-19-16,-10-9 16,-28-18-1,-18-9-15,-39-1 16,-37 19-16</inkml:trace>
  <inkml:trace contextRef="#ctx0" brushRef="#br1" timeOffset="160171.31">3415 7171 0,'0'0'0,"0"0"0,0 0 16,0 10-16,0-1 16,0 9-1,0 10-15,0 9 16,0 0-16,9 27 15,-9 10 1,0 19-16,-9 8 16,-1 10-1,1 18-15,0-18 16,-1 0 0,10-19-16,0 0 15,0-27-15,0-10 16,0-18-1,0-9-15,0-19 16,0-9 0,0 0-16,0 0 15,0 0-15</inkml:trace>
  <inkml:trace contextRef="#ctx0" brushRef="#br1" timeOffset="160604.29">3424 7116 0,'0'0'0,"0"0"16,0 0-16,0 0 15,0 0 1,0 9-16,-9 19 16,9 9-1,-10 28-15,1 27 16,9 19 0,0-1-16,0 1 15,0 18-15,0 1 16,9-20-1,1 10-15,-1-9 16,1-9 0,-1-29-16,10-8 15,-10 0-15,1-19 16,-1-9 0,-9-19-16,0-9 15,0-9 1,0 0-16</inkml:trace>
  <inkml:trace contextRef="#ctx0" brushRef="#br1" timeOffset="161003.31">3443 7116 0,'0'0'16,"0"0"-16,10 9 16,8 28-1,1 19-15,9 36 16,-9 56-1,-9-19-15,-20 37 16,-9 9 0,1-18-16,-1 0 15,0-18-15,10-29 16,-1 1 0,1-28-16,-1-9 15,10-19 1,0-18-16,0 0 15,0-37-15</inkml:trace>
  <inkml:trace contextRef="#ctx0" brushRef="#br1" timeOffset="162248.14">8156 8436 0,'0'0'0,"0"0"16,0 0-1,0 0-15</inkml:trace>
  <inkml:trace contextRef="#ctx0" brushRef="#br1" timeOffset="163530.79">7272 8528 0,'0'0'16,"0"0"-16,0 0 16,0 0-1,0 0-15,0 0 16,0 0-1,0 0-15,9 0 16,10 0-16,19-9 16,9 9-1,19-9-15,9 9 16,0-9 0,0 9-16,-9 0 15,0 0 1,0 0-16,0 0 15,0 9-15,-10-9 16,-9 9 0,-9 0-16,-10 0 15,-9-9 1,0 0-16,-10 0 16,0 0-1,-9 0-15,0 0 16,0 0-16,-9 0 15,-19 10 1,-19-10-16,-10 0 16,-8 9-1,-1-9-15,-10 0 16,11 0-16,-1 0 16,0 0-1,19 0-15,0 0 16,9 0-1,10 0-15,9 0 16,10 0 0,9 0-16,0 0 15,0 0-15,0 0 16,19-9 0,37-1-16,19-8 15,0 0 1,20-1-16,17 1 15,1-1-15,-28 10 16,9 0 0,-94 9-16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10T08:21:04.99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23641 7661 0,'0'0'0,"0"0"16,0 0-16,0 0 15,0 9 1,-10 9-16,1 10 16,-10 9-1,0 18-15,-9 28 16,0 10-1,0 8-15,9 10 16,0 18 0,10-9-16,-1-9 15,1 0-15,9-1 16,9-36 0,1-18-16,-1-19 15,0-10 1,1-8-16,-10-10 15,0-9-15,0 0 16,9-19 0,1-17-16,-10-38 15,0-19 1,9-17-16,-9-1 16,0 0-1,10 19-15,-1 0 16,0-1-16,1 19 15,9 1 1,-1 17-16,-8 10 16,-1 18-1,1 10-15,-1 9 16,-9 9-16,0 0 16,0 27-1,0 29-15,-19 36 16,0 37-1,-9 19-15,0-19 16,0 28 0,9-9-16,0-38 15,10-26-15,9-20 16,0-27 0,0-9-16,0-28 15,0 0 1,0-19-16,9-45 15,-9-29-15,0-8 16,-9-1 0,-1 1-16,1 9 15,-1 18 1,10 0-16,0 18 16,0 20-1,-9 8-15,9 9 16,0 19-16,0 0 15,-9 10 1,-1 27-16,-9 64 16,10 19-1,0 9-15,9 0 16,0-27-16,0-10 16,0 1-1,0-93-15</inkml:trace>
  <inkml:trace contextRef="#ctx0" brushRef="#br0" timeOffset="1128.08">23293 9303 0,'0'0'0,"0"0"16,0 0-16,0 0 15,0 0-15,0 0 16,0 0-1,0 0-15,0 0 16,0 0 0,0 0-16,0 0 15,0 0 1,-10 0-16,-8 0 16,-11-9-16,1 9 15,-10 0 1,-18 0-16,-10-9 15,-9 9 1,9 0-16,-9 9 16,-10 0-1,-9 1-15,-9-1 16,8 0-16,-17 0 16,-1-9-1,0 0-15,19 0 16,0 0-1,-10 0-15,10 0 16,19-9-16,0 0 16,9 0-1,0-1-15,-9 1 16,-1-9 0,1-1-16,0 1 15,9-1-15,-9 10 16,-1 0-1,-8 0-15,-1 0 16,19-1 0,-9 10-16,0 0 15,-19 10 1,18-1-16,1-9 16,0 9-16,9 0 15,0-9 1,10 0-16,-10 0 15,9 0 1,10 0-16,10 0 16,-1 0-16,10 0 15,0 0 1,9 0-16,10 0 16,-1 0-1,10 0-15</inkml:trace>
  <inkml:trace contextRef="#ctx0" brushRef="#br0" timeOffset="2001.91">20527 8768 0,'0'0'0,"0"0"15,0 0 1,0 0-16,0 0 16,0 0-1,-9 9-15,-20 1 16,-8 8-1,-10 1-15,-10 8 16,-9 1-16,-9 0 16,0-1-1,-10 1-15,1 0 16,-11-1 0,20 1-16,0 0 15,9-10 1,10 1-16,-1-1 15,10 1-15,10-10 16,8 0 0,10 0-16,10-9 15,0 10 1,-1-10-16,10 0 16,0 0-16,0 0 15,0 0 1,10 9-16,18 0 15,10 9 1,9 1-16,9 9 16,10-1-16,0 1 15,9 0 1,0-1-16,-9 1 16,9 0-1,-9-10-15,0 1 16,-10-10-1,1 0-15,-10 0 16,-9 1-16,-1-1 16,1 0-1,-10 0-15,0-9 16,-9 0 0,-9 0-16,-1 0 15,-9 0-15</inkml:trace>
  <inkml:trace contextRef="#ctx0" brushRef="#br0" timeOffset="3329.26">23942 9110 0,'0'0'15,"0"0"-15,0 0 16,0 0 0,0 0-16,0 0 15,0 0-15,0 0 16,0 0-1,9 0-15,1 0 16,8 0 0,1 9-16,10 0 15,18-9 1,9 0-16,29 9 16,9-9-1,0 0-15,0 0 16,19 10-16,9-1 15,-9 0 1,9 0-16,10 1 16,0-10-16,-19 0 15,18-10 1,1 1-16,-19 0 16,9-10-1,10 10-15,-19 0 16,-19 0-1,0-1-15,0 1 16,0 0-16,-9 0 16,-19 0-1,-10-1-15,0 10 16,-18 0 0,0 0-16,-10 0 15,-9 0-15,-10 0 16,1 0-1,-1 0-15,0 0 16,-9 0 0,0 0-16,0-9 15,0 9 1</inkml:trace>
  <inkml:trace contextRef="#ctx0" brushRef="#br0" timeOffset="3960.88">26472 8611 0,'0'0'0,"0"0"15,19 9-15,0 10 16,9 9 0,19 9-16,0-1 15,0 1-15,0-9 16,0 0-1,1-1-15,-1 1 16,0-9 0,9-1-16,-9 1 15,0-1 1,0 10-16,-9-10 16,-1 1-16,1-1 15,-10 1 1,-9-1-16,0 0 15,0-8 1,-10-1-16,1 0 16,-10 0-16,0 1 15,0-1 1,0 0-16,-10 0 16,-9 10-1,0-1-15,-18 10 16,-10 0-1,-19 8-15,-9 1 16,-10 0-16,-9 0 16,-38 9-1,-65 28-15,-20 19 16</inkml:trace>
  <inkml:trace contextRef="#ctx0" brushRef="#br0" timeOffset="5511.5">12756 7504 0,'0'0'15,"0"0"1,0 0-16,0 0 16,10-10-16,9 1 15,37 9 1,38 0-16,19 9 16,-19 10-1,-19 18-15,1 9 16,-20 9-16,-9 19 15,-19 19 1,-28 27-16,-9-1 16,0 11-1,-10-1-15,0-18 16,10-19 0,9-18-16,9-10 15,0-17-15,10-11 16,9-8-1,1-9-15,8-1 16,-9 1 0,1-10-16,-1 9 15,-9 1 1,0-1-16,-1 10 16,1 9-16,0 9 15,0 9 1,0 1-16,-1 8 15,-8 1 1,-10-1-16,-10-8 16,-8-1-16,-11 10 15,-8-1 1,-1 1-16,0 0 16,1-10-1,9-9-15,28-46 16</inkml:trace>
  <inkml:trace contextRef="#ctx0" brushRef="#br0" timeOffset="6433.82">14073 11971 0,'0'0'0,"0"0"15,10 0 1,18 0-16,10 9 16,9 10-16,9 8 15,-9 10 1,0 9 0,-9 10-16,-10 27 15,-9 18-15,-19 10 16,-9 0-1,-10 18-15,0-18 16,10 0 0,-1-19-16,10-9 15,0-9-15,10-19 16,-1-9 0,10 0-16,0-18 15,9 0 1,9-1-16,1 1 15,0 0-15,-10 0 16,10-1 0,-10 10-16,-9 9 15,-10 10 1,-9 27-16,-19 9 16,0 10-1,-9 8-15,-10-8 16,10-1-16,9-8 15,1-10 1,8-9-16,1-10 16,9-8-1,0-10-15,0-9 16,0 0-16,0-10 16,-10 1-1,1 9-15,-19 9 16,-10 0-1,-18 9-15,-1 1 16,-27-1 0,84-55-16</inkml:trace>
  <inkml:trace contextRef="#ctx0" brushRef="#br0" timeOffset="10551.63">12898 7633 0,'0'0'0,"0"0"0,9 0 16,0 0-1,10-9-15,9-1 16,1 1 0,8 0-16,1 0 15,0 0 1,-1-1-16,10 1 15,0 9 1,-9 9-16,-10 1 16,0 8-16,1 19 15,-11 0 1,1 18-16,0 38 16,0-1-1,-10 0-15,-9 0 16,0 10-16,0-1 15,0-8 1,0-19-16,0-1 16,0 1-1,0-18-15,0-10 16,10 0-16,8-18 16,1-1-1,9-8-15,10-10 16,0 0-1,-1 0-15,10-9 16,-9 0 0,0 0-16,-10 0 15,-9 0-15,-10 0 16,10 10 0,-10-1-16,1 0 15,-10 0 1,0 19-16,-10 0 15,1 18-15,-1 9 16,1 1 0,-10 8-16,10-8 15,9-1 1,-10-9-16,10-9 16,0 0-16,0 0 15,10-9 1,-10-1-16,9 1 15,-9 0 1,0-10-16,0 1 16,0-1-1,-9 10-15,-1-1 16,1-8-16,-10-1 16,0 1-1,1-10-15,-11 0 16,1-9-1,0-9-15,9-9 16,19 18 0</inkml:trace>
  <inkml:trace contextRef="#ctx0" brushRef="#br0" timeOffset="11239.6">14751 8057 0,'0'0'0,"0"0"15,9 19 1,1 18-16,-1 27 16,0 29-1,1-1-15,-1-9 16,-9-18-16,0-19 16,0-9-1,0-10-15,0-8 16,0-10-1,0-9-15,0 0 16,0 0 0,0 0-16,0-9 15,0-19-15,0-18 16,10-18 0,-1-1-16,19-9 15,1 0 1,8 0-16,1 19 15,-1 0-15,10 8 16,-9 20 0,9 8-16,-9 19 15,-1 10 1,10 17-16,-9 10 16,0 9-16,-10 19 15,-9 9 1,-10 18-16,-9 0 15,-9-18 1,9-9-16,0-10 16,0-18-1,0-18-15,0-10 16,0-9-16,9-19 16,-9 19-1</inkml:trace>
  <inkml:trace contextRef="#ctx0" brushRef="#br0" timeOffset="11613.41">15927 7264 0,'0'0'0,"0"0"15,0 9-15,0 28 16,-10 27 0,1 47-16,0 9 15,-1 28 1,1 18-16,-10-9 16,0 0-16,0 0 15,0 0 1,1-19-1,-1-9-15,0-18 16,10-19-16,-1-18 16,10-28-16,0-9 15,0-9 1,0-28-16,0 0 16,0 0-1</inkml:trace>
  <inkml:trace contextRef="#ctx0" brushRef="#br0" timeOffset="12217.67">16030 8399 0,'0'0'0,"0"0"16,0-9-1,0 0-15,10-10 16,-1 1 0,10-1-16,0 1 15,9-1 1,10 1-16,-1-1 16,1 10-16,-1 9 15,-8 0 1,-11 9-16,11 19 15,-1 18 1,0 10-16,-9 8 16,-10 10-1,-9 0-15,-9 18 16,-10 0-16,0-18 16,-9 0-1,0-19-15,9 1 16,0-19-1,10-10-15,-1-8 16,1-10 0,9-9-16,0 0 15,28 0-15,10-9 16,47-19 0,18-18-16,10-9 15,-10-1 1,-27 10-16,-1 9 15,-19 10-15,-9 8 16,-9 1 0,-10 8-16,-9 1 15,-10 9 1,-9 0-16</inkml:trace>
  <inkml:trace contextRef="#ctx0" brushRef="#br0" timeOffset="13918.76">15616 12848 0,'0'0'0,"0"0"16,0 9 0,0 9-16,0 19 15,0 9 1,10 19-16,-10 9 16,0 18-16,0-27 15,0-10 1,0-9-16,0-18 15,0-10 1,0 1-16,0-10 16,0-9-1,0 0-15,0 0 16,0 0-16,0-9 16,0-10-1,-10-17-15,10-20 16,10 1-1,9-10-15,-1 1 16,11-10-16,8 18 16,1 1-1,-1 18-15,10 9 16,1 10 0,-11 18-16,10 9 15,0 19-15,10 9 16,-10 9-1,0 18-15,-10 20 16,-8-1 0,-11 0-16,1-9 15,-9-1 1,-1-8-16,-9-19 16,0-9-16,0-18 15,0-10 1,0-9-16,0 0 15,-9-37 1,9 37-16</inkml:trace>
  <inkml:trace contextRef="#ctx0" brushRef="#br0" timeOffset="14353.95">16576 12128 0,'0'0'15,"0"0"-15,0 0 16,0 9 0,0 19-16,0 36 15,-10 29 1,10 27-16,0 9 15,0 28-15,10-19 16,-1-9 0,1 19-16,-1-19 15,0-9 1,10 9-16,0-9 16,0-18-16,-10-10 15,1-9 1,-1-9-16,-9-18 15,0-20 1,0-8-16,0-9 16,0-10-1,0 0-15,0-9 16,0 0-16,0 0 16</inkml:trace>
  <inkml:trace contextRef="#ctx0" brushRef="#br0" timeOffset="15083.34">16933 13208 0,'0'0'15,"0"0"-15,0-10 16,-9 1 0,0 0-16,-1 0 15,1-10 1,9-8-16,0-10 16,9 0-16,10-19 15,0 19 1,9 1-16,0-1 15,0 18 1,1 10-16,-1 9 16,9 9-16,-8 10 15,-1 18 1,0 18-16,-9 28 16,-10 18-1,-9 1-15,0-10 16,-9 1-1,0-29-15,-10 10 16,0-28-16,0-9 16,0-9-1,10-10-15,-1-9 16,1 1 0,0-1-16,9-9 15,0 0-15,0 0 16,9-9-1,0-1-15,20-8 16,18-19 0,9 9-16,1 1 15,-10-10 1,9 0-16,-9 9 16,-9 10-16,-1-1 15,1 1 1,-10 9-16,-9-1 15,0 1 1,-10 0-16,1 0 16,-10 9-16,0 0 15,0 0 1</inkml:trace>
  <inkml:trace contextRef="#ctx0" brushRef="#br0" timeOffset="27429.12">16566 10383 0,'0'0'0,"0"0"0,0 0 15,0 0 1,0 10-16,0-1 15,0 0 1,0 10-16,0 8 16,0 1-1,0 18-15,10 9 16,-1 19-16,10 19 16,0-1-1,-10 9-15,10-18 16,-9-18-1,-1-19-15,0-18 16,-9-28-16</inkml:trace>
  <inkml:trace contextRef="#ctx0" brushRef="#br0" timeOffset="27778.66">16162 11066 0,'0'0'16,"0"0"-16,0 0 16,0 0-16,0 0 15,0 0 1,19-9-16,28-9 15,28-10 1,19-9-16,19-9 16,9-9-16,-18 8 15,-10-8 1,0 0-16,0 8 16,-28 11-1,0-1-15,-19 9 16,0 9-1,-47 19-15</inkml:trace>
  <inkml:trace contextRef="#ctx0" brushRef="#br0" timeOffset="31135.66">21741 12239 0,'0'0'0,"-10"27"0,-9 56 15,-9 19-15,0 27 16,9 37-1,10-18-15,-1 18 16,20-9 0,8-46-16,11-19 15,-1-18 1,0-28-16,0-9 16,10-9-16,9-10 15,0-18 1,9-18-16,10-19 15,0-28 1,0-18-16,-10-9 16,-18-1-16,-19 10 15,-10-18 1,-9-1-16,-18 10 16,-1 9-1,-19 9-15,-18-18 16,-1 9-1,1 9-15,-1 0 16,1 19-16,9 18 16,0 9-1,9 19-15,1 9 16,8 18 0,1 10-16,9 18 15,19 9-15,0-55 16</inkml:trace>
  <inkml:trace contextRef="#ctx0" brushRef="#br0" timeOffset="31547.75">22973 11325 0,'0'0'0,"-19"37"15,-19 64 1,1 38-16,-10 27 15,0 46 1,9-9-16,10 9 16,9-27-1,10 18-15,18-28 16,19-8-16,10-38 16,9-28-1,19-18-15,18-18 16,-8-28-1,18-28-15,9-37 16,-103 28-16</inkml:trace>
  <inkml:trace contextRef="#ctx0" brushRef="#br0" timeOffset="32112.6">23631 12377 0,'0'0'16,"0"18"-16,-9 19 16,0 28-16,-1 27 15,1 10 1,-1-10-16,10-18 15,0-28 1,0-18-16,0-10 16,0-18-1,0 0-15,0 0 16,0-27-16,10-20 16,-1-17-1,10-19-15,0-10 16,0 1-1,9 9-15,0 9 16,19 0 0,0 19-16,0 9 15,-9 18-15,-1 10 16,1 18 0,-10 9-16,10 9 15,0 29 1,9 26-16,-10 29 15,-9-1-15,1 1 16,-1-1 0,-9-27-16,0-18 15,-19-19 1,0-19-16,0-18 16,0 0-1</inkml:trace>
  <inkml:trace contextRef="#ctx0" brushRef="#br0" timeOffset="32528.72">24064 11537 0,'0'0'16,"0"0"-1,0-9-15,10 0 16,8-10-16,20 10 16,18 9-1,29 18-15,19 29 16,8 17 0,-17 1-16,8 36 15,-9 10 1,-9 18-16,-10 19 15,0 0-15,-18 8 16,-10 1 0,-19 0-16,-19 9 15,-18-18 1,-10-19-16,-9-18 16,-10-19-16,-9 1 15,0-19 1,-9 9-16,56-83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10T08:22:26.47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89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1-03-10T08:24:54.643"/>
    </inkml:context>
  </inkml:definitions>
  <inkml:trace contextRef="#ctx0" brushRef="#br0">18072 4559 0,'0'0'16,"0"0"-16,0 0 15,0 0-15,0 0 16,0 0 0,0 0-16,0 0 15,-10 0-15,1 0 16,9 0-1,-10-9-15,10 9 16,0-9 0,0-9-16,10-1 15,18-9-15,0 1 16,10-1 0,9 10-16,0-1 15,0 10 1,-9 9-16,-1 9 15,-9 10 1,1-1-16,-10 19 16,-10 0-16,-9 9 15,-9 0 1,-10 10-16,-10-1 16,1 0-1,0-9-15,0 1 16,9-20-16,10-8 15,-1-10 1,10-9-16,0 0 16,19 9-1,19-9-15,18 0 16,1 0-16,-1 9 16,10 1-1,-10-1-15,1 9 16,-1 10-1,-18 0-15,-10-1 16,-19 1 0,1 9-16,-20 9 15,-18 10-15,-9 8 16,-29 1 0,-28-1-16,0-18 15,-1-9 1,1-18-16,0-10 15,0-9 1,28-9-16,10-10 16,9-8-16,9-10 15,10 0 1,19 0-16,9 37 16</inkml:trace>
  <inkml:trace contextRef="#ctx0" brushRef="#br0" timeOffset="866.61">19963 4929 0,'0'0'0,"0"0"15,0 0-15,0 0 16,18 0 0,20 0-16,28 9 15,28-9 1,0 0-16,-19-9 15,-9-1 1,-9 1-16,-10 9 16,-10-9-16,-9 0 15,-9-1 1,-19 10-16</inkml:trace>
  <inkml:trace contextRef="#ctx0" brushRef="#br0" timeOffset="1435.38">21073 4319 0,'0'0'0,"0"0"16,0 0 0,0 0-16,0 0 15,0 0-15,0 0 16,-10 10 0,-9 17-16,1 1 15,-20 18 1,10-9-16,-1 0 15,1 0 1,9-9-16,10-1 16,9 1-16,19 0 15,18-1 1,20 1-16,37 9 16,0-9-1,-28-10-15,-10 1 16,-18-1-1,-10-9-15,-9 10 16,-19-1-16,-9 10 16,-20 9-1,-27 9-15,-10 0 16,-9-9 0,9 0-16,10-9 15,-1-10-15,1-9 16,18-9-1,10-9-15,28 9 16</inkml:trace>
  <inkml:trace contextRef="#ctx0" brushRef="#br0" timeOffset="1716.47">20894 4532 0,'0'0'16,"0"0"-16,0 0 15,9-9 1,1-1-16,18-8 16,28-19-1,38-9-15,19 9 16,0 0-16,-19 9 15,0 1 1,10-1-16,-29 9 16,-75 19-1</inkml:trace>
  <inkml:trace contextRef="#ctx0" brushRef="#br0" timeOffset="2442.85">22888 4116 0,'0'0'15,"0"0"-15,0 0 16,0 0-16,10 0 16,-1 0-1,0 10-15,1-1 16,-1 19 0,1 18-16,-1 28 15,-9 27 1,0 1-16,0-10 15,-9 0-15,-1 19 16,1-19 0,-1-18-16,1-9 15,0-19 1,-1-9-16,10-19 16,0 1-16,0-10 15,0 0 1,0-9-16,0 0 15,0 0 1,0 0-16</inkml:trace>
  <inkml:trace contextRef="#ctx0" brushRef="#br0" timeOffset="3049.91">24422 4643 0,'0'0'0,"0"0"16,0 0-1,0 0-15,0 0 16,18 0-16,20-10 16,28 1-1,28 0-15,0-10 16,-19 10 0,-9 0-16,-9 9 15,-1-9 1,-9-1-16,-47 10 15</inkml:trace>
  <inkml:trace contextRef="#ctx0" brushRef="#br0" timeOffset="3664.87">25344 4181 0,'0'0'0,"0"0"16,0 0-16,0-9 16,9 0-1,10-10-15,0 1 16,18-1-1,10 1-15,0 9 16,0-1-16,-9 10 16,0 10-1,-1 8-15,1 19 16,-10 9 0,0 28-16,-18 18 15,-20 19-15,-18-19 16,-10 1-1,1-10-15,-1-10 16,-9-17 0,10-10-16,8-18 15,10-10-15,10-9 16,0 1 0,9-10-16,0 0 15,9 0 1,29-10-16,37-17 15,10-10 1,9 0-16,-10 9 16,1 0-16,-19 10 15,0-1 1,-29 19-16,1 0 16,-19 0-1,-10 0-15,-9 0 16,0 0-1</inkml:trace>
  <inkml:trace contextRef="#ctx0" brushRef="#br0" timeOffset="4452.39">27432 3756 0,'0'0'0,"0"0"16,0 0-16,0 0 15,0 0 1,-9 10-16,-1 8 16,-9 19-1,-9 28-15,0 18 16,0 0 0,-1 0-16,1 18 15,0 1-15,0-1 16,9-8-1,10-19-15,9-1 16,9 1 0,10-9-16,9-10 15,0-18-15,10-9 16,9-10 0,9-18-16,10-9 15,-9-9 1,-10-10-16,-19 0 15,0 1 1,-9-1-16,-10 0 16,-9 0-16,-9 1 15,-19-1 1,-19 0-16,-10 1 16,-18 18-1,-19 9-15,-10 18 16,29 10-16,19-1 15,28-8 1,18-10-16,10-9 16</inkml:trace>
  <inkml:trace contextRef="#ctx0" brushRef="#br0" timeOffset="5101.34">29445 3655 0,'0'0'16,"0"0"-16,0 0 15,0 9 1,0 10-16,-19 27 16,1 18-1,-20 38-15,-9 18 16,0-9-16,-10-1 16,1-8-1,9-19-15,9-9 16,10-28-1,9-9-15,10-19 16,-1 1 0,10-1-16,10-8 15,18 8-15,38 0 16,28-8 0,9-1-16,10-9 15,0 0 1,-19-9-16,-18-1 15,-20 1-15,-9 0 16,-9-9 0,-19-10-16,-10 0 15,-9 28 1</inkml:trace>
  <inkml:trace contextRef="#ctx0" brushRef="#br0" timeOffset="5339.46">29502 4273 0,'0'0'0,"0"0"16,0 10-16,-10 8 16,1 19-1,-1 18-15,1 19 16,9 9-16,0 10 16,9 8-1,1-9-15,-1-18 16,1-9-1,-1-10-15,0 1 16,1-20 0,-1-8-16,-9-28 15</inkml:trace>
  <inkml:trace contextRef="#ctx0" brushRef="#br0" timeOffset="5782.64">30941 4347 0,'0'0'15,"0"0"-15,19 0 16,18-9-1,39 0-15,8-10 16,29 1 0,10-10-16,-11 10 15,-8-10-15,-19 0 16,9-18 0,-94 46-16</inkml:trace>
  <inkml:trace contextRef="#ctx0" brushRef="#br0" timeOffset="6416.44">32277 3683 0,'0'0'16,"0"-10"-16,9 1 16,1-9-16,8-1 15,11 1 1,18-1-16,0 1 16,9 9-1,1 9-15,-1 9 16,-18 0-1,-1 10-15,-8 8 16,-11 1-16,-8 18 16,-10 19-1,-19 36-15,-9-8 16,-10-10 0,-18-10-16,-1-8 15,10-19 1,10-9-16,18-18 15,0-1-15,10-9 16,-1 0 0,10-9-16,0 0 15,0 0 1,10 0-16,8 0 16,20 0-1,9 0-15,0 0 16,0 10-16,-9-1 15,-10 9 1,-9 10-16,-10 9 16,-18 0-1,-29 28-15,-47-1 16,-65 10-16,-38-9 16,-94-19-1,-114-9-15,180-19 16</inkml:trace>
  <inkml:trace contextRef="#ctx0" brushRef="#br0" timeOffset="8133.28">24459 5372 0,'0'0'0,"0"0"16,0 0-16,0 0 16,0 0-1,0 0-15,0 0 16,-9 9 0,-10 0-16,-9 10 15,-19 8 1,-19 10-16,-9 0 15,-19 9-15,-29 10 16,-8-1 0,-1 10-16,-37 8 15,-1 11-15,-27 8 16,-20 0 0,-8 19-16,-11 9 15,-27 0 1,18-9-16,-27 27 15,46-27 1,-28 9-16,9 0 16,-18-9-16,37-19 15,-19 0 1,29-9-16,-10 19 16,47-28-1,-9-1-15,47-17 16,0-1-1,19-18-15,9 0 16,38-9-16,18-10 16,10 1-1,10-10-15,18-9 16,9 0 0,10 0-16</inkml:trace>
  <inkml:trace contextRef="#ctx0" brushRef="#br0" timeOffset="9062.18">24299 5492 0,'0'0'15,"0"0"-15,0 0 16,0 0 0,0 0-16,0 9 15,0 0-15,0 0 16,0 1 0,10-1-16,-1 9 15,1 1 1,8-1-16,11 10 15,-1 0-15,9 18 16,1 0 0,19 18-16,-1-8 15,10 8 1,0 20-16,18 17 16,-8-9-1,8 1-15,10 8 16,19 10-16,10-10 15,-1 10 1,28-9 0,-9-10-16,29 10 15,-10-10-15,-10-9 16,1 0 0,-1-9-16,-27 0 15,-1-1-15,-9-8 16,-10 9-1,-18-19-15,-10-9 16,-18 1 0,-10-10-16,0-10 15,-19 1-15,-9-10 16,0-8 0,-10-1-16,0 0 15,-9-9 1,0 0-16,0 0 15,-18 9-15,18-9 16</inkml:trace>
  <inkml:trace contextRef="#ctx0" brushRef="#br0" timeOffset="10500.31">13377 8740 0,'0'0'0,"0"0"15,0 0-15,-9 0 16,0 0 0,-10 0-16,0 0 15,9 0 1,1 0-16,0 0 15,9 0 1,0 0-16,0-9 16,9-9-16,0-1 15,10 1 1,19-1-16,9 1 16,0 9-1,0-1-15,-9 10 16,-1 19-16,-8-1 15,-11 10 1,1 18-16,-19 10 16,0 8-1,-19 1-15,1-10 16,-11 1 0,1-10-16,0-9 15,9-10-15,10-8 16,-1-1-1,10-8-15,0-10 16,10 0 0,18 0-16,19 0 15,0 0-15,0 0 16,0 0 0,-9 9-16,-1 0 15,-9 9 1,-9 1-16,0 9 15,-9 18 1,-20 0-16,-18 9 16,-10 10-1,-18 9-15,-10-10 16,-9-8-16,-1-10 16,1-9-1,9-10-15,0-17 16,1-1-1,-1-9-15,9-9 16,20-1-16,8 1 16,1-9-1,9-1-15,19 1 16,0 18 0</inkml:trace>
  <inkml:trace contextRef="#ctx0" brushRef="#br0" timeOffset="11100.18">15174 9276 0,'0'0'16,"0"0"0,0 0-16,0 0 15,0 0-15,0 0 16,19 0 0,19 0-16,9 0 15,9 0 1,1 0-16,-1 0 15,0 0-15,1 0 16,-1-9 0,1-10-16,-57 19 15</inkml:trace>
  <inkml:trace contextRef="#ctx0" brushRef="#br0" timeOffset="11600.01">16058 8787 0,'0'0'0,"0"0"16,0 0-1,-18 9-15,-11 19 16,-8 18-1,9 9-15,-1 0 16,11-8 0,8-10-16,10-1 15,10-8-15,-1-9 16,10-1 0,9-9-16,19 10 15,9-10 1,10 0-16,-9 10 15,-10-1-15,0 1 16,-19-1 0,0 0-16,-9 10 15,-10-9 1,-9 8-16,0-8 16,-9 8-1,-10 1-15,-18 0 16,-10 0-16,0-10 15,0 0 1,-1-8-16,1-10 16,10-10-1,37 10-15</inkml:trace>
  <inkml:trace contextRef="#ctx0" brushRef="#br0" timeOffset="11865.88">15899 8925 0,'0'0'15,"0"0"1,0 0-16,9-9 16,10 0-16,18-10 15,29-9 1,9-8-16,20-1 15,-11 0-15,-9 9 16,-9 0 0,0 10-16,0-10 15,0 10 1,-66 18-16</inkml:trace>
  <inkml:trace contextRef="#ctx0" brushRef="#br0" timeOffset="12561.84">18232 8667 0,'0'0'16,"0"0"-16,0 0 15,0 0 1,0 0-16,0 0 16,0 0-1,-10 27-15,10 19 16,0 28-1,0 19-15,0-1 16,10 0-16,-1 19 16,0-19-1,1-27-15,-1-1 16,-9-17 0,10-10-16,-10-19 15,0 0-15,0-8 16,0-10-1,0 0-15,0 0 16</inkml:trace>
  <inkml:trace contextRef="#ctx0" brushRef="#br0" timeOffset="16565.62">19793 9100 0,'0'0'0,"0"0"15,0 0 1,0 0-16,10 0 15,8 0-15,11 0 16,8-9 0,1 9-16,9 0 15,9-9 1,-9 0-16,0 9 16,-9-9-1,0-1-15,-10 10 16,0 0-16,-9 0 15,-10 0 1,-9 0-16</inkml:trace>
  <inkml:trace contextRef="#ctx0" brushRef="#br0" timeOffset="17256">20452 8657 0,'0'0'16,"0"0"-16,0 0 15,0 0 1,0 0-16,0 0 15,0 0-15,0 0 16,0-9 0,9-9-16,10-19 15,19-9 1,-1 0-16,10-1 16,0 20-1,0-1-15,0 19 16,0 9-16,0 18 15,0 10 1,-9 18-16,-10 9 16,1 19-1,-29 28-15,-10-1 16,-18 1 0,-29 9-16,1-10 15,-10-9-15,19-18 16,9-9-1,1-19-15,9-18 16,9-10 0,9 1-16,1-10 15,9 0-15,0-9 16,0 0 0,19 0-16,9 0 15,19 0 1,10 0-16,-1-9 15,10 0-15,0-1 16,-10 1 0,-9 0-16,0 0 15,10-1 1,-10 1-16,0-9 16,-47 18-16</inkml:trace>
  <inkml:trace contextRef="#ctx0" brushRef="#br0" timeOffset="18616.36">26068 8325 0,'0'0'16,"-9"9"-1,-20 10-15,-8 18 16,-10 27-16,-19 1 16,-9 27-1,-1 10-15,10 18 16,1-9-1,8-10-15,10 10 16,19 0 0,18-38-16,10-8 15,10 0-15,9-10 16,18 0 0,20 1-16,18-19 15,0-10 1,10-17-16,-10-20 15,10-8-15,-19-10 16,-10-9 0,-18 10-16,-10-1 15,-9-9 1,-10 0-16,-18-9 16,-10 0-1,-19 0-15,-18-1 16,-1 20-16,-27 8 15,-10 29 1,-10 17-16,10 10 16,28 9-1,19-9-15,19-9 16,28-28-16</inkml:trace>
  <inkml:trace contextRef="#ctx0" brushRef="#br0" timeOffset="19267.34">28504 8593 0,'0'0'16,"0"0"-16,0 0 16,0 0-16,0 0 15,0 9 1,0 9-16,0 29 16,-9 17-1,-19 29-15,0-10 16,-10 0-1,0-9-15,1-1 16,8-26 0,11-11-16,-1 1 15,9-18-15,1-1 16,9-9 0,0 1-16,9-1 15,20 0 1,27 0-16,19-9 15,1 0-15,18-9 16,0 0 0,0 0-16,-28 9 15,-10-10 1,-18 1-16,-1 0 16,-18 0-16,-19 9 15</inkml:trace>
  <inkml:trace contextRef="#ctx0" brushRef="#br0" timeOffset="19521.04">28636 9054 0,'0'0'15,"0"0"-15,0 19 16,10 18-1,-1 27-15,-9 38 16,9-1 0,1 29-16,-1-10 15,1-28-15,-1-18 16,-9-28 0,0-9-16,0-19 15,0-18-15</inkml:trace>
  <inkml:trace contextRef="#ctx0" brushRef="#br0" timeOffset="19985.27">30414 9091 0,'0'0'0,"0"0"15,0 0-15,0 0 16,10 0 0,8-9-16,29 0 15,29-10-15,18-8 16,-10 8-1,1-9-15,9 1 16,-9-1 0,-19 10-16,-10-10 15,-9 9 1,-47 19-16</inkml:trace>
  <inkml:trace contextRef="#ctx0" brushRef="#br0" timeOffset="20716.72">31430 8279 0,'0'0'0,"0"-9"15,0 0 1,0-1-16,0 1 16,10 0-1,8-10-15,20 1 16,37-1 0,-9 1-16,0 0 15,-10 8-15,-9 10 16,0 0-1,-9 10-15,-10 8 16,1 10 0,-11 18-16,-8 9 15,-1 19-15,-18 9 16,-10-9 0,0-9-16,-9-1 15,0-8 1,9-20-16,-9 11 15,9-29 1,9 1-16,1-10 16,0 0-16,9-9 15,0 0 1,0 0-16,0 0 16,9 0-1,19 0-15,10 9 16,18 10-16,1-1 15,-1 10 1,1 0-16,-20-1 16,1 1-1,-19 0-15,0 9 16,-10-1 0,-18 1-16,-20 10 15,-27 17-15,-10 1 16,-28-19-1,-28-9-15,-38-19 16,-10-18 0,-65-27-16,0-1 15</inkml:trace>
  <inkml:trace contextRef="#ctx0" brushRef="#br0" timeOffset="26067.65">16820 10319 0,'0'0'0,"0"0"15,0 0-15,0 0 16,0 0-16,0 0 15,0 0 1,0 0-16,0 0 16,-9 0-1,-10 9-15,-9 0 16,-10 19 0,-9 9-16,-19 18 15,-28 28 1,-18 10-16,-30 8 15,11-9-15,-10 19 16,-19 0 0,9-10-16,10 1 15,-19 9 1,10 9-16,-10-10 16,0 1-16,19 0 15,-10 18 1,10-18-16,19-10 15,9 1 1,9-10-16,10-9 16,10-18-16,18-10 15,9 1 1,1-10-16,9-9 16,19-10-1,-1-8-15,11-1 16,8-8-1,1-1-15,9-9 16,0 0-16</inkml:trace>
  <inkml:trace contextRef="#ctx0" brushRef="#br0" timeOffset="26895.22">16595 10540 0,'0'0'15,"0"0"-15,0 0 16,18-9-16,11 0 16,8 9-1,10 0-15,10 9 16,9 9-1,-10 10-15,10 9 16,0 9 0,0 10-16,0-1 15,18 19-15,-9 9 16,29 18 0,9 10-16,-10-19 15,10 28 1,9 10-16,-9-20 15,10-8-15,-1-1 16,0 1 0,-9-10-16,-19-9 15,10 0 1,-1 1-16,-9-11 16,0 1-1,-18-18-15,-1-10 16,-19-9-16,1 0 15,-20-10 1,-8-8-16,-11-1 16,1-9-1,-9 1-15,-1-10 16,-9 0-16,0 0 16,0 0-1,0 0-15</inkml:trace>
  <inkml:trace contextRef="#ctx0" brushRef="#br0" timeOffset="28189.69">10771 13881 0,'0'0'15,"0"0"-15,0 0 16,0 0-16,0 0 15,10-9 1,9 0-16,9-10 16,0 1-1,19-10-15,10 1 16,-10 8 0,0 1-16,-10 8 15,1 10 1,-10 10-16,-9 8 15,-10 10-15,-9 18 16,-18 19 0,-11 27-16,1-9 15,-9-9-15,8-19 16,1-9 0,9-18-16,10-9 15,-1-10 1,10 0-16,0-9 15,0 0 1,10 0-16,18 0 16,19 0-1,10 9-15,-1 10 16,-9-1-16,-9 1 16,-10-1-1,-9 10-15,-10 9 16,-9 9-1,-19 9-15,-18 1 16,-10-1-16,-10 0 16,1-9-1,-10-9-15,-9-9 16,9-9 0,0-10-16,19-9 15,9 0 1,10-9-16,9-10 15,10-9-15,9 28 16</inkml:trace>
  <inkml:trace contextRef="#ctx0" brushRef="#br0" timeOffset="28583.58">12926 14214 0,'0'0'0,"0"0"15,0 0-15,19-10 16,9 1 0,19 0-16,9 0 15,1 0-15,-1-1 16,1 1-1,8 0-15,-8 0 16,-10-1 0,-47 10-16</inkml:trace>
  <inkml:trace contextRef="#ctx0" brushRef="#br0" timeOffset="29083.59">13829 13789 0,'0'0'0,"0"0"15,0 0 1,0 0-16,0 0 16,-10 9-1,1 10-15,-10 8 16,-9 20-16,-10 8 15,10-9 1,9 0-16,10-18 16,9 0-1,9-10-15,1 1 16,9-10-16,18 0 16,29 0-1,0 1-15,9-1 16,-18 0-1,-1 9-15,-18-8 16,-1 8 0,-8 1-16,-11-1 15,-8 1-15,-1-1 16,-9 10 0,-9-1-16,-10 10 15,-9 0 1,-19 9-16,0-9 15,0 0 1,9-18-16,0-10 16,38-9-16</inkml:trace>
  <inkml:trace contextRef="#ctx0" brushRef="#br0" timeOffset="29350.29">13660 13844 0,'0'0'16,"0"0"0,9-18-16,19-10 15,19-18-15,47-18 16,19 8-1,0 1-15,-9 9 16,8 0 0,-17 9-16,-1 0 15,-94 37-15</inkml:trace>
  <inkml:trace contextRef="#ctx0" brushRef="#br0" timeOffset="30087.25">17893 13826 0,'0'0'16,"0"0"-16,0 0 16,0 0-16,0 0 15,0 0 1,0 9-16,0 19 15,9 37 1,1 27-16,-1 19 16,1-1-16,-10 10 15,0 0 1,0-9-16,0-37 16,0-9-1,0-1-15,0-27 16,0-9-1,0-10-15,0-9 16,0 1-16,0-10 16,0 0-1</inkml:trace>
  <inkml:trace contextRef="#ctx0" brushRef="#br0" timeOffset="30583.95">19774 14158 0,'0'0'0,"0"0"16,0 0-1,0 0-15,0 0 16,0 0-16,0 0 16,0 0-1,0 0-15,19 0 16,19-9 0,28-9-16,9-10 15,10 9 1,-20 1-16,1 0 15,-9-1-15,-1-9 16,-9-9 0,-47 37-16</inkml:trace>
  <inkml:trace contextRef="#ctx0" brushRef="#br0" timeOffset="31133.86">20555 13605 0,'0'0'16,"0"0"-16,0 0 15,0-10 1,0 1-16,0 0 16,0-10-1,10 1-15,8-10 16,11 1-16,8-1 15,20 0 1,-10 10-16,0 8 16,-10 10-1,1 10-15,-10 8 16,0 19 0,-9 9-16,0 28 15,-9 9-15,-20 9 16,-9-9-1,-9 10-15,-10-1 16,10-27 0,0-19-16,9-9 15,0-10 1,10-8-16,9-10 16,0-9-16,0 0 15,9 0 1,29 0-16,9-9 15,19-10 1,0-8-16,0-1 16,-19 10-16,0-1 15,-10 1 1,-18 8-16,-9 10 16,-10 0-1</inkml:trace>
  <inkml:trace contextRef="#ctx0" brushRef="#br0" timeOffset="32217.32">12916 15220 0,'0'0'0,"0"0"15,0 0 1,0 0-16,0 0 16,-9 9-1,-10 9-15,-18 29 16,-29 36-1,-10 9-15,-8 9 16,-1 10-16,-9 28 16,9-10-1,-9 0-15,0 0 16,10-9 0,27-27-16,1-20 15,9-17 1,9-10-16,10-18 15,9-10-15,10 1 16,-1-10 0,10-9-16,0 0 15</inkml:trace>
  <inkml:trace contextRef="#ctx0" brushRef="#br0" timeOffset="33035.83">11712 17296 0,'0'0'0,"0"0"16,-9-9 0,9 9-16,-10-9 15,10 9-15,0 0 16,0 0-1,0-9-15,10-10 16,-1 1 0,10-1-16,9 1 15,0 9-15,1 9 16,-1 0 0,0 9-16,-9 9 15,0 10 1,0 18-16,-10 10 15,-9-1 1,-9 0-16,-10 1 16,0-1-1,-9-18-15,9-9 16,0-10-16,10-9 16,-1 1-1,1-1-15,9-9 16,0 0-1,0 0-15,0 0 16,19 9-16,0 0 16,18 10-1,1 8-15,-1 1 16,1 0 0,-10 9-16,-9 0 15,0 9-15,-19 0 16,-10 9-1,-18 1-15,-9-10 16,-10 0 0,-10-9-16,-9-9 15,0-10 1,10-9-16,9-9 16,9-9-16,1-9 15,-10-29 1,47 47-16</inkml:trace>
  <inkml:trace contextRef="#ctx0" brushRef="#br0" timeOffset="33584.31">12851 15395 0,'0'0'16,"0"0"-16,9 9 15,10 19-15,28 18 16,19 19 0,9 18-16,19 18 15,0 19 1,0 0-16,19 19 15,-10 8 1,1-8-16,9-10 16,0 10-16,-10-19 15,-18-28 1,-10-18-16,-9-10 16,-10-8-1,1-1-15,-10-9 16,0-9-1,-9 0-15,-1-9 16,1-1-16,-38-27 16</inkml:trace>
  <inkml:trace contextRef="#ctx0" brushRef="#br0" timeOffset="34183.91">15174 17296 0,'0'0'15,"0"0"1,0 0-16,0 0 16,-9 0-16,-10 0 15,-9 10 1,-19 8-16,0 10 16,0-1-1,9 10-15,10-9 16,0 0-16,18-1 15,10 1 1,10 0-16,18-1 16,19 10-1,9 0-15,19 0 16,1 0 0,-1 0-16,-9-9 15,-19-1-15,-9 1 16,-10 0-1,-9 0-15,-10-10 16,-9 10 0,0-1-16,-19 10 15,-9-9-15,-19 9 16,0 0 0,0-10-16,-10-8 15,10-1 1,-9-8-16,9-20 15,47 10 1</inkml:trace>
  <inkml:trace contextRef="#ctx0" brushRef="#br0" timeOffset="34500.05">15024 17352 0,'0'0'0,"0"0"15,0 0-15,0 0 16,9-9 0,19-10-16,29-9 15,27-18-15,20 0 16,-1-9-1,1 9-15,-1-1 16,-9 1 0,-18 19-16,-20-1 15,1 0-15,-1 0 16,-56 28 0</inkml:trace>
  <inkml:trace contextRef="#ctx0" brushRef="#br0" timeOffset="35174.1">19774 15137 0,'0'0'15,"0"0"-15,0 0 16,0 0-1,0 0-15,0 0 16,-9 9 0,0 0-16,-20 10 15,-8 17 1,-20 20-16,-18 18 16,-10 18-1,1 0-15,-1 1 16,0 8-16,-9 10 15,0 0 1,10-19-16,8-9 16,20-9-1,9-10-15,0-8 16,19-19-16,9-10 16,9-8-1,1-10-15,-1 0 16,10-9-1,0 0-15</inkml:trace>
  <inkml:trace contextRef="#ctx0" brushRef="#br0" timeOffset="35606.48">18269 16936 0,'0'0'0,"0"0"16,0 0-16,0 0 15,10 10 1,-1 17-16,0 10 16,10 28-1,0 27-15,-10 0 16,1 1-16,-1-1 16,-9 0-1,0-9-15,10-9 16,-1-18-1,-9-19-15,9-10 16,-9 1 0,10-10-16,-10-18 15,0 0-15,0 0 16</inkml:trace>
  <inkml:trace contextRef="#ctx0" brushRef="#br0" timeOffset="36128.41">19502 15137 0,'0'0'0,"0"0"15,0 0-15,0 0 16,0 0-1,9 9-15,10 9 16,9 19-16,19 28 16,28 46-1,1-1-15,8-8 16,1-10 0,0 10-16,-10-10 15,9 0-15,-8-18 16,8 0-1,-8 0-15,-20-10 16,1-8 0,-10-10-16,-10-18 15,-9-1 1,-9-17-16,-9-1 16,-10-9-16</inkml:trace>
  <inkml:trace contextRef="#ctx0" brushRef="#br0" timeOffset="36501">20188 17444 0,'0'0'16,"0"0"-16,0 0 15,10 0-15,18-9 16,28-10-1,10-8-15,9-1 16,1-9 0,-1 0-16,0 0 15,-18 0 1,-20 0-16,-37 37 16</inkml:trace>
  <inkml:trace contextRef="#ctx0" brushRef="#br0" timeOffset="37116.86">21157 16946 0,'0'0'0,"0"0"16,0 0-16,0 0 16,10-19-1,-1 1-15,10-1 16,9 1 0,0-1-16,1 1 15,-1 9-15,0-1 16,0 10-1,-9 0-15,0 10 16,9 8 0,-9 10-16,0 27 15,-10 10-15,1 36 16,-10 1 0,-10-10-16,-9 0 15,10-18 1,-10-9-16,10-10 15,-10-9 1,9-18-16,1 0 16,9-19-16,0 0 15,0-9 1,0 0-16,19 0 16,28-18-1,28-10-15,19-9 16,-9 0-1,9 0-15,-9 0 16,-10 10-16,-9-1 16,-29 10-1,-8 8-15,-20 1 16,-9 9 0</inkml:trace>
  <inkml:trace contextRef="#ctx0" brushRef="#br0" timeOffset="38267.87">28495 10310 0,'0'0'16,"0"0"-16,0 0 15,9 0 1,1 0-16,-1 0 16,1 0-1,-10 0-15,9 0 16,-9 0 0,0 0-16,0 0 15,0 9-15,0 28 16,-19 37-1,-28 36-15,-19 19 16,-18 19 0,-29 37-16,-9-10 15,-29 37 1,10-27-16,-19 9 16,0-10-16,28-27 15,10 0 1,19-37-16,18-37 15,19-27 1,19-10-16,9-19 16,10-8-16,9-10 15,1 0 1,-1 1-16,9-1 16,-9 0-1,19-9-15</inkml:trace>
  <inkml:trace contextRef="#ctx0" brushRef="#br0" timeOffset="39033.44">25165 13660 0,'0'0'0,"0"0"16,0 0-1,0 0-15,0 0 16,0 0-16,-10 9 15,-8 19 1,-11 18-16,-18 19 16,-9 27-1,-1 0-15,1 0 16,9 10 0,9-19-16,20 0 15,8 9-15,20-18 16,8-18-1,11-10-15,8-9 16,10-10 0,10-17-16,9-20 15,-1-8 1,-8-10-16,-10 1 16,-19-1-16,-9 9 15,-10 1 1,1 9-16,-10-1 15,-10 1-15,-18-9 16,-19-1 0,-19 10-16,-9 18 15,9 10 1,10 8-16,9 1 16,18-9-1,20-10-15,9-9 16</inkml:trace>
  <inkml:trace contextRef="#ctx0" brushRef="#br0" timeOffset="39619.18">27131 13503 0,'0'0'0,"0"0"16,0 0 0,0 0-16,0 0 15,0 0 1,-9 18-16,-1 10 16,-9 18-1,1 19-15,-1-10 16,0 10-16,0-1 15,10-8 1,9-1-16,0 1 16,0-1-1,18-9-15,1-18 16,19 9 0,9-10-16,9 1 15,10-19-15,10 1 16,18-10-1,-19 0-15,-9-10 16,-10 1 0,1 0-16,-20 0 15,-9-1-15,-9-8 16,-19 18 0</inkml:trace>
  <inkml:trace contextRef="#ctx0" brushRef="#br0" timeOffset="39914.01">27507 13992 0,'0'0'0,"0"0"16,0 0-16,10 19 15,8 8 1,11 29-16,-1-1 15,0 0 1,0 19-16,1 9 16,-11 0-1,1-9-15,-9-18 16,-1-10-16,0-9 16,1-10-1,-1-8-15,-9-19 16,0 0-1</inkml:trace>
  <inkml:trace contextRef="#ctx0" brushRef="#br0" timeOffset="40567.01">28269 10254 0,'0'0'15,"0"0"-15,38 19 16,47 18-16,37 18 16,47 28-1,19 28-15,-9-10 16,9 10 0,-9 0-16,0 9 15,9-10 1,-19 10-16,10 0 15,9 10-15,-9-10 16,-19-10 0,18 10-16,-18-9 15,-18-19 1,-30-18-16,-18-9 16,1 0-16,-30-10 15,-18-9 1,-18-9-16,-11 0 15,-18-9 1,0-28-16</inkml:trace>
  <inkml:trace contextRef="#ctx0" brushRef="#br0" timeOffset="41000.92">30866 13466 0,'0'0'15,"0"0"1,0 0-16,0 0 16,0 0-16,0 0 15,19 0 1,28-9-16,18-10 15,20 1 1,0-1-16,-1 1 16,1 0-16,-19-1 15,9 1 1,-18-10-16,-57 28 16</inkml:trace>
  <inkml:trace contextRef="#ctx0" brushRef="#br0" timeOffset="41717.33">32098 12718 0,'0'0'0,"0"0"16,0 0 0,0 0-16,0 0 15,0-9-15,0 0 16,9 0 0,10-10-16,10 1 15,-1-1 1,9 1-16,20-1 15,-1 10 1,-9 9-16,-9 9 16,0 10-16,-1 18 15,-9 18 1,-9 10-16,-9 9 16,-20-10-1,1-8-15,-19-1 16,-1-9-1,1-9-15,9-9 16,1-10-16,8-9 16,1 1-1,-1-1-15,10-9 16,0 0 0,10 0-16,18 9 15,19 0-15,9 1 16,10 17-1,-9 1-15,-10 0 16,-19-1 0,-9 1-16,0 9 15,-19 9 1,-10 10-16,-18-1 16,-10 19-1,-37 0-15,0-19 16,-10-9-16,0-9 15,1-9 1,-20-10-16,1-18 16,103 0-1</inkml:trace>
  <inkml:trace contextRef="#ctx0" brushRef="#br0" timeOffset="42370.32">26557 15127 0,'0'0'16,"0"0"-16,0 0 15,-9 10 1,-1 17-16,-18 10 16,-19 28-1,-19 46-15,-9 9 16,-10-10-16,1 10 16,-1 10-1,19-29-15,10-18 16,9 0-1,9-18-15,0-10 16,20-9 0,-1-9-16,9-9 15,10-10-15,0 1 16,0-19 0</inkml:trace>
  <inkml:trace contextRef="#ctx0" brushRef="#br0" timeOffset="43066.91">25419 16881 0,'0'0'0,"0"0"16,0 0-1,0 0-15,0 9 16,-10 19 0,-8 18-16,-1 19 15,0 27-15,0 0 16,10-9 0,-1 0-16,10 10 15,10-10 1,9-9-16,-1-10 15,11-18-15,-1 1 16,19-11 0,-10-17-16,20-10 15,-1-9 1,-9-18-16,-9-1 16,0-8-16,-10-10 15,-9 9 1,-10 0-16,-9 10 15,-9-1 1,-10 1-16,-19-10 16,-18 10-1,-10 8-15,0 10 16,-9 10-16,0 8 16,9 10-1,19 0-15,18-1 16,11-18-1,8 1-15,10-10 16</inkml:trace>
  <inkml:trace contextRef="#ctx0" brushRef="#br0" timeOffset="43502.89">26482 15220 0,'0'0'0,"0"0"15,0 0 1,0 0-16,0 0 16,0 0-1,9 9-15,10 9 16,19 29-16,28 26 16,9 10-1,9 19-15,11-1 16,-1 10-1,19 28-15,-19-29 16,0-8 0,0-1-16,-10-8 15,-8-19-15,-10-10 16,-10-8 0,-56-56-16</inkml:trace>
  <inkml:trace contextRef="#ctx0" brushRef="#br0" timeOffset="44066.91">28175 16660 0,'0'0'16,"0"0"-16,0 0 16,0 18-1,0 19-15,-9 28 16,-1 8-1,-8 20-15,-11-1 16,1 0-16,-10-18 16,10-19-1,0-8-15,9-10 16,0-10 0,10-8-16,0-1 15,-1-9-15,10 1 16,10-1-1,8 0-15,29 9 16,10-8 0,18-1-16,29-9 15,-1 0 1,-18 0-16,-19-9 16,-19 9-16,-10 0 15,-8 0 1,-11 0-16,-8-10 15,-1-8 1,-9 18-16</inkml:trace>
  <inkml:trace contextRef="#ctx0" brushRef="#br0" timeOffset="44284.32">28457 17213 0,'0'0'16,"0"0"-1,0 0-15,10 10 16,-1 8-16,1 19 16,-10 9-1,0 19-15,0 18 16,0 9 0,0 0-16,0 1 15,0-1 1,0-92-16</inkml:trace>
  <inkml:trace contextRef="#ctx0" brushRef="#br1" timeOffset="73933.92">10724 16263 0,'0'0'0,"0"0"15,0 0-15,0 0 16,-9 0 0,0 0-16,-1 0 15,1 0-15,-1 0 16,1-10-1,0 1-15,9 0 16,0 0 0,9-10-16,0 1 15,10-1 1,9 1-16,1-1 16,-1 10-16,-9 9 15,0 0 1,-1 19-16,1 8 15,0 19 1,-10 10-16,-9-1 16,0-9-1,-9-9-15,0 0 16,9-9-16,0-10 16,0-8-1,0-10-15,0 0 16,0 0-1,0 0-15,9 0 16,10 0-16,0 0 16,-1 0-1,1 0-15,0 0 16,0 9 0,0 0-16,-10 10 15,0-1 1,1 10-16,-10 9 15,0 18-15,-10-9 16,-8 10 0,-1-10-16,-9-9 15,-10-1 1,0-8-16,1-9 16,-1-1-16,0-9 15,10 1 1,0-10-16,0-10 15,28 10 1</inkml:trace>
  <inkml:trace contextRef="#ctx0" brushRef="#br1" timeOffset="75017.98">11110 15884 0,'0'0'0,"0"0"16,0 0-1,0 0-15,-9-9 16,-1-9 0,-8-1-16,-11 1 15,1-1 1,-10 1-16,-9-1 16,0 1-16,-9 9 15,-1 9 1,10 9-16,-9 9 15,0 10 1,-10 9-16,0 18 16,9 10-16,10 9 15,0 9 1,10 9-16,8 10 16,11-29-1,-1 1-15,0 9 16,10-9-1,9 0-15,0 0 16,9-10-16,0-8 16,1-10-1,9 0-15,-1-9 16,1 0 0,10 0-16,-1-9 15,0-1 1,10 1-16,-1 0 15,-9-10-15,19 1 16,-9-10 0,19 0-16,-10-9 15,9 0 1,0 0-16,-8 0 16,-1-9-16,-10 0 15,1-1 1,-1-8-16,1-1 15,0 1 1,-10-1-16,10-8 16,-10-1-1,0 0-15,0-9 16,0 1-16,1-11 16,-11-8-1,-8 0-15,-1 9 16,1-1-1,-10 1-15,0 0 16,0 0 0,0 0-16,-10 0 15,1-1-15,-10-8 16,0 9 0,0 0-16,-9 0 15,0-1-15,0 11 16,0-1-1,-10-9-15,0 9 16,1 0 0,-1 0-16,0 9 15,10 10 1,0-1-16,-10 19 16,1 19-16,37-19 15</inkml:trace>
  <inkml:trace contextRef="#ctx0" brushRef="#br1" timeOffset="76251.62">14412 15949 0,'0'0'16,"0"0"-16,0 9 15,0 0 1,-9 10-16,-1-1 16,1 10-16,0 9 15,9 0 1,0-10-16,0 1 16,9 0-1,0-10-15,10 1 16,0-10-1,19-9-15,9 0 16,9-9-16,1-10 16,8 10-1,1 0-15,-9 0 16,-20 9 0,1 9-16,-10 9 15,0 1 1,-9 8-16,-9 10 15,-10 9-15,0 1 16,-19 8 0,0-9-16,-9-9 15,9-9 1,-9-10-16,28-18 16</inkml:trace>
  <inkml:trace contextRef="#ctx0" brushRef="#br1" timeOffset="76534.22">14553 15995 0,'0'0'16,"0"0"-1,0 0-15,0 0 16,0 0-16,0 0 16,19-9-1,28-19-15,28-18 16,38-9 0,-19-1-16,0 1 15,-18 9 1,-76 46-16</inkml:trace>
  <inkml:trace contextRef="#ctx0" brushRef="#br1" timeOffset="77655.97">15456 15229 0,'0'0'15,"0"0"-15,-9-9 16,-10-1-1,-18 1-15,-11 9 16,-8 0 0,-10 0-16,0 9 15,-9 1 1,0 8-16,0 1 16,-1 8-16,1 10 15,9 9 1,0 10-16,-9 8 15,0 10 1,9 9-16,10 0 16,8 10-16,20-10 15,0 0 1,9 0-16,10-9 16,-1-1-1,10 1-15,0-9 16,19 0-1,-9-10-15,8 0 16,11-9-16,8 10 16,10-10-1,0 0-15,0-9 16,-9-9 0,9-1-16,10-8 15,-10-10-15,18-9 16,-8-9-1,9-10-15,-10-8 16,1-10 0,-1 0-16,0 0 15,1 0 1,9-18-16,-10-10 16,1 0-16,-10 1 15,-10-1 1,1 10-16,-10-10 15,-9 1 1,0-1-16,-10 0 16,1 1-16,-10 8 15,0 1 1,-10 0-16,1 9 16,-10-1-1,-9-8-15,0 0 16,-10 9-16,10 9 15,-10 0 1,0 0-16,1 9 16,-1 0-1,10 10-15,0-1 16,-10 1 0,10 9-16,-10 9 15,-9 9-15,47-9 16</inkml:trace>
  <inkml:trace contextRef="#ctx0" brushRef="#br1" timeOffset="78834.6">17799 15986 0,'0'0'15,"0"0"1,0 0-16,0 0 15,0 0 1,0 9-16,0 0 16,9 10-16,1 8 15,8 10 1,1 9-16,9 10 16,1-1-1,-1 1-15,-9-20 16,0-8-1,-10-9-15,0-10 16,1 0-16,-10-9 16</inkml:trace>
  <inkml:trace contextRef="#ctx0" brushRef="#br1" timeOffset="79517.23">18006 15801 0,'0'0'15,"0"0"-15,0 0 16,-10 0 0,1 0-16,-10 0 15,-9-9 1,-10 0-16,-9-1 15,-9 10 1,-10 0-16,-9 10 16,-1-1-16,11 19 15,8 9 1,1-1-16,-1 20 16,20 18-1,8 0-15,11 18 16,18 19-16,18-28 15,11 0 1,-1-19-16,9 1 16,11-10-1,8-9-15,0-9 16,10-18-16,-9-10 16,9-9-1,9-9-15,0 0 16,0-10-1,-9-9-15,-9-8 16,-1-11 0,-18 1-16,-1-28 15,-18 1 1,-9-1-16,-10 0 16,-10-9-16,1 9 15,-10 9 1,0-8-16,-9 8 15,0 19 1,-1 0-16,1 18 16,-9 0-16,-10 1 15,0 17 1,-1 1-16,1 18 16,0 10-1,47-19-15</inkml:trace>
  <inkml:trace contextRef="#ctx0" brushRef="#br1" timeOffset="80167.75">20734 15940 0,'0'0'15,"0"0"-15,0 0 16,0 0-1,9 0-15,10 0 16,9-10-16,10 1 16,0 0-1,9-10-15,0 1 16,0 0 0,0-1-16,-10 1 15,-8 8 1,-1 1-16,-28 9 15</inkml:trace>
  <inkml:trace contextRef="#ctx0" brushRef="#br1" timeOffset="80722.33">21251 15626 0,'0'0'0,"0"0"16,0 0-1,0 0-15,0 0 16,0 0-16,0 0 16,0 0-1,19-9-15,0-1 16,0 1-1,9 0-15,0 0 16,0 9-16,1 9 16,-1 0-1,0 0-15,-9 10 16,0 8 0,-10 20-16,-9 17 15,-9 10-15,-19 0 16,-1-9-1,1-10-15,0-18 16,9-9 0,0-10-16,10 0 15,-1-8 1,10-1-16,0-9 16,0 0-1,19 0-15,19-9 16,28-10-16,18-8 15,-8 8 1,-11-9-16,-8 1 16,-10-10-1,-47 37-15</inkml:trace>
  <inkml:trace contextRef="#ctx0" brushRef="#br1" timeOffset="81472.06">21863 15294 0,'0'0'0,"0"0"16,-10 0-1,-18 0-15,-9 0 16,-29-10 0,0 10-16,-19 0 15,-9 0 1,0 0-16,0 10 16,-10 8-16,1 10 15,9 9 1,0 18-16,9 10 15,19-1 1,10 10-16,9 28 16,19-1-1,18 10-15,10-10 16,19-8-16,9 8 16,10-18-1,9-9-15,9 0 16,-9-28-1,10-9-15,-1 0 16,10-19-16,0 1 16,9-10-1,1-9-15,8-18 16,1-10 0,9-9-16,-9-9 15,-1-10-15,-8 1 16,8-10-1,-18 1-15,0-19 16,-10 9 0,-18 0-16,-10-9 15,-9 9 1,-10 0-16,-18 1 16,-10 8-16,-9-9 15,-10 19 1,-9-1-16,0 10 15,0 19 1,-19 17-16,-9 20 16,0 26-1,75-36-15</inkml:trace>
  <inkml:trace contextRef="#ctx0" brushRef="#br1" timeOffset="82385.03">24826 15681 0,'0'0'0,"0"0"16,0 0-1,0 0-15,0 0 16,0 9-1,0 10-15,0 27 16,-9 28 0,-1 18-16,1 10 15,0 8-15,9 1 16,9-19 0,0-8-16,1-20 15,9-8 1,9-20-16,0-8 15,10-9 1,9-10-16,9-18 16,1-10-16,-10-9 15,-10 1 1,-9-10-16,-9 9 16,-9 0-1,-10 10-15,-10 0 16,-18-1-16,-19 10 15,-9 9 1,-20 18-16,10 10 16,1 9-1,18-9-15,9-10 16,10-9-16,28-9 16</inkml:trace>
  <inkml:trace contextRef="#ctx0" brushRef="#br1" timeOffset="83039.6">25127 15432 0,'0'0'16,"-9"0"-16,-10-9 15,-19 0-15,-18-1 16,-10 1 0,-9 18-16,9 10 15,0-1 1,10 19-16,-1 0 16,-9 9-1,10 10-15,-1 17 16,1 29-16,18 27 15,10 0 1,9 19-16,19-19 16,19-18-1,9-9-15,10-10 16,0-18-16,-1-19 16,-9-18-1,10-9-15,9-10 16,0-9-1,19-9-15,0-18 16,9-10 0,0-18-16,1 0 15,-1-9-15,-9-10 16,-10-9 0,-9-18-16,-9 9 15,-10 0 1,-9 0-16,-10-10 15,-18 1 1,-10 18-16,-9-9 16,-10 9-16,-9 0 15,0 10 1,0 18-16,0 9 16,0 18-1,-9 19-15,9 10 16,47-10-16</inkml:trace>
  <inkml:trace contextRef="#ctx0" brushRef="#br1" timeOffset="83968.15">28297 15598 0,'0'0'0,"0"0"15,0 0 1,0 0-16,0 0 16,0 0-1,0 0-15,0 0 16,-9 9-16,0 10 16,-10 18-1,0 27-15,0 10 16,0 9-1,-9 0-15,9-9 16,1-18-16,8-20 16,1-8-1,9 0-15,0-10 16,9-9 0,1 1-16,18-1 15,28-9 1,10 0-16,0 0 15,0-9-15,-10-1 16,-9 1 0,-9 0-16,-10 0 15,-9 0 1,-10-1-16,-9 1 16,0 9-1,-9-9-15,0 0 16,-10-1-16,0 1 15,9 0 1,-8 0-16,8 9 16,1 0-1,9 0-15,-10 0 16,10 0-16,0 0 16,0 9-1,0 9-15,0 29 16,10 17-1,-1 1-15,1-1 16,8 1-16,-8-19 16,-10-46-1</inkml:trace>
  <inkml:trace contextRef="#ctx0" brushRef="#br1" timeOffset="84718.14">28646 15598 0,'0'0'16,"0"-9"-16,-10 0 16,-18-19-1,-19-18-15,-19 0 16,0 0-16,0 9 16,-9 9-1,0 19-15,-19 9 16,-10 18-1,1 10-15,9 18 16,9 9-16,10 10 16,9 9-1,19 18-15,19 19 16,28 18 0,18 10-16,30-1 15,8-18 1,10-37-16,18-18 15,1-10-15,19-9 16,-20-18 0,10-10-16,0-18 15,1-9 1,-20 0-16,0-10 16,0-8-16,-18-10 15,-1 0 1,-9-9-16,-9 0 15,-10-10 1,-9-8-16,-10-1 16,-9-9-1,-9-9-15,-10 0 16,-9 9-16,-10 0 16,1 10-1,-10 8-15,-10 10 16,1 9-1,-1 10-15,-9 8 16,10 10 0,9 0-16,47 9 15</inkml:trace>
  <inkml:trace contextRef="#ctx0" brushRef="#br1" timeOffset="85467.63">31063 11306 0,'0'0'0,"0"0"15,0 0-15,0 0 16,0 0 0,0 0-16,0 0 15,0 0 1,10 0-16,8 0 16,20 0-1,19-9-15,8 0 16,1 9-16,10-9 15,-11-1 1,-8 1-16,-20 0 16,-37 9-1</inkml:trace>
  <inkml:trace contextRef="#ctx0" brushRef="#br1" timeOffset="86185.03">31882 11011 0,'0'0'16,"0"0"-16,0 0 15,0 0 1,0 0-16,0 0 15,0 0 1,0 0-16,0-9 16,9 0-16,1-10 15,8 1 1,11-1-16,-1 1 16,0 8-1,0 1-15,0 9 16,-9 0-16,0 9 15,9 10 1,1 18-16,-11 18 16,-8-9-1,-10 10-15,-10-1 16,-8-9-16,-1-9 16,9-9-1,1-10-15,-1 1 16,1-10-1,9-9-15,0 0 16,0 0 0,19 0-16,19 0 15,9 0-15,0 0 16,-10 9 0,1 0-16,-10 1 15,-9 8 1,0 10-16,-10 9 15,-9 18-15,-9 10 16,-20-10 0,-8 10-16,-1-10 15,-9-9 1,0-9-16,-9-9 16,-1-19-1,10-9-15,10-18 16,-1-10-16,10-18 15,28 46 1</inkml:trace>
  <inkml:trace contextRef="#ctx0" brushRef="#br1" timeOffset="87068.88">32409 10753 0,'0'0'0,"0"0"16,0 0 0,-10-10-16,-9 1 15,-9 0 1,0-10-16,-10 1 15,-9-1-15,-9-8 16,-10-10 0,-9 0-16,-1 9 15,-8 1 1,-10 8-16,-10 19 16,10 9-1,-9 19-15,9 18 16,-1 19-16,1 18 15,19 0 1,9 9-16,10 10 16,9-1-1,19-18-15,9-9 16,9 18-16,20-18 16,9 9-1,18-9-15,20 0 16,8 0-1,11 0-15,-10-10 16,-1 1 0,11-10-16,-1-9 15,0-9-15,-9 0 16,0-9 0,-10-10-16,1-8 15,9-10 1,9-10-16,-9 1 15,0-9-15,-10-10 16,10-9 0,0-9-16,9 0 15,-19 0 1,1-10-16,-1 10 16,-9 0-1,0-9-15,-9-1 16,0-8-16,-10-1 15,-9 10 1,-10-1-16,1 1 16,-10-10-1,0 10-15,-10 0 16,-9-1 0,1 1-16,-11 9 15,-8 0-15,-20-1 16,-18 10-1,-57 10-15,132 27 16</inkml:trace>
  <inkml:trace contextRef="#ctx0" brushRef="#br1" timeOffset="129660.08">5315 17223 0,'0'0'0,"0"0"0,0 0 16,0 0 0,0 0-16,0 0 15,0 0 1,0 0-16</inkml:trace>
  <inkml:trace contextRef="#ctx0" brushRef="#br1" timeOffset="136769.54">7121 14546 0,'0'0'0,"0"0"16,0 0 0,0 0-16,0 0 15,0 0 1,0 0-16,0 0 16,0 0-1,0 0-15,10-9 16,9-19-16,9-18 15,9-10 1,-8-17-16,-1-1 16,-9 9-1,-10 10-15,1-1 16,-10 1 0,0 9-16,0 9 15,-10 0-15,1 9 16,-1 10-1,10 9-15,-9-1 16,9 10 0,-9 0-16,-1 10 15,1 8 1,-10 10-16,0 27 16,10 19-16,9 9 15,0 9 1,9 1-16,0-1 15,1-18 1,9 0-16,0-28 16,-10-18-16,10-10 15,-10-9 1,19-9-16,1-18 16,8-19-1,-37 37-15</inkml:trace>
  <inkml:trace contextRef="#ctx0" brushRef="#br1" timeOffset="137219.69">7686 13992 0,'0'0'15,"0"0"-15,0 0 16,0 0 0,0 0-16,0 0 15,-10 9-15,1 10 16,-10 18 0,0 9-16,10-9 15,0 0 1,9 0-16,0-10 15,9 1 1,10 0-16,0-10 16,9 1-16,0 8 15,0 1 1,1 9-16,-11 0 16,-8 9-1,-10 0-15,-10-9 16,-8 0-1,-11-9-15,1-1 16,0-8-16,0-19 16,28 0-1</inkml:trace>
  <inkml:trace contextRef="#ctx0" brushRef="#br1" timeOffset="137509.64">8015 14084 0,'0'0'0,"0"0"15,0 0 1,0 0-16,0 0 15,10 0 1,8-9-16,29-9 16,0-1-16,0 1 15,-9-1 1,0 1-16,-10-1 16,-28 19-1</inkml:trace>
  <inkml:trace contextRef="#ctx0" brushRef="#br1" timeOffset="137735.67">8137 14426 0,'0'0'15,"0"0"-15,10-9 16,9-1-1,28-17-15,9-1 16,1 0 0,-1 1-16,10-10 15,-10 0-15,-56 37 16</inkml:trace>
  <inkml:trace contextRef="#ctx0" brushRef="#br1" timeOffset="138269.22">8692 13844 0,'0'0'16,"0"0"-16,0 0 15,0 0 1,0 0-16,-9 10 15,0-1 1,-1 9-16,1 10 16,-1 9-1,1 9-15,0 0 16,9 0-16,0 1 16,9-10-1,0-1-15,10 1 16,0-9-1,0-19-15,9 1 16,10-10 0,-1-10-16,10-17 15,0-10-15,-9-9 16,-10-1 0,-9 10-16,0-9 15,-10 0 1,-9 0-16,-9 0 15,-1 0-15,-8 9 16,-1 9 0,-9 19-16,-1 0 15,-8 18 1,-10 19-16,-10 36 16,1 47-16,56-111 15</inkml:trace>
  <inkml:trace contextRef="#ctx0" brushRef="#br1" timeOffset="139142.97">7771 14998 0,'0'0'15,"0"0"-15,0 0 16,0 0-1,0 0-15,0 0 16,-10-9-16,1 9 16,-20 0-1,-8 18-15,-1 1 16,-9 9 0,19-1-16,0-8 15,18-1-15,1 1 16,9-10-1,9 9-15,20 1 16,18-1 0,0 1-16,0-1 15,-19-9-15,0 1 16,-9-1 0,0 0-1,-10 10-15,-9-1 16,-9 0-16,-10 10 15,-9 0 1,-10 0-16,-9-1 16,0 1-1,9-10-15,1 1 16,9-10-16,9-9 16,9 0-1,10 0-15</inkml:trace>
  <inkml:trace contextRef="#ctx0" brushRef="#br1" timeOffset="139430.63">7977 15118 0,'0'0'16,"0"0"-16,0 0 15,0 0-15,10-9 16,18-10 0,19-8-16,10-1 15,-20 10 1,1-1-16,-10 1 15,-28 18 1</inkml:trace>
  <inkml:trace contextRef="#ctx0" brushRef="#br1" timeOffset="139648.94">8241 15450 0,'0'0'15,"0"0"-15,19-18 16,0-10-16,9 1 16,9-10-1,-37 37-15</inkml:trace>
  <inkml:trace contextRef="#ctx0" brushRef="#br1" timeOffset="140185.79">8721 14823 0,'0'0'0,"0"0"16,0 0-16,-10 0 15,-9 0 1,-9 9-16,0 10 16,0-1-1,0 10-15,9 9 16,0 18-16,10 0 15,-1 10 1,20 0-16,8-10 16,11 0-1,-1-9-15,0-18 16,0-9 0,0-10-16,1-9 15,-1 0-15,0-9 16,0-10-1,1-9-15,-11-8 16,1-20 0,-9 1-16,-1-1 15,-9 1 1,-9 9-16,-10 0 16,0 9-16,0 9 15,-9 10 1,-10 8-16,-9 20 15,47-10 1</inkml:trace>
  <inkml:trace contextRef="#ctx0" brushRef="#br1" timeOffset="143813.81">12192 14731 0,'0'0'0,"0"0"0,0 0 15,0 0-15,0 0 16,0 9 0,9 9-16,1 10 15,-1 18-15,-9-9 16,0 0-1,0-9-15,0-10 16,0-9 0,0 0-16,0-9 15,0 0 1,0 0-16,0 0 16,0-9-16,0-9 15,0-1 1,0-8-16,0 8 15,0 10 1,0 0-16,0 0 16,0-1-16,0 10 15,0 0 1,0 0-16,0 0 16,0 0-1,0 0-15,0 0 16,0 0-16,0 0 15,0 0 1,0 0-16,0 0 16,-9-9-1,-1 0-15,1 0 16,0-1 0,-1 1-16,1 0 15,9 9-15,0 0 16,0 0-1,-10 18-15,10-18 16</inkml:trace>
  <inkml:trace contextRef="#ctx0" brushRef="#br1" timeOffset="144574.17">11835 15127 0,'0'0'0,"0"0"16,0 0 0,0 0-16,0 0 15,0 0 1,0 0-16,0 0 16,0 0-16,-19 0 15,-10 0 1,-8 0-16,-1 10 15,-18-1 1,-1 0-16,1 0 16,-10 1-1,0 8-15,10-9 16,-1 0 0,1 1-16,9 8 15,9-9-15,10 1 16,0-1-1,9-9-15,0 0 16,19 0 0</inkml:trace>
  <inkml:trace contextRef="#ctx0" brushRef="#br1" timeOffset="145042.24">11138 15109 0,'0'0'0,"0"0"16,0 0-16,0 0 15,0 0 1,0 0-16,-9 9 15,-10 0 1,-9 10-16,0-1 16,-10 1-1,0-1-15,1 1 16,-1-1-16,10 1 16,9-10-1,0 0-15,10 0 16,0 1-1,9-1-15,9 9 16,0 1-16,10-1 16,0 1-1,9-1-15,0 1 16,10-10 0,0 0-16,9 9 15,9 1 1,-9 9-16,-47-28 15</inkml:trace>
  <inkml:trace contextRef="#ctx0" brushRef="#br1" timeOffset="146819.1">9022 14657 0,'0'0'0,"0"0"16,0 0-16,0 0 16,0 0-1,0 0-15,0 0 16,-10 0 0,-9 9-16,10 0 15,-10 10-15,-9 8 16,0 10-1,-10 19-15,1-1 16,-1 28 0,0-9-16,1 0 15,-1 0-15,0-19 16,1 0 0,18 1-16,0-19 15,0 0 1,10-10-16,0-8 15,9-1 1,0-18-16</inkml:trace>
  <inkml:trace contextRef="#ctx0" brushRef="#br1" timeOffset="147636.29">9106 14777 0,'0'0'0,"0"0"16,0 0 0,0 0-16,0 0 15,0 0 1,0 0-16,10-10 15,9 1-15,-1 0 16,11-9 0,-11 8-16,1 1 15,0 9 1,0 0-16,0 0 16,0 9-16,-10 10 15,0-1 1,-9 10-16,0 9 15,-9 0 1,0-10-16,-1 1 16,1 0-1,-1-10-15,10-9 16,0 1-16,0-1 16,0-9-1,0 0-15,0 0 16,10 0-1,-1 0-15,10 0 16,9 0 0,0 0-16,-9 0 15,0 9-15,0 0 16,0 1 0,-1 8-16,-8 10 15,-1-1 1,1 1-16,-10 0 15,0 0-15,-10-10 16,1 0 0,-10 10-16,-9-9 15,-10-1 1,-9 1-16,-9-1 16,56-18-1</inkml:trace>
  <inkml:trace contextRef="#ctx1" brushRef="#br1">9278 15311 0</inkml:trace>
  <inkml:trace contextRef="#ctx0" brushRef="#br1" timeOffset="151264.24">9031 13485 0,'0'0'0,"0"0"0,0 0 16,-9 0-16,-1 0 15,-9 9 1,1 0-16,-1 0 16,0 10-1,-9 8-15,-10 20 16,1 8-16,-1 19 16,-9 9-1,0 9-15,-10 28 16,10-18-1,10-10-15,9-18 16,9 0-16,0-10 16,9-18-1,1-9-15,9-18 16,0-10 0,0-9-16,0 0 15</inkml:trace>
  <inkml:trace contextRef="#ctx0" brushRef="#br1" timeOffset="152035.81">9304 13512 0,'0'0'0,"0"0"15,0 0-15,0 0 16,0 0-1,0 0-15,0 0 16,0 0-16,0 0 16,0 0-1,0 0-15,0-9 16,9 0 0,10-10-16,9 1 15,10-1 1,9 1-16,-9 9 15,-10-1-15,0 10 16,-9 0 0,0 10-16,-10-1 15,1 9 1,-10 10-16,-10 9 16,1 0-16,-1 0 15,1-9 1,0-10-16,9 0 15,0-8 1,0-1-16,0-9 16,0 9-1,9 0-15,10 1 16,0-1-16,9 0 16,-9 0-1,-1 0-15,1 1 16,-9 8-1,-1 1-15,0 8 16,-9 10-16,-9 0 16,-10 9-1,-9 0-15,0 1 16,0-10 0,9-10-16,0-8 15,-9-10 1,28-9-16</inkml:trace>
  <inkml:trace contextRef="#ctx0" brushRef="#br1" timeOffset="170390.81">3707 15543 0,'0'0'0,"0"0"16,0 0-16,0 0 16,0 0-1,0 0-15,0 0 16,0 0-16,0 0 15,9-19 1,10-36-16,9-19 16,10-37-1,-1-9-15,-18 28 16,0 27 0,-10 10-16,1 9 15,-10 9-15,0 19 16,0 8-1,-10 1-15,1 9 16,-10 9 0,0 10-16,-9 27 15,0 9 1,9 1-16,0-1 16,10-18-16,9-9 15,0-19 1,9 0-16,1-9 15,18-9 1,0-10-16,10-8 16,-10 8-1,0 10-15,-9 0 16,0 9-16,0 9 16,-1 9-1,1 10-15,0 9 16,-10 9-1,1 10-15,-1-1 16,1-9-16,-1 0 16,0-9-1,1-9-15,-1-10 16,1-8 0,-1-10-16,0 0 15,1 0 1,-1-10-16,10-8 15,0-10-15,0-18 16,0 0 0,-1-9-16,1-19 15,-9 9 1,-1 10-16,0 9 16,1 9-16,-10 18 15,0 10 1,0 0-16,0 9 15,0 0 1,0 0-16,0 18 16,0 1-1,0 8-15,9 1 16,1 0-16,8 9 16,1-10-1,0 1-15,-10-10 16,1 1-1,-1-1-15,1 1 16,-10-1-16,0 10 16,-10 0-1,1-1-15,-1-8 16,-8 9 0,8-10-16,10-18 15</inkml:trace>
  <inkml:trace contextRef="#ctx0" brushRef="#br1" timeOffset="170765.66">4675 14906 0,'0'0'0,"0"0"15,0 0-15,0 0 16,10-9-1,-1-1-15,10 1 16,9-9-16,1-1 16,8 1-1,-9-1-15,1 1 16,-20 9 0,0-1-16,-9 10 15</inkml:trace>
  <inkml:trace contextRef="#ctx0" brushRef="#br1" timeOffset="170952.55">4779 15155 0,'0'0'0,"0"0"16,0 0 0,0 0-16,0 0 15,0 0 1,0 0-16,9-9 15,20-19 1,8-18-16,-37 46 16</inkml:trace>
  <inkml:trace contextRef="#ctx0" brushRef="#br1" timeOffset="171473.54">5146 14620 0,'0'0'0,"0"0"16,0 0-16,0 9 16,0 0-1,0 0-15,-10 10 16,1 18-1,9 0-15,0 9 16,0 9 0,9 10-16,1-10 15,-1-9-15,10-9 16,0-9 0,0-10-16,-10-8 15,10-1 1,0-9-16,0-9 15,-1-10 1,1-8-16,0-10 16,0-10-16,-10 11 15,-9-1 1,-9 0-16,-1-9 16,-8-1-1,-1 11-15,0 8 16,0 0-1,0 19-15,-9 9 16,0 9-16,-10 19 16,1 9-1,37-37-15</inkml:trace>
  <inkml:trace contextRef="#ctx0" brushRef="#br1" timeOffset="172386.57">4243 16060 0,'0'0'16,"0"0"-16,0-10 15,0 1 1,0 0-16,0 0 15,0 9-15,0 0 16,-10 0 0,1 0-16,-10 9 15,-9 9 1,-10 10-16,10 9 16,9-9-1,0-1-15,10 1 16,18 0-16,1-1 15,18 1 1,0-9-16,10-1 16,0 0-1,-1 1-15,-9-1 16,-9-8-16,0 8 16,-10 1-1,-9-1-15,0 0 16,-9 10-1,-10 0-15,0 0 16,-18-1 0,-1 1-16,10-10 15,0 1-15,9-10 16,9-9 0,10 0-16</inkml:trace>
  <inkml:trace contextRef="#ctx0" brushRef="#br1" timeOffset="172670.66">4581 16133 0,'0'0'0,"0"0"16,0 0-16,0 0 16,0 0-1,10-9-15,18-9 16,10-19-16,9-9 16,-10 0-1,1 9-15,-10 9 16,-28 28-1</inkml:trace>
  <inkml:trace contextRef="#ctx0" brushRef="#br1" timeOffset="172886.15">4723 16346 0,'0'0'15,"0"0"-15,9-10 16,10-8 0,0-10-16,18-9 15,1 0 1,9-18-16,-10 9 16,-37 46-16</inkml:trace>
  <inkml:trace contextRef="#ctx0" brushRef="#br1" timeOffset="173353.78">5146 15847 0,'0'0'16,"0"0"-16,0 0 16,0 10-1,0 8-15,0 10 16,0 9-1,0 0-15,0-1 16,0 1 0,9 10-16,1-11 15,-1-8-15,0 0 16,1-10 0,-1-9-16,10 1 15,0-10 1,9-10-16,10-17 15,9-19-15,-10-10 16,-8-8 0,-1 8-16,-19 10 15,-9 9 1,0 0-16,-9 10 16,-10-10-16,0 9 15,-9 10 1,-10 8-16,1 10 15,-20 19 1,10 18-16,-9 27 16,18 10-1,1 18-15,37-92 16</inkml:trace>
  <inkml:trace contextRef="#ctx0" brushRef="#br1" timeOffset="175322.19">5447 15506 0,'0'0'0,"0"0"15,0 0 1,0 0-16,0 0 16,0 0-1,0 9-15,-10 0 16,1 10-16,-10 8 16,0 1-1,-9 9-15,9 0 16,-9 18-1,0 19-15,0 9 16,0 10-16,9-1 16,0 0-1,0 0-15,10-18 16,-1-9 0,1-19-16,-1-18 15,1-1 1,0-8-16,9-10 15,0-9-15,0 0 16,0 0 0</inkml:trace>
  <inkml:trace contextRef="#ctx0" brushRef="#br1" timeOffset="175754.89">5560 16447 0,'0'0'16,"0"0"-16,0 0 15,0 0-15,0 0 16,0 0-1,9 0-15,1 0 16,18-9 0,0-9-16,19-1 15,0-9 1,0 1-16,0-1 16,-47 28-16</inkml:trace>
  <inkml:trace contextRef="#ctx0" brushRef="#br1" timeOffset="176302.58">5983 15838 0,'0'0'0,"0"0"16,0 0-1,0 0-15,0 0 16,0 9 0,-9 10-16,-1 18 15,1 0-15,-1-10 16,10 10-1,0-9-15,0-10 16,10 1 0,-1-1-16,1-8 15,-1 8 1,10-9-16,0 0 16,0 1-16,-1-1 15,1 0 1,0 0-16,0 1 15,-10-1 1,1 0-16,-1 0 16,0 10-16,-9 8 15,0 10 1,0 0-16,-9 0 16,0-9-1,-1 0-15,-9-1 16,10-8-1,9-19-15</inkml:trace>
  <inkml:trace contextRef="#ctx0" brushRef="#br1" timeOffset="176586.25">5983 15986 0,'0'0'15,"0"0"-15,0 0 16,0 0 0,0 0-16,10-9 15,8-19 1,20-9-16,0-9 15,18 0 1,10-1-16,-66 47 16</inkml:trace>
  <inkml:trace contextRef="#ctx0" brushRef="#br1" timeOffset="194314.78">12691 15247 0,'0'0'0,"0"0"0,0 0 16,0 0-16,0 0 15,0 0 1,0 0-16,0 0 16,0 0-16,0 0 15,0 0 1,0 0-16,0 0 15,9-9 1,10 0-16,9 0 16,0-1-1,0-8-15,1 0 16,-1 8-16,-9 1 16,0 0-1,-10 9-15,0 0 16,-9 0-1,0 0-15,0 0 16,0 0-16,-18 9 16,-11 0-1,1 10-15,0-10 16,0 9 0,9-8-16,0-1 15,10 0 1,-1-9-16,10 0 15,0 0-15,0 0 16</inkml:trace>
  <inkml:trace contextRef="#ctx1" brushRef="#br1" timeOffset="48852.2">12700 15258 0</inkml:trace>
  <inkml:trace contextRef="#ctx0" brushRef="#br1" timeOffset="200153.76">12126 14694 0,'0'0'0,"0"0"16,0 0-16,0 0 16,0 0-16,0 0 15,0 0 1,0 0-16,0 0 15,0 0 1,0 0-16,0 0 16,10-10-16,-1 1 15,0 0 1,1 0-16,-1-1 16,1 1-1,8 0-15,1 0 16,9 9-1,1-9-15,-1 9 16,0 0-16,0 9 16,-9 0-1,0 0-15,-10 10 16,1-1 0,-10 1-16,0 8 15,-10 1 1,1 0-16,0-1 15,-1 1-15,1 0 16,-1-10 0,1 1-16,0-10 15,9 0 1,0-9-16,0 0 16,0 0-16,9 0 15,10 0 1,0 0-16,9 0 15,0 0 1,0 0-16,0 0 16,-9 9-16,0 1 15,0 8 1,0 0-16,-10 1 16,-9 9-1,0-1-15,-9 1 16,-1-10-1,-9 10-15,1 0 16,-1-10-16,-19 1 16,10-10-1,-10 0-15,-9 0 16,10-9 0,-1-9-16,0-9 15,38 18 1</inkml:trace>
  <inkml:trace contextRef="#ctx0" brushRef="#br1" timeOffset="201292.06">12822 14334 0,'0'0'0,"0"0"16,0 0 0,0 0-16,0 0 15,0 0-15,0 0 16,-19-10-1,1 1-15,-20 0 16,-9 9 0,-9 0-16,-10 0 15,0 9 1,-9 0-16,9 10 16,-10 9-16,1-1 15,0 10 1,19 9-16,-1 10 15,10-10 1,0 0-16,9 0 16,10 0-16,9-9 15,1 0 1,-1 0-16,9 0 16,10 9-1,0 0-15,10-9 16,-1 0-1,10 0-15,0 0 16,9 0-16,-9-9 16,0-1-1,9 1-15,0-10 16,0 1 0,0-1-16,1 1 15,-1-1-15,0 1 16,10-1-1,-10 1-15,10-1 16,-10-9 0,9 1-16,1-1 15,0-9 1,9 0-16,0-9 16,9-10-16,1 1 15,-1-10 1,-9 0-16,10 1 15,-1-20 1,-9 1-16,0 0 16,-9-9-1,-10 9-15,-9-1 16,0 1-16,-10 9 16,0 0-1,-9-9-15,0 0 16,-9 0-1,0 9-15,-1-9 16,-9 0-16,1 9 16,-1 0-1,-9-9-15,-1 9 16,-8 0 0,-1 9-16,-18 10 15,-10 9-15,-19 9 16,85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10T08:26:22.5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1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1-03-10T08:30:07.730"/>
    </inkml:context>
  </inkml:definitions>
  <inkml:trace contextRef="#ctx0" brushRef="#br0">12756 12432 0,'0'0'0,"0"0"0,0 0 16,0 0-16,0 0 16,0 0-1,0 0-15,0 0 16,0 0 0,10-9-16,-1-9 15,1-10 1,18-18-16,10 0 15,9-10-15,18-18 16,20-9 0,0 10-16,-10 8 15,19-9 1,-9 19-16,9-1 16,-10 1-1,-18 9-15,-19 9 16,0 9-16,-18 10 15,-11 9 1,1-1-16,-9 1 16,-1 0-1,-9 9-15,0 0 16</inkml:trace>
  <inkml:trace contextRef="#ctx0" brushRef="#br0" timeOffset="614.48">13509 11343 0,'0'0'0,"0"0"16,0 0-16,0 0 15,0 0-15,0 0 16,9 0 0,10 0-16,0 0 15,9 0 1,1 0-16,-1 9 16,9-9-16,1 0 15,0 0 1,-1 0-16,10 10 15,-9-10 1,0 0-16,-10 0 16,0 0-1,-9 0-15,0 0 16,-10 0-16,0 0 16,-9 0-1,10 0-15,-1 9 16,-9-9-1,0 9-15,0 10 16,-9 8 0,-1 10-16,1 0 15,-10 19-15,0-10 16,1 9 0,-1-9-16,-9 0 15,9-9 1,0 0-16,0 0 15,0-9 1,10-10-16,-1-9 16,1 1-16,9-10 15</inkml:trace>
  <inkml:trace contextRef="#ctx0" brushRef="#br0" timeOffset="1566.06">12248 11463 0,'0'0'0,"0"0"15,0 0 1,0 0-16,0 0 15,10-9 1,-1 0-16,1 0 16,8-10-16,1 1 15,0 8 1,9 1-16,1 0 16,-11 0-1,11 9-15,-11 0 16,1 9-16,0 9 15,0 10 1,-10 9-16,-9 9 16,0 0-1,-9 0-15,-1-9 16,1 0 0,0-9-16,-1-10 15,10-8-15,0-1 16,0-9-1,0 0-15,0 0 16,10 0 0,18 0-16,9 0 15,1 0-15,0 0 16,-10 0 0,-9 0-16,0 9 15,-10 0 1,0 1-16,1 8 15,-10 10 1,0 9-16,-19 9 16,-9 0-16,-10 0 15,1-9 1,-1-9-16,0-10 16,1-9-1,8-9-15,1 0 16,0-9-16,28 9 15</inkml:trace>
  <inkml:trace contextRef="#ctx0" brushRef="#br0" timeOffset="2480.27">12775 11140 0,'0'0'16,"0"0"-16,0 0 15,0 0 1,-9 0-16,-10 0 16,-9 0-16,-10 0 15,1 0 1,-1 0-16,-9 9 16,-10 1-1,1 8-15,-10 1 16,0 8-1,10 10-15,-10 9 16,0 10-16,10 8 16,9 10-1,0 9-15,9-9 16,10 9 0,0 9-16,18-18 15,1 0-15,-1-9 16,20-1-1,-1-8-15,10-1 16,0-9 0,18 0-16,10-9 15,0 0-15,10-9 16,9 0 0,-10-19-16,10 0 15,0-9 1,9 0-16,0-9 15,-9-10 1,-9-8-16,9-10 16,-19 0-16,0-9 15,0 0 1,0-10-16,-10 1 16,1-19-1,-10 9-15,-9 10 16,0-10-1,0 10-15,-10-10 16,0-8-16,-9-1 16,-9 9-1,0 0-15,-1 10 16,-9 0 0,-9-1-16,0 1 15,0 18-15,-10 0 16,-9 9-1,-9 10-15,-29 27 16,0 19 0,85-28-16</inkml:trace>
  <inkml:trace contextRef="#ctx0" brushRef="#br0" timeOffset="27618.64">14487 16586 0,'0'0'0,"0"0"16,0 0-16,0 0 15,0 0 1,0 0-16,0 0 16,0 0-1,0 0-15,0 0 16,0 0-1,0 0-15,-9 9 16,-10 0-16,0 0 16,-18 10-1,-1-1-15,0 1 16,-9 8 0,0 1-16,0 0 15,0 0 1,10-1-16,8-8 15,1-10-15,19 0 16,-1 0 0,10-9-16,0 0 15,0 0 1,0 0-16,19-9 16,9-9-16,20-10 15,-1 0 1,9 1-16,0-1 15,-9 9 1,-9 1-16,-10 0 16,-9 8-1,0 1-15,-10 9 16,1 0-16,-10 0 16,0 0-1,0 0-15,-10 0 16,-18 9-1,-9 1-15,-20 8 16,1 10 0,-20 9-16,11 0 15,65-37-15</inkml:trace>
  <inkml:trace contextRef="#ctx0" brushRef="#br0" timeOffset="31507.29">19455 15026 0,'0'0'0,"0"0"0,0 0 15,0 0 1,0 0-16,0 0 15,0 0-15,0 0 16,0 0 0,0-9-16,-10-1 15,1 10 1,-1-9-16,1 9 16,-1 0-16,1 0 15,0 0 1,-1 0-16,1 0 15,9 0 1,0 0-16,0 0 16,0 0-1,9 0-15,19 0 16,1 0-16,-1 0 16,-9 0-1,0 0-15,-1 0 16,-8 0-1,-1 0-15,-9 0 16,0 0-16,0 0 16,0 0-1,0 0-15,-9 0 16,-1 0 0,-8 0-16,-11 0 15,1 0 1,9 0-16,0 0 15,10 0-15,9 0 16,0 0 0,0 0-16,19 0 15,19-9 1,-38 9-16</inkml:trace>
  <inkml:trace contextRef="#ctx0" brushRef="#br0" timeOffset="34653.65">15842 14094 0,'0'0'16,"0"0"-16,0 0 16,0 0-1,0 0-15,0 0 16,0 0 0,0 0-16,0 0 15,0-10-15,0-8 16,9-19-1,1-18-15,-1-10 16,10-9 0,-9 19-16,-10 9 15,0 9-15,0 0 16,0 9 0,0 1-16,0 8 15,0 10 1,0 0-16,-10-1 15,1 1 1,9 9-16,-10 0 16,1 0-16,-10 9 15,0 19 1,0 9-16,10 9 16,0 19-1,-1-1-15,10 1 16,10 9-16,-1-10 15,0 1 1,1-28-16,-1-9 16,10-1-1,-10-8-15,1-10 16,9-9 0,9-9-16,0-19 15,10-9-15,-1-9 16,1 0-1,-10 0-15,0-10 16,1 1 0,-10 0-16,-1 8 15,-8 10-15,-1 10 16,-9 8 0,0 1-16,0 9 15,0 9 1,0 0-16,0 0 15,-9 9 1,-1 9-16,1 1 16,9 8-16,0 1 15,9 0 1,10 0-16,0-1 16,0 1-1,9 0-15,-9-10 16,0 10-16,-1-10 15,-8 1 1,-1 8-16,1-8 16,-10 9-1,0-1-15,0-8 16,-10-1 0,1-9-16,9-9 15</inkml:trace>
  <inkml:trace contextRef="#ctx0" brushRef="#br0" timeOffset="34954.1">16416 13540 0,'0'0'16,"0"0"-16,0 0 16,0 0-16,0 0 15,0 0 1,0 0-16,19-9 16,18-10-1,1 1-15,18-10 16,1-9-16,-19 19 15,-38 18 1</inkml:trace>
  <inkml:trace contextRef="#ctx0" brushRef="#br0" timeOffset="35181.08">16491 13909 0,'0'0'15,"0"0"-15,19-18 16,19-10 0,18-9-16,10-18 15,0 8 1,-66 47-16</inkml:trace>
  <inkml:trace contextRef="#ctx0" brushRef="#br0" timeOffset="35648.36">17056 13263 0,'0'0'0,"0"0"16,0 0-16,0 0 16,0 0-1,-10 9-15,1 10 16,-10 8-16,10 10 16,-10 9-1,9-9-15,1 10 16,9-11-1,0 1-15,9-9 16,1-9-16,9-10 16,18-9-1,1-9-15,-1-10 16,11-9 0,-11-9-16,-9 1 15,-9-1 1,0 0-16,-10 0 15,-9 9-15,0 0 16,-9 10 0,-10 9-16,-18-1 15,-1 20 1,-9 8-16,47-18 16</inkml:trace>
  <inkml:trace contextRef="#ctx0" brushRef="#br0" timeOffset="36615.99">16359 14435 0,'0'0'16,"0"0"-16,0 0 15,0 0-15,0-9 16,0 0-1,0 9-15,0 0 16,-9-10 0,0 10-16,-20 0 15,-8 0-15,-1 10 16,1 8 0,8 1-16,11-1 15,8 1 1,1-1-16,9 0 15,0 10 1,9 0-16,1 0 16,8-1-16,1 1 15,0-10 1,-10 1-16,1-1 16,-1 1-1,1-1-15,-10 1 16,0-1-16,-10 1 15,1-1 1,-1 1-16,-8-10 16,-1 0-1,19-9-15</inkml:trace>
  <inkml:trace contextRef="#ctx0" brushRef="#br0" timeOffset="36888.83">16472 14500 0,'0'0'0,"0"0"15,0 0 1,0 0-16,0 0 15,10-9 1,9-10-16,-1 1 16,1-1-16,0 1 15,0-10 1,-19 28-16</inkml:trace>
  <inkml:trace contextRef="#ctx0" brushRef="#br0" timeOffset="37514.61">16444 14731 0,'0'0'16,"0"0"-16,0 0 16,0 0-1,10-10-15,18-8 16,19-28-1,9-10-15,1-8 16,-1-1 0,-18 19-16,-10 0 15,0 9-15,-9 9 16,0 1 0,-10 8-16,1 10 15,-10 9 1,0 0-16,0 0 15,0 0 1,0 0-16,0 0 16,0 9-16,-10 10 15,1 8 1,-1 10-16,10 0 16,0 0-1,0 0-15,10 0 16,-1-10-16,1-8 15,8-1 1,1-8-16,10-10 16,8-10-1,1-8-15,-1-1 16,1-8-16,-10 8 16,-9-8-1,-10-1-15,1 0 16,-10 10-1,-10-1-15,1 1 16,-10 9 0,0-1-16,-9 10 15,-9 19-15,-10 27 16,47-46 0</inkml:trace>
  <inkml:trace contextRef="#ctx0" brushRef="#br0" timeOffset="38365.21">16971 14057 0,'0'0'16,"0"0"-1,0 0-15,0 0 16,0 9-16,-9 19 16,-1 18-1,-9 28-15,-9 9 16,0 27 0,-10 10-16,10-18 15,9-10-15,10-9 16,-1-9-1,10-9-15,0-19 16,0-18 0,0-10-16,0-18 15</inkml:trace>
  <inkml:trace contextRef="#ctx0" brushRef="#br0" timeOffset="38948.85">17498 14140 0,'0'0'15,"0"0"-15,0 0 16,0 0 0,0 0-16,0 0 15,0 9 1,0 0-16,0 10 15,0 8-15,-10 10 16,10 10 0,0 17-16,0 10 15,0 9 1,0 0-16,-9-9 16,0-9-1,9-1-15,0-8 16,0-1-1,0-55-15</inkml:trace>
  <inkml:trace contextRef="#ctx0" brushRef="#br0" timeOffset="39781.78">17291 13088 0,'0'0'0,"0"0"16,0 0 0,0 0-16,0 0 15,0 0-15,-10 9 16,1 9 0,-10 10-16,-9 18 15,-10 19 1,-9 9-16,-9 18 15,9 9 1,9-8-16,1-19 16,-1-1-1,10-17-15,-1-10 16,11-18-16,-1-19 16,19-9-1</inkml:trace>
  <inkml:trace contextRef="#ctx0" brushRef="#br0" timeOffset="40215.18">17620 13106 0,'0'0'15,"0"0"1,0 0-16,0 0 16,0 9-16,9 10 15,10 18 1,0 18-16,0 10 16,9 9-1,-9 9-15,0 0 16,0-9-16,-1-10 15,1-9 1,-19-55-16</inkml:trace>
  <inkml:trace contextRef="#ctx0" brushRef="#br0" timeOffset="43753.89">21195 13041 0,'0'0'0,"0"0"16,0 0-16,0 0 15,0 0 1,0 0-16,9 0 16,1 0-1,-1 0-15,10 10 16,0 8-1,0 1-15,-1 8 16,11 19-16,-1 10 16,-9-10-1,-10-9-15,0-9 16,-9-10 0,0 1-16,0-10 15,0-9 1,0 0-16,0 0 15,0 0-15,0 0 16,0 0 0,0-19-16,0-8 15,0-20 1,10 1-16,9-18 16,-1 8-16,1 1 15,-9 9 1,-1 9-16,1 0 15,-1 9 1,0 10-16,-9 9 16,0-1-1,0 1-15,0 9 16,0 0-16,0 0 16,0 0-1,0 0-15,0 0 16,0 0-1,-9 9-15,0 1 16,-1 8-16,10 1 16,0-1-1,10 10-15,-1-1 16,19 1 0,0 0-16,10-1 15,0 1 1,-10-9-16,0 8 15,0 1-15,-9 0 16,-9-1 0,-10 10-16,-10 0 15,-9 0 1,19-37-16</inkml:trace>
  <inkml:trace contextRef="#ctx0" brushRef="#br0" timeOffset="44133.62">21900 12903 0,'0'0'0,"0"0"15,0 0-15,0 0 16,0 0-1,10-9-15,9 0 16,-10-1 0,10 1-16,0 0 15,-10 0 1,-9 9-16</inkml:trace>
  <inkml:trace contextRef="#ctx0" brushRef="#br0" timeOffset="44331.75">21910 13263 0,'0'0'0,"9"-9"15,10-19-15,28-18 16,19-19-16,-10 1 15,-56 64 1</inkml:trace>
  <inkml:trace contextRef="#ctx0" brushRef="#br0" timeOffset="44847.75">22361 12617 0,'0'0'0,"0"0"16,0 0-16,0 0 15,0 9 1,-9 10-16,0 18 16,-1 18-16,-9 10 15,10-10 1,0-9-16,9-18 16,9-1-1,0-8-15,10-10 16,0 0-16,19-9 15,9-18 1,0-10-16,0-9 16,-19 0-1,-9 0-15,-10 10 16,-9-10 0,0 9-16,-9 0 15,-19 10-15,-1 0 16,-18 18-1,-19 9-15,-9 18 16,19 10 0,56-37-16</inkml:trace>
  <inkml:trace contextRef="#ctx0" brushRef="#br0" timeOffset="45537.74">21731 13558 0,'0'0'15,"0"0"-15,0 0 16,0 0 0,0 0-16,0 0 15,-9 10 1,-10-1-16,-9 19 15,-1-1-15,1 1 16,9 0 0,10-10-16,9 0 15,9 1 1,10-10-16,19 10 16,9-1-16,-9-9 15,-10 1 1,0 8-16,-9-9 15,-10 0 1,1 10-16,-10-1 16,0 10-16,-19-9 15,0 8 1,-9-8-16,0-1 16,9-9-1,19-9-15</inkml:trace>
  <inkml:trace contextRef="#ctx0" brushRef="#br0" timeOffset="45785.73">21910 13641 0,'0'0'0,"0"0"16,0 0 0,19-9-16,9-9 15,10-1 1,-1-8-16,-9 8 16,1-9-16,-29 28 15</inkml:trace>
  <inkml:trace contextRef="#ctx0" brushRef="#br0" timeOffset="45981.08">22023 13734 0,'0'0'16,"0"0"-16,0 0 16,0 0-1,0 0-15,0 0 16,0 0-1,9 0-15,19-19 16,1 1-16,8-10 16,-37 28-1</inkml:trace>
  <inkml:trace contextRef="#ctx0" brushRef="#br0" timeOffset="46447.96">22437 13374 0,'0'0'16,"0"0"-16,0 0 16,0 0-16,0 0 15,0 18 1,-10 10-16,10 9 15,0 9 1,10 9-16,-1-8 16,10-1-1,0-19-15,9 1 16,10-19-16,-1 0 16,10-18-1,-9 0-15,-1-9 16,1-10-1,-19 0-15,0 10 16,-10-10-16,-9-9 16,0 0-1,-9 10-15,-10-10 16,-19 9 0,-18 9-16,-19 19 15,-19 19-15,-10 27 16,10 37-1,94-83-15</inkml:trace>
  <inkml:trace contextRef="#ctx0" brushRef="#br0" timeOffset="47253.18">22700 13300 0,'0'0'0,"0"0"16,0 9-1,0 19-15,0 18 16,0 19-16,0 36 16,-9 1-1,-1-1-15,1-18 16,-1-9-1,1-9-15,0-19 16,-1-9 0,10-10-16,0 1 15,0-19-15,0-9 16</inkml:trace>
  <inkml:trace contextRef="#ctx0" brushRef="#br0" timeOffset="47602.39">22926 13420 0,'0'0'15,"0"0"-15,0 0 16,9-9-16,1-1 16,8 1-1,1-9-15,10-1 16,8 1-1,-9-1-15,1 1 16,-11 9 0,-18 9-16</inkml:trace>
  <inkml:trace contextRef="#ctx0" brushRef="#br0" timeOffset="48098.75">23142 13134 0,'0'0'0,"0"0"16,0 0 0,10-9-16,-1-1 15,0 1 1,10 0-16,9 0 15,1 9 1,-10 0-16,-1 9 16,-8 0-1,-1 10-15,1 8 16,-10 10-16,0 19 16,-10-1-1,1-9-15,-1-9 16,1-9-1,9-1-15,0-8 16,0-10-16,9-9 16,10 0-1,9 0-15,10-9 16,18-10 0,-9 1-16,-9-1 15,0 1-15,-10 0 16,-9 8-1,0 1-15,-10 0 16,-9 9 0</inkml:trace>
  <inkml:trace contextRef="#ctx0" brushRef="#br0" timeOffset="51248.67">19182 14537 0,'0'0'0,"0"0"15,0 0-15,0 0 16,0 0 0,0 0-16,0 0 15,0 0 1,-10 18-16,10 10 16,-9 9-16,-1 0 15,1 9 1,9-9-16,0 0 15,0-10 1,0-8-16,0-1 16,0-8-16,0-10 15,0 0 1,0 0-16,0 0 16,0-10-1,0-8-15,-9-19 16,-1 0-1,1-9-15,-1 9 16,1 0-16,0 0 16,9 19-1,0 8-15,0 1 16,0 0 0,0 9-16,0 0 15,0 0 1,0 18-16,0 19 15,0 19-15,9 8 16,0 1 0,1 0-16,-10-10 15,0-18 1,0-19-16,0 1 16,0-10-1,0-9-15,0 0 16,0-9-16,0-10 15,0-8 1,0-10-16,0-9 16,0-1-1,0 1-15,0 9 16,0 10-16,0 8 16,0 10-1,0 9-15,0 0 16,-10 18-1,1 10-15,0 27 16,-1 19-16,1 0 16,9-9-1,0-65-15</inkml:trace>
  <inkml:trace contextRef="#ctx0" brushRef="#br0" timeOffset="52236.66">19257 14481 0,'0'0'16,"0"0"-16,0-9 16,0 0-16,0-10 15,0 1 1,0-1-16,-9-8 16,-1-1-1,-9 0-15,1 1 16,-11-1-1,-18 0-15,-9 10 16,-1 9-16,-18 9 16,9 9-1,10 9-15,-1 10 16,1 9 0,9 9-16,0 9 15,9 19 1,10 9-16,9-27 15,10 8-15,-1 1 16,10-10 0,10 10-16,-1 0 15,10-1 1,0-8-16,9-1 16,-9-18-16,9 9 15,0 0 1,1-9-16,-1-9 15,0-1 1,0-8-16,0-1 16,1-8-16,8-1 15,1-9 1,0 0-16,-1-9 16,1-1-1,-1 1-15,-8-9 16,8-1-1,1 1-15,0-1 16,-1 1-16,1-10 16,-10 10-1,10-10-15,-10 0 16,0-9 0,0 0-16,-9 1 15,0-1 1,0 0-16,-10 9 15,1 0-15,-10-9 16,0 1 0,0-1-16,0 0 15,-10 0 1,-9-9-16,1-1 16,-1 11-16,0-1 15,-9-10 1,-10 1-16,0 0 15,1 9 1,9 10-16,-10 8 16,-9 10-16,47 9 15</inkml:trace>
  <inkml:trace contextRef="#ctx0" brushRef="#br0" timeOffset="56764.87">19624 12155 0,'0'0'0,"0"0"0,0 0 16,0 0-16,0 0 15,0 0 1,0 0-16,0 0 15,0 0 1,0 0-16,0 0 16,0 0-16,0 0 15,0 0 1,0 0-16,0-9 16,0 0-1,0 0-15,-10-10 16,1 10-16,0-9 15,-1-1 1,1 10-16,-1 0 16,1-10-1,0 1-15,-1-1 16,1 1 0,-1-10-16,-8 0 15,-1-8-15,0-1 16,-9 0-1,-1 0-15,1-9 16,-9-10 0,8 10-16,-8 0 15,9 9 1,-1 0-16,1 0 16,0 10-16,0-10 15,-1 9 1,1-9-16,0 9 15,9 1 1,0-1-16,1 9 16,-1 1-16,0 9 15,0 0 1,10 9-16,-10 9 16,0 9-1,0 19-15,0 19 16,-9 17-1,9 10-15,10-9 16,0-18-16,-1-10 16,10-18-1,0-10-15,0-9 16,0-9 0,0 0-16,0-9 15,0-19-15,0-9 16,0-18-1,0 0-15,10-1 16,-1 1 0,0-1-16,1 20 15,9-11 1,-1 10-16,1 10 16,0 8-16,0 1 15,0 9 1,9 9-16,0 9 15,0 9 1,1 1-16,8 8 16,1 1-16,9 9 15,9-9 1,-56-28-16</inkml:trace>
  <inkml:trace contextRef="#ctx0" brushRef="#br0" timeOffset="57165.95">19915 11122 0,'0'0'0,"0"0"15,0 0 1,0 9-16,10 19 15,-1 18-15,10 18 16,0 10 0,0 0-16,0-9 15,-1-10 1,1-27-16,-9-10 16,-1-9-1,-9-9-15</inkml:trace>
  <inkml:trace contextRef="#ctx0" brushRef="#br0" timeOffset="57882.31">20188 10919 0,'0'0'0,"0"0"16,-9-10 0,-1-8-16,-8 0 15,-1-1-15,-9 10 16,-1 0 0,-8 9-16,-10 9 15,-10 9 1,10 10-16,-9 9 15,-10 18 1,19 10-16,9-1 16,10 10-16,9 0 15,10 0 1,9 0-16,9 0 16,10 0-1,9-19-15,10 0 16,0-9-16,9 1 15,0-11 1,0-8-16,0-9 16,0-10-1,9 0-15,1-9 16,-1 0 0,10-18-16,-10-10 15,1 0-15,-10-18 16,0-9-1,-9-19-15,-10 9 16,0 1 0,-9 8-16,-10-8 15,1-1-15,-10-9 16,-10 10 0,1 8-16,-1 10 15,-18 0 1,0 9-16,-19-9 15,-19 9 1,-19 9-16,-9 19 16,-28 28-16,-57 54 15,-37 20 1</inkml:trace>
  <inkml:trace contextRef="#ctx0" brushRef="#br0" timeOffset="70988.39">16971 9294 0,'0'0'0,"0"0"0,0 0 16,0 0-16,0 0 15,0 0 1,0 0-16,0 0 15,0 0-15,0 0 16,0 0 0,0 0-16,0 0 15,0 0 1,0 9-16,0 10 16,0 18-1,0 0-15,0 0 16,0 9-16,0 0 15,0 0 1,0-9-16,0-9 16,0-10-1,0 1-15,0-10 16,0 0-16,0-9 16,0 0-1,0 0-15,0 0 16,0 0-1,9-18-15,1-19 16,-1 0-16,1-9 16,-1-10-1,-9 10-15,0 9 16,0 10 0,0-1-16,0 9 15,0 10 1,0 9-16,0 0 15,0 0-15,0 0 16,0 0 0,0 19-16,0 8 15,0 10 1,0 9-16,0 10 16,-9 8-1,-1 1-15,1-10 16,9-18-16,0 0 15,0-18 1,0-10-16,0-9 16,0 0-1,0 0-15</inkml:trace>
  <inkml:trace contextRef="#ctx0" brushRef="#br0" timeOffset="73598.78">8326 9165 0,'0'0'15,"0"0"-15,0 0 16,0 0-1,-10 9-15,1 1 16,9-1-16,0 0 16,0-9-1,0 0-15,0 0 16,9-9 0,19-28-16,10-19 15,9-36 1,-19 9-16,0 9 15,-9 19-15,-9 18 16,-1 0 0,-9 9-16,0 1 15,0 8 1,0 10-16,0 0 16,0-1-1,0 10-15,0 0 16,0 0-16,-9 10 15,-1 8 1,1 19-16,-10 28 16,10 9-1,-1 27-15,10-9 16,0 1-16,10-1 16,-1-9-1,0-28-15,1-18 16,-1-9-1,10-10-15,0-8 16,9-10 0,10-19-16,9-27 15,9-19-15,10-18 16,0-9 0,9-19-16,-9 19 15,-9 18 1,-29 19-16,-9 27 15,-10 10 1,0-1-16,-9 19 16,0 0-16,-9 0 15,-10 9 1,-9 19-16,9 9 16,0 0-1,10 0-15,9 0 16,0 0-16,9 0 15,10 0 1,0-10-16,9 1 16,0 0-1,-9-1-15,0 1 16,-10 0-16,1-1 16,-10 10-1,0-9-15,-10 0 16,1-1-1,0-8-15,-1-1 16,1 1-16,9-19 16</inkml:trace>
  <inkml:trace contextRef="#ctx0" brushRef="#br0" timeOffset="73981.89">9539 8907 0,'0'0'0,"0"0"15,0 0-15,0 0 16,0 0-16,10-10 16,8 1-1,11-9-15,8-1 16,1 1-1,-1-1-15,-8 10 16,-11 0-16,1 0 16,-19 9-1</inkml:trace>
  <inkml:trace contextRef="#ctx0" brushRef="#br0" timeOffset="74210.36">9661 9147 0,'0'0'0,"0"0"16,0 0-16,10-10 15,18-8 1,19-19-16,28-9 15,10 0 1,-85 46-16</inkml:trace>
  <inkml:trace contextRef="#ctx0" brushRef="#br0" timeOffset="74965.12">10433 8454 0,'0'0'16,"0"0"-16,0 0 16,-10 10-16,1-1 15,-10 9 1,0 10-16,-9 9 16,9 0-1,-9 18-15,9 1 16,0 8-1,10 1-15,9-10 16,0-9-16,0-9 16,9-9-1,1-10-15,9 1 16,9-10 0,10-9-16,-1-9 15,1-19-15,-1-9 16,1-9-1,-10-9-15,1 9 16,-11-10 0,-8 10-16,-10 0 15,0 9-15,-10 0 16,1 9 0,-10 10-16,0 9 15,-9-1 1,-10 20-16,1 17 15,-10 19 1,47-46-16</inkml:trace>
  <inkml:trace contextRef="#ctx0" brushRef="#br0" timeOffset="75631.77">9323 9599 0,'0'0'0,"0"0"16,0 0-16,0 0 15,0 0-15,0 0 16,-10 0 0,-8 9-16,-11 10 15,1 8 1,9 1-16,0 0 16,1-1-1,18-17-15,0 8 16,0-9-16,9 10 15,0-1 1,1 1-16,-1-1 16,1 0-1,-1 1-15,0 9 16,-9-1-16,-9 1 16,0 0-1,-10-1-15,-9 1 16,-19 9-1,9-9-15,-9-10 16,9 1 0,10-10-16,9-9 15,10 0-15,9 0 16</inkml:trace>
  <inkml:trace contextRef="#ctx0" brushRef="#br0" timeOffset="75915">9549 9793 0,'0'0'16,"0"-10"-16,18-8 16,11 0-1,27-10-15,0 0 16,10 0-16,0 10 16,-19 0-1,-47 18-15</inkml:trace>
  <inkml:trace contextRef="#ctx0" brushRef="#br0" timeOffset="76132.13">9727 9977 0,'0'0'15,"0"0"-15,0 0 16,19-9 0,19-9-16,9-19 15,9 0 1,-56 37-16</inkml:trace>
  <inkml:trace contextRef="#ctx0" brushRef="#br0" timeOffset="76653.75">10433 9470 0,'0'0'15,"0"0"-15,0 0 16,0 0-1,-10 9-15,1 9 16,-10 1-16,0 18 16,1 9-1,-1 9-15,9 1 16,1-1 0,9-18-16,0 0 15,9-10 1,1 1-16,9 0 15,9-10-15,9-8 16,1-1 0,9-9-16,10-9 15,-10-19 1,0-9-16,-10 0 16,-9 0-16,-9 0 15,-9 0 1,-10 0-16,0 10 15,-10-1 1,-9 0-16,1 10 16,-11-1-1,-18 1-15,-9 9 16,-19 18-16,-29 46 16,104-55-1</inkml:trace>
  <inkml:trace contextRef="#ctx0" brushRef="#br0" timeOffset="78016.14">16877 10042 0,'0'0'0,"0"0"16,0 0 0,0 0-16,0 0 15,-10-9 1,1-1-16,-10 1 15,-18 0 1,-1 9-16,-18 0 16,-10 0-16,-10 9 15,-18 0 1,-19 1-16,1 8 16,8-9-1,-9 10-15,0-10 16,10 0-16,28 0 15,9 1 1,9-1-16,1 0 16,18 0-1,10 1-15,9-1 16,19-9 0</inkml:trace>
  <inkml:trace contextRef="#ctx0" brushRef="#br0" timeOffset="78485">15748 9839 0,'0'0'0,"0"0"16,0 0 0,-9 9-16,-10 9 15,-9 10 1,-10 9-16,0 9 16,-18 0-1,-1 10-15,1-1 16,0-9-16,8-9 15,11-9 1,-1 0-16,10-1 16,0-8-1,9-1-15,10 1 16,-1-1 0,10 1-16,0-10 15,10 9-15,18 1 16,9-1-1,10 1-15,10-1 16,-1 10 0,10 9-16,-66-37 15</inkml:trace>
  <inkml:trace contextRef="#ctx0" brushRef="#br0" timeOffset="79626.95">11035 9239 0,'0'0'16,"0"0"-16,0 0 15,0 0-15,0 0 16,0 0 0,0 0-16,-10 0 15,1 9 1,-10 10-16,-9 8 15,-19 19 1,-9 19-16,-10 9 16,-10 18-16,11 0 15,-1 10 1,0-10-16,0 1 16,0-1-1,10-9-15,9-18 16,18-19-1,1-9-15,9-10 16,10-8-16,0-10 16,9-9-1,0 0-15,0 0 16</inkml:trace>
  <inkml:trace contextRef="#ctx0" brushRef="#br0" timeOffset="80399.1">11468 9220 0,'0'0'15,"0"0"-15,0 0 16,0 0-1,-10 10-15,1 8 16,-10 1 0,-9 8-16,0 10 15,-1 0-15,11-9 16,-1-1 0,9 1-16,1 0 15,9-10 1,9 1-16,1-1 15,-1 1-15,10-10 16,0 0 0,9 0-16,-9 1 15,0-1 1,-1 0-16,-8 0 16,-1 1-1,1-1-15,-1 9 16,-9 10-16,0 0 15,-9-1 1,-1 1-16,1 0 16,-1-10-1,1 1-15,0-1 16,-1-9-16,10-9 16</inkml:trace>
  <inkml:trace contextRef="#ctx0" brushRef="#br0" timeOffset="80881.92">11477 9239 0,'0'0'0,"0"0"15,0 0-15,9 0 16,10-9-1,19-1-15,18-8 16,1 0 0,-1-1-16,-9 1 15,-9 8-15,-38 10 16</inkml:trace>
  <inkml:trace contextRef="#ctx0" brushRef="#br0" timeOffset="81432.42">10884 9931 0,'0'0'0,"0"0"0,0 0 15,0 0 1,0 0-16,10 0 16,18-9-1,10-10-15,18-8 16,19-19 0,-18 18-16,-10 0 15,-10 1-15,-8 8 16,-11 10-1,-8 0-15,-1 9 16,-9 0 0,0 0-16,0 0 15,-19 9 1,-18 9-16,-1 1 16,-9 8-16,10-8 15,-10 9 1,47-28-16</inkml:trace>
  <inkml:trace contextRef="#ctx0" brushRef="#br0" timeOffset="90367.76">11976 9017 0,'0'0'0,"0"0"0,-10 10 15,1-1 1,-1 9-16,-8-8 16,-1 8-1,0-9-15,0 10 16,-9-1-16,-10 10 15,1 9 1,-10 9-16,-10 9 16,-9 10-1,0-1-15,-18 20 16,-10 8-16,0 9 16,9-8-1,10-10-15,9 0 16,0-9-1,10-19-15,18-9 16,10-9 0,9-18-16,10-10 15,9-9-15</inkml:trace>
  <inkml:trace contextRef="#ctx0" brushRef="#br0" timeOffset="91232.93">11872 9848 0,'0'0'0,"0"0"16,0 0 0,0 0-1,0 0-15,0 0 16,0 0-16,0 0 15,10 0 1,8-9-16,11-10 16,8 1-16,20-10 15,-1-9 1,-9 10-16,-19 8 16,1 1-1,-11 8-15,1 1 16,-9 0-1,-10 9-15,0 0 16,0 0-16,0 0 16,-19 0-1,-28 18-15,0 1 16,-10 9 0,1-10-16,9 10 15,0-10-15,9 1 16,10-1-1,9-9-15,10 1 16,-1-10 0,10 0-16,0 0 15</inkml:trace>
  <inkml:trace contextRef="#ctx0" brushRef="#br0" timeOffset="92482.37">12418 9331 0,'0'0'0,"0"0"16,0 0-16,0 0 16,0 0-16,0 0 15,0 0 1,9 0-16,-9 0 15,0 0 1,0 0-16,0 0 16,0 0-1,0 0-15,0 0 16,-9 9-16,9-9 16,0 0-1,0 0-15,0 0 16,0 0-1,0 0-15,0 0 16,0 0-16,0-9 16,0 9-1,9-9-15,1 0 16,-1 9 0,0 0-16,10 0 15,9 9 1,-9 0-16,9 10 15,-9 8-15,0 10 16,0 19 0,-10-1-16,1 19 15,-20 9 1,1-9-16,-10-10 16,0-8-1,0-10-15,-9 0 16,9-9-16,1-9 15,-1-10 1,0-9-16,0 1 16,10-10-1,-1 0-15,1 0 16,0 0-16,-1-10 16,10 1-1,0-9-15,10-10 16,-1 0-1,0 1-15,1 8 16,9 1 0,-1 8-16,11 1 15,-11 0-15,11 9 16,-1 0 0,0 0-16,0 9 15,1-9 1,-1 0-16,0 0 15,10-9-15,18-28 16,1-28 0,-57 65-16</inkml:trace>
  <inkml:trace contextRef="#ctx0" brushRef="#br0" timeOffset="105449.4">19502 8279 0,'0'0'0,"0"0"0,0 0 15,0 0 1,0 0-16,0 0 16,9 0-1,10-9-15,18-28 16,1-19-1,18-36-15,-8 0 16,-1 0-16,-19 18 16,-9 9-1,-1 10-15,-8 9 16,-1 9 0,-9 9-16,0 10 15,0 8 1,0 10-16,-9 0 15,-1 0 1,-8 0-16,-1 10 16,0 8-16,0 0 15,10 10 1,-1 9-16,1 9 16,9 10-16,9 8 15,10-8 1,0-1-16,0-18 15,0-9 1,9-10-16,0-9 16,0-9-1,10-9-15,18-19 16,1-18-16,-1 0 16,1 0-1,-20 9-15,1 0 16,-19 9-1,0 10-15,-10-1 16,-9 10-16,0 0 16,0 9-1,0 0-15,-9 0 16,-1 0 0,10 0-16,0 0 15,-9 9-15,9 0 16,0 1-1,9 8-15,1 1 16,8 8 0,1 1-16,0 0 15,0-1 1,-10 1-16,1 0 16,-10-1-16,0-8 15,-10-1 1,1-8-16,-1-1 15,10-9 1</inkml:trace>
  <inkml:trace contextRef="#ctx0" brushRef="#br0" timeOffset="105697.9">20546 7642 0,'0'0'15,"0"0"-15,0 0 16,0 0 0,19-9-16,9 0 15,9-19 1,20 0-16,-10 1 15,-47 27-15</inkml:trace>
  <inkml:trace contextRef="#ctx0" brushRef="#br0" timeOffset="105921.78">20809 7864 0,'0'0'0,"0"0"15,0 0 1,19-10-16,19-17 16,18-19-1,10-10-15,-66 56 16</inkml:trace>
  <inkml:trace contextRef="#ctx0" brushRef="#br0" timeOffset="106405.81">21289 7255 0,'0'0'15,"0"0"1,-9 9-16,-1 0 16,1 9-16,-10 19 15,10 9 1,9 1-16,0-10 15,9-10 1,10 1-16,0-10 16,-1-8-16,11-10 15,8-10 1,10-17-16,10-10 16,-10 0-1,-19 9-15,-9 0 16,0 1-16,-10 8 15,-9 1 1,-9-1-16,-10 1 16,-19 9-1,-18 9-15,-20 18 16,1 19 0,9 18-16,66-55 15</inkml:trace>
  <inkml:trace contextRef="#ctx0" brushRef="#br0" timeOffset="112365.55">19596 8224 0,'0'0'0,"0"0"0,0 0 16,0 0-16,0 0 16,9-10-1,0 1-15,10 0 16,0-10-1,0 1-15,-10-10 16,1-9-16,-1 0 16,1 1-1,-10-1-15,0 0 16,9 0 0,-9 0-16,0 0 15,0 9 1,0 10-16,0-1 15,-9 1-15,-1 9 16,1-1 0,-1 1-16,1 0 15,9 9 1,0 0-16,0 0 16,0 0-1,0 0-15,0 0 16,0 0-16,0 0 15,0 0 1,9 0-16,1 0 16,9-9-1,-10 9-15,0 0 16,1 0 0,-10 0-16,9 9 15,1 9-15,-1 19 16,0 19-1,1-1-15,9 1 16,-1-10 0,1-9-16,19-10 15,-38-27-15</inkml:trace>
  <inkml:trace contextRef="#ctx0" brushRef="#br0" timeOffset="113490.86">19530 7568 0,'0'0'0,"0"0"16,0 0-16,0 0 16,0 0-1,0 0-15,0 0 16,0 0-16,0 0 15,0 0 1,0 0-16,0 0 16,0 0-1,0 0-15,9 0 16,10 10 0,0 8-16,9 10 15,10 9-15,-1 9 16,1 9-1,0 1-15,-1-1 16,-9-9 0,-9 0-16,0-9 15,-10-9 1,1-1-16,-10-8 16,0-1-16,-10 1 15,1-10 1,0 0-16,-10 1 15,0-1 1,0-9-16,0 0 16,1-9-16,-1-10 15,9-9 1,1-9-16,0-18 16,9 0-1,9-19-15,19-9 16,19-9-16,0-1 15,10 10 1,-1 28-16,1-1 16,18 10-1,-75 46-15</inkml:trace>
  <inkml:trace contextRef="#ctx0" brushRef="#br0" timeOffset="114878.1">21355 7965 0,'0'0'0,"0"0"15,-10 9 1,-8 10-16,-11-1 16,-8 19-1,9 0-15,9 0 16,0 0-16,9 0 15,10 0 1,10-9-16,9-1 16,0 1-1,9 0-15,9-1 16,1 1 0,-10-10-16,-9 10 15,-10-9-15,1 18 16,-20-1-1,-8 11-15,-11-1 16,1-9 0,0-10-16,9-17 15,10-10 1,9 0-16</inkml:trace>
  <inkml:trace contextRef="#ctx0" brushRef="#br0" timeOffset="115116.5">21637 8113 0,'0'0'0,"0"0"15,19-9 1,9-10-16,10 1 15,-1-1 1,1 1-16,-10-1 16,0 1-1,-28 18-15</inkml:trace>
  <inkml:trace contextRef="#ctx0" brushRef="#br0" timeOffset="115319.62">21769 8381 0,'0'0'0,"0"0"16,0 0 0,0 0-16,9-10 15,19-8 1,19-19-16,19-18 15,-66 55-15</inkml:trace>
  <inkml:trace contextRef="#ctx0" brushRef="#br0" timeOffset="115783.69">22230 7790 0,'0'0'0,"-10"0"15,-9 9 1,1 19-16,-11 9 16,11 9-1,-1 9-15,19-18 16,0 0-1,9-9-15,10-1 16,9-8-16,10-1 16,0-8-1,18-20-15,10-8 16,0-10 0,-19 0-16,-10 1 15,-8-1 1,-11 0-16,-8 1 15,-10-1-15,0 0 16,-19 1 0,-9-1-16,-10 10 15,-18-1 1,-20 19-16,-18 19 16,19 27-1,75-46-15</inkml:trace>
  <inkml:trace contextRef="#ctx0" brushRef="#br0" timeOffset="117151.78">22427 7513 0,'0'0'15,"0"0"-15,0 0 16,0 0 0,0 0-16,0 0 15,0 0 1,0 0-16,0 28 16,0 27-16,-9 19 15,-1 46 1,-8 9-16,-1 0 15,0 10 1,0-10-16,0-18 16,10-28-16,0-19 15,9-18 1,0-18-16,0-19 16,0-9-1</inkml:trace>
  <inkml:trace contextRef="#ctx0" brushRef="#br0" timeOffset="117533.34">22822 7439 0,'0'0'0,"0"0"16,0 9 0,10 10-16,-1 8 15,10 20 1,0 17-16,-10 1 15,10 18 1,0 0-16,-10-9 16,1-10-16,-1-8 15,-9-10 1,9-9-16,1-9 16,-10-28-1</inkml:trace>
  <inkml:trace contextRef="#ctx0" brushRef="#br0" timeOffset="119306.63">21750 7033 0,'0'0'0,"0"0"15,0 0-15,0 0 16,0 0 0,0 0-16,0 0 15,0 0 1,0 9-16,-9 0 16,-1 10-16,-9 9 15,-9 18 1,-10 28-16,1 18 15,-10 19 1,0 9-16,0-19 16,0-9-16,9-18 15,0 0 1,10-28-16,0-9 16,19-18-1,-1-10-15,10-9 16,0 0-1</inkml:trace>
  <inkml:trace contextRef="#ctx0" brushRef="#br0" timeOffset="119918.58">22136 6691 0,'0'0'15,"0"0"-15,0 0 16,0 10-1,0 8-15,0 19 16,0 9 0,9 19-16,0 9 15,1 0 1,-1-10-16,1-8 16,-1-20-16,0 1 15,-9-37 1</inkml:trace>
  <inkml:trace contextRef="#ctx0" brushRef="#br0" timeOffset="121816.53">23349 7365 0,'0'0'0,"0"0"16,0 0-1,0 0-15,0 0 16,0 0 0,0 0-16,0 0 15,-9 9-15,-1 1 16,-18 8 0,-9 10-16,-29 18 15,-10 19 1,1 8-16,0 1 15,0 9 1,-1 10-16,1-1 16,9-18-16,0-10 15,19-17 1,0-11-16,10-8 16,-1 0-1,10-10-15,0 1 16,-1-1-16,29-18 15</inkml:trace>
  <inkml:trace contextRef="#ctx0" brushRef="#br0" timeOffset="123763.52">22455 8713 0,'0'0'0,"0"0"16,0 0-16,0 0 15,0 0 1,0 0-16,10 0 16,9-9-1,18-1-15,10-8 16,0-1-1,0 1-15,-9 9 16,0-1 0,-10 1-16,-9 0 15,-10 9-15,1 0 16,-10 0 0,0 0-16,0 0 15,0 9 1,-19 0-16,-9 10 15,-10-1-15,-9 1 16,9-1 0,10-8-16,9-1 15,10-9 1,9 0-16,0 0 16</inkml:trace>
  <inkml:trace contextRef="#ctx0" brushRef="#br0" timeOffset="124349.59">23161 8417 0,'0'0'0,"0"0"16,0 0-16,0 0 16,0 10-1,0 8-15,-9 10 16,9 9 0,0 9-16,0 0 15,0 0-15,0 10 16,0-10-1,0 0-15,0-9 16,0-10 0,0 1-16,0-19 15,0 1 1,0-10-16,0 0 16,0 0-16,0-10 15,-10-8 1,1-19-16,-1 0 15,1 0 1,0 9-16,-1 1 16,1-1-16,9 10 15,0-1 1,0 10-16,0 0 16,0 9-1,0 0-15,0 0 16,-10 9-1,1 19-15,0 27 16,-1 10-16,10-65 16</inkml:trace>
  <inkml:trace contextRef="#ctx0" brushRef="#br0" timeOffset="126836.08">19596 7614 0,'0'0'0,"0"0"16,0 0-1,0 0-15,0 0 16,0 0-16,0 0 15,0 0 1,0 0-16,9 10 16,10-1-1,0 9-15,-1 1 16,1-1 0,0 19-16,0 0 15,0 9-15,-10 0 16,1 1-1,-1-1-15,-9-9 16,0 0 0,-9-10-16,-1 1 15,1-10-15,-1 1 16,1-1 0,0-8-16,-1-1 15,1 0 1,-1-9-16,1 0 15,-1 0 1,1-9-16,0 0 16,-1-10-16,1-18 15,9 0 1,0-18-16,9 0 16,10-1-1,0-8-15,9-1 16,0 10-16,10 8 15,9 1 1,-47 46-16</inkml:trace>
  <inkml:trace contextRef="#ctx0" brushRef="#br0" timeOffset="130466.56">17150 9359 0,'0'0'0,"0"0"0,0 0 16,0 0-16,0 0 16,0 0-1,0 0-15,0 0 16,0 0 0,0 0-16,0 0 15,0 0-15,-10 9 16,1 19-1,-1 9-15,-8 18 16,-1 19 0,0 18-16,10 1 15,-1-20-15,1-8 16,9-19 0,0-18-16,0-1 15,0-17 1,0-10-16,0 0 15,0 0 1,0 0-16,0 0 16</inkml:trace>
  <inkml:trace contextRef="#ctx0" brushRef="#br0" timeOffset="131516.53">17517 9082 0,'0'0'0,"0"0"15,0 0-15,0-9 16,0 0 0,-10-10-16,1 1 15,-10-1 1,0 1-16,-9-1 15,-10 10-15,1 0 16,-20 0 0,-9 9-16,1 9 15,-1 0 1,9 9-16,1 10 16,-1 0-16,1 9 15,-1 9 1,10 0-16,-9 9 15,0 1 1,18-1-16,0 1 16,1-1-1,8 0-15,11 10 16,-1 9 0,0-19-16,10 10 15,-1-10-15,10 0 16,0 1-1,0-1-15,0 1 16,10-1 0,-1-18-16,10 9 15,0-9-15,9 0 16,0-9 0,10-1-16,-1-8 15,10-10 1,0 0-16,-9-9 15,9-9-15,-9 0 16,18-10 0,1-8-16,-10-10 15,0 0 1,9-9-16,-9-1 16,0 1-1,0-9-15,-9 0 16,-1-1-16,-8 1 15,-1-10 1,0 10-16,-9 9 16,0 0-1,-10 9-15,1-10 16,-10-8-16,0 0 16,-10-1-1,1 1-15,-1 0 16,-8-1-1,-1 10-15,0 0 16,-9 0 0,-1 18-16,-8 10 15,-29-1-15,-28 28 16,94-9 0</inkml:trace>
  <inkml:trace contextRef="#ctx0" brushRef="#br0" timeOffset="145516.91">18909 6248 0,'0'0'0,"0"0"0,0 0 16,0 0-1,0 0-15,0 0 16,0 0 0,0 0-16,0-9 15,9 0 1,10-9-16,0-1 15,9 1-15,0-1 16,10 1 0,-10-1-16,-9 10 15,0 9 1,0 0-16,-10 9 16,0 0-1,1 10-15,-10 18 16,-10 0-16,1 0 15,0 0 1,-10-10-16,9 1 16,1-10-1,9-8-15,0-10 16,0 0-16,9 0 16,10 0-1,9 0-15,10-10 16,0 10-1,-1 0-15,-8 0 16,-1 10 0,-9-1-16,-1 0 15,-8 10-15,-10 8 16,0 10 0,-10 0-16,-8 9 15,-11 0 1,1-9-16,-9-9 15,-1 0-15,-9-10 16,9-18 0,1 0-16,-1-9 15,10-10 1,9-8-16,19 27 16</inkml:trace>
  <inkml:trace contextRef="#ctx0" brushRef="#br0" timeOffset="146550.16">19596 5805 0,'0'0'15,"0"0"1,-10 0-16,-9-9 15,-9 0-15,-9 0 16,-1 0 0,-19-1-16,1 10 15,0 0 1,-1 0-16,1 10 16,-1 8-16,-18 10 15,9-1 1,10 10-16,-1 9 15,10-9 1,0 10-16,19-1 16,-10 9-1,10 0-15,9 1 16,0-1-16,10 1 16,0-1-1,9 0-15,0 1 16,9-1-1,-9-9-15,9 0 16,10 0 0,0-9-16,0-9 15,0 0-15,9-1 16,0-8 0,10-1-16,-1 1 15,10-1 1,1-8-16,-1-1 15,0-9-15,-10 0 16,10 0 0,0-9-16,0-1 15,10-8 1,-10-10-16,0 0 16,9-8-1,-9-1-15,0-10 16,-9 11-16,-10-1 15,0-9 1,-9 9-16,0-10 16,0 1-1,-10 0-15,1-9 16,-10-1-16,-10 10 16,1 0-1,-1 9-15,1 0 16,-10 0-1,0 10-15,1-1 16,-11 0-16,1 1 16,0 8-1,0 10-15,-10 0 16,0 9 0,1 0-16,9 9 15,28-9 1</inkml:trace>
  <inkml:trace contextRef="#ctx0" brushRef="#br0" timeOffset="147232.96">19191 7301 0,'0'0'16,"0"0"-16,0 0 15,0 0-15,19-10 16,9 1-1,19-9-15,19-1 16,9-8 0,19-10-16,29-19 15,8-8 1,1-1-16,9-18 16,10 0-1,-10 0-15,-9 0 16,18 0-16,-9 9 15,-19 0 1,10 9-16,-10 10 16,-18 0-1,-10 9-15,-19 9 16,1 0 0,-20 9-16,-18 10 15,-10 8-15,-9 1 16,-1 0-1,-8 9-15,-1 0 16,-9 0-16,0-9 16,0 9-1</inkml:trace>
  <inkml:trace contextRef="#ctx0" brushRef="#br0" timeOffset="147753.74">21195 5842 0,'0'0'0,"0"0"16,9 0-16,10 0 15,9 10 1,10-1-16,18 0 16,10 10-1,10-10-15,-1-9 16,0-9-16,-19-1 16,-8 10-1,-11-9-15,1 9 16,-10 0-1,0 0-15,-9 0 16,-10 0-16,1 0 16,-1 9-1,1 1-15,-10-1 16,0-9 0,0 9-16,0 0 15,0 10 1,-10-1-16,-9 10 15,-9 9-15,-9 9 16,-20 18 0,-18 10-16,-19 9 15,-38 19 1,132-102-16</inkml:trace>
  <inkml:trace contextRef="#ctx0" brushRef="#br0" timeOffset="179567.12">29812 15626 0,'0'0'0,"0"0"15,0 0-15,0 0 16,0 0 0,0 0-16,9-9 15,10-10-15,19-27 16,9-19-1,-9 10-15,-1-10 16,-18 1 0,-10-1-16,1 1 15,-10-1-15,-10 19 16,1 0 0,0 9-16,-1 9 15,1 10 1,9 8-16,0 10 15,0 0-15,0 0 16,-10 19 0,1 18-16,-10 37 15,0-1 1,1 20-16,8 8 16,1-18-1,9-9-15,0-18 16,9-20-1,1-8-15,-1-9 16,0-10-16,10 0 16,0-9-1,9-9-15,10-10 16,18-27-16,10-18 16,0-1-1,-10 10-15,-18 8 16,-10 11-1,-9 8-15,-9 0 16,-1 10 0,-9 8-16,0 1 15,0 0-15,0 9 16,0 0 0,0 0-16,-9 9 15,-1 10 1,1 8-16,9 1 15,0 9 1,9 0-16,1-9 16,-1-1-16,0 10 15,-9 0 1,0 0-16,-9 0 16,0 0-1,-10 0-15,0 0 16,0-19-16,19-18 15</inkml:trace>
  <inkml:trace contextRef="#ctx0" brushRef="#br0" timeOffset="179883.9">30555 15238 0,'0'0'16,"0"0"-16,0 0 15,10 0 1,-1-9-16,10-10 16,19 1-16,-1-10 15,1 1 1,-38 27-16</inkml:trace>
  <inkml:trace contextRef="#ctx0" brushRef="#br0" timeOffset="180117.67">30565 15450 0,'0'0'15,"0"0"-15,9-9 16,19-9-1,29-19-15,18-9 16,0 0 0,1-19-16,-20 10 15,-56 55-15</inkml:trace>
  <inkml:trace contextRef="#ctx0" brushRef="#br0" timeOffset="180867.01">31091 14472 0,'0'0'0,"0"0"15,0 0 1,0 0-16,0 0 16,0 0-1,0 0-15,0 9 16,0 19-16,-9 18 16,0 0-1,-10 10-15,9-10 16,1 0-1,-10 9-15,10 19 16,-1 18-16,1-18 16,18-9-1,1-10-15,9-18 16,9-9 0,0-10-16,0 1 15,-9-10 1,9-9-16,-9 0 15,0 0-15,-10 0 16,1 0 0,-1 0-16,1 0 15,-1-9 1,-9 9-16,9-9 16,-9-1-1,0 1-15,0-19 16,0 1-16,0-10 15,0 0 1,-9 0-16,0 0 16,-1-9-1,-9 0-15,1-10 16,-1 10-16,0 0 16,0 0-1,0 9-15,0 9 16,1 10-1,-1-1-15,0 10 16,0 0 0,0 18-16,-9 10 15,28-19-15</inkml:trace>
  <inkml:trace contextRef="#ctx0" brushRef="#br0" timeOffset="181884.68">30085 16078 0,'0'0'0,"0"0"15,-10 9-15,-8 1 16,-1 8-16,-9 10 16,-1 9-1,1-1-15,19 1 16,-1-9-1,10 0-15,10-10 16,-1 1 0,10 8-16,9-8 15,0-1-15,-9 1 16,0-1 0,0 10-16,-10-10 15,-9 1 1,0-1-16,-9 10 15,-19 0 1,-1-1-16,-8 1 16,-1-9-16,1-1 15,-1-9 1,38-9-16</inkml:trace>
  <inkml:trace contextRef="#ctx0" brushRef="#br0" timeOffset="182167.45">30198 16392 0,'0'0'15,"0"0"-15,9-9 16,10-10 0,9-9-16,10-8 15,-1 8-15,1 0 16,0 0 0,-1 1-16,-18 18 15,-19 9 1</inkml:trace>
  <inkml:trace contextRef="#ctx0" brushRef="#br0" timeOffset="182375.87">30329 16549 0,'0'0'0,"0"0"15,0 0 1,19-9-16,19-19 16,37-37-16,19-18 15,-94 83 1</inkml:trace>
  <inkml:trace contextRef="#ctx0" brushRef="#br0" timeOffset="182806.54">30932 15967 0,'0'0'0,"0"0"16,0 0 0,-10 10-16,10-1 15,-9 9 1,-1 10-16,10 0 15,0 9 1,0 9-16,0 0 16,10-9-16,9 9 15,-1-18 1,11-10-16,-1-9 16,9-9-16,1-9 15,0-19 1,-1-9-16,-8-9 15,-1-9 1,-9 9-16,-19 9 16,0 0-1,-10 9-15,-9 1 16,-18 8-16,-1 19 16,-18 9-1,9 19-15,0 9 16,47-37-1</inkml:trace>
  <inkml:trace contextRef="#ctx0" brushRef="#br0" timeOffset="183418.59">31204 15718 0,'0'0'0,"0"0"16,0 0-1,0 0-15,0 0 16,0 0 0,-9 9-16,0 10 15,-10 27-15,0 28 16,0 9-1,0 9-15,0 19 16,10-19 0,0-9-16,-1-18 15,10-19 1,0-9-16,0-9 16,0-19-16,0 0 15,0-9 1</inkml:trace>
  <inkml:trace contextRef="#ctx0" brushRef="#br0" timeOffset="184157.53">31505 15497 0,'0'0'15,"0"0"-15,0 0 16,0 0 0,0 0-16,0 0 15,0 0-15,0 9 16,0 9 0,0 10-16,0 0 15,0 18 1,0 0-16,0 9 15,0 10-15,0 0 16,10-1 0,-1-18-16,1 0 15,-1-9 1,0-9-16,1 0 16,-1-10-1,1 1-15,8-10 16,-8 0-1,9 0-15,-10-9 16,1 0-16,-1 0 16,0 0-1,10-9-15,-9 0 16,-1 0 0,0-1-16,1-8 15,-1 0-15,-9-1 16,0 1-1,0-1-15,0 1 16,-9-1 0,-1 10-16,1 0 15,0 0-15,-10 9 16,-9 9 0,-1 18-16,29-27 15</inkml:trace>
  <inkml:trace contextRef="#ctx0" brushRef="#br0" timeOffset="185051.65">31524 14481 0,'0'0'0,"0"0"16,0 0-1,0 0-15,-9 0 16,-10 10 0,-9 8-16,-10 10 15,-9 18-15,-19 9 16,0 19-1,-9 18-15,0 19 16,28-9 0,0-10-16,9-9 15,19-9 1,1-10-16,8-17 16,10-20-16,0-8 15,0-19 1</inkml:trace>
  <inkml:trace contextRef="#ctx0" brushRef="#br0" timeOffset="185771.48">31863 14361 0,'0'0'15,"0"0"-15,0 0 16,0 0 0,0 0-16,-10 10 15,1-1 1,-10 9-16,0 10 15,1 18-15,-11 9 16,11 10 0,-1-10-1,0 10-15,10 9 16,-1-9-16,20-1 16,-1-9-1,10 1-15,-10-19 16,10-10-1,0-8-15,0-1 16,-1-8-16,1-1 16,0-9-1,0 0-15,0-9 16,0-1 0,-10 1-16,0-9 15,1-1-15,-10 1 16,0-1-1,0 1-15,-10-1 16,1 1 0,-10 9-16,0-1 15,-9 1-15,-19 18 16,-19 38 0,66-47-16</inkml:trace>
  <inkml:trace contextRef="#ctx0" brushRef="#br0" timeOffset="189485.37">29953 17139 0,'0'0'0,"0"0"16,0 0-16,0 0 16,0 0-1,0 0-15,0 0 16,0 0-1,0 0-15,10 10 16,18 27-16,9 9 16,1 18-1,0 1-15,-1 0 16,-8 8 0,-11-8-16,1-10 15,-9-18 1,-10-9-16,0-19 15,0-9-15,-10-9 16,-9-19 0,1 1-16,8-20 15,1-8 1,9-19-16,19 0 16,9-9-16,0 0 15,10 0 1,9-9-16,-10 27 15,-8 10 1,-11 18-16,-8 9 16,-1 10-16,1 9 15,-10 9 1,0 0-16,0 0 16,0 0-1,-10 9-15,1 9 16,-1 10-1,1 9-15,0 0 16,9 0-16,18 9 16,1-9-1,9-9-15,10 8 16,0-8 0,-1 0-16,-9 0 15,-9-10 1,-9 10-16,-1-1 15,-9 1-15,-9 9 16,-1-9 0,1 9-16,9-37 15</inkml:trace>
  <inkml:trace contextRef="#ctx0" brushRef="#br0" timeOffset="189769.09">30753 17213 0,'0'0'15,"0"0"-15,0-9 16,19-19-16,9-18 15,9 0 1,1 0-16,0 9 16,-1 9-1,1 1-15,-10 8 16,-9 10 0,-19 9-16</inkml:trace>
  <inkml:trace contextRef="#ctx0" brushRef="#br0" timeOffset="189968.13">30894 17435 0,'0'0'0,"0"0"15,9-9 1,38-38-16,19-17 15,9-10 1,1 9-16,-76 65 16</inkml:trace>
  <inkml:trace contextRef="#ctx0" brushRef="#br0" timeOffset="190483.87">31487 16696 0,'0'0'15,"0"0"-15,0 0 16,0 0-1,0 10-15,0 8 16,0 10 0,9 9-16,0 0 15,1 0 1,-1-1-16,1-8 16,8-9-16,1-10 15,0-9 1,9 0-16,1-9 15,-1-10 1,-9-9-16,-1 1 16,1-1-16,-9 0 15,-1 1 1,-9 8-16,0 1 16,-9-1-1,-1 1-15,1 9 16,-19-1-1,-10 10-15,-19 19 16,1 27-16,18 9 16,38-55-1</inkml:trace>
  <inkml:trace contextRef="#ctx0" brushRef="#br0" timeOffset="191284.21">31430 17416 0,'0'0'15,"0"0"-15,0 0 16,-9 0 0,-10 10-16,0-1 15,-9 9 1,0 10-16,-1 9 15,11 0-15,8-10 16,10 1 0,0 0-16,0-19 15,10 10 1,8-1-16,1-9 16,0 10-1,0-10-15,0 9 16,-10 1-16,1-1 15,-10 1 1,-10 8-16,1 1 16,-10 9-1,-9 0-15,-1-9 16,-8-1-16,9-17 16,28-10-1</inkml:trace>
  <inkml:trace contextRef="#ctx0" brushRef="#br0" timeOffset="191556.4">31458 17656 0,'0'0'0,"0"0"16,0 0 0,10-9-16,9-9 15,9-1 1,0 1-16,0-10 16,0 10-16,1-1 15,-10 1 1,-19 18-16</inkml:trace>
  <inkml:trace contextRef="#ctx0" brushRef="#br0" timeOffset="191787.92">31647 17952 0,'0'0'0,"0"0"15,18-10-15,11-8 16,18-19 0,9-9-16,0-9 15,-56 55-15</inkml:trace>
  <inkml:trace contextRef="#ctx0" brushRef="#br0" timeOffset="192268.45">31929 17343 0,'0'0'15,"0"0"1,0 0-16,0 0 16,0 0-16,0 9 15,0 9 1,9 10-16,1 0 16,-1-1-1,0 1-15,1 0 16,9-10-1,-1 1-15,1-10 16,9 0-16,1-9 16,-1-9-1,0 0-15,0-10 16,1 1 0,-11-10-16,1 0 15,-9 1-15,-1-10 16,-9 9-1,0 0-15,-9 10 16,-1-1 0,-9 10-16,-9 9 15,-19 28 1,0 18-16,47-46 16</inkml:trace>
  <inkml:trace contextRef="#ctx0" brushRef="#br0" timeOffset="193187.78">32126 17038 0,'0'0'15,"0"0"1,0 0-16,0 9 15,0 10-15,10 18 16,-1 27 0,1 28-16,-10 1 15,0 8 1,0 10-16,-10-19 16,1-27-16,-1-10 15,1-18 1,9-9-16,0-28 15</inkml:trace>
  <inkml:trace contextRef="#ctx0" brushRef="#br0" timeOffset="193721.27">32503 16992 0,'0'0'15,"0"0"-15,0 0 16,9 9 0,0 0-16,1 10 15,-1 18 1,1 9-16,-10 0 16,0 9-16,0 1 15,0-10 1,0 0-16,0-9 15,0-9 1,0-10-16,0 0 16,0-8-1,9-1-15,0 0 16,1-9-16,18 0 16,10-9-1,-1 0-15,20-10 16,-20 10-1,1-9-15,-10-1 16,-9 1-16,-19 18 16</inkml:trace>
  <inkml:trace contextRef="#ctx0" brushRef="#br0" timeOffset="193951.55">32728 17269 0,'0'0'0,"0"0"15,0 0 1,0 0-16,10 18 16,9 10-16,-1 27 15,1 37 1,0 1-16,0-1 15,-19-92 1</inkml:trace>
  <inkml:trace contextRef="#ctx0" brushRef="#br0" timeOffset="194735.14">31825 16493 0,'0'0'15,"0"0"-15,-9 10 16,-1 17 0,-8 19-16,-11 38 15,-8 8 1,-1 0-16,-9 0 15,0 1-15,9-19 16,1-28 0,9-19-16,28-27 15</inkml:trace>
  <inkml:trace contextRef="#ctx0" brushRef="#br0" timeOffset="195300.79">32258 16263 0,'0'0'16,"0"0"-16,0 0 15,0 0-15,0 0 16,0 0-1,0 0-15,0 0 16,-9 18 0,-1 10-16,1 9 15,-1 9 1,-8 0-16,8-9 16,1 0-16,9-9 15,0-1 1,0-8-16,0-10 15,9 0 1,1-9-16,8 0 16,11 0-1,18-9-15,9-10 16,1 1-16,-10 0 16,-10-1-1,-9 1-15,-28 18 16</inkml:trace>
  <inkml:trace contextRef="#ctx0" brushRef="#br0" timeOffset="195551.06">32399 16401 0,'0'0'0,"0"0"16,0 0-16,10 19 15,-1 8 1,10 19-16,0 28 16,9 37-16,-9-9 15,-19-102 1</inkml:trace>
  <inkml:trace contextRef="#ctx0" brushRef="#br0" timeOffset="198888.72">25861 14417 0,'0'0'0,"0"0"0,0 0 16,0 0-1,0 0-15,0 0 16,0 9 0,0 19-16,0 9 15,0 27-15,0 1 16,0-1-1,0 1-15,0-10 16,0 1 0,0-19-16,0 0 15,0-19 1,0-18-16,0 0 16</inkml:trace>
  <inkml:trace contextRef="#ctx0" brushRef="#br0" timeOffset="199453.37">26190 14444 0,'0'0'0,"0"0"15,0 0-15,0 0 16,0 0-16,0 0 16,0 0-1,0 0-15,-9 10 16,-1 8 0,-8 19-16,-11 9 15,1 10-15,9-1 16,10 0-1,0-9-15,9 1 16,0-10 0,9-1-16,10-8 15,0-9 1,9-10-16,0 0 16,0-9-16,0-9 15,1-10 1,-1 1-16,-9-10 15,0 1 1,-10-10-16,0 0 16,-9 0-1,0 9-15,-9 0 16,0 1-16,-10 8 16,0 1-1,0 9-15,0 9 16,0 9-1,1 0-15,18-9 16</inkml:trace>
  <inkml:trace contextRef="#ctx0" brushRef="#br0" timeOffset="200506.86">26472 14168 0,'0'0'16,"0"0"-16,0 0 16,0 0-1,0 0-15,0 0 16,0 0-16,-9-10 15,-10 10 1,-9 0-16,0 0 16,-10 0-1,-18 0-15,-1 10 16,1 8-16,-10 10 16,10-1-1,-1 1-15,10 9 16,-9 9-1,-1 0-15,10 0 16,0 1 0,9-1-16,1 0 15,9 0-15,-1 0 16,11 0 0,8 0-16,1 1 15,-1 8 1,10 0-16,10 10 15,9-10 1,-1 1-16,11-1 16,-1-9-16,0-9 15,0-9 1,10 0-16,0-10 16,-1 0-1,1-8-15,9-1 16,0-9-16,9-9 15,1-1 1,-1 1-16,1-18 16,-1-1-1,-9-9-15,0-9 16,-9 0 0,-1-1-16,1 1 15,0 0-15,-10 0 16,10-9-1,-10-1-15,0-8 16,-9 8 0,-10 1-16,1 9 15,-10 0-15,0 9 16,0 0 0,-10 0-16,1 9 15,-10 0 1,0 1-16,0 8 15,-9 1 1,0-1-16,0 1 16,-1 9-16,1 0 15,-9 9 1,37 0-16</inkml:trace>
  <inkml:trace contextRef="#ctx0" brushRef="#br0" timeOffset="203784.99">25983 12543 0,'0'0'0,"0"0"0,0 0 16,0 0-1,0 0-15,0 0 16,0 0-1,0 0-15,19-9 16,28-28 0,28-37-16,19-18 15,10-10-15,18-36 16,-18 27 0,-10 10-16,0-1 15,0 1 1,9-1-16,-18 19 15,-19 18-15,-10 10 16,-9 9 0,-9 18-16,-10 10 15,-9 8 1,-10 1-16,1 9 16,-10 0-16,0 0 15</inkml:trace>
  <inkml:trace contextRef="#ctx0" brushRef="#br0" timeOffset="204284.49">26962 11177 0,'0'0'0,"0"0"16,0 0-16,0 0 16,9 0-1,10 0-15,9 0 16,10 0 0,9 0-16,0-9 15,9 0 1,1-1-16,-10 1 15,0 0-15,-10-10 16,-8 10 0,-1 0-16,-9 0 15,-1 0 1,-8 9-16,-1 0 16,-9 0-16,0 0 15,0 0 1,0 0-16,0 9 15,-9 9 1,-1 19-16,-8 19 16,-11 17-1,-18 20-15,10-1 16,-1 10-16,10-19 16,28-83-1</inkml:trace>
  <inkml:trace contextRef="#ctx0" brushRef="#br0" timeOffset="204986.65">25588 11306 0,'0'0'0,"0"0"15,0 0-15,0 0 16,-9 10 0,-1-1-16,1 9 15,0 1-15,-1 18 16,1 18 0,9 0-16,0 1 15,0-1 1,0-9-16,0-9 15,0-9 1,0 0-16,0-10 16,0-9-16,0-9 15</inkml:trace>
  <inkml:trace contextRef="#ctx0" brushRef="#br0" timeOffset="205551.52">25870 11223 0,'0'0'15,"0"0"-15,0 9 16,-9 10 0,0-1-16,-1 10 15,-9 9-15,1 0 16,8 9 0,1 9-16,-1-8 15,10-10 1,0-1-16,10-8 15,-1 0 1,10-10-16,0-8 16,9-1-16,10 0 15,-1-9 1,1-9-16,9-10 16,-9 1-1,-10-10-15,-9 0 16,-1 1-16,-8-1 15,-1 0 1,-9 1-16,0-1 16,-9 10-1,-1-1-15,1 10 16,-10 0 0,-9-1-16,0 10 15,-1 10-15,29-10 16</inkml:trace>
  <inkml:trace contextRef="#ctx0" brushRef="#br0" timeOffset="206721.81">26256 11039 0,'0'0'0,"0"0"16,0-10-1,0 1-15,-9-9 16,-1 9-1,1-10-15,-10 1 16,0 8-16,-9-8 16,-10 9-1,-9-10-15,10 10 16,-10 0 0,-19 0-16,0 9 15,-9 9 1,-10 9-16,19 1 15,-9 8-15,0 10 16,9 9 0,-9 10-16,9-1 15,19-9 1,0 0-16,9 1 16,10-1-1,0 9-15,9 1 16,9 8-16,10-8 15,10-1 1,9 0-16,9-9 16,9 1-1,10-1-15,0-9 16,1 9-16,-1-9 16,9 0-1,0-10-15,1 1 16,9 0-1,-10-10-15,-9-9 16,10 1 0,-10-1-16,0 0 15,0 0-15,0-9 16,0 0 0,0-9-16,9 0 15,1-10 1,-10 1-16,0-10 15,-10 1-15,1-10 16,9-10 0,0 1-16,0 0 15,-9 0 1,-1-9-16,1-1 16,-10 1-1,-9 9-15,-9 9 16,-1 0-16,-9 0 15,0 9 1,-9-9-16,-10-9 16,-19-9-1,-9-10-15,0 1 16,0 8-16,0 10 16,9 18-1,1 10-15,-10 0 16,9 8-1,0 10-15,10 10 16,9-1-16,19-9 16</inkml:trace>
  <inkml:trace contextRef="#ctx0" brushRef="#br0" timeOffset="207367.84">25786 11251 0,'0'0'0,"0"0"15,0 0-15,0 0 16,0 0 0,0 0-16,0 0 15,9 0 1,10 0-16,9 0 16,0 0-16,10 9 15,0 0 1,9 10-16,-10-1 15,1 1 1,0 8-16,-1 10 16,1 19-1,-38-56-15</inkml:trace>
  <inkml:trace contextRef="#ctx1" brushRef="#br0">29704 9560 0,'-18'-17'250,"1"-54"-235,17 18-15,0 0 0,0-35 31,0 70 1,0 89 15,17 17-32,-17-35 1,0 176-1,0-158 1,0-18 0,0-88 93,0-54-93,0 36-16,0 18 15,0-35 1,0 52 0,0-53 15,0 142 78,0-36-93,0 1-16,0-1 15,0-18 1</inkml:trace>
  <inkml:trace contextRef="#ctx0" brushRef="#br0" timeOffset="-199564.94">22832 10513 0,'0'0'0,"0"0"16,0 0-16,0 0 16,0 0-16,9-10 15,1 1 1,8-19-16,11-8 15,-1-20 1,-9-8-16,-1-1 16,-8 0-1,-1 10-15,-9 9 16,0 0-16,0 9 16,0 0-1,0 9-15,0 10 16,0-1-1,-9 1-15,-1 8 16,1 1 0,0 9-16,-1 0 15,1 0-15,-1 9 16,1 1 0,-10 17-16,10 10 15,-1 9 1,1 38-16,9-1 15,9-10 1,1-8-16,-1-10 16,1-8-16,-1-10 15,10-10 1,0-8-16,-1-10 16,1 0-1,10-9-15,-1-9 16,9-10-16,1-8 15,9-29 1,-9-8-16,9-1 16,-10 1-1,-8 8-15,-11 19 16,-8 10-16,-1-1 16,1 9-1,-10 10-15,0 0 16,0 9-1,0 0-15,0 0 16,-10 9 0,1 0-16,-1 10 15,10-1-15,0 10 16,0 0 0,10-1-16,-1 1 15,1 0 1,-1-10-16,10 1 15,0-1-15,-10 1 16,0-1 0,1 1-16,-10-1 15,0 0 1,0 10-16,-10-9 16,1-1-1,0 1-15,9-19 16,0 0-16</inkml:trace>
  <inkml:trace contextRef="#ctx0" brushRef="#br0" timeOffset="-199288.26">23660 9931 0,'0'0'0,"0"0"15,0 0-15,0 0 16,0 0 0,9-9-16,0 0 15,10-1 1,0-8-16,0-1 15,0 1-15,-19 18 16</inkml:trace>
  <inkml:trace contextRef="#ctx0" brushRef="#br0" timeOffset="-199044.96">23763 10190 0,'0'0'0,"0"0"15,0 0 1,0 0-16,0 0 16,0 0-1,0 0-15,10-10 16,8-8-1,20-19-15,-38 37 16</inkml:trace>
  <inkml:trace contextRef="#ctx0" brushRef="#br0" timeOffset="-198007">24139 9470 0,'0'0'16,"0"0"-16,-9 9 15,0 9 1,-1 10-16,-9 18 16,10 10-1,0 8-15,9 1 16,0-10 0,9-9-16,0-9 15,1-9-15,9-19 16,-1-9-1,11-9-15,18-19 16,0-27 0,-10-1-16,-8 1 15,-11 0 1,-8 9-16,-10 9 16,0 9-16,0 0 15,-10 10 1,1 9-16,0 9 15,-10 0 1,-9 9-16,-1 18 16,29-27-16</inkml:trace>
  <inkml:trace contextRef="#ctx0" brushRef="#br0" timeOffset="-197310.65">23547 10669 0,'0'0'0,"9"-9"15,1 0 1,-1-9-16,0 8 16,1 1-16,-1 0 15,-9 9 1,0 0-16,0 0 15,-9 9 1,-1 10-16,-8 8 16,-1 1-1,9 0-15,1-1 16,9 1-16,0 0 16,9-10-1,10 10-15,0-10 16,0 1-1,-10-1-15,10 1 16,-10-1 0,1 1-16,-10 8 15,0-8-15,-10 8 16,1-8 0,-10 9-16,-9-10 15,0 0 1,9-8-16,19-10 15</inkml:trace>
  <inkml:trace contextRef="#ctx0" brushRef="#br0" timeOffset="-197070.31">23857 10660 0,'0'0'16,"0"0"-1,0 0-15,10-9 16,8 0-16,1-10 16,0 1-1,0-1-15,-19 19 16</inkml:trace>
  <inkml:trace contextRef="#ctx0" brushRef="#br0" timeOffset="-196828.55">23801 10863 0,'0'0'0,"0"0"16,9 0 0,10-9-16,28-9 15,9-19 1,20-9-16,-1-10 16,0-18-16,-75 74 15</inkml:trace>
  <inkml:trace contextRef="#ctx0" brushRef="#br0" timeOffset="-196387.14">24469 10300 0,'0'0'0,"0"0"15,-10 10 1,1-1-16,-1 9 16,-8 10-1,8 0-15,1-1 16,9 10 0,0-9-16,9 0 15,1-10 1,-1-9-16,10 0 15,0-9-15,9-9 16,0-9 0,10-19-16,-10 0 15,0 0-15,-9 0 16,-10 0 0,1 0-16,-10 10 15,0-1 1,-10 9-16,1 10 15,-10 9 1,-18 19-16,-1 18 16,38-37-16</inkml:trace>
  <inkml:trace contextRef="#ctx0" brushRef="#br0" timeOffset="-195409.49">29690 9830 0,'0'0'0,"0"0"16,0 0-16,0 0 15,-10 0-15,1 0 16,-10-10 0,0 10-16,-9 0 15,-10 0 1,-9 0-16,-18 0 16,-11 0-1,1 0-15,0 0 16,-10 10-16,-9-1 15,-19-9 1,19 9-16,19 0 16,-10 0-1,-9 1-15,9-1 16,10 0-16,9 10 16,10-10-1,-1 9-15,10-8 16,10-1-1,9 0-15,-1 0 16,29-9 0</inkml:trace>
  <inkml:trace contextRef="#ctx0" brushRef="#br0" timeOffset="-194876.27">28185 9700 0,'0'0'0,"0"0"16,-10 10-16,-9 8 16,-9 1-1,-9 8-15,-1 1 16,-9 9-16,0-10 16,0 1-1,0 0-15,9-10 16,10-8-1,0 8-15,9-9 16,0 0-16,10 1 16,-1-1-1,10 9-15,0 1 16,10 9 0,8-1-16,11 1 15,8 0 1,1-1-16,0 1 15,9 0-15,-10-10 16,10 1 0,-9-1-16,0 10 15,-38-28 1</inkml:trace>
  <inkml:trace contextRef="#ctx0" brushRef="#br0" timeOffset="-193372.49">24779 10116 0,'0'0'16,"0"0"-16,0 0 15,0 0 1,0 0-16,-9 9 15,-10 0 1,0 10-16,0 8 16,0 1-16,-9 9 15,0 0 1,0 9-16,0 9 16,-1 1-1,1-1-15,19 0 16,-10 1-16,9-19 15,1 0 1,0-10-16,9-8 16,0-10-1,-10 0-15,10-9 16</inkml:trace>
  <inkml:trace contextRef="#ctx0" brushRef="#br0" timeOffset="-192603.17">25165 10051 0,'0'0'16,"0"0"-16,0 0 16,0 0-1,0 9-15,0 10 16,0 8-1,9 1-15,1 9 16,-10 9 0,0-9-16,0 9 15,0-9-15,0 0 16,-10 0 0,1-9-16,9-1 15,0-8 1,0-1-16,0-8 15,0-1 1,9 0-16,1-9 16,-1 0-16,0 0 15,10 0 1,0 0-16,0 0 16,0 0-1,-10 0-15,10-9 16,0 0-16,0-1 15,-10 1 1,10 0-16,0 0 16,-1-1-1,-8-8-15,-1 9 16,1 0-16,-10 9 16</inkml:trace>
  <inkml:trace contextRef="#ctx0" brushRef="#br0" timeOffset="-192344.52">25372 10310 0,'0'0'0,"0"0"16,0 0-16,0 0 15,0 0-15,0 9 16,0 0 0,0 9-16,0 19 15,9 19 1,1 18-16,8 18 16,-18-92-16</inkml:trace>
  <inkml:trace contextRef="#ctx0" brushRef="#br0" timeOffset="-191193.34">24629 9294 0,'0'0'0,"0"0"15,0 0-15,0 0 16,0 0-16,-10 9 16,1 1-1,-10 8-15,-9 19 16,-10 9-1,0 0-15,1 28 16,-10 28 0,9-19-16,-9 9 15,10-9-15,8-9 16,1 0 0,0-19-16,0 1 15,9-19 1,19-37-16</inkml:trace>
  <inkml:trace contextRef="#ctx0" brushRef="#br0" timeOffset="-190361.26">24638 9128 0,'0'0'15,"0"9"-15,-9 19 16,-1 0-1,1 9-15,-1-10 16,1 1-16,9 0 16,0-10-1,0 1-15,9-10 16,1 0 0,9 0-16,9 1 15,9-10-15,1 0 16,9-10-1,-9 1-15,9-9 16,-10-1 0,-8 1-16,8-1 15,-9 1 1,-28 18-16</inkml:trace>
  <inkml:trace contextRef="#ctx0" brushRef="#br0" timeOffset="-190133.07">24958 9174 0,'0'0'16,"0"0"-16,0 0 16,0 0-1,0 0-15,0 10 16,-10 8-16,10 28 15,0 28 1,19 37-16,9 36 16,20-8-1,-48-139-15</inkml:trace>
  <inkml:trace contextRef="#ctx0" brushRef="#br0" timeOffset="-189309.85">25541 10005 0,'0'0'0,"0"0"15,0 0 1,-9 9-16,-1 10 15,-9 18 1,-18 27-16,9 1 16,-10 9-1,0-1-15,-9 20 16,10-19-16,-1-10 16,0-18-1,10 0-15,9-18 16,19-28-1</inkml:trace>
  <inkml:trace contextRef="#ctx0" brushRef="#br0" timeOffset="-188777.07">25805 10226 0,'0'0'0,"0"0"16,0 0-1,0 0-15,9 10 16,0 17 0,1 10-16,9 9 15,-1 19-15,1 0 16,0-1-1,-10-27-15,1-9 16,-10-28 0</inkml:trace>
  <inkml:trace contextRef="#ctx0" brushRef="#br0" timeOffset="-188240.6">26181 10106 0,'0'0'0,"0"0"15,0 0 1,-10 10-16,1 8 15,-10 19 1,0-9-16,10 9 16,-10 9-1,10-9-15,9 0 16,0-10 0,0 1-16,9 0 15,10-1-15,0-8 16,9-1-1,10-8-15,-1-10 16,1 0 0,0-10-16,-1 1 15,1-9-15,-10-10 16,-9 0 0,0 1-16,-10-1 15,-9-9 1,-9 0-16,-1 9 15,-9 1 1,-9 8-16,-9 1 16,-10 9-16,-10 18 15,10 9 1,47-18-16</inkml:trace>
  <inkml:trace contextRef="#ctx0" brushRef="#br0" timeOffset="-187493.49">25061 9082 0,'0'0'0,"0"0"15,-9 9-15,-10 0 16,0 1 0,-9 17-16,-10 10 15,1 9-15,-10 19 16,9 9-1,1 0-15,-11 9 16,11 0 0,9-19-16,-1-8 15,11-19 1,18-37-16</inkml:trace>
  <inkml:trace contextRef="#ctx0" brushRef="#br0" timeOffset="-186995.12">24506 8620 0,'0'0'15,"0"0"-15,0 0 16,0 0 0,10 19-16,-1 9 15,10 27 1,9 10-16,0 8 15,1-17 1,-1-10-16,-9-9 16,-1-9-16,1-19 15,-19-9 1</inkml:trace>
  <inkml:trace contextRef="#ctx0" brushRef="#br0" timeOffset="-186444.7">24920 8473 0,'0'0'0,"0"0"16,0 9 0,0 10-16,-9 17 15,-1 1-15,10 9 16,0 10 0,0-10-16,0 0 15,0-9 1,0-9-16,10-10 15,-1-9 1,1 1-16,8-1 16,1-9-16,9 0 15,1-9 1,-1-1-16,0-8 16,0 0-1,1-10-15,-11 0 16,-8 0-16,-1 1 15,-9-1 1,0 0-16,-9 1 16,-10-1-1,0 10-15,0-1 16,1 10-16,-11 18 16,-27 28-1,-29 55-15,85-92 16</inkml:trace>
  <inkml:trace contextRef="#ctx0" brushRef="#br0" timeOffset="-179695.18">30743 9848 0,'0'0'0,"0"0"16,0 0-16,0 0 15,0 0 1,10 0-16,9 0 16,18 0-1,1 9-15,0 0 16,-1 1-16,1 8 15,-10 1 1,0-1-16,-9 1 16,-10-1-1,1 0-15,-10 1 16,0-10-16,0 0 16,0-9-1,0 0-15,0 0 16,-10-9-1,1-9-15,0-19 16,9-19 0,9-17-16,10 8 15,9-9-15,10 10 16,9-1 0,9 0-16,-18 19 15,-10 18 1,-9 10-16,-10 9 15,-9 9 1,0 0-16,-9 9 16,-10 9-16,-9 10 15,0 9 1,9 0-16,0 0 16,19 0-1,9 0-15,10 0 16,0-10-16,9 1 15,10 0 1,-10-1-16,0-8 16,-9-1-1,-9 1-15,-1-1 16,-9 1-16,0-10 16,-9 9-1,-1-8-15,10-10 16</inkml:trace>
  <inkml:trace contextRef="#ctx0" brushRef="#br0" timeOffset="-179344.16">31665 9590 0,'0'0'0,"0"0"15,0 0 1,0 0-16,0 0 16,10 0-1,18-10-15,10-8 16,9-10-16,-10 1 16,-37 27-1</inkml:trace>
  <inkml:trace contextRef="#ctx0" brushRef="#br0" timeOffset="-179123.72">31712 9820 0,'0'0'0,"0"0"16,10-9-1,-1-9-15,19-10 16,10-9 0,9-9-16,0-9 15,-47 55 1</inkml:trace>
  <inkml:trace contextRef="#ctx0" brushRef="#br0" timeOffset="-178661.25">32202 9230 0,'0'0'15,"0"0"-15,-10 9 16,1 9-1,-1 19-15,1 0 16,0 0-16,9 0 16,0 0-1,9-9-15,0-10 16,1 1 0,9-10-16,-1 0 15,11-9-15,8-9 16,1-10-1,-1-8-15,1-10 16,-19 0 0,-10 0-16,-9-9 15,-9 0 1,0 9-16,-10 0 16,-10 9-16,-8 10 15,-10 18 1,-10 18-16,-18 37 15,19 10 1,56-65-16</inkml:trace>
  <inkml:trace contextRef="#ctx0" brushRef="#br0" timeOffset="-177944.68">31966 9922 0,'0'0'0,"0"0"16,0 0-16,0 0 16,-9 9-1,-10 0-15,0 10 16,-9 8-16,0 1 15,0 0 1,9 0-16,9-10 16,1 0-1,9-8-15,9-1 16,1 9 0,18 1-16,10-1 15,-1 1-15,-8-1 16,-1 1-1,-9 8-15,-10-8 16,0 9 0,-18-1-16,0 1 15,-10 0-15,-9-1 16,-1 1 0,1-10-16,0-8 15,28-10 1</inkml:trace>
  <inkml:trace contextRef="#ctx0" brushRef="#br0" timeOffset="-177695.23">32089 10060 0,'0'0'0,"0"0"16,0 0-1,18-9-15,1 0 16,10-10 0,8 1-16,20-10 15,-1-9-15,-56 37 16</inkml:trace>
  <inkml:trace contextRef="#ctx0" brushRef="#br0" timeOffset="-177478.96">32220 10310 0,'0'0'0,"0"0"16,0 0 0,0 0-16,10-10 15,18-17 1,19-10-16,-47 37 16</inkml:trace>
  <inkml:trace contextRef="#ctx0" brushRef="#br0" timeOffset="-176993.51">32568 9857 0,'0'0'0,"0"0"16,0 9-1,-9 10-15,0-1 16,-1 10 0,1 9-16,-1 0 15,10 9-15,0-9 16,10-9 0,-1-1-16,10-8 15,-10-10 1,10-9-16,0 0 15,0-9-15,0 0 16,0-1 0,-1-8-16,1-10 15,-9 1 1,-1-1-16,-9 0 16,0 0-1,0 10-15,-9 0 16,-10-1-16,0 10 15,-9 0 1,-10 9-16,0 9 16,1 19-1,18 18-15,19-46 16</inkml:trace>
  <inkml:trace contextRef="#ctx0" brushRef="#br0" timeOffset="-176454.66">32700 9747 0,'0'0'15,"0"0"-15,-9 9 16,-1 0-1,1 9-15,0 10 16,-1 18-16,10 28 16,10 28-1,8-1-15,1-9 16,0-8 0,0-11-16,0-8 15,-19-65 1</inkml:trace>
  <inkml:trace contextRef="#ctx0" brushRef="#br0" timeOffset="-175993.65">32888 9950 0,'0'0'15,"0"0"-15,0 0 16,19-10-1,9 1-15,10-9 16,0-1 0,9-9-16,-10 1 15,1-1-15,103-64 16</inkml:trace>
  <inkml:trace contextRef="#ctx0" brushRef="#br0" timeOffset="-175311.32">33161 9313 0,'0'0'15,"0"0"-15,0 0 16,10 0-16,-1 0 16,10-10-1,9 1-15,0 0 16,19-9-1,-19 8-15,-9 1 16,-9 9 0,-10 0-16,0 0 15,9 19-15,-9 17 16,-9 1 0,-1 0-16,1 0 15,-1-9 1,10-10-16,0 1 15,-9-1-15,9-8 16,0-1 0,0-9-16,0 0 15,9 9 1,10 0-16,19 10 16,0-10-16,-1 9 15,-9-8 1,10 8-16,-19 1 15,9 8 1,-9 1-16,-10 9 16,-9 0-1,-9 0-15,-1-10 16,-18 10-16,-19-9 16,0 0-1,-19-10-15,-47 10 16</inkml:trace>
  <inkml:trace contextRef="#ctx0" brushRef="#br0" timeOffset="-167661.31">27300 8888 0,'0'0'0,"0"0"16,0 0-16,0 0 15,0 0 1,0 9-16,0 19 16,0 18-16,10 0 15,-1 19 1,-9 9-16,10-10 16,-1-8-1,-9-19-15,9-10 16,1-8-16,-1-10 15,-9-9 1</inkml:trace>
  <inkml:trace contextRef="#ctx0" brushRef="#br0" timeOffset="-167127.89">27573 8759 0,'0'0'0,"0"0"16,0 9-16,-9 19 15,-1 18 1,10 9-16,0 1 16,0-1-16,0 1 15,10-10 1,-1-9-16,1-10 16,-1-8-1,10-10-15,0 0 16,9-9-1,9-9-15,1-9 16,-10-1-16,0 1 16,-9-10-1,-9 0-15,-1 1 16,-9-10 0,-9 0-16,-1 9 15,-9-9-15,1 9 16,-11 10-1,1 9-15,-9 9 16,-1 9 0,0 9-16,10 1 15,28-19-15</inkml:trace>
  <inkml:trace contextRef="#ctx0" brushRef="#br0" timeOffset="-166192.06">28081 8454 0,'0'0'0,"-9"0"16,-10 0-1,-19 10-15,-9-10 16,0 9-1,-9-9-15,9 0 16,-10 0 0,-9 0-16,1 9 15,-11 0-15,10 1 16,10 8 0,-10 10-16,10-1 15,-10 10 1,9 9-16,-8 19 15,-1 0 1,19 8-16,9 1 16,10-9-16,0-10 15,9 10 1,9-10-16,10 1 16,0-10-1,10-9-15,9 0 16,9 0-16,9-10 15,10 1 1,1 0-16,-1-1 16,9-8-1,0-1-15,1-9 16,-1 1-16,1-10 16,-10 0-1,0 0-15,-10-10 16,11-8-1,-11 0-15,10-10 16,0 0 0,0-9-16,0-9 15,19-9-15,-9-1 16,-10 10 0,0 0-16,0-19 15,0 1 1,-10-1-16,-8 1 15,-11 8-15,1 1 16,-9-1 0,-10 1-16,-10 0 15,1 9 1,-19-10-16,-10 10 16,-18 9-1,-20 19-15,-37 27 16,113-9-16</inkml:trace>
  <inkml:trace contextRef="#ctx0" brushRef="#br0" timeOffset="-162320.34">27686 7218 0,'0'0'0,"0"0"0,0 0 15,0 0-15,0-10 16,0 1 0,-9-9-16,-10-19 15,-9-9-15,-10-1 16,-19-8 0,-8-10-1,-1 1-15,-9-10 16,-1 0-16,-8 10 15,-1-10 1,0 9-16,10-9 16,-10 0-1,10 1-15,0-1 16,18 18-16,1 10 16,18 0-1,1 9-15,8 10 16,11 8-16,-1 1 15,9 8 1,1 10-16,0 0 16,-1 0-1,1 10-15,-10 8 16,0 19 0,10 18-16,-1 10 15,1 9-15,9-10 16,0 1-1,0 0-15,0-1 16,0-18 0,0-18-16,0-9 15,0-1 1,0-9-16,0-9 16,0 0-16,0 0 15,0 0 1,0-18-16,0-10 15,0-9 1,-9-27-16,-1-10 16,10 0-16,0 0 15,0 9 1,0 1-16,0-1 16,10 10-1,-1 9-15,0 9 16,1 9-1,-1 10-15,1 8 16,-1 1-16,10 0 16,9 9-1,10 0-15,18 9 16,1 0 0,-1 10-16,10-1 15,9-8-15,-75-10 16</inkml:trace>
  <inkml:trace contextRef="#ctx0" brushRef="#br0" timeOffset="-161662.05">28203 6313 0,'0'0'15,"0"0"-15,0 0 16,10 19 0,9 8-16,-1 29 15,11 17 1,8 11-16,-8-11 16,-11-17-1,1-1-15,-9-18 16,-1-19-16,-9-8 15,0-10 1,0 0-16</inkml:trace>
  <inkml:trace contextRef="#ctx0" brushRef="#br0" timeOffset="-161145.25">28608 6202 0,'0'0'0,"0"0"15,0 0 1,0 19-16,0 8 15,0 10-15,0 19 16,9-1 0,1 10-16,-1-10 15,10-9 1,0-9-16,0-18 16,-1-1-1,11-9-15,-1-9 16,19-18-16,0-10 15,-9-9 1,-10 0-16,0 0 16,-9-18-1,-10 9-15,-9 0 16,-9 9-16,-19-9 16,-1 18-1,-8 10-15,-1 8 16,-9 20-1,9 8-15,1 10 16,9-1 0,28-27-16</inkml:trace>
  <inkml:trace contextRef="#ctx0" brushRef="#br0" timeOffset="-160194.28">29154 5778 0,'0'0'16,"0"0"-1,-10 0-15,-9 0 16,-9 0-16,-10 0 16,-9-9-1,-9-1-15,-10 1 16,-9 9-1,9 0-15,-9 9 16,0 1-16,-1 8 16,1 10-1,0 9-15,9 9 16,-9 18 0,9 19-16,9 19 15,10-10 1,10-9-16,8 0 15,1 0-15,9 10 16,10-19 0,9-1-16,9-8 15,20 9 1,8 0-16,1-19 16,9-18-16,0 0 15,0-9 1,9-1-16,10-8 15,0-10 1,0 0-16,-10-9 16,10-9-1,-9 0-15,9-10 16,-1-8-16,1-1 16,-9 0-1,-10-9-15,0 0 16,0-9-1,-10 0-15,1 0 16,0-9 0,-1-1-16,-8 1 15,-1-1-15,-9 10 16,-1 9 0,-8 0-16,-1 1 15,-9-1 1,0 0-16,-9-9 15,-10-1-15,0 1 16,-9-9 0,-10-1-16,1 1 15,-10 9 1,0 0-16,0 9 16,0 9-16,-10 10 15,57 18 1</inkml:trace>
  <inkml:trace contextRef="#ctx1" brushRef="#br0" timeOffset="54963.71">26458 5027 0,'0'18'250,"0"-1"-219,0-70 188,0 36-203,0 34 109,0 54-125,0 0 15,0-1 1,-17-17 0,17 0-1,-18-35 1,18-1-1,0 1 1,0 0-16,0-36 219,0-17-204,0 17-15,0 0 16,0 1 15,0-1 204,0 0-235</inkml:trace>
  <inkml:trace contextRef="#ctx0" brushRef="#br0" timeOffset="-140623.68">18702 1394 0,'0'0'0,"0"0"15,-9 9 1,9 0-16,0 0 16,0-9-16,0 0 15,0 0 1,0 0-16,9-9 16,10-19-1,28-45-15,19-20 16,-19 10-1,0-28-15,-19 38 16,-9-1-16,0 18 16,-10 10-1,0 19-15,1-20 16,-1 20 0,-9-1-16,0 10 15,0-1 1,0 10-16,0 9 15,0 0-15,0 0 16,-9 9 0,-1 10-16,1 27 15,0 0 1,-1 55-16,1-17 16,9-1-16,9-10 15,1 1 1,8-9-16,1-19 15,0-9 1,0-19-16,9-8 16,10-10-1,18-19-15,1-18 16,-1-18-16,0-10 16,-9-9-1,-9 1-15,-10 26 16,1-26-1,-11 26-15,-8 20 16,-1-10-16,-9 9 16,0 19-1,0 9-15,0 0 16,0 0 0,0 0-16,-9 0 15,-1 28-15,1-10 16,9 19-1,0 0-15,9 0 16,1 0 0,9 0-16,9 0 15,-9-10 1,-1 1-16,-8 0 16,-1-1-16,1 10 15,-1-28 1,-9 19-16,0 0 15,0-10 1,-9 1-16,9-10 16,0-9-1,0 0-15,0 0 16</inkml:trace>
  <inkml:trace contextRef="#ctx0" brushRef="#br0" timeOffset="-140319.39">19821 775 0,'0'0'15,"0"0"-15,10-9 16,9 0 0,18 0-16,10-19 15,-9 28 1,0-28-16,-1 10 16,-9-1-16,1 1 15,-11 9 1,-18 9-16</inkml:trace>
  <inkml:trace contextRef="#ctx0" brushRef="#br0" timeOffset="-140090.45">20122 1024 0,'0'0'0,"19"-9"16,19-18-1,18-20-15,20 1 16,-11 19 0,11-20-16,-76 47 15</inkml:trace>
  <inkml:trace contextRef="#ctx0" brushRef="#br0" timeOffset="-139571.37">20696 508 0,'0'0'0,"0"0"15,0 0 1,0 0-16,0 0 16,0 0-16,0 18 15,0-9 1,0 19-16,0 9 16,0-37-1,10 28-15,-1-19 16,1 9-1,-1 1-15,10-19 16,9 9-16,0 0 16,10-9-1,-1-9-15,1 0 16,-10-19 0,1 10-16,-11-10 15,1-18-15,9-56 16,-18 56-1,-20 0-15,-8 0 16,-11 18 0,1 0-16,-19 10 15,-9 18 1,-20 46-16,-8 28 16,27 0-16,29 18 15,28-92 1</inkml:trace>
  <inkml:trace contextRef="#ctx0" brushRef="#br0" timeOffset="-138908.72">20085 1597 0,'0'0'0,"0"0"15,0 0 1,-10 0-16,-8 9 15,-11 9-15,-8 10 16,-1 9 0,0 9-16,10-9 15,9 0 1,10-9-16,9-10 16,0-9-1,19 10-15,0-1 16,18 1-16,1-1 15,-10 1 1,0-1-16,-9 1 16,-9-1-1,-10 10-15,-10 9 16,-9 0 0,-28 18-16,-9-9 15,-1-9-15,1 0 16,18-19-1,10-8-15,0-10 16,28 0 0</inkml:trace>
  <inkml:trace contextRef="#ctx0" brushRef="#br0" timeOffset="-138621.18">20311 1615 0,'0'0'16,"0"0"-1,0 0-15,9-9 16,19 0-16,0 0 15,10-10 1,0 1-16,-1-1 16,-8 1-1,-1-1-15,-28 19 16</inkml:trace>
  <inkml:trace contextRef="#ctx0" brushRef="#br0" timeOffset="-138396.96">20508 1809 0,'0'0'0,"0"0"15,19-9 1,9-10-16,29-8 15,8-10-15,1 0 16,0-19 0,-66 56-16</inkml:trace>
  <inkml:trace contextRef="#ctx0" brushRef="#br0" timeOffset="-137894.36">21120 1255 0,'0'0'0,"0"0"15,0 0-15,0 0 16,-10 9-1,10 19-15,-9 0 16,9 9 0,0 0-16,9 0 15,1 0-15,-1-10 16,0 1 0,1-10-16,9-8 15,-1-1 1,11-9-16,8-9 15,-8-1-15,8-17 16,1-1 0,-19 0-16,-1-9 15,1-9 1,-19 9-16,0 0 16,-9 0-16,-10 1 15,-9 8 1,-10 0-16,-9 10 15,0 18 1,-19 18-16,10 19 16,56-37-1</inkml:trace>
  <inkml:trace contextRef="#ctx0" brushRef="#br0" timeOffset="-136219.95">26604 5113 0,'0'0'0,"0"0"15,0 0-15,0 0 16,-9 0 0,-1 9-16,1-9 15,-19 10-15,-10-1 16,0 0-1,-9 0-15,-28 1 16,-10-1 0,1 9-16,-10 10 15,-10 0 1,-9-1-16,0 1 16,19 9-16,0 0 15,10-9 1,-10-1-16,9-8 15,10-1 1,9 1-16,19-10 16,0 0-16,9 0 15,10-9 1,0 0-16,18 0 16,10 0-1</inkml:trace>
  <inkml:trace contextRef="#ctx0" brushRef="#br0" timeOffset="-135816.15">25306 5113 0,'0'0'0,"0"0"16,-9 0 0,-10 9-16,-10 10 15,-18 9-15,0-1 16,0 1 0,0 0-16,0-1 15,10 1 1,8 0-16,11-1 15,-1 1 1,9 0-16,1-1 16,9 1-16,9 9 15,20 9 1,8-9-16,10 0 16,29-9-1,8-10-15,29-9 16,-113-9-16</inkml:trace>
  <inkml:trace contextRef="#ctx0" brushRef="#br0" timeOffset="-134560.08">21487 969 0,'0'0'0,"0"0"15,0 9 1,-10 28-16,1-9 15,-20 27 1,1 10-16,-9 18 16,-10 0-16,0 9 15,0-18 1,-1 0-16,11 0 16,9-28-1,9 0-15,9-18 16,10-28-16</inkml:trace>
  <inkml:trace contextRef="#ctx0" brushRef="#br0" timeOffset="-134160.96">21778 1781 0,'0'0'16,"0"0"-16,10-9 16,-1 0-16,10 0 15,18-1 1,10-8-16,10-1 15,-10 1 1,-47 18-16</inkml:trace>
  <inkml:trace contextRef="#ctx0" brushRef="#br0" timeOffset="-133644.12">22267 1375 0,'0'0'0,"0"0"15,0 0-15,0 0 16,10-9-1,-1 0-15,10 0 16,0-1 0,0 10-16,-1 0 15,1 0 1,-9 0-16,8 10 16,-8-1-16,-1 9 15,1 19 1,-10 0-16,0 9 15,-10 10 1,-9-1-16,10-18 16,0 0-1,-1-10-15,1-8 16,9-10-16,0-9 16,0 0-1,9 0-15,19 0 16,29-18-1,18-10-15,19-9 16,0-9-16,-94 46 16</inkml:trace>
  <inkml:trace contextRef="#ctx0" brushRef="#br0" timeOffset="-130344.36">23020 1274 0,'0'0'0,"0"0"0,-28 18 16,-10 1-16,-18 18 16,-20-1-1,-8 11-15,-20-1 16,1 0-16,-1 0 15,-9 0 1,10 0-16,28-9 16,18-9-1,20 0-15,18-10 16,9-9-16,10-9 16,0 0-1</inkml:trace>
  <inkml:trace contextRef="#ctx0" brushRef="#br0" timeOffset="-129870.43">23199 1754 0,'0'0'16,"0"0"-16,0 0 16,0 0-1,18-10-15,11 1 16,8 0-1,10 0-15,10-1 16,-10 1-16,0-9 16,-9-1-1,-10-8-15,-28 27 16</inkml:trace>
  <inkml:trace contextRef="#ctx0" brushRef="#br0" timeOffset="-129555.95">23725 1228 0,'0'0'0,"0"0"16,0 0-16,0 0 16,10 9-16,-1 18 15,10 20 1,0 8-16,0 10 16,0-1-1,-10 1-15,10 9 16,0-1-1,-19-73-15</inkml:trace>
  <inkml:trace contextRef="#ctx0" brushRef="#br0" timeOffset="-124257.03">24196 1144 0,'0'0'0,"-19"10"0,-19 8 16,-9 10-1,-18 18-15,-20 9 16,-9 10 0,-10 18-16,-27 0 15,-1 0 1,10 0-16,37-27 15,0-1-15,29-27 16,18-10 0,19-9-16,19-9 15</inkml:trace>
  <inkml:trace contextRef="#ctx0" brushRef="#br0" timeOffset="-123830.52">24516 1523 0,'0'0'0,"0"0"15,0 0-15,0 0 16,0 0-1,0 0-15,0 0 16,9 0 0,10 0-16,9 0 15,0-9-15,1-1 16,-1-8 0,0 0-16,-28 18 15</inkml:trace>
  <inkml:trace contextRef="#ctx0" brushRef="#br0" timeOffset="-123243.74">25033 821 0,'0'0'16,"0"0"-16,0 0 16,0 0-1,0 0-15,0 0 16,0 19-1,0 9-15,0 9 16,-9-1 0,-1 11-16,1-1 15,-1 0-15,1 9 16,0 1 0,9-1-16,0-9 15,9 0 1,0-9-16,20-9 15,-1-10-15,10 1 16,-1-10 0,1-9-16,-1 0 15,-8-9 1,-11 0-16,1-1 16,-9 1-1,-10 9-15,0 0 16,0-9-16,-10 0 15,-9-1 1,1 1-16,-11 9 16,-8 9-1,9 1-15,28-10 16</inkml:trace>
  <inkml:trace contextRef="#ctx0" brushRef="#br0" timeOffset="-120306.45">25748 895 0,'0'0'0,"0"0"16,0 0-16,0 0 16,0 0-1,0 0-15,0 0 16,0 0-1,0 0-15,0 0 16,0 0 0,0 0-16,0 0 15,0 0-15,0 0 16,-9 0 0,-20 10-16,-18 8 15,-18 10 1,-30 36-16,-46 1 15,-9 9 1,-38 36-16,0 1 16,37-28-16,19-9 15,29-18 1,28-10-16,28-19 16,18-8-1,20-10-15,9-9 16,0 0-16,0 0 15</inkml:trace>
  <inkml:trace contextRef="#ctx0" brushRef="#br0" timeOffset="-119926.41">25974 1329 0,'0'0'0,"0"0"15,0 0 1,0 0-16,0 0 15,0 0-15,0 0 16,0 0 0,0 0-16,9 0 15,10-9 1,9-10-16,1 1 16,-1-10-1,0 10-15,0-10 16,0 0-16,-28 28 15</inkml:trace>
  <inkml:trace contextRef="#ctx0" brushRef="#br0" timeOffset="-119277.14">26331 831 0,'0'0'0,"0"0"16,10-10-16,18 10 15,10-18 1,-1 9-16,20 9 15,-10 0-15,0 0 16,-10 0 0,-8 0-16,-1 0 15,-19 0 1,1 9-16,-1 9 16,-9-18-1,0 19-15,-9 9 16,-10 9-16,0-1 15,-9-17 1,9-1-16,10 1 16,-1-1-1,1-18-15,9 0 16,0 0-16,0 0 16,0 0-1,9 0-15,10 0 16,0 0-1,9 9-15,0 1 16,0-1 0,-9 0-16,0 10 15,0-1-15,-10 1 16,1 8 0,-1-8-16,-9 8 15,-9 1 1,-10 0-16,-19-1 15,-18 1-15,-19-19 16,75-9 0</inkml:trace>
  <inkml:trace contextRef="#ctx0" brushRef="#br0" timeOffset="-109309.31">27178 2252 0,'0'0'0,"0"0"0,9-9 15,10 0-15,9-1 16,19 10 0,19 10-16,0-1 15,-9 9-15,-10 10 16,-10 0-1,-8-1-15,-1 1 16,-9 0 0,-10-1-16,0 1 15,-9-9 1,0-1-16,-9-9 16,9 0-16,0-9 15,0 0 1,-9-9-16,9-18 15,0-20 1,18-36-16,20-9 16,28-19-1,9 1-15,0 17 16,-18 29-16,-20 17 16,-8 11-1,-11 17-15,-8 10 16,-10 9-1,0 0-15,0 0 16,-10 9-16,-8 10 16,-1 17-1,0-8-15,0 9 16,10-9 0,9-1-16,9-8 15,10 9 1,9-10-16,10 10 15,-10-10-15,-9 10 16,0 0 0,-10-1-16,1 1 15,-10 9 1,-10 0-16,1-10 16,-10 1-16,-9-9 15,9-10 1,19-9-16</inkml:trace>
  <inkml:trace contextRef="#ctx0" brushRef="#br0" timeOffset="-109009.79">28467 1874 0,'0'0'15,"0"0"-15,0 0 16,9-10 0,10 1-16,0-9 15,18-10 1,1 10-16,9-10 15,0 0-15,0 0 16,-19 10 0,-28 18-16</inkml:trace>
  <inkml:trace contextRef="#ctx0" brushRef="#br0" timeOffset="-108776.58">28514 2160 0,'0'0'0,"0"0"16,19-19-1,18-8-15,29-20 16,19-8-1,-1-10-15,-18 10 16,0-10-16,-66 65 16</inkml:trace>
  <inkml:trace contextRef="#ctx0" brushRef="#br0" timeOffset="-108225.52">29285 1292 0,'0'0'16,"0"0"-16,0 0 15,0 0 1,-9 9-16,-1 10 16,-8 9-16,-1 8 15,0 20 1,0-1-16,0 1 16,10-10-1,0 0-15,9 0 16,9-9-1,0-9-15,10-10 16,9-9-16,19-9 16,10-18-1,-10-1-15,0-18 16,-9-9 0,-10 0-16,-19-9 15,-9-10-15,-9 1 16,-1 17-1,-18 1-15,0 19 16,-10 8 0,1 10-16,-1 18 15,0 19 1,10 9-16,28-37 16</inkml:trace>
  <inkml:trace contextRef="#ctx0" brushRef="#br0" timeOffset="-107594.23">28288 2732 0,'0'0'15,"0"0"-15,0 0 16,0 0 0,-19 9-16,0 10 15,1 8 1,-1 1-16,0 0 15,10-1-15,9-8 16,9-1 0,10 1-16,9-10 15,19 0 1,10 0-16,-20 1 16,-9-1-1,1 0-15,-20 0 16,0 10-16,-9 9 15,-18 8 1,-20 11-16,-9-1 16,0-9-1,0-10-15,-10 1 16,10-19 0,10-9-16,37 0 15</inkml:trace>
  <inkml:trace contextRef="#ctx0" brushRef="#br0" timeOffset="-107350.97">28589 2769 0,'0'0'15,"19"-9"-15,28-19 16,19-9 0,0 9-16,9-9 15,-19 10 1,1-1-16,-57 28 16</inkml:trace>
  <inkml:trace contextRef="#ctx0" brushRef="#br0" timeOffset="-107138.22">28740 2972 0,'0'0'15,"0"0"-15,0 0 16,0 0-1,18-9-15,20-19 16,9-9 0,0-9-16,-47 46 15</inkml:trace>
  <inkml:trace contextRef="#ctx0" brushRef="#br0" timeOffset="-106705.99">29445 2354 0,'0'0'0,"0"0"15,0 0 1,0 9-16,-9 9 16,-1 10-16,-8 0 15,8 9 1,1-1-16,9 11 15,9-20 1,1-8-16,8-1 16,1-9-1,19-9-15,9-9 16,9-18-16,1-10 16,-10 0-1,-19 0-15,-9 0 16,-10 0-1,-9 0-15,-9 0 16,-1 9 0,-8 10-16,-11 9 15,-8 9-15,-10 9 16,-19 28 0,0 18-16,10 19 15,56-74 1</inkml:trace>
  <inkml:trace contextRef="#ctx0" brushRef="#br0" timeOffset="-105857.29">27347 5362 0,'0'0'0,"0"0"16,0 0-16,0 0 16,0 0-1,10 0-15,9 10 16,18-1 0,20-9-16,-1 0 15,10 9-15,9-9 16,0 0-1,1 0-15,-10-9 16,-10 0 0,-9-10-16,-9 10 15,-10 0 1,-9-10-16,-19 19 16</inkml:trace>
  <inkml:trace contextRef="#ctx0" brushRef="#br0" timeOffset="-105454.31">27959 5086 0,'0'0'0,"0"0"15,0 0-15,0 0 16,9 0-16,10 9 15,9 0 1,0 0-16,1 0 16,-1 1-1,10-1-15,-1 0 16,-9 0 0,-9-9-16,0 10 15,-10-10 1,1 9-16,-1 0 15,1 0-15,-10-9 16,0 10 0,-10 8-16,-9 10 15,-9-1 1,-9 10-16,-29 9 16,-10-9-16,11 0 15,65-37 1</inkml:trace>
  <inkml:trace contextRef="#ctx0" brushRef="#br0" timeOffset="-104269.43">29812 2151 0,'0'0'16,"0"0"-16,0 0 15,0 0 1,-9 9-16,-10 9 16,0 19-1,-9 9-15,-10 10 16,-9 8 0,0 1-16,9 9 15,-9 0-15,10-10 16,9-8-1,9-20-15,0 1 16,0-9 0,19-28-16</inkml:trace>
  <inkml:trace contextRef="#ctx0" brushRef="#br0" timeOffset="-103434.85">30358 1883 0,'0'0'0,"0"0"15,0 9 1,0 10-16,-10-1 15,1 10-15,-1 9 16,1 9 0,0 9-16,-10 10 15,9-1 1,1-8-16,0 8 16,9-8-16,0-10 15,0-9 1,0 0-16,9 0 15,10-10 1,0-8-16,-1-1 16,11-9-16,-1-9 15,0 0 1,0-9-16,1 0 16,-11 0-1,1 0-15,0-1 16,-10-8-1,1-1-15,-1 1 16,-9 9 0,0-10-16,0 10 15,-9-9-15,-10 8 16,0 1 0,-9 0-16,-10 9 15,-9 9 1,-9 0-16,56-9 15</inkml:trace>
  <inkml:trace contextRef="#ctx0" brushRef="#br0" timeOffset="-102344.39">29718 1024 0,'0'0'0,"0"0"16,0 0 0,0 0-16,-9 10 15,-10 17 1,0 10-16,-19 19 16,1 18-1,-10 18-15,0-9 16,-19 9-16,0 1 15,-9 8 1,9-18-16,28-18 16,1-10-1,8-18-15,20-19 16,0-8-16,9-10 16,0 0-1</inkml:trace>
  <inkml:trace contextRef="#ctx0" brushRef="#br0" timeOffset="-101583.21">30113 674 0,'0'0'0,"0"0"16,0 0-16,0 0 15,0 0 1,-9 9-16,-10 9 16,0 10-1,0 9-15,0 18 16,1-8-1,-1-1-15,0 0 16,10 9 0,-1-18-16,10 9 15,0-9-15,0 0 16,10 0 0,-1 0-16,10-9 15,0-1-15,-1-8 16,1-10-1,0 0-15,0 1 16,0-10 0,9 0-16,-9 0 15,0 0 1,-1-10-16,-8 1 16,-1 0-1,1 0-15,-1-1 16,-9 1-16,0 0 15,0 0 1,0-1-16,0 1 16,0 0-1,-9 0-15,-1 0 16,1-1-16,-10 1 16,-9 9-1,28 0-15</inkml:trace>
  <inkml:trace contextRef="#ctx0" brushRef="#br0" timeOffset="-99193.21">30837 1957 0,'0'0'0,"0"0"16,0 0-1,-9 9-15,0 0 16,-10 10 0,-9-1-16,-10 19 15,0 9-15,-9 10 16,-9 8-1,9-9-15,0 10 16,-10 0 0,10-1-16,0 10 15,0-18-15,10-10 16,8-9 0,1-19-16,9-9 15,10 1 1,9-10-16</inkml:trace>
  <inkml:trace contextRef="#ctx0" brushRef="#br0" timeOffset="-98794.1">31280 2012 0,'0'0'0,"0"0"16,0 0-1,0 0-15,0 9 16,-10 10-1,10 8-15,0 10 16,0 19 0,0-1-16,0-9 15,0 10-15,0-1 16,0-9 0,0 10-16,-9-10 15,9-19 1,0 1-16,0-19 15,0-9-15</inkml:trace>
  <inkml:trace contextRef="#ctx0" brushRef="#br0" timeOffset="-98256.1">31552 2067 0,'0'0'16,"0"0"-16,0 0 16,0 0-1,0 10-15,-9 8 16,9 19-1,0 9-15,0 0 16,0-9 0,9-9-16,1 0 15,-1-10-15,10 1 16,9-1 0,-9-9-16,19-9 15,-1 0 1,1 0-16,0-9 15,9-9-15,-10-1 16,-18 1 0,0-1-16,0 1 15,-10-10 1,-9 10-16,0-10 16,-9 0-1,-10 10-15,0-1 16,-19 1-16,1-1 15,-1 10 1,-9 9-16,0 0 16,10 9-1,37-9-15</inkml:trace>
  <inkml:trace contextRef="#ctx0" brushRef="#br0" timeOffset="-97577.39">30367 748 0,'0'0'16,"0"0"0,-9 9-16,-10 28 15,-19 18-15,-9 37 16,-19 1-1,1 8-15,-11 1 16,-8-1 0,18-18-16,0-18 15,19-19 1,9-18-16,19-10 16,10-8-16,9-10 15,0 0 1</inkml:trace>
  <inkml:trace contextRef="#ctx0" brushRef="#br0" timeOffset="-97176.13">30856 628 0,'0'0'0,"0"0"16,0 0-1,0 9-15,0 9 16,0 10 0,0 9-16,0 9 15,10 19-15,-10 9 16,0-10 0,0 1-16,0-10 15,0-9 1,0-27-16,0-19 15</inkml:trace>
  <inkml:trace contextRef="#ctx0" brushRef="#br0" timeOffset="-96525.4">31204 628 0,'0'0'0,"0"0"16,0 0-1,0 0-15,0 0 16,0 0-1,0 9-15,0 0 16,0 19 0,-9-19-16,0 28 15,-1-9-15,1 18 16,-1-19 0,1 20-16,9-20 15,0 19 1,9-27-16,1-1 15,9 1 1,-1-1-16,11-9 16,-1 1-16,9-10 15,1-10 1,-10 1-16,10-9 16,-10-1-1,0 1-15,-9-1 16,0 1-16,-10 0 15,1-1 1,-10 1-16,0-10 16,-10 9-1,1-8-15,-10-10 16,0 28 0,-9-19-16,0 9 15,-10 10-15,-18 0 16,-1 9-1,1 18-15,18 1 16,38-19 0</inkml:trace>
  <inkml:trace contextRef="#ctx0" brushRef="#br0" timeOffset="-94509.53">30932 2418 0,'0'0'0,"0"0"15,9 0 1,19 0-16,10 0 16,9-9-16,9 0 15,1-10 1,9 1-16,9-10 16,10 0-1,9-9-15,-19 1 16,-9 8-16,-10 0 15,-9 1 1,0-1-16,-9 9 16,-38 19-1</inkml:trace>
  <inkml:trace contextRef="#ctx0" brushRef="#br0" timeOffset="-92636.51">32380 1938 0,'0'0'0,"0"0"16,0 0-16,0 0 15,0 0-15,0 0 16,0 0-1,0 0-15,0 0 16,0 0 0,0 0-16,0 0 15,0 0 1,0 0-16,19-9 16,19-9-16,9-1 15,9 1 1,10-1-16,-9-9 15,-10 10 1,-10 0-16,-9 8 16,-9 1-1,-9 9-15,-1-9 16,-9 9-16,0 0 16,0 0-1,0 0-15,0 0 16,0 0-1,-9 9-15,-1 10 16,1-1-16,-1 10 16,1 9-1,0 0-15,-10 18 16,0 10 0,0 8-16,0 10 15,1-18 1,-1-10-16,9-8 15,1-11-15,-1-8 16,10-19 0,0 1-16,0-10 15</inkml:trace>
  <inkml:trace contextRef="#ctx0" brushRef="#br0" timeOffset="-86055.73">19379 1661 0,'0'0'0,"0"0"15,0 0-15,0 0 16,0 0 0,10-9-16,8 0 15,11 0-15,8-10 16,10 1-1,10-10-15,9-9 16,18-9 0,-8 0-16,18-10 15,-10 10 1,10-9-16,10 9 16,-10 0-16,-9-1 15,9 1 1,-10 9-16,1 0 15,-10 1 1,-9 8-16,-9 9 16,-1-17-16,-9 8 15,-9 19 1,-1-19-16,-8 19 16,-11-1-1,1 10-15,0-18 16,0 9-1,-19 9-15</inkml:trace>
  <inkml:trace contextRef="#ctx0" brushRef="#br0" timeOffset="-84904.13">30282 1735 0,'0'0'15,"0"0"-15,19-9 16,9 0 0,10-10-16,19-8 15,18-1-15,9 0 16,11-9-1,-1 0-15,9 0 16,1 1 0,-20-1-16,-8 0 15,-11 9 1,1 0-16,-9 1 16,-10 8-16,-10 10 15,-8 0 1,-11-1-16,-8 10 15,-1 0 1,-9 0-16,0 0 16</inkml:trace>
  <inkml:trace contextRef="#ctx0" brushRef="#br0" timeOffset="-83506.38">23857 3904 0,'0'0'16,"0"0"-16,0 0 15,0 9-15,-9 10 16,-1 18 0,1 18-16,0 10 15,-1-1 1,1 10-16,-1-9 16,1-1-1,0-17-15,-1-11 16,10-8-16,0-19 15,0 1 1,0-10-16,0 0 16,10 0-1,-10 0-15</inkml:trace>
  <inkml:trace contextRef="#ctx0" brushRef="#br0" timeOffset="-82959.63">24290 3756 0,'0'0'0,"0"0"15,0 0 1,0 0-16,0 10 15,-9 8 1,-1 10-16,1 9 16,-10 9-16,0 0 15,0 0 1,0 0-16,10-9 16,0 0-16,9 0 15,0-9 1,9-1-16,0-8 15,10-10 1,19 0-16,9-9 16,0-9-1,9-19-15,-9-18 16,-9 0-16,0-9 16,-10-1-1,-19 10-15,-9 9 16,0 0-1,-9 19-15,0 0 16,-1 8 0,-9 1-16,-9 9 15,0 9-15,0 1 16,9 8 0,9 0-16,10-18 15</inkml:trace>
  <inkml:trace contextRef="#ctx0" brushRef="#br0" timeOffset="-81926.36">24920 3203 0,'0'0'0,"0"0"16,-19 0-1,-18 0-15,-20 0 16,1 0-1,-10 0-15,0 0 16,-9 0-16,-19 9 16,-10 0-1,29 0-15,-19 19 16,-19 9 0,0 9-16,19 10 15,-9 27 1,18 0-16,10 0 15,9 9 1,0 19-16,10 0 16,9-28-16,9-10 15,10-8 1,9 0-16,10-1 16,9-8-1,9-1-15,10 0 16,9-8-16,10-1 15,9-9 1,9 0-16,1-10 16,-1 1-1,0-10-15,10 1 16,0-1 0,0-9-16,0 1 15,0-10-15,0 0 16,9-10-1,9-8-15,11-10 16,-11-9 0,1-9-16,0-9 15,-10 0-15,9-10 16,-18 0 0,0 10-16,-9 0 15,-1-1 1,-9 1-16,0-1 15,-9 1-15,-1 0 16,-8-1 0,-1 10-16,-9-18 15,-1-1 1,-8-9-16,-10 0 16,-10 0-1,1 1-15,-10-1 16,0 0-16,-9 0 15,0 0 1,-10 10-16,1 17 16,-1 1-1,-9 9-15,-19 10 16,-18-1 0,-11 19-16,-27 36 15,-47 38-15,-10 46 16,-18 9-1</inkml:trace>
  <inkml:trace contextRef="#ctx0" brushRef="#br0" timeOffset="-78609.03">24224 2834 0,'0'0'0,"0"0"0,0 0 16,0 0-16,0 0 15,0 0 1,0 0-16,0 0 16,9 9-1,-9-9-15,0 0 16,0 0-1,0 0-15,0 0 16,0 0-16,0 0 16,0 0-1,0 0-15,0 0 16,0 0 0</inkml:trace>
  <inkml:trace contextRef="#ctx0" brushRef="#br0" timeOffset="-75556.3">16068 5372 0,'0'0'0,"-10"-19"16,1 1 0,-10-10-16,-9 0 15,-10-9 1,-9-9-16,-19-18 15,-9 8 1,-9-8-16,-11-10 16,1 9-1,-28 1-15,9 17 16,-18 1-16,-20 9 16,0 10-1,-18 8-15,-10 19 16,10 10-16,-10 8 15,10 10 1,18 9-16,1-1 16,9 11-1,19 8-15,9 0 16,9 1 0,20 8-16,8 1 15,10 0-15,19 8 16,19-8-1,9-10-15,1 10 16,8 0 0,10-1-16,10 19 15,-1-9 1,10 0-16,9 0 16,10 0-16,9-10 15,9 10 1,1 0-16,-1 0 15,0-19 1,10 10-16,0-10 16,9 1-1,1-10-15,18 9 16,-10-18-16,1 0 16,0 0-1,9 0-15,0 0 16,-9 0-1,-1-10-15,20 1 16,-20 0-16,10-1 16,0-8-1,-9-1-15,9 1 16,0-10 0,-9 0-16,9-9 15,10 0 1,-1-9-16,-9 0 15,-9-10-15,9 1 16,-10-1 0,1 1-16,0-10 15,-10 0 1,0-8-16,1-1 16,-1-10-16,-9 11 15,-10-11 1,1 11-16,-10-1 15,-10 0 1,-9 0-16,1 0 16,-1 0-16,-9 0 15,0 0 1,-10 0-16,0 0 16,-9 0-1,0 0-15,0 0 16,-9 1-1,0-1-15,-1-9 16,-9-10-16,1 1 16,-1-1-1,0 1-15,0 0 16,0-1 0,-9 1-16,0-1 15,-10 1 1,1 0-16,-10-10 15,-1 1-15,1 17 16,-18-8 0,-11-10-16,-8 10 15,-29 0 1,-19-1-16,-47 10 16,-18 28-16,-67 27 15,-37 37 1,66-18-16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10T08:35:26.02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97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1-03-10T08:38:04.091"/>
    </inkml:context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11035 7356 0,'0'0'0,"0"0"0,0 0 15,0 0 1,0 0-16,0 0 15,0 0 1,0 0-16,0-9 16,0 0-1,0-1-15,9-8 16,1-1-16,9 1 16,9 0-1,0 8-15,0 1 16,0 0-1,1 9-15,-1 9 16,-9 0 0,-1 10-16,1 8 15,-9 1-15,-1 18 16,-9 0 0,-9 10-16,-1-10 15,-9 9 1,1-9-16,-11 1 15,1-10-15,9-10 16,-9 10 0,9-9-16,1-10 15,8-8 1,1-1-16,-1 0 16,10 0-1,0-9-15,0 0 16,0 0-16,0 0 15,10 0 1,9 9-16,9-9 16,19 0-1,19 0-15,0-9 16,-1 9-16,1-9 16,0 0-1,0 9-15,0-9 16,-10-1-1,-56 10-15</inkml:trace>
  <inkml:trace contextRef="#ctx0" brushRef="#br0" timeOffset="1030.53">13057 7550 0,'0'0'15,"0"0"-15,0 0 16,0 0 0,10 0-16,9 0 15,9 0-15,10-9 16,18-1 0,0 1-16,20 0 15,-10 0 1,-10-1-16,-9 10 15,-9-9 1,-1 9-16,-37 0 16</inkml:trace>
  <inkml:trace contextRef="#ctx0" brushRef="#br0" timeOffset="1630.2">14252 7051 0,'0'0'0,"0"0"16,0 0-16,0 0 16,0 0-1,0 0-15,0 0 16,0 0 0,-9 10-16,-10-1 15,-9 9 1,0 10-16,-1 0 15,11-1-15,-1 1 16,9-9 0,10-1-16,10 10 15,-1-1 1,10 1-16,19 9 16,-1-9-1,10 9-15,-9-10 16,-1 1-16,-8 0 15,-10-1 1,-10-8-16,0 9 16,-9-1-1,-18 1-15,-1 9 16,-19 0-16,0 0 16,-9-10-1,10-8-15,-1-1 16,1-8-1,37-10-15</inkml:trace>
  <inkml:trace contextRef="#ctx0" brushRef="#br0" timeOffset="1979.91">14121 7218 0,'0'0'0,"0"0"15,0 0 1,9 0-16,19-10 15,10 1 1,37-9-16,10-10 16,-1-9-1,-8 9-15,-11 10 16,-17-1-16,-1 1 16,0 9-1,-10 0-15,-37 9 16</inkml:trace>
  <inkml:trace contextRef="#ctx0" brushRef="#br0" timeOffset="3082.92">16548 6959 0,'0'0'16,"0"0"-16,0 0 15,0 0 1,0 0-16,0 0 16,-10 0-16,1 0 15,-10 9 1,-9 1-16,0 17 16,-19 10-1,-10 9-15,1 10 16,9 8-16,0 1 15,9 18 1,10 0-16,-1 0 16,20-18-1,9-1-15,9-8 16,20-10-16,8 0 16,10-18-1,10-10-15,-1-9 16,20-9-1,-1-9-15,-19-9 16,-9 9 0,-9-10-16,-10 10 15,-9 0 1,-10-1-16,1 1 16,-10 0-16,-10-10 15,1 1 1,-19-10-16,-10 10 15,-18-1 1,-10 10-16,-9 9 16,9 9-16,9 1 15,1 8 1,18 1-16,10-1 16,28-18-1</inkml:trace>
  <inkml:trace contextRef="#ctx0" brushRef="#br0" timeOffset="3753.35">17959 7384 0,'0'0'15,"0"0"-15,0 0 16,0 0-1,9-10-15,19 1 16,29-9 0,9-1-16,28 1 15,-10-1-15,-8 10 16,-10 0 0,-19 0-16,-10 0 15,-9-1 1,1 10-16,-29 0 15</inkml:trace>
  <inkml:trace contextRef="#ctx0" brushRef="#br0" timeOffset="4330.22">18693 7024 0,'0'0'0,"0"0"16,0 0-16,0 0 16,0 0-1,0 0-15,9-9 16,10-10-1,9 1-15,19-1 16,0 1-16,-9 8 16,9 10-1,-10 0-15,-8 10 16,-1 8 0,-9 10-16,-1 9 15,-8 9 1,-10 19-16,-10 8 15,-18 1-15,0 9 16,-10-9 0,10-28-16,0 0 15,18-18 1,1-9-16,0-1 16,9-9-16,0-9 15,9 9 1,19-9-16,19 0 15,19-9 1,0-9-16,19-1 16,-10 1-16,-9-1 15,-10 1 1,1 9-16,-57 9 16</inkml:trace>
  <inkml:trace contextRef="#ctx0" brushRef="#br0" timeOffset="5280.3">21120 7061 0,'0'0'16,"0"0"-16,0 0 16,-10 0-1,1 0-15,9 0 16,0 0-16,0 0 15,0 0 1,0 0-16,0 0 16,19 0-1,28 0-15,19-10 16,18 1-16,10 0 16,0-9-1,-18 8-15,-20 1 16,-18 0-1,-10 9-15,0 0 16,-9 0-16,-19 0 16</inkml:trace>
  <inkml:trace contextRef="#ctx0" brushRef="#br0" timeOffset="5980.3">21825 6673 0,'0'0'0,"0"0"16,0 0-16,10-9 15,8 0 1,20-10-16,0 1 16,9 8-1,0 1-15,-10 0 16,1 9-16,-10 9 16,-9 0-1,-10 10-15,1 9 16,-10-1-1,-10 19-15,-8 1 16,-11-1 0,11 0-16,-1-9 15,0-10-15,10-8 16,9-10 0,0 0-16,0-9 15,9 10 1,0-1-16,10 0 15,9 0-15,1 1 16,-1 8 0,0 0-16,0 1 15,-9-1 1,0 10-16,0 0 16,-10-1-16,-9 1 15,0 0 1,-9 9-16,-10 0 15,-9 0 1,-1-10-16,-8 1 16,-1-10-16,-9 1 15,10-10 1,-1 0-16,10 1 16,9-10-1,9 0-15,10 0 16</inkml:trace>
  <inkml:trace contextRef="#ctx0" brushRef="#br0" timeOffset="6843.63">24224 6479 0,'0'0'0,"0"0"16,0 0-16,0 0 15,0 0 1,0 0-16,0 9 16,0 1-16,-9 17 15,-1 10 1,-9 19-16,1 17 16,-1 11-1,-9 8-15,9 0 16,0 0-16,0-8 15,0-20 1,10-8-16,0-10 16,-1-9-1,1-10-15,-1-8 16,10-10-16,0 0 16,0-9-1,0 0-15</inkml:trace>
  <inkml:trace contextRef="#ctx0" brushRef="#br0" timeOffset="7779.92">26350 6507 0,'0'0'16,"0"0"-16,0 0 15,0 0 1,0 0-16,0 0 15,0 9 1,-9 10-16,-1-1 16,-8 10-1,-1-1-15,9 1 16,1-9-16,9-1 16,0 0-1,9 1-15,1-1 16,9 10-1,9 0-15,0-1 16,0 1-16,0 9 16,-9 0-1,-9 0-15,-10 9 16,-10 9 0,-9 10-16,-9-10 15,0 1 1,0-10-16,9-18 15,-9-10-15,9-18 16,0-9 0,19 9-16</inkml:trace>
  <inkml:trace contextRef="#ctx0" brushRef="#br0" timeOffset="8013.46">26425 6664 0,'0'0'0,"10"0"16,27-9-1,29-10-15,38-9 16,9 10-1,18-10-15,-131 28 16</inkml:trace>
  <inkml:trace contextRef="#ctx0" brushRef="#br0" timeOffset="8618.84">28495 7070 0,'0'0'0,"0"0"15,0 0-15,0 0 16,0 0-1,0 0-15,9 0 16,20-9 0,18-1-16,19 1 15,9 0-15,0 0 16,-9 0 0,-10-1-16,1 1 15,-10 0 1,0-10-16,-47 19 15</inkml:trace>
  <inkml:trace contextRef="#ctx0" brushRef="#br0" timeOffset="9181.1">29812 6082 0,'0'0'16,"0"0"-16,0 0 15,0 0-15,-9 19 16,-1 8-1,-9 10-15,1 10 16,-11 8 0,-8 10-16,9 8 15,-10 10-15,10 1 16,-1 8 0,20-9-16,9-9 15,0-10 1,9-18-16,20 1 15,-1-20 1,19-8-16,-9-10 16,-1-9-16,1 0 15,-19-9 1,-1-10-16,1 1 16,-9-10-1,-1 0-15,-18-8 16,-10 8-16,-9-9 15,-10 9 1,-18 10-16,-10 18 16,-19 18-1,-18 28-15,103-46 16</inkml:trace>
  <inkml:trace contextRef="#ctx0" brushRef="#br0" timeOffset="10252.94">19398 8233 0,'0'0'0,"0"0"15,-9 0-15,-1 0 16,-18 9 0,-10 0-16,-9 1 15,-9 8 1,-19 0-16,-19 10 15,0 0 1,-10 0-16,1 8 16,-20 1-16,1 0 15,-19 9 1,-28 10-16,-1-1 16,1 10-1,-38 9-15,28-1 16,-37 1-1,37 0-15,-9 0 16,-10 0-16,10 0 16,-9 9-1,37-9-15,-10-10 16,10 1 0,10-10-16,-1 1 15,20-10 1,8 9-16,11-9 15,-1 0-15,9-9 16,19-9 0,1 0-16,9-1 15,-10 1 1,19-10-16,10 1 16,-1-1-16,20 1 15,8-1 1,10-8-16,10-1 15,9-9 1</inkml:trace>
  <inkml:trace contextRef="#ctx0" brushRef="#br0" timeOffset="11268.84">19756 8307 0,'0'0'16,"0"0"-16,18 9 16,20 9-1,18 10-15,20 9 16,8-9 0,29-1-16,10 1 15,-11 0-15,11-1 16,8 10-1,-8-9-15,-1 9 16,10 0 0,9 9-16,-9 9 15,18 10-15,1 0 16,-1-1 0,1 1-16,18-1 15,-19 1 1,1 0-16,18-1 15,-9 1-15,19-10 16,-19-9 0,-10 10-16,1-1 15,-1 10 1,-27-10-16,8 10 16,1-1-1,-28 1-15,-1 0 16,1-1-16,-1-8 15,-18-1 1,-10 0-16,0-9 16,1 10-1,-11-1-15,11-9 16,-10 1-16,-19-11 16,0 1-1,-10-9-15,-9-10 16,-9 1-1,-9-10-15,-10 0 16,0-9 0</inkml:trace>
  <inkml:trace contextRef="#ctx0" brushRef="#br0" timeOffset="12568.91">8034 11574 0,'0'0'0,"0"0"16,-9 0-1,-1 0-15,1 0 16,-1-9 0,1 0-16,-1-1 15,10 1-15,0-9 16,19-10 0,0 0-16,19-9 15,-1 10 1,-8 8-16,-1 10 15,0 0 1,-9 9-16,-10 9 16,1 28-16,-10 27 15,-10 29 1,-18-1-16,-10 0 16,-9 1-1,10-20-15,-1-17 16,10-10-1,0-9-15,9-9 16,9-10-16,1-9 16,9 1-1,0-10-15,0 0 16,0 0 0,19 0-16,18-10 15,11 1-15,8 0 16,-9 0-1,0-1-15,9 1 16,-8 0 0,-1 0-16,0 9 15,0 0-15,0 0 16,-47 0 0</inkml:trace>
  <inkml:trace contextRef="#ctx0" brushRef="#br0" timeOffset="13149.89">9765 11694 0,'0'0'15,"0"0"-15,0 0 16,9 0 0,10 0-16,9 0 15,19 0 1,10-9-16,-1 0 16,1-10-16,9 1 15,-10 8 1,0 1-16,-9 0 15,-9 9 1,-10 0-16,-28 0 16</inkml:trace>
  <inkml:trace contextRef="#ctx0" brushRef="#br0" timeOffset="13713.8">10781 11103 0,'0'0'15,"0"0"-15,0 0 16,0 0-1,-10 9-15,-8 10 16,-11 18 0,-8 9-16,-1 9 15,10-8 1,9-1-16,0 0 16,10-18-16,9-1 15,9-8 1,1-1-16,9-9 15,9 1 1,9-1-16,1 0 16,9 0-1,-9 1-15,-10-1 16,0 0-16,-9 0 16,-10 10-1,-9-1-15,0 10 16,-9 0-1,0 8-15,-10 1 16,-9 0-16,-1-9 16,1 0-1,0-10-15,9-9 16,0 1 0,0-10-16,19 0 15</inkml:trace>
  <inkml:trace contextRef="#ctx0" brushRef="#br0" timeOffset="14014.13">10734 11205 0,'0'0'0,"0"0"16,9-9-16,10-1 15,28-8 1,10-1-16,18-8 16,9-1-1,20-9-15,-10 9 16,-9 1-1,-10-1-15,-75 28 16</inkml:trace>
  <inkml:trace contextRef="#ctx0" brushRef="#br0" timeOffset="14930.39">12916 11002 0,'0'0'15,"-9"0"-15,0 9 16,-20 19 0,1 9-16,0 9 15,-10 18 1,1 1-16,-1 9 15,0 27 1,10-18-16,9 0 16,10-9-16,9-9 15,9-10 1,10 1-16,9-10 16,1-19-1,-1-8-15,9-10 16,1-9-16,9 0 15,10-18 1,-10-1-16,-10-8 16,-9 8-1,-9 10-15,-19 0 16,0-1-16,-9-8 16,-10-1-1,-19 1-15,-9 0 16,-9 8-1,-19 20-15,-1-1 16,1 18 0,19 10-16,9-9 15,47-28-15</inkml:trace>
  <inkml:trace contextRef="#ctx0" brushRef="#br0" timeOffset="15747.39">14676 11528 0,'0'0'0,"0"0"16,0 0-16,0 0 15,0 0-15,0 0 16,0 0-1,0 0-15,0 0 16,0 0 0,0 0-16,0 0 15,0 0 1,0 0-16,0 0 16,0 0-16,0 9 15,0 0 1,0-9-16,0 10 15,0-1 1,0 0-16,0-9 16,0 0-1,0 9-15,0-9 16,0 0-16,0 0 16,0 0-1,0 0-15,0 0 16,9 0-1,10 0-15,9 0 16,19 0-16,0 0 16,10-9-1,-1 0-15,10 0 16,0-1 0,0-8-16,-10 9 15,0-1 1,-9 1-16,-47 9 15</inkml:trace>
  <inkml:trace contextRef="#ctx0" brushRef="#br0" timeOffset="16264.11">15466 11020 0,'0'0'16,"0"0"-1,0 0-15,0 0 16,0 0-16,9-9 16,10 0-1,19 0-15,9-1 16,0 1-1,0 9-15,-10 9 16,1 1-16,0 17 16,-10 10-1,-9 9-15,-19 19 16,-10 9 0,-18 18-16,0-9 15,0-28 1,9-8-16,0-10 15,10-10-15,-1-8 16,10-1 0,0-9-16,10 1 15,27-1 1,20-9-16,8 0 16,11-9-16,18-1 15,0-8 1,-9-1-16,-10 1 15,-75 18 1</inkml:trace>
  <inkml:trace contextRef="#ctx0" brushRef="#br0" timeOffset="17366.64">21590 11463 0,'0'0'16,"0"0"-16,0 0 15,0 0 1,0 0-16,0 0 16,0 0-1,0 0-15,0 0 16,0 0-1,9 0-15,10 0 16,9 0-16,10 0 16,9 0-1,0 0-15,10 0 16,-1 0 0,0 0-16,1-9 15,-1 0-15,10-10 16,-66 19-1</inkml:trace>
  <inkml:trace contextRef="#ctx0" brushRef="#br0" timeOffset="18013.29">22352 11085 0,'0'0'16,"0"0"-1,0 0-15,0 0 16,9-9-16,1 9 16,18-10-1,0 10-15,0 0 16,1 10-1,-10-1-15,-1 9 16,1 1-16,-9 8 16,-1 1-1,-9 18-15,0 0 16,-9 1 0,-1-1-16,1-9 15,-1-10 1,10-8-16,0-1 15,0-9-15,10 1 16,9-1 0,9 0-16,0-9 15,0 0 1,0 9-16,1 1 16,-1-1-16,-9 0 15,0 0 1,-1 10-16,1-1 15,-9 10 1,-1 0-16,-9 9 16,-9-1-1,-1 11-15,-18-1 16,-10 0-16,-9-9 16,0-10-1,-9 1-15,-1-9 16,20-10-1,8-9-15,29 0 16</inkml:trace>
  <inkml:trace contextRef="#ctx0" brushRef="#br0" timeOffset="18803.96">24817 11122 0,'0'0'0,"0"0"15,0 0-15,0 9 16,0 0 0,0 19-16,0 9 15,0 0 1,0 18-16,-10 19 16,10 0-1,0 9-15,0-19 16,10-8-16,-10-10 15,0-9 1,0-9-16,9-10 16,-9-9-1,10 0-15,-10-9 16</inkml:trace>
  <inkml:trace contextRef="#ctx0" brushRef="#br0" timeOffset="19580">27206 11168 0,'0'0'0,"0"0"16,-9 9-1,-1 10-15,1-1 16,0 0 0,9-8-16,0-1 15,0 0-15,0 0 16,0 1-1,9-1-15,0 0 16,10 0 0,19 10-16,-1-10 15,11 9 1,-11 1-16,1-1 16,-10 1-16,0 9 15,-18-1 1,-1 10-16,-18 0 15,-20 9 1,-8 10-16,-1-10 16,1-9-1,-11 0-15,1-19 16,10-18-16,37 0 16</inkml:trace>
  <inkml:trace contextRef="#ctx0" brushRef="#br0" timeOffset="19898.27">27216 11205 0,'0'0'15,"0"0"-15,0 0 16,9 0 0,19-9-16,10-1 15,28-8 1,18-10-16,1 0 16,0 1-16,-1-1 15,10 0 1,-18 10-16,-20 9 15,-9 0 1,-47 9-16</inkml:trace>
  <inkml:trace contextRef="#ctx0" brushRef="#br0" timeOffset="20469.38">29840 11306 0,'0'0'0,"0"0"16,10 0-1,18 0-15,19 0 16,19 0-16,18 0 15,1-9 1,-19 9-16,-10-9 16,-9 9-1,-9 0-15,-10-9 16,10-1 0,-10 1-16,10-9 15,-38 18-15</inkml:trace>
  <inkml:trace contextRef="#ctx0" brushRef="#br0" timeOffset="21002.1">30988 10494 0,'0'0'0,"0"0"16,0 0 0,0 0-16,0 0 15,0 9 1,-9 19-16,-10 18 16,0 0-16,0 10 15,-9 8 1,0 10-16,-1 9 15,11 10 1,-1-20-16,9-8 16,10-10-1,10-9-15,9-9 16,-1 0-16,20 0 16,0-9-1,9-10-15,0-8 16,-10-10-1,1 0-15,-10-10 16,-9 1 0,-9 0-16,-1-10 15,-9 1-15,-9-19 16,-20 0 0,-8 0-16,-1 10 15,0 8 1,-18 1-16,-19 18 15,75 0-15</inkml:trace>
  <inkml:trace contextRef="#ctx0" brushRef="#br0" timeOffset="22136.82">11825 12451 0,'0'0'16,"0"0"-16,0 0 15,0 0 1,-9 0-16,-20 9 16,-18 9-16,-18 10 15,-20 18 1,-37 37-16,-19 10 16,-10 27-1,-9 0-15,0-10 16,0 20-16,10-20 15,9-8 1,-1-1-16,1 10 16,10-9-1,18-19-15,19-9 16,0-10 0,9-8-16,29-19 15,8-10-15,11-8 16,9-10-1,18-9-15,10 0 16</inkml:trace>
  <inkml:trace contextRef="#ctx0" brushRef="#br0" timeOffset="22813.1">8137 14712 0,'0'0'15,"10"-9"-15,9-19 16,9 0-16,0-8 16,19-1-1,-9 9-15,9 0 16,0 10-1,-10 9-15,1 9 16,-10 9 0,-9 9-16,-9 19 15,-10 19-15,-19 8 16,0 10 0,-19 9-16,-9-9 15,0 0 1,10-28-16,-1 0 15,10-18-15,9-1 16,0-17 0,10-1-16,-1 0 15,10-9 1,0 0-16,0 0 16,10 0-1,18 0-15,19 0 16,9-9-16,29 9 15,-10 0 1,10 0-16,0 0 16,18 0-1,-28 0-15,-75 0 16</inkml:trace>
  <inkml:trace contextRef="#ctx0" brushRef="#br0" timeOffset="23267.25">10179 14841 0,'0'0'16,"0"0"-16,0 0 16,0 0-16,9 0 15,10 0 1,9-9-16,19 0 16,10-10-1,9 10-15,-1-9 16,1 8-1,-9-8-15,-1 0 16,-56 18-16</inkml:trace>
  <inkml:trace contextRef="#ctx0" brushRef="#br0" timeOffset="23711.34">11091 14214 0,'0'0'15,"0"0"1,0 0-16,-9 9 16,-10 9-16,0 10 15,0 9 1,1-9-16,8-1 15,10 1 1,0 0-16,10-1 16,-1-8-16,0-1 15,20 1 1,-1 8-16,10 1 16,-1 0-1,1 0-15,-1 8 16,-8 1-1,-11-9-15,-8 0 16,-1-1-16,-9 1 16,0 0-1,-9-10-15,-1 1 16,1-1 0,0-9-16,9-9 15</inkml:trace>
  <inkml:trace contextRef="#ctx0" brushRef="#br0" timeOffset="23946.01">11214 14223 0,'0'0'16,"9"-9"-16,10-1 16,28-8-16,9-10 15,20-9 1,8 0-16,-84 37 16</inkml:trace>
  <inkml:trace contextRef="#ctx0" brushRef="#br0" timeOffset="24514.15">11994 12432 0,'0'0'0,"0"0"15,19 19 1,19 18-16,28 18 16,9 19-1,10 37-15,-1 9 16,10 0-16,10 18 15,-1-9 1,10-9-16,10 10 16,8-1-1,-18-28-15,-9-8 16,-20-10 0,10 9-16,-9-9 15,-19-18-15,-10-1 16,-9-8-1,-9-19-15,-38-37 16</inkml:trace>
  <inkml:trace contextRef="#ctx0" brushRef="#br0" timeOffset="25330.91">14581 14371 0,'0'0'0,"0"0"15,0 0-15,0 0 16,-9 18 0,-10 19-16,0 37 15,-9 18 1,0 19-16,9 0 16,10-1-16,-1-17 15,10-29 1,10-8-16,-1-19 15,10-10 1,0-8-16,9-10 16,0-9-1,10-9-15,0-10 16,-10 1-16,-9-10 16,-10 0-1,0 1-15,-9-1 16,-18 0-1,-11-9-15,-8 10 16,-20-1-16,1 19 16,9 9-1,9 9-15,10 9 16,9 10 0,19-28-16</inkml:trace>
  <inkml:trace contextRef="#ctx0" brushRef="#br0" timeOffset="25780.56">16021 14795 0,'0'0'16,"0"0"-16,19 0 16,18-9-1,29 0-15,9-1 16,1 1 0,8 0-16,-8 0 15,-1 0-15,-19-1 16,1-8-1,-57 18-15</inkml:trace>
  <inkml:trace contextRef="#ctx0" brushRef="#br0" timeOffset="26243.53">16924 14232 0,'0'0'0,"0"0"16,0 0-16,19-9 15,9-10 1,10 1-16,-1 9 16,1 9-1,-1 0-15,-8 9 16,-10 9-1,-10 10-15,-9 9 16,-9 37-16,-29 18 16,0 0-1,1-8-15,-1-11 16,19-17 0,0-19-16,10-10 15,0 1-15,9-9 16,18-1-1,20 0-15,28 1 16,9-10 0,29-9-16,-10-9 15,0 0 1,-19-1-16,-19 1 16,-18 9-16,-19 0 15,-19 0 1,0 0-16,0 0 15</inkml:trace>
  <inkml:trace contextRef="#ctx0" brushRef="#br0" timeOffset="26853.95">9812 15617 0,'0'0'0,"-9"9"16,-20 9-16,-18 10 16,-9 9-1,-19 18-15,-29 28 16,19-9-16,-9 18 15,-9-8 1,-1 8-16,-9 0 16,29-9-1,9-9-15,-10-9 16,10-10 0,18-9-16,1 0 15,9-9-15,47-37 16</inkml:trace>
  <inkml:trace contextRef="#ctx0" brushRef="#br0" timeOffset="27435.05">7366 17084 0,'0'0'0,"0"0"16,0 0-16,0-9 15,9-19 1,10-9-16,9-9 16,10 0-1,0 9-15,-1 9 16,-8 10 0,-1 9-16,-9 9 15,-10 0-15,10 18 16,-10 10-1,-9 27-15,0 10 16,-9 18-16,-10 0 16,10-18-1,-1-10-15,1-18 16,-1-9 0,10-10-16,0 0 15,0-8 1,10-1-16,9-9 15,18 0 1,20-19-16,18-8 16,28-19-16,20-10 15,8 1 1,-131 55-16</inkml:trace>
  <inkml:trace contextRef="#ctx0" brushRef="#br0" timeOffset="27964.84">9765 15755 0,'0'0'0,"0"0"15,0 0 1,9 9-16,10 19 16,19 18-16,18 28 15,10 0 1,9 9-16,10 9 15,0 0 1,-1 1-16,-8-19 16,-1-10-16,-9 1 15,0-1 1,-1 1-16,-8-10 16,-57-55-1</inkml:trace>
  <inkml:trace contextRef="#ctx0" brushRef="#br0" timeOffset="28347.2">10866 17259 0,'0'0'16,"0"0"-16,0 0 15,0 0 1,9 0-16,0 0 15,20-9 1,8 0-16,20-9 16,-1-1-16,10 1 15,0-1 1,9 10-16,-18-10 16,-1 10-1,-56 9-15</inkml:trace>
  <inkml:trace contextRef="#ctx0" brushRef="#br0" timeOffset="28766.22">11872 16623 0,'0'0'0,"0"0"15,0 0-15,-9 9 16,-19 0 0,-1 19-16,1 9 15,0 9-15,9-9 16,10 0 0,9 0-16,9-10 15,10 1 1,18 0-16,20-10 15,9 1 1,0-1-16,-1 0 16,-8 10-16,-10 0 15,-9-10 1,-10 10-16,0 0 16,-9-1-1,-10-8-15,-9-1 16,-9 1-16,-10-10 15,-9 0 1,28-9-16</inkml:trace>
  <inkml:trace contextRef="#ctx0" brushRef="#br0" timeOffset="28984.85">12051 16715 0,'0'0'15,"0"0"-15,19-9 16,18-19 0,39-9-16,18-9 15,28-9 1,-122 55-16</inkml:trace>
  <inkml:trace contextRef="#ctx0" brushRef="#br0" timeOffset="30198.42">14930 16733 0,'0'0'0,"0"0"16,0 10-16,0 17 16,-10 29-16,1 17 15,9 20 1,0 27-16,9 0 16,10-19-1,0 1-15,9-28 16,0-19-1,10-18-15,-1-9 16,11-19-16,8-18 16,0-19-1,1-9-15,-20 9 16,-8 1 0,-20 8-16,1 1 15,-10 8-15,-10 1 16,-9 0-1,-18 0-15,-10 9 16,-19 18 0,9 10-16,1 9 15,-1 9-15,20-9 16,37-37 0</inkml:trace>
  <inkml:trace contextRef="#ctx0" brushRef="#br0" timeOffset="31050.37">17140 17499 0,'0'0'0,"0"0"15,0 0-15,0 0 16,0 0 0,0 0-16,0 0 15,0 0 1,29 0-16,8 0 15,29 0-15,9 0 16,19 0 0,-18-9-16,-20 9 15,-56 0 1</inkml:trace>
  <inkml:trace contextRef="#ctx0" brushRef="#br0" timeOffset="31497.38">17771 17149 0,'0'0'0,"0"0"16,0 0-1,9-10-15,10 1 16,9 0-1,-9 0-15,0 0 16,-10 9-16,0 0 16,1 9-1,-1 18-15,1 10 16,-1 19 0,-9 8-16,0 1 15,0-10 1,0-9-16,0-9 15,0-9-15,0-9 16,10-10 0,-1 0-16,19-9 15,29-18 1,8-10-16,11-9 16,-1-9-1,0 0-15,-18 0 16,-29 9-1,-28 37-15</inkml:trace>
  <inkml:trace contextRef="#ctx0" brushRef="#br0" timeOffset="38751.41">16341 15478 0,'0'0'0,"0"0"15,0 0 1,0 0-16,0 0 16,0 0-16,-10 9 15,-9 19 1,-18 18-16,-10 10 16,-10 17-1,-9 29-15,1-10 16,-11 28-16,-18 0 15,0 19 1,19-29-16,9-17 16,10-10-1,18-19-15,0-8 16,10-10 0,19-18-16,-1-10 15,10-9-15,0-9 16,0 0-1,0 0-15</inkml:trace>
  <inkml:trace contextRef="#ctx0" brushRef="#br0" timeOffset="39247.44">16454 15460 0,'0'0'0,"0"0"15,0 0 1,0 0-16,0 0 15,0 0 1,0 0-16,0 0 16,0 18-1,9 10-15,10 27 16,0 10-16,18 27 16,20 28-1,-1 0-15,1-9 16,8 9-1,1 0-15,0-19 16,0-8 0,19 8-16,-10-9 15,-9-27-15,-19 0 16,0-19 0,-10-9-16,-8-10 15,-1-8 1,-9-1-16,-19-18 15</inkml:trace>
  <inkml:trace contextRef="#ctx0" brushRef="#br0" timeOffset="40447.18">26322 12266 0,'0'0'0,"0"0"16,0 0-1,0 0-15,-9 19 16,-29 18-16,-28 18 15,-28 28 1,-19 0-16,-47 19 16,-28 27-1,9-18-15,10-10 16,18-9-16,1 10 16,9-10-1,37-18-15,1-9 16,28-19-1,9 0-15,19-18 16,18-10 0,1-9-16,9 1 15,10-10-15,0 0 16,9 0 0</inkml:trace>
  <inkml:trace contextRef="#ctx0" brushRef="#br0" timeOffset="40865.78">21477 14324 0,'0'0'0,"0"0"15,0 0-15,0 0 16,10 0-16,18 0 16,28 0-1,29 0-15,0 0 16,9 0 0,0 0-16,-19 0 15,-9-9 1,-10 0-16,-56 9 15</inkml:trace>
  <inkml:trace contextRef="#ctx0" brushRef="#br0" timeOffset="41513.85">22361 14020 0,'0'0'0,"0"0"15,0 0 1,10-9-16,9-1 16,9-8-1,19-1-15,0 1 16,9 9-1,-18 0-15,0 9 16,-10 0-16,-9 9 16,-1 9-1,-8 10-15,-1 18 16,-9 9 0,-9 1-16,-1-10 15,1-9-15,9-9 16,0-10-1,0 1-15,9-1 16,10-9 0,10 0-16,8 1 15,10 8 1,-9-9-16,-10 1 16,0-1-1,-9 0-15,0 9 16,-10 1-16,1 9 15,-20 9 1,1-1-16,-10 1 16,0-9-16,-9 0 15,0-1 1,-10-8-16,-9 9 16,0-10-1,9-9-15,1 1 16,9-1-1,18-9-15,10 0 16</inkml:trace>
  <inkml:trace contextRef="#ctx0" brushRef="#br0" timeOffset="41997.63">24459 14094 0,'0'0'0,"0"0"15,0 0-15,0 0 16,0 0-16,0 0 15,0 0 1,0 9-16,10 9 16,-1 10-1,0 9-15,1 18 16,-1 10 0,10 18-16,-9-9 15,-1-10-15,0-8 16,-9-56-1</inkml:trace>
  <inkml:trace contextRef="#ctx0" brushRef="#br0" timeOffset="42700.82">26388 12368 0,'0'0'0,"0"0"16,0 0 0,0 0-16,9 0 15,19 0 1,29 9-16,9 9 15,18 10-15,10 18 16,1 28 0,27 28-16,-9 8 15,9 10 1,10 0-16,18 0 16,-9-9-1,19 0-15,0-28 16,-28-18-16,-19-10 15,-10-9 1,-18-9-16,-29 0 16,-18-9-1,-10-1-15,-9 1 16,-19-10 0,0-18-16</inkml:trace>
  <inkml:trace contextRef="#ctx0" brushRef="#br0" timeOffset="43369.82">28053 14251 0,'0'0'0,"0"0"16,0 9-1,-10 9-15,1 10 16,0 9-16,9-9 16,9-1-1,10 1-15,9 0 16,10-1 0,18 1-16,10 0 15,-19-10 1,0 10-16,-19-10 15,1 10-15,-11 9 16,-8 0 0,-10 0-16,-10 0 15,-8 0 1,-1-10-16,-9 1 16,-1-10-16,1-8 15,-10-1 1,20-9-16,18 0 15</inkml:trace>
  <inkml:trace contextRef="#ctx0" brushRef="#br0" timeOffset="43634.08">28185 14297 0,'0'0'0,"0"0"16,0 0 0,0 0-16,9 0 15,19-9-15,10-1 16,28-17 0,9-1-16,0 0 15,0 1-15,1-1 16,-10 9-1,-1-18-15,-65 37 16</inkml:trace>
  <inkml:trace contextRef="#ctx0" brushRef="#br0" timeOffset="44149.86">30631 14158 0,'0'0'0,"0"0"16,0 0 0,0 0-16,9 0 15,10 0-15,9-9 16,10 0 0,18-10-16,0 10 15,1-9 1,-10 8-16,0 1 15,0 0 1,-9-9-16,-38 18 16</inkml:trace>
  <inkml:trace contextRef="#ctx0" brushRef="#br0" timeOffset="44698.9">31581 13374 0,'0'0'16,"0"0"0,0 0-16,0 0 15,0 0-15,0 0 16,0 0-1,0 9-15,-10 19 16,1 9 0,-10 18-16,-9 19 15,0 27 1,-1 10-16,11 0 16,8 0-16,10-19 15,10-9 1,8-18-16,11-10 15,8-9 1,-9-18-16,10-1 16,0-17-16,-10-1 15,0-9 1,-9-9-16,0-1 16,0-8-1,-10 0-15,-9-10 16,-9 0-16,-20-9 15,-18 0 1,-19 10-16,-9-1 16,9 19-1,-9 18-15,0 9 16,75-18 0</inkml:trace>
  <inkml:trace contextRef="#ctx0" brushRef="#br0" timeOffset="45350.82">23105 15497 0,'0'0'16,"0"0"-16,0 0 16,0 0-1,0 0-15,0 0 16,-19 9 0,-19 9-16,-18 19 15,-38 19-15,-29 17 16,-27 29-1,9 18-15,18-9 16,-8 9 0,18-10-16,28-17 15,10-10 1,9-28-16,10-9 16,18-27-16,0-1 15,38-18 1</inkml:trace>
  <inkml:trace contextRef="#ctx0" brushRef="#br0" timeOffset="45754.12">21129 16992 0,'0'0'0,"0"0"15,0 0-15,0 0 16,0 0-1,0 0-15,0 0 16,0 0 0,9 9-16,1 0 15,18 0 1,10 1-16,9-10 16,19 9-16,9-9 15,0 0 1,0 0-16,-9-9 15,-66 9 1</inkml:trace>
  <inkml:trace contextRef="#ctx0" brushRef="#br0" timeOffset="46404.12">21919 16761 0,'0'0'16,"0"0"-16,0 0 16,0 0-1,0 0-15,0 0 16,0 0 0,0 0-16,0-9 15,10-10-15,8 10 16,11-9-1,-10 8-15,9 1 16,0 9 0,0 0-16,-9 9 15,0 10-15,0 18 16,-10 0 0,0 9-16,1-9 15,-10 0 1,0-10-16,0-8 15,9-1 1,1-8-16,-1-1 16,0 0-16,10 0 15,0 0 1,9 1-16,10-1 16,0 0-1,-1 0-15,-9 1 16,1 8-1,-1 1-15,-9-1 16,-10 10-16,1 9 16,-10-10-1,-19 1-15,-10 9 16,-8 0 0,-20 0-16,1 0 15,-10-10 1,19-8-16,9-1 15,20-9-15,8-9 16,1-18 0,9 18-16</inkml:trace>
  <inkml:trace contextRef="#ctx0" brushRef="#br0" timeOffset="46932.15">23189 15478 0,'0'0'0,"0"0"0,0 0 16,0 0-1,0 0-15,0 0 16,10 0-1,18 9-15,19 10 16,9 9 0,10-1-16,9 10 15,1 9-15,-1 10 16,0 8 0,10 19-16,0 10 15,-20-10 1,1-19-16,0 1 15,0-1 1,-10-8-16,-9-1 16,-18-18-16,-1-9 15,-28-28 1</inkml:trace>
  <inkml:trace contextRef="#ctx0" brushRef="#br0" timeOffset="47414.68">25043 16816 0,'0'0'0,"0"0"15,0 0 1,0 0-16,0 0 15,0 0-15,0 0 16,0 10 0,0 8-16,0 10 15,0-1 1,-10 10-16,10 0 16,0 9-1,0 1-15,0 8 16,0 0-16,0 1 15,10 8 1,8-8-16,1-1 16,-19-55-1</inkml:trace>
  <inkml:trace contextRef="#ctx0" brushRef="#br0" timeOffset="48155.07">29981 15026 0,'0'0'0,"0"0"16,0 0 0,0 0-16,0 0 15,0 0-15,0 0 16,0 0-1,-9 9-15,-10 10 16,-28 17 0,-19 11-16,-18 17 15,-10 29 1,-1-1-16,-8 9 16,9-8-16,9-10 15,19-9 1,10-10-16,9 1 15,9-19 1,10-18-16,28-28 16</inkml:trace>
  <inkml:trace contextRef="#ctx0" brushRef="#br0" timeOffset="48747.8">28476 16161 0,'0'0'0,"0"0"16,0 0 0,0 0-16,0 0 15,-9 9-15,-10 10 16,-19 8 0,1 10-16,-1 0 15,0 0 1,10-9-16,0 0 15,19-10 1,9 1-16,0-10 16,18 9-16,20 1 15,19-1 1,-1 1-16,0-1 16,-9 1-1,-9-1-15,0 10 16,-10 18-16,-9 0 15,-10 9 1,-18 1-16,-10-1 16,-9 0-1,-1-8-15,-8-10 16,-1-10 0,-9-8-16,19-10 15,0-9-15,0-19 16,28 19-1</inkml:trace>
  <inkml:trace contextRef="#ctx0" brushRef="#br0" timeOffset="49017.03">28260 16364 0,'0'0'16,"0"0"-16,0 0 16,9 0-16,10-9 15,28-10 1,10-8-16,8-1 16,1 10-1,10-10-15,-1 0 16,0 10-1,-9-1-15,9-8 16,-75 27-16</inkml:trace>
  <inkml:trace contextRef="#ctx0" brushRef="#br0" timeOffset="49517.01">30019 14998 0,'0'0'15,"0"0"-15,0 0 16,28 9-16,29 28 15,27 0 1,10 19-16,-18-10 16,27 18-1,19 29-15,-18-1 16,-10 10 0,-9-10-16,-19-9 15,-10-19-15,-9-27 16,-19-9-1,-18-9-15,-1-10 16,-9-9 0</inkml:trace>
  <inkml:trace contextRef="#ctx0" brushRef="#br0" timeOffset="50089.67">31073 16632 0,'0'0'0,"0"0"16,18 9-16,11-9 15,8 0 1,1 0-16,18 0 15,1-9-15,-1 0 16,10-1 0,-9 1-16,-1 9 15,-9-9 1,-9 9-16,-10-9 16,0-1-1,-28 10-15</inkml:trace>
  <inkml:trace contextRef="#ctx0" brushRef="#br0" timeOffset="50681.78">32164 15893 0,'0'0'0,"0"0"16,0 0-16,0 0 16,0 0-1,0 0-15,0 0 16,0 0 0,0 0-16,0 0 15,0 10-15,-9 8 16,-1 19-1,1 18-15,-10 19 16,0 19 0,10 8-16,9-9 15,0-9 1,9-9-16,0-9 16,1-19-1,9-9-15,9 9 16,0-18-16,0 0 15,1-10 1,-1-9-16,0-9 16,0-9-1,-9 0-15,0 0 16,-10-10-16,-9 1 16,0-10-1,-9 0-15,-1 10 16,1-1-1,-10 1-15,0 9 16,-9-1-16,-19 10 16,-19 0-1,66 0-15</inkml:trace>
  <inkml:trace contextRef="#ctx0" brushRef="#br1" timeOffset="55719.78">7855 16004 0,'0'0'0,"0"0"0,0 0 16,-9 9-1,9-9-15,0 0 16,0 0 0,0 0-16,0 0 15,0 0-15,0-9 16,0 0-1,9-9-15,1-1 16,8-9 0,1 10-16,9-1 15,1 10-15,-11 9 16,1 9 0,0 10-16,0 18 15,0 9 1,-10 9-16,-9 10 15,-9 0 1,-1-10-16,1 0 16,0-18-16,-1-9 15,10-10 1,0-8-16,0-1 16,0-9-1,0 0-15,10 0 16,8-9-1,11-10-15,8 1 16,1-10-16,-1 0 16,1 1-1,0-1-15,-1-9 16,1 0 0,-10 9-16,-9 1 15,-19 27-15</inkml:trace>
  <inkml:trace contextRef="#ctx0" brushRef="#br1" timeOffset="56513.85">8231 15783 0,'0'0'0,"0"0"0,-9-10 16,-10-8 0,0 0-16,-9-1 15,0 10 1,0 0-16,-10-1 16,1 10-1,-1 0-15,-9 10 16,0 8-16,-10 10 15,1 18 1,-10 19-16,10 8 16,9 10-1,0 10-15,9-1 16,19 10-16,10-10 16,9-28-1,9 1-15,1-19 16,8-9-1,20 0-15,9-9 16,9-10 0,-9-9-16,10 1 15,-1-10-15,-9 0 16,10 0 0,-10-10-16,0 1 15,-9 0 1,-1 0-16,-9 0 15,1-1 1,-1 1-16,-9-9 16,-1-1-16,1-9 15,0 1 1,0-10-16,0-9 16,0-10-1,-1 10-15,1 0 16,-9 0-16,-10 0 15,0 0 1,0-1-16,0-8 16,-10 9-1,-9-9-15,1 18 16,-1 0 0,-9 0-16,-1 9 15,1 0-15,0 10 16,0 9-1,9 9-15,19 0 16</inkml:trace>
  <inkml:trace contextRef="#ctx0" brushRef="#br1" timeOffset="57362">10969 16189 0,'0'0'15,"0"0"-15,0 0 16,0 0-1,0 0-15,0 0 16,0 0-16,0 0 16,9 0-1,10-9-15,9-1 16,1 1 0,18 0-16,9-19 15,1 1 1,-57 27-16</inkml:trace>
  <inkml:trace contextRef="#ctx0" brushRef="#br1" timeOffset="57814.15">11524 15635 0,'0'0'0,"0"0"16,-9 0-16,-1 9 15,-9 0 1,1 10-16,-11-1 16,11 10-1,-1 0-15,0-1 16,10-8-1,9-1-15,9 1 16,0-10-16,10 0 16,19 1-1,9-1-15,19 0 16,-10 0 0,-9 10-16,-9-1 15,-1 10-15,-8 0 16,-11-1-1,-8 1-15,-10 0 16,0-10 0,-10 1-16,-8-1 15,-11 0-15,29-18 16</inkml:trace>
  <inkml:trace contextRef="#ctx0" brushRef="#br1" timeOffset="58081.32">11477 15810 0,'0'0'16,"0"0"-1,0 0-15,0 0 16,0-9-1,9 0-15,20-10 16,18-17-16,19-11 16,-1-17-1,11-1-15,-20 10 16,1 9 0,-57 46-16</inkml:trace>
  <inkml:trace contextRef="#ctx0" brushRef="#br1" timeOffset="58897.88">12041 15220 0,'0'0'0,"0"0"15,-9 0 1,0 0-16,-10 0 16,-9-10-16,-10 1 15,-9 9 1,-19 0-16,0 9 16,-9 10-1,-10-1-15,-9 19 16,-19 28-16,0 9 15,10 9 1,9 0-16,19-9 16,9 9-1,9 0-15,20-28 16,9 10-16,18-10 16,10 1-1,10-1-15,8 0 16,20-9-1,0 1-15,9-10 16,0 9 0,9 0-16,1-9 15,-1 0-15,10 0 16,-10-10 0,1-8-16,-1-1 15,10-9 1,0 1-16,9-10 15,-9 0 1,0-10-16,0 1 16,-10-9-16,1-10 15,-10-9 1,0-9-16,-10-9 16,-8-1-1,-1-8-15,-9-10 16,-1-9-1,-8-10-15,-1 20 16,1-1-16,-10 0 16,0 0-1,-10 9-15,1 10 16,-10 0 0,0 18-16,-9 0 15,-10 0-15,-9 9 16,-19 19-1,-9 18-15,-10 37 16,85-46 0</inkml:trace>
  <inkml:trace contextRef="#ctx0" brushRef="#br1" timeOffset="59965.04">14563 15709 0,'0'0'0,"0"0"15,0 0-15,0 0 16,-10 9-16,1 0 16,-10 19-1,0 18-15,0 19 16,1 9 0,8-1-16,1 1 15,9 0-15,9 0 16,10-19-1,9-18-15,0 0 16,1-18 0,8-10-16,1-9 15,9-9 1,-9-1-16,-1-8 16,-9-1-16,-9 10 15,-9 0 1,-1 0-16,-9 9 15,0 0 1,-9-9-16,-1-1 16,-9 10-1,1 0-15,-1 0 16,0 0-16,0 0 16,19 0-1</inkml:trace>
  <inkml:trace contextRef="#ctx0" brushRef="#br1" timeOffset="60681.71">14798 15653 0,'0'0'16,"-10"0"-16,-8 0 15,-20 0 1,0 0-16,1 0 16,-10 0-16,-10 0 15,1 0 1,-1 10-16,1 8 15,9 10 1,9 9-16,-9 18 16,19 1-1,9-1-15,0 19 16,10 9-16,18 18 16,10-8-1,9 8-15,10-27 16,9-19-1,10 10-15,-1-19 16,-9-9-16,9-9 16,1-10-1,-10-9-15,9-9 16,1-9 0,-1-9-16,1-10 15,-10-9-15,9-18 16,-9-1-1,0-17-15,-19 17 16,1-8 0,-10 8-16,-1 1 15,-8-10 1,-10-9-16,-10 10 16,1 8-16,-10 1 15,-9 0 1,-10 8-16,1 1 15,-10 9 1,0 10-16,9 8 16,0 10-16,1 9 15,37 0 1</inkml:trace>
  <inkml:trace contextRef="#ctx0" brushRef="#br1" timeOffset="61447.87">17517 16078 0,'0'0'0,"0"0"16,0 0-16,0 0 16,0 0-1,0 0-15,0 0 16,0 0 0,0 0-16,0 0 15,0 0 1,0 0-16,18-9 15,11 0-15,18-10 16,0 1 0,9-10-16,1 0 15,-10 1 1,-47 27-16</inkml:trace>
  <inkml:trace contextRef="#ctx0" brushRef="#br1" timeOffset="61917.03">17836 15755 0,'0'0'0,"0"0"15,0 0-15,10-9 16,-1-10-1,10 1-15,9-1 16,10 1 0,0 9-16,-10 9 15,0 0-15,-9 9 16,0 9 0,-1 10-16,1 27 15,-9 10 1,-1 9-16,-9 0 15,-9-10-15,-1-8 16,10-19 0,-9-10-16,9-8 15,0-10 1,0 0-16,0 0 16,9 1-1,1-10-15,18 0 16,10-10-16,9-8 15,0-10 1,0 1-16,0-19 16,-10-1-1,-37 47-15</inkml:trace>
  <inkml:trace contextRef="#ctx0" brushRef="#br1" timeOffset="62571.83">18344 15386 0,'0'0'0,"0"0"16,-9-9 0,0-1-16,-10 1 15,0 0 1,-19-10-16,-9 10 15,-28 0-15,-10 9 16,-9 18 0,0 19-16,-19 28 15,0 9 1,19 9-16,10 9 16,8 28-1,20-9-15,18-10 16,20 1-16,27-10 15,10-9 1,9-9-16,19-9 16,19-10-1,19-9-15,9-9 16,0-28-16,0 1 16,9-10-1,-9-19-15,0 1 16,-18-19-1,-1-9-15,-9 0 16,9-1-16,-18-8 16,-1 0-1,-9-10-15,-9 10 16,-10-19 0,-9 9-16,-10-9 15,-18 1 1,-10 8-16,-19 10 15,-9-10 1,-9 10-16,-1 8 16,10 20-16,0 8 15,0 10 1,10 18-16,37-9 16</inkml:trace>
  <inkml:trace contextRef="#ctx0" brushRef="#br1" timeOffset="63416.44">20931 15857 0,'0'0'15,"0"0"-15,0 0 16,0 0 0,0 0-16,0 0 15,0 0-15,0 0 16,0 0 0,0 0-16,0 0 15,19-10 1,19 1-16,0 0 15,18-10 1,0 1-16,-9-1 16,1-8-16,-48 27 15</inkml:trace>
  <inkml:trace contextRef="#ctx0" brushRef="#br1" timeOffset="64014.95">21308 15478 0,'0'0'0,"0"0"16,0 0-1,0 0-15,0 0 16,0-9-1,9-10-15,1 1 16,8-10 0,1 10-16,0-1 15,0 10-15,0 0 16,-10 9 0,0 0-16,10 9 15,0 19 1,-9 9-16,-1 9 15,0 0 1,-9-9-16,0 0 16,0-9-16,0-10 15,0-9 1,10 0-16,-1 1 16,10-1-1,9-9-15,0 0 16,1 0-16,-11 0 15,1 0 1,0 9-16,-10 0 16,1 1-1,-10 8-15,0 1 16,-10 8 0,-8 1-16,-1 0 15,-9-1-15,-1-8 16,1-1-1,0 1-15,28-19 16</inkml:trace>
  <inkml:trace contextRef="#ctx0" brushRef="#br1" timeOffset="64749.49">21656 15081 0,'0'0'16,"0"0"-1,-10 0-15,-8-9 16,-1 0-16,-9 0 15,-10-1 1,0 10-16,-9 0 16,-9 10-1,-19 17-15,-1 10 16,10 0-16,1 18 16,-11 19-1,11 9-15,8 19 16,10-1-1,19 1-15,9 9 16,19-10 0,9-18-16,10-9 15,9-9-15,10-10 16,0-9 0,18 0-16,10-9 15,9-9 1,1-10-16,-1-8 15,9-10 1,11-10-16,-20 1 16,-9-9-16,9-10 15,-9-9 1,-10-9-16,-9-9 16,-9-1-1,-10-8-15,0-1 16,-9 10-16,-9-1 15,-10 1 1,-10-10-16,-9-9 16,-9-9-1,-10 0-15,-9 0 16,-9 19 0,0-1-16,-1 19 15,10 9-15,9 19 16,1 8-1,37 10-15</inkml:trace>
  <inkml:trace contextRef="#ctx0" brushRef="#br1" timeOffset="65514.11">24487 15543 0,'0'0'0,"0"0"15,0 0 1,0 0-16,0 0 15,0 0 1,0 0-16,10 9 16,-1 0-16,1 10 15,-1 8 1,10 10-16,0 19 16,0-1-1,-1 0-15,1-8 16,0-11-1,0-8-15,-19-28 16</inkml:trace>
  <inkml:trace contextRef="#ctx0" brushRef="#br1" timeOffset="66230.89">24770 15349 0,'0'0'15,"0"0"-15,0 0 16,0 0 0,-10-9-16,1-1 15,-1-8 1,-18 0-16,0-1 15,0 1 1,-10 8-16,-9 10 16,-9 0-16,-10 19 15,9-1 1,1 10-16,9 9 16,0 9-1,9 9-15,1 1 16,18 18-1,9-10-15,10 10 16,10 0-16,9 0 16,9 0-1,9-19-15,1-9 16,9 0 0,10-9-16,8 0 15,11-9-15,-1-19 16,19 0-1,-28-18-15,9 0 16,0-19 0,-18 0-16,-1-8 15,-9-1 1,-9-10-16,-10 1 16,-9 0-16,-10-9 15,-9-1 1,-9-17-16,-10 8 15,0 0 1,1 1-16,-1 18 16,-9 9-16,-1 9 15,-8 10 1,-20-1-16,-18 28 16,0 10-1,-19 27-15,94-46 16</inkml:trace>
  <inkml:trace contextRef="#ctx0" brushRef="#br1" timeOffset="67498.14">27912 15506 0,'0'0'0,"0"0"15,0 0-15,0 0 16,0 0-16,0 0 16,0 0-1,0 0-15,0 0 16,-10 9 0,1 0-16,-10 10 15,-9 8 1,0 10-16,-1 0 15,1 0-15,9 0 16,10-9 0,9-1-16,9-8 15,10-1 1,9 1-16,10 9 16,9-10-16,0 0 15,-9-8 1,-10-1-16,0 0 15,-9 10 1,-10-1-16,1 10 16,-10-1-1,-10 10-15,-8 0 16,-11 0-16,1-9 16,0 0-1,0-10-15,9-9 16,0-9-1,19 0-15</inkml:trace>
  <inkml:trace contextRef="#ctx0" brushRef="#br1" timeOffset="68265">27827 15644 0,'0'0'0,"0"0"15,0 0-15,10-9 16,8 0 0,11-10-16,18-8 15,0-1-15,0-9 16,0 0 0,0 0-16,-19 10 15,0-1 1,-9 9-16,0 1 15,-10-1 1,-9 10-16,0-9 16,0 9-1,0-1-15,-9-8 16,-1 9-16,1-1 16,-10 1-1,-9 0-15,-19 9 16,-10 9-1,-18 19-15,0 0 16,9 18-16,-19 28 16,1 18-1,18-9-15,9 9 16,20 10 0,9-10-16,18-9 15,1-9 1,9 0-16,19-10 15,9-8-15,9-1 16,1-9 0,19 0-16,8 1 15,11-20 1,8-8-16,-8-19 16,-1-19-16,0-8 15,0-10 1,-9-10-16,0 1 15,-9-9 1,-1 0-16,-18-10 16,-1 0-16,-9 1 15,-9 8 1,-9-8-16,-10 8 16,-10-17-1,-18-11-15,-19 1 16,-19 0-1,-9 10-15,75 73 16</inkml:trace>
  <inkml:trace contextRef="#ctx0" brushRef="#br1" timeOffset="69070.89">31449 15487 0,'0'0'16,"0"0"-16,0 0 15,0 0 1,0 0-16,0 0 16,0 0-1,0 0-15,0 0 16,9 0-16,10 0 15,19 0 1,-1 0-16,1 0 16,0 0-1,-1-9-15,10 0 16,-47 9-16</inkml:trace>
  <inkml:trace contextRef="#ctx0" brushRef="#br1" timeOffset="69637.88">32192 14924 0,'0'0'0,"0"0"15,0 0-15,0 0 16,0 0 0,0 0-16,0 0 15,0 0 1,-9 10-16,-1 8 16,1 10-1,-10 9-15,-9 18 16,0 10-16,-1 18 15,1 9 1,19 0-16,9-18 16,0-18-1,9-1-15,1-18 16,8 0-16,11-10 16,-11-8-1,11-10-15,-1-9 16,-9 0-1,0-9-15,-1 0 16,1-10-16,-9 1 16,-10-1-1,-10 1-15,-9-10 16,-9 10 0,0 8-16,-10 1 15,1 18 1,-1 1-16,10-1 15,18 0-15,10-9 16</inkml:trace>
  <inkml:trace contextRef="#ctx0" brushRef="#br1" timeOffset="70649.08">32719 14804 0,'0'0'0,"0"0"15,0 0-15,0 0 16,0 0-1,0 0-15,-9-9 16,-1-9-16,-9-1 16,-9 1-1,-19-1-15,-9 10 16,-10 0 0,0 9-16,9 0 15,-8 9-15,-11 10 16,-18 8-1,10 1-15,-1 9 16,19 9 0,0 9-16,0 10 15,1 0 1,-1-1-16,0 1 16,9-10-16,20-9 15,-1 10 1,1-1-16,18-9 15,0 0 1,9 10-16,10-19 16,10 9-1,-1-9-15,10 9 16,9-9-16,10 0 16,0-10-1,-1 1-15,1-9 16,-1-1-1,1 0-15,0-8 16,-10-1 0,0 0-16,10 0 15,-1-9-15,10 0 16,1-9 0,8 0-16,0-10 15,-9 1 1,10 0-16,-1-10 15,-9 0-15,0 0 16,10-8 0,-1-1-16,-9 0 15,0-9 1,0-1-16,0-8 16,-9 9-16,-10 9 15,1 0 1,-1 0-16,-9 9 15,-1 1 1,-8-1-16,-1 0 16,1 1-1,-10-1-15,0 0 16,-19 1-16,-9-10 16,-29-19-1,-18 1-15,-29 9 16,-9 0-1,-9 9-15,-19 0 16,141 37 0</inkml:trace>
  <inkml:trace contextRef="#ctx0" brushRef="#br1" timeOffset="117831.55">4572 15294 0,'0'0'0,"0"0"16,0 0-16,0 0 15,0 0-15,0 0 16,9-10 0,10-8-16,9-19 15,10-18 1,0-19-16,-10 9 15,-9 0-15,0 10 16,-10-9 0,-9 8-16,0 10 15,0 0 1,-9 9-16,-1 9 16,1 10-1,-1-1-15,10 10 16,0 9-1,0 0-15,0 0 16,-9 9-16,0 10 16,-1 8-1,1 20-15,9 8 16,0 10 0,9 8-16,1 1 15,-1-9-15,10-10 16,-10-9-1,10 1-15,-10-11 16,10-8 0,-9-9-16,8-10 15,-8-9 1,9 0-16,9-9 16,9-19-16,11-18 15,-1-19 1,0-9-16,-10 10 15,-9 8 1,-9 1-16,0 9 16,-10 9-16,1 0 15,-10 9 1,0 1-16,0 17 16,0 1-1,0 9-15,-10 9 16,-8 1-1,-1 17-15,9 1 16,1 0-16,9-1 16,9 1-1,1 0-15,-1-10 16,10 1 0,9-1-16,1 1 15,-1-10-15,-9 0 16,-1 9-1,1 1-15,-9-1 16,-1 10 0,-9 9-16,0 0 15,-9 0 1,-1 9-16,-9 9 16,19-55-16</inkml:trace>
  <inkml:trace contextRef="#ctx0" brushRef="#br1" timeOffset="118946.03">5597 14740 0,'0'0'0,"0"0"15,0 0 1,0 0-16,0 0 16,0 0-1,0 0-15,0 0 16,0 0-1,0 0-15,10-9 16,9-1-16,-1-8 16,11-1-1,-1 1-15,0-1 16,-28 19 0</inkml:trace>
  <inkml:trace contextRef="#ctx0" brushRef="#br1" timeOffset="119149.67">5626 14934 0,'0'0'0,"0"0"16,0 0-16,0 0 15,9-10 1,19-8-16,19-28 15,10 0 1,-1-10-16,-56 56 16</inkml:trace>
  <inkml:trace contextRef="#ctx0" brushRef="#br1" timeOffset="120362.45">4948 16069 0,'0'0'16,"0"0"-1,0 0-15,0 0 16,0 0-16,10-9 16,9-1-1,-1 1-15,11 0 16,-1 0 0,9 9-16,1 0 15,0 9-15,-10 9 16,0 1-1,0 9-15,1-1 16,-11 1 0,1 0-16,-9-10 15,-1 0 1,-9-8-16,0-1 16,0-9-1,0 0-15,0 0 16,0 0-16,-9-19 15,-1-27 1,1-27-16,9-20 16,9 1-1,1 18-15,8-9 16,1 9-16,-9 28 16,-1 9-1,0 9-15,-9 19 16,0 9-1,0 0-15,0 19 16,0 18-16,0 18 16,-9 10-1,9-10-15,9-9 16,1-9 0,9-9-16,-1-10 15,1-9 1,0 1-16,0-1 15,0 0-15,0 0 16,-1 1 0,1-1-16,-9 9 15,-1 1 1,0 8-16,1 1 16,-10 0-1,0-1-15,0-17 16,0-10-16</inkml:trace>
  <inkml:trace contextRef="#ctx0" brushRef="#br1" timeOffset="120676.1">5729 15737 0,'0'0'0,"0"0"16,0 0-1,0 0-15,0 0 16,0 0 0,10-10-16,8-8 15,11-10 1,-1 0-16,0 1 15,-9-1-15,0 10 16,-10 8 0,0 1-16,-9 9 15,0 0 1</inkml:trace>
  <inkml:trace contextRef="#ctx0" brushRef="#br1" timeOffset="120882.79">5880 15866 0,'0'0'0,"0"0"16,0 0-16,0 0 16,9-9-1,10-10-15,18-18 16,20-18-1,18-10-15,-75 65 16</inkml:trace>
  <inkml:trace contextRef="#ctx1" brushRef="#br1">9648 15258 0,'0'17'250,"0"19"-235,0-54 220,0 0-235,0 1 31,18 70 78,17 17-109,-35-17 16,18 0-16,0 18 31,-18-19 0</inkml:trace>
  <inkml:trace contextRef="#ctx0" brushRef="#br1" timeOffset="181350.63">6068 14278 0,'0'0'16,"0"0"-16,0 0 15,0 0-15,0 0 16,0 0 0,-10 0-16,1 0 15,0 0 1,-1 0-16,1 0 15,9 0-15,0 0 16,0 0 0,0 0-16,0 0 15,-10 0 1,10 0-16,0-9 16,0 0-16,0 0 15,0-1 1,0 1-16,0 0 15,0 0 1,0-1-16,0 1 16,0 9-16,0-9 15,0 9 1,0 0-16,0 0 16,0 0-1,0 0-15,0 0 16,0 0-1,0 0-15,0 0 16,0 0-16,0 0 16,0 0-1,0 0-15,0 0 16,0 0 0,0 0-16,0 0 15,0 0 1</inkml:trace>
  <inkml:trace contextRef="#ctx0" brushRef="#br1" timeOffset="182283.64">6199 14195 0,'0'0'0,"0"0"16,0 0-16,0 0 15,-9 0 1,0 0-16,-1 0 16,1 0-16,-1 0 15,10 0 1,-9 0-16,9 0 15,-9-9 1,-1 0-16,1 0 16,9-1-16,0-8 15,0 9 1,9-10-16,1 10 16,8 0-1,1-1-15,9 1 16,1 9-1,-1 0-15,0 9 16,0 10-16,1 18 16,-1 18-1,-9 1-15,-1 8 16,-8 10 0,-10 18-16,-10-9 15,1-18-15,0-19 16,-1-9-1,10-9-15,0-10 16,0 1 0,0-10-16,0-9 15,10 0 1,18-9-16,9-19 16,20-27-16,-1-19 15,1 9 1,-1 1-16,-9 8 15,0 1 1,-9 9-16,0 0 16,-38 46-16</inkml:trace>
  <inkml:trace contextRef="#ctx0" brushRef="#br1" timeOffset="-208195.73">6755 15035 0,'0'0'0,"0"0"16,0 0-16,0 0 15,0 0 1,0 0-16,-10 0 15,1 0 1,-1 0-16,-9 0 16,1 0-16,8 0 15,-9 0 1,1 9-16,-1 1 16,0-1-1,0 0-15,10 9 16,-1 1-16,-8 9 15,8-1 1,1 10-16,9 19 16,9 8-1,1-8-15,-1-1 16,0-18 0,10-9-16,0-1 15,0-8-15,0-1 16,-10-9-1,10 1-15,-10-1 16,10 0 0,-10-9-16,1 0 15,9 0 1,-10-9-16,10 0 16,0-10-16,-10-8 15,1-1 1,-1 0-16,0 0 15,-9-8 1,0-1-16,0 0 16,0 0-16,0-9 15,-9-1 1,0 11-16,-1-1 16,1 9-1,-1 0-15,1 10 16,0-1-1,-1 10-15,1 0 16,-1 9-16,-9 9 16,1 19-1,18-28-15</inkml:trace>
  <inkml:trace contextRef="#ctx0" brushRef="#br1" timeOffset="-202492.07">9511 15220 0,'0'0'0,"0"0"0,0 0 16,0 0-16,0 0 15,0 0-15,0 0 16,0 0 0,-10 0-16,10 0 15,0 0 1,0 0-16,0 0 15,-9-10 1,9 1-16,0 0 16,0 0-16,9-10 15,1 10 1,-1 0-16,1 0 16,-1-1-1,1 10-15,8 0 16,-8 0-16,-1 10 15,10 8 1,-10 10-16,1 9 16,-10 18-1,0 0-15,0 1 16,-10-10 0,1-9-16,0-9 15,-1-10 1,1 1-16,9-10 15,0 0-15,0-9 16,0 0 0,9 0-16,10 0 15,9-9 1,10 0-16,18-1 16,1-8-16,9-1 15,-10 1 1,-9-1-16,-9 1 15,-38 18 1</inkml:trace>
  <inkml:trace contextRef="#ctx0" brushRef="#br1" timeOffset="-201412.3">9483 15247 0,'0'0'16,"0"0"-1,0 0-15,0 0 16,0 0-16,0 0 16,0 0-1,0 0-15,0 0 16,0 0-1,0 0-15,-10 0 16,1 0 0,9 0-16,-10 0 15,10 0-15,-9-9 16,9 9 0,0 0-16,0 0 15,0-9 1,0 0-16,9-10 15,1 1-15,-1-1 16,10 10 0,0 0-16,0 0 15,0 9 1,-10 0-16,10 9 16,0 0-16,-10 10 15,0 8 1,1 10-16,-10 9 15,0 10 1,-10-1-16,1-9 16,0-9-1,9-9-15,-10-10 16,10 1 0,0-10-16,0 0 15,10 0-15,-1-9 16,10 0-1,9 0-15,10-9 16,18-9 0,10-10-16,0 0 15,0-9-15,-1 1 16,1-1 0,-66 37-16</inkml:trace>
  <inkml:trace contextRef="#ctx0" brushRef="#br1" timeOffset="-200226.11">10057 14675 0,'0'0'16,"0"0"-16,-10 0 15,-9 0 1,-9 0-16,-10 0 16,1 0-16,-1 0 15,-9 9 1,0 1-16,-9 8 15,-10 10 1,9 9-16,-8 9 16,-1 9-1,0 10-15,9 9 16,10-1-16,10-8 16,-1 9-1,10-9-15,0 8 16,9-8-1,19-10-15,0-8 16,0-1-16,9-9 16,10 9-1,0-9-15,0 0 16,-1-10 0,11 10-16,8-9 15,1 0-15,0-1 16,-1-8-1,1-1-15,-10-9 16,10 1 0,-1-1-16,-8 0 15,-1 0 1,0 1-16,10-10 16,-1 0-16,1 0 15,9-10 1,0-8-16,0-10 15,0 0 1,-9-8-16,-1-1 16,10-10-1,-9 1-15,0-9 16,-1-19-16,1 10 16,-10 8-1,-9 1-15,0 9 16,-10 9-1,1-9-15,-10 9 16,0-10 0,0 11-16,-10-1 15,1 0-15,-1 0 16,-9-9 0,1 9-16,-1 0 15,0 0 1,0 9-16,0 10 15,-9-1-15,-9 19 16,37 0 0</inkml:trace>
  <inkml:trace contextRef="#ctx0" brushRef="#br2" timeOffset="-185079.06">8881 13143 0,'0'0'15,"0"0"-15,0 0 16,0 0-1,0 0-15,0 0 16,0 0 0,0 0-16,0 0 15,0 0 1,0 0-16,0 0 16,0 0-16,0 0 15,0 0 1,0 0-16,0 0 15,0 0 1,0 0-16,0 0 16,0-9-16,0 0 15,9-10 1,10 1-16,0-1 16,9 1-1,0-1-15,0 10 16,-9 0-1,0 9-15,0 0 16,0 9-16,-10 9 16,0 10-1,1 9-15,-10 18 16,-10 10 0,1 0-16,0-10 15,-1-9 1,1-9-16,-1 0 15,1-9-15,9-10 16,0 1 0,0-10-16,0-9 15,9 0 1,1 0-16,18-9 16,19-19-16,9-18 15,10-19 1,10 1-16,-11 8 15,-8 10 1,-1 9-16,-18 9 16,-10 1-1,-28 27-15</inkml:trace>
  <inkml:trace contextRef="#ctx0" brushRef="#br2" timeOffset="-184062.18">9332 12691 0,'0'0'0,"0"0"16,0 0-16,-9-9 15,-10-1 1,0 1-16,-9 9 16,-10 0-16,1 0 15,-10 0 1,-10 9-16,-9 10 16,10 8-1,-19 10-15,9 10 16,0 8-1,0 10-15,0-1 16,19 10-16,10 9 16,8 0-1,20-9-15,-1 0 16,20-19 0,9 1-16,9-1 15,10 0-15,9-9 16,0-9-1,9 0-15,1-9 16,-1-10 0,0 1-16,1-10 15,9 0 1,-10-9-16,-9 0 16,10-9-16,-1 0 15,10-10 1,0 1-16,-10-10 15,-9 1 1,-9 8-16,-10 1 16,10-10-16,-10 10 15,-9-10 1,9-9-16,-9 9 16,0-9-1,-10 0-15,0 0 16,1-9-16,-10-9 15,0 9 1,0-10-16,-10 10 16,1 0-1,0 0-15,-10 0 16,0 9 0,-9 0-16,0 0 15,-1 9-15,-8 1 16,-1-1-1,0 10-15,1 8 16,-10 10 0,-10 10-16,-18 17 15,0 19 1,75-46-16</inkml:trace>
  <inkml:trace contextRef="#ctx0" brushRef="#br2" timeOffset="-118665.15">4497 11020 0,'0'0'15,"0"0"-15,0 0 16,0 0 0,0 0-16,0 0 15,0 0 1,0-9-16,0 9 16</inkml:trace>
  <inkml:trace contextRef="#ctx0" brushRef="#br2" timeOffset="-72793.2">15541 14509 0,'0'0'0,"0"0"0,0 0 15,0 0-15,0 0 16,0 0-16,0 0 16,0 0-1,0 0-15,0 0 16,0 9 0,-9 10-16,-1 18 15,1 9 1,-10 0-16,10 0 15,-1 9-15,-9 19 16,10-9 0,0-1-16,9-8 15,0-10 1,0-9-16,0 0 16,0-9-16,0-10 15,9 0 1,0-8-16,1-1 15,-1 0 1,1 0-16,-1 1 16,0-10-1,10 0-15,-9 0 16,-1 0-16,10 0 16,0-10-1,-1 1-15,-8 0 16,9 0-1,-10-10-15,1-8 16,-1-1 0,0 9-16,1 1 15,-10-1-15,0 1 16,0 0 0,0-1-16,-10 1 15,1-1 1,0 10-16,-1 0 15,1-1 1,-10 1-16,0 9 16,-9 9-16,0 19 15,-1 9 1,1 0-16,28-37 16</inkml:trace>
  <inkml:trace contextRef="#ctx0" brushRef="#br2" timeOffset="-71559.3">15870 14223 0,'0'0'0,"0"0"16,0 0-16,0 0 15,0 0 1,-9 0-16,-10 0 15,-9 0 1,-10 0-16,1 0 16,-1 9-1,-9 0-15,0 1 16,9-1 0,-9 9-16,10 1 15,-1-1-15,0 10 16,1 0-1,-1 8-15,10 11 16,0 8 0,-1 0-16,11 1 15,8-1-15,1 1 16,-1-1 0,1 0-16,9 1 15,0-1 1,9 0-16,1 1 15,-1-10-15,10 0 16,0-9 0,0 0-16,-1 0 15,1-9 1,9-1-16,1 1 16,-10-10-16,9 1 15,-9-1 1,-1-8-16,1-1 15,9 0 1,-9 0-16,0 0 16,0-9-1,0 0-15,-1 0 16,11 0-16,-10 0 16,9-9-1,-9 0-15,9 0 16,0-10-1,-9 1-15,0-1 16,-1 1-16,1-10 16,9 1-1,-9-10-15,0 0 16,0-9 0,0-1-16,-10 10 15,1 1 1,-1-1-16,0 0 15,1 0 1,-1 0-16,1 0 16,-1 0-16,0 0 15,-9-9 1,0 0-16,0 0 16,0 0-1,0 9-15,-9 0 16,0 9-16,-1-9 15,-9 0 1,1 9-16,-1 10 16,-19 0-1,-9 8-15,47 10 16</inkml:trace>
  <inkml:trace contextRef="#ctx0" brushRef="#br2" timeOffset="-67826.63">13989 12838 0,'0'0'0,"0"0"0,0 0 16,0 0-16,0 0 16,0 0-1,-10 10-15,1-1 16,0 9-1,-1 19-15,1 9 16,9 19 0,9 27-16,19 1 15,1-10-15,8-9 16,1-1 0,0-17-16,-10-19 15,0-19 1,0-9-16,0-9 15,1-9-15,-1-19 16,0 1 0,-9-10-16,-10 9 15,1 0 1,-10 10-16,0 0 16,0-1-1,-10 10-15,1 0 16,-1 9-16,-8 9 15,-11 0 1,1 10-16,0-1 16,0 0-1,28-18-15</inkml:trace>
  <inkml:trace contextRef="#ctx0" brushRef="#br2" timeOffset="-67007.29">14403 12709 0,'0'0'0,"0"0"16,-10-9-16,-8 0 15,-11 0-15,1-1 16,-10 1 0,1 9-16,-20 0 15,1 0 1,-1 0-16,-8 9 16,8 10-16,1 8 15,-1 1 1,1 18-16,9 0 15,9 10 1,1-1-16,8 10 16,1 9-1,19-1-15,9 1 16,9 0-16,1-9 16,8 9-1,11-1-15,8 1 16,1-18-1,-1-1-15,10-9 16,10 0 0,-10-18-16,0 0 15,9-10-15,1 1 16,-10-10 0,9 0-16,1-9 15,9 0 1,-10-9-16,1-10 15,-10 1-15,0-19 16,-10 0 0,1-9-16,-10 0 15,0 0 1,-9 0-16,0-10 16,-10-8-1,1-10-15,-10 0 16,0 9-16,-10 10 15,1-1 1,-10 1-16,0 9 16,-9 0-1,0 9-15,-10 0 16,1 0-16,-10 9 16,9 10-1,-9 9 1,-10 9-16,57 0 15</inkml:trace>
  <inkml:trace contextRef="#ctx0" brushRef="#br3" timeOffset="5008.01">8354 10633 0,'0'0'0,"0"0"16,0 0-16,0 0 16,0 0-1,0 9-15,0 0 16,0 0-16,0 0 16,0-9-1,0 0-15,0 0 16,0 0-1,0 0-15,9-18 16,1-19-16,8-9 16,1-9-1,0-1-15,0-18 16,0 10 0,-10-1-16,0 10 15,-9-10 1,0 19-16,-9 0 15,0 9-15,-1 0 16,-9 9 0,1 10-16,8-1 15,1 10 1,-1 9-16,-8 0 16,-1 0-1,0 9-15,0 10 16,0 9-16,1 27 15,-1 0 1,9 19-16,10 9 16,0-9-1,10 0-15,9 9 16,9 9-16,0-9 16,-9-9-1,9-18-15,-9-10 16,9 0-1,-9-9-15,0-10 16,-1-8 0,11-10-16,-1 0 15,0-9-15,0 0 16,-9-9 0,9 0-16,1 0 15,-1-10 1,0-18-16,0-9 15,1-9-15,-1-1 16,-9 10 0,-1 0-16,-8 9 15,-1 0 1,-9 10-16,0 8 16,0 1-16,0 8 15,0 1 1,0 9-16,0 0 15,0 0 1,0 0-16,0 0 16,0 0-1,0 9-15,0 10 16,0 9-16,0-1 16,0 1-1,10 0-15,-1-1 16,0-8-1,1-1-15,-1 1 16,1-1 0,-1 1-16,0-1 15,1-9-15,-1 10 16,1-1 0,-10 1-16,0-1 15,0 10 1,0-10-16,0 1 15,0-19-15</inkml:trace>
  <inkml:trace contextRef="#ctx0" brushRef="#br3" timeOffset="5576.86">9295 10448 0,'0'0'0,"0"0"15,0 0 1,0 0-16,0 0 16,0 0-16,0 0 15,9 0 1,10-9-16,9-10 15,10 1 1,-1-1-16,1 1 16,-10-1-1,0 1-15,1 9 16,-20 0 0,-9 9-16</inkml:trace>
  <inkml:trace contextRef="#ctx0" brushRef="#br3" timeOffset="5824.96">9483 10642 0,'0'0'0,"0"0"16,0 0-1,0 0-15,9-9 16,10-1 0,9-8-16,10-10 15,9-9 1,19 0-16,-66 37 16</inkml:trace>
  <inkml:trace contextRef="#ctx0" brushRef="#br3" timeOffset="66675.5">10160 9820 0,'0'0'0,"0"0"0,0 0 15,0 0 1,0 0-16,-9 10 15,-1-1 1,-9 9-16,1 1 16,-11-1-16,1 10 15,0 0 1,-10 8-16,10 1 16,0 0-1,9 9-15,0 1 16,10-10-1,-1-1-15,10-8 16,10-9-16,-1-1 16,1-9-1,8 1-15,11-10 16,8-10 0,-9 1-16,10-19 15,0 1-15,-1-10 16,-8 9-1,-1 0-15,9-9 16,-8 1 0,-11 8-16,1-9 15,0 9 1,-9 1-16,-1-1 16,-9 0-16,-9 10 15,-1-1 1,-9 10-16,-9 9 15,-10 9 1,-9 28-16,-9 28 16,9-1-16,47-64 15</inkml:trace>
  <inkml:trace contextRef="#ctx0" brushRef="#br3" timeOffset="69920.3">15118 10789 0,'0'0'0,"0"0"15,9-9 1,1-9-16,18-10 16,28-18-16,1 9 15,18-9 1,0 18-16,-9 10 16,0-1-1,-19 10-15,0 9 16,-9 0-1,-10 9-15,0 10 16,-9-1-16,-10 1 16,1-1-1,-10 10-15,0-1 16,0-8 0,-10-1-16,1-8 15,-1-1-15,1-9 16,0 0-1,-1 0-15,1-19 16,9-18 0,9-36-16,29-29 15,18-18 1,-9 19-16,-9 27 16,-10 9-16,-9 19 15,0 9 1,-10 19-16,-9 8 15,0 10 1,0 0-16,0 0 16,-9 10-1,-1-1-15,-8 19 16,-1-1-16,9 1 16,1 9-1,9-9-15,0-1 16,9-8-1,10 8-15,9-8 16,10 9-16,-10-10 16,0 0-1,-9 1-15,0-1 16,-10 1 0,1 9-16,-10 8 15,-10 11 1,-8-11-16,-1-8 15,9-9-15,1-10 16,0-9 0,9 0-16,0 0 15</inkml:trace>
  <inkml:trace contextRef="#ctx0" brushRef="#br3" timeOffset="70274.06">16331 10236 0,'0'0'16,"0"0"-16,0 0 16,0 0-1,19-10-15,19-8 16,9-10 0,19 1-16,-1 8 15,-18 1 1,-18 8-16,-10 1 15,-10 0-15,-9 9 16,0 0 0</inkml:trace>
  <inkml:trace contextRef="#ctx0" brushRef="#br3" timeOffset="70483.84">16566 10411 0,'0'0'0,"0"0"15,19-9 1,19-19-16,9-9 16,0 0-1,9 0-15,-56 37 16</inkml:trace>
  <inkml:trace contextRef="#ctx0" brushRef="#br3" timeOffset="72113.32">17169 9608 0,'0'0'0,"0"0"16,0 0-1,0 0-15,0 0 16,0 0-16,0 0 15,0 0 1,-10 9-16,-9 1 16,0 17-1,-9 10-15,0 19 16,0 17-16,0 1 16,9 18-1,0 1-15,10-1 16,9-27-1,9-10-15,0-18 16,1-9 0,-1-10-16,1 1 15,8-10-15,11-9 16,-1-9 0,9-10-16,1 1 15,0-10 1,-10 0-16,-9 1 15,-10 8 1,1 1-16,-10-10 16,0 10-16,-10-1 15,-9 1 1,-9 8-16,-19 1 16,0 18-1,0 19-15,0 18 16,47-46-16</inkml:trace>
  <inkml:trace contextRef="#ctx0" brushRef="#br3" timeOffset="73993.5">11665 11316 0,'0'0'0,"0"0"16,0 0-16,0 9 15,0 18-15,0 29 16,-9 27 0,-1 9-16,10-9 15,0 0 1,10-9-16,-1-9 15,10-19 1,0-18-16,-10-1 16,1-8-16,8-10 15,-8-9 1,9 0-16,-1-9 16,1-10-1,0 1-15,0-1 16,-10 1-1,1-1-15,-1 1 16,-9 0-16,0 8 16,0 1-1,-9 0-15,-1 9 16,-18 0 0,-10 9-16,1 10 15,9 8-15,9 1 16,19-28-1</inkml:trace>
  <inkml:trace contextRef="#ctx0" brushRef="#br3" timeOffset="74842.34">11882 11103 0,'0'0'0,"0"0"16,-10 0-16,-9-9 15,1 9 1,-1 0-16,-10 0 16,1 9-1,-19 10-15,10-1 16,-10 10 0,0 0-16,-10 18 15,1 9-15,-1 28 16,1 9-1,18 1-15,10 8 16,0 10 0,18 0-16,10-19 15,0-18-15,10-9 16,-1-19 0,0 0-16,1-9 15,-1-10 1,10 1-16,9 0 15,1-10 1,8 1-16,20-1 16,-1-9-16,10 1 15,9-10 1,-9-10-16,-10-8 16,1-10-1,-10 1-15,-9-10 16,-10 0-16,0-19 15,0-8 1,0-10-16,1 0 16,-1-9-1,0 9-15,-9 10 16,0 8 0,-10 10-16,-9 9 15,0 0-15,0 10 16,-9-1-1,-1 0-15,-8 0 16,-1 1 0,-9 8-16,-20 1 15,-8 9-15,-10-1 16,-9 20 0,0 27-16,75-37 15</inkml:trace>
  <inkml:trace contextRef="#ctx0" brushRef="#br3" timeOffset="77262.42">13406 9931 0,'0'0'15,"0"0"-15,0 0 16,0 0 0,18-9-16,11 0 15,27-10 1,19-9-16,29-8 16,27-11-16,1-8 15,9 0 1,10-10-16,-19 10 15,-1-10 1,-8 10-16,18-10 16,-28 0-1,-1 10-15,-18 9 16,-9 9-16,-19 9 16,-10 1-1,-18 8-15,-10 10 16,-9-9-1,-9 8-15,-10 10 16</inkml:trace>
  <inkml:trace contextRef="#ctx0" brushRef="#br3" timeOffset="77596.7">14977 8990 0,'0'0'0,"0"0"15,0 0-15,0 0 16,0 0 0,18-10-16,11 1 15,27-9 1,1-1-16,-1 1 16,10 9-16,-19-1 15,-10 10 1,1 0-16,-10 10 15,-9 8 1,0 10-16,-10 9 16,-9 18-16,-28 28 15,-28 37 1,9-28 0,-10 1-16,10-29 15,47-64-15</inkml:trace>
  <inkml:trace contextRef="#ctx0" brushRef="#br3" timeOffset="78296.45">13528 8547 0,'0'0'0,"0"0"16,0 0-1,0 0-15,0 0 16,0 9-16,-10 9 15,-8 28 1,-1 28-16,-9 19 16,9-1-1,9 9-15,10-8 16,0-19 0,10-10-16,9-8 15,-1-20 1,11-8-16,-1-19 15,9-9-15,20-18 16,-1-19 0,-9 0-16,-18 9 15,-1 1 1,-9 8-16,-10 10 16,-9 0-16,0 9 15,0 0 1,-9 0-16,-29 0 15,0 9 1,-18 10-16,9-1 16,19-9-16,28-9 15</inkml:trace>
  <inkml:trace contextRef="#ctx0" brushRef="#br3" timeOffset="79244.09">14008 8334 0,'0'0'0,"0"0"16,-10 0-16,1 0 15,-10 0-15,-9 0 16,-10 0 0,1 10-16,-1-10 15,-9 0 1,-19 9-16,0-9 15,-9 9 1,9 0-16,0 10 16,0 8-16,-9 20 15,0 8 1,9 10-16,10 8 16,-1 10-1,10 10-15,9-1 16,10 0-1,9-9-15,10 10 16,9-19-16,9-10 16,10-8-1,9-1-15,10 10 16,0-1 0,9-8-16,9-1 15,-9-18-15,10 0 16,8-10-1,11-8-15,8-10 16,1-9 0,0-9-16,9-10 15,-10-8-15,20-10 16,-19 0 0,-10-9-16,0 0 15,-9-10 1,0-8-16,-19-10 15,-9 9 1,-1 1-16,-9-1 16,-9 0-16,0 1 15,-10-10 1,-9 9-16,-9 1 16,0-1-1,-20-9-15,1 10 16,-9 8-1,-1 1-15,-9 0 16,0 8-16,0 10 16,-19 1-1,0 17-15,-9 1 16,0 8 0,-10 20-16,-28 27 15,-28 36-15,141-73 16</inkml:trace>
  <inkml:trace contextRef="#ctx0" brushRef="#br3" timeOffset="80692.39">13622 9027 0,'0'0'16,"0"0"-16,0 0 15,0 0 1,0 0-16,0 0 16,0 0-1,0 0-15,0 0 16,0 0 0,0 0-16,0 0 15,-9 9-15,9-9 16,-10 0-1,1 9-15,-1-9 16,1 9 0,9-9-16,0 0 15,0 0-15,0 0 16,0 0 0,0 0-16,0 0 15,0 0 1,0 0-16,9 0 15,1 0 1,9 10-16,-1-1 16,11 9-16,-11 1 15,11-1 1,-29-18-16</inkml:trace>
  <inkml:trace contextRef="#ctx0" brushRef="#br1" timeOffset="121420.29">23462 14564 0,'0'0'0,"0"0"16,0 0-1,0 0-15,0 0 16,0 0 0,0 0-16,0 0 15,0 19-15,0 9 16,-9 8 0,-1 1-16,1 10 15,-1-1 1,10 9-16,0-18 15,0 0-15,0-9 16,0-10 0,0-9-16,0-9 15</inkml:trace>
  <inkml:trace contextRef="#ctx0" brushRef="#br1" timeOffset="122327.83">23566 14260 0,'0'0'0,"0"0"16,0 0 0,0 0-16,0 0 15,-10 0 1,1 0-16,-1 0 15,-8 0-15,-1 0 16,-10 0 0,1 9-16,-9 0 15,8 10 1,-8 8-16,9 1 16,-10 18-1,0 19-15,10-1 16,0 10-16,18-9 15,1 0 1,9-10-16,0 0 16,0-9-1,9 1-15,1-11 16,9 1-16,-1-9 16,11 0-1,-1-1-15,10-8 16,-1-1-1,1-8-15,-1-1 16,1-9 0,0 0-16,-1-9 15,-8-1-15,-1 1 16,0-9 0,0-10-16,-9 0 15,0 1 1,0-10-16,-1 9 15,-8-9-15,9-9 16,0-9 0,-10-1-16,0 10 15,1 9 1,-1 0-16,-9 0 16,-9 0-1,-1 10-15,1-1 16,-10 0-16,0 1 15,-9 8 1,-10 1-16,1 8 16,-10 10-1,9 10-15,-9 36 16,47-46-16</inkml:trace>
  <inkml:trace contextRef="#ctx0" brushRef="#br1" timeOffset="124293.4">24055 12737 0,'0'0'15,"0"0"-15,0 0 16,0 0 0,0 0-16,0 0 15,0 0-15,0 0 16,9 9 0,10 28-16,0 0 15,9 18 1,0-8-16,0-1 15,-9-9 1,0-10-16,-10-8 16,-9-19-16</inkml:trace>
  <inkml:trace contextRef="#ctx0" brushRef="#br1" timeOffset="124977.23">24111 12580 0,'0'0'15,"-9"0"-15,-10-9 16,0 0-1,-9-1-15,-10 10 16,1 0-16,-1 0 16,0 10-1,10 8-15,0 0 16,0 19 0,0 10-16,-1 17 15,10 10 1,10 0-16,9 0 15,19-1-15,9 1 16,0 0 0,10-9-16,0-10 15,-1-18 1,10 0-16,0-9 16,10-10-1,-10-9-15,19 1 16,-1-20-16,1-8 15,10-28 1,-11-10-16,-8 1 16,-10 0-1,-9-10-15,-1-9 16,-18-9 0,0 9-16,-19 10 15,0 8-15,-10 10 16,-8 0-1,-1 9-15,-9 0 16,-19 0 0,-10 10-16,-18 8 15,0 19-15,-1 9 16,1 10 0,0 8-16,-10 20 15,85-47 1</inkml:trace>
  <inkml:trace contextRef="#ctx0" brushRef="#br1" timeOffset="140049.31">29511 14149 0,'0'0'16,"0"0"-16,0 0 16,0 0-16,0 0 15,0 0 1,0 0-16,-9 9 15,-1 1-15,-9 17 16,1 1 0,-11 9-16,11-9 15,-1-10 1,9 0-16,1-8 16,9-1-16,0-9 15,9 0 1,10 0-16,9 0 15,1 0 1,-1 0-16,0 0 16,-9 0-16,0 9 15,-10 0 1,0 1-16,-9 8 16,0 10-1,-9-1-15,0 1 16,-10 9-1,0-9-15,0-10 16,0 1-16,1-1 16,-1-9-1,19-9-15</inkml:trace>
  <inkml:trace contextRef="#ctx0" brushRef="#br1" timeOffset="140327.21">29332 14315 0,'0'0'16,"0"0"-16,0 0 15,10-9 1,9-9-16,-1-10 15,20-18 1,0 9-16,-1 0 16,1 9-1,-1 0-15,11 1 16,-11 8-16,-37 19 16</inkml:trace>
  <inkml:trace contextRef="#ctx0" brushRef="#br1" timeOffset="141176.66">29859 13605 0,'0'0'15,"0"0"-15,-19 0 16,-9 0 0,-10 0-16,1 0 15,-10 9 1,-10 9-16,1 10 16,-19 9-1,-1 9-15,-8 9 16,8 1-16,11 8 15,8 1 1,1 18-16,9-9 16,18-10-1,1 10-15,9 0 16,19 9 0,10 0-16,-1-9 15,10-19-15,0 1 16,18-10-1,1 0-15,0-18 16,9-10 0,9 1-16,1-10 15,9-18-15,9-10 16,0-8 0,10-1-16,-1-9 15,-18-9 1,-9 0-16,-10 0 15,0-1 1,-10 1-16,-8 0 16,-1-9-16,-9-1 15,-1-8 1,-8-10-16,-10 0 16,-10 0-1,-8 10-15,-1-10 16,0 9-16,0 10 15,-9 18 1,0 18-16,-10 10 16,-9 28-1,47-19-15</inkml:trace>
  <inkml:trace contextRef="#ctx0" brushRef="#br1" timeOffset="167514.26">28241 12765 0,'0'0'0,"0"0"0,0 0 16,0 0-16,-9 0 16,-1 0-16,10 0 15,-9 0 1,-1 9-16,1 0 15,0 10 1,-1-1-16,1 10 16,-1-1-1,10-8-15,0-1 16,0 1-16,10-1 16,-1-9-1,10 1-15,9-1 16,0 0-1,10 0-15,0 1 16,-10-1-16,0 0 16,-9 0-1,0 0-15,-10 10 16,1-1 0,-10 10-16,0 0 15,-10-1 1,1-8-16,-10-10 15,10-9-15,9 0 16</inkml:trace>
  <inkml:trace contextRef="#ctx0" brushRef="#br1" timeOffset="167732.41">28147 12912 0,'0'0'0,"0"0"16,9-9-16,10-9 15,19-10 1,18-9-16,20-18 16,-20 8-1,10-8-15,-66 55 16</inkml:trace>
  <inkml:trace contextRef="#ctx0" brushRef="#br1" timeOffset="168550.76">28664 12229 0,'0'0'0,"0"0"16,-9 0-16,-10 0 16,0 0-16,-18 0 15,-10 0 1,0 10-16,-19 8 16,9 0-1,-9 19-15,10 10 16,-10 8-16,0 9 15,0 1 1,10 0-16,9 9 16,9 9-1,20-10-15,8-8 16,1 0 0,9 8-16,9-8 15,10-10-15,9 10 16,10-10-1,-1-8-15,10-10 16,1-10 0,8 1-16,19 0 15,0-19-15,1-9 16,-1-9 0,10-28-16,-1-9 15,1-19 1,-10 0-16,-9 1 15,-19-10 1,0 0-16,-9-9 16,-10 9-16,-19 19 15,-9-10 1,-9 1-16,-10-1 16,-18-9-1,-10 0-15,-10 19 16,1 18-1,-1 9-15,-9 19 16,-9 9-16,-10 28 16,10 9-1,75-37-15</inkml:trace>
  <inkml:trace contextRef="#ctx0" brushRef="#br1" timeOffset="177442.23">21552 10919 0,'0'0'0,"0"0"0,0 0 16,0 0-1,0 0-15,0 0 16,0 0-1,0 0-15,0 0 16,10-10-16,9-26 16,-1-38-1,1-9-15,0 0 16,-10 9 0,1 0-16,-10 9 15,0 1 1,0 18-16,0 9 15,0 9-15,0 9 16,0 10 0,0 9-16,0 0 15,0 0 1,-10 9-16,1 1 16,0 17-16,-1 1 15,1 9 1,-1 9-16,1 10 15,9 8 1,9 10-16,1-9 16,-1-19-1,10 0-15,0-9 16,0-10-16,-1-8 16,1-1-1,0-8-15,9-10 16,1-10-1,8-17-15,10-19 16,-9-10-16,-1 1 16,-18 18-1,0-9-15,0 0 16,-10 9 0,-9 9-16,0 10 15,0 8 1,0 1-16,0 9 15,0 0-15,0 0 16,0 0 0,0 9-16,0 1 15,10 8 1,-1 0-16,10 1 16,0 9-16,0-10 15,-1 0 1,1 1-16,0 9 15,-10-1 1,1 1-16,-10 0 16,0-1-1,-10 1-15,10-19 16,0-9-16</inkml:trace>
  <inkml:trace contextRef="#ctx0" brushRef="#br1" timeOffset="177778.24">22220 10337 0,'0'0'15,"0"0"1,0 0-16,0 0 16,19-9-16,9-9 15,19-10 1,0-9-16,0 9 15,-9 1 1,-10 8-16,-28 19 16</inkml:trace>
  <inkml:trace contextRef="#ctx0" brushRef="#br1" timeOffset="177995.04">22484 10577 0,'0'0'0,"0"0"15,0 0-15,9-9 16,10-10 0,19-8-16,9-10 15,0-9-15,9-10 16,-56 56-1</inkml:trace>
  <inkml:trace contextRef="#ctx0" brushRef="#br1" timeOffset="178285.33">22841 9876 0,'0'0'0,"0"0"16,0 0-1,0 0-15,0 0 16,10 18-16,18 19 15,28 37 1,10 18-16,-66-92 16</inkml:trace>
  <inkml:trace contextRef="#ctx0" brushRef="#br1" timeOffset="179677.56">28636 10411 0,'0'0'0,"0"0"16,0 0-1,10-9-15,27-10 16,29 1 0,0-1-16,9 10 15,-9 9 1,-10 9-16,-9 1 15,-9 8-15,0 10 16,-19 0 0,-10-1-16,-9 10 15,0-9 1,-9-1-16,-1 1 16,1-9-16,-1-10 15,10-9 1,-9-9-16,0-28 15,18-37 1,19-46-16,19-19 16,10 19-16,-1 0 15,-9 28 1,-9 28-16,-19 27 16,-10 18-1,0 10-15,-9 9 16,0 0-1,0 18-15,0 10 16,0 9-16,0 9 16,10-9-1,9 9-15,-1-9 16,1-9 0,0 0-16,9-1 15,-9 1-15,0-10 16,0 10-1,-10-9-15,1-1 16,-1 10 0,-9-1-16,0-8 15,0-19 1</inkml:trace>
  <inkml:trace contextRef="#ctx0" brushRef="#br1" timeOffset="179976.49">30000 9857 0,'0'0'0,"10"-9"15,8 0-15,20-19 16,19-9 0,-1 10-16,0-1 15,-56 28-15</inkml:trace>
  <inkml:trace contextRef="#ctx0" brushRef="#br1" timeOffset="180181.55">30320 10079 0,'0'0'0,"0"0"16,9-9 0,20-19-16,27-37 15,-56 65 1</inkml:trace>
  <inkml:trace contextRef="#ctx0" brushRef="#br1" timeOffset="180595.83">30875 9387 0,'0'0'0,"0"0"16,-9 9-1,-1 0-15,1 0 16,9 0 0,0 1-16,0-1 15,9 0-15,10 0 16,0 1 0,9-1-16,0 0 15,1 0 1,-1 1-16,-9-1 15,-10 9 1,0 10-16,-9 18 16,-9 9-1,-10 1-15,-9-10 16,0 0-16,0-18 16,-10-10-1,38-18-15</inkml:trace>
  <inkml:trace contextRef="#ctx0" brushRef="#br1" timeOffset="180794.79">30819 9322 0,'9'-9'0,"29"-19"15,56-27-15,37-10 16,1 0 0,-132 65-16</inkml:trace>
  <inkml:trace contextRef="#ctx0" brushRef="#br1" timeOffset="182347.01">25936 11103 0,'0'0'0,"0"0"16,0 0-1,0 0-15,0 0 16,0 0-16,0 0 16,0 19-1,-9 8-15,9 10 16,0 9 0,0 10-16,9 8 15,1 1 1,-1 0-16,10-10 15,0-18-15,9-9 16,0-10 0,0 1-16,1-19 15,-1 0 1,-9-10-16,9-8 16,-9-1-16,-10-8 15,0 8 1,-9 1-16,0-1 15,-9 1 1,0 9-16,-10-1 16,-9 10-16,-10 10 15,0 8 1,10 1-16,9-1 16,19-18-1</inkml:trace>
  <inkml:trace contextRef="#ctx0" brushRef="#br1" timeOffset="183194.28">26200 10679 0,'0'0'0,"0"0"16,-10-10-16,1 10 15,-19 0 1,-1 0-16,-8 0 16,-1 10-1,-9 8-15,-9 10 16,-1 9-1,1 9-15,-1 9 16,-9 10-16,19 9 16,10 9-1,9-9-15,9-1 16,9 29 0,20-10-16,9-9 15,9-9-15,9-9 16,1-10-1,0-9-15,9 0 16,0-9 0,9-9-16,10-9 15,0-10-15,9-9 16,-9 0 0,9-9-16,1-10 15,-1-9 1,0-9-16,-9 1 15,-10-11 1,-9-8-16,-9-10 16,-10 10-16,-9-10 15,-19 1 1,-9-10-16,-20 0 16,-8 0-1,-10 0-15,-10 10 16,1 9-1,-10 8-15,0 10 16,0 19-16,-9 9 16,0 18-1,0 19-15,9 18 16,66-46 0</inkml:trace>
  <inkml:trace contextRef="#ctx0" brushRef="#br1" timeOffset="184817.01">24168 8399 0,'0'0'0,"0"0"16,0 0-16,0 0 16,0 0-1,0 0-15,0 18 16,0 10-1,-10 9-15,10 18 16,-9 10 0,9 18-16,0 9 15,0 1 1,0-19-16,9-1 16,1-8-16,8-10 15,1 1 1,0-19-16,9-10 15,1-8 1,-1-10-16,0-9 16,0-9-16,0-19 15,1 0 1,-11 1-16,1-10 16,-9 9-1,-1 0-15,-9 10 16,0 0-16,-9-1 15,-1 10 1,-18 0-16,0 9 16,-10 9-1,10 0-15,9-9 16,19 0-16</inkml:trace>
  <inkml:trace contextRef="#ctx0" brushRef="#br1" timeOffset="185616.67">24610 8205 0,'0'0'0,"-19"0"15,-9 0 1,-10 9-16,0 1 16,-18-1-1,0 9-15,-1 10 16,1 0-16,-1-1 15,1 1 1,-1 9-16,1 0 16,-1 9-1,10 0-15,-9 10 16,9-1 0,9 19-16,10 0 15,19 9-15,9 0 16,9 0-1,10 0-15,9 9 16,10-9 0,9-9-16,-10-19 15,10-8-15,1-10 16,8-1 0,0-8-16,10-19 15,10-9 1,-11-9-16,1 0 15,9-10-15,1-8 16,-1-10 0,-9-9-16,-10-10 15,1-8 1,-10-1-16,0 1 16,-10-10-1,-8-9-15,-20 9 16,-9 9-16,0-9 15,-9 0 1,-10 1-16,-9-1 16,-10 9-1,-9 1-15,-9 8 16,-1 19-16,1 10 16,-20 17-1,1 20-15,-10 27 16,85-37-1</inkml:trace>
  <inkml:trace contextRef="#ctx0" brushRef="#br1" timeOffset="205253.07">17065 6618 0,'0'0'0,"0"0"16,0 0-16,0 0 15,0 0-15,0 0 16,0 0-1,9-19-15,10-18 16,19-37 0,18-46-16,1 0 15,-10 0 1,-10 10-16,1 8 16,-10 19-16,-9 0 15,0 28 1,-10 9-16,-9 9 15,0 0 1,0 9-16,0 10 16,-9 8-1,0 1-15,-1 9 16,-9 9-16,0 10 16,-9 8-1,0 10-15,9 19 16,0-1-1,10 10-15,9 9 16,9-1-16,1 1 16,-1 9-1,1-9-15,-1-18 16,10-1 0,-10-18-16,1-9 15,-1-10-15,0-9 16,1-9-1,9 0-15,18-18 16,10-28 0,10-28-16,9-19 15,-10 20 1,-18-1-16,-10 9 16,-9 10-16,-10 9 15,-9 18 1,0 0-16,-9 10 15,-1-1 1,1 10-16,0 0 16,9 9-1,-10 0-15,1 9 16,-1 10-16,1 8 16,9 10-1,9-9-15,1 0 16,9-1-1,-1 1-15,11 0 16,-1-1-16,-9 1 16,-1-9-1,1 8-15,-9 1 16,-1 9 0,0 0-16,-9 0 15,-9-10 1,0 1-16,9-19 15,0-9-15</inkml:trace>
  <inkml:trace contextRef="#ctx0" brushRef="#br1" timeOffset="205678.19">18175 5529 0,'0'0'0,"0"0"16,19-10-1,9-8-15,19-10 16,10 0-1,-1 1-15,-9-1 16,-9 10 0,-10-1-16,-28 19 15</inkml:trace>
  <inkml:trace contextRef="#ctx0" brushRef="#br1" timeOffset="205864.21">18354 5842 0,'0'0'16,"0"0"-16,19-18 16,37-28-1,38-19-15,38-36 16,-132 101-16</inkml:trace>
  <inkml:trace contextRef="#ctx0" brushRef="#br1" timeOffset="208512.33">25503 5482 0,'0'0'0,"0"0"15,-9 0-15,-10 0 16,10 0 0,-10 0-16,0 0 15,10 0-15,-1 0 16,1 0 0,9 0-16,0 0 15,0 0 1,9-9-16,20 0 15,18 0 1,28 9-16,10 9 16,-10 0-16,0 10 15,-9 8 1,-10 10-16,-9 0 16,-9 0-1,-10 0-15,-9-9 16,-9-10-16,-10-9 15,0-9 1,0 0-16,0 0 16,-10-9-1,1-9-15,-1-19 16,10-19 0,10-17-16,9-20 15,18 1-15,10 9 16,0 9-1,-9 9-15,-1 10 16,-8 18 0,-10 9-16,-1 10 15,-8 9-15,-1 0 16,-9 9 0,0 0-16,0 0 15,0 0 1,0 0-16,0 0 15,0 9 1,0 9-16,-9 10 16,-1 0-16,1 9 15,0-1 1,-1 1-16,10 10 16,10-11-1,-1 1-15,10 0 16,9-9-1,10 0-15,-1-10 16,1 1-16,-1-1 16,-8-9-1,-10 0-15,-10 1 16,0-1 0,-9 0-16,-9 10 15,0 8-15,-10 1 16,0 0-1,0-10-15,19-18 16</inkml:trace>
  <inkml:trace contextRef="#ctx0" brushRef="#br1" timeOffset="208867.12">26915 5076 0,'0'0'0,"0"0"15,9-9 1,19 0-16,10 0 16,9-10-1,0 1-15,0-1 16,-9 1 0,-10 9-16,0-1 15,-9 1-15,-10 0 16,-9 9-1</inkml:trace>
  <inkml:trace contextRef="#ctx0" brushRef="#br1" timeOffset="209061.81">27084 5353 0,'0'0'15,"0"0"-15,19-9 16,28-28 0,37-18-16,39-19 15,-123 74 1</inkml:trace>
  <inkml:trace contextRef="#ctx0" brushRef="#br1" timeOffset="213795.33">19868 7965 0,'0'0'0,"0"0"15,0 9-15,0 1 16,0 8-1,-9 10-15,9-1 16,0 1 0,0-9-16,0-1 15,0-9-15,0 1 16,0-10 0,0 0-16,0 0 15,9-10 1,1-8-16,9-10 15,-1-18 1,1-9-16,-9-1 16,-1 1-1,1 0-15,-1-1 16,-9 19-16,0 0 16,0 10-1,0 8-15,0 10 16,0 0-16,0 9 15,0 0 1,0 0-16,-9 18 16,-1 1-1,-9 18-15,10 9 16,-1 9-16,1 10 16,0 9-1,-1-1-15,10-8 16,0-10-1,0-9-15,0-9 16,0-9 0,0-9-16,0-10 15,0-9-15,0 0 16,0 0 0,0-9-16,10-19 15,-1-9 1,0-9-16,1-19 15,-1 10 1,1 9-16,-1 9 16,1 0-16,-10 18 15,0 1 1,0 9-16,0-1 16,0 1-1,0 9-15,0 0 16,0 0-1,0 9-15,-10 10 16,1 18-16,9-9 16,0-28-1</inkml:trace>
  <inkml:trace contextRef="#ctx0" brushRef="#br1" timeOffset="214674.11">19483 8057 0,'0'0'0,"0"0"15,0 0 1,0 0-16,0 0 16,-10-9-16,-8 0 15,-1 0 1,-10 0-16,-8-10 15,-10 1 1,-10-1-16,1 1 16,-10-1-1,-19 10-15,1 0 16,8 0-16,1-1 16,0 10-1,9 10-15,0-1 16,10 0-1,18 0-15,10 1 16,0-1-16,9 0 16,19-9-1,0 0-15</inkml:trace>
  <inkml:trace contextRef="#ctx0" brushRef="#br1" timeOffset="-214317.84">18486 7919 0,'0'0'0,"9"0"16,10 9-16,9 19 16,19 9-1,9 9-15,-8-9 16,8 0-1,-18-19-15,-10 1 16,-9-10 0,-19-9-16</inkml:trace>
  <inkml:trace contextRef="#ctx0" brushRef="#br1" timeOffset="-214084.36">18344 7993 0,'0'0'16,"0"0"-16,0-19 16,19-8-1,19-10-15,18-9 16,20-10-16,18 10 15,28-9 1,0-1-16,10 10 16,-132 46-1</inkml:trace>
  <inkml:trace contextRef="#ctx0" brushRef="#br1" timeOffset="-213361.4">20461 8113 0,'0'0'0,"0"0"16,0 0-1,19-9-15,19-1 16,18 1 0,19 0-16,29 0 15,-1-1 1,-9 1-16,0 0 16,-9 9-16,-10 0 15,-9-9 1,-19 0-16,-9-1 15,-38 10 1</inkml:trace>
  <inkml:trace contextRef="#ctx0" brushRef="#br1" timeOffset="-212968.03">20988 7818 0,'0'0'16,"0"0"0,9 0-16,10 0 15,19 0-15,28 0 16,9 9-1,10 0-15,-10 0 16,-9 0 0,0 1-16,-29-1 15,1 0-15,-10 10 16,-9-1 0,-10 1-16,-9 17 15,-19 20 1,-28 8-16,-9 10 15,-19 0 1,-10 0-16,85-74 16</inkml:trace>
  <inkml:trace contextRef="#ctx0" brushRef="#br1" timeOffset="-207934.35">18401 6747 0,'0'0'0,"0"0"0,0 0 16,0-9-16,9-10 15,1-18 1,18-18-16,10-19 16,9-27-16,9-1 15,-18 0 1,-1 19-16,-18 28 15,-9 9 1,-10 9-16,0 19 16,-10 8-1,1 1-15,-1 9 16,-18 19-16,0 8 16,-10 19-1,10 0-15,9 1 16,19-10-1,10-1-15,-1-8 16,10-9-16,9-1 16,10 1-1,-10-1-15,0 0 16,0 1 0,1-1-16,-11 1 15,1 9 1,-9-1-16,-10 10 15,0 9-15,-10 0 16,1-9 0,-1-9-16,1-10 15,9-18 1</inkml:trace>
  <inkml:trace contextRef="#ctx0" brushRef="#br1" timeOffset="-207675.66">18909 6202 0,'0'0'0,"0"0"16,0 0-1,9-9-15,10-9 16,9-10-16,10 0 16,-10 1-1,0-1-15,1 9 16,-29 19 0</inkml:trace>
  <inkml:trace contextRef="#ctx0" brushRef="#br1" timeOffset="-207450.25">19097 6387 0,'0'0'0,"0"0"16,0 0-16,19-9 15,9-19 1,29-27-16,8-19 16,-65 74-1</inkml:trace>
  <inkml:trace contextRef="#ctx0" brushRef="#br1" timeOffset="-206367.8">19690 5695 0,'0'0'16,"0"0"-16,0 0 16,0 0-1,0 0-15,0 0 16,0 0 0,0 0-16,-10 0 15,1 9 1,-10 0-16,0 10 15,0-1-15,-9 1 16,0 8 0,9 1-16,0 0 15,10-1 1,0 1-16,9 9 16,9 0-16,0 9 15,10 0 1,9 0-16,-9-18 15,9 0 1,1-10-16,-1-9 16,10-9-1,-1-9-15,10-9 16,0-10-16,0-9 16,-9-9-1,-10 0-15,-9 9 16,0-9-1,-10 9-15,-9-9 16,0 9 0,-9 0-16,-10 0 15,-9 0-15,-10 9 16,0 10 0,1 9-16,-10 9 15,0 18 1,0 19-16,47-37 15</inkml:trace>
  <inkml:trace contextRef="#ctx0" brushRef="#br1" timeOffset="-205084.62">18937 5021 0,'0'0'16,"0"0"-16,0 0 15,0 0 1,0-9-16,-9-1 15,9 10-15,0 0 16,0 0 0,0 0-16,0 0 15,-10 0 1,1 10-16,-1 8 16,-8 1-1,8 8-15,1 10 16,-1 9-16,10 10 15,10-1 1,-1 1-16,10-10 16,0-19-1,9 1-15,0-10 16,1-8-16,8-20 16,1-8-1,9-19-15,0-9 16,-9 0-1,-10 9-15,-9 0 16,-10 0 0,-9 0-16,0-9 15,-9 9-15,-1 0 16,1 9 0,-10 10-16,-9 0 15,-1 8 1,-8 10-16,-10 10 15,0 8 1,0 19-16,28 0 16,19-37-16</inkml:trace>
  <inkml:trace contextRef="#ctx0" brushRef="#br1" timeOffset="-202000.95">19840 5427 0,'0'0'0,"0"0"0,0 9 16,0 0-16,0 10 15,-9 9 1,-1-1-16,1 10 15,0 19 1,-1 8-16,1 19 16,-10 10-16,10-10 15,-1 9 1,1 0-16,-1-9 16,1-18-1,9-19-15,-9-9 16,9-37-1</inkml:trace>
  <inkml:trace contextRef="#ctx0" brushRef="#br1" timeOffset="-200751.98">20301 5741 0,'0'0'16,"0"0"-16,0 0 15,0 0 1,0 0-16,0 0 15,0 0 1,0 0-16,0 0 16,10 0-16,8-9 15,1-10 1,9 1-16,19-19 16,10-9-1,-10-1-15,-9 11 16,-38 36-16</inkml:trace>
  <inkml:trace contextRef="#ctx0" brushRef="#br1" timeOffset="-199634.43">20687 5233 0,'0'0'0,"0"0"16,0 0-16,0 0 16,0 0-16,0 0 15,0 0 1,0 0-16,9-9 15,1 0 1,-1 0-16,10-10 16,0 1-16,0 8 15,-1 1 1,1-9-16,-9 8 16,8 1-1,1 9-15,0 9 16,0 1-1,-10 8-15,10 10 16,-10 9-16,1 0 16,-10 9-1,0 0-15,0-9 16,0 0 0,0-10-16,0 1 15,0 0-15,0-10 16,0-8-1,0-1-15,0-9 16,9 9 0,-9-9-16,10 0 15,18-9 1,10-10-16,27-18 16,20-27-16,0-10 15,-85 74 1</inkml:trace>
  <inkml:trace contextRef="#ctx0" brushRef="#br1" timeOffset="-196762.75">21439 4735 0,'0'0'0,"0"0"15,0 0 1,-18 9-16,-11 9 16,-8 10-1,-20 28-15,-27 8 16,-10 28-1,-10 10-15,-9 9 16,0 9 0,19-10-16,10-8 15,8 0-15,20-10 16,9-18 0,9-19-16,19-9 15,10-18-15,9-28 16</inkml:trace>
  <inkml:trace contextRef="#ctx0" brushRef="#br1" timeOffset="-194814.14">21938 4707 0,'0'0'0,"0"0"16,0 0-1,0 0-15,0 0 16,-9 9-16,9 1 16,-10-1-1,1 9-15,-1 1 16,1-1-1,0 10-15,-1 9 16,1 9-16,-1 9 16,1-9-1,0 1-15,-1 8 16,1 0 0,-1-8-16,1-11 15,0-8 1,-1-9-16,10-1 15,0-9 1,0 1-16,0-10 16,0 0-16,10 0 15,8 0 1,20-10-16,9-8 16,0-1-1,10-8-15,-10-1 16,-10 10-16,1-1 15,-10 1 1,0-1-16,0-9 16,-9 10-1,-9 0-15,-10 18 16</inkml:trace>
  <inkml:trace contextRef="#ctx0" brushRef="#br1" timeOffset="-194534.84">21919 4956 0,'0'0'0,"0"0"15,0 0-15,10 19 16,-1 8 0,10 10-16,19 37 15,9 28 1,0-19-16,9 0 16,-56-83-16</inkml:trace>
  <inkml:trace contextRef="#ctx0" brushRef="#br1" timeOffset="-193462.67">19295 4559 0,'0'0'16,"0"0"-16,0 0 16,0 0-1,0 0-15,0 0 16,0 0-16,-10 10 15,1-1 1,-1 9-16,-8 19 16,-1 19-1,0 36-15,0 19 16,0-10-16,10 10 16,-1 9-1,10-18-15,0-10 16,0 0-1,0-18-15,0-28 16,0-9 0,0-37-16</inkml:trace>
  <inkml:trace contextRef="#ctx0" brushRef="#br1" timeOffset="-192784.36">19746 4153 0,'0'0'16,"0"0"-16,0 10 16,-9 17-1,-1 10-15,1 9 16,0 19 0,9 9-16,0-10 15,0 1 1,0-10-16,0-8 15,0-11-15,9-8 16,0-9 0,1-1-16,-1-9 15,1 0 1,-1 1-16,10-10 16,9 0-16,0 0 15,10 0 1,-1-10-16,11-8 15,-20 9 1,9 0-16,-8-10 16,-1 10-1,-9-10-15,-10 10 16,0-9-16,1 9 16,-10 9-1</inkml:trace>
  <inkml:trace contextRef="#ctx0" brushRef="#br1" timeOffset="-192533.46">19897 4541 0,'0'0'0,"0"0"15,0 0-15,0 0 16,0 0-1,0 0-15,9 18 16,10 19 0,9 19-16,10 18 15,9 9 1,0-19-16,9-8 16,-56-56-16</inkml:trace>
  <inkml:trace contextRef="#ctx0" brushRef="#br1" timeOffset="-191281.28">22286 4578 0,'0'0'16,"0"0"-16,0 0 16,0 0-1,-9 9-15,-1 10 16,-8 8 0,-11 1-16,-18 27 15,0 10-15,0 18 16,0 9-1,0-9-15,9 0 16,1 19 0,-1-10-16,10-18 15,9-19-15,0 1 16,10-19 0,9-10-16,0-27 15</inkml:trace>
  <inkml:trace contextRef="#ctx0" brushRef="#br1" timeOffset="-190667.65">22418 4679 0,'0'0'0,"0"0"16,0 0 0,9 0-16,10-9 15,28-9 1,10-19-16,18 0 15,-9 0 1,-10 0-16,-9 0 16,0 0-1,-19 10-15,-9-1 16,0 9-16,-19 19 16</inkml:trace>
  <inkml:trace contextRef="#ctx0" brushRef="#br1" timeOffset="-190400.92">22860 4116 0,'0'0'0,"0"0"16,9 19 0,10 18-16,9 27 15,19 38 1,10-10-16,9 1 16,-66-93-16</inkml:trace>
  <inkml:trace contextRef="#ctx0" brushRef="#br1" timeOffset="-189166.8">23312 3923 0,'0'0'0,"0"0"16,0 0-16,0 0 16,0 0-1,0 0-15,0 0 16,0 0 0,-10 9-16,-18 9 15,-29 28-15,-46 38 16,-10 8-1,-9 19-15,0 18 16,18-9 0,1 0-16,8 0 15,20 0 1,28-37-16,47-83 16</inkml:trace>
  <inkml:trace contextRef="#ctx0" brushRef="#br1" timeOffset="-188649.99">23754 3849 0,'0'0'0,"0"9"16,9 28 0,10 37-16,0 27 15,18 19 1,-37-120-16</inkml:trace>
  <inkml:trace contextRef="#ctx0" brushRef="#br1" timeOffset="-185167.2">27648 5732 0,'0'0'0,"0"0"0,0 0 16,0 0-1,0 0-15,0 0 16,0 0 0,0 0-16,-9 0 15,-19 9-15,-10 9 16,0 1 0,1-1-16,-1 10 15,19-10 1,10-8-16,0-1 15,9 0 1,9 0-16,10 10 16,18-1-16,10 1 15,1-1 1,-11 1-16,-9-1 16,1 10-1,-11-1-15,-8 1 16,-1 0-16,-18 9 15,-1 0 1,-18 0-16,0-1 16,-10-8-1,10-19-15,0-9 16,9-9-16,19 9 16</inkml:trace>
  <inkml:trace contextRef="#ctx0" brushRef="#br1" timeOffset="-184850.8">27893 5722 0,'0'0'15,"0"0"-15,9-18 16,20-1 0,8-8-16,10-10 15,10 0 1,-10 9-16,9 1 16,-9-1-1,-9 0-15,-10 10 16,-9-1-16,0 1 15,-10 9 1,-9 9-16</inkml:trace>
  <inkml:trace contextRef="#ctx0" brushRef="#br1" timeOffset="-184657.16">28194 5778 0,'0'0'16,"0"0"0,0 0-16,0 0 15,19-19-15,28-8 16,19-20 0,-66 47-16</inkml:trace>
  <inkml:trace contextRef="#ctx0" brushRef="#br1" timeOffset="-183949.84">28994 5049 0,'0'0'0,"0"0"16,-10 9 0,1 0-16,-1 10 15,1-1 1,0 10-16,-1 18 15,1 0-15,9 9 16,0-8 0,0-11-16,9 1 15,1-18 1,-1-1-16,10-9 16,0 1-16,9-10 15,0-10 1,10 1-16,18-18 15,-9-10 1,10-9-16,-10-1 16,-10 1-1,-8 9-15,-11 0 16,-8 10-16,-10-1 16,-10 0-1,-18 1-15,-10-1 16,-9 19-1,-9 9-15,0 9 16,9 19-16,9-1 16,38-27-1</inkml:trace>
  <inkml:trace contextRef="#ctx0" brushRef="#br1" timeOffset="-182967.16">28269 5898 0,'0'0'0,"0"0"16,0 0-16,0 0 16,0 0-1,0 0-15,0 0 16,0 0 0,0 0-16,0 0 15,0-9 1,19-19-16,38-28 15,27-8-15,29-19 16,-113 83 0</inkml:trace>
  <inkml:trace contextRef="#ctx0" brushRef="#br1" timeOffset="-181013.25">29276 4836 0,'0'0'0,"0"0"15,0 0 1,0 0-16,0 0 16,0 0-16,0 10 15,0 8 1,-10 19-16,1 0 15,0 18 1,-1 10-16,-9 27 16,10 0-1,9 10-15,0-10 16,0 1-16,0-1 16,0-18-1,0-19-15,0-55 16</inkml:trace>
  <inkml:trace contextRef="#ctx0" brushRef="#br1" timeOffset="-178832.9">29709 5169 0,'0'0'0,"0"0"15,0 0 1,0 0-16,0 0 16,9-10-16,10 1 15,9 0 1,10 0-16,9-10 16,9 1-1,19-10-15,1 0 16,8-9-16,-8 1 15,-29 8 1,-19 9-16,-28 19 16</inkml:trace>
  <inkml:trace contextRef="#ctx0" brushRef="#br1" timeOffset="-177883.01">30414 4679 0,'0'0'0,"0"0"16,0 0 0,0 0-16,0 0 15,0 0 1,0-9-16,0 0 16,0-9-1,0-1-15,0 1 16,10-10-16,-1 0 15,10 1 1,9-1-16,10 0 16,-10 10-1,0 8-15,-9 10 16,0 0 0,0 10-16,-10 8 15,0 1-15,1 8 16,-10 10-1,-10 0-15,-8 9 16,-11 10 0,10-10-16,-9 0 15,0 0 1,9-18-16,0-1 16,10-8-16,0-10 15,9 0 1,0-9-16,0 0 15,0 0 1,18 0-16,20 0 16,18-9-16,1 0 15,-1 0 1,-18-1-16,0 10 16,-20 0-1,1 0-15,-9 0 16,-1 0-1,-9 0-15,0 0 16,0 0-16,9 0 16,1 10-1,-10-10-15,9 9 16,1 0 0,-1 0-16,1 1 15,-10-10-15,9 9 16,-9-9-1,9 9-15,1 0 16,-10-9 0,0 10-16,-10 8 15,-18 19 1,-28 18-16,-38 38 16,9-20-16,-9-17 15,9-10 1,85-46-16</inkml:trace>
  <inkml:trace contextRef="#ctx0" brushRef="#br1" timeOffset="-174117.4">27667 4163 0,'0'0'0,"0"0"0,-9 0 16,-10 9-16,10 0 15,-10 0 1,0 10-16,0 8 16,0 10-1,0 9-15,19 10 16,0-10-1,10-9-15,18 9 16,10-9-16,-1-19 16,29 1-1,28-19-15,10-19 16,-10-17 0,-19-1-16,-28 0 15,-9 9-15,-19 0 16,-1 1-1,-8-1-15,-20 0 16,1 1 0,-10-1-16,-18 9 15,-20 1-15,-18 9 16,0 18 0,18 0-16,10 10 15,19 8 1,18-8-16,10-19 15</inkml:trace>
  <inkml:trace contextRef="#ctx0" brushRef="#br1" timeOffset="-173416.76">31129 4384 0,'0'0'0,"-9"0"16,-20 9-16,1 1 16,-9 8-1,-10 10-15,-10 9 16,-9 18 0,-18 19-16,-10 0 15,-1 18-15,1 0 16,10 1-1,-10 8-15,9-27 16,19-9-16,10-10 16,18-18-1,19-19-15,10-8 16,9-10 0,0 0-16</inkml:trace>
  <inkml:trace contextRef="#ctx0" brushRef="#br1" timeOffset="-172971.16">31374 4762 0,'0'0'16,"0"0"-16,0 0 15,9-9-15,19-9 16,29-10-1,9 0-15,-10 1 16,-56 27 0</inkml:trace>
  <inkml:trace contextRef="#ctx0" brushRef="#br1" timeOffset="-172467.18">31722 4098 0,'0'0'0,"0"-18"16,9-10-16,19-9 15,19 0 1,10 0-16,9 19 16,-10 8-1,-9 10-15,-9 10 16,-1 8 0,-8 10-16,-10-1 15,-10 10-15,-9 19 16,-9-1-1,-10 10-15,0-1 16,0-8 0,0-10-16,10-18 15,9-10 1,9-9-16,10 0 16,9-9-16,19-9 15,38-18 1,9-10-16,-9 0 15,-10 0 1,0-9-16,-75 46 16</inkml:trace>
  <inkml:trace contextRef="#ctx0" brushRef="#br1" timeOffset="-171575.29">32634 3830 0,'0'0'16,"0"0"-16,-19 10 15,-18 17-15,-29 19 16,-28 37 0,-38 28-16,-28 18 15,0-9 1,19 10-16,10-20 15,18-17 1,28-10-16,29-19 16,18-27-1,38-37-15</inkml:trace>
  <inkml:trace contextRef="#ctx0" brushRef="#br1" timeOffset="-170716.28">31995 5206 0,'0'0'16,"0"0"-16,-10-10 15,1 1 1,9 0-16,9-10 16,10-8-1,9-1-15,0 10 16,1-1-16,-1 10 15,0 0 1,0-1-16,1 10 16,-11 0-1,-8 10-15,-1-1 16,1 9-16,-10 19 16,-10 19-1,-9-1 1,1 0-16,-1-8 15,0-11-15,10-8 16,-1-9 0,1-10-16,9-9 15,0 0-15,0 0 16,9 0 0,10 0-16,19 0 15,-1 0 1,10 0-16,-9 0 15,-1 9 1,-8 9-16,-10 1 16,-1-1-16,-8 10 15,-10 0 1,-10 9-16,-8 9 16,-11 0-1,-8-9-15,-1 0 16,-9-9-1,9-19-15,10-9 16,0-9-16,28 9 16</inkml:trace>
  <inkml:trace contextRef="#ctx0" brushRef="#br1" timeOffset="-169733.5">27978 3996 0,'-10'10'15,"-18"8"-15,-19 28 16,-9 19-16,-10 18 16,19 0-1,0 19-15,18-19 16,1 0 0,9 0-16,10-19 15,9-8-15,0-29 16,9-17-1,-9-10-15</inkml:trace>
  <inkml:trace contextRef="#ctx0" brushRef="#br1" timeOffset="-168973.44">28627 3461 0,'0'0'0,"0"0"15,0 0 1,0 0-16,9-9 16,1 0-1,8-1-15,11 1 16,8 0 0,10 0-16,-9 0 15,0-1-15,-1 10 16,-9 0-1,1 10-15,-1-1 16,-9 9 0,-1 19-16,-8 9 15,-10 19-15,-10 9 16,-8-10 0,-1-8-16,0-1 15,0-18 1,10-9-16,-1-10 15,1 1-15,9-10 16,0-9 0,0 0-16,19 0 15,18-9 1,20-10-16,18 10 16,0 0-1,1 9-15,-11 0 16,-8 9-1,-19 0-15,-10 10 16,-9-1-16,-10 10 16,-9 9-1,-9 0-15,-20 9 16,-8 0 0,-10 0-16,0-9 15,-10-9-15,10-1 16,10-8-1,8-10-15,11-9 16,18 0 0</inkml:trace>
  <inkml:trace contextRef="#ctx0" brushRef="#br1" timeOffset="-167696.31">32710 5150 0,'0'0'0,"0"0"16,0 0-16,0 0 16,0 0-1,0 0-15,-19 9 16,-19 19-16,-28 18 16,-28 19-1,10-1-15,-11 10 16,1 0-1,-9 18-15,18-9 16,29-9 0,18-9-16,10-10 15,28-55-15</inkml:trace>
  <inkml:trace contextRef="#ctx0" brushRef="#br1" timeOffset="-167200.72">31675 6701 0,'0'0'0,"0"0"16,0 0-1,0 0-15,0 0 16,9 0 0,10-10-16,9-8 15,29-10-15,18 1 16,0-1-1,-9 0 1,0 1-16,0-1 16,-10 0-16,-56 28 15</inkml:trace>
  <inkml:trace contextRef="#ctx0" brushRef="#br1" timeOffset="-166600.18">32503 6175 0,'0'0'16,"0"0"0,0 0-16,0-10 15,0 1-15,9 0 16,0 0 0,1-1-16,-10 10 15,0 0 1,0 0-16,0 0 15,0 0-15,0 0 16,0 0 0,0 0-16,0 0 15,0 0 1,0 0-16,0 0 16,9-9-1,-9 9-15,0 0 16,0 0-16,0 0 15,0 0 1,0 0-16</inkml:trace>
  <inkml:trace contextRef="#ctx0" brushRef="#br1" timeOffset="-165767.15">32474 6119 0,'0'0'15,"0"0"-15,0 0 16,10-9-16,9 0 16,9 0-1,9-1-15,1 1 16,9 0-1,-9 0-15,-10 9 16,-19 0-16,1 0 16,-10 0-1,0 9-15,-10 19 16,-8 8 0,-1 20-16,0-19 15,-9 9 1,9-18-16,9-10 15,1 1-15,9-10 16,0-9 0,9 9-16,1-9 15,9 0 1,9 9-16,0 0 16,0 1-1,1-1-15,-11 0 16,1 0-16,-9 1 15,-1-1 1,-9 9-16,-9 19 16,-10 0-1,-19 9-15,-9 0 16,-9 1-16,-29-20 16,0-18-1,85-9-15</inkml:trace>
  <inkml:trace contextRef="#ctx0" brushRef="#br1" timeOffset="-161800.33">19671 7494 0,'0'0'0,"0"0"0,0 0 15,0 0 1,0 0-16,0 0 16,0 0-1,0 0-15,0 0 16,0 0-1,0 0-15,0 0 16,0 0-16,0 0 16,0 0-1,0 0-15,0 0 16,0 0 0,0 0-16,9 10 15,10-1-15,9 0 16,10 0-1,9 10-15,0-10 16,0 0 0,0 10-16,10-10 15,-1-9 1,-56 0-16</inkml:trace>
  <inkml:trace contextRef="#ctx0" brushRef="#br1" timeOffset="-160998.02">19586 7467 0,'0'0'0,"0"0"16,0 0-1,0 0-15,0 0 16,0 0 0,0 0-16,0 0 15,0 0-15,0 0 16,0 0-1,0 0-15,0 0 16,0 0 0,0 0-16,0 0 15,10 9-15,8 0 16,11 10 0,18-1-16,9 1 15,1-1 1,-1-9-16,-56-9 15</inkml:trace>
  <inkml:trace contextRef="#ctx0" brushRef="#br1" timeOffset="-159900.46">20066 7107 0,'0'0'0,"0"0"15,0 0-15,0 0 16,-9 0 0,-1 0-16,1 0 15,-10 0 1,0 0-16,-9 0 15,0 9-15,-1 0 16,1 1 0,-9 8-16,-1 0 15,10 1 1,0-1-16,-1 10 16,1 9-1,0 0-15,0 9 16,9 0-16,0 10 15,0-1 1,0-9-16,10 0 16,0-9-1,-1 9-15,1 10 16,9-1-16,0 0 16,0 10-1,9 0-15,1-10 16,-10 0-1,9-8-15,0-11 16,1 1 0,9-9-16,-1 9 15,1-9 1,0-10-16,9 1 16,1-10-16,8 0 15,10-9 1,0-9-16,0 0 15,0-10-15,0 1 16,-9-1 0,0-8-16,-1-1 15,1 0 1,-1-9-16,1 0 16,-10 0-1,1-9-15,-1-9 16,-9 9-16,-1-10 15,1 1 1,0-19-16,-10 0 16,1 0-1,-1 10-15,-9-1 16,0 10-16,-9-1 16,-1 1-1,1 18-15,-10 0 16,0 0-1,-9 10-15,0-1 16,0 10 0,-10-1-16,0 10 15,1 9-15,-10 9 16,0 19 0,0 9-16,47-37 15</inkml:trace>
  <inkml:trace contextRef="#ctx0" brushRef="#br1" timeOffset="-155997.4">1176 10586 0,'0'0'0,"0"10"15,0 8 1,0 19-16,9 9 16,10 10-1,0 8-15,0 1 16,-10-1-16,1-17 15,-10-11 1,0-17 0,0-10-16,0-9 15,-10-9-15,1-19 16,-10-27 0,-19-28-16,10-10 15,9 1 1,10 0-16,9 27 15,9 10-15,1 18 16,18 0 0,-9 9-16,28 10 15,9 9 1,19 27-16,1 10 16,-10 9-16,-1 9 15,-18 9 1,1-9-16,-20-9 15,-9-9 1,-1-10-16,-8-8 16,-1-10-16,1-10 15,8-17 1,11-19-16,-11-19 16,11-27-1,-1-10-15,0 10 16,-18 18-1,8 19-15,-8 18 16,-1 9-16,1 10 16,-1 8-1,-9 10-15,9 0 16,10 19 0,0 9-16,9 8 15,10 11 1,9-10-16,-19-10 15,10-8-15,-10-1 16,10-18 0,-1-9-16,1-10 15,9-27 1,0-9-16,-9-10 16,-1-27-16,-9 0 15,-18 18 1,-10 9-16,-10 19 15,1 9 1,0 19-16,-1 9 16,-9 9-1,1 18-15,-29 37 16,9 28-16,10 0 16,-1 28-1,11-9-15,18-19 16,9-28-1,0-18-15,1-9 16,9-19-16,-1-9 16,11-18-1,8-47-15,-8-18 16,-11 18 0,-8 1-16,-10 8 15,0 10 1,-10 18-16,10 10 15,0 9-15,0 9 16,0 0 0,0 0-16,10 9 15,18 19 1,10 9-16,18 0 16,19-1-16,1-17 15,-11-19 1,1-9-16,-66 9 15</inkml:trace>
  <inkml:trace contextRef="#ctx0" brushRef="#br1" timeOffset="-155733.55">3302 9045 0,'0'0'16,"0"0"-16,0 19 16,9 27-1,1 28-15,-1 36 16,-9-17 0,0-1-16,-9 0 15,9-36 1,-10-10-16,1-19 15,9-27-15</inkml:trace>
  <inkml:trace contextRef="#ctx0" brushRef="#br1" timeOffset="-155499.39">3057 9525 0,'0'0'0,"10"0"16,27 0-16,20 0 16,9 0-16,18 0 15,10 0 1,10 0-16,-10 0 16,-9-9-1,-19 0-15,-10-10 16,-56 19-1</inkml:trace>
  <inkml:trace contextRef="#ctx0" brushRef="#br1" timeOffset="-155112.33">3678 8011 0,'0'0'0,"0"10"16,-9 17-16,-10 29 15,0 45 1,0 47-16,10 18 15,9 0 1,28 9-16,0-8 16,20 8-16,-1-37 15,0-8 1,9-10-16,0-28 16,10-18-1,10-19-15,-11-27 16,11-19-16,-1-27 15,-75 18 1</inkml:trace>
  <inkml:trace contextRef="#ctx0" brushRef="#br1" timeOffset="-154567.08">4327 7956 0,'0'0'0,"0"0"16,0 28-16,0 27 15,0 37-15,0 38 16,10 17 0,9-18-16,9-9 15,0 10 1,10-29-16,-1-27 16,1-19-1,0-8-15,-1-20 16,1-8-1,9-19-15,0-10 16,19-17-16,-10-19 16,-9-1-1,-19 1-15,-9 9 16,-19 0 0,-9 10-16,-19-1 15,-10 10-15,-18 8 16,-10 10-1,-10 19-15,11 18 16,8 18 0,20-9-16,18-9 15,19-37 1</inkml:trace>
  <inkml:trace contextRef="#ctx0" brushRef="#br1" timeOffset="-154314.55">5353 8556 0,'0'0'0,"0"0"16,9 9-16,1 10 16,8 17-1,1 20-15,-9 55 16,-10-1-1,-10 1-15,-9 0 16,10-37-16,0-28 16,9-28-1,0-18-15,0 0 16</inkml:trace>
  <inkml:trace contextRef="#ctx0" brushRef="#br1" timeOffset="-153900.18">5193 7956 0,'0'0'15,"0"0"-15,19-9 16,18-19 0,29-9-16,9-9 15,1 0 1,-20 9-16,-18 18 16,-10 10-1,-9 0-15,-10 9 16,1 9-16,-1 10 15,0 18 1,1 27-16,-1 19 16,10 10-1,0-1-15,9 9 16,0 1-16,1-28 16,-29-74-1</inkml:trace>
  <inkml:trace contextRef="#ctx0" brushRef="#br1" timeOffset="-153648.81">6275 8270 0,'0'0'0,"0"0"16,9 9-1,10 9-15,0 29 16,0 26 0,-10 20-16,-9 8 15,9-27 1,-9-28-16,0-18 16,0-19-1,0-9-15</inkml:trace>
  <inkml:trace contextRef="#ctx0" brushRef="#br1" timeOffset="-153184.25">6670 7365 0,'0'0'0,"0"0"16,-10 9-16,1 28 16,0 28-1,9 27-15,9 1 16,10 8 0,9 10-16,10-28 15,-1-28 1,1-9-16,-10-18 15,10-9-15,-1-10 16,10-18 0,10-19-16,-1-9 15,-9 0 1,-18 9-16,-11 1 16,-8 8-1,-10 1-15,-10 9 16,-8-1-16,-11 10 15,-18 0 1,0 10-16,0 8 16,10-9-1,8 1-15,29-10 16</inkml:trace>
  <inkml:trace contextRef="#ctx0" brushRef="#br1" timeOffset="-152860.59">6755 6931 0,'0'0'0,"18"0"16,39 0-1,27 10-15,20 8 16,18 10 0,1 27-16,-29 10 15,-19 27 1,-19 28-16,-18 55 16,-29 1-1,-18 45-15,-38 1 16,-19-10-16,-28-18 15,0 18 1</inkml:trace>
  <inkml:trace contextRef="#ctx0" brushRef="#br1" timeOffset="-151672.32">14215 4892 0,'0'0'0,"0"0"15,0 0 1,0 0-16,0 0 16,0 9-1,0 9-15,0 10 16,0 9-1,0 9-15,0 10 16,0 17 0,0 20-16,-10 8 15,1 10-15,-10 18 16,10 0 0,-10 1-16,0-20 15,0 1 1,10-19-16,-1-18 15,1-9-15,-1-28 16,1-10 0,9-17-16,0-10 15,0 0 1,0-19-16,0 19 16</inkml:trace>
  <inkml:trace contextRef="#ctx0" brushRef="#br1" timeOffset="-150417.15">14243 4855 0,'0'0'0,"0"0"16,9 0-1,19 0-15,19 0 16,29 0-16,8 0 16,10 0-1,19 0-15,0 0 16,0-9 0,9-1-16,10 1 15,19 0 1,-20 0-16,10-10 15,10 10-15,-19 0 16,-1-10 0,1 1-16,-10-1 15,-9 10 1,0 0-16,-19-10 16,0 10-1,-18 0-15,-11 0 16,1 0-16,-9 9 15,-1 0 1,-9 0-16,-9 0 16,-10 0-16,0 0 15,-9 0 1,-9 0-16,-1 9 16,0 0-1,1 0-15,-1 0 16,1 10-1,-1 9-15,0 8 16,1 1-16,-10 10 16,0 8-1,0 10-15,0-1 16,-10 1 0,1-1-16,0 10 15,-1-9 1,1-1-16,-1 1 15,1 0-15,0 8 16,-1-8 0,1 9-16,9-9 15,0-1 1,0-8-16,-10-1 16,1-9-16,-1 9 15,1-18 1,0 0-16,-1-9 15,1-10 1,-1 1-16,10-10 16,0 0-1,0-9-15,0 10 16,-9-1-16,9-9 16,0 0-1,-9 9-15,-10 0 16,0 0-1,-9 1-15,0-1 16,-19 0-16,-10 0 16,-9 10-1,-9-10-15,0 10 16,-10-1 0,-18 0-16,-10 1 15,0-1 1,0 1-16,-9-1 15,-10 1-15,0-1 16,0 1 0,1-1-16,-10 1 15,9-1 1,0 1-16,1-1 16,-1-9-1,0 10-15,0-10 16,20 0-16,8-9 15,10 9 1,19 1-16,-1-1 16,20 0-1,9 0-15,9 0 16,20 1-16,18-10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10T09:02:15.58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13716 7338 0,'0'0'0,"0"0"16,0 0-1,0 0-15,9 0 16,1 0-1,18 0-15,19-10 16,38-27 0,46-46-16,20-46 15,28-28-15,-1 0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10T09:06:52.26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18796 11482 0,'0'0'0,"0"0"16,9-10-16,1 1 15,9 0-15,9 9 16,0 9 0,10 10-16,-10 8 15,10 20 1,-1 8-16,-9 19 16,-9-10-16,0 29 15,0-1 1,-19 9-16,0 10 15,0 9 1,-10-9-16,1 9 16,-10 9-1,0 0-15,-9-9 16,9-18-16,10-10 16,0-9-1,9-18-15,0-28 16,9 0-1,0-10-15,1-8 16,-1-10 0,10 0-16,-10 1 15,10-1-15,0 0 16,0 0 0,9 0-16,-9 1 15,0 8 1,0 10-16,-10 9 15,0 27-15,-18 29 16,-10 17 0,0 1-16,0 9 15,1-9 1,-1-10-16,9 1 16,10-1-1,0-17-15,10-11 16,-1-8-16,1-10 15,-1-8 1,0-11-16,-9 1 16,0 0-1,-18 9-15,-29 28 16,-19 19-16,-19-1 16,-9 9-1,9 1-15,-28 36 16,113-138-1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10T09:18:45.87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229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1-03-10T09:21:51.699"/>
    </inkml:context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16896 951 0,'0'0'0,"0"0"0,0 0 15,0 0-15,0 0 16,0 0 0,0 0-16,0 0 15,0 0 1,0 0-16,0 18 16,-10 10-16,10 27 15,0 28 1,0 0-16,-9 19 15,9-10 1,0 0-16,0-8 16,0-11-1,9-17-15,-9-1 16,0-18-16,0-9 16,0-19-1,0-9-15</inkml:trace>
  <inkml:trace contextRef="#ctx0" brushRef="#br0" timeOffset="602.71">17733 1181 0,'0'0'0,"0"0"15,0 0 1,9-9-16,10-9 15,9-1 1,19-8-16,10-1 16,18 0-16,-18 10 15,-1 18 1,-18 0-16,9 18 16,-10 1-1,-8 8-15,-11 19 16,-18 19-1,-18 9-15,-20 18 16,-19-18-16,1-9 16,9-10-1,9-18-15,10-9 16,9-10 0,10 1-16,9-10 15,19 0-15,37 0 16,57-9-1,38-9-15,9 0 16,-29-10 0,-8 10-16,-29 0 15,-29 0 1,-65 9-16</inkml:trace>
  <inkml:trace contextRef="#ctx0" brushRef="#br0" timeOffset="1271.6">16830 2400 0,'0'0'0,"0"0"16,0 0-1,0 0-15,0 0 16,0 0 0,0 0-16,9-10 15,10 1-15,19-9 16,18-1-1,1 10-15,-10 0 16,-10 9 0,-9 0-16,-9 9 15,-9 0 1,-10 10-16,0 8 16,-19 10-16,-9 19 15,-1-10 1,1 0-16,0-9 15,9-9 1,10-10-16,9-9 16,0-9-16,9 10 15,19-1 1,19 0-16,10 0 16,-1 1-1,-9 8-15,-18 0 16,-1 1-1,-19-1-15,-9 10 16,-9 9-16,-29 18 16,-18 10-1,-1 0-15,1-19 16,18-19 0,10-8-16,9-10 15,10-9-15,9 0 16,0 0-1</inkml:trace>
  <inkml:trace contextRef="#ctx0" brushRef="#br0" timeOffset="1718.83">18363 2243 0,'0'0'0,"0"0"15,0 0 1,0 18-16,-9 10 16,-1 9-1,-8 9-15,-1 9 16,0 1-16,0 18 15,0-19 1,10-9-16,0-9 16,-1-9-1,10-1-15,0 1 16,0-9 0,10-1-16,-1 1 15,10-10 1,18 9-16,39-9 15,-1 1-15,19-10 16,-9-10 0,-10 1-16,0-9 15,-9-10 1,-66 28-16</inkml:trace>
  <inkml:trace contextRef="#ctx0" brushRef="#br0" timeOffset="1968.52">18486 2686 0,'0'0'0,"0"0"16,0 0-16,0 9 16,0 0-1,0 19-15,9 9 16,10 18-16,0 10 15,-1 18 1,1-9-16,-9-10 16,8-8-1,-8-1-15,-10-55 16</inkml:trace>
  <inkml:trace contextRef="#ctx0" brushRef="#br0" timeOffset="2436.23">18326 526 0,'9'0'0,"57"9"16,47 56-16,-57-37 16,48 36-1,27 38-15,1 9 16,0 18-16,-10 18 15,0 29 1,-18-1-16,-10 28 16,-19-9-1,-28 28-15,-19-38 16,-28 10 0,-9-9-16,-19-19 15,-10-9-15,-18-19 16,-10-9-1,-9-9-15,9-37 16,-19 0 0,85-83-16</inkml:trace>
  <inkml:trace contextRef="#ctx0" brushRef="#br0" timeOffset="2919.81">16407 508 0,'0'0'15,"-38"46"-15,-28 46 16,28-18-16,-37 74 16,0 8-1,-10 57-15,19-38 16,-9 47-1,19-10-15,9-18 16,28-19 0,19 0-16,37 10 15,29-19-15,38-9 16,37 0 0,28-28-16,38-18 15,28-19 1,48-27-16,-11-28 15,48-10 1,-94-8-16</inkml:trace>
  <inkml:trace contextRef="#ctx0" brushRef="#br0" timeOffset="3302.16">21054 1615 0,'0'0'16,"0"0"-16,0 9 16,-10 19-1,1 18-15,-19 28 16,0 18 0,-10 19-16,0-9 15,-9 8 1,19-45-16,0 9 15,9-28-15,10-18 16,9-28 0</inkml:trace>
  <inkml:trace contextRef="#ctx0" brushRef="#br0" timeOffset="3589.29">20593 1800 0,'0'0'0,"0"0"15,0 0 1,19 18-16,9 10 16,19 18-1,9 9-15,10 1 16,9 8-1,-9 1-15,-9-10 16,-10-8-16,0-1 16,-10-19-1,-18-8-15,-19-19 16</inkml:trace>
  <inkml:trace contextRef="#ctx0" brushRef="#br0" timeOffset="3801.7">20602 2215 0,'0'0'0,"0"0"15,0 0 1,0 0-16,38-9 16,47-19-16,46-18 15,29 0 1,0-19-16,0-9 15,-28-9 1,-132 83-16</inkml:trace>
  <inkml:trace contextRef="#ctx0" brushRef="#br0" timeOffset="4189.53">22314 563 0,'-18'9'0,"-48"47"15,19-10-15,-29 46 16,1 28-1,0 9-15,18 10 16,1 27 0,18-18-16,10 27 15,19 9 1,9-8-16,19 8 16,9-17-16,19 26 15,9-26 1,1-20-16,18-8 15,19-19 1,-9-37-16,46 0 16,-131-83-16</inkml:trace>
  <inkml:trace contextRef="#ctx0" brushRef="#br0" timeOffset="5520.73">23020 831 0,'0'0'0,"0"0"16,0 0-16,0 0 16,0 0-16,0 0 15,0 0 1,0 0-16,0 0 15,0 0 1,0 0-16,0 0 16,9-10-1,10 10-15,0-18 16,0 18-16,0 0 16,-1 0-1,1 0-15,0 0 16,0 0-1,0 0-15,9 18 16,0-18-16,10 19 16,-1 9-1,-8-10-15,-11 10 16,-8-1 0,-1 1-16,-9 18 15,-19-9-15,1 0 16,-11 9-1,-8-9-15,9 0 16,9-18 0,9-1-16,1-9 15,9 0 1,0-9-16,19 10 16,9 8-16,28 1 15,10 8 1,0 10-16,-19-9 15,-9 0 1,-19-1-16,-10 10 16,-18 0-16,-20 9 15,-18 19 1,-19-10-16,10-9 16,9-18-1,19-9-15,9-19 16,19 0-1</inkml:trace>
  <inkml:trace contextRef="#ctx0" brushRef="#br0" timeOffset="5785.46">25146 821 0,'0'10'0,"-9"45"16,-1 47 0,1 27-1,-10 18-15,0 1 16,10-28-16,-1 0 15,10-120 1</inkml:trace>
  <inkml:trace contextRef="#ctx0" brushRef="#br0" timeOffset="6251.55">23415 2132 0,'0'0'0,"0"0"15,0 0-15,0 0 16,-19 19 0,-9 17-16,-19 29 15,-19 0-15,-9 8 16,0 1 0,-1 0-16,29-18 15,10-10 1,8-9-16,20-10 15,9-8 1,19 8-16,18-8 16,39 9-16,37-19 15,18-9 1,1-9-16,-19-10 16,-19 1-1,-94 18-15</inkml:trace>
  <inkml:trace contextRef="#ctx0" brushRef="#br0" timeOffset="6501.46">23330 2603 0,'0'0'0,"0"0"15,0 9-15,0 19 16,0 9 0,10 18-16,-1 19 15,10 9-15,0 0 16,18-9 0,10-19-16,-47-55 15</inkml:trace>
  <inkml:trace contextRef="#ctx0" brushRef="#br0" timeOffset="7002.03">24732 2344 0,'0'0'15,"9"-9"-15,10 0 16,19 0 0,9 9-16,-9 0 15,-1 9-15,-9 0 16,1 10-1,-11-1-15,-8 10 16,-10 9 0,-10 9-16,-8 9 15,-20 1-15,-9-1 16,9-9 0,1-9-16,18-9 15,10-10 1,-1-9-16,1 1 15,9-10 1,9 0-16,38 9 16,38-18-16,47-10 15,-1-18 1,1-9-16,-10-9 16,-9-28-1,-113 83-15</inkml:trace>
  <inkml:trace contextRef="#ctx0" brushRef="#br0" timeOffset="7401.73">25353 637 0,'0'0'0,"9"9"16,20 19 0,27 46-16,19 27 15,1 28 1,-1 28-16,9 9 15,1 19-15,-10 27 16,-18-9 0,-20 19-16,-18-28 15,-28 27 1,-48-18-16,-18-9 16,-47-9-1,-19-19-15,-29-9 16,-8 0-16</inkml:trace>
  <inkml:trace contextRef="#ctx0" brushRef="#br0" timeOffset="9784.84">18382 3821 0,'0'0'16,"0"0"0,0 0-16,-9 0 15,-1 0-15,1 0 16,-1 9-1,1-9-15,0 0 16,9 0 0,-10 0-16,10 0 15,0 0-15,-9 0 16,-1 10 0,1-1-16,-10 18 15,0 29 1,-9 27-16,0 9 15,-10 19-15,10 9 16,0-19 0,0-17-16,-1-11 15,11-26 1,-1-11-16,0-17 16,10-19-1,-1-9-15,-9-10 16,1-18-16,-1-27 15,0-10 1,19-37-16,9 0 16,20 1-1,8 17-15,10 1 16,10 18-16,8 10 16,1 8-1,0 19-15,0 19 16,-10 9-1,1 18-15,-1 9 16,1 28 0,-10 10-16,-10 18 15,-8 9-15,-1 0 16,-9-9 0,-10-10-16,1 1 15,-1-19 1,0-9-16,-9-9 15,0-28-15</inkml:trace>
  <inkml:trace contextRef="#ctx0" brushRef="#br0" timeOffset="10001.84">17996 4347 0,'0'0'16,"0"0"-16,19 0 16,38 0-1,65-18-15,85-10 16,47-18-16,19-10 16,-48 1-1</inkml:trace>
  <inkml:trace contextRef="#ctx0" brushRef="#br0" timeOffset="10451.62">23170 3895 0,'0'0'16,"0"0"-16,0 0 15,-9 18 1,9 19-16,-9 28 16,-1 18-1,10 18-15,0 29 16,0-20-1,10-17-15,-1-19 16,0-28 0,1-19-16,-10-27 15</inkml:trace>
  <inkml:trace contextRef="#ctx0" brushRef="#br0" timeOffset="10935.14">23105 3950 0,'0'0'0,"0"0"15,18-9 1,11-9-16,27-10 16,29 9-16,9 1 15,-10 9 1,-8 9-16,-29 9 15,-10 0 1,-8 10-16,-11-1 16,-18 10-1,-9 18-15,-10 9 16,-18 1-16,8-10 16,1-9-1,9-10-15,10-8 16,9-10-1,0 0-15,19 1 16,28 8-16,28-9 16,47 10-1,1-1-15,-29 1 16,-38-10 0,-9 9-16,-19 1 15,-18-1 1,-10 10-16,-28 9 15,-76 28-15,-65-1 16,-48 28 0</inkml:trace>
  <inkml:trace contextRef="#ctx0" brushRef="#br0" timeOffset="15826.52">4186 9996 0,'0'0'0,"0"0"16,0 0-16,0 0 15,0 0 1,10 0-16,9 0 16,9-10-1,-28 10-15</inkml:trace>
  <inkml:trace contextRef="#ctx0" brushRef="#br0" timeOffset="18365.45">17375 526 0,'0'0'16,"0"0"-16,0 0 15,0 0 1,0 0-16,0 0 16,0 0-16,0 0 15,0 0 1,10 9-16,-1 37 15,-9 10 1,0-19-16,0 9 16,0 9-16,0 38 15,0-20 1,0 10-16,10 10 16,-10-1-1,9 10-15,1-19 16,8 9-1,-8-9-15,-1 19 16,10-1-16,-10-9 16,1 1-1,-1 8-15,-9 1 16,0-10 0,0 0-16,10-9 15,-1 0 1,0-9-16,10 0 15,-9-9-15,-1-1 16,10-8 0,-10-1-16,1 10 15,-1-1 1,0 1-16,1 0 16,-10-10-16,9 0 15,-9 10 1,10 9-16,-1 0 15,1-19 1,-10 0-16,9 1 16,-9-19-1,0-19-15,0 1 16,0-10-16,0-9 16,0 0-1</inkml:trace>
  <inkml:trace contextRef="#ctx0" brushRef="#br0" timeOffset="19051.34">15701 2280 0,'0'0'16,"0"0"-16,0 0 16,19 0-16,18-10 15,10 10 1,29 0-16,18 0 16,19 0-1,9 0-15,-9 0 16,37 0-1,10 0-15,-28 0 16,28-9-16,9 0 16,-18 0-1,18 0-15,0-1 16,-9-8 0,-9 9-16,9-10 15,-19 10-15,19-9 16,-28-1-1,-1 10-15,1 0 16,-10-10 0,-28 10-16,-9 0 15,-10-1 1,-9 1-16,-9 0 16,-10 0-16,-10 9 15,1 0 1,-10 0-16,0 0 15,1-9 1,-29 9-16</inkml:trace>
  <inkml:trace contextRef="#ctx0" brushRef="#br0" timeOffset="19911.46">23838 388 0,'0'0'0,"0"0"15,0 18-15,10 10 16,-1 27-16,1 10 16,-10 27-1,0-46-15,0 37 16,0 28-1,0 0-15,0 27 16,0-18 0,0 28-16,18-10 15,-8 19-15,-1-9 16,10 9 0,0 0-16,0-19 15,-1 1 1,-8-10-16,-10 0 15,9 0-15,1-9 16,-1-9 0,1-9-16,8-10 15,-8-18 1,9-10-16,-1-8 16,1-29-1,-9 1-15,-1-10 16,0-8-16,-9-10 15,0 0 1</inkml:trace>
  <inkml:trace contextRef="#ctx0" brushRef="#br0" timeOffset="20486.48">22173 1901 0,'0'0'16,"0"0"-16,0 0 15,10 10 1,18-1-16,19 0 16,28 0-16,19 0 15,29 1 1,18-1-16,37-18 15,11-1 1,18-8-16,-10 0 16,29-10-1,-10-9-15,1 9 16,-10 1-16,9-1 16,0 0-1,-28 0-15,1 1 16,-11 8-1,-18 1-15,-9-1 16,-29 10 0,-28-9-16,-28 9 15,-19-1-15,-19 1 16,-9 9 0,-19 0-16</inkml:trace>
  <inkml:trace contextRef="#ctx0" brushRef="#br0" timeOffset="22953.14">27902 1135 0,'0'0'0,"0"0"16,0 0-16,-9 0 15,0 0 1,-1 0-16,1 0 15,-1 0 1,1 0-16,0 0 16,-1 0-1,1 0-15,9 0 16,-10 0-16,10 0 16,0 0-1,0 0-15,-9-18 16,9 9-1,-10-1-15,1 1 16,-10-9-16,0-1 16,1 10-1,-11 0-15,1-1 16,-9 10 0,-1 10-16,0 8 15,1 1 1,-1 18-16,10-1 15,9 1-15,10 0 16,9 0 0,9 0-16,19-9 15,0-10 1,19 1-16,1-10 16,-1-18-16,9-10 15,-18 1 1,-1-10-1,-9 10-15,-9-1 16,-9 1-16,-1 9 16,1-1-1,-10 10-15,0 0 16,0 0-16,0 0 16,0 0-1,9 10-15,0 8 16,20 10-1,8-1-15,10 1 16,19 0 0,0-10-16,-66-18 15</inkml:trace>
  <inkml:trace contextRef="#ctx0" brushRef="#br0" timeOffset="23369.56">28326 914 0,'0'0'0,"0"0"16,0 0-1,0 9-15,0 9 16,0 19-16,0 9 15,0 19 1,0 9-16,0 0 16,0-10-1,9-17-15,1-11 16,-1-8 0,-9-28-16</inkml:trace>
  <inkml:trace contextRef="#ctx0" brushRef="#br0" timeOffset="23668.7">28683 868 0,'0'0'16,"0"0"-16,0 0 16,10 9-16,-1 28 15,-9 0 1,0 27-16,0-8 16,0 17-1,0 1-15,0-9 16,0-19-16,9-9 15,-9-37 1</inkml:trace>
  <inkml:trace contextRef="#ctx0" brushRef="#br0" timeOffset="24018.49">29050 941 0,'0'0'0,"0"0"15,0 0 1,0 0-16,9 0 16,20 10-16,8-1 15,10-9 1,10 0-16,-10 0 16,0 0-1,-9-9-15,-20-1 16,-18 10-16</inkml:trace>
  <inkml:trace contextRef="#ctx0" brushRef="#br0" timeOffset="24261.02">29031 1246 0,'0'0'0,"0"0"15,0 0-15,19 0 16,19-9 0,18 0-16,38-1 15,-94 10 1</inkml:trace>
  <inkml:trace contextRef="#ctx0" brushRef="#br0" timeOffset="24668.04">29897 720 0,'0'0'0,"0"0"16,0 28-16,0 18 15,9 28 1,1 27-16,-1 10 15,10 9 1,-19-120-16</inkml:trace>
  <inkml:trace contextRef="#ctx0" brushRef="#br0" timeOffset="25637.03">27714 2049 0,'0'0'0,"0"0"15,0 0-15,0 0 16,0 0-16,-9-9 15,-1 0 1,-8-1-16,-11 10 16,-8 0-1,-10 10-15,0 8 16,0 10 0,9-1-16,19 1 15,0 0-15,10-10 16,9 10-1,9-10-15,1-8 16,9-1 0,9 0-16,0-18 15,0 0-15,0-1 16,-9 1 0,0 0-16,-9 0 15,-1-1 1,0 1-16,-9 9 15,0 0 1,0 0-16,10 0 16,-1 9-16,1 10 15,8-1 1,1 1-16,9-1 16,1 1-1,-1-10-15,-28-9 16</inkml:trace>
  <inkml:trace contextRef="#ctx0" brushRef="#br0" timeOffset="25885.57">28175 2003 0,'0'0'0,"0"0"15,0 9-15,0 19 16,0 9 0,0 9-16,0 18 15,0-8-15,0-10 16,0-9 0,0-9-16,0-19 15,0-9 1</inkml:trace>
  <inkml:trace contextRef="#ctx0" brushRef="#br0" timeOffset="26304.66">28363 2151 0,'0'0'16,"0"0"-1,0 0-15,0 0 16,10-10-16,9 1 15,-1-9 1,1 8-16,9-8 16,1 9-1,-1-1-15,-9 10 16,-1 0 0,-8 0-16,-1 10 15,1 8-15,-10 19 16,0 0-1,-19 18-15,0-9 16,0 1 0,0-20-16,1 1 15,8-10-15,1 1 16,9-10 0,0 0-16,0 1 15,19-1 1,9-9-16,28 0 15,29-19-15,0-8 16,-85 27 0</inkml:trace>
  <inkml:trace contextRef="#ctx0" brushRef="#br0" timeOffset="26572.65">29031 2058 0,'0'0'0,"0"0"15,19 0-15,9 0 16,19 0-1,0-9-15,-9 9 16,-10 0-16,-9 0 16,-19 0-1</inkml:trace>
  <inkml:trace contextRef="#ctx0" brushRef="#br0" timeOffset="26798.48">29012 2372 0,'0'0'16,"0"0"-16,0 0 15,10 0 1,18-9-16,19-19 15,10-9 1,-57 37-16</inkml:trace>
  <inkml:trace contextRef="#ctx0" brushRef="#br0" timeOffset="27302.2">29502 1874 0,'0'0'0,"0"0"16,0 0-16,0 0 15,9-10 1,0 10-16,10-9 15,9 0-15,10 9 16,0 9 0,-10 0-16,-9 1 15,0-1 1,-10 9-16,0 10 16,-9 9-16,-18 9 15,-11 9 1,-8 1-16,-1-1 15,10-9 1,0-9-16,9-9 16,9-10-1,1-8-15,9-1 16,9 0-16,1 0 16,18 1-1,19-10-15,19 0 16,19-10-1,-10 1-15,-19 0 16,-56 9-16</inkml:trace>
  <inkml:trace contextRef="#ctx0" brushRef="#br0" timeOffset="28038.44">27611 3184 0,'0'0'0,"9"-9"16,1 0-1,-1 0-15,-9-1 16,0 1-1,0 0-15,0 0 16,-9-1-16,-1 1 16,-9 9-1,-18 0-15,-10 9 16,0 10 0,9-1-16,0 10 15,1 0-15,9-1 16,9 1-1,9 0-15,10-10 16,0 1 0,10-10-16,-1 0 15,10 0 1,9-9-16,0-9 16,1 0-16,-1-10 15,0 1 1,-9 9-16,0 0 15,-10-1 1,0 1-16,1 9 16,-10 0-16,0 0 15,9 0 1,1 0-16,-1 9 16,10 10-1,9-1-15,0 10 16,10 0-1,9-1-15,-47-27 16</inkml:trace>
  <inkml:trace contextRef="#ctx0" brushRef="#br0" timeOffset="28472.28">27931 3101 0,'0'0'15,"0"0"-15,18-9 16,11-10 0,8 1-16,1 9 15,9 0 1,-9 9-16,-10 0 15,0 9 1,-9 9-16,-10 10 16,1 0-1,-10 9-15,-10-1 16,-9 11-16,10-10 16,0-1-1,-1-8-15,1-9 16,9-1-1,0-9-15,0 1 16,9-1-16,19 0 16,19-9-1,19-18-15,10-19 16,-76 37 0</inkml:trace>
  <inkml:trace contextRef="#ctx0" brushRef="#br0" timeOffset="28712.23">28693 3009 0,'0'0'0,"0"0"15,0 0 1,0 18-16,0 10 15,-10 9 1,10 18-16,-9 1 16,9-10-16,0 0 15,0-46 1</inkml:trace>
  <inkml:trace contextRef="#ctx0" brushRef="#br0" timeOffset="28967.71">28947 2990 0,'0'0'0,"0"0"15,18 0-15,11 0 16,18 0 0,9-9-16,1 0 15,-10 0-15,-47 9 16</inkml:trace>
  <inkml:trace contextRef="#ctx0" brushRef="#br0" timeOffset="29186.57">28909 3295 0,'0'0'0,"0"0"16,0 0-1,0 0-15,19 0 16,18 0-16,29-9 15,19-19 1,0-9-16,-85 37 16</inkml:trace>
  <inkml:trace contextRef="#ctx0" brushRef="#br0" timeOffset="29753.9">29492 2797 0,'0'0'0,"0"0"15,0 0-15,0 0 16,0 0 0,0 0-16,10 0 15,-1 0 1,10 0-16,9 0 15,10 0 1,-1 0-16,1 0 16,0 9-16,-10 0 15,-9 0 1,-1 1-16,-8-1 16,-10 9-1,-10 10-15,-8 9 16,-11 9-16,1-9 15,9-9 1,1-1-16,8-8 16,10-10-1,0 0-15,0 0 16,10 1-16,18 8 16,19 1-1,0-1-15,0 0 16,-19 1-1,0-10-15,-9 10 16,-9-10 0,-1 9-16,-9 1 15,-19 8-15,-9 1 16,-29 18 0,1-9-16,56-37 15</inkml:trace>
  <inkml:trace contextRef="#ctx0" brushRef="#br0" timeOffset="30536.01">27479 4209 0,'0'0'0,"0"0"15,0 0 1,-9-10-16,-20 1 15,-8 0-15,-1 9 16,-18 0 0,-10 9-16,-9 10 15,18 8 1,1 1-16,18 0 16,10-1-1,9 1-15,10 0 16,9-10-16,9 1 15,19-1 1,10-9-16,28-18 16,9-18-1,0-20-15,-18 1 16,-10 0-16,-10 9 16,-8 9-1,-11 10-15,-8 9 16,-1 0-1,-9 9-15,0 0 16,0 0 0,0 9-16,0 18 15,10 10-15,-1 10 16,0-1 0,1 0-16,9-9 15,9 0 1,10-10-16,18-8 15,-56-19 1</inkml:trace>
  <inkml:trace contextRef="#ctx0" brushRef="#br0" timeOffset="30989.73">27865 4172 0,'0'0'0,"0"0"15,9-9 1,10-1 0,0 1-16,9 0 15,0 9-15,-9 9 16,0 0-1,-10 10-15,1 8 16,-10 20-16,-10 8 16,-18 10-1,0-10-15,0-9 16,-1 0 0,11-9-16,-1-9 15,9 0 1,1-10-16,9-9 15,0 1-15,9-1 16,20-9 0,18 0-16,18-19 15,20-18 1,-10-9-16,1-9 16,-76 55-1</inkml:trace>
  <inkml:trace contextRef="#ctx0" brushRef="#br0" timeOffset="31371.81">28279 4227 0,'0'0'0,"0"0"15,0 0 1,0 0-16,0 0 16,9-9-1,10 0-15,9-1 16,0 1-1,1 0-15,-1 0 16,0 9 0,-9 9-16,-10 0 15,1 10-15,-1 8 16,-9 20 0,-9-1-16,-10 9 15,-9 0 1,9 1-16,0-19 15,10-10-15,-1 1 16,10-9 0,0-10-16,10 0 15,8 0 1,20-18-16,28-19 16,9-18-16,-75 46 15</inkml:trace>
  <inkml:trace contextRef="#ctx0" brushRef="#br0" timeOffset="31617.47">28796 4227 0,'0'0'0,"0"0"15,0 0-15,9 0 16,10 0 0,28 0-16,19-9 15,9 0-15,1-1 16,-10-8 0,-29 0-16,-37 18 15</inkml:trace>
  <inkml:trace contextRef="#ctx0" brushRef="#br0" timeOffset="31868.91">28815 4624 0,'0'0'15,"0"0"1,9 0-16,29 0 16,28-9-16,28-10 15,9-8 1,-9-10-16,0-9 16,-94 46-1</inkml:trace>
  <inkml:trace contextRef="#ctx0" brushRef="#br0" timeOffset="32259.9">29671 4098 0,'0'0'15,"0"0"-15,0 0 16,0 9 0,-9 10-16,-1-1 15,1 10 1,-10-1-16,0 10 16,0-9-16,10 0 15,-1-10 1,1 1-16,9-1 15,0 1 1,0-1-16,9 1 16,1-1-16,9 0 15,18 1 1,20-1-16,-1-8 16,10-10-1,-9-10-15,-57 10 16</inkml:trace>
  <inkml:trace contextRef="#ctx0" brushRef="#br0" timeOffset="32469.02">29793 4264 0,'0'0'15,"0"0"-15,0 0 16,0 0-1,-9 19-15,9 17 16,0 29 0,0 46-16,19 27 15,-19-138 1</inkml:trace>
  <inkml:trace contextRef="#ctx0" brushRef="#br0" timeOffset="35468.48">30405 332 0,'0'0'0,"0"0"16,0 28-1,9-10-15,1 10 16,8 18 0,1 28-16,9 0 15,-18-37 1,9 18-16,-1 19 15,1 28-15,0-29 16,0 10 0,0 1-16,-10 17 15,10 10 1,0 0-16,-10 18 16,10 18-16,-10-17 15,1 8 1,-20 19-16,-8-9 15,-11 18 1,1-18-16,0 18 16,0 0-1,9-9-15,9-10 16,1-17-16,9-1 16,0-18-1,0-1-15,0-17 16,0-1-1,0-9-15,-9-9 16,-1-10 0,1 10-16,-1 0 15,-8 0-15,-1 0 16,0 0 0,0-10-16,10-8 15,-1-1 1,1-9-16,0 0 15,9-9-15,0 0 16,0-9 0,0-1-16,0 1 15,9 0 1,-9-28-16</inkml:trace>
  <inkml:trace contextRef="#ctx0" brushRef="#br0" timeOffset="37651.93">31167 701 0,'0'0'0,"0"0"16,0 0-1,0 0-15,0 0 16,0 0 0,0 0-16,0 0 15,0 0 1,0 19-16,9 18 16,1 27-1,-10-8-15,0 8 16,-10-8-16,1-10 15,-1 0 1,1 0-16,0-18 16,-1 0-1,1-10-15,9-9 16,0 1-16,0-10 16,0 0-1,0 0-15,0 0 16,0 0-1,0 0-15,9-10 16,10 1 0,9-9-16,10-1 15,-1 10-15,10-10 16,0 10 0,1 9-16,-11 0 15,-9 0 1,-9 0-16,-9 0 15,-10 0-15,0 0 16,0 0 0,-10 9-16,-9 10 15,-18-1 1,-1 1-16,-9-10 16,-9 0-16,9 1 15,0-10 1,9 0-16,38 0 15</inkml:trace>
  <inkml:trace contextRef="#ctx0" brushRef="#br0" timeOffset="38005.47">31853 803 0,'0'0'0,"0"0"15,0 0 1,0 0-16,0 18 15,0 10-15,0 9 16,-9 18 0,0 1-16,-1-10 15,-9 0 1,10 0-16,0-18 16,-1 0-1,1-10-15,9-18 16</inkml:trace>
  <inkml:trace contextRef="#ctx0" brushRef="#br0" timeOffset="38269.56">31995 775 0,'0'0'15,"0"0"-15,0 0 16,0 19-16,9 8 16,-9 1-1,0 28-15,0-10 16,0 0 0,0 0-16,0-9 15,0-9-15,0-28 16</inkml:trace>
  <inkml:trace contextRef="#ctx0" brushRef="#br0" timeOffset="38641.32">32314 840 0,'0'0'0,"0"0"16,0 0-16,10 0 16,9 0-1,9 9-15,10-9 16,9 0 0,0 19-16,-10-19 15,-9 0-15,-28 0 16</inkml:trace>
  <inkml:trace contextRef="#ctx0" brushRef="#br0" timeOffset="38855.43">32314 1098 0,'0'0'0,"0"0"16,0 0-16,0 0 16,0 0-16,19 0 15,19 0 1,9-9-16,-47 9 16</inkml:trace>
  <inkml:trace contextRef="#ctx0" brushRef="#br0" timeOffset="39502.31">32860 581 0,'0'0'0,"0"0"16,9 0 0,20 0-16,18 19 15,-19-19 1,10 0-16,-1 28 15,1-19-15,-10 9 16,10 1 0,-19-10-16,-1 9 15,-8 1 1,-10 9-16,-19-10 16,-19 19-1,-18 0-15,-1-9 16,10-10-1,10 1-15,18-10 16,10 0-16,9-9 16,0 0-1,9 18-15,10-18 16,9 19 0,0-1-16,10 19 15,-10-18-15,-9-1 16,0 1-1,-10-1-15,-9 1 16,-9 8 0,-10 1-16,-28 9 15,-10 0-15,-8 0 16,-1-10 0,9-8-16,57-19 15</inkml:trace>
  <inkml:trace contextRef="#ctx0" brushRef="#br0" timeOffset="40409.56">30950 1763 0,'0'0'0,"0"0"16,0 0-16,10 9 15,-1 0 1,1 10-16,-1 8 15,10 29 1,0-1-16,-10 19 16,0 0-16,1-9 15,-10-10 1,0-18-16,0-10 16,0-8-1,0-10-15,0 0 16,0 1-1,0-10-15,0 0 16,0 0-16,0 0 16,28-28-1,10 0-15,9-18 16,9 9 0,1 10-16,-1-1 15,-9 19-15,-9-1 16,-10 10-1,-19 0-15,1 10 16,-10-1 0,-10 19-16,-18 8 15,-9 11 1,-11-1-16,1-9 16,0-10-16,0-8 15,19-10 1,9 0-16,19-9 15,0 0 1</inkml:trace>
  <inkml:trace contextRef="#ctx0" brushRef="#br0" timeOffset="40685.71">31778 1846 0,'0'0'15,"0"9"-15,-9 19 16,-1 9 0,-8 18-16,-1 19 15,0 0-15,0-10 16,0-17-1,10-20-15,0-8 16,9-19 0</inkml:trace>
  <inkml:trace contextRef="#ctx0" brushRef="#br0" timeOffset="41121.08">31844 1883 0,'0'0'0,"0"0"15,0 0 1,9-9-16,10-1 16,0 1-1,9 0-15,1 0 16,-1 9-1,0 0-15,-9 0 16,0 9-16,-10 9 16,0 1-1,-9 9-15,-9 8 16,-10 20 0,-18-1-16,-1 10 15,0-10 1,10-9-16,9-9 15,0-9-15,10-10 16,9-8 0,0-1-16,9 0 15,20 0-15,18-9 16,28-9 0,19-19-16,-94 28 15</inkml:trace>
  <inkml:trace contextRef="#ctx0" brushRef="#br0" timeOffset="41416.42">32427 1938 0,'0'0'0,"0"0"16,0 0-1,0 0-15,19 0 16,9 0 0,10 0-16,9 0 15,0 0-15,0 0 16,0 0-1,0 0-15,-47 0 16</inkml:trace>
  <inkml:trace contextRef="#ctx0" brushRef="#br0" timeOffset="41615.61">32437 2317 0,'0'0'16,"9"0"-16,10-10 15,19-8 1,18-10-16,-56 28 16</inkml:trace>
  <inkml:trace contextRef="#ctx0" brushRef="#br0" timeOffset="41870.61">33095 1726 0,'0'0'15,"0"9"-15,10 10 16,-1 27-16,0 18 16,1 10-1,-10 19 1,9-20-16,-9 1 16,0-9-16,0-65 15</inkml:trace>
  <inkml:trace contextRef="#ctx0" brushRef="#br0" timeOffset="42687.94">30828 2880 0,'0'0'15,"0"0"-15,0 0 16,0 9 0,0 19-16,0 18 15,-9 18 1,-1 10-16,1 9 16,-1-9-16,1-9 15,0-10 1,9-18-16,0-9 15,0-19 1,0 0-16,0-9 16,0 0-1,0 0-15,0 0 16,9-9 0,10 0-16,18-10 15,11-8-15,8 8 16,0 1-1,-9 8-15,-9 1 16,0 9-16,-10 9 16,0 1-1,-9-1-15,0 19 16,-10-1 0,-9 1-16,-9 0 15,-19 18 1,-19-9-16,-1-10 15,-8-8-15,9-10 16,0-9 0,47 0-16</inkml:trace>
  <inkml:trace contextRef="#ctx0" brushRef="#br0" timeOffset="43186.21">31327 3037 0,'0'0'0,"0"0"15,0 0-15,0 0 16,9 0-1,19-10-15,10 10 16,18 0-16,-9 0 16,0 0-1,-9 10-15,-10-1 16,1 9 0,-11 1-16,-8 8 15,-10 20-15,-10-1 16,-18 9-1,-10 0-15,1-8 16,9-10 0,-1-10-16,11 1 15,8-10 1,1-8-16,9-10 16,0 0-16,28 9 15,38-9 1,9-9-16,19-1 15,0-8 1,-9-10-16,-85 28 16</inkml:trace>
  <inkml:trace contextRef="#ctx0" brushRef="#br0" timeOffset="43435.68">32032 2898 0,'0'0'0,"0"0"16,0 0-1,0 19-15,10 17 16,-1 20 0,0 18-16,-9-10 15,0 1 1,0 0-16,0-19 15,0-9-15,10-10 16,-10-27 0</inkml:trace>
  <inkml:trace contextRef="#ctx0" brushRef="#br0" timeOffset="43667.57">32267 3046 0,'0'0'0,"0"0"16,19 0-16,19-9 16,9-1-1,0 1-15,0 0 16,0 0-1,-9-1-15,-38 10 16</inkml:trace>
  <inkml:trace contextRef="#ctx0" brushRef="#br0" timeOffset="43884.88">32333 3424 0,'0'0'16,"0"0"-16,10 0 15,27 0 1,20 0-16,9-18 16,-1-1-16,30-27 15,-95 46 1</inkml:trace>
  <inkml:trace contextRef="#ctx0" brushRef="#br0" timeOffset="44255.47">33039 2787 0,'0'0'0,"0"0"15,0 10 1,0 8-16,-10 10 16,1 9-1,-10 9-15,-9 9 16,0 10 0,0-1-16,-1-17 15,1-1-15,9-9 16,10-10-1,-1 1-15,10-10 16,0 1 0,10-1-16,9 1 15,28-1 1,0-8-16,9-10 16,19 0-16,-9-10 15,122-17 1</inkml:trace>
  <inkml:trace contextRef="#ctx0" brushRef="#br0" timeOffset="44468.8">33133 3212 0,'0'0'15,"0"0"-15,0 0 16,0 0-16,0 9 15,-10 19 1,1 9-16,-10 27 16,0 19-1,1 10-15,18-93 16</inkml:trace>
  <inkml:trace contextRef="#ctx0" brushRef="#br0" timeOffset="45211.55">30837 4061 0,'0'0'16,"0"0"-1,0 9-15,10 19 16,-1 9-16,-9 18 16,0 19-1,0 9-15,-9-18 16,9-10-1,0-9-15,0-9 16,0-9 0,0 0-16,0-19 15,0 0-15,0-9 16,0 0 0,0 0-16,9 0 15,10-9 1,19-10-16,9-8 15,9-1-15,1 0 16,-20 10 0,1 9-16,0-1 15,-10 10 1,-9 0-16,-1 10 16,1 8-1,-9 1-15,-10 8 16,-10 1-16,-9 9 15,-9 0 1,-9-10-16,-1-8 16,10-10-1,9-9-15,19 0 16</inkml:trace>
  <inkml:trace contextRef="#ctx0" brushRef="#br0" timeOffset="45702.62">31440 4366 0,'0'0'15,"0"0"-15,0 0 16,0 0-1,0 0-15,0 0 16,9-10 0,0 1-16,1 0 15,9 0 1,-10-1-16,0 10 16,1 0-16,-1 0 15,1 0 1,-1 10-16,0 8 15,-9 19 1,0 0-16,-9 0 16,-10 9-1,0 0-15,1-9 16,8-9-16,1-10 16,-1 1-1,1-10-15,9-9 16,9 9-1,20-9-15,27 0 16,19-18-16,19-19 16,-94 37-1</inkml:trace>
  <inkml:trace contextRef="#ctx0" brushRef="#br0" timeOffset="46060.11">31891 4190 0,'0'0'0,"0"0"16,0 0-16,10 0 16,8 0-16,20 9 15,0 1 1,-1-1-16,-9 0 15,1 10 1,-11-1-16,-8 1 16,-1 8-1,-9 10-15,-9 0 16,-1 0 0,-8-9-16,8-1 15,10-8-15,0-10 16,10 0-1,-1-9-15,29 0 16,9-9-16,-47 9 16</inkml:trace>
  <inkml:trace contextRef="#ctx0" brushRef="#br0" timeOffset="46276.37">32427 4273 0,'0'0'0,"0"0"16,0 0-16,0 0 15,0 0 1,0 0-16,10 0 16,9 0-16,9-9 15,9 0 1,1 0-16,-38 9 15</inkml:trace>
  <inkml:trace contextRef="#ctx0" brushRef="#br0" timeOffset="46502.33">32568 4615 0,'0'0'15,"0"0"-15,10 0 16,18-9 0,29-19-16,37-18 15,-94 46-15</inkml:trace>
  <inkml:trace contextRef="#ctx0" brushRef="#br0" timeOffset="46935.39">32982 4116 0,'0'0'0,"0"0"16,0 0-16,10 0 16,18 0-16,0-9 15,10 9 1,-1 0-16,1 0 16,0 9-1,-10 1-15,0 8 16,19 19-1,-19-9-15,-18-1 16,-10 10-16,-19 19 16,-9-1-1,-19 19-15,28-46 16,-9 9 0,0-1-16,-1-8 15,10-9-15,10-1 16,0-9-1,9-9-15,18 0 16,77-18 0,102-19-16</inkml:trace>
  <inkml:trace contextRef="#ctx0" brushRef="#br0" timeOffset="49286.82">6152 12229 0,'0'0'0,"0"0"16,0 0-16,0 0 15,10-9 1,9 0-16,9-19 16,10-9-16,9-9 15,-10 9 1,1 9-16,-1 1 15,-37 27 1</inkml:trace>
  <inkml:trace contextRef="#ctx0" brushRef="#br0" timeOffset="49553.84">5936 12552 0,'0'0'16,"0"0"-16,0 0 16,0 0-1,0 0-15,0 0 16,19-18 0,19-19-16,9-9 15,9-10 1,0 1-16,1 9 15,-10 0-15,-9 0 16,-38 46 0</inkml:trace>
  <inkml:trace contextRef="#ctx0" brushRef="#br0" timeOffset="49712.35">5880 12635 0,'0'0'0,"0"0"16,9-9-16,85-92 15,-94 101 1</inkml:trace>
  <inkml:trace contextRef="#ctx0" brushRef="#br0" timeOffset="52952.64">19106 6719 0,'0'0'0,"0"0"15,0 0-15,0-9 16,0 0-1,0-10-15,-9 1 16,-10-10 0,0 0-16,-18 10 15,-10 0-15,-10 8 16,-9 20 0,10 17-16,-19 10 15,9 28 1,9-10-16,20-9 15,9 0 1,18-18-16,1 0 16,18-10-16,1-9 15,18 1 1,9-10-16,20-19 16,9-8-1,9-1-15,-9-9 16,-10 0-1,-9 9-15,-18 10 16,-11 9-16,1-1 16,-9 10-1,-1 10-15,0 8 16,1 19 0,-10 18-16,0 28 15,-10-9-15,1 9 16,0-9-1,-1-18-15,1-10 16,9-9 0,0-10-16,0-17 15,0-1 1,0-9-16,0 0 16,9 0-16,1 0 15,8-9 1,1-10-16,0-9 15,0 1 1,9-10-16,10-19 16,-1-8-16,-37 64 15</inkml:trace>
  <inkml:trace contextRef="#ctx0" brushRef="#br0" timeOffset="53226.44">19671 6516 0,'0'0'16,"0"0"-16,0 0 16,0 19-1,0 18-15,9 27 16,-9 10-1,0 18-15,-9 10 16,-1-19 0,1-9-16,0-19 15,-1-18-15,10-9 16,0-28 0</inkml:trace>
  <inkml:trace contextRef="#ctx0" brushRef="#br0" timeOffset="53520.44">19897 6765 0,'0'0'0,"0"0"16,0 0-16,0 0 16,9 0-1,10-9-15,9 0 16,10-10-16,9 1 16,0-1-1,0 1-15,0 9 16,-47 9-1</inkml:trace>
  <inkml:trace contextRef="#ctx0" brushRef="#br0" timeOffset="53730.9">20019 7098 0,'0'0'0,"0"0"16,0 0-16,19-10 15,28-17 1,56-19-16,-103 46 16</inkml:trace>
  <inkml:trace contextRef="#ctx0" brushRef="#br0" timeOffset="56136.02">21120 6378 0,'0'0'16,"0"0"-16,0 0 15,0 0 1,0 0-16,0 0 16,0 0-16,0 9 15,0 19 1,0 9-16,0 27 16,-10 10-1,1 9 1,-1 0-16,1-9 15,9-9-15,0-10 16,0-18-16,0 0 16,0-10-1,0-8-15,0-10 16,0 0 0,0 1-16,9-1 15,-9-9 1</inkml:trace>
  <inkml:trace contextRef="#ctx0" brushRef="#br0" timeOffset="56669.33">22013 6350 0,'0'0'0,"0"0"16,0 0-1,0 0-15,0 9 16,10 28 0,-1 9-16,1 28 15,-10 0-15,0 9 16,-10-9 0,1-10-16,9-8 15,0-10 1,0-18-16,-10-10 15,10-18 1</inkml:trace>
  <inkml:trace contextRef="#ctx0" brushRef="#br0" timeOffset="56924.71">21618 6811 0,'0'0'0,"0"0"16,19-9-1,9 0-15,29-9 16,-1-1-16,19 1 16,19-1-1,-9 1-15,-10 8 16,-9 1-1,0 0-15,-9 0 16,-57 9 0</inkml:trace>
  <inkml:trace contextRef="#ctx0" brushRef="#br0" timeOffset="57603.89">22775 6452 0,'0'0'0,"0"0"16,0 0 0,0 0-16,0 0 15,0 0-15,10 0 16,-1 9-1,1 0-15,-1 9 16,-9 19 0,0 19-16,-9-1 15,-1 0 1,-9 1-16,1-10 16,8-9-16,10-9 15,0-10 1,10 1-16,-1-10 15,19 0 1,10 0-16,18-9 16,1-9-1,-1 0-15,1-19 16,-57 28-16</inkml:trace>
  <inkml:trace contextRef="#ctx0" brushRef="#br0" timeOffset="57854.53">22992 6728 0,'0'0'0,"0"0"16,0 0-16,0 10 15,0 8-15,9 19 16,1 28-1,-10 27-15,0 0 16,9-18 0,0 0-16,1-19 15,-1-9 1,1-18-16,-10-28 16</inkml:trace>
  <inkml:trace contextRef="#ctx0" brushRef="#br0" timeOffset="58153.44">23208 6285 0,'0'0'16,"0"0"-1,0 0-15,19 10 16,9 17-16,29 29 16,8 18-1,11 27-15,-29 1 16,-19 18 0,-19 18-16,-18-27 15,-19-10-15,-19 1 16,47-102-1</inkml:trace>
  <inkml:trace contextRef="#ctx0" brushRef="#br0" timeOffset="58518.93">20715 6036 0,'0'0'0,"0"0"15,-9 19-15,-20 27 16,1 37-1,-9 37-15,-1 18 16,10 28-16,18-9 16,10 0-1,19-28-15,38 1 16,46-10-16,48-19 16,84-18-1,85-37-15,-95-9 16</inkml:trace>
  <inkml:trace contextRef="#ctx0" brushRef="#br0" timeOffset="59161.01">24478 6562 0,'0'0'0,"-9"10"16,-10 17 0,-9 29-16,-19 27 15,-10 9 1,1 0-16,18-18 16,0-9-16,10-19 15,9-18 1,10-10-16,9-18 15,0 0 1</inkml:trace>
  <inkml:trace contextRef="#ctx0" brushRef="#br0" timeOffset="59407.7">24186 6618 0,'0'0'16,"10"9"-16,9 19 16,9 8-1,0 11-15,10-1 16,18 18 0,-9 1-16,0-10 15,-9-8 1,-19-29-16,-10-9 15,-9-9-15</inkml:trace>
  <inkml:trace contextRef="#ctx0" brushRef="#br0" timeOffset="59619.34">23979 6922 0,'0'0'16,"29"0"-16,37-9 16,65 0-1,48-10-15,19 1 16,-29-10-16,0 0 16,57-18-1</inkml:trace>
  <inkml:trace contextRef="#ctx0" brushRef="#br0" timeOffset="59973.44">25438 6175 0,'0'0'16,"-10"0"-16,-18 18 15,-19 10 1,-9 18-16,-10 9 16,0 28-1,9 10-15,10 8 16,10-9-16,8 1 15,20-1 1,9-9-16,19-9 16,28 0-1,19-10-15,9-27 16,-75-37-16</inkml:trace>
  <inkml:trace contextRef="#ctx0" brushRef="#br0" timeOffset="60653.06">25663 6433 0,'0'0'0,"0"0"16,0 0 0,0 0-16,10-9 15,9 0-15,9-10 16,9 1 0,11-1-16,-1 1 15,-10 9 1,1 9-16,-10 0 15,0 9 1,-9 0-16,0 0 16,-10 10-1,-9 18-15,-9 9 16,-10 9-16,0-9 16,0 0-1,1-9-15,8-9 16,1-10-1,-1-8-15,10-1 16,0 0-16,0-9 16,10 9-1,9 10-15,9-10 16,9 10 0,1-1-16,0 0 15,-10 1-15,0-1 16,-9 10-1,-10 0-15,-9-1 16,-9 10 0,-10 0-16,-9-9 15,0 0 1,0-10-16,-10 1 16,10-10-16,-1 0 15,1-9 1,9-9-16,19 9 15</inkml:trace>
  <inkml:trace contextRef="#ctx0" brushRef="#br0" timeOffset="60937.95">26614 6424 0,'0'0'0,"0"0"16,0 0-1,0 9-15,0 19 16,0 27 0,0 19-16,0 0 15,0 18 1,0-9-16,-10-18 15,1-10-15,9-27 16,0-10 0,0-18-16</inkml:trace>
  <inkml:trace contextRef="#ctx0" brushRef="#br0" timeOffset="61136.12">26331 6811 0,'0'0'16,"10"0"-16,27 0 15,39 0 1,37-18-16,18 0 16,10-19-1,0-19-15,-141 56 16</inkml:trace>
  <inkml:trace contextRef="#ctx0" brushRef="#br0" timeOffset="61585.97">27272 6433 0,'0'0'15,"0"0"-15,0 0 16,0 0-1,9 0-15,1 0 16,9 0 0,9 0-16,10 9 15,-10 1-15,0-1 16,0 9 0,-9 10-16,-10 0 15,-9 9 1,-18 9-16,-11 9 15,-8 0 1,-10 1-16,0-10 16,0-9-16,9-9 15,10-1 1,9-18-16,10 1 16,-1-1-1,10-9-15,10 0 16,27 9-16,67 0 15,27-9 1,-18-9-16,10-28 16,-39 0-1,-84 37-15</inkml:trace>
  <inkml:trace contextRef="#ctx0" brushRef="#br0" timeOffset="61874.45">27874 6221 0,'0'0'0,"10"0"15,8 0-15,29 0 16,10 9 0,9 9-16,9 10 15,-9 18 1,0 0-16,-19 10 15,-19 8 1,-9 10-16,-19 9 16,-19 10-16,-9-1 15,-1 9 1,1-36-16,9-28 16,10-19-1,9-18-15</inkml:trace>
  <inkml:trace contextRef="#ctx0" brushRef="#br0" timeOffset="62119.7">28965 6304 0,'0'0'15,"0"0"-15,0 0 16,10 0 0,-1 0-16,19 0 15,19-9-15,38-1 16,9-8 0,-19-1-16,-75 19 15</inkml:trace>
  <inkml:trace contextRef="#ctx0" brushRef="#br0" timeOffset="62370.43">29069 6664 0,'0'0'16,"0"0"-16,0 0 15,0 0 1,0 0-16,0 0 16,28 0-1,38-9-15,47-10 16,19 1 0,-132 18-16</inkml:trace>
  <inkml:trace contextRef="#ctx0" brushRef="#br0" timeOffset="66269.28">30000 6350 0,'0'0'0,"0"0"0,0 0 15,0 0 1,0 0-16,0 0 16,0-9-1,10-10-15,18 1 16,9-1-16,11 1 15,-11 9 1,-9-1-16,1 10 16,-20 10-1,0-1-15,-9 9 16,-9 10-16,-19 9 16,-10 9-1,-18 10-15,9-1 16,9-9-1,10-9-15,9-9 16,10-1 0,-1-8-16,10-10 15,10 0-15,18 0 16,47 1 0,38-20-16,0-8 15,28-10 1,-141 28-16</inkml:trace>
  <inkml:trace contextRef="#ctx0" brushRef="#br0" timeOffset="66739.14">31139 6119 0,'0'0'16,"0"0"-1,0 0-15,-10 0 16,-18 9-16,0 1 16,-10 8-1,0 1-15,1 8 16,18 1-1,0 0-15,10-1 16,-1 1 0,20 0-16,9-1 15,18 10-15,10 0 16,10 0 0,-10-9-16,-19 0 15,-9-1 1,-10 1-16,1 0 15,-20-1-15,-9 10 16,-18 0 0,-10 0-16,-10 0 15,10-19 1,0 1-16,10-10 16,37-9-1</inkml:trace>
  <inkml:trace contextRef="#ctx0" brushRef="#br0" timeOffset="66952.23">30988 6230 0,'0'0'0,"0"0"15,0 0-15,0 0 16,19-9-1,37-10-15,38-18 16,29-18 0,46-10-16,57-8 15</inkml:trace>
  <inkml:trace contextRef="#ctx0" brushRef="#br0" timeOffset="70102.64">18899 8344 0,'0'0'0,"0"-10"0,0-8 16,0-1-1,0 1-15,0 0 16,0-1 0,-9 1-16,0 8 15,-1 1 1,-9 0-16,-9 9 16,-9 9-16,-20 10 15,-9 8 1,0 19-16,10 10 15,9-1 1,19-9-16,9 1 16,10-20-1,-1 1-15,20-10 16,-1-8-16,19-1 16,19-9-1,10-19-15,-10 1 16,0-10-1,-10 1-15,-8-1 16,-1 0 0,0 0-16,-9 10 15,0 0-15,-10 8 16,0 1 0,1 9-16,-1 0 15,10 9 1,0 19-16,-10 9 15,1 18-15,-1 19 16,-9 18 0,0 10-16,0-19 15,0-18 1,10-10-16,-10-9 16,0-9-16,0-18 15,0-1 1,0-9-16,0-9 15,0 0 1,0 0-16,0 0 16,9-9-1,10-19-15,18-55 16,-37 83-16</inkml:trace>
  <inkml:trace contextRef="#ctx0" brushRef="#br0" timeOffset="70619.37">19389 8344 0,'0'0'15,"0"0"-15,0 0 16,0 0-1,9-10-15,0 1 16,1 0 0,9-10-16,9 1 15,0 0 1,0 8-16,1 1 16,-1 9-16,-9 0 15,-10 0 1,0 9-16,1 10 15,-1 8 1,-9 20-16,-9 8 16,-10 0-16,-9 1 15,0-1 1,-1-9-16,11-9 16,8-9-1,1-10-15,-1-8 16,10-1-1,0-9-15,0 0 16,10 9-16,-1-9 16,19 0-1,19 0-15,10-9 16,18-19 0,10 0-16,-85 28 15</inkml:trace>
  <inkml:trace contextRef="#ctx0" brushRef="#br0" timeOffset="70919.87">20028 8325 0,'0'0'0,"0"0"16,0 0-16,0 0 16,0 0-1,10 0-15,9-9 16,9 0-16,9-1 16,10 1-1,1 0-15,-1 0 16,-10 9-1,1 0-15,-38 0 16</inkml:trace>
  <inkml:trace contextRef="#ctx0" brushRef="#br0" timeOffset="71133.39">20207 8593 0,'0'0'0,"0"0"16,0 0 0,0 0-16,0 0 15,0 0 1,19 0-16,19 0 16,37-9-16,28-19 15,-103 28 1</inkml:trace>
  <inkml:trace contextRef="#ctx0" brushRef="#br0" timeOffset="73269.59">21599 8159 0,'0'0'0,"0"0"16,0 0-1,0 0-15,0 0 16,0 0-1,0 0-15,-9 0 16,-10 9-16,-9 0 16,-19 19-1,-10 9-15,-8 28 16,-1-1 0,0 10-16,9 0 15,10 0-15,10 0 16,9 9-1,9-19-15,19-8 16,0-1 0,9-9-16,10-9 15,9 9 1,0-9-16,10-9 16,0-10-16,9 10 15,0-9 1,-47-19-16</inkml:trace>
  <inkml:trace contextRef="#ctx0" brushRef="#br0" timeOffset="75411.39">21919 8528 0,'0'0'0,"0"0"0,0 0 16,0 0-1,0 0-15,0 0 16,0 0 0,0 0-16,0 0 15,0-9 1,0 0-16,0-10 15,10 1-15,8-10 16,11 0 0,8 10-16,10 0 15,10-1 1,-20 10-16,1 9 16,-10 0-1,-9 9-15,0 0 16,-10 1-16,-9 8 15,0 19 1,-18 0-16,-11 9 16,1-9-1,0 0-15,0-10 16,9-8-16,9-10 16,1 0-1,0 1-15,9-10 16,0 0-1,0 0-15,0 0 16,9 0-16,0 9 16,10 0-1,0 0-15,0 10 16,0-1 0,-1 10-16,1 0 15,-9-1 1,-1 1-16,-9 9 15,-9-9-15,-10-1 16,-9 10 0,-10-9-16,-18 9 15,-20 0 1,1-10-16,19-8 16,-1-1-1,10-8-15,10-10 16,8 0-16,20 0 15,9 0 1</inkml:trace>
  <inkml:trace contextRef="#ctx0" brushRef="#br0" timeOffset="76019.48">23076 8334 0,'0'0'0,"0"0"15,0 0 1,0 0-16,0 0 16,0 0-1,10 10-15,-1 8 16,1 1-1,-1 17-15,0 1 16,-9 10-16,0-1 16,0 9-1,0-9-15,0-9 16,-9-9 0,9-10-16,0-9 15,-9 1 1,9-10-16</inkml:trace>
  <inkml:trace contextRef="#ctx0" brushRef="#br0" timeOffset="76286.12">22766 8667 0,'0'0'0,"0"0"15,0 0 1,0 0-16,0 0 15,9 0 1,20-10-16,8 1 16,29-9-1,19-1-15,-10 1 16,0-1-16,-18 10 16,-1 0-1,1 0-15,-1-1 16,-18 1-1,-38 9-15</inkml:trace>
  <inkml:trace contextRef="#ctx0" brushRef="#br0" timeOffset="76792.48">23660 8251 0,'0'0'0,"0"0"15,0 0 1,0 0-16,0 0 15,0 0 1,0 0-16,0 0 16,0 10-16,0 8 15,0 10 1,0 9-16,-10 9 16,1 0-1,-1 0-15,10 0 16,0-9-1,0 0-15,0-9 16,10-10-16,-1 1 16,10-1-1,9 1-15,19-1 16,0-9 0,0-9-16,-9 0 15,0-9-15,-10 0 16,-9-10-1,-10 1-15,-9 18 16</inkml:trace>
  <inkml:trace contextRef="#ctx0" brushRef="#br0" timeOffset="77057.69">23820 8473 0,'0'0'0,"0"0"15,0 0 1,0 9-16,0 0 15,0 1 1,0 8-16,0 10 16,0 9-16,0-1 15,0 20 1,0-1-16,0 1 16,0-10-1,0 0-15,0-9 16,9-9-1,0-10-15,-9-9 16,0-9-16,0 0 16</inkml:trace>
  <inkml:trace contextRef="#ctx0" brushRef="#br0" timeOffset="77436.07">23801 8021 0,'0'0'15,"0"0"1,0 0-16,0 0 16,19 9-16,9 9 15,28 10 1,19 9-16,1 0 15,8 18 1,-18 10-16,-9-1 16,-10 10-16,-19 9 15,-19 10 1,-9 17-16,-18-8 16,-11-19-1,1 18-15,-10-27 16,10-18-1,9-19-15,1-10 16,8-17-16,10-10 16</inkml:trace>
  <inkml:trace contextRef="#ctx0" brushRef="#br0" timeOffset="77785.75">25202 8085 0,'0'0'16,"0"0"-16,0 0 15,0 0 1,0 0-16,0 0 15,0 9 1,0 10-16,-9 18 16,-10 27-16,0 19 15,-9 10 1,0-19-16,0-19 16,9 0-1,0-9-15,10-18 16,-1-9-16,10-19 15</inkml:trace>
  <inkml:trace contextRef="#ctx0" brushRef="#br0" timeOffset="78072.14">24864 8288 0,'0'0'16,"0"0"0,0 0-16,9 0 15,10 9-15,9 10 16,19 18 0,0 0-16,-9 0 15,0 0 1,-10-10-16,0 1 15,-9 0 1,-10-10-16,1 1 16,-10-10-16,0-9 15</inkml:trace>
  <inkml:trace contextRef="#ctx0" brushRef="#br0" timeOffset="78303.45">24647 8510 0,'0'0'0,"0"0"15,0 0-15,19 0 16,28 0 0,38-19-16,0 10 15,18-9-15,10-1 16,-19 1-1,-9 8-15,-10 1 16,-75 9 0</inkml:trace>
  <inkml:trace contextRef="#ctx0" brushRef="#br0" timeOffset="79902.36">25870 8122 0,'0'0'16,"0"0"-16,0 0 15,0 0 1,10 0-16,-1-9 16,19 0-1,10-10-15,0 1 16,9-1 0,-10 10-16,-8 0 15,-1 9-15,-9 0 16,-1 9-1,-8 9-15,-1 1 16,-9 18 0,-9 0-16,-10 9 15,-9 0-15,0-9 16,-1-9 0,11-10-16,8 1 15,1-10 1,-1 0-16,10-9 15,0 0 1,0 0-16,19 9 16,19 1-16,9-1 15,0 0 1,-10 0-16,-8 0 16,-1 10-1,-9-10-15,0 10 16,-10-1-1,-9 10-15,-9-1 16,-10 1-16,-10 9 16,-27 0-1,0 0-15,-1-9 16,10-1 0,0-8-16,9-10 15,10 0-15,0-9 16,28 0-1</inkml:trace>
  <inkml:trace contextRef="#ctx0" brushRef="#br0" timeOffset="80353.5">27225 8030 0,'0'0'16,"0"0"-16,0 0 16,0 0-1,19-9-15,28-1 16,28 1-1,19-9-15,-9 8 16,-19 1-16,-10 0 16,1 9-1,-20-9-15,-18 9 16,-19 0 0</inkml:trace>
  <inkml:trace contextRef="#ctx0" brushRef="#br0" timeOffset="80576.27">27394 8168 0,'0'0'0,"0"0"15,0 0 1,0 0-16,0 0 16,0 0-16,0 0 15,0 0 1,10 0-16,18 0 15,28 0 1,10-9-16,0 0 16,0 0-1,-66 9-15</inkml:trace>
  <inkml:trace contextRef="#ctx0" brushRef="#br0" timeOffset="81519.95">28909 7781 0,'0'0'15,"0"0"-15,0 0 16,0 0 0,0 0-16,0 0 15,9-10 1,10-8-16,9-10 16,10 1-16,0 8 15,-10 10 1,0 9-16,-9 0 15,-10 0 1,1 9-16,-1 10 16,-9 17-16,-19 20 15,-18-1 1,-10 19-16,-10-19 16,1 1-1,9-19-15,9-10 16,19-8-16,10-10 15,-1 0 1,10-9-16,0 0 16,0 0-1,29 0-15,18 0 16,19-9 0,-1 0-16,11-10 15,8 1-15,-84 18 16</inkml:trace>
  <inkml:trace contextRef="#ctx0" brushRef="#br0" timeOffset="81754.11">29624 7541 0,'0'0'16,"0"0"-16,0 0 15,0 0 1,0 0-16,0 9 16,0 28-16,0 18 15,-9 19 1,9 18-16,0 19 16,0-9-1,0-102-15</inkml:trace>
  <inkml:trace contextRef="#ctx0" brushRef="#br0" timeOffset="83753.2">19163 9931 0,'0'0'0,"0"0"16,0-9-16,-10-10 16,1 1-1,0-10-15,-10-9 16,-9 10 0,-1-1-16,1 10 15,-9 8-15,-1 10 16,-9 10-1,-10 17-15,10 10 16,0 9 0,10 10-16,-1-1 15,19 0 1,10-18-16,9-9 16,0-10-1,9-8-15,1-1 16,-1-9-16,10 0 15,0-9 1,9-1-16,0 1 16,0-9-1,10-10-15,0 0 16,-1 1-16,-8 8 16,-1 1-1,-9 9-15,-10 9 16,10 0-1,0 9-15,-1 18 16,1 20 0,0 17-16,-10 1 15,-9 9-15,0-10 16,0-8 0,0-10-16,0-9 15,0-10 1,0-8-16,0-10 15,0 0-15,0-9 16,0 0 0,0 0-16,0 0 15,10-9 1,9-19-16,-1-27 16,11-19-1,-29 74-15</inkml:trace>
  <inkml:trace contextRef="#ctx0" brushRef="#br0" timeOffset="84303.48">19229 9793 0,'0'0'16,"0"0"-16,0 0 16,0 0-1,0 0-15,0 0 16,19-10-1,9-8-15,19 0 16,9-1-16,1 1 16,-20 8-1,1 1-15,-10 9 16,0 9 0,-9 1-16,0 8 15,-10 10 1,1 9-16,-10 9 15,-10 0-15,1 0 16,0-9 0,-1 0-16,1-19 15,9 1 1,0-10-16,9 0 16,1 1-16,8-1 15,11 0 1,-1 0-16,0 10 15,0-1 1,-9 1-16,0-1 16,-10 1-1,1 8-15,-10 1 16,0 0-16,-10-1 16,-8 1-1,-1 0-15,-9-1 16,-1-8-1,10-1-15,1-8 16,18-10 0</inkml:trace>
  <inkml:trace contextRef="#ctx0" brushRef="#br0" timeOffset="84569.47">20104 10014 0,'0'0'15,"0"0"1,0 0-16,0 0 16,9 0-1,19-9-15,10 0 16,18-10-16,1 10 15,-10 0 1,-10 0-16,-8-1 16,-29 10-1</inkml:trace>
  <inkml:trace contextRef="#ctx0" brushRef="#br0" timeOffset="84736.28">20085 10180 0,'0'0'0,"0"0"16,0 0-1,9 0-15,57-9 16,85-28 0,-151 37-16</inkml:trace>
  <inkml:trace contextRef="#ctx0" brushRef="#br0" timeOffset="88981.79">21609 9728 0,'0'0'0,"0"0"16,0 0-16,0 0 16,0 0-16,0 0 15,0 0 1,0 0-16,0 0 15,0 9 1,0 19-16,0 9 16,0 27-1,-10 1-15,10 18 16,0 0 0,0-18-16,0-1 15,0-8-15,0-10 16,0-9-1,10-9-15,-10-10 16,0-9 0,0 1-16,0-1 15,0 0-15,0-9 16,0 0 0,0 0-16</inkml:trace>
  <inkml:trace contextRef="#ctx0" brushRef="#br0" timeOffset="90003.32">22578 9747 0,'0'0'0,"0"0"15,0 0-15,0 0 16,0 0 0,0 0-16,0 0 15,0 18 1,-10 19-16,1 9 15,-10 19-15,0 8 16,1 1 0,-1-9-16,9-19 15,1-9 1,-1-9-16,1-10 16,0-9-1,9-9-15</inkml:trace>
  <inkml:trace contextRef="#ctx0" brushRef="#br0" timeOffset="90286.98">22211 9894 0,'0'0'0,"0"0"16,0 0-1,0 0-15,0 0 16,9 9-1,20 10-15,-1-1 16,9 10 0,10 0-16,-9-1 15,9 10-15,0 0 16,-9 0 0,-10-9-16,0-10 15,-9 1 1,-10-10-16,1 0 15,-10-9 1</inkml:trace>
  <inkml:trace contextRef="#ctx0" brushRef="#br0" timeOffset="90469.69">22211 10180 0,'0'0'0,"0"0"15,0 0 1,0 0-16,0 0 15,9 0 1,29-9-16,28 0 16,28-10-1,9 1-15,1-10 16,-104 28-16</inkml:trace>
  <inkml:trace contextRef="#ctx0" brushRef="#br0" timeOffset="90854.26">23406 9571 0,'0'0'0,"0"0"16,0 0-16,0 0 15,0 0-15,0 0 16,0 0 0,-10 19-16,-9 8 15,-18 29 1,-1 8-16,1 10 16,-1 9-1,0 0-15,10 0 16,9-9-16,19-9 15,10 9 1,18-1-16,19-8 16,19 0-1,28-10-15,-10-27 16,-84-28-16</inkml:trace>
  <inkml:trace contextRef="#ctx0" brushRef="#br0" timeOffset="94772.59">24055 9848 0,'0'0'0,"0"0"0,0 0 15,0 0 1,0 0-16,0 0 16,0 0-1,0 0-15,0 0 16,0 0-16,0 0 15,0 0 1,0 0-16,0 0 16,0 0-16,0 0 15,0 0 1,9 9-16,-9 10 16,10 18-1,-10 9-15,0 9 16,0 1-1,0-1-15,0 0 16,0-9-16,0 1 16,0-10-1,0-10-15,0-8 16,0-10 0,0 0-16,0 0 15,0-9 1,0 0-16,0 0 15</inkml:trace>
  <inkml:trace contextRef="#ctx0" brushRef="#br0" timeOffset="95274.29">24487 10079 0,'0'0'15,"0"0"-15,0 0 16,0 0-1,0 0-15,0 0 16,0 0-16,0 0 16,0 0-1,0 0-15,0 0 16,0 0 0,0 0-16,10 0 15,9 0-15,9 0 16,0 0-1,10 0-15,-1 0 16,1-9 0,-10 9-16,0 0 15,-9 0-15,0 0 16,-9 0 0,-1 0-16,0 0 15,1 0 1,-1 0-16,-9 0 15</inkml:trace>
  <inkml:trace contextRef="#ctx0" brushRef="#br0" timeOffset="95857.5">25202 9894 0,'0'0'0,"0"0"16,0 0 0,0 0-16,0 0 15,0 0-15,0 0 16,0 0-1,0 0-15,10-9 16,-1 0 0,1-1-16,8-8 15,1 9-15,0 0 16,0-1 0,0 10-16,0 0 15,-1 10 1,1-1-16,-9 9 15,-1 19 1,-9 9-16,-9 0 16,-20 10-16,1-10 15,0 0 1,9-18-16,0-10 16,10 1-1,-1-10-15,1 0 16,9-9-1,0 0-15,9 0 16,29 0-16,19-9 16,37-9-1,19-10-15,-1-9 16,-18-9 0,-94 46-16</inkml:trace>
  <inkml:trace contextRef="#ctx0" brushRef="#br0" timeOffset="96187.75">25880 9516 0,'0'0'16,"0"0"-16,0 0 15,9 0 1,10 0-16,19 0 15,37 0 1,10 9-16,-1 0 16,-9 10-16,-18-1 15,-10 10 1,-19 0-16,-9 8 16,0 20-1,-19 8-15,-19 19 16,0 1-1,-9-20-15,-10 1 16,10-28-16,28-37 16</inkml:trace>
  <inkml:trace contextRef="#ctx0" brushRef="#br0" timeOffset="96454.17">26999 9488 0,'0'0'16,"0"0"-16,0 0 15,28-9 1,20 0-16,27-10 15,28 1 1,1-1-16,-20 1 16,-27-1-16,-57 19 15</inkml:trace>
  <inkml:trace contextRef="#ctx0" brushRef="#br0" timeOffset="96686.75">27281 9710 0,'0'0'16,"0"0"-16,0 0 16,0 0-1,10 0-15,18-10 16,29 1-1,18-9-15,9-1 16,20-18 0,-104 37-16</inkml:trace>
  <inkml:trace contextRef="#ctx0" brushRef="#br0" timeOffset="97037.36">28448 9220 0,'0'0'15,"0"0"-15,0 0 16,0 0-16,0 0 15,0 0 1,0 0-16,9 0 16,1 0-1,18-9-15,0 0 16,0 0-16,10 0 16,0-1-1,-1 1-15,10 0 16,0 0-1,-47 9-15</inkml:trace>
  <inkml:trace contextRef="#ctx0" brushRef="#br0" timeOffset="97288.76">29163 8805 0,'0'0'0,"0"0"16,0 0-16,0 0 15,0 0 1,0 0-16,9 19 16,1 17-1,9 48-15,-10 63 16,-9 19-1,9 0-15,10 65 16</inkml:trace>
  <inkml:trace contextRef="#ctx0" brushRef="#br0" timeOffset="99870.04">18805 11251 0,'0'0'0,"0"0"16,0 0 0,0 0-16,0 0 15,-9 0 1,0 0-16,-10-9 16,-9 9-16,-10 0 15,0 9 1,-9 0-16,-9 10 15,9 8 1,0 19-16,0 10 16,9 8-1,19-8-15,10-10 16,9-9-16,9-9 16,1-1-1,8-8-15,11-10 16,8-9-1,1-9-15,0 0 16,-1-10-16,1 1 16,-10-1-1,0 1-15,-9 8 16,0 1 0,0 0-16,0 0 15,-10 0 1,0 9-16,10 0 15,0 9-15,0 0 16,0 19 0,-1 18-16,-8 9 15,-1 19 1,1-9-16,-1-1 16,0-18-16,1-9 15,-1-18 1,-9-10-16,10 0 15,-1-9 1,1 0-16,8-18 16,11-10-1,8-18-15,20-37 16,8-28-16,-17 19 16,-48 92-1</inkml:trace>
  <inkml:trace contextRef="#ctx0" brushRef="#br0" timeOffset="100185.87">19389 11103 0,'0'0'0,"0"0"15,0 0-15,0 0 16,0 19 0,0 8-16,0 10 15,0 9 1,-10 10-16,1 8 15,-1 10 1,1-9-16,9-10 16,0 1-16,0-19 15,0 0 1,0-10-16,9-8 16,10-10-1,9 0-15,10 0 16,0-9-16,9-9 15,0 0 1,0-19-16,-47 28 16</inkml:trace>
  <inkml:trace contextRef="#ctx0" brushRef="#br0" timeOffset="100439.86">19530 11620 0,'0'0'16,"0"0"-16,0 0 16,0 0-1,0 0-15,9 9 16,1 19 0,-1 9-16,10 9 15,-10 0 1,1 0-16,-1 1 15,10-1 1,0-19-16,-19-27 16</inkml:trace>
  <inkml:trace contextRef="#ctx0" brushRef="#br0" timeOffset="100690.04">19991 11565 0,'0'0'15,"0"0"-15,0 0 16,0 0-16,9 0 16,10-9-1,28-10-15,9 1 16,10-1-1,-9 1-15,-10-1 16,-47 19 0</inkml:trace>
  <inkml:trace contextRef="#ctx0" brushRef="#br0" timeOffset="100893.13">20207 11934 0,'0'0'0,"0"0"15,0 0 1,10 0-16,8-9 16,39-10-16,27-8 15,1-1 1,-85 28-16</inkml:trace>
  <inkml:trace contextRef="#ctx0" brushRef="#br0" timeOffset="102520.08">21552 11352 0,'0'0'0,"0"0"16,0 0-1,0 0-15,0 0 16,-9 10-16,-10 17 15,-9 10 1,-10 19-16,1 8 16,-1-8-1,0-10-15,10-9 16,0 0 0,9-19-16,10 1 15,9-10-15,0 0 16,9 0-1,10 0-15,19-9 16,18 0 0,10 0-16,-10-9 15,10 0-15,-28 0 16,9 0 0,-10-1-16,-8 1 15,-1-9 1,-28 18-16</inkml:trace>
  <inkml:trace contextRef="#ctx0" brushRef="#br0" timeOffset="102753.51">21599 11528 0,'0'0'16,"0"0"-1,0 0-15,0 0 16,0 0-16,0 9 15,0 10 1,0 17-16,10 20 16,-1 8-1,10 38-15,0-19 16,0 0 0,-1 0-16,-18-83 15</inkml:trace>
  <inkml:trace contextRef="#ctx0" brushRef="#br0" timeOffset="103952.62">22945 11297 0,'0'0'0,"0"0"16,0 0-16,0 0 15,0 0 1,-10 9-16,-9 19 16,-9 18-1,-9 28-15,-10 9 16,9-9-1,0-9-15,10-19 16,9-9-16,10-19 16,-1-9-1,10-9-15</inkml:trace>
  <inkml:trace contextRef="#ctx0" brushRef="#br0" timeOffset="104246.58">22625 11380 0,'0'0'0,"0"0"15,0 0-15,0 0 16,0 9 0,9 1-16,10 17 15,19 10 1,9 9-16,0-9 15,0 9 1,-10-9-16,-8 0 16,-1 0-16,-9-9 15,-10-10 1,0 1-16,-9-10 16,-9 0-16,9-9 15</inkml:trace>
  <inkml:trace contextRef="#ctx0" brushRef="#br0" timeOffset="104436.99">22521 11740 0,'0'0'0,"0"0"15,0 0 1,0 0-16,0 0 16,19 0-1,28-9-15,47-10 16,47-17-1,10-1-15,-19 0 16,-132 37-16</inkml:trace>
  <inkml:trace contextRef="#ctx0" brushRef="#br0" timeOffset="105823.4">23979 10946 0,'0'0'16,"0"0"-16,0 0 16,0 0-1,0 0-15,-9 19 16,-19 9-1,-10 18-15,-9 18 16,-19 29 0,10-1-16,9 9 15,0 1-15,19-19 16,9-9 0,9-19-16,10-9 15,0-9-15,10 0 16,9-9-1,9-10-15,0-8 16,10-1 0,9-9-16,-47 0 15</inkml:trace>
  <inkml:trace contextRef="#ctx0" brushRef="#br0" timeOffset="106225.55">24233 11168 0,'0'0'0,"0"0"16,0 0-16,0 0 16,0 0-1,0 18-15,-9 19 16,0 9-1,-10 10-15,-9 18 16,-1-1-16,11-17 16,-1-1-1,0-9-15,10-9 16,-1-9 0,10 0-16,10-10 15,-1-9-15,10 1 16,9-1-1,28 0 1,1-9-16,9 0 16,-10 0-16,-18-9 15,-1 0 1,1-10-16,-38 19 16</inkml:trace>
  <inkml:trace contextRef="#ctx0" brushRef="#br0" timeOffset="106519.58">24318 11509 0,'0'0'0,"0"0"16,0 0-16,0 0 16,0 0-1,0 10-15,10 8 16,-1 10-1,0 9-15,1 9 16,-1 9-16,1 10 16,-1-10-1,0 1-15,-9-10 16,10-19 0,-1 1-16,-9-9 15,10-10-15,-10-9 16</inkml:trace>
  <inkml:trace contextRef="#ctx0" brushRef="#br0" timeOffset="106969.25">25127 11648 0,'0'0'0,"0"0"16,0 0-16,0 0 15,0 0 1,0 0-16,0 0 16,0 0-1,10 0-15,18 0 16,9 0 0,1-9-16,9-1 15,0 1-15,-9 0 16,-1 0-1,-8-1-15,-11 10 16,-8 0 0,-1 0-16,1 0 15,-1 0 1,-9 0-16</inkml:trace>
  <inkml:trace contextRef="#ctx0" brushRef="#br0" timeOffset="107970.28">25955 11168 0,'0'0'0,"0"0"15,0 0 1,0 0-16,0 0 16,0 0-1,0 0-15,19 0 16,9 0-16,0 0 16,10 0-1,-10 0-15,0 0 16,-9 0-1,0 0-15,-10 0 16,-9 9-16,0 0 16,-18 19-1,-11 0-15,1-1 16,0 1 0,9-9-16,0-10 15,10 9 1,-1-9-16,10-9 15,0 0-15,10 10 16,9-1 0,9 9-16,10 1 15,-10-1 1,0 1-16,0 8 16,-18-8-16,-1 18 15,-18 0 1,-10 18-16,-19 1 15,-9 8 1,0-18-16,0-18 16,0-10-1,9-8-15,1-20 16,37 10-16</inkml:trace>
  <inkml:trace contextRef="#ctx0" brushRef="#br0" timeOffset="108315.35">26397 10909 0,'0'0'15,"0"0"-15,19 0 16,28 0-1,28 10-15,10 17 16,9 10 0,-19 0-16,-18 9 15,-10-9 1,-19 9-16,-9 10 16,-19 18-1,-10 9-15,-18 9 16,-9-18-16,-1-10 15,0-17 1,10-20-16,19-17 16,9-10-1</inkml:trace>
  <inkml:trace contextRef="#ctx0" brushRef="#br0" timeOffset="108553.9">27470 10946 0,'0'0'0,"0"0"16,0 0 0,18-9-16,39 0 15,28-19-15,18 1 16,-18-1-1,-1 0-15,-8 0 16,-76 28 0</inkml:trace>
  <inkml:trace contextRef="#ctx0" brushRef="#br0" timeOffset="108752.87">27705 11205 0,'0'0'16,"0"0"-16,0 0 16,0 0-16,0 0 15,19 0 1,37-9-16,48-28 16,8-10-1,-112 47-15</inkml:trace>
  <inkml:trace contextRef="#ctx0" brushRef="#br0" timeOffset="109136.89">28890 10356 0,'0'0'15,"0"0"-15,0 0 16,0 0 0,-9 18-16,-10 19 15,-9 18 1,-10 19-16,-9 0 16,0-9-1,9-10-15,1-9 16,9-9-16,9-9 15,0 0 1,9-10-16,10-9 16,10 10-16,9-10 15,28 9 1,19-8-16,-1-1 16,1-9-1,-9-9-15,-57 9 16</inkml:trace>
  <inkml:trace contextRef="#ctx0" brushRef="#br0" timeOffset="109338.52">28721 10706 0,'0'0'0,"0"0"15,0 0-15,0 10 16,0 8-1,0 19-15,9 28 16,19 55 0,1 9-16,8 65 15,1 36 1</inkml:trace>
  <inkml:trace contextRef="#ctx0" brushRef="#br0" timeOffset="110888.56">19172 12931 0,'0'0'15,"0"0"-15,-9-9 16,-10-1 0,-9 1-16,0 0 15,-10 9-15,0 0 16,1 18-1,-1 10-15,-9 18 16,9 19 0,1 18-16,18 0 15,10-19 1,9-17-16,9-10 16,0-19-16,10-9 15,19-9 1,18-27-16,10-10 15,-9-19 1,-10 10-16,-10 9 16,-9 9-1,-9 10-15,-9 9 16,-1 0-16,1-1 16,-10 10-1,0 0-15,9 10 16,0 17-1,1 38-15,-10 27 16,0 10-16,0 8 16,0-17-1,9-10-15,-9-19 16,0-27 0,0-9-16,0-19 15,0-9-15,0 0 16,10-9-1,18-9-15,9-38 16,10-18 0,10-18-16,-10-9 15,-9 17 1,-10 11-16,0 8 16,-9 19-16,-10 9 15,1 18 1,-10 1-16,0 9 15,0 0 1,0 9-16,0 0 16,0 0-16,0 0 15,0 0 1,0 9-16,0 18 16,9 10-1,0 0-15,10 0 16,9 0-1,10 0-15,0 0 16,-1 0-16,1-9 16,-10 9-1,0 9-15,-9 9 16,-9 0 0,-10-8-16,-19-1 15,0-28-15,19-18 16</inkml:trace>
  <inkml:trace contextRef="#ctx0" brushRef="#br0" timeOffset="111103.4">19765 13152 0,'0'0'0,"0"0"16,0 0-16,0 0 15,19-9 1,28-9-16,19-1 16,0-9-16,9 1 15,0-1 1,-75 28-16</inkml:trace>
  <inkml:trace contextRef="#ctx0" brushRef="#br0" timeOffset="111358.55">20480 13180 0,'0'0'0,"0"0"16,0 0-1,9-9-15,10-1 16,9 1 0,1-9-16,-1-1 15,0 1 1,-9-1-16,-19 19 16</inkml:trace>
  <inkml:trace contextRef="#ctx0" brushRef="#br0" timeOffset="111559.67">20311 13411 0,'0'0'0,"0"0"16,0 0-1,9 0-15,19-10 16,38 1-16,19-9 15,18-19 1,-18 9-16,-85 28 16</inkml:trace>
  <inkml:trace contextRef="#ctx0" brushRef="#br0" timeOffset="112370.64">21280 12672 0,'0'0'15,"-10"10"-15,-9 8 16,-9 10 0,-10 18-16,1 9 15,-1 28 1,1 0-16,18 0 16,9 0-1,10 1-15,10-11 16,9-8-16,9-10 15,9 1 1,10-10-16,1 0 16,-1-9-1,0-9-15,0-1 16,9-8-16,1-1 16,-57-18-1</inkml:trace>
  <inkml:trace contextRef="#ctx0" brushRef="#br0" timeOffset="112986.95">21966 12931 0,'0'0'16,"0"0"-16,0 0 15,0 0 1,0 0-16,0 0 16,0 0-1,0 9-15,0 9 16,0 10 0,0 27-16,-9 10 15,-1 18-15,10-9 16,0-9-1,0-1-15,0-18 16,0-9 0,0 0-16,0-9 15,0-10 1,10-8-16,-1-1 16,-9-9-16</inkml:trace>
  <inkml:trace contextRef="#ctx0" brushRef="#br0" timeOffset="113519.89">22775 12885 0,'0'0'0,"0"0"15,0 0-15,0 0 16,0 0 0,0 0-16,0 9 15,0 9 1,0 10-16,0 18 15,0 9 1,0 19-16,0 9 16,0-18-16,0-10 15,0-8 1,0-11-16,0-8 16,0-9-1,0-10-15,0 0 16,0-9-16</inkml:trace>
  <inkml:trace contextRef="#ctx0" brushRef="#br0" timeOffset="113820.64">22361 13309 0,'0'0'0,"0"0"16,0 0-1,0 0-15,10 0 16,9-9 0,28-10-16,19 1 15,9-10-15,0 1 16,-9 8 0,-10 1-16,1 8 15,-10 1 1,-10 0-16,1 9 15,-10 0 1,1 0-16,-11 0 16,-18 0-16</inkml:trace>
  <inkml:trace contextRef="#ctx0" brushRef="#br0" timeOffset="114644.92">23462 13032 0,'0'0'0,"0"0"16,0 0-16,0 0 16,0 0-16,9-9 15,1 0 1,9 0-16,0-1 16,9 1-1,0 9-15,0 0 16,0 9-16,-9 1 15,0-1 1,-10 9-16,1 19 16,-10 9-1,-10 0-15,-18 10 16,0-1 0,-10-9-16,10-9 15,9-18-15,1-1 16,8-9-1,1 1-15,9-10 16,0 0 0,19 0-16,18 0 15,29 0 1,19-10-16,-10 1 16,-9 0-16,0-9 15,-19 8 1,-47 10-16</inkml:trace>
  <inkml:trace contextRef="#ctx0" brushRef="#br0" timeOffset="115025.38">23744 12737 0,'0'0'16,"0"0"-16,0 0 16,10 0-1,18 0-15,28 9 16,10 10 0,0 8-16,-9 10 15,-1 9-15,-9 10 16,0 18-1,-19 9-15,-9 18 16,-10-9 0,-9 1-16,-9-1 15,-10-27 1,10-19-16,-10-9 16,10-19-16,-1 1 15,1-10 1,9-9-16,0 0 15</inkml:trace>
  <inkml:trace contextRef="#ctx0" brushRef="#br0" timeOffset="115536.57">25297 12562 0,'0'0'0,"0"0"16,0 0-16,0 0 15,0 18 1,0 19-16,-19 37 16,0 9-16,0 0 15,-9 0 1,0-18-16,-1-10 16,11-18-1,8-9-15,1-10 16,-1-9-16,10-9 15</inkml:trace>
  <inkml:trace contextRef="#ctx0" brushRef="#br0" timeOffset="115804.3">24854 12737 0,'0'0'0,"0"0"16,0 0-1,10 9-15,9 0 16,18 10 0,20 9-16,9 8 15,-10 1-15,-9 0 16,-9-9 0,-1 0-16,-9-1 15,-9 1 1,0-10-16,-9 10 15,-10-9 1,0-10-16,0-9 16</inkml:trace>
  <inkml:trace contextRef="#ctx0" brushRef="#br0" timeOffset="116003.9">24779 12977 0,'0'0'0,"0"0"15,0 0 1,0 0-16,19 0 16,28-9-1,47-10-15,38 1 16,-1-10 0,20 0-16,-151 28 15</inkml:trace>
  <inkml:trace contextRef="#ctx0" brushRef="#br0" timeOffset="117437.43">26115 12460 0,'0'0'16,"0"0"-16,0 0 15,0 0-15,0 0 16,0 0 0,0 0-16,0 0 15,0 0 1,0 9-16,0 0 15,0 1 1,-9-1-16,9-9 16,0 0-16,0 0 15,0 0 1,0 0-16,0 0 16,9 0-1,0 0-15,10 0 16,0 0-16,0 0 15,0 9 1,-1 0-16,1 10 16,0 9-1,-10-1-15,-9 19 16,0 10 0,-18-1-16,-1 1 15,0-10-15,0-9 16,0-10-1,10-8-15,0-1 16,-1-9 0,10 1-16,0-1 15,0-9-15,0 0 16,10 9 0,-1 0-16,19 1 15,19-10 1,10-10-16,18 1 15,28-19 1,-8-8-16,-95 36 16</inkml:trace>
  <inkml:trace contextRef="#ctx0" brushRef="#br0" timeOffset="117676.51">27065 12534 0,'0'0'16,"0"0"-16,0 0 16,0 0-1,0 0-15,10 0 16,-1 0 0,19 0-16,0-9 15,1-1-15,-1-8 16,0 9-1,0-1-15,0 1 16,-28 9 0</inkml:trace>
  <inkml:trace contextRef="#ctx0" brushRef="#br0" timeOffset="117886.53">27027 12894 0,'0'0'0,"0"0"16,0 0-16,0 0 15,19 0 1,19-9-16,18-10 16,29-9-1,19-18-15,-104 46 16</inkml:trace>
  <inkml:trace contextRef="#ctx0" brushRef="#br0" timeOffset="118956.37">28542 11888 0,'0'0'15,"0"0"-15,0 0 16,0 0 0,0 0-16,0 0 15,-9 9 1,-20 9-16,-18 10 15,-18 18 1,-11 28-16,1 9 16,-10 19-16,10-1 15,9 1 1,19-19-16,19-9 16,19-19-1,9-18-15,9-9 16,10-1-1,18-8-15,29-1 16,0-18-16,0-9 16,-10 0-1,-9-10-15,-9 1 16,-10-1 0,-9 10-16,-9 0 15,-1 0-15,-9 0 16,-9-1-1,-1 1-15,-18-9 16,-19 8 0,-38 10-16,-9 10 15,94-10 1</inkml:trace>
  <inkml:trace contextRef="#ctx0" brushRef="#br0" timeOffset="120254.01">19746 14666 0,'0'0'0,"0"0"16,0 0-16,0 0 16,0 0-1,0 0-15,0-9 16,-9-10 0,-1 1-16,1-1 15,0 10 1,-1-9-16,-9 8 15,-9 1-15,0 0 16,-10 9 0,-9 18-16,-9 19 15,9 9 1,0 19-16,9 9 16,19 0-1,10-19-15,9-9 16,9-27-16,10-10 15,9-18 1,19-19-16,19-27 16,0-10-1,-19 19-15,-19 9 16,0 9-16,-9 10 16,-9 9-1,-1-1-15,-9 10 16,0 0-1,10 10-15,-1 8 16,0 19 0,10 37-16,-9 18 15,8 0-15,-8 1 16,-1-1 0,10-18-16,0-10 15,-10-27 1,1-9-16,-1-9 15,0-1-15,-9-18 16,0 0 0,0 0-16,10-9 15,9-19 1,-1-9-16,11-27 16,8-38-16,-37 102 15</inkml:trace>
  <inkml:trace contextRef="#ctx0" brushRef="#br0" timeOffset="120837.22">20621 14278 0,'0'0'16,"0"0"-16,0 0 15,0 0 1,-9 10-16,-10 8 15,0 19-15,-19 37 16,-9 27 0,10 1-16,18-1 15,9 10 1,10-19-16,10-18 16,9-18-16,9-10 15,0-28 1,10-9-16,9-9 15,0-9 1,-10-9-16,-8-1 16,-1 1-16,-9-1 15,-10 1 1,1-1-16,-10 10 16,0 0-1,-10 0-15,1-1 16,-10 10-1,-19 0-15,1 10 16,-1 8-16,10 1 16,0-1-1,28-18-15</inkml:trace>
  <inkml:trace contextRef="#ctx0" brushRef="#br0" timeOffset="121106.61">21007 14786 0,'0'0'0,"0"0"16,0 0-16,0 0 15,0 0 1,9-9-16,10-1 15,0 1 1,9-9-16,-9 9 16,0-1-16,-1 1 15,1 0 1,0 0-16,-19 9 16</inkml:trace>
  <inkml:trace contextRef="#ctx0" brushRef="#br0" timeOffset="121320.63">21157 15007 0,'0'0'16,"0"0"-16,0 0 15,0 0-15,10 0 16,18-9-1,28-19-15,10 1 16,19-10 0,-85 37-16</inkml:trace>
  <inkml:trace contextRef="#ctx0" brushRef="#br0" timeOffset="128220.4">22503 14334 0,'0'0'16,"0"0"-16,0 0 16,0 0-16,0 0 15,0 0-15,0 0 16,0 0 0,0 0-16,0 0 15,0 0 1,0 0-16,0 0 15,0 0-15,0 0 16,0 0 0,0 0-16,9 0 15,10-10 1,9 10-16,-9 0 16,0 0-1,9 0-15,-9 0 16,-1 10-16,-8 8 15,-1 1 1,-9 8-16,0 10 16,-9 0-1,-1 0-15,1-9 16,0-1 0,-1-8-16,10-10 15,0 0 1,0 1-16,10-1 15,8 0-15,20 9 16,9 1 0,10-1-16,-10 1 15,-19-1-15,0 1 16,-9-10 0,-10 9-16,-9 1 15,-9 9 1,-10 9-16,-19 9 15,-9 0 1,-9 0-16,-1 0 16,1-9-16,0-9 15,9-10 1,47-18-16</inkml:trace>
  <inkml:trace contextRef="#ctx0" brushRef="#br0" timeOffset="128641.86">22201 14084 0,'0'0'0,"0"0"16,0 0-16,0 0 16,-9 19-1,-10 9-15,-18 27 16,-10 19 0,-10 9-16,10 18 15,0 1 1,9-10-16,10-9 15,19-9 1,9 0-16,9 0 16,29 0-16,9-1 15,19-8 1,0 0-16,-1-10 16,11-9-1,-1-9-15,-9-18 16,-66-19-16</inkml:trace>
  <inkml:trace contextRef="#ctx0" brushRef="#br0" timeOffset="129756.69">23312 14611 0,'0'0'16,"0"0"-1,0 0-15,0 0 16,0 0-16,0 0 15,0 0 1,0 0-16,0 0 16,0 0-1,0 0-15,0 0 16,0 0 0,9 0-16,19 0 15,29-10-15,8 1 16,-8 0-1,-1 0-15,-9-1 16,0 1 0,-9 0-16,-10 0 15,-9 9-15,0 0 16,-10 0 0,-9 0-16,0 0 15,0 0 1</inkml:trace>
  <inkml:trace contextRef="#ctx0" brushRef="#br0" timeOffset="130237.54">24186 14251 0,'0'0'0,"0"0"16,0 0-16,0 0 16,0 0-1,0 0-15,0 0 16,0 9 0,0 9-16,0 10 15,0 18 1,-9 19-16,9 9 15,-9-10 1,9-8-16,0-20 16,0 1-16,0-9 15,0-9 1,0-1-16,9 0 16,-9-18-1</inkml:trace>
  <inkml:trace contextRef="#ctx0" brushRef="#br0" timeOffset="130691.64">24224 13964 0,'0'0'0,"0"0"16,0 0-1,0 0-15,19 0 16,19 10 0,9-1-16,18 9 15,1 19-15,-9 0 16,-1 19-1,-18-10-15,-1 9 16,-8 1 0,-1 17-16,-19 10 15,-9 0 1,-9-9-16,-10 0 16,-9 0-1,9-28-15,0-9 16,0-9-16,1-1 15,8-8 1,1-1-16,-1-18 16,10 0-16</inkml:trace>
  <inkml:trace contextRef="#ctx0" brushRef="#br0" timeOffset="131223.26">25598 14029 0,'0'0'16,"0"0"-16,0 0 15,0 9 1,0 10-16,-10 27 16,1 19-1,-10 18-15,0 9 16,-9 9-16,0-8 15,-1-19 1,11-28-16,8-28 16,10 1-1,0-19-15,0 0 16,0 0 0</inkml:trace>
  <inkml:trace contextRef="#ctx0" brushRef="#br0" timeOffset="131490.65">25325 14177 0,'0'0'15,"0"0"1,0 0-16,9 9 16,1 0-16,8 10 15,29 18 1,0 0-16,0-1 15,10 11 1,-19-20-16,-10 1 16,0-10-16,-9 10 15,-10-9 1,-9-10-16,0 0 16,0-9-1</inkml:trace>
  <inkml:trace contextRef="#ctx0" brushRef="#br0" timeOffset="131686.51">25184 14509 0,'0'0'0,"0"0"16,0 0 0,9 0-16,38-9 15,47-10-15,47 1 16,19-10-1,-9 0-15,-20 1 16,-18-10 0,-113 37-16</inkml:trace>
  <inkml:trace contextRef="#ctx0" brushRef="#br0" timeOffset="132144.43">26567 13669 0,'0'0'16,"0"0"-16,-10 9 16,-18 10-1,-10 8-15,-18 20 16,9-1-16,0 9 16,9 19-1,0 9-15,10 0 16,9-9-1,10 18-15,9-9 16,19-9 0,0-18-16,9-10 15,0-9-15,10 0 16,9-10 0,0-8-16,0-10 15,0-9 1,-47 0-16</inkml:trace>
  <inkml:trace contextRef="#ctx0" brushRef="#br0" timeOffset="132837.56">26877 13900 0,'0'0'16,"0"0"-16,9 0 16,1 0-1,9-9-15,-1-1 16,11 1-1,8 9-15,1 0 16,0 0 0,-1 0-16,-18 0 15,-10 0-15,1 9 16,-1 1 0,1-1-16,-10 9 15,0 10 1,-10 0-16,-9-1 15,-9 10-15,9-9 16,1-10 0,8 1-16,1-10 15,9 0 1,0-9-16,9 10 16,10-1-1,9 0-15,0 0 16,1 10-16,-1-10 15,0 0 1,-9 10-16,0-1 16,-10 1-1,0 8-15,-9 1 16,-9 9 0,-10 0-16,-9 0 15,-10 0-15,1-10 16,-1 1-1,1-10-15,8-8 16,1-1 0,9-9-16,0-9 15,19 9-15</inkml:trace>
  <inkml:trace contextRef="#ctx0" brushRef="#br0" timeOffset="133404.01">27827 13761 0,'0'0'16,"0"0"-16,0 0 15,0 0-15,0 10 16,0-1-1,10 19-15,-10 8 16,0 29 0,-10 27-16,1-9 15,9 1 1,-10-11-16,10-8 16,0-10-1,-9-18-15,9-9 16,0-10-16,0-18 15</inkml:trace>
  <inkml:trace contextRef="#ctx0" brushRef="#br0" timeOffset="133720.6">27545 14168 0,'0'0'0,"0"0"16,0 0-16,0 0 15,0 0 1,9 0-16,20-10 15,8 1-15,1 0 16,9 0 0,19-1-16,0 1 15,-1 0 1,-65 9-16</inkml:trace>
  <inkml:trace contextRef="#ctx0" brushRef="#br0" timeOffset="134025.63">28326 13752 0,'0'0'15,"0"0"-15,0 0 16,0 0-16,0 9 15,9 10 1,1 18-16,8 27 16,1 29-1,-9-1-15,-10-9 16,0 0 0,0 9-16,9-18 15,0-28 1,1-18-16,-10-28 15</inkml:trace>
  <inkml:trace contextRef="#ctx0" brushRef="#br0" timeOffset="134377.46">28542 13485 0,'0'0'16,"0"0"-16,0 0 16,9 0-16,20 9 15,27 9 1,10 10-16,9 9 16,-9 18-1,-9 1-15,-20 8 16,-9 19-1,-9 10-15,-9 17 16,-20-17-16,-9-20 16,1-17-1,-1-19-15,0-10 16,10-17 0,9-10-16,0 0 15,0 0-15</inkml:trace>
  <inkml:trace contextRef="#ctx0" brushRef="#br0" timeOffset="134634.76">29483 13429 0,'0'0'16,"0"0"-16,0 0 15,0 0 1,9 0-16,1 0 16,8-9-16,11 0 15,-1-1 1,0 1-16,0 0 16,1 0-1,-11 0-15,-18 9 16</inkml:trace>
  <inkml:trace contextRef="#ctx0" brushRef="#br0" timeOffset="134887.37">29455 13881 0,'0'0'0,"0"0"16,0 0-1,0 0-15,0 0 16,9 0 0,0 0-16,10 0 15,0 0-15,9-9 16,10 0 0,9-10-16,9-8 15,-56 27 1</inkml:trace>
  <inkml:trace contextRef="#ctx0" brushRef="#br0" timeOffset="136691.37">31007 13171 0,'0'0'16,"0"0"-16,0 0 15,0 0 1,0-10-16,0 1 16,0 0-16,0-9 15,-10-1 1,-8 1-16,-11-1 15,-8 1 1,-1-1-16,-9 10 16,9 9-1,1 0-15,-1 9 16,10 10-16,9 8 16,10 20-1,9 26-15,9-8 16,19 9-1,1-10-15,18 10 16,0 0 0,-10-18-16,-8-10 15,-11 0-15,1 0 16,-9-9 0,-10 0-16,-10-10 15,-18 10 1,0-9-16,-10-9 15,-18-1-15,-1-18 16,20-9 0,-1 0-16,10-10 15,9-9 1,9-18-16,20-18 16,18-10-16,29-18 15,8-1 1,1 10-16,19-9 15,-10 27 1,-18 10-16,-10 18 16,-47 37-1</inkml:trace>
  <inkml:trace contextRef="#ctx0" brushRef="#br0" timeOffset="137843.67">20649 16318 0,'0'0'0,"0"0"16,0 0-16,-9-9 15,-1 0-15,1-1 16,0 1 0,-1 0-16,1 0 15,-10-1 1,0 1-16,0 0 15,1 0 1,-11-1-16,-8 10 16,-1 10-16,0 8 15,1 19 1,9 9-16,-1 10 16,11 8-1,18-8-15,0-10 16,9 0-1,0-9-15,1-9 16,-1-10-16,1-9 16,-1-9-1,10 0-15,0-9 16,-1 0 0,1-10-16,9 1 15,1-1-15,-1 1 16,0 9-1,-9-1-15,9 10 16,0 10 0,1 8-16,8 28 15,10 37 1,-9 19-16,0 18 16,-10-9-16,-9-28 15,-10-37 1,10 0-16,-19-18 15,0-10 1,0-18-16,0 0 16,0 0-16,0-9 15,9-28 1,-9 37-16</inkml:trace>
  <inkml:trace contextRef="#ctx0" brushRef="#br0" timeOffset="138287.74">20922 16392 0,'0'0'0,"0"0"15,0 0-15,0 0 16,9-9-1,10-1-15,19-8 16,9-10 0,9 1-16,1-10 15,-1 0 1,-9 9-16,-9 10 16,-10-1-16,0 10 15,-9 0 1,-9-1-16,-1 1 15,-9 9 1,0 0-16,9 9 16,1 10-16,9 9 15,-1 36 1,1 28-16,0 10 16,-9 18-1,-1 9-15,10-18 16,-10-28-16,1-9 15,-10-74 1</inkml:trace>
  <inkml:trace contextRef="#ctx0" brushRef="#br0" timeOffset="138604.47">21825 16373 0,'0'0'15,"0"0"-15,0 0 16,0 0 0,10-9-16,18 0 15,9-10 1,20-8-16,-1-1 15,-9 10 1,-9-1-16,-10 10 16,0 0-16,-9-1 15,-9 10 1,-10 0-16,0 0 16</inkml:trace>
  <inkml:trace contextRef="#ctx0" brushRef="#br0" timeOffset="138820.59">22032 16669 0,'0'0'16,"0"0"0,0 0-16,19-9 15,19-1-15,9-8 16,9-10-1,19-9-15,-9 10 16,0-10 0,-10 0-16,-56 37 15</inkml:trace>
  <inkml:trace contextRef="#ctx0" brushRef="#br0" timeOffset="141353.96">23340 15755 0,'0'0'16,"0"0"-16,0 0 16,0 0-16,0 0 15,-10 0 1,1 0-16,-10 9 15,-9 10 1,-19 18-16,0 18 16,0 10-1,0 8-15,9 1 16,10 37-16,19-9 16,9-10-1,9 9-15,10-8 16,0-19-1,9-19-15,-9-9 16,9-9-16,0-9 16,10-10-1,18-9-15,-9-18 16,-47 9 0</inkml:trace>
  <inkml:trace contextRef="#ctx0" brushRef="#br0" timeOffset="141889.68">23500 16207 0,'0'0'0,"0"0"15,0 0 1,0 0-16,0 0 15,0-9 1,0 0-16,9-10 16,1 1-16,8-10 15,11 1 1,-1-1-16,0 9 16,0 1-1,0 9-15,10 9 16,-10 9-1,-9 9-15,0 19 16,-10 28-16,-9 18 16,-9-9-1,-10-10-15,0-8 16,0-10 0,1-9-16,8-19 15,1 1 1,9-10-16,0-9 15,0 0-15,9 0 16,19 0 0,29-9-16,9 0 15,9-10 1,-9 1-16,-10-1 16,-9 10-16,0 0 15,-9-1 1,-38 10-16</inkml:trace>
  <inkml:trace contextRef="#ctx0" brushRef="#br0" timeOffset="142717.44">24516 16392 0,'0'0'0,"0"0"15,0 0-15,0 0 16,9 0-1,1 0-15,8 0 16,1-9 0,9-1-16,10 1 15,18 0-15,1-10 16,9 1 0,-10 0-16,1-1 15,-10 1 1,-10 8-16,-8 1 15,-20 9 1,0 0-16,1 0 16,-10 0-16,0 0 15,0 0 1,0 0-16</inkml:trace>
  <inkml:trace contextRef="#ctx0" brushRef="#br0" timeOffset="143471.06">25381 15783 0,'0'0'0,"0"0"15,0 0-15,0 0 16,0 0 0,0 0-16,0 0 15,0 0 1,0 9-16,0 19 15,-9 9-15,-10 18 16,0 0 0,10-9-16,-1 1 15,1-10 1,9-10-16,0 1 16,9 0-1,10-10-15,9 0 16,10 1-16,0-10 15,-1 0 1,10-9-16,0 0 16,-9-9-1,0 0-15,-20 0 16,1-1 0,-9 1-16,-1-9 15,-9 9-15,-9-10 16,9 19-1,-85-111-15,85 111 16,0 0 0,0 0-16,0 0 15,0 0-15,-9 10 16,-1-1 0,1 9-16,-1 10 15,1 18 1,9 19-16,0 9 15,0-1 1,0 1-16,9 19 16,1-20-16,-1-26 15,1-11 1,-10-36-16</inkml:trace>
  <inkml:trace contextRef="#ctx0" brushRef="#br0" timeOffset="143870.49">25494 15570 0,'0'0'15,"0"0"-15,0 0 16,19 0-16,28 0 16,19 10-1,9-1-15,-9 9 16,0 19 0,0 9-16,-1 19 15,-8 27 1,-10 10-16,-19-1 15,-9 19-15,-10-18 16,-18-19 0,-10-9-16,0-19 15,1-9 1,-1-9-16,0-9 16,19-28-1</inkml:trace>
  <inkml:trace contextRef="#ctx0" brushRef="#br0" timeOffset="144386.24">26980 15386 0,'0'0'16,"0"0"-16,0 9 15,0 10 1,0 27-16,0 37 15,-9 27 1,-10 20-16,0-1 16,1-9-16,-1-9 15,0-38 1,10-26-16,-1-10 16,1-28-1,9-9-15,0 0 16</inkml:trace>
  <inkml:trace contextRef="#ctx0" brushRef="#br0" timeOffset="144654.01">26651 15709 0,'0'0'0,"0"0"15,0 0-15,0 0 16,10 9-1,8 0-15,20 19 16,9 9 0,10 9-16,8 9 15,-8 1 1,-10-10-16,0 0 16,-9-9-16,-20-9 15,-8-10 1,-10-9-16,0-9 15</inkml:trace>
  <inkml:trace contextRef="#ctx0" brushRef="#br0" timeOffset="144886.67">26538 16032 0,'0'0'15,"0"0"-15,0 0 16,0 0-16,0 0 15,29-9 1,27-10-16,19-8 16,29-1-1,18 0-15,0 0 16,-9 1 0,-19 8-16,0 1 15,-18-10-15,-76 28 16</inkml:trace>
  <inkml:trace contextRef="#ctx0" brushRef="#br0" timeOffset="147220.44">28043 15007 0,'0'0'0,"0"0"15,0 0 1,0 0-16,0 0 16,0 0-1,0 0-15,0 0 16,0 10 0,0 8-16,-9 19 15,0 18-15,-10 19 16,0 19-1,0-1-15,0-9 16,10-9 0,0-19-16,-1-9 15,10-9-15,0-9 16,10-10 0,8 1-16,20-1 15,9-9 1,10-9-16,8 0 15,-8 0 1,-10-9-16,-10 0 16,-8 0-16,-10 0 15,-10-10 1,-9 19-16</inkml:trace>
  <inkml:trace contextRef="#ctx0" brushRef="#br0" timeOffset="147454.62">28109 15515 0,'0'0'0,"0"0"15,0 0-15,0 9 16,10 19 0,9 27-16,9 28 15,0 0-15,0 19 16,-9-19-1,0 9-15,-10-27 16,1-28 0,-1 0-16,-9-37 15</inkml:trace>
  <inkml:trace contextRef="#ctx0" brushRef="#br0" timeOffset="147887.31">27705 14675 0,'0'0'0,"0"0"16,0 0-16,-10 9 16,-18 19-1,-9 27-15,-10 38 16,-1 17 0,11 1-16,9 18 15,18 38-15,20-1 16,18 0-1,19-9-15,9-28 16,1-18 0,9-10-16,-1-18 15,11-27-15,-1-19 16,0-10 0,-9-17-16,0-29 15,-66 19 1</inkml:trace>
  <inkml:trace contextRef="#ctx0" brushRef="#br0" timeOffset="148223.22">28740 14906 0,'0'0'16,"0"0"-1,0 0-15,0 0 16,9 9-16,0 19 16,10 36-1,9 10-15,1 19 16,-10-1-1,-1 9-15,1-18 16,-9-9 0,-1-9-16,0-10 15,1-18-15,-10-9 16,0-28 0</inkml:trace>
  <inkml:trace contextRef="#ctx0" brushRef="#br0" timeOffset="148480.17">28542 15543 0,'0'0'16,"0"0"-16,0 0 15,0 0 1,0 0-16,19-9 15,9-1 1,0-8-16,19-1 16,10 1-1,-1-1-15,10 1 16,0 0-16,-66 18 16</inkml:trace>
  <inkml:trace contextRef="#ctx0" brushRef="#br0" timeOffset="149003.78">29248 15146 0,'0'0'0,"0"0"16,0 0 0,0 0-16,9-9 15,10-1 1,9 1-16,10-9 16,-10 8-16,0 1 15,0 0 1,1 9-16,-11 0 15,1 9 1,-9 10-16,-1 18 16,-9 18-1,-9 19-15,-10 9 16,-9 0-16,-1-9 16,1-19-1,9-18-15,10-9 16,0-10-1,9-9-15,9 1 16,10-1-16,9 0 16,10-9-1,9 0-15,0-9 16,9-19 0,-9-9-16,0 0 15,-47 37-15</inkml:trace>
  <inkml:trace contextRef="#ctx0" brushRef="#br0" timeOffset="149319.59">29492 14823 0,'0'0'0,"0"0"15,0 0 1,10 0-16,27 9 15,29 10 1,9 8-16,1 10 16,-11 9-1,-8 19-15,-10 9 16,-9 27-16,-10 19 16,-19-9-1,-9 0-15,-9-19 16,-10-9-1,0-28-15,0-8 16,1-20-16,8-17 16,10-10-1</inkml:trace>
  <inkml:trace contextRef="#ctx0" brushRef="#br0" timeOffset="149624.81">30273 14897 0,'0'0'0,"0"0"16,9 0-16,10-10 15,9 1 1,10 0-16,0 0 16,-1 0-16,10-10 15,0 10 1,-9 0 0,0-1-16,-10 1 15,-28 9-15</inkml:trace>
  <inkml:trace contextRef="#ctx0" brushRef="#br0" timeOffset="149870.41">30395 15340 0,'0'0'0,"0"0"16,0 0-1,0 0-15,10 0 16,27-10 0,10 1-16,10-9 15,9-1 1,-10 1-16,1-10 16,-10 0-16,-47 28 15</inkml:trace>
  <inkml:trace contextRef="#ctx0" brushRef="#br0" timeOffset="162871.26">31176 14795 0,'0'0'0,"0"0"16,0 0-16,0 0 15,0 0 1,0 0-16,0 0 16,0 0-1,0 0-15,0 0 16,0 0-16,10 0 16,8 0-1,11-9-15,18 0 16,9-1-16,1-8 15,-1 9 1,-9 0-16,-9-1 16,-10 1-1,-9 0-15,-10 9 16,0-9 0,1-10-16,-10 19 15</inkml:trace>
  <inkml:trace contextRef="#ctx0" brushRef="#br0" timeOffset="163237.97">31929 14241 0,'0'0'0,"0"0"15,0 0 1,0 0-16,0 0 15,0 0 1,0 0-16,0 0 16,0 0-16,0 10 15,9 8 1,1 19-16,8 28 16,1-1-1,0 28-15,0-8 16,-10-11-16,1 1 15,-1-18 1,0-1-16,1-9 16,-1-9-1,-9-9-15,10-10 16,-1-9 0,-9-9-16</inkml:trace>
  <inkml:trace contextRef="#ctx0" brushRef="#br0" timeOffset="163721.53">32324 14324 0,'0'0'0,"0"0"15,0 0 1,0 0-16,0 0 15,9-9 1,10-9-16,9-1 16,10-8-16,0 8 15,-1 1 1,1-1-16,-1 10 16,1 9-1,-10 9-15,1 10 16,-11 8-16,1 10 15,0 28 1,-19 27-16,-9 10 16,-10-10-1,-9 0-15,9-27 16,0-10 0,9-27-16,1 0 15,9-19-15,0 0 16,9 0-1,20-9-15,37-9 16,37-9 0,10-10-16,19 0 15,18-9 1,76-9-16</inkml:trace>
  <inkml:trace contextRef="#ctx0" brushRef="#br0" timeOffset="180154.95">11402 13041 0,'0'0'0,"0"0"16,0 0-16,0 0 15,0 0 1,0 0-16,-10-9 16,1 0-16,0 0 15,-10 9 1,-9 0-16,-10 9 15,-19 19 1,10 9-16,0 9 16,10 9-1,9 10-15,-1 9 16,20-1-16,-1-8 16,20 0-1,-1-10-15,10-9 16,0-18-1,9 0-15,10-10 16,-1-9-16,10-9 16,10-9-1,-10 0-15,0-10 16,9 1 0,-9-1-16,10-8 15,-10-10 1,-9 0-16,-38 37 15</inkml:trace>
  <inkml:trace contextRef="#ctx0" brushRef="#br0" timeOffset="180443.37">11769 13023 0,'0'0'0,"0"0"16,0 0-16,0 0 15,0 0 1,0 0-16,0 9 16,9 19-16,0 18 15,1 19 1,-1 9-16,1-1 16,-1-8-1,1 0-15,-1-10 16,0-9-1,1-9-15,-1-9 16,1-19-16,-10-9 16,0 0-1</inkml:trace>
  <inkml:trace contextRef="#ctx0" brushRef="#br0" timeOffset="180721.43">12070 13032 0,'0'0'0,"0"0"15,0 0 1,0 0-16,0 0 16,0 9-16,9 19 15,10 18 1,0 19-16,0 0 15,-1-1 1,1-8-16,0-1 16,0-9-1,0 0-15,9-9 16,-28-37-16</inkml:trace>
  <inkml:trace contextRef="#ctx0" brushRef="#br0" timeOffset="181036.73">12361 13078 0,'0'0'0,"0"0"16,0 0-1,0 0-15,0 0 16,0 0 0,10-9-16,9 0 15,9-10 1,0 1-16,0 0 16,10-1-16,-10 1 15,0 8 1,1 1-16,-11 0 15,-18 9 1</inkml:trace>
  <inkml:trace contextRef="#ctx0" brushRef="#br0" timeOffset="181245.47">12521 13420 0,'0'0'0,"0"0"15,0 0 1,0 0-16,10 0 16,27-19-1,57-27-15,47-37 16,38-18 0,9-10-16,19-9 15</inkml:trace>
  <inkml:trace contextRef="#ctx0" brushRef="#br0" timeOffset="182575.25">17695 6931 0,'0'0'0,"0"0"15,0 10-15,-9 17 16,0 10 0,-10 28-16,0 27 15,-9 1 1,9 17-16,-9 19 15,-1 1 1,1 8-16,9 19 16,1 0-16,8 28 15,1-10 1,-1 9-16,10 20 16,0-20-1,0 28-15,10-18 16,9 28-16,-10-19 15,0 18 1,10-36-16,19 27 16,-10 10-1,10-10-15,-10 0 16,10-9-16,9 10 16,-10-29-1,10 38-15,0-47 16,10 37-1,-1-36-15,10 27 16,-10-37 0,-9-9-16,10 9 15,-10-18-15,0-10 16,0 19 0,0 0-16,0-9 15,-9-1 1,-1 1-16,10 0 15,-9-1 1,0-8-16,-1 8 16,-8-17-16,8 8 15,-9-18 1,1 9-16,-1 0 16,0-18-1,0 0-15,-9 0 16,9-10-16,1-8 15,-11-1 1,11 0-16,-11 10 16,1-10-1,0-9-15,0 9 16,0 1 0,-1-1-16,-8-18 15,-1-10-15,10 10 16,-10 0-1,10 18-15,0-9 16,0 10 0,9 8-16,0 1 15,1-1-15,-1-8 16,-9-10 0,-1-19-16,1-8 15,-9-19 1,-1-1-16,0-8 15,1 0 1,-1-10-16,1 10 16,-1 9-16,-9-37 15</inkml:trace>
  <inkml:trace contextRef="#ctx1" brushRef="#br1">4886 15399 0</inkml:trace>
  <inkml:trace contextRef="#ctx0" brushRef="#br1" timeOffset="187108.46">13311 12682 0,'0'0'0,"0"0"16,0 0-1,0 0-15,0 0 16,10-19 0,9-9-16,18-9 15,10 1 1,0-1-16,-9 9 16,-10 19-1,0 9-15,-9 0 16,-9 9-16,-1 19 15,-9 27 1,-28 37-16,-10 10 16,10-19-1,0-18-15,0-10 16,9-18-16,9-10 16,1-8-1,9-1-15,0-8 16,0-10-1,19 0-15,18-10 16,20-8-16,-1-10 16,1-9-1,-1 0-15,1 1 16,-1-11 0,-56 47-16</inkml:trace>
  <inkml:trace contextRef="#ctx0" brushRef="#br1" timeOffset="187554.84">14073 12248 0,'0'0'16,"0"0"-16,0 0 15,0 0 1,-9 18-16,0 10 16,-1 0-1,1 9-15,9-1 16,0 1-16,9 0 16,1-9-1,8 0-15,11-10 16,-1 1-1,10-1-15,9 0 16,-10 1-16,1-1 16,-10 1-1,-9-1-15,0 19 16,-10 9 0,-9 1-16,-9-1 15,-10 0 1,0-18-16,0-10 15,-9-9-15,-10-9 16,38 0 0</inkml:trace>
  <inkml:trace contextRef="#ctx0" brushRef="#br1" timeOffset="187738.76">13951 12377 0,'0'0'0,"0"0"16,10-9-16,18-19 16,19-9-16,19-18 15,37-10 1,10-9-16,-113 74 16</inkml:trace>
  <inkml:trace contextRef="#ctx0" brushRef="#br1" timeOffset="188521.86">14967 11897 0,'0'0'0,"0"0"15,0 0 1,0 9-16,10 10 15,-1 18-15,10 18 16,0 0 0,-1 10-16,1 0 15,0-1 1,0-8-16,0-1 16,0-18-1,-10-9-15,-9-10 16,0-18-16</inkml:trace>
  <inkml:trace contextRef="#ctx0" brushRef="#br1" timeOffset="188755.37">14760 12395 0,'0'0'0,"0"0"15,0 0-15,10-9 16,18-9-16,28-10 16,48-18-1,9 0 1,28-10-16,-10 10 16,-8 0-16,8 0 15,-131 46 1</inkml:trace>
  <inkml:trace contextRef="#ctx0" brushRef="#br1" timeOffset="190421.74">15946 11583 0,'0'0'16,"0"0"-16,0 0 15,0 0 1,0 0-16,0 0 15,0 9 1,0 19-16,-10 18 16,-9 10-16,-9 27 15,0 0 1,0-9-16,9-10 16,0-8-1,10-19-15,-1-1 16,10-8-1,0 0-15,10-10 16,8 1-16,1-10 16,19 0-1,9-9-15,0 0 16,9-9 0,1 0-16,-1-10 15,-18 1-15,0-1 16,-20 1-1,1-1-15,-19 19 16</inkml:trace>
  <inkml:trace contextRef="#ctx0" brushRef="#br1" timeOffset="190676.67">16021 11962 0,'0'0'0,"0"0"15,0 0 1,0 9-16,0 19 16,9 8-16,1 20 15,-1 18 1,0 18-16,1 10 16,-1-19-1,1-10-15,-1-17 16,0-1-1,10-18-15,0-9 16,-19-28-16</inkml:trace>
  <inkml:trace contextRef="#ctx0" brushRef="#br1" timeOffset="191105.81">16557 11925 0,'0'0'0,"0"0"16,0 0-1,9 0-15,20-10 16,27 1-16,19-18 15,-9 8 1,9-9-16,-9 1 16,0 8-1,0 1-15,-19-1 16,-47 19-16</inkml:trace>
  <inkml:trace contextRef="#ctx0" brushRef="#br1" timeOffset="192671.59">14619 13088 0,'0'0'16,"0"0"-16,0 0 16,0 0-16,0 0 15,0 0 1,-9 18-16,-10 10 15,0 27 1,-9 19-16,0 0 16,-1 9-1,1 0-15,9 19 16,10-10-16,9-28 16,9-8-1,1-10-15,9-9 16,-1-9-1,1-1-15,9-8 16,1-10 0,-1-9-16,0 0 15,0-9-15,-9-1 16,0 1 0,0-9-16,-10 9 15,1-1 1,-10 1-16,0 0 15,0-10-15,0 1 16,0 9 0,-10-10-16,1 10 15,-1 0 1,1 0-16,-10-1 16,0 10-16,-9 10 15,-10-1 1,10 9-16,-9 10 15,37-28 1</inkml:trace>
  <inkml:trace contextRef="#ctx0" brushRef="#br1" timeOffset="193104.86">15155 13651 0,'0'0'16,"0"0"-16,19-10 16,38-8-16,18-10 15,10-9 1,-10 0-16,-9 1 15,-10 8 1,-9 0-16,-9 0 16,-19 10-16,-1 0 15,-8-1 1,-10 19-16</inkml:trace>
  <inkml:trace contextRef="#ctx0" brushRef="#br1" timeOffset="193300.98">15334 13171 0,'0'0'15,"0"0"-15,0 0 16,0 9 0,9 19-16,10 27 15,10 19-15,8 18 16,10 19-1,19 9-15,9-46 16,-75-74 0</inkml:trace>
  <inkml:trace contextRef="#ctx0" brushRef="#br1" timeOffset="195406.8">16162 13272 0,'0'0'16,"0"0"-16,9 0 16,10-9-1,9 0-15,29-10 16,-1 1 0,1-1-16,-1 1 15,-9-1-15,-9 1 16,-1 0-1,-37 18-15</inkml:trace>
  <inkml:trace contextRef="#ctx0" brushRef="#br1" timeOffset="195673.07">16566 12792 0,'0'0'0,"0"0"16,0 0-16,10 19 15,-1 18 1,10 18-16,0 10 16,0-1-1,-10-8-15,10-1 16,-10-27-16,1-10 15,-10-18 1,0 0-16</inkml:trace>
  <inkml:trace contextRef="#ctx0" brushRef="#br1" timeOffset="196071.39">16886 12718 0,'0'0'16,"0"0"-16,0 0 16,0 0-1,0 0-15,10-9 16,-1 0 0,10 0-16,0 0 15,-10-1 1,1 10-16,-1 0 15,-9 0 1,9 19-16,-9 18 16,-9 27-16,0 10 15,-1-9 1,1-10-16,-1-18 16,1-9-1,9-10-15,0-9 16,9-9-16,20-9 15,36-19 1,20-8-16,-10-11 16,-75 47-1</inkml:trace>
  <inkml:trace contextRef="#ctx0" brushRef="#br1" timeOffset="196511.26">16002 12783 0,'0'0'16,"0"0"-16,0 28 15,-9 18 1,9 19-16,9 27 15,10 19 1,0-1-16,18 1 16,10-9-1,10-19-15,18-9 16,0-28 0,29-9-16,27-37 15,11-37-15,-142 37 16</inkml:trace>
  <inkml:trace contextRef="#ctx0" brushRef="#br1" timeOffset="196838.34">17140 12294 0,'0'0'16,"10"0"-16,27-9 16,1 9-16,28 9 15,-10 19 1,10 27-16,-9 19 15,-10 9 1,-10 46-16,-18 0 16,-19 10-16,-19 18 15,-9 64 1</inkml:trace>
  <inkml:trace contextRef="#ctx0" brushRef="#br1" timeOffset="197326.94">13302 14980 0,'0'0'16,"0"0"-16,0 0 15,0 0 1,0 0-16,0 0 16,9-19-1,20-8-15,18-10 16,9-9-1,10-1-15,-19 10 16,-9 1-16,-1-1 16,-18 9-1,-19 28-15</inkml:trace>
  <inkml:trace contextRef="#ctx0" brushRef="#br1" timeOffset="197522.67">13396 15063 0,'0'0'15,"0"0"-15,10 0 16,18-9 0,28-19-16,38-28 15,38-36 1,-132 92-16</inkml:trace>
  <inkml:trace contextRef="#ctx0" brushRef="#br1" timeOffset="204675.87">14563 14555 0,'0'0'0,"0"0"16,0 0-16,0 0 16,0 0-16,0 0 15,0 0 1,0 0-16,0 0 16,0 0-1,0 0-15,0 0 16,0 0-1,0 0-15,0 9 16,0 10-16,9-1 16,0 10-1,1 9-15,-1 0 16,1 0-16,-1 0 16,10-10-1,-10 1-15,1-9 16,-1-1-1,1 0-15,-1 1 16,-9-19 0</inkml:trace>
  <inkml:trace contextRef="#ctx0" brushRef="#br1" timeOffset="205006.48">14807 14389 0,'0'0'0,"0"0"16,0 0-16,0 0 15,0 0 1,0 0-16,10 9 16,-1 10-1,10 18-15,0 27 16,18 10 0,1 18-16,18 28 15,-56-120-15</inkml:trace>
  <inkml:trace contextRef="#ctx0" brushRef="#br1" timeOffset="206588.62">11439 16235 0,'0'0'16,"0"0"0,0 0-16,0 0 15,-9 0-15,0 0 16,-10 9-1,0 0-15,-9 19 16,0 18 0,-1 10-16,1 8 15,9-8 1,10 8-16,9 10 16,9 9-16,10-18 15,0-19 1,9-9-16,0-10 15,1-8 1,8-10-16,1-9 16,18-9-1,10-19-15,-66 28 16</inkml:trace>
  <inkml:trace contextRef="#ctx0" brushRef="#br1" timeOffset="206888.51">11618 16466 0,'0'0'16,"0"0"-16,0 0 15,0 0-15,0 0 16,10 9-1,8 19-15,11 9 16,8 27 0,10 1-16,0 9 15,-18-19 1,-11-18-16,1 0 16,0-19-16,-10-18 15,-9 0 1</inkml:trace>
  <inkml:trace contextRef="#ctx0" brushRef="#br1" timeOffset="207855.42">11947 16392 0,'0'0'0,"0"0"16,0 0-1,0-9-15,10-10 16,9-9-16,-1 1 16,11 8-1,-1-8-15,0 8 16,0 10 0,1 9-16,-1 18 15,0 10 1,0 27-16,-18 1 15,-10 8-15,-10 1 16,1-10 0,-1-8-16,1-10 15,0-10 1,-1-8-16,1-10 16,9-9-1,0 0-15,0 0 16,9 0-16,10-9 15,19-1 1,-1-8-16,20-10 16,-1-9-1,10 0-15,-10-9 16,-56 46-16</inkml:trace>
  <inkml:trace contextRef="#ctx0" brushRef="#br1" timeOffset="208104.14">12597 16290 0,'0'0'16,"0"0"-16,0 0 15,0 0 1,0 0-16,18-9 15,11-9-15,-1-1 16,0 1 0,10-1-16,-1 1 15,-9-1 1,1 10-16,-29 9 16</inkml:trace>
  <inkml:trace contextRef="#ctx0" brushRef="#br1" timeOffset="208312.23">12700 16595 0,'0'0'0,"0"0"15,0 0-15,9-9 16,20-10-1,27-27-15,19-28 16,10 0 0,-85 74-16</inkml:trace>
  <inkml:trace contextRef="#ctx0" brushRef="#br1" timeOffset="210622.15">13434 16207 0,'0'0'0,"0"0"16,0 0-1,19 0-15,18-9 16,20-9 0,18-10-16,0 0 15,0-9 1,1 0-16,-1 0 16,-75 37-16</inkml:trace>
  <inkml:trace contextRef="#ctx0" brushRef="#br1" timeOffset="210926.31">13923 15580 0,'0'0'0,"0"0"15,0 0 1,0 0-16,0 0 16,9 18-1,10 10-15,0 18 16,9 28 0,0 0-16,1-10 15,-1-8-15,0-10 16,0 0-1,1-9-15,8 9 16,-37-46 0</inkml:trace>
  <inkml:trace contextRef="#ctx0" brushRef="#br1" timeOffset="212755.19">14459 15912 0,'0'0'0,"0"0"15,0 0-15,0 0 16,19-9-1,0-10-15,18-8 16,20-10 0,9 0-16,0 0 15,-10 9-15,0 0 16,-18 10 0,-10-1-16,-18 10 15,-10 9 1</inkml:trace>
  <inkml:trace contextRef="#ctx0" brushRef="#br1" timeOffset="213043.3">14572 15460 0,'0'0'0,"0"0"16,0 0-16,0 0 16,9 9-1,1 9-15,9 10 16,18 18-16,1 10 16,0 27-1,9 0-15,-10-9 16,-9-19-1,1-18-15,-29-37 16</inkml:trace>
  <inkml:trace contextRef="#ctx0" brushRef="#br1" timeOffset="213555.53">15080 15330 0,'0'0'0,"0"0"16,0 0-16,0 10 16,0 17-1,0 10-15,0 37 16,0 0-16,9 18 15,1 10 1,9-10-16,-10-18 16,10-19-1,0-18-15,0-9 16,9-10 0,0-8-16,10-10 15,-1-19-15,1-9 16,0-8-1,-20 8-15,1 0 16,-9 10 0,-10-1-16,0 1 15,-10-1 1,1 10-16,-10 0 16,-9 0-16,-10 9 15,10 9 1,0 0-16,-1 10 15,11-1 1,8-9-16,10-9 16</inkml:trace>
  <inkml:trace contextRef="#ctx0" brushRef="#br1" timeOffset="213822.22">15616 15404 0,'0'0'16,"0"0"-1,0 0-15,0 0 16,0 0-16,19-18 16,19-10-1,9-9-15,0 0 16,0 0-1,-19 10-15,-9-1 16,-10 19 0,-9 9-16</inkml:trace>
  <inkml:trace contextRef="#ctx0" brushRef="#br1" timeOffset="213988.69">15757 15644 0,'0'0'0,"0"0"16,10 0 0,27-9-16,20-9 15,18-19 1,10-28-16,9-18 16,-94 83-1</inkml:trace>
  <inkml:trace contextRef="#ctx0" brushRef="#br1" timeOffset="214394.1">16613 14574 0,'0'0'15,"0"0"-15,-9 18 16,0 10-1,-10 18-15,0 9 16,0 1 0,10-10-16,-1-9 15,10-10-15,0 1 16,10-9 0,9-1-16,18 0 15,1-8 1,0-1-16,-1 0 15,1 0-15,-10 10 16,0-1 0,-9 19-16,-10 0 15,-9 19 1,-9 8-16,-10-8 16,-18-1-1,-1-9-15,0-27 16,38-19-16</inkml:trace>
  <inkml:trace contextRef="#ctx0" brushRef="#br1" timeOffset="214588.69">16604 14638 0,'0'0'0,"9"0"16,20-18-1,37-10-15,46-18 16,30-9 0,-1-1-16,-28 1 15,-113 55-15</inkml:trace>
  <inkml:trace contextRef="#ctx0" brushRef="#br1" timeOffset="-214137.25">12079 17324 0,'0'0'0,"0"0"16,0 0-16,-9 0 15,-1 9 1,-9 1-16,1 8 16,-20 28-16,0 28 15,1 18 1,-1 10-16,10-19 16,9-19-1,10 1-15,9-19 16,9-9-1,10 0-15,0-9 16,9-10-16,10-9 16,9-9-1,9-9-15,1-18 16,-10-1 0,-47 28-16</inkml:trace>
  <inkml:trace contextRef="#ctx0" brushRef="#br1" timeOffset="-211840.76">13481 17250 0,'0'0'0,"0"0"16,0 0-16,0 0 16,19-9-1,9-9-15,9-10 16,1 0-16,-10 10 16,10-10-1,-10 10-15,-9-1 16,0 1-1,-19 18-15</inkml:trace>
  <inkml:trace contextRef="#ctx0" brushRef="#br1" timeOffset="-211607.62">13678 17527 0,'0'0'0,"0"0"16,0 0 0,10-9-16,9-10 15,9-8 1,9-19-16,20-10 16,-1 1-1,10-1-15,-66 56 16</inkml:trace>
  <inkml:trace contextRef="#ctx0" brushRef="#br1" timeOffset="-207084.13">14403 16927 0,'0'0'0,"0"0"15,0 0 1,0 0-16,0 0 16,0 0-16,0 0 15,9-9 1,10 0-16,9-10 15,0 1 1,1 9-16,-1-1 16,-9 1-1,-1 9-15,-8 0 16,-1 9-16,1 10 16,-1 18-1,-9 9-15,0 18 16,0-8-1,-9-1-15,-1-9 16,1-18-16,9-9 16,0-1-1,0-9-15,0-9 16,9 0 0,10-9-16,19-9 15,18-19 1,19-10-16,10-8 15,-85 55-15</inkml:trace>
  <inkml:trace contextRef="#ctx0" brushRef="#br1" timeOffset="-206607.04">15137 16521 0,'0'0'16,"0"0"-16,0 0 16,-10 9-1,1 1-15,-10 17 16,9 1-1,1 0-15,0-1 16,-1 1-16,10-10 16,10 1-1,-1-1-15,10 1 16,19-1 0,9 1-16,0-1 15,-10-9-15,1 1 16,-10-1-1,-9 9-15,0 10 16,0 0 0,-10-1-16,-9 10 15,-9 0 1,-1 0-16,-9 0 16,0-9-16,-9-10 15,28-18 1</inkml:trace>
  <inkml:trace contextRef="#ctx0" brushRef="#br1" timeOffset="-206418.66">15155 16669 0,'0'0'0,"10"-9"16,18-10-16,28-36 15,29-10 1,0 10-16,-10 9 16,19-1-1,-94 47-15</inkml:trace>
  <inkml:trace contextRef="#ctx0" brushRef="#br1" timeOffset="-205620.3">13979 17906 0,'0'0'15,"0"0"-15,0 0 16,0 0 0,-9 0-16,0 0 15,-1 0 1,-9 0-16,1 0 15,-11 9-15,-8 9 16,-10 10 0,0 18-16,0 9 15,18-8 1,11-11-16,-1 1 16,9 0-16,10 0 15,10 0 1,9 9-16,-1-9 15,1 0 1,9-9-16,1-10 16,46 28-1,-19-36-15,20-10 16,-11-19-16,20-27 16,-85 46-1</inkml:trace>
  <inkml:trace contextRef="#ctx0" brushRef="#br1" timeOffset="-195641.34">12597 17647 0,'0'0'0,"0"0"16,0 0-16,0 0 15,0 0 1,9-9-16,0 0 16,1-10-1,-1-9-15,10 1 16,0-1-1,0 10-15,-10-1 16,10 10-16,-10 0 16,1 9-1,8 9-15,1 0 16,-9 19 0,-1 18-16,0 19 15,-9 8-15,-9-8 16,0-10-1,-10 1-15,9-19 16,1-10 0,0-8-16,9-10 15,0 0 1,0-9-16,0 0 16,0 0-16,9 0 15,10 0 1,0 0-16,9-9 15,10 0 1,-1-10-16,1 1 16,18-10-16,-9-9 15,0 0 1,-9-9-16,-38 46 16</inkml:trace>
  <inkml:trace contextRef="#ctx0" brushRef="#br1" timeOffset="-195324.75">13057 17232 0,'0'0'15,"0"0"-15,0 0 16,0 0 0,0 0-16,0 0 15,0 9-15,0 28 16,10 9 0,-1 19-16,20 18 15,8 9 1,1-9-16,18 0 15,-56-83 1</inkml:trace>
  <inkml:trace contextRef="#ctx0" brushRef="#br1" timeOffset="-186133.8">14384 18072 0,'0'0'0,"0"0"16,0 0 0,0 0-16,0 0 15,0 0 1,0 0-16,0 0 16,0 0-16,0 0 15,0 0 1,0 0-16,0-10 15,9-8 1,10-10-16,9 10 16,1-1-1,-1 1-15,0 9 16,-9 9-16,0 9 16,-1 9-1,1 29-15,-9 26 16,-10 1-1,-10 18-15,-9-18 16,1-9-16,8-19 16,-9 9-1,10-27-15,9-19 16,0-9 0,0 0-16,19-9 15,9-9 1,10-10-16,-1 0 15,1 1-15,-19 17 16,18-8 0,1-1-16,0 1 15,-10 0 1,0-10-16,-9 0 16,-19 28-16</inkml:trace>
  <inkml:trace contextRef="#ctx0" brushRef="#br1" timeOffset="-185669.52">14817 17998 0,'0'0'0,"0"0"15,0 0-15,0 0 16,0-9-1,0-1-15,9-8 16,0 9-16,1-1 16,-1-8-1,10 9-15,0 0 16,0-1 0,0 10-16,-1 0 15,11 19 1,-1 8-16,-9 10 15,-1 19-15,-8 8 16,-1-8 0,-9-10-16,0-9 15,0-10 1,0-8-16,0-10 16,0 0-16,0 1 15,0-10 1,0 0-16,10 0 15,8-10 1,20-8-16,9-10 16,10-18-1,-57 46-15</inkml:trace>
  <inkml:trace contextRef="#ctx0" brushRef="#br1" timeOffset="-185381.57">15249 17721 0,'0'0'0,"0"0"15,0 0 1,0 0-16,0 0 15,10-9-15,-1-1 16,10-8 0,9 0-16,10-10 15,-10 9 1,0 1-16,1-1 16,-29 19-16</inkml:trace>
  <inkml:trace contextRef="#ctx0" brushRef="#br1" timeOffset="-185173.72">15532 18016 0,'0'0'0,"0"0"15,9-18-15,19-19 16,19-28-16,29-27 16,-76 92-1</inkml:trace>
  <inkml:trace contextRef="#ctx0" brushRef="#br1" timeOffset="-175834.35">16171 17324 0,'0'0'0,"0"0"0,0 0 15,0 0-15,0 0 16,0 0 0,0 0-16,0 0 15,0 9 1,0 19-16,10 9 15,-1 0-15,1 18 16,8 1 0,1-1-16,0 0 15,0-9 1,-10-9-16,10-9 16,0 9-1,-10-9-15,10-1 16,0 1-16,0-9 15,-19-19 1</inkml:trace>
  <inkml:trace contextRef="#ctx0" brushRef="#br1" timeOffset="-175517.13">16359 17324 0,'0'0'0,"0"0"15,0 0-15,0 0 16,0 0 0,0 0-16,0 0 15,0 0 1,10 9-16,-1 19 15,20 9-15,-1 18 16,9 1 0,1 17-16,0-8 15,9-10 1,9 10-16,-56-65 16</inkml:trace>
  <inkml:trace contextRef="#ctx0" brushRef="#br1" timeOffset="-170891.14">12390 7984 0,'0'0'0,"0"0"16,-10 9-16,1 0 15,-19 10 1,-10 17-16,-19 29 16,-8 0-1,-11 9-15,-18 36 16,28-17-16,1 8 16,8 1-1,10 8-15,9 10 16,10 0-1,9 10-15,19-1 16,0 0-16,0 37 16,10-9-1,9-9-15,-1 9 16,1-19 0,9-18-16,1-18 15,8-10 1,1-18-16,0 0 15,9-19-15,0 0 16,19 1 0,-1-19-16,11 9 15,-1-9 1,19 0-16,-94-37 16</inkml:trace>
  <inkml:trace contextRef="#ctx0" brushRef="#br1" timeOffset="-170056.61">16068 7716 0,'0'0'16,"0"0"-16,0 0 15,9 0 1,19 9-16,10 10 16,19-1-1,8 10-15,1 9 16,-9 9-1,-1 9-15,1 10 16,-10 9-16,0 18 16,0 19-1,0 0-15,-10 9 16,1 9 0,0 18-16,-10-27 15,-19 10 1,1-1-16,-10 0 15,-10-18-15,-18 18 16,-10-9 0,-18 0-16,0-19 15,-1 1 1,10 0-16,0-1 16,0-27-16,0 0 15,-10 9 1,1 0-16,9-9 15,0-10 1,0 1-16,-19 27 16,66-92-16</inkml:trace>
  <inkml:trace contextRef="#ctx0" brushRef="#br1" timeOffset="-167686.26">12728 8353 0,'0'0'0,"0"0"16,0 0-16,0 0 15,0 0 1,0 0-16,0 0 16,0 0-1,0 0-15,0 0 16,0 0-16,0 0 15,0 9 1,0 28-16,0 0 16,0 9-1,0 9-15,0 1 16,-9-1 0,-1 10-16,10-10 15,0-18-15,0-9 16,0-1-1,0-8-15,0-10 16,0-9 0,0 0-16</inkml:trace>
  <inkml:trace contextRef="#ctx0" brushRef="#br1" timeOffset="-167373.78">12935 8334 0,'0'0'0,"0"0"15,0 0 1,0 0-16,0 0 16,0 0-1,0 0-15,0 10 16,10 8-16,-10 1 15,9 17 1,0 11-16,-9 8 16,10 10-1,-10-1-15,0 1 16,9 9-16,10-10 16,-19-64-1</inkml:trace>
  <inkml:trace contextRef="#ctx0" brushRef="#br1" timeOffset="-164702.12">14835 8057 0,'0'0'15,"0"0"-15,0 0 16,0 0 0,-9 0-16,0 0 15,-10 10 1,-19 17-16,-18 10 16,-10 19-16,-9 8 15,9 1 1,9-10-16,20-18 15,18-9 1,10-10-16,9-8 16,0-10-1,18 9-15,39-9 16,9-9-16,9-1 16,-9 1-1,-10 0-15,-18 9 16,-10 0-1,-9 9-15,0 0 16,-10 19-16,-9 9 16,-9 9-1,-10 9-15,-19 19 16,1 0 0,-10-9-16,-10-10 15,1-9-15,-1-9 16,10-9-1,-9-19-15,56-9 16</inkml:trace>
  <inkml:trace contextRef="#ctx0" brushRef="#br1" timeOffset="-164440.22">14440 8261 0,'0'0'16,"0"0"-16,19-10 15,28-8 1,28-10-16,38-9 16,28-9-1,-18 0-15,-10 0 16,18 0-16,-8 9 15,-10 0 1,-113 37-16</inkml:trace>
  <inkml:trace contextRef="#ctx0" brushRef="#br1" timeOffset="-162684.25">12512 9986 0,'0'0'0,"0"0"15,0 0-15,0 0 16,0 0 0,0 0-16,0-9 15,0-9-15,9-10 16,19-18 0,10 0-16,-10 9 15,10 9 1,-10 10-16,-9 18 15,0 0 1,0 9-16,-10 28 16,-9 27-16,-9 10 15,-20 28 1,-8-10-16,-1-18 16,1-9-1,8-19-15,10-19 16,10-8-1,0-10-15,-1 0 16,10-9-16,0 0 16,0 0-1,10-9-15,18 0 16,0-10 0,10-8-16,9-10 15,-10 9-15,1 0 16,-10 1-1,0-1-15,1 0 16,-1-9 0,-9 1-16,0-1 15,-1 9 1,-8 0-16,-1 1 16,1 8-16,-1 10 15,0 0 1,-9-1-16,0 10 15,0 0 1,0 0-16,0 0 16,0 0-16,0 0 15,0 0 1,0 0-16,0 10 16,0 17-1,10 1-15,9 0 16,-1-1-1,20 10-15,0-9 16,-1 0-16,1-1 16,-10-8-1,0-1-15,-9 1 16,0-1 0,-10 1-16,1-1 15,-10 10 1,0 0-16,0-1 15,-10-8-15,1-1 16,0-9 0,9-9-16</inkml:trace>
  <inkml:trace contextRef="#ctx0" brushRef="#br1" timeOffset="-162488.65">13039 9866 0,'0'0'0,"0"0"16,0 0-16,9 0 15,10-9 1,37-18-16,20-20 16,46-8-1,19-10-15,-141 65 16</inkml:trace>
  <inkml:trace contextRef="#ctx0" brushRef="#br1" timeOffset="-161577.15">14854 9497 0,'0'0'0,"0"0"15,0 0 1,0 0-16,0 10 15,-9 17 1,-1 19-16,1 28 16,0 0-1,-1 0-15,1 0 16,-1 0-16,10-19 16,0 0-1,0-18-15,10-9 16,-1-19-1,1-9-15,-10 0 16</inkml:trace>
  <inkml:trace contextRef="#ctx0" brushRef="#br1" timeOffset="-161336.22">15249 9257 0,'0'0'0,"0"0"16,0 0 0,0 10-16,0 17 15,0 10 1,0 19-16,-9 8 16,0 28-16,-1 10 15,10-19 1,10 0-16,18 9 15,-28-92 1</inkml:trace>
  <inkml:trace contextRef="#ctx0" brushRef="#br1" timeOffset="-160106.5">16548 7587 0,'0'0'0,"0"0"16,0 0 0,0 0-16,0 0 15,0 0-15,0 0 16,-10 0-1,-9 0-15,1 0 16,-11 0 0,1-9-16,0-1 15,-10 1 1,10 0-16,-10-10 16,1 1-1,9 9-15,28 9 16</inkml:trace>
  <inkml:trace contextRef="#ctx0" brushRef="#br1" timeOffset="-159483.12">10771 8113 0,'0'0'0,"10"9"15,18 37 1,10 37-16,-1 47 16,1 26-1,-10 47-15,-9 1 16,9 45-16,-9-46 16,9 46-1,1-37-15,8 37 16,-9-55-1,10 28-15,-10-38 16,0 10-16,-9-37 16,0-9-1,-19-28-15,0-37 16,0-28 0,-9-27-16,-1-19 15,-9-18-15,19 9 16</inkml:trace>
  <inkml:trace contextRef="#ctx0" brushRef="#br1" timeOffset="-157985.25">10743 8113 0,'0'0'0,"0"-19"15,10-8 1,8 8-16,11-8 16,18-1-1,9 0-15,29 1 16,47-10-16,27-10 15,39 1 1,37-9-16,19 0 16,19-19-1,75-28-15,-19 10 16,-9 9 0,57 0-16,-1 0 15,-9 0-15,-47 9 16,-1 0-1,11 19-15,-67 8 16,-9 10 0,-38 10-16,-46 8 15,-29 10 1,-19 18-16,-28 1 16,-18 8-16,-11 0 15,-18 10 1,0 0-16,-9 18 15,0 9 1,-10 19-16,-9 0 16,-10 18-16,1 19 15,-10 9 1,0-9-16,0 0 16,0 18-16,-10 0 15,10-9 1,0-9-1,0 18-15,10 0 16,-1-18-16,10 18 16,0 0-1,-1 1-15,1-10 16,9 9 0,1 0-16,-1-18 15,-9 0-15,9-1 16,-9-8-1,9-10-15,-19-18 16,10 0 0,-9-10-16,8 1 15,-8-10 1,-1 1-16,1-10 16,-1-9-16,-9 0 15,9 0 1,-9 0-16,0 0 15,0-1 1,0 1-16,0 0 16,0-9-16,0 0 15,0-1 1,0 1-16,0-10 16,0 1-1,0-10-15,-9 10 16,0-1-16,-10 1 15,-9 8 1,-10 1-16,-18 9 16,-20 0-1,1 9-15,-28 0 16,-10 0 0,0-18-16,-10 9 15,-27-10-15,9-8 16,-10-1-1,-27 1-15,8-1 16,-9 10 0,-27-10-16,8-8 15,-9 8 1,19-9-16,-10 10 16,10-10-16,0 10 15,9-10 1,-9 9-16,0 1 15,19 8 1,-10 1-16,0-9 16,10-1-1,9 0-15,19-8 16,9-1-16,10-9 16,-1 0-1,20 0-15,0 0 16,18 0-1,0 9-15,1 0 16,-1-9-16,19 10 16,10-1-1,-1-9-15,19 9 16,1-9 0,9 0-16,9 0 15,0 0 1,19 0-16</inkml:trace>
  <inkml:trace contextRef="#ctx0" brushRef="#br1" timeOffset="-156783.08">20405 4827 0,'0'0'0,"37"-9"0,57-10 16,38-8-1,28-1 1,19 0-16,9 1 16,-19-1-16,-9 0 15,-38 1-15,-9 8 16,-19 1-1,-37 8-15,-20 1 16,-18 9 0,-19 0-16,0 0 15,-19 0 1,-46 9-16,-48 19 16,-47 18-16,-10 0 15,11 1 1,-11-1-16,1 0 15,9 0 1,47-9-16,28-9 16,10-1-1,28-8-15,28-10 16,0 0-16,19-9 16,0 0-1,10 0-15,46 0 16,85-9-1,29-9-15,-1-10 16,10 0-16,-38 0 16,9-8-1,1 17-15,-151 19 16</inkml:trace>
  <inkml:trace contextRef="#ctx0" brushRef="#br1" timeOffset="29139.12">4233 8297 0,'0'0'0,"0"0"16,10 0-16,9 10 16,18-1-16,38-9 15,38-9 1,0-1-16,19-17 15,9-1 1,-9 0-16,-10 1 16,0-1-1,-18 0-15,-20 10 16,-18-1-16,10-8 16,-29 8-1,-19 1-15,-28 18 16</inkml:trace>
  <inkml:trace contextRef="#ctx0" brushRef="#br1" timeOffset="29535.24">4845 7882 0,'0'0'0,"0"0"16,0 0-16,9 0 15,19 0 1,10 9-16,9 1 16,10 8-16,-10 10 15,9-1 1,0 10-16,-18-9 15,0 0 1,-1-1-16,-8-8 16,-1-1-1,-9 1-15,-10-1 16,0 1-16,-9 8 16,-18 10-1,-39 37-15,-37 28 16,-38 27-1,132-129-15</inkml:trace>
  <inkml:trace contextRef="#ctx0" brushRef="#br1" timeOffset="36298.28">32004 6350 0,'0'0'16,"0"0"-16,0 0 15,9 0 1,20 0-16,8 0 16,20-9-1,18 0-15,28 9 16,1-10 0,-19 1-16,-10 0 15,-19 9-15,-9-9 16,-9-1-1,-10 1-15,-28 9 16</inkml:trace>
  <inkml:trace contextRef="#ctx0" brushRef="#br1" timeOffset="36621.51">32465 5999 0,'0'0'0,"0"0"16,0 0-16,0 0 16,9 10-1,10 8-15,19 0 16,18 10-16,1 0 15,-20-10 1,1 1-16,-19-1 16,-10-9-1,1 10-15,-10 9 16,-38 27 0,-66 74-16,104-129 15</inkml:trace>
  <inkml:trace contextRef="#ctx0" brushRef="#br1" timeOffset="91397.89">14779 4236 0,'19'-9'15,"56"-19"-15,85-27 16,66-37 0,-10 0-16,-28 18 15,-37 9 1,-66 28-16,-29 9 16,-28 10-16,-28 18 15,0 0 1,-37 28-16,-76 46 15,-28 27-15,-1-9 16,11-9 0,18-9-16,9 0 15,29-19 1,19-18-16,27-18 16,1-1-1,9-8-15,19-10 16,0 0-1,0 0-15,29-10 16,36-27-16,48-9 16,19-18-1,-10-10-15,1 0 16,-20 0 0,-37 19-16,-19 9 15,-19-1-15,-28 47 16</inkml:trace>
  <inkml:trace contextRef="#ctx0" brushRef="#br1" timeOffset="91714.85">15306 3646 0,'0'0'0,"9"0"16,19 0 0,29 0-16,18 0 15,29 9 1,-10 0-16,-10 10 16,1 8-1,-19 1-15,-10 9 16,1 0-1,-1 9-15,-18 0 16,-10 10-16,-18 8 16,-48 56-1,-66 92-15,1 1 16</inkml:trace>
  <inkml:trace contextRef="#ctx0" brushRef="#br1" timeOffset="99931.56">16209 10836 0,'0'0'0,"0"0"0,0 0 15,0-10-15,9-8 16,10-19 0,19-18-16,9-1 15,0 10 1,0 18-16,-9 10 16,-1 18-1,-9 9-15,1 19 16,-1 27-16,-19 10 15,1 9 1,-20 9-16,1 0 16,9-28-1,0-9-15,0-18 16,0-10-16,0-8 16,9-10-1,10 0-15,19-19 16,18-27-1,19-28-15,-9-9 16,-66 83 0</inkml:trace>
  <inkml:trace contextRef="#ctx0" brushRef="#br1" timeOffset="100164.93">16915 10383 0,'0'0'0,"0"0"16,0 0 0,0 19-16,0 18 15,0 27 1,0 29-16,0-20 16,0 1-1,0-9-15,0-28 16,-10-9-16,10-19 15,0-9 1</inkml:trace>
  <inkml:trace contextRef="#ctx0" brushRef="#br1" timeOffset="100397.8">16623 10743 0,'0'0'0,"0"0"15,0 0-15,0 0 16,0 0-1,9 0-15,20 10 16,18-10-16,9 0 16,10 0-1,9 9-15,0-18 16,-9-1 0,-9-8-16,-1-10 15,-9-9 1,-47 37-16</inkml:trace>
  <inkml:trace contextRef="#ctx0" brushRef="#br1" timeOffset="100747.88">17178 10199 0,'0'0'0,"0"0"16,0 0-16,0 0 16,9 0-1,1 0-15,9 0 16,-1 9-16,1 9 16,0 10-1,0 9-15,-10 9 16,1 10-1,-1-19-15,0-1 16,-9-8 0,10-9-16,-1-10 15,1-9-15,18-9 16,66-47 0,85-82-16,-1-10 15</inkml:trace>
  <inkml:trace contextRef="#ctx0" brushRef="#br1" timeOffset="123218.43">18034 5169 0,'9'0'16,"29"-10"-16,28 1 15,37-9-15,1-1 16,28-8 0,-1 8-16,10-9 15,19 1 1,10-1-16,-10 0 15,9 1 1,19-10-16,19 0 16,-19 0-16,19 0 15,-9-9 1,9-10-16,-19 1 16,-9 9-1,9 0-15,-28 9 16,0 0-1,-48 18-15,-18 1 16,-37 9 0,-19 0-16,-20-1 15,-18 10-15,0 0 16</inkml:trace>
  <inkml:trace contextRef="#ctx0" brushRef="#br1" timeOffset="123621.32">18852 5095 0,'0'0'0,"0"0"16,29 0-16,37 0 15,28 0 1,37-9-16,29-10 16,10 1-1,27-10-15,10-9 16,19 0-1,0-9-15,-1-9 16,-36 8-16,-1 10 16,-19 1-1,-18 8-15,-20 9 16,-18 1 0,-9 9-16,-104 9 15</inkml:trace>
  <inkml:trace contextRef="#ctx0" brushRef="#br1" timeOffset="129299.77">10997 7808 0,'0'0'0,"0"0"16,0 0-16,0 0 16,0 10-1,0-1-15,-9 18 16,9 10 0,0 28-16,9 0 15,10 18 1,0 18-16,9 28 15,10 10-15,-10 18 16,0 37 0,0-19-16,-9 46 15,0-54 1,0 54-16,-19-46 16,0 19-16,0-9 15,9-28 1,1 9-16,-10-9 15,9-28 1,0 0-16,1 0 16,-10-36-1,9-10-15,1-9 16,-1-10-16,1-8 16,-10-1-1,9-9-15,0 0 16,1-9-1,-1 0-15,1 0 16,-1-9 0,0-1-16,1 1 15,-1-9-15,1-1 16,-1 0 0,0-8-16,10-1 15,0 0 1,0 0-16,9 1 15,10-1-15,-1 0 16,20-9 0,-1 0-16,1-9 15,9 0 1,-1-1-16,20 1 16,9 0-1,0-10-15,0 1 16,0 0-16,19-1 15,0 1 1,-9-1-16,18-8 16,10 8-1,-1-9-15,1 10 16,9-1-16,0-8 16,0-10-1,0 9-15,10-9 16,-19 10-1,-1-1-15,20-9 16,-29 9-16,10 1 16,0-1-1,-1 0-15,1 0 16,0 1 0,9 8-16,-9 1 15,-1-1 1,1 10-16,-19 0 15,-19 0-15,0 9 16,0 9 0,0 0-16,-9 0 15,-10 1 1,0 8-16,1-9 16,-1 1-1,0-1-15,0-9 16,-9 0-16,-9 0 15,-1-9 1,10-1-16,0 1 16,0 0-1,-1 0-15,-8-1 16,9-8-16,0-1 16,-10 1-1,19 0-15,-9-10 16,-9 0-1,-10 10-15,0-1 16,-10 1 0,-8-1-16,-1 10 15,0 0-15,-9 0 16,0-1 0,-10 1-16,0 0 15,1 0 1,-10 0-16,0 9 15,0-10-15,0 1 16,0-9 0,0-1-16,0-9 15,-10-8 1,1-11-16,0-8 16,-1 0-1,-9-10-15,1-18 16,-11-9-16,1-10 15,0 19 1,0-18-16,-1-1 16,1 0-1,0 1-15,-10 9 16,10-28-16,0 0 16,0 0-1,0 9-15,-1-18 16,1-19-1,9 0-15,0-9 16,-9 10-16,0 18 16,9-10-1,0 10-15,1 9 16,-1 18 0,0 1-16,0 9 15,0-1 1,10 29-16,-10-1 15,0 0 1,0-8-16,1 8 16,-1 0-16,0 1 15,0 8 1,0 10-16,10 9 16,0 0-1,-10 1-15,9 8 16,1 9-1,0 1-15,-1-1 16,1 1-16,-1 0 16,1-1-1,-1 10-15,1 0 16,0-1 0,-1 1-16,-9 0 15,1 0-15,-11-1 16,-8 10-1,-10 0-15,-10 10 16,-9-1 0,-9 0-16,-19 10 15,0-1-15,-9 10 16,8-10 0,-17 10-16,-11 0 15,10-10 1,1 1-16,-20 8 15,0 1 1,10 0-16,-10-1 16,0-8-16,1 8 15,-20 1 1,-9 0-16,10 9 16,-1 0-1,-9 0-15,19-10 16,9 1-16,-27 0 15,17-1 1,11 1-16,-10 0 16,9-1-1,10-8-15,-10 9 16,10-1-16,9-8 16,0-1-1,0 1-15,0-1 16,19 1-1,0-1-15,0 0 16,0 1 0,0 9-16,0-10 15,18 1-15,1-1 16,0 0 0,0 1-16,18-1 15,1 1 1,18-1-16,0 1 15,10 8 1,28-27-16</inkml:trace>
  <inkml:trace contextRef="#ctx0" brushRef="#br1" timeOffset="137822.31">4704 8870 0,'0'0'0,"0"0"16,0 0-16,9 9 16,1 0-16,8 0 15,11-9 1,18 0-16,18-9 16,1-9-1,10-10-15,-1 0 16,0-9-16,19-9 15,-9 9 1,-19-9-16,-19 9 16,-47 37-1</inkml:trace>
  <inkml:trace contextRef="#ctx0" brushRef="#br1" timeOffset="138098.01">5193 8722 0,'0'0'16,"0"0"-16,0 0 15,9-9-15,10 0 16,19-1 0,9 1-16,0 0 15,-10 9 1,-18 9-16,-9 0 15,-1 19 1,-18 37-16,-20 18 16,-18 18-16,-9 10 15,56-111 1</inkml:trace>
  <inkml:trace contextRef="#ctx0" brushRef="#br1" timeOffset="-200818.57">14760 4310 0,'0'0'16,"-9"9"-16,-1 1 16,1-1-1,0 0-15,-1 0 16,10-9-16,0 10 15,19-1 1,28-9-16,47-19 16,28-18-1,29-9-15,9-18 16,-19 8 0,9 1-16,-18 9 15,-38 9-15,-37 9 16,-20 10-1,-18 9-15,-19 9 16,0 0 0</inkml:trace>
  <inkml:trace contextRef="#ctx0" brushRef="#br1" timeOffset="-200546.65">14732 4679 0,'0'0'0,"0"0"16,0 0-16,9 0 15,29-18 1,37-28-16,38-37 16,47-28-1,-9 9-15,-20 19 16,-27 0-16,-10 19 15,-19-1 1,-18 10-16,-29 9 16,-28 46-1</inkml:trace>
  <inkml:trace contextRef="#ctx0" brushRef="#br1" timeOffset="-200129.79">15306 3710 0,'0'0'16,"0"0"0,0 0-16,9 10 15,19-1-15,10 0 16,19 0 0,18 10-16,19-1 15,0-9 1,-19 1-16,0 8 15,-9-9 1,0 10-16,0-1 16,-10 1-16,-8 8 15,-11 1 1,1 9-16,-10 0 16,0 0-1,-9 9-15,-10 0 16,-9 19-16,-18 18 15,-29 9 1,-19 0-16,0 1 16,0-10-1,-9 0-15,0-9 16,9-10 0,66-64-16</inkml:trace>
  <inkml:trace contextRef="#ctx0" brushRef="#br1" timeOffset="-184246.18">19756 4772 0,'0'0'16,"0"0"-16,0 0 16,9 0-1,38 0-15,38 0 16,46 0 0,39-19-16,8-8 15,1-10-15,28-9 16,-47 9-1,28-10-15,-37 11 16,-20 8 0,-18 0-16,-19 0 15,-37 10-15,-20 9 16,-18 0 0,-9 9-16,-10 0 15,0 0 1,-38 9-16,-28 9 15,-47 10 1,-28 0-16,0-1 16,-9 10-16,-1 0 15,38-9 1,-9 9-16,28 0 16,9-10-1,10-8-15,28-1 16,19-9-1,9 1-15,9-1 16,10-9-16,10 9 16,18 0-1,28-9-15,48 0 16,18 0 0,19-9-16,-9 0 15,0-10-15,-10 1 16,-9 0-1,-10 8-15,-18-8 16,-28 9 0,-20-1-16,-9 10 15,-18 0-15,-10 0 16,-10 10 0,-84 45-16,94-55 15</inkml:trace>
  <inkml:trace contextRef="#ctx0" brushRef="#br1" timeOffset="-182444">20311 4707 0,'0'0'0,"0"0"15,0 0-15,18-9 16,11 0-1,36-10-15,1 1 16,10-1 0,8 1-16,1-1 15,-10 1-15,0 9 16,-18-1 0,-10 1-16,-9 9 15,-10 0 1,-9 0-16,-10 0 15,-9 0 1,0 0-16,0 0 16,-9 9-16,-10 10 15,-28-1 1,-29 19-16,-27 0 16,0 0-1,-10-9-15,-10-1 16,20 1-1,-1 0-15,20 0 16,8-1-16,20-8 16,9-1-1,28-9-15,0 1 16,10-1 0,9-9-16,0 0 15,28 9-15,47 0 16,38-9-1,19 0-15,0-18 16,9-1 0,-9 1-16,-1-10 15,-27 1 1,-1-1-16,-18 9 16,-19 1-16,-10 9 15,-28-1 1,-9 1-16,-9 9 15,-10 0 1,0 0-16,-19 9 16,-56 28-1,-76 28-15,-18 0 16,9-1-16,47-27 16,19-9-1,9 0-15,29-10 16,18-9-1,10 0-15,9 1 16,19-10-16</inkml:trace>
  <inkml:trace contextRef="#ctx0" brushRef="#br1" timeOffset="-179896.27">32794 5685 0,'0'0'0,"0"10"15,10-1 1,8 19-16,11 18 15,-1 0-15,0 19 16,10 8 0,-1 10-16,-8 0 15,-1 19 1,0 0-16,0 8 16,0 10-1,1 9-15,-10 1 16,-1-1-16,11 19 15,-11 9 1,11 9-16,-1 27 16,-9-17-1,-10-1-15,0 1 16,-9-1 0,10 0-16,-10 10 15,9-1-15,-9-8 16,0 8-1,10-8-15,-1-1 16,0 1 0,10-10-16,19 0 15,-10 0-15,0-9 16,1 0 0,-1 0-16,0 0 15,0-10 1,0 1-16,-9-10 15,10 1 1,-11-10-16,11-9 16,-1 0-16,0-9 15,0-1 1,-9 1-16,-10-28 16,10 28-1,-19-111-15,0 166 16,0-83-16,0 10 15,0-10 1,0-28-16,0 0 16,0-18-1,0-9-15,0 9 16,0 92-16</inkml:trace>
  <inkml:trace contextRef="#ctx0" brushRef="#br1" timeOffset="-177762.92">10085 14186 0,'0'0'0,"0"18"16,9 29-16,1 26 15,8 38 1,11 18-16,-11 1 15,11 36 1,-1 0-16,0 0 16,0 28-16,1-19 15,8 28 1,-9-18-16,10 9 16,-10-28-16,10 9 15,-1-18 1,-8-9-16,-10-10 15,-10-9 1,10-36-16,-10-1 16,1-27-1,-1-10-15,-9 0 16,0 1 0,0-56-16</inkml:trace>
  <inkml:trace contextRef="#ctx0" brushRef="#br1" timeOffset="-175863.49">11082 8214 0,'0'0'15,"0"0"-15,0 0 16,0 0 0,9 19-16,20 18 15,8 18-15,10 10 16,10 18 0,-1 18-16,1 19 15,-10 10 1,-10-1-16,-9 37 15,1 0 1,-11 0-16,11 56 16,-10-38-16,-1 19 15,11-9 1,-11-18-16,1 8 16,0-27-1,9 9-15,-9-37 16,0-18-1,-10-9-15,10-10 16,-10-18-16,1-19 16,-1-18-1,-9 0-15,10-9 16,-10-1 0,9-8-16,1-10 15,-1 0 1,0 1-16,1-1 15,9 0-15,-1 0 16,1 0 0,0-9-16,0 0 15,9 0 1,0 0-16,10 0 16,0-9-16,-1-9 15,-37 18 1</inkml:trace>
  <inkml:trace contextRef="#ctx0" brushRef="#br1" timeOffset="-168814.96">5437 9054 0,'0'0'16</inkml:trace>
  <inkml:trace contextRef="#ctx0" brushRef="#br1" timeOffset="-166523.91">4365 8980 0,'0'0'16,"0"0"-16,19 0 16,9 0-1,19-9-15,19 0 16,9-9 0,10-10-16,18 0 15,1-9-15,-10 0 16,-9 0-1,-1 10-15,1-10 16,-10 9 0,-18 10-16,-20-1 15,-9 10 1,-9 0-16,-9 9 16,-10 0-16,0 0 15,-10 9 1,-27 9-16,-20 19 15,-18 0 1,0 9-16,-1 1 16,11-1-16,18-9 15,9-10 1,38-27-16</inkml:trace>
  <inkml:trace contextRef="#ctx0" brushRef="#br1" timeOffset="-165931.65">7037 8980 0,'0'0'15,"0"0"-15,0 0 16,0 0-16,0 0 16</inkml:trace>
  <inkml:trace contextRef="#ctx0" brushRef="#br1" timeOffset="-160612.94">4506 9599 0,'0'0'0,"0"0"0,0 0 15,0 0 1,0 0-16,0 0 16,0 0-1,0 0-15,0 0 16,0 0-1,10 0-15,18 0 16,19-19-16,19 1 16,9-10-1,10 1 1,-1-10-16,1-10 16,-10 1-16,0 0 15,-18 9 1,-10 10-16,-19 8 15,-9 10 1,-10 0-16,1 9 16,-10 0-16,-10 9 15,-8 19 1,-39 27-16,-9 0 16,-9 19-1,75-74-15</inkml:trace>
  <inkml:trace contextRef="#ctx0" brushRef="#br1" timeOffset="-149308.9">5541 13835 0,'0'0'0,"0"0"0,0 0 16,0 0-1,0 0-15,0 0 16,0 0-1,0 0-15,0 0 16,-9 0 0,-1 0-16,1 0 15,-1 0-15,1 9 16,0 1 0,-1-1-16,1 0 15,-1 0 1,1 10-16,-1-1 15,1 19 1,0 9-16,9 19 16,0 9-1,0 18-15,9 10 16,-9 8-16,9 10 16,1-9-1,-1 18-15,1 1 16,-1-20-16,1 10 15,8-9 1,1-19-16,0 1 16,0-10-1,-10-19-15,10 1 16,-10 0-16,1-10 16,9 0-1,-10-18-15,10 9 16,0 1-1,-1-11-15,1 1 16,0 0 0,0 9-16,9 1 15,-9-1-15,9 0 16,-9 0 0,0-9-16,0 9 15,-1 9 1,1-18-16,0 10 15,0-11 1,-10-8-16,1 0 16,-1-10-16,1 1 15,-1-1 1,0 1-16,1-1 16,-1 1-1,1-1-15,-1-9 16,10 1-16,-10-1 15,10 0 1,0 0-16,-10-9 16,1 0-1,-1 0-15,0 0 16,10-9 0,9 0-16,1-10 15,-1-8-15,10-20 16,-1 1-1,1-18-15,-10-1 16,0-9 0,0 0-16,1 1 15,-10-1-15,-1-9 16,1-10 0,0 1-16,-10-9 15,1-1 1,-1 10-16,1-10 15,-1 10 1,0 18-16,1 0 16,-10 0-16,0-9 15,9-9 1,-9 9-16,0 0 16,0 9-1,-9-9-15,-1 9 16,1 0-16,0 10 15,-1-1 1,1 19-16,-1-9 16,-8-1-1,-1-8-15,0-1 16,-9 0 0,-1 19-16,1-9 15,0 9-15,-10 0 16,1-1-1,-10 10-15,0 19 16,-19 9 0,66 9-16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3-10T09:25:53.5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19342 1098 0,'0'0'0,"0"0"15,0 0 1,0 0-16,0 0 16,0 0-16,0 0 15,0 0 1,0 0-16,0 0 16,0 0-1,0 0-15,0 0 16,9 10-1,0 17-15,1 29 16,9 17-16,-1 11 16,1 8-1,0 0-15,0 10 16,0-1 0,-10-18-16,1-9 15,-1-9-15,0-10 16,-9-18-1,10 0-15,-1-9 16,-9-19 0,10 0-16,-10-9 15</inkml:trace>
  <inkml:trace contextRef="#ctx0" brushRef="#br0" timeOffset="719.65">20772 1218 0,'0'0'15,"0"0"-15,0 0 16,0 0 0,0 0-16,9-9 15,10 0 1,9-10-16,10 1 15,18-10 1,1 10-16,-10 9 16,0 9-16,-10 9 15,1 9 1,-10-9-16,-9 28 16,-10 10-1,-18 17-15,-10 19 16,-9-9-16,0-9 15,-1-1 1,1-18-16,9-9 16,10-18-1,0-1-15,9-9 16,9 1 0,10-1-16,28-9 15,47-9-15,19-10 16,18-18-1,1-9-15,-132 46 16</inkml:trace>
  <inkml:trace contextRef="#ctx0" brushRef="#br0" timeOffset="1333.39">22493 997 0,'0'0'0,"0"0"16,0 0-1,0 0-15,0 0 16,10-9-16,-1-1 15,19-8 1,19-1-16,10-8 16,-1 18-1,1 9-15,-1 0 16,-18 9-16,-1 18 16,-18-8-1,0 9-15,-19 8 16,-10 20-1,-8-1-15,-1 1 16,0-10 0,0-9-16,10-19 15,9 1-15,0-10 16,19 9 0,18 1-16,20-1 15,9-9 1,-1 1-16,-8 8 15,-20 1-15,-18-1 16,-9 1 0,-10 8-16,-19 19 15,-38 10 1,-18 8-16,0-8 16,9-10-1,19-18-15,9-10 16,10-18-16,28 0 15</inkml:trace>
  <inkml:trace contextRef="#ctx0" brushRef="#br0" timeOffset="1715.15">23961 757 0,'0'0'15,"0"0"-15,0 37 16,-10 0 0,-9 37-16,-9-1 15,0 10 1,0 0-16,9 1 15,0-20-15,10 1 16,9-19 0,9-9-16,10 0 15,28 0 1,19-10-16,28 1 16,19-19-16,0-9 15,0-18 1,-29-10-16,1-9 15,-85 37 1</inkml:trace>
  <inkml:trace contextRef="#ctx0" brushRef="#br0" timeOffset="1928.79">24262 1246 0,'0'0'15,"0"0"-15,0 9 16,9 19 0,1 27-16,-1 28 15,0 28-15,1 18 16,-1 1 0,10 8-16,-19-138 15</inkml:trace>
  <inkml:trace contextRef="#ctx0" brushRef="#br0" timeOffset="2528.25">19774 2843 0,'0'0'0,"0"0"16,0 9-16,10 28 15,-1 27 1,1 38-16,-1-10 15,0 1 1,1-1-16,-1-18 16,10-19-16,0-18 15,9-9 1,-28-28-16</inkml:trace>
  <inkml:trace contextRef="#ctx0" brushRef="#br0" timeOffset="2815.99">21233 2612 0,'0'0'15,"0"0"-15,0 9 16,0 19 0,0 18-16,-10 19 15,10 27 1,0 0-16,10 1 16,8-1-16,11-9 15,18-9 1,-47-74-16</inkml:trace>
  <inkml:trace contextRef="#ctx0" brushRef="#br0" timeOffset="3262.04">22465 2704 0,'0'0'0,"0"0"15,9-9-15,20 0 16,8 0 0,10-1-16,0 1 15,-9 9-15,-10 0 16,0 9-1,-9 10-15,-9 18 16,-10 18 0,-29 28-16,-18 19 15,-9-19-15,9-9 16,9-19 0,19-27-16,1-1 15,18-17 1,9-1-16,19 0 15,38-9-15,56-9 16,57-37 0,-10-10-16,20 1 15,36-19 1</inkml:trace>
  <inkml:trace contextRef="#ctx0" brushRef="#br0" timeOffset="3744.6">24102 2400 0,'0'0'0,"0"0"15,19-10-15,9 1 16,9 9-1,20 0-15,-1 0 16,-9 9 0,-9 1-16,-10 8 15,-9 1-15,-10 8 16,-18 19 0,-19 19-16,-29 9 15,10-9 1,10-19-16,8-9 15,11-10-15,18-17 16,9 8 0,29 0-16,28 10 15,28 0 1,9-1-16,-18 1 16,-29 0-1,-28 0-15,-18-1 16,-20 29-16,-37 17 15,-47 20 1,-47 18-16,-28-10 16,-29 19-1</inkml:trace>
  <inkml:trace contextRef="#ctx0" brushRef="#br0" timeOffset="4297.54">19784 4762 0,'0'0'16,"0"0"-16,0 0 16,9-9-16,10-9 15,28-19 1,19 0-16,0 9 15,0 10 1,-19-1-16,-10 19 16,-9 0-1,-9 10-15,-9 17 16,-10 19-16,-19 28 16,-19 9-1,1 0-15,-1-27 16,19-10-1,0-9-15,10-19 16,9-8 0,9-1-16,29 0 15,65-18-15,48-19 16,37-18 0,10-19-16,27 1 15</inkml:trace>
  <inkml:trace contextRef="#ctx0" brushRef="#br0" timeOffset="4546.29">21383 4329 0,'0'0'0,"0"0"15,0 9 1,0 28-16,0 37 16,9 18-1,10 28-15,9 9 16,10 10-16,0-10 16,-38-129-1</inkml:trace>
  <inkml:trace contextRef="#ctx0" brushRef="#br0" timeOffset="5430.95">22982 4190 0,'0'0'16,"0"0"-1,0 0-15,0 0 16,0 0-16,0 0 16,0 0-1,0 0-15,0 0 16,0 0 0,0 0-16,0 0 15,0 0-15,10-9 16,-1 0-1,10 0-15,9-1 16,0 1 0,10 9-16,0 0 15,-1 9-15,1 10 16,-10 18 0,-9 9-1,-19 9-15,-9 10 16,-10-10-16,-10-9 15,11-9 1,8-18-16,1-1 16,9-9-16,0 1 15,9-1 1,1 0-16,18 0 16,10 10-1,9-1-15,0 10 16,-19-10-1,-9 10-15,-19 18 16,-10 10-16,-27 8 16,-29-8-1,0 8-15,-9-18 16,9-18 0,19-19-16,19-9 15,28 0-15</inkml:trace>
  <inkml:trace contextRef="#ctx0" brushRef="#br0" timeOffset="5666.46">24807 4098 0,'0'0'0,"10"37"16,9 46-16,-10 65 15,0 18 1,-9 0-16,0-28 16,0-138-1</inkml:trace>
  <inkml:trace contextRef="#ctx0" brushRef="#br0" timeOffset="6261.77">20160 6018 0,'0'0'0,"0"0"16,0 0-1,0 0-15,0 0 16,0 0 0,0 0-16,0 18 15,9 28-15,10 37 16,-9 28-1,9 0-15,-1-19 16,-8-18 0,-1-19-16,10-18 15,-19-37-15</inkml:trace>
  <inkml:trace contextRef="#ctx0" brushRef="#br0" timeOffset="7015.39">21233 5833 0,'0'0'16,"0"0"-16,0 0 15,0 0 1,18 0-16,11-9 16,-1 9-1,0 0-15,0 0 16,-9 0-16,-10 0 16,1 0-1,-1 0-15,1 0 16,-10 0-1,0 0-15,0 0 16,0 0-16,0 0 16,0 9-1,0-9-15,0 0 16,0 0 0,0 0-16,0 0 15,0 0 1,0 0-16,0 0 15,0 0-15,0 0 16,0 0 0,0 0-16,0 9 15,-10 10 1,1-1-16,-1 1 16,1-10-1,0 0-15,-1 0 16,10 1-16,0-10 15,0 0 1,0 0-16,0 9 16,0 9-1,0 19-15,-9 28 16,-1 9 0,1 9-16,9-19 15,0-8-15,9-10 16,10-18-1,28-1-15,47-17 16,57-29-16,-19-9 16,-1-18-1,-18-9-15,-113 55 16</inkml:trace>
  <inkml:trace contextRef="#ctx0" brushRef="#br0" timeOffset="7264.21">21769 6101 0,'0'0'0,"0"0"16,0 9-1,0 19-15,9 18 16,1 28-16,8 18 15,1 0 1,9 10-16,10-19 16,9-9-1,19-10-15,-66-64 16</inkml:trace>
  <inkml:trace contextRef="#ctx0" brushRef="#br0" timeOffset="7681.44">23067 5852 0,'0'0'15,"9"-10"1,1 1-16,18 0 15,10 0-15,9-1 16,0 10 0,-10 10-16,-8-1 15,-1 9 1,-9 19-16,-10 28 16,-18 18-16,-20 0 15,1-9 1,0-10-16,9-17 15,10-20 1,9 1-16,0-19 16,28 10-1,47-10-15,66-18 16,29-19-16,18-27 16,-9-19-1,37-19-15</inkml:trace>
  <inkml:trace contextRef="#ctx0" brushRef="#br0" timeOffset="7912.01">24591 5621 0,'0'0'0,"0"0"15,0 18-15,0 19 16,-9 9-1,-1 19-15,10 27 16,0 28 0,0 0-16,10-9 15,8 18 1,11-36-16,-29-93 16</inkml:trace>
  <inkml:trace contextRef="#ctx0" brushRef="#br0" timeOffset="8534.16">24403 941 0,'0'0'15,"0"0"-15,19 0 16,18 10 0,39 27-16,55 27 15,20 19 1,18 28-16,19 27 16,-28 10-16,-9 27 15,-10 19 1,-10 28-16,-27-10 15,-10 56 1,-19-10-16,-9 28 16,-19-9-1,-9 19-15,-19-10 16,-10 27-16,-28-54 16,0 55-1,-18-37-15,-1-10 16,-18 1-1,9-47-15,-19-8 16,-9-19-16,-10-28 16,0-28-1,-9-9-15,9-27 16,-9-28 0,94-74-16</inkml:trace>
  <inkml:trace contextRef="#ctx0" brushRef="#br0" timeOffset="9211.34">18843 1283 0,'0'0'0,"0"0"16,-9-9-1,-1 9-15,-9 18 16,-9 38 0,-9 45-16,-20 84 15,1 36-15,-1 56 16,10-28-1,10 74-15,8 0 16,20 10 0,18 17-16,29-8 15,37 45-15,10-45 16,18-10 0,20-9-16,18-18 15,9-47 1,20-18-16,8-18 15,39-10 1,-10-37-16,47 10 16,-29-56-16,48 0 15,-38-9 1,38-27-16,10-19 16,-20-28-1,38-28-15,-19-18 16,0-28-16,-46 1 15</inkml:trace>
  <inkml:trace contextRef="#ctx0" brushRef="#br0" timeOffset="10111.92">27329 609 0,'0'0'16,"0"0"-16,0 28 16,-10 18-1,-9 19-15,0 36 16,-9 19-1,-9 0-15,-10 28 16,9 9-16,0 9 16,10 0-1,0 0-15,18 19 16,10-10 0,10 10-16,9 18 15,0-9 1,9 9-16,0-19 15,0 28-15,0-36 16,10 18 0,0-10-16,9 10 15,0 9 1,0-37-16,19 37 16,-1-37-1,11-9-15,-1 0 16,10-9-16,-1 0 15,10-10 1,-9-9-16,9 0 16,0-18-1,10-9-15,-20-19 16,10 0-16,-9-19 16,0-8-1,-10-19-15,10 0 16,-10-19-1,-19-9-15,-9-9 16,-47 0-16</inkml:trace>
  <inkml:trace contextRef="#ctx0" brushRef="#br0" timeOffset="10912.6">27949 831 0,'0'0'0,"0"0"16,0 0-1,0 0-15,10 18 16,9 28-16,-1 37 15,11 37 1,8 28-16,-18-19 16,0-9-1,0-27-15,-10-20 16,1-27 0,-10-46-16</inkml:trace>
  <inkml:trace contextRef="#ctx0" brushRef="#br0" timeOffset="11217.49">29389 683 0,'0'0'0,"0"0"16,0 9-16,9 28 15,1 28 1,-1 27-16,-9 10 16,9 18-1,-9 0-15,0-10 16,10-17-16,9-10 15,-19-83 1</inkml:trace>
  <inkml:trace contextRef="#ctx0" brushRef="#br0" timeOffset="11531.53">31035 452 0,'0'0'0,"0"0"15,9 28 1,20 27-16,8 38 15,-18-20-15,-9 57 16,8 8 0,-8 37-16,-1-27 15,1-37 1,8-10-16,-18-101 16</inkml:trace>
  <inkml:trace contextRef="#ctx0" brushRef="#br0" timeOffset="11778.15">31919 461 0,'0'0'0,"0"19"15,19 55-15,19 46 16,-19 0 0,9 46-16,9 55 15,-8-27-15,-20 55 16,0-18 0</inkml:trace>
  <inkml:trace contextRef="#ctx0" brushRef="#br0" timeOffset="12162.69">28222 2686 0,'0'0'16,"10"18"-1,8 38-15,1 54 16,0 29 0,19-1-16,-10-8 15,10-20-15,-1-36 16,20-19 0,-57-55-16</inkml:trace>
  <inkml:trace contextRef="#ctx0" brushRef="#br0" timeOffset="12418.28">29680 2446 0,'0'0'16,"0"0"-16,10 18 15,-1 38 1,1 36-16,-1 10 16,10-10-1,-10 0-15,1-18 16,8-19-16,1-18 16,-19-37-1</inkml:trace>
  <inkml:trace contextRef="#ctx0" brushRef="#br0" timeOffset="12711.7">31298 2252 0,'0'0'0,"0"9"16,0 19 0,10 27-16,-1 38 15,1 36 1,-1-28-16,0 10 16,-9 9-16,0-28 15,0-36 1,10-19-16,-1-10 15,-9-27 1</inkml:trace>
  <inkml:trace contextRef="#ctx0" brushRef="#br0" timeOffset="12945.99">32192 2298 0,'0'0'16,"0"0"-16,10 28 16,-1 18-1,10 46-15,9 47 16,10 8-16,-1 1 16,1-9-1,0 8-15,-38-147 16</inkml:trace>
  <inkml:trace contextRef="#ctx0" brushRef="#br0" timeOffset="13279.39">28796 4319 0,'0'0'0,"0"0"15,0 19 1,0 36-16,9 19 15,1 18 1,9 10-16,0 9 16,9-19-1,9-9-15,1-18 16,-38-65 0</inkml:trace>
  <inkml:trace contextRef="#ctx0" brushRef="#br0" timeOffset="13546.94">30104 4190 0,'0'0'16,"0"0"-16,0 9 15,9 38-15,1 36 16,-1 9 0,0 10-1,1-19-15,9-10 16,9-8-16,-9-37 16,-19-28-1</inkml:trace>
  <inkml:trace contextRef="#ctx0" brushRef="#br0" timeOffset="13795.6">31722 3996 0,'0'0'15,"0"10"-15,9 36 16,10 37-16,-10 28 16,-9 18-1,0-18-15,0-28 16,10-28 0,-10-55-16</inkml:trace>
  <inkml:trace contextRef="#ctx0" brushRef="#br0" timeOffset="14017.49">32578 3950 0,'0'0'16,"0"10"-16,9 36 15,10 46 1,0 37-16,0 19 16,0-10-16,9-8 15,-28-130 1</inkml:trace>
  <inkml:trace contextRef="#ctx0" brushRef="#br0" timeOffset="14396.47">28646 5676 0,'0'0'0,"0"0"16,9 9-16,0 10 15,10 18 1,0 18-16,9 1 15,0 27 1,1 9-16,-1-18 16,10 0-1,-1-37-15,-37-37 16</inkml:trace>
  <inkml:trace contextRef="#ctx0" brushRef="#br0" timeOffset="14661.76">29981 5565 0,'0'0'16,"0"0"-16,10 10 15,-1 8-15,10 10 16,0 27-1,0 10-15,-1 9 16,1 9 0,0-9-16,0-10 15,0-18-15,9-18 16,-28-28 0</inkml:trace>
  <inkml:trace contextRef="#ctx0" brushRef="#br0" timeOffset="14952.21">31599 5455 0,'0'0'16,"0"0"-16,10 18 16,-1 19-1,10 28-15,0 27 16,9 19 0,0 9-16,1 9 15,-1-28-15,19-27 16,-47-74-1</inkml:trace>
  <inkml:trace contextRef="#ctx0" brushRef="#br0" timeOffset="15184.98">32869 5353 0,'0'0'0,"0"0"16,0 19-16,10 36 15,-1 65 1,1 28-16,-1 18 16,10 0-1,-10-55-15,-9-111 16</inkml:trace>
  <inkml:trace contextRef="#ctx0" brushRef="#br0" timeOffset="15862.67">32202 0 0,'188'92'16,"-28"74"-16,-19 28 15,-19 9 1,-9 65-16,-19 0 16,-9 18-1,-19 28-15,9 9 16,0-19-16,-19-27 16,10 28-1,-9 8-15,-20 10 16,-18-18-1,-19 9-15,-19-10 16,-18-17-16,-20-1 16,1 0-1,9-9-15,19 0 16,9-10 0,0-18-16,19-9 15,-9-37 1,-1-27-16,-18-28 15,0-65-15,-48 27 16,76-110 0</inkml:trace>
  <inkml:trace contextRef="#ctx0" brushRef="#br0" timeOffset="17000.36">21637 600 0,'0'9'15,"9"28"-15,10 46 16,9 56 0,10 8-16,0 47 15,-1-19-15,1 47 16,-10-1-1,10-8 1,-1-1-16,20 37 16,-1-18-16,-9 27 15,0-18 1,0 28-16,-9 9 16,-10-28-1,10 0-15,0 10 16,18-38-16,-9 28 15,19-27 1,-10-28-16,1-10 16,-1 10-1,-9 9-15,-9-37 16,0 28-16,-10-28 16,0 0-1,-9-27-15,0-28 16,-1-28-1,1-19-15,-9 1 16,-1-19-16,0-18 16,-9-28-1</inkml:trace>
  <inkml:trace contextRef="#ctx0" brushRef="#br0" timeOffset="17645.32">18439 4218 0,'0'0'0,"9"0"15,29-9 1,37-1-16,38 1 16,37 9-1,29-9-15,37 0 16,10 0 0,28-10-16,19 10 15,19-10-15,27 1 16,-18 0-1,19-10-15,38 0 16,-10-9 0,-19 10-16,29-10 15,-1-10 1,-9 11-16,-28-1 16,-19 0-16,0 9 15,-47 0 1,0 1-16,-28 8 15,-19 1 1,-38-1-16,-9 1 16,-28-1-1,-1 1-15,-131 18 16</inkml:trace>
  <inkml:trace contextRef="#ctx0" brushRef="#br0" timeOffset="18529.3">30207 185 0,'0'0'16,"0"0"-16,0 0 16,0 0-1,10 27-15,-1 1 16,10 18-16,9 46 16,10 10-1,-10 18-15,-9-46 16,9 55-1,10 46-15,-10 38 16,-9 8 0,-1 19-16,1 9 15,0-9-15,0 0 16,0 9 0,-1-18-16,1 9 15,0-9 1,0 9-16,0 0 15,0-19-15,18 29 16,-9-29 0,10 19-16,0-18 15,-10-10 1,10-9-16,-10-9 16,0-19-1,-9 0-15,-10-8 16,1-1-16,-1-37 15,0 0 1,-9-18-16,10-10 16,-10-27-1,0-18-15,0-29 16,0-27-16</inkml:trace>
  <inkml:trace contextRef="#ctx0" brushRef="#br0" timeOffset="19079.14">27818 4052 0,'37'-9'0,"95"-10"16,75-9-1,38-8-15,37-1 16,19 9 0,0-18-16,19 18 15,-19-9-15,28 0 16,19-9-1,10 9-15,-20 0 16,-18-9 0,9 9-16,1-9 15,-39 18-15,-9 1 16,-37 8 0,-19 1-16,-29-10 15,-46 10 1,-76-1-16,19 1 15</inkml:trace>
  <inkml:trace contextRef="#ctx0" brushRef="#br0" timeOffset="21085.43">18043 729 0,'0'0'0,"0"0"16,0 0-1,-9 0-15,0-9 16,-1 9-1,-18 0-15,0 0 16,-10 0 0,0 9-16,-18 10 15,0 8-15,-20 19 16,20 10 0,9 8-16,0-8 15,19-1 1,9 1-16,19-1 15,9-18 1,10-9-16,9-10 16,10-9-16,18-27 15,20-10 1,-1-18-16,-9 0 16,-10-10-1,-9 10-15,-9-9 16,-10 18-16,-9 19 15,-10-1 1,1 10-16,-1 0 16,-9 9-1,0 0-15,9 9 16,10 19 0,0 8-16,9 1 15,1 0-15,8-9 16,20 0-1,-57-28-15</inkml:trace>
  <inkml:trace contextRef="#ctx0" brushRef="#br0" timeOffset="21333.35">18580 757 0,'0'0'16,"0"0"-16,0 9 15,0 19 1,0 18-16,0 9 16,0-9-1,9-9-15,0 0 16,1-28-16,-10-9 15</inkml:trace>
  <inkml:trace contextRef="#ctx0" brushRef="#br0" timeOffset="21546.83">18890 508 0,'0'0'0,"0"0"16,0 18 0,9 10-16,10 46 15,-9-28-15,18 28 16,10 9 0,9-9-16,-47-74 15</inkml:trace>
  <inkml:trace contextRef="#ctx0" brushRef="#br0" timeOffset="22545.43">25372 628 0,'0'0'0,"0"0"15,0 0 1,-10 0-16,-8-19 16,-11 10-1,1 9-15,-19-19 16,-47 38-1,66-19-15,-10 28 16,-9-1 0,9 10-16,10 19 15,9-29-15,10 19 16,9-18 0,9-9-16,20-1 15,27-9-15,19-9 16,1-18-1,8-19-15,-8-9 16,-20 0 0,0-1-16,-9 1 15,-18 19 1,-10 8-16,-10 10 16,-9 9-16,0 0 15,0 0 1,0 9-16,9 19 15,1 27 1,-1 10-16,1-1 16,8 1-1,1-10-15,9 1 16,1-19-16,-1-10 16,-28-27-1</inkml:trace>
  <inkml:trace contextRef="#ctx0" brushRef="#br0" timeOffset="22779.53">26106 877 0,'0'0'0,"0"9"15,-10 19-15,1 27 16,-1 10 0,1-10-16,9-9 15,0-9 1,9-18-16,-9-19 16</inkml:trace>
  <inkml:trace contextRef="#ctx0" brushRef="#br0" timeOffset="23195.3">26360 554 0,'0'0'0,"0"0"15,0 0-15,9-28 16,0 28-16,10-18 15,0 18 1,9 0-16,0 18 16,10 10-1,-10 18-15,-18-18 16,-1-1 0,-9 38-16,-9 9 15,-10 0-15,-19-1 16,1 1-1,-1 0-15,10-28 16,9-18 0,10-10-16,9-8 15,9-1 1,57 0-16,84-27 16,29-19-16,19-9 15,-29-1 1,57 1-16</inkml:trace>
  <inkml:trace contextRef="#ctx0" brushRef="#br0" timeOffset="24079.56">17677 6248 0,'0'10'0,"-10"36"16,-9 46-1,10 56-15,-1-19 16,10-9-16,10-9 16,-1-37-1,1-19-15,-1-18 16,-9-19-1,10 1-15,-10-19 16,9 0-16,10-9 16,9-19-1,19-27-15,0 8 16,9-17 0,1 18-16,-10 9 15,-9 9 1,-1 10-16,-9 8 15,-9 10-15,0 0 16,0 10 0,-10 8-16,1 10 15,-10 18 1,-19 9-16,-9 10 16,-10 9-16,0-19 15,1-18 1,-1-9-16,38-28 15</inkml:trace>
  <inkml:trace contextRef="#ctx0" brushRef="#br0" timeOffset="24680.98">18232 6756 0,'0'0'0,"0"0"15,0 0-15,0 0 16,0 0 0,0 0-16,0 0 15,0 0 1,0 0-16,0 0 16,0 0-16,0-9 15,0 0 1,0-1-16,0 1 15,0 0 1,0 0-16,9-1 16,0 1-1,1 0-15,-1 0 16,10 0-16,0 9 16,9 0-1,0 9-15,0 9 16,1 1-1,-10 8-15,-1 10 16,1 0-16,-9-9 16,-1 0-1,0-1-15,-9 1 16,0-10 0,0 1-16,0-1 15,0-18 1</inkml:trace>
  <inkml:trace contextRef="#ctx0" brushRef="#br0" timeOffset="25461.64">18015 6479 0,'0'0'0,"0"0"16,0 0-1,0 0-15,0 0 16,-9 0 0,-19 0-16,-10 9 15,0 1-15,1 8 16,-10 19-1,9 18-15,0 1 16,20 8 0,8 1-16,10 0 15,0-1 1,10-8-16,8-19 16,11-1-16,-1-17 15,0-10 1,10-9-16,9-18 15,9-19 1,-9-9-16,-9-10 16,-10-8-16,-9-1 15,-10 10 1,-9 8-16,0 11 16,0-1-1,0 9-15,0 10 16,0 8-1,0 10-15,0 0 16,0 0-16,0 0 16,0 0-1,19 28-15,9 18 16,29 9 0,9 10-16,9 0 15,10-10-15,-10-9 16,28 0-1,-103-46-15</inkml:trace>
  <inkml:trace contextRef="#ctx0" brushRef="#br0" timeOffset="26131.7">17865 6452 0,'0'0'0,"0"0"15,0 0-15,0 0 16,0 0-16,-10 0 15,-9 9 1,1 0-16,-11 19 16,1 9-1,0 18-15,9 10 16,10 8 0,18 10-16,10 1 15,9-11-15,10-8 16,-1-10-1,10-18-15,10-18 16,9-19 0,-10-19-16,10-18 15,-9-9-15,-1-9 16,-18-10 0,-1 10-16,-9-1 15,-9 1 1,-9 18-16,-1 9 15,-9 10 1,0 9-16,0 0 16,0 9-16,0 0 15,0 0 1,0 0-16,0 0 16,0 27-1,9 10-15,10 9 16,19 0-1,18 19-15,10 0 16,19-19-16,18 0 16,-9-28-1,-94-18-15</inkml:trace>
  <inkml:trace contextRef="#ctx0" brushRef="#br0" timeOffset="26664.33">18909 6839 0,'0'0'0,"0"0"16,0 0-16,0 0 15,0 0 1,0-9-16,9-10 16,10-8-1,0-1-15,9 10 16,0-1-16,1 10 15,-11 9 1,1 0-16,-9 9 16,8 19-1,-8 18-15,-10 28 16,-19 18 0,0-9-16,-9-9 15,9-19-15,10-18 16,-1-9-1,10-9-15,10-1 16,-1-9 0,19-9-16,29-18 15,18-10-15,19-27 16,0-19 0,-94 74-16</inkml:trace>
  <inkml:trace contextRef="#ctx0" brushRef="#br0" timeOffset="26895.88">19445 6479 0,'0'0'0,"0"0"15,0 19 1,10 36-16,18 47 15,9 8 1,1 38-16,9-19 16,9 10-1,20-1-15,-76-138 16</inkml:trace>
  <inkml:trace contextRef="#ctx0" brushRef="#br0" timeOffset="27712.45">24149 6987 0,'0'0'0,"0"0"16,0 0-1,-10 0-15,-27 0 16,-20 18-16,-18 19 16,9 9-1,-18 19-15,18 9 16,9 0 0,20-1-16,18 1 15,9-18 1,20-19-16,9-10 15,9-8 1,28-19-16,29-19 16,0-18-16,-10-9 15,0 0 1,-18 0-16,-20 18 16,-9 1-16,-9 8 15,-9 1 1,-1 8-16,0 1 15,-9 9 1,0 0-16,0 0 16,0 0-1,10 9-15,-1 19 16,10 18-16,19 10 16,9 8-1,19 1-15,-1-19 16,1-18-1,-66-28-15</inkml:trace>
  <inkml:trace contextRef="#ctx0" brushRef="#br0" timeOffset="28095.82">24892 7310 0,'0'0'15,"0"0"-15,0 0 16,0 0 0,9-9-16,1-1 15,-1 1 1,1 0-16,-1 9 16,-9 0-16,9 0 15,-9 0 1,0 9-16,0 19 15,-9 9 1,-10 27-16,-9-8 16,9-1-1,10-18-15,-1 0 16,10-19 0,10 1-16,18-10 15,28-9-15,20-18 16,-1-28-1,-9-1-15,-66 47 16</inkml:trace>
  <inkml:trace contextRef="#ctx0" brushRef="#br0" timeOffset="28397.23">25306 7116 0,'0'0'0,"0"0"15,0 0-15,9 0 16,1 0 0,9 0-16,-1 0 15,1 0 1,0 9-16,0 1 16,-10 8-16,1 10 15,-10 18 1,-10 9-16,1 1 15,-1-10 1,10-19-16,0 1 16,10-19-1,56-9-15,131-64 16,29-10-16</inkml:trace>
  <inkml:trace contextRef="#ctx0" brushRef="#br0" timeOffset="34962.33">18476 11722 0,'0'0'0,"0"0"15,0 0-15,0 0 16,0 0-1,0 0-15,-9-10 16,-1 1 0,1-9-16,-10-1 15,0-8-15,0-1 16,-9 9 0,0 1-16,-10 0 15,1 8 1,-20 10-16,-18 28 15,0 18-15,9 19 16,10 9 0,18 9-16,10 9 15,9-9 1,19-9-16,9-10 16,19-17-1,10-20-15,28-17 16,19-29-16,9-36 15,-19-1 1,-9-8-16,-10 8 16,-9 1-1,-18 18-15,-1 9 16,-9 10 0,-10-1-16,0 10 15,1 0-15,-1 9 16,1 0-1,-1 9-15,10 28 16,0 18 0,-1 38-16,1 45 15,0-9-15,0 1 16,9 36 0,0-46-16,-9-37 15,0-19 1,-10-17-16,1-20 15,-1-8 1,-9-19-16,0 0 16,0 0-16,10-19 15,18-27 1,0-18-16,19-29 16,0 1-1,0 0-15,0-1 16,0 1-16,-47 92 15</inkml:trace>
  <inkml:trace contextRef="#ctx0" brushRef="#br0" timeOffset="35179.37">19323 12008 0,'0'0'0,"0"9"16,9 9-1,10 29-15,9 17 16,0 19 0,10 10-16,-10-1 15,1-9 1,-1-9-16,-9-19 16,-1-18-16,-18-37 15</inkml:trace>
  <inkml:trace contextRef="#ctx0" brushRef="#br0" timeOffset="35422.71">19774 11906 0,'0'0'16,"0"0"-16,0 0 15,0 0 1,0 0-16,19-9 16,9 0-1,10-10-15,18-8 16,10-1-16,-9 0 16,-57 28-1</inkml:trace>
  <inkml:trace contextRef="#ctx0" brushRef="#br0" timeOffset="35614.83">19991 12451 0,'0'0'15,"0"0"1,0 0-16,28-19 15,57-27-15,46-28 16,29-36 0,38-20-16</inkml:trace>
  <inkml:trace contextRef="#ctx0" brushRef="#br0" timeOffset="40379.46">21656 10134 0,'0'0'0,"-10"-9"15,1-10-15,0 10 16,-1 0-16,-9 0 15,-9 9 1,0 18-16,-19 28 16,-19 47-1,0 27 1,0 46-16,10 28 16,9 18-16,28-18 15,10 55-15,18-28 16,19 19-1,10-27-15,9 8 16,9-9 0,10-18-16,0-28 15,9-18 1,1-9-16,8-38 16,-8-27-16,18 0 15,9-19 1,19 1-16,1-29 15,18-8 1,0-19-16,-28-10 16,9-26-16,-122 36 15</inkml:trace>
  <inkml:trace contextRef="#ctx0" brushRef="#br0" timeOffset="41263.18">22493 10070 0,'0'0'16,"0"0"-16,0 0 15,0 9 1,10 18-16,8 29 16,1 18-16,0 18 15,9 19 1,0-1-16,-9 1 15,-9-37 1,8-9-16,1-1 16,0-18-16,0-18 15,-19-28 1</inkml:trace>
  <inkml:trace contextRef="#ctx0" brushRef="#br0" timeOffset="41786.35">23829 9968 0,'0'0'0,"0"0"16,0 0-1,0 0-15,0 0 16,19-9 0,9 0-16,19-10 15,0 1 1,0 8-16,10 1 16,-1 9-1,-9 9-15,-9 10 16,-10 9-16,-9 27 15,-10 19 1,-28 18-16,-18 10 16,-1-10-16,-18 0 15,-1-9 1,20-27-16,8-10 16,10-19-1,10-8-15,0-10 16,9 0-1,0-9-15,9 10 16,19-10-16,29-10 16,27 1-1,1-9-15,-19 8 16,-28 1 0,-38 9-16</inkml:trace>
  <inkml:trace contextRef="#ctx0" brushRef="#br0" timeOffset="42162.25">22945 11666 0,'0'0'16,"0"0"-16,9 19 15,10 27 1,0 28-16,9 0 16,0 9-1,0-19-15,1-8 16,8-10 0,-37-46-16</inkml:trace>
  <inkml:trace contextRef="#ctx0" brushRef="#br0" timeOffset="42645.39">24233 11306 0,'0'0'15,"0"0"-15,0 0 16,0 0 0,0 0-16,10 10 15,-1 8-15,10 19 16,0 18-1,9 19-15,0 9 16,-9 10 0,9-10-16,-9-19 15,9-18-15,-28-46 16</inkml:trace>
  <inkml:trace contextRef="#ctx0" brushRef="#br0" timeOffset="43812.16">24676 9387 0,'0'0'16,"0"0"-16,9 0 15,10 9-15,18 9 16,39 19 0,8 19-16,10 17 15,29 29 1,-20-1-16,-9 19 16,-9 19-1,-19 9-15,-19 8 16,-9 29-16,-20 9 15,-18 9 1,-18 0-16,-11-18 16,1-19-1,-10-19-15,10-36 16,9-28 0,1-27-16,-1-20 15,19-36-15</inkml:trace>
  <inkml:trace contextRef="#ctx0" brushRef="#br0" timeOffset="45130.13">22126 9885 0,'0'0'15,"0"0"1,0 18-16,-9 29 16,-10 45-16,0 28 15,0 9 1,-9 28-16,0 9 15,9 0 1,10 19-16,-1-19 16,10 9-1,10 10-15,18-19 16,19 19-16,19-19 16,0 0-1,9-28-15,10-8 16,-1-29-1,10-18-15,10-18 16,28-10 0,27-18-16,67 18 15</inkml:trace>
  <inkml:trace contextRef="#ctx0" brushRef="#br0" timeOffset="45629.31">26303 10042 0,'0'0'0,"0"0"15,0 0-15,0 0 16,10 18 0,-1 28-16,10 28 15,0 9-15,-1 10 16,1 17-1,0-17-15,0-10 16,0-28 0,-1 1-16,-18-56 15</inkml:trace>
  <inkml:trace contextRef="#ctx0" brushRef="#br0" timeOffset="45831.12">26200 10596 0,'0'0'16,"9"-10"-16,38-17 16,85-29-1,75-17-15,28 17 16,-9 1-1</inkml:trace>
  <inkml:trace contextRef="#ctx0" brushRef="#br0" timeOffset="49963.08">27479 8704 0,'0'0'0,"0"0"0,0 0 16,0 0-1,-9 18-15,-1 28 16,-9 28-1,1 37-15,-20 36 16,0 20 0,-9-1-16,0 55 15,10-36-15,18 46 16,0-28 0,19 0-16,19 9 15,9-27 1,0-19-16,10-9 15,0-28 1,9-9-16,9-9 16,10-28-16,19 0 15,-10-10 1,19-8-16,0-10 16,0-8-1,0-20-15,-9-8 16,9-10-16,-94-9 15</inkml:trace>
  <inkml:trace contextRef="#ctx0" brushRef="#br0" timeOffset="52286.18">28203 9239 0,'0'0'16,"0"0"0,0 0-16,0 0 15,0 0-15,10-9 16,18-10 0,10 1-16,18-10 15,1 10 1,-1 8-16,-9 1 15,-9 9-15,-10 9 16,-9 1 0,-10 8-16,1 10 15,-10 18 1,-19 0-16,0 0 16,-9 0-1,-1 0-15,11-18 16,-1-9-16,9-1 15,10-9 1,0 1-16,10-1 16,9 0-1,9 9-15,9 1 16,-8-1 0,-1 1-16,-9-10 15,-10 19-15,-9-1 16,-9 10-1,-10 0-15,-9 0 16,-10 0 0,0 0-16,1-9 15,9-10-15,9-9 16,9-9 0,10 0-16</inkml:trace>
  <inkml:trace contextRef="#ctx0" brushRef="#br0" timeOffset="52728.54">29361 8916 0,'0'0'0,"0"0"15,0 0 1,0 9-16,-10 19 16,-9 18-1,-9 9-15,0 28 16,0 0 0,-1-9-16,11-18 15,-1-1-15,9-9 16,1-9-1,0-9-15,9-10 16,0 1 0,9-1-16,10-9 15,9 1-15,19-1 16,9-9 0,1-9-16,-1-1 15,-9-8 1,-9-1-16,0 1 15,-20 0-15,-18 18 16</inkml:trace>
  <inkml:trace contextRef="#ctx0" brushRef="#br0" timeOffset="52929.84">29464 9350 0,'0'0'0,"0"0"15,0 0 1,0 0-16,0 9 15,0 9 1,-9 19-16,9 19 16,0 17-1,0 20-15,0-1 16,0 0 0,0 19-16,-10-19 15,10-92-15</inkml:trace>
  <inkml:trace contextRef="#ctx0" brushRef="#br0" timeOffset="53412.37">28025 10623 0,'0'0'16,"0"0"-16,9-9 15,0 0 1,20-10-16,8-8 16,20-1-1,9 0-15,-10 10 16,-18 9-1,-10 9-15,-9 0 16,0 9-16,-10 9 16,-9 19-1,-9 19-15,-10 17 16,-9 1-16,-1-9 16,1 0-1,9-29-15,10-8 16,-1-9-1,10-10-15,10 0 16,9-9 0,37 0-16,19-18 15,19-19-15,19-19 16,-9 1 0,-104 55-16</inkml:trace>
  <inkml:trace contextRef="#ctx0" brushRef="#br0" timeOffset="53925.34">29257 10420 0,'0'0'16,"0"0"-16,0 0 15,0 0 1,0 0-16,19-9 15,9 0 1,10 0-16,-10-1 16,0 1-1,0 0-15,-9 9 16,-9 0-16,-1 0 16,0 9-1,-9 10-15,0 8 16,-9 1-1,0 9-15,-1-9 16,10-1 0,0-8-16,10-1 15,-1 1-15,10-1 16,0 1 0,-1-1-16,1-9 15,0 10 1,0-1-16,-10 1 15,1 8-15,-10 1 16,-10 9 0,1 0-16,-19 9 15,-10-9 1,-9 0-16,9-28 16,1-18-1,37 9-15</inkml:trace>
  <inkml:trace contextRef="#ctx0" brushRef="#br0" timeOffset="54429.39">29436 8897 0,'0'0'0,"0"0"16,0 0-1,0 0-15,0 0 16,0 0 0,0-9-16,9 0 15,10 9 1,9 0-16,19 9 15,29 19-15,8 9 16,10 18 0,-18 1-16,8 17 15,1 29 1,-19-10-16,0 10 16,-1 27-1,-8 0-15,-10 19 16,-9 18-16,-20-9 15,-8 9 1,-10 0-16,-10-27 16,-18 27-1,-28-28-15,-20 10 16,-36 27-16,-30-18 16,-8 18-1</inkml:trace>
  <inkml:trace contextRef="#ctx0" brushRef="#br0" timeOffset="55896.27">30471 8870 0,'9'0'0,"29"18"15,46 19-15,20 28 16,9 9-1,9 27-15,-19 19 16,-8 0-16,-1 37 16,-29 18-1,-8 47-15,-29-56 16,-28 55 0,-9-54-16,-29 26 15,0-17-15,-9-75 16,-9-27-1,0-19-15,8-18 16,1-18 0,0-10-16,19-9 15,19-18 1,9 18-16</inkml:trace>
  <inkml:trace contextRef="#ctx0" brushRef="#br0" timeOffset="56196.97">32013 8851 0,'0'0'15,"0"0"-15,10 0 16,9 9-1,-1 19-15,1 28 16,0 36-16,-10 37 16,-18 0-1,-10-9-15,-18 19 16,8-29 0,1-17-16,9-29 15,10-27-15,9-37 16</inkml:trace>
  <inkml:trace contextRef="#ctx0" brushRef="#br0" timeOffset="56480.21">31750 9239 0,'0'0'15,"0"0"1,9 0-16,20 0 16,27 18-16,19 19 15,1 0 1,-1 9-16,-9 10 16,-10-1-1,-9 0-15,-9 1 16,-10-19-1,-9 0-15,-10-10 16,-9-27-16</inkml:trace>
  <inkml:trace contextRef="#ctx0" brushRef="#br0" timeOffset="56663.28">31647 9663 0,'0'0'15,"0"0"-15,18-9 16,67-18 0,94-10-16,37 0 15,19-9-15,-9 9 16,9 0 0</inkml:trace>
  <inkml:trace contextRef="#ctx0" brushRef="#br0" timeOffset="57396.64">25748 12645 0,'0'0'16,"0"0"-16,0 0 16,0 0-16,-9 0 15,-10 9 1,-19 28-16,-28 27 15,10 19 1,-1 19-16,-8 36 16,18 10-1,0 0-15,9 9 16,19 0 0,29-19-16,18 10 15,9-28-15,10-28 16,29-9-1,18-9-15,28-19 16,19-27 0,38-19-16,37-9 15,10-18-15,9-10 16</inkml:trace>
  <inkml:trace contextRef="#ctx0" brushRef="#br0" timeOffset="61682.47">26228 12580 0,'0'0'0,"0"0"15,0 0-15,0 0 16,0 0-1,9 9-15,10 10 16,9 27 0,10 28-16,0 18 15,-10-9 1,0-9-16,0-10 16,0-17-16,1-20 15,-29-27 1</inkml:trace>
  <inkml:trace contextRef="#ctx0" brushRef="#br0" timeOffset="61947.75">26924 12395 0,'0'0'0,"0"0"15,0 0 1,0 0-16,0 0 16,9 19-1,1 9-15,9 27 16,-1 0-16,1 19 16,9 0-1,1 0-15,-10-10 16,-19-64-1</inkml:trace>
  <inkml:trace contextRef="#ctx0" brushRef="#br0" timeOffset="62263.12">26689 13660 0,'0'0'16,"0"0"-16,0 0 15,9 9 1,10 19-16,9 18 15,10 19 1,0 8-16,-1 1 16,10-9-1,-9-19-15,-38-46 16</inkml:trace>
  <inkml:trace contextRef="#ctx0" brushRef="#br0" timeOffset="62529.41">27281 13429 0,'0'0'16,"0"0"-16,0 0 15,0 0-15,10 19 16,-1-1-1,10 28-15,9 28 16,1-9 0,8 8-16,-9-17 15,-9-19 1,0-10-16,-19-27 16</inkml:trace>
  <inkml:trace contextRef="#ctx0" brushRef="#br0" timeOffset="62902.82">27056 12248 0,'0'0'16,"0"0"-16,9 0 16,29 0-1,28 9-15,18 19 16,29 36 0,0 19-16,-9 19 15,-1 46-15,-9 18 16,-9 18-1,-10 10-15,-9-9 16,-10-10 0,-9-27-16,-28-10 15,0-27 1,-10-37-16,-9-74 16</inkml:trace>
  <inkml:trace contextRef="#ctx0" brushRef="#br0" timeOffset="63523.21">28758 12285 0,'0'0'0,"0"0"16,0 0 0,0 0-16,0 0 15,0 0-15,0 0 16,-9 9-1,9-9-15,-9 9 16,9-9 0,-10 9-16,10 1 15,0-1-15,0 0 16,0 0 0,0-9-16,-9 10 15,9-10 1,0 0-16,-10 9 15,10-9 1,0 0-16,0 0 16,0 0-16,0 0 15,0 9 1,-9 9-16,9 10 16,9 18-1,1 19-15,9 9 16,-1 0-16,1-1 15,0-17 1,-10-19-16,1 0 16,-10-19-1,0-9-15,0-9 16,0 0-16</inkml:trace>
  <inkml:trace contextRef="#ctx0" brushRef="#br0" timeOffset="63754.36">28467 12709 0,'0'0'16,"9"0"-16,19-9 15,29-9 1,28-10-16,18-9 15,1 0-15,-10 0 16,9-9 0,-28 0-16,-75 46 15</inkml:trace>
  <inkml:trace contextRef="#ctx0" brushRef="#br0" timeOffset="64079.59">29567 11805 0,'0'0'16,"0"0"-16,0 0 16,-9 18-1,-10 28-15,-9 37 16,-19 28-1,9 28-15,1 8 16,9-18 0,18 10-16,10-1 15,19 1-15,9-19 16,19-19 0,19-27-16,28-9 15,38-10 1,-19-46-16,-113-9 15</inkml:trace>
  <inkml:trace contextRef="#ctx0" brushRef="#br0" timeOffset="64362.18">30132 11823 0,'0'0'0,"0"0"15,0 0-15,0 0 16,9 9-16,1 19 16,18 27-1,0 19-15,0 0 16,1 0-1,8 0-15,1-28 16,-10-9 0,-28-37-16</inkml:trace>
  <inkml:trace contextRef="#ctx0" brushRef="#br0" timeOffset="64595.93">31054 11676 0,'0'0'0,"0"0"15,0 0 1,0 0-16,0 9 16,9 28-1,1 9-15,8 28 16,1 9-16,0-9 15,-19-74 1</inkml:trace>
  <inkml:trace contextRef="#ctx0" brushRef="#br0" timeOffset="64896.44">30715 12792 0,'0'0'16,"0"0"-16,0 0 15,10 10 1,8 17-16,11 19 15,8 28-15,1 9 16,0-9 0,-10-9-16,0-19 15,-9-18 1,-19-28-16</inkml:trace>
  <inkml:trace contextRef="#ctx0" brushRef="#br0" timeOffset="65132.71">31505 12608 0,'0'0'0,"0"0"16,0 0-1,0 9-15,0 19 16,10 18-1,9 18-15,-1 1 16,1-10-16,-9-8 16,-1-20-1,-9-27-15</inkml:trace>
  <inkml:trace contextRef="#ctx0" brushRef="#br0" timeOffset="65513.08">31073 11325 0,'0'0'0,"0"0"16,18 0-16,39 18 16,18 19-16,19 28 15,19 27 1,-9 19-16,9 27 16,-19 28-1,-10 10-15,1 27 16,-19-19-1,0 1-15,-19-10 16,-10 1-16,-8-47 16,-1-18-1,-28-111-15</inkml:trace>
  <inkml:trace contextRef="#ctx0" brushRef="#br0" timeOffset="66067.19">31637 11279 0,'0'0'16,"0"0"-16,10-10 16,18-17-16,38-19 15,18-10 1,10 1-16,-9 9 16,-19 9-1,-29 18-15,-8 10 16,-1 9-1,-9 9-15,0 10 16,-1 27-16,1 37 16,9 18-1,1 29-15,-1-1 16,9-9 0,11 9-16,-1 0 15,0-18-15,0 0 16,-10-19-1,1 10-15,0-10 16,-10 0 0,-9 1-16,-10-10 15,-9 9 1,-9-9-16,-20 0 16,-8 9-16,-29 1 15,-28-1 1,94-92-16</inkml:trace>
  <inkml:trace contextRef="#ctx0" brushRef="#br0" timeOffset="66813.6">25080 12682 0,'0'0'15,"-9"0"-15,-19 27 16,-38 38 0,-28 27-16,0 10 15,-1 8 1,1 1-16,29-19 16,8-8-1,10-20-15,19-8 16,18-10-16,10 9 15,10 10 1,18-1-16,10 10 16,9 0-1,28 27-15,0 10 16,0 9 0,10 19-16,0 8 15,-10-8-15,0-1 16,-9-18-1,0 0-15,-10-18 16,-8-10-16,-1-18 16,0-10-1,9-8-15,-9-19 16,28 0 0,19-19-16,104-64 15,28 0 1</inkml:trace>
  <inkml:trace contextRef="#ctx0" brushRef="#br0" timeOffset="70629.35">21468 17472 0,'0'0'0,"0"0"0,0 0 16,0 0 0,9-10-16,38-36 15,38-18-15,-1-10 16,11 0-1,-1 9-15,-10 19 16,-8 0 0,-29 9-16,-47 37 15</inkml:trace>
  <inkml:trace contextRef="#ctx0" brushRef="#br0" timeOffset="70830.27">21835 17638 0,'0'0'16,"0"0"-16,0 0 15,0 0 1,0 0-16,18-19 16,39-36-1,56-56-15,28-36 16,19-38-1,-10 0-15</inkml:trace>
  <inkml:trace contextRef="#ctx0" brushRef="#br0" timeOffset="71768.58">26030 12091 0,'0'0'15,"0"0"1,19 0-16,28-9 15,19-10-15,19-9 16,28-18 0,-1 0-16,1 0 15,-9 9 1,-20-9-16,-18 18 16,-19 1-16,-9 8 15,-19 10 1,0 0-16,-19 9 15,0 0 1,-19 0-16,-38 18 16,-56 10-1,-18 9-15,18 0 16,-9 0-16,9 9 16,28-19-1,29 1-15,18-19 16,19 1-1,10-10-15,9 0 16,19-10 0,37-27-16,57-9 15,19 0 1,-132 46-16</inkml:trace>
  <inkml:trace contextRef="#ctx0" brushRef="#br0" timeOffset="72580.72">23368 15764 0,'0'0'16,"0"0"-16,-9 9 15,-1 1 1,-18 27-16,-10 27 16,-9 19-16,0 37 15,10 28 1,-1 9-16,10 9 16,9 19-1,19-19-15,9 0 16,20 0-1,8-18-15,1-28 16,18 0-16,-9-28 16,10-18-1,9-10-15,18 1 16,-8-10 0,-1-8-16,19-1 15,-9-19-15,9 1 16,-94-28-1</inkml:trace>
  <inkml:trace contextRef="#ctx0" brushRef="#br0" timeOffset="74046.34">23876 15709 0,'0'0'0,"0"0"0,0 0 16,0 9-1,-9 10-15,-1 17 16,1 38-1,-10 19-15,0-1 16,0 9 0,10-18-16,0-9 15,9-18-15,-10-10 16,10-18 0,0-10-16,10-9 15,8 0 1,11 1-16,27-20 15,10-8-15,0 0 16,9-10 0,0 0-16,-9 10 15,-19-1 1,0-8-16,-19 8 16,-28 19-1</inkml:trace>
  <inkml:trace contextRef="#ctx0" brushRef="#br0" timeOffset="74317.1">24017 16078 0,'0'0'0,"0"0"15,0 0-15,0 0 16,0 0-1,10 19-15,8 17 16,11 29 0,8 27-16,-9-9 15,10-9-15,-10-9 16,10 9 0,0-10-16,-1-18 15,1-9 1,-38-37-16</inkml:trace>
  <inkml:trace contextRef="#ctx0" brushRef="#br0" timeOffset="75346.39">25268 15524 0,'0'0'16,"0"0"-16,0 0 15,0 0 1,0 0-16,0 0 16,0 0-1,-9 10-15,-1-1 16,1 9-1,-10 19-15,0 18 16,1 29-16,-1 17 16,9 10-1,10-19-15,10 19 16,-1-19 0,10-9-16,9-27 15,-9-19 1,0-10-16,0 1 15,9-10-15,0-8 16,10-10 0,-1-10-16,1-17 15,0-1 1,-10-9-16,-9 0 16,0 0-16,-10 0 15,-9 0 1,0 10-16,-9 8 15,-10-8 1,0 8-16,0 1 16,-9 8-1,-10 1-15,1 9 16,-10 9-16,-10 1 16,1 17-1,9 1-15,0 18 16,9 10-1,0-1-15,38-55 16</inkml:trace>
  <inkml:trace contextRef="#ctx0" brushRef="#br0" timeOffset="77479.5">23942 17629 0,'0'0'16,"0"0"-16,0 0 16,9-10-1,1 1-15,-1 0 16,10-10-16,9-8 16,10-1-1,-1 10-15,10-1 16,-9 10-1,0 0-15,-10-1 16,0 10-16,-9 10 16,0-1-1,0 9-15,-10 10 16,0 9 0,1 0-16,-10-9 15,0-1 1,0-8-16,0-10 15,0 0-15,0 0 16,0 1 0,0-10-16,0 9 15,9 0 1,1-9-16,8 0 16,11 0-1,-1 9-15,0 1 16,0-1-16,1 0 15,-1 0 1,-9 1-16,-10-1 16,0 9-1,-9 10-15,0 0 16,-9-1-16,-10 1 16,0 0-1,-9 9-15,0-10 16,9 1-1,0-10-15,0 1 16,19-19 0</inkml:trace>
  <inkml:trace contextRef="#ctx0" brushRef="#br0" timeOffset="77946.72">25249 16936 0,'0'0'0,"0"0"15,0 0 1,0 0-16,-9 10 16,0 8-1,-1 19-15,1 18 16,-10 19-16,10-18 16,-1 8-1,10-18-15,0 1 16,10-11-1,-1-8-15,10 0 16,9-10-16,10 1 16,18-10-1,10 0-15,0-18 16,0 0 0,-19-1-16,0-8 15,-19 0 1,-28 18-16</inkml:trace>
  <inkml:trace contextRef="#ctx0" brushRef="#br0" timeOffset="78167.63">25381 17407 0,'0'0'0,"0"0"16,0 0-16,0 0 15,10 9 1,-1 10-16,19 27 16,19 28-16,10 18 15,-1 0 1,-9-27-16,-9-28 16,-38-37-1</inkml:trace>
  <inkml:trace contextRef="#ctx0" brushRef="#br0" timeOffset="78584.06">25588 15755 0,'0'0'15,"0"0"1,28-9-16,19 9 16,19 0-16,10 9 15,18 19 1,18 27-16,-17 28 15,8 19 1,-9 45-16,-19 19 16,-9-18-16,0 28 15,-28-10 1,-10 9-16,-19 19 16,-18-19-1,-19-27-15,-1-28 16,-8-46-1,37-74-15</inkml:trace>
  <inkml:trace contextRef="#ctx0" brushRef="#br0" timeOffset="78995.53">27488 15838 0,'0'0'16,"0"0"-16,-9 19 15,0 27 1,-1 28-16,10 36 16,0 19-1,0 10-15,10-10 16,-1-18-1,0-19-15,1-27 16,-10-28-16,0-28 16,0-9-1</inkml:trace>
  <inkml:trace contextRef="#ctx0" brushRef="#br0" timeOffset="79265.25">27197 16263 0,'0'0'0,"0"0"16,9 0 0,10 9-16,28 9 15,19 10 1,9 9-16,0 0 15,-18 0 1,-19-10-16,-10 1 16,-9-9-16,-19-1 15,0-18 1</inkml:trace>
  <inkml:trace contextRef="#ctx0" brushRef="#br0" timeOffset="79468.75">27216 16540 0,'0'0'0,"9"-10"16,38-8-16,57-38 16,18-8-1,10-1-15,-20-18 16,1-9-1,-37 18-15,-76 74 16</inkml:trace>
  <inkml:trace contextRef="#ctx0" brushRef="#br0" timeOffset="79846.64">28335 14804 0,'0'0'0,"-9"10"16,-10 8-16,-9 28 15,-19 37 1,0 19-1,0 18-15,9 55 16,19-27-16,10 18 16,18 9-1,10-18-15,19-9 16,27 0 0,11-28-16,27 0 15,19-28-15,1-28 16,-20-27-1,10-37-15,-113 0 16</inkml:trace>
  <inkml:trace contextRef="#ctx0" brushRef="#br0" timeOffset="80385.11">28758 14952 0,'0'0'0,"0"0"16,0 0-16,10-9 16,9-10-1,9-8-15,10-1 16,9 0-16,-10 10 16,1 9-1,-1 9-15,-8 9 16,8 19-1,-8 27-15,-11 28 16,-8 28-16,-20-1 16,-18 1-1,0-18-15,0-20 16,9-36 0,9-9-16,1-10 15,9-8 1,0-10-16,19-10 15,37-26-15,38-29 16,38-37 0,-10 1-16,-18-1 15,-104 102 1</inkml:trace>
  <inkml:trace contextRef="#ctx0" brushRef="#br0" timeOffset="80848.98">30179 14361 0,'0'0'0,"19"-9"15,18-9-15,1-1 16,9 1-16,0 9 16,-9 9-1,-10 9-15,0 9 16,0 19 0,-9 18-16,-9 19 15,-20 0 1,-9 18-16,10-18 15,-10-18-15,10-19 16,9-10 0,0-8-16,0-10 15,9 0 1,29-9-16,28-18 16,28-19-16,0 0 15,-19 9 1,-18 1-16,-20 17 15,-18 10 1,-19 0-16</inkml:trace>
  <inkml:trace contextRef="#ctx0" brushRef="#br0" timeOffset="81329.42">29370 15995 0,'0'0'16,"0"0"0,0 0-16,19-18 15,18-19-15,10-10 16,10 1-1,-1 9-15,-9 10 16,0 8 0,-18 10-16,-11 9 15,1 9 1,-9 19-16,-1 27 16,-18 28-1,-10 28-15,-19 9 16,10-18-16,0-19 15,18-37 1,1-18-16,9-10 16,0-18-16,19-9 15,47-28 1,65-46-16,1-10 16,-10 1-1,-18 9-15,-10-9 16,-94 92-1</inkml:trace>
  <inkml:trace contextRef="#ctx0" brushRef="#br0" timeOffset="81713.53">30405 15700 0,'0'0'0,"0"0"16,19-10-1,18-27-15,20-9 16,-1 9 0,1 10-16,-10-1 15,-19 19 1,0 9-16,-9 9 16,-10 10-16,1 8 15,-10 38 1,-29 27-16,1 10 15,0-19 1,0-9-16,0-28 16,18-19-1,10-8-15,10-10 16,18-9-16,56-18 16,48-29-1,19-26-15,-38-1 16,-1-37-1,-112 111-15</inkml:trace>
  <inkml:trace contextRef="#ctx0" brushRef="#br0" timeOffset="82030.22">30790 14214 0,'0'0'0,"10"-10"16,18 1-16,29 0 15,37 9 1,18 28-16,-8 18 16,9 28-16,9 46 15,0 37 1,-27 27-16,-1 19 15,-19 28 1,-28-28-16,-28-18 16,-29-19-16,-27 55 15,-57 1 1,9-1-16</inkml:trace>
  <inkml:trace contextRef="#ctx0" brushRef="#br0" timeOffset="88219.27">27724 17435 0,'0'0'0,"0"0"15,0 0-15,0 0 16,0 0-1,0 0-15,0 0 16,0 0-16,9-9 16,10-1-1,0 1-15,9-9 16,0-1 0,0-8-16,1-1 15,-1 0 1,-9 0-16,-1 1 15,1-1-15,-9 10 16,-1 8 0,0 1-16,1 0 15,-10 9 1,0 0-16,0 0 16,0 0-16,-10 9 15,1 0 1,-10 1-16,0 8 15,1 1 1,8-10-16,1 0 16,-1 0-1,10-9-15,0 0 16,0 0-16,0 0 16,0 0-1,10 0-15,9-9 16,-1 0-1,20-10-15,0 1 16,-10-1-16,0 1 16,-9 9-1,-10-1-15,1 10 16,-10 0 0,0 0-16,-10 10 15,-8 8 1,-20 19-16,-9 9 15,-10 10-15,57-56 16</inkml:trace>
  <inkml:trace contextRef="#ctx0" brushRef="#br0" timeOffset="91146.79">27451 17906 0,'0'0'0,"0"0"16,0 0-1,0 0-15,0 0 16,0 0-16,-10 0 15,1 0 1,0 0-16,-1 0 16,1 9-1,9-9-15,0 0 16,0 0-16,0 0 16,0 0-1,0 0-15,0 0 16,9 0-1,19-9-15,10-1 16,9 1-16,19 0 16,0-10-1,9 1-15,10-10 16,9-9 0,-10 10-16,11-10 15,-1 0 1,0 0-16,0 9 15,0-9 1,0 10-16,9-10 16,1 0-16,-19 9 15,-1 0 1,1 1-16,0-10 16,-10 9-1,-9 0-15,9 1 16,-19-1-1,-9 10-15,0-1 16,-9 10-16,0 0 16,-1-1-1,1 1-15,-10 0 16,10-10 0,-1 10-16,-8 0 15,-1 0-15,0 0 16,0-10-1,1 1-15,-11 8 16,1 1 0,0 0-16,-10 0 15,10-1-15,-19 10 16</inkml:trace>
  <inkml:trace contextRef="#ctx0" brushRef="#br0" timeOffset="115513.4">33199 11943 0,'0'0'0,"9"0"16,38-18-1,85-38-15,-10 19 16,-37 10-16,-29 8 16,-27 1-1,-29 18-15</inkml:trace>
  <inkml:trace contextRef="#ctx0" brushRef="#br0" timeOffset="115767.26">33142 12063 0,'0'0'16,"0"0"-16,0 0 16,0 0-16,10 0 15,9-9 1,18-10-16,10 1 15,57-28 1,-38 9-16,-29 0 16,10 0-1,38-28-15</inkml:trace>
  <inkml:trace contextRef="#ctx0" brushRef="#br0" timeOffset="116023.17">33509 11676 0,'0'0'0,"0"0"0,0 0 0,0 0 0,28 0 0,10-10 0,-10 10 0,-9 0 0,0 10 0,-19-10 0,9 18 0,1 19 0,-29 27 0,-28 66 0,0-1 0</inkml:trace>
  <inkml:trace contextRef="#ctx0" brushRef="#br0" timeOffset="117397.14">27441 17786 0,'0'0'0,"0"0"16,0 0-16,0 0 16,0 0-1,0 0-15,19 0 16,19-10-1,-1 1-15,29-9 16,38-10 0,18-9-16,0 0 15,20 0-15,8 0 16,-9-9 0,-19 9-16,10-9 15,-10 0 1,-18 9-16,-1-9 15,-27 9 1,-1 9-16,-9 10 16,-19 9-16,-10-1 15,-18 1 1,-19 9-16</inkml:trace>
  <inkml:trace contextRef="#ctx0" brushRef="#br0" timeOffset="117880.13">27470 17684 0,'0'0'0,"0"0"16,0 0-16,0 0 15,0 0-15,9 0 16,19-9 0,29-10-16,18 1 15,28-10 1,20 0-16,-1 1 15,-18-1 1,18 0-16,0 1 16,-9-1-16,0 0 15,-10 1 1,1-1-16,-19 0 16,-10 1-1,-9-1-15,-29 9 16,-9 10-1,-9 0-15,-9 0 16,-10 9-16,0 0 16,-19 0-1,19 0-15</inkml:trace>
  <inkml:trace contextRef="#ctx0" brushRef="#br0" timeOffset="118255.11">27573 17638 0,'0'0'0,"0"0"16,19-9-16,19-10 15,27-9-15,29 1 16,19-10 0,10 0-16,-1 0 15,10 9 1,-10-9-16,-9 1 16,-10 8-1,1 0-15,-10 0 16,-19 1-16,-18 8 15,-10 1 1,-19 9-16,-9-1 16,-10 1-1,-9 9-15</inkml:trace>
  <inkml:trace contextRef="#ctx0" brushRef="#br0" timeOffset="118597.4">27761 17610 0,'0'0'0,"0"0"16,0 0-16,10 0 15,18-9-15,38-10 16,18-8 0,1-1-16,19-9 15,18 0 1,0-9-16,-18 18 16,-10-8-1,9 8-15,1 0 16,-10 0-16,9 10 15,-103 18 1</inkml:trace>
  <inkml:trace contextRef="#ctx0" brushRef="#br0" timeOffset="121032.4">28335 17453 0,'0'0'0,"0"0"16,0 0 0,0 0-16,10 0 15,8 9-15,1 1 16,-19-10 0</inkml:trace>
  <inkml:trace contextRef="#ctx0" brushRef="#br0" timeOffset="121814.25">26077 18145 0,'0'0'0,"0"0"16,0 10 0,0 8-16,10 19 15,9 28 1,-1 27-16,11 0 15,8 47-15,-18-56 16,-19-46 0,0-19-16,0-9 15,0-9 1,0 0-16,0 0 16,-9-18-16,-20-47 15,11-8 1,-1 8-16,9 0 15,1-18 1,9 46-16,9-18 16,1-10-1,9 1-15,9 8 16,0 1-16,10 18 16,-1 0-1,10 9-15,0 19 16,0 9-1,10 19-15,-10 18 16,9 18 0,-18 0-16,0 10 15,-10-10-15,-9 1 16,-10-10 0,-9 0-16,-9-18 15,9-28 1</inkml:trace>
  <inkml:trace contextRef="#ctx0" brushRef="#br0" timeOffset="122004.19">26134 18487 0,'0'0'0,"0"0"15,0 0 1,19-18-16,28-19 15,-10 18 1,48-18-16,37-9 16,29-19-1,-151 65-15</inkml:trace>
  <inkml:trace contextRef="#ctx0" brushRef="#br0" timeOffset="122480.78">30104 17269 0,'0'0'0,"0"9"16,9 19-16,10 27 15,9 19 1,10 18-16,-1-9 16,1-9-1,-10-9-15,0-19 16,-9-19-1,-19-27-15</inkml:trace>
  <inkml:trace contextRef="#ctx0" brushRef="#br0" timeOffset="123018.95">29925 17232 0,'0'0'0,"0"0"16,0 0 0,0 0-16,9-19 15,1-8 1,18-10-16,10-9 16,-1 9-16,1 9 15,0 0 1,-10 10-16,-9 9 15,-1 9 1,1 9-16,0 18 16,0 20-16,-10 8 15,1 10 1,-10-10-16,0-18 16,0-9-1,0-10-15,0-9 16,0 1-1,9-1-15,19-9 16,10-9-16,28-1 16,0 1-1,-1 0-15,-18 9 16,1 9 0,-11 10-16,-9-1 15,1 10-15,-11 9 16,-18 18-1,-9 10-15,-29 18 16,-9 0 0,-28 9-16,-19 0 15,-28 10 1,122-102-16</inkml:trace>
  <inkml:trace contextRef="#ctx0" brushRef="#br0" timeOffset="133415.01">31675 14906 0,'0'0'16,"0"0"-16,0 0 15,0 0 1,0 0-16,9-9 16,1-1-16,-10 10 15,9-9 1,0 0-16,10-9 15,9-1 1,19-18-16,10 0 16,-1 0-1,1 0-15,-10 0 16,0 10-16,-47 27 16</inkml:trace>
  <inkml:trace contextRef="#ctx0" brushRef="#br0" timeOffset="133632.24">32117 14952 0,'0'0'0,"0"0"16,9-9-1,10-10-15,19-8 16,18-19 0,1-10-16,8 1 15,-65 55 1</inkml:trace>
  <inkml:trace contextRef="#ctx0" brushRef="#br0" timeOffset="134197.74">32587 13531 0,'0'0'16,"0"0"-16,-9 0 16,-10 0-1,-9 9-15,-10 9 16,1 10 0,-1 0-16,0 18 15,10 0-15,0 0 16,9 0-1,10 10-15,9 8 16,9 10 0,10 9-16,18 19 15,11 18 1,8 0-16,0 0 16,-9-10-16,-9 10 15,0-18 1,-10-19-16,0-9 15,-9-19 1,0-9-16,9-9 16,0-9-16,10-10 15,9 1 1,9-19-16,10-9 16,9-19-1,1-18-15,-1-19 16,85-64-1</inkml:trace>
  <inkml:trace contextRef="#ctx0" brushRef="#br0" timeOffset="134815.4">33058 13291 0,'0'0'16,"0"0"-16,0 0 15,0 0 1,9-10-16,19 1 15,10 0 1,9 0-16,9-10 16,-18 10-16,28 0 15,-29 9 1,-18 0-16,0 9 16,-9-9-1,8 19-15,1 8 16,0 10-1,-10 19-15,1-1 16,9 10-16,-10 8 16,0 29-1,1-28-15,-1 0 16,10 18 0,-10-28-16,1 20 15,-1-11-15,10-8 16,-10-10-1,1 10-15,-1-10 16,1 1 0,-10 8-16,0-8 15,0-1-15,-10-18 16,-9 18 0,-9 19-16,-38 37 15,-9 0 1</inkml:trace>
  <inkml:trace contextRef="#ctx0" brushRef="#br0" timeOffset="136314.14">18956 13485 0,'0'0'15,"0"0"1,0 0-16,0-10 15,0-8-15,9-1 16,1 1 0,9-1-16,-1-8 15,11 8 1,8-8-16,10-10 16,0 0-1,10 0-15,9 0 16,-1 0-16,-8 0 15,9-9 1,-10 0-16,-9 9 16,0 0-1,-9 0-15,0 0 16,-10 19-16,-9-1 16,-10 10-1,-9 9-15,0 0 16</inkml:trace>
  <inkml:trace contextRef="#ctx0" brushRef="#br0" timeOffset="136549.4">19012 13475 0,'0'0'0,"0"0"16,19-18-16,28-19 15,47-18 1,29-29-16,18 1 16,19-9-16,37-28 15</inkml:trace>
  <inkml:trace contextRef="#ctx0" brushRef="#br0" timeOffset="155786.91">26313 11999 0,'0'0'0,"9"-10"16,19-8-16,19-10 15,10-9-15,18-9 16,-9 0 0,0 9-16,-10 9 15,0 1 1,-27 8-16,8 1 16,-18 9-1,0-1-15,-10 10 16,1 0-1,-10 0-15,0 0 16,0 0-16,-10 19 16,-8 8-1,-20 1-15,0 0 16,1-1 0,-1-8-16,0-1 15,1 1-15,-1-10 16,10 0-1,0 1-15,9-10 16,9 0 0,1 0-16,9 0 15,0 0-15,9-19 16,10 1 0,-19 18-16</inkml:trace>
  <inkml:trace contextRef="#ctx0" brushRef="#br0" timeOffset="156868.87">32418 8805 0,'0'0'15,"0"0"-15,-9 0 16,-1 0 0,-9-9-16,10 9 15,-1 0-15,1 0 16,0-9 0,9 9-16,0 0 15,0 0 1,-10 18-16,1 19 15,-10 37 1,-9 18-16,-10 28 16,-9 19-1,0-10-15,0 0 16,0 0-16,9-9 16,10-37-1,9-18-15,10-10 16,0-27-1,-1-10-15,10-8 16,0-10-16,0-10 16,0 10-1</inkml:trace>
  <inkml:trace contextRef="#ctx0" brushRef="#br0" timeOffset="157265.1">31590 9147 0,'0'0'0,"0"0"15,0 0 1,0 0-16,0 0 16,0 0-16,9 0 15,20 9 1,8 9-16,10 10 15,0 18 1,10 9-16,9 10 16,9-10-16,10 10 15,-10-10 1,10 10-16,-20-10 16,1-8-1,-9-1-15,-10-9 16,-10 0-1,-8-10-15,-11 1 16,1-10-16,-9-8 16,-1-1-1,-9-9-15,0 0 16</inkml:trace>
  <inkml:trace contextRef="#ctx0" brushRef="#br0" timeOffset="157564.91">31759 9728 0,'0'0'0,"0"0"15,0 0 1,0 0-16,10 0 15,9-9-15,37-19 16,38-18 0,10-9-1,-1 8-15,1-8 16,-10 0-16,-19 18 16,-9 9-1,0 10-15,-66 18 16</inkml:trace>
  <inkml:trace contextRef="#ctx0" brushRef="#br0" timeOffset="164232.16">27648 17915 0,'0'0'0,"0"0"0,19-9 16,19-19-1,28-9-15,9-9 16,28-19 0,-18 19-16,9 0 15,10-19-15,9 10 16,-19-1 0,-19 10-16,0 0 15,-18 9 1,-10 0-16,-10 10 15,-18 8 1,0 10-16,-10 0 16,-9 9-16,0 0 15,0 0 1,-9 0-16,-29 9 16,-18 19-1,-38 9-15,-10-10 16,10 10-1,0 0-15,0-9 16,9-1-16,1 1 16,8 0-1,1 0-15,28-1 16,0 1 0,0 0-16,19-10 15,0 1-15,-1-1 16,20 0-1,0 1-15,-1-1 16,10-8 0,10-1-16,-1 0 15,19 0-15,38 1 16,28-10 0,0-10-16,10-17 15,-1-1 1,1-9-16,-20 0 15,-18 9 1,-9 1-16,-20 8 16,-9 10-16,-9 0 15,-9 0 1,-1 9-16,-9 0 16,0 0-1,0 0-15,-9 0 16,-29 0-16,-37 9 15,-19 9 1,0 10-16,0 0 16,-1-1-1,11-8-15,9 8 16,18-8 0,10-10-16,0 0 15,19 1-15,0-10 16,9 9-1,9-9-15,10 0 16,0 0 0,0 0-16,19-19 15,19-8 1,28-19-16,37-1 16,1 1-16,-10 9 15,0 0 1,-10 0-16,-8 10 15,-20 8 1,-18 10-16,-10 0 16,-9 0-16,-10 9 15,1 0 1,-10 0-16,0 0 16,0 0-1,0 0-15,-19 9 16,-19 0-1,-18 10-15,-1-10 16,-9 9-16,-9 10 16,9-10-1,10 10-15,-1-9 16,10 8 0,10-8-16,9-1 15,-1 1-15,11-10 16,8 0-1,1 0-15,9-9 16,0 0 0,9 0-16,29-9 15,28 0 1,9-10-16,0-8 16,0-1-16,1 10 15,-11-1 1,-17 1-16,-11 8 15,-18 1 1,0 0-16,-10 9 16,1 0-16,-10 0 15,0 0 1,0 0-16,0 0 16,-29 18-1,-46 29-15,-47 26 16,-19 20-1,9-1-15,19 0 16,113-92-16</inkml:trace>
  <inkml:trace contextRef="#ctx0" brushRef="#br0" timeOffset="-212997.2">26717 8251 0,'0'0'0,"0"0"0,0 0 16,-9 0-16,-1-9 15,1 9 1,-10-9-16,0 9 16,10 0-1,-10-9-15,10 9 16,-1-10-16,1 1 16,9 9-1,0 0-15,0 0 16,19-9-1,28-10-15,47-8 16,75-29-16,47-17 16,38-10-1,10-10-15,-1 1 16,1 9 0,8 0-16,20 0 15,-29 18 1,29 0-16,-47 19 15,-1 0-15,1 9 16,-29 10 0,1 8-16,-48 1 15,-37 8 1,-19 1-16,-29 0 16,-18 9-16,-28 0 15,-10 0 1,-9 0-16,-10 0 15,-9 0 1,-9 0-16,-38 0 16,47 0-1</inkml:trace>
  <inkml:trace contextRef="#ctx0" brushRef="#br0" timeOffset="-212510.81">27140 7947 0,'0'0'0,"0"0"15,0 0-15,10 0 16,27 0 0,57-9-16,48-1 15,27-8 1,47-1-16,1-8 16,8-10-1,1-9-15,28-1 16,-28-8-16,28 0 15,-47-1 1,19 10-16,-38 0 16,-19 9-1,-9 9-15,-28 1 16,-38 17-16,-19 1 16,-18 0-1,-20 9-15,-9 0 16,-9 0-1,-9 0-15,-10 0 16,0 0-16,0 0 16</inkml:trace>
  <inkml:trace contextRef="#ctx0" brushRef="#br0" timeOffset="-212080.57">27611 7974 0,'0'0'0,"0"0"15,19-9 1,28-18-16,75-29 16,28 10-1,57 0-15,19 0 16,0 9-16,19-9 16,-20 9-1,-8 0-15,-29 0 16,-9 0-1,-20 9-15,-36 1 16,-10 8-16,-29 10 16,-18 0-1,-19 9-15,-9 0 16,-10 9 0,-28-9-16</inkml:trace>
  <inkml:trace contextRef="#ctx0" brushRef="#br0" timeOffset="-208858.37">27404 8168 0,'0'0'0,"0"0"0,0-9 16,9-9 0,10-10-16,28 0 15,19-9-15,47-9 16,37 0-1,29 9-15,19-9 16,-1 9 0,38-9-16,-9 9 15,19-9 1,-10 0-16,-9 9 16,-19 0-16,-29 9 15,-8 0 1,-39 19-16,-27-9 15,-29 8 1,-9 1-16,-28 9 16,-20 0-1,-18 0-15,0 0 16</inkml:trace>
  <inkml:trace contextRef="#ctx0" brushRef="#br0" timeOffset="-208446.97">27620 8177 0,'0'0'0,"-9"0"16,9 0-1,0 0-15,0 0 16,9-9 0,48-18-16,65-20 15,47-8 1,10-10-16,47 10 16,0 9-1,9-9-15,-10 8 16,1 1-16,-47 9 15,9 0 1,-28 10-16,-28 8 16,-10 10-1,-28 0-15,-19 0 16,-18 9-16,-1 0 16,-56 0-1</inkml:trace>
  <inkml:trace contextRef="#ctx0" brushRef="#br0" timeOffset="-202930.49">27714 8362 0,'0'0'0,"19"-9"0,37-10 15,48-18 1,28-9-16,37-9 16,0-10-16,10 1 15,19-10 1,-29 19-16,-28-1 15,-19 10 1,-18 9-16,-19 9 16,-20 10-16,-27 9 15,0-1 1,-10 10-16,-19 0 16,1 0-1,-1-9-15,-9 9 16</inkml:trace>
  <inkml:trace contextRef="#ctx0" brushRef="#br0" timeOffset="-202589.65">27761 8113 0,'0'0'15,"0"0"-15,19-9 16,38-10 0,46-9-16,38-18 15,28-9 1,10 9-16,19-10 15,-29 20 1,-9-1-16,-28 18 16,-10-9-16,-28 19 15,-19 0 1,-18 0-16,-57 9 16</inkml:trace>
  <inkml:trace contextRef="#ctx0" brushRef="#br0" timeOffset="-202059.39">26971 8316 0,'19'-9'0,"37"-10"15,48-8 1,56-20-16,37-8 16,20-10-1,37 1-15,-10-10 16,10 9-16,10-8 15,-48 8 1,19 0-16,-47 10 16,-18 0-1,-29 18-15,-19 0 16,-28 9-16,-19 10 16,-18-1-1,-29 10-15,-28 9 16</inkml:trace>
  <inkml:trace contextRef="#ctx0" brushRef="#br0" timeOffset="-201674.89">27319 8113 0,'0'0'16,"19"0"-16,66-19 15,65-8 1,76-10-16,18-19 15,29 1 1,-19-10-16,10 10 16,-29 0-1,-47 18-15,-37 0 16,-10 0-16,-28 9 16,-38 10-1,-19 9-15,-28-1 16,-28 10-1</inkml:trace>
  <inkml:trace contextRef="#ctx0" brushRef="#br0" timeOffset="-201359.11">27846 8205 0,'0'0'16,"0"0"-16,9-9 15,48-10 1,74-36-16,58-28 16,36-9-16,-8 18 15,-10 0 1,-29 19-16,-27 9 15,-38 18 1,-38 9-16,0 10 16,-18 9-1,-10 0-15,-47 0 16</inkml:trace>
  <inkml:trace contextRef="#ctx0" brushRef="#br0" timeOffset="-200523.34">19398 14278 0,'0'0'0,"0"0"16,0 0-16,0 0 15,0 0 1,9 0-16,10-9 15,19-9 1,-38 18-16</inkml:trace>
  <inkml:trace contextRef="#ctx0" brushRef="#br0" timeOffset="-194030.75">27187 7901 0,'0'0'0,"0"0"0,19 0 16,19-10-16,18 10 16,29-18-1,9-1-15,19 1 16,9-10-1,19-9-15,-9 0 16,0-9-16,9 9 16,-9 0-1,-10 1-15,-9 8 16,0 9 0,-29 1-16,-18 9 15,-19 9-15,-9-10 16,-10 1-1,-28 9-15</inkml:trace>
  <inkml:trace contextRef="#ctx0" brushRef="#br0" timeOffset="-193601.63">27535 8021 0,'0'0'0,"0"0"15,0 0 1,10 0-16,28-10 16,46-8-1,48-19-15,18 0 16,10-9-1,10 9-15,-20 0 16,1 0-16,-20 0 16,-18 0-1,-28 19 1,0-1-16,-20 1 16,-17 9-16,-11-1 15,-18 10-15,-10 0 16,1 0-1,-1 0-15,1 0 16,-10 0 0,0 0-16,0 0 15,0 0 1,0 0-16</inkml:trace>
  <inkml:trace contextRef="#ctx0" brushRef="#br0" timeOffset="-192796.54">19248 13475 0,'0'0'15,"0"0"1,0 0-16,0 0 16,0 0-1,0 0-15,0 0 16,18-9-16,29-9 16,10-19-1,37-9-15,0-19 16,9-9-1,-8 9-15,8-8 16,-18 8-16,-19 10 16,-10-1-1,0 19-15,-9 0 16,1 10 0,-20 18-16,-9-1 15,-10 10 1,-9 0-16,0 0 15</inkml:trace>
  <inkml:trace contextRef="#ctx0" brushRef="#br0" timeOffset="-192430.83">19031 13521 0,'0'0'0,"10"-9"16,8-9-16,29-19 16,29-19-1,27-8-15,19-10 16,1 9-1,-1 10-15,-9 0 16,-19 8-16,-9 1 16,-10 9-1,-19 10-15,-18 8 16,-10 1 0,-9 9-16,-19 9 15,0 0 1,0 0-16</inkml:trace>
  <inkml:trace contextRef="#ctx0" brushRef="#br0" timeOffset="-191987.91">18918 13605 0,'0'0'16,"0"0"-16,19-10 16,19-17-16,28-10 15,28-19 1,19 10-16,-10 0 16,19-9-1,-18 8-15,-10 11 16,-19-1-1,-9 9-15,-19 9 16,-19 10-16,-18 9 16,-10 0-1,0 9-15,-19 19 16,-19 28 0,-28 17-16,-9 1 15,0-9-15,0-10 16,9 1-1,19-19-15,9-10 16,19-18 0,19-9-16,0-9 15,0 9 1</inkml:trace>
  <inkml:trace contextRef="#ctx0" brushRef="#br0" timeOffset="-186832.54">28627 18422 0,'19'-9'0,"46"-9"16,67-28-16,0-1 15,0 1-15,-38 9 16,0 0-1,-19 10-15,-19-1 16,-27 10 0,-1 8-16,-19 10 15,-9 0 1,0 0-16,-9 0 16,9 0-16</inkml:trace>
  <inkml:trace contextRef="#ctx0" brushRef="#br0" timeOffset="-185396.98">28081 18561 0,'0'0'15,"-9"0"-15,-1 0 16,10 0-1,0 0-15,0 0 16,19-19-16,38-18 16,37-9-1,-10 9-15,-27 19 16,37-10 0,9 1-16,10-1 15,9 0-15,-27 0 16,-1 10-1,-10 0-15,-18 8 16,-9 1 0,-20 0-16,-9 0 15,-9 9 1,-9 0-16,-10 0 16,0 0-16,-10 0 15,-27 0 1,-39 9-16,-18 9 15,0 1 1,-9 18-16,-10 0 16,19 0-1,19-1-15,-10 1 16,28-9-16,-46 18 16,65-27-1,19-10-15,10 0 16,9-9-1,0 0-15,0 0 16,38-18 0,37-19-16,28-9 15,-46 18-15,28-9 16,27 0 0,1 0-16,0 0 15,-9 0 1,-20 10-16,1-1 15,-19 9-15,-10 1 16,-27 9 0,-11 0-16,1-1 15,-9 1 1,-10 9-16,0 0 16,-10 0-16,-46 0 15,-38 0 1,-19 9-16,-38 10 15,20 8 1,-20 10-16,19 0 16,10 0-1,19-9-15,27 0 16,1-1-16,19-8 16,18-10-1,19 0-15,0 0 16,19-9-1,0 0-15,10 0 16,18 0 0,38 0-16,28 0 15,28-9-15,0 0 16,20 0 0,-20 0-16,10-1 15,-29-8-15,-18 9 16,-10-1-1,-19 1-15,-9 9 16,-9-9 0,-19 9-16,-10 0 15,-9 0 1,0 0-16,0 0 16,-18 0-16,-20 9 15,-28 0 1,-28 10-16,0-1 15,0 1 1,-10 8-16,20-8 16,-1 9-1,10-1-15,-48 1 16,39 0-16,37-19 16,19 0-1,9 0-15,0-9 16,19 0-1,0 0-15,0 0 16,9-9 0,38-28-16,38 0 15,18 0-15,-46 19 16,46-19 0,20 0-16,-20 0 15,10 0 1,-9 10-16,-10-1 15,-19 0 1,-75 28-16</inkml:trace>
  <inkml:trace contextRef="#ctx0" brushRef="#br0" timeOffset="-170929.7">28495 18312 0,'0'0'0,"0"0"16,0 0 0,0 0-16,0 0 15,0 0 1,0 0-16,0 0 16,9 0-1,20-10-15,37-8 16,28-19-16,28 0 15,-9-9 1,0 9-16,9 0 16,-28 9-1,-19 10-15,-28 9 16,-9 0-16,-19-1 16,-10 10-1,1 0-15,-10 0 16,0 0-1,-10 10-15,-27-1 16,-39 18 0,-8 1-16,-29 9 15,-10 9-15,11-9 16,8 0 0,1-9-16,18-1 15,0 1 1,29-9-16,18-10 15,10 0 1,9 0-16,10 0 16,9-9-16,0 0 15,0 0 1,28-9-16,28-9 16,29-10-1,28 0-15,0-9 16,-10 10-16,1-1 15,-20 10 1,-8 8-16,-10 1 16,-19 9-1,-19 0-15,-9 0 16,-10 0-16,-9 0 16,0 0-1,0 0-15,-19 9 16,-28 1-1,-19-1-15,-28 9 16,-19 1 0,10-10-16,-1 9 15,10 1 1,0-1-16,10 1 16,27-1-16,10 1 15,19-10 1,9 0-16,19-9 15,0 0 1,0 0-16,28 0 16,29-9-16,27 0 15,29 0 1,0-10-16,-9 1 16,-10-1-1,0 1-15,-9-1 16,-20 10-1,-18 0-15,-9 9 16,-19 0-16,0 0 16,-10 0-1,-9 0-15,0 0 16,-9 9 0,-20 0-16,-46 19 15,-28 0-15,103-28 16</inkml:trace>
  <inkml:trace contextRef="#ctx0" brushRef="#br0" timeOffset="-169151.5">19746 12977 0,'0'0'0,"0"0"16,0 18-16,0 10 16,0 9-1,0 0-15,0 0 16,0-10-1,0 1-15,0-9 16,0-10 0,-9 9-16,-1-8 15,1-1-15,-10 9 16,0-9 0,-9 10-16,9-10 15,-9 10 1,-10-1-16,1 1 15,-10-1-15,9 0 16,0 1 0,10-10-16,9 0 15,1 1 1,8-10-16,10 0 16,0 0-16,10-10 15,27-17 1,39-19-16,18-19 15,0 0 1,0 1-16,-28 18 16,-10-1-1,-18 20-15,-10-1 16,-9 10 0,-10 8-16,1 1 15,-10 9-15,0 0 16,-10 0-1,-28 19-15,-18 17 16,-29 20 0,-9 8-16,0 10 15,10-9-15,18-10 16,9 1 0,20-29-16,18-8 15,9-1 1,10-18-16,0 0 15,29-9-15,-29 9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C2302-2B1D-45F6-97E2-1EE74ABF0F4D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59812-8485-4934-AF5B-0411789C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68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C920-147A-48A3-9B2E-D5D9D5B2F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CC388-ECD2-4612-8E4E-59CC67260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AB55B-1DB3-406A-8291-CFDD43D6D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6A8C-D936-4DB4-877E-898DD9D8F9D3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4F646-1899-4FA0-B1FD-CE2BB821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E1CEB-A03A-4232-B397-20E69128B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3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EEA4-006E-4F9F-94EF-02FDA45A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77E82-FF53-421A-81A4-F8745D18F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AA6F-E6A4-4535-B4D4-309D87D1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82E58-70EA-4203-B9DA-6512CB00F697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04166-BA54-4251-8DE7-A26996B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B6732-58A3-40CE-946C-BAC41EFD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2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2E70C-40DB-4407-887A-F442FCE6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45EB7-2D57-46A1-8769-31BDDA0F5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D0B0C-1EFB-4D98-8A66-27BD470E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3FEDC-A768-4783-B06E-E91654C9307B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B0A42-2AE9-49F2-B966-A75E17A0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B6725-D131-47F7-8634-9BB42D01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15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9E54-6243-4698-A373-2B01E9EE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88F5E-09F9-471D-AFE6-0F125552C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8FAE8-040B-46E2-863B-BBBF3CE79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00BD6-1DE6-476C-8C21-490310E1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61F8-E63F-439D-B8DA-84413C94F8DD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E5A11-10C7-4756-8A81-C3D14AE2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EAED7-F5E3-469C-ACD7-11BD55B8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6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D0B90-F12E-470D-AFF4-9CB2B86A2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89E2F-A8AB-4D9C-AD30-2E9430FC1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80E81-9346-46CD-8A92-71D41F026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A4595-1A51-4DD8-A81A-9375C87C7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F3E1F-BE91-47C9-9423-7725E036F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8E19A-0825-4EBF-859A-F5FA259AC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ABD36-F05B-4C77-943F-A1D46E370394}" type="datetime1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F64472-52EF-47DE-A5EA-4D0B04CC6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BA747-3BA4-4406-983F-DDF52914A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4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C9EB3-9F33-4BFC-B9E2-2B7A6AC2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D9164-025A-443C-8E29-46B977421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ABCD8-6AE4-4294-9188-57C46420BB64}" type="datetime1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BC17E-F5DB-4F80-A284-E5A8DB33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D7300-FA68-4052-ADC7-1CD03C71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70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668D6-5CC2-42FF-A0A4-D4FC9457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05641-4BDB-463C-ADC8-ADB77921889C}" type="datetime1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47817-92B9-47B6-BB94-240D7D59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4ECCF-8FEB-439E-B558-937D6DB5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00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D2EF9-5ABE-458F-9892-923160D3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8732C-3C98-4436-98A4-7FC3D04EE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810A1-1764-4333-8770-07D40BA3A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11B21-F0A3-4840-AA71-3070CDD4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B8EA-9E78-4169-A9F8-F7D254F2C19C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F9B20-2B02-4B96-9A4D-9DE59E6B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2C893-FB2E-44DD-B9A7-8FC9BB83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7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896B-E665-4ADB-A1A3-6D5B6A54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F5454-F1CB-4F10-8BDC-16FF126D7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23FD6-8404-4812-9693-28E49A2C6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A60B7-1EB1-48A7-B32E-0AA14A9F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01C0E-7BCC-460F-AC4F-305F4A1D9ABB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DEECA-9232-4BCE-9360-6C286E96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D570B-502F-429E-BB10-D2EEA79C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8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CEE0-C8FC-418E-9C1B-B261A396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796E2-70CF-4EF5-81D1-2EA07BB7D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1D68-5D66-45EB-9ABC-CF89AED10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69973-C654-4B4D-A4B8-A98783E1DAD2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442F5-304F-4B66-B38D-4F5D7384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C84B0-2D1A-47F4-B83C-D3A4DD27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6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7CD18-09A1-4BCC-8084-8CEA448A5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49527-42F8-4CCB-A94E-33EEEA023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22B24-3CF0-462B-BC54-F0FBFCCEE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151E-0FFC-4E27-A741-A98CEDB27C77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A53D0-2EBB-4A44-B9D5-1873ADD5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A4ED1-E6F3-49C5-B195-624E12716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2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18AA7-403E-444E-BCB7-D4560469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AD48-344A-47A5-8D49-830FC8D86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3C720-02C1-4D99-A389-A2AE2D3D1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2A25D-72DF-48DF-B583-4FD9EFB7D377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11A18-3934-4080-88D5-8833F6714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588A4-1B0E-45D6-BCC3-3898C5D8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232FD-1F52-4A4D-92F6-431597E35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3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generating-subarrays-using-recursion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3DF2-02E9-47AF-A4D6-7E875A0D50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Divide and Conquer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EA377-2C88-4F2B-8FCE-897967EDD0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96229-3511-4E4D-8F18-96215928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73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B2E2-832F-41F7-AC9F-1B5AF1717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BA379-0070-450E-9773-CF5675665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altLang="en-US" dirty="0"/>
              <a:t>Divide and Conquer algorithms consist of two parts:</a:t>
            </a:r>
          </a:p>
          <a:p>
            <a:pPr lvl="1" algn="just"/>
            <a:r>
              <a:rPr lang="en-US" altLang="en-US" b="1" i="1" u="sng" dirty="0"/>
              <a:t>Divide:</a:t>
            </a:r>
            <a:r>
              <a:rPr lang="en-US" altLang="en-US" dirty="0"/>
              <a:t> Smaller problems are solved recursively (except, of course, the base cases).</a:t>
            </a:r>
          </a:p>
          <a:p>
            <a:pPr lvl="1" algn="just"/>
            <a:r>
              <a:rPr lang="en-US" altLang="en-US" b="1" i="1" u="sng" dirty="0"/>
              <a:t>Conquer:</a:t>
            </a:r>
            <a:r>
              <a:rPr lang="en-US" altLang="en-US" dirty="0"/>
              <a:t>  The solution to the original problem is then formed from the solutions to the subproblems.</a:t>
            </a:r>
          </a:p>
          <a:p>
            <a:pPr algn="just"/>
            <a:r>
              <a:rPr lang="en-US" dirty="0"/>
              <a:t>Examples</a:t>
            </a:r>
          </a:p>
          <a:p>
            <a:pPr lvl="1" algn="just"/>
            <a:r>
              <a:rPr lang="en-US" dirty="0"/>
              <a:t>Binary Search</a:t>
            </a:r>
          </a:p>
          <a:p>
            <a:pPr lvl="1" algn="just"/>
            <a:r>
              <a:rPr lang="en-US" dirty="0"/>
              <a:t>Quick Sort</a:t>
            </a:r>
          </a:p>
          <a:p>
            <a:pPr lvl="1" algn="just"/>
            <a:r>
              <a:rPr lang="en-US" dirty="0"/>
              <a:t>Merge Sort</a:t>
            </a:r>
          </a:p>
          <a:p>
            <a:pPr lvl="1" algn="just"/>
            <a:r>
              <a:rPr lang="en-US" dirty="0"/>
              <a:t>Long Integer Multiplication</a:t>
            </a:r>
          </a:p>
          <a:p>
            <a:pPr lvl="1" algn="just"/>
            <a:r>
              <a:rPr lang="en-US" dirty="0"/>
              <a:t>Maximum Sum Subarray</a:t>
            </a:r>
          </a:p>
          <a:p>
            <a:pPr lvl="1" algn="just"/>
            <a:r>
              <a:rPr lang="en-US" dirty="0"/>
              <a:t>Strassen’s Algorithm for Matrix Multiplication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6E3AD-D6C1-4FFF-A655-D9AD5939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42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D250120B-66E6-48A3-927B-5418E2F22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001"/>
            <a:ext cx="8401050" cy="3505200"/>
          </a:xfrm>
        </p:spPr>
        <p:txBody>
          <a:bodyPr/>
          <a:lstStyle/>
          <a:p>
            <a:r>
              <a:rPr lang="en-US" altLang="en-US" dirty="0"/>
              <a:t> The standard integer multiplication routine of 2 n-digit numbers </a:t>
            </a:r>
          </a:p>
          <a:p>
            <a:pPr lvl="1"/>
            <a:r>
              <a:rPr lang="en-US" altLang="en-US" dirty="0"/>
              <a:t>Involves n multiplications of an n-digit number by a single digit</a:t>
            </a:r>
          </a:p>
          <a:p>
            <a:pPr lvl="1"/>
            <a:r>
              <a:rPr lang="en-US" altLang="en-US" dirty="0"/>
              <a:t>Plus the addition of n numbers, which have at most 2 n digits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en-US" dirty="0"/>
          </a:p>
        </p:txBody>
      </p:sp>
      <p:sp>
        <p:nvSpPr>
          <p:cNvPr id="14340" name="TextBox 3">
            <a:extLst>
              <a:ext uri="{FF2B5EF4-FFF2-40B4-BE49-F238E27FC236}">
                <a16:creationId xmlns:a16="http://schemas.microsoft.com/office/drawing/2014/main" id="{60CA2A2D-96A7-4D42-9A2C-AD85B31E1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1295400"/>
            <a:ext cx="1524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7030A0"/>
                </a:solidFill>
              </a:rPr>
              <a:t>        </a:t>
            </a:r>
            <a:r>
              <a:rPr lang="en-US" altLang="en-US" b="1">
                <a:solidFill>
                  <a:srgbClr val="0070C0"/>
                </a:solidFill>
              </a:rPr>
              <a:t>1011</a:t>
            </a:r>
          </a:p>
          <a:p>
            <a:pPr eaLnBrk="1" hangingPunct="1"/>
            <a:r>
              <a:rPr lang="en-US" altLang="en-US" b="1">
                <a:solidFill>
                  <a:srgbClr val="0070C0"/>
                </a:solidFill>
              </a:rPr>
              <a:t>       </a:t>
            </a:r>
            <a:r>
              <a:rPr lang="en-US" altLang="en-US" b="1" u="sng">
                <a:solidFill>
                  <a:srgbClr val="0070C0"/>
                </a:solidFill>
              </a:rPr>
              <a:t>x1111</a:t>
            </a:r>
          </a:p>
          <a:p>
            <a:pPr eaLnBrk="1" hangingPunct="1"/>
            <a:r>
              <a:rPr lang="en-US" altLang="en-US" b="1">
                <a:solidFill>
                  <a:srgbClr val="7030A0"/>
                </a:solidFill>
              </a:rPr>
              <a:t>        1011</a:t>
            </a:r>
          </a:p>
          <a:p>
            <a:pPr eaLnBrk="1" hangingPunct="1"/>
            <a:r>
              <a:rPr lang="en-US" altLang="en-US" b="1">
                <a:solidFill>
                  <a:srgbClr val="7030A0"/>
                </a:solidFill>
              </a:rPr>
              <a:t>      10110</a:t>
            </a:r>
          </a:p>
          <a:p>
            <a:pPr eaLnBrk="1" hangingPunct="1"/>
            <a:r>
              <a:rPr lang="en-US" altLang="en-US" b="1">
                <a:solidFill>
                  <a:srgbClr val="7030A0"/>
                </a:solidFill>
              </a:rPr>
              <a:t>    101100</a:t>
            </a:r>
          </a:p>
          <a:p>
            <a:pPr eaLnBrk="1" hangingPunct="1"/>
            <a:r>
              <a:rPr lang="en-US" altLang="en-US" b="1" u="sng">
                <a:solidFill>
                  <a:srgbClr val="7030A0"/>
                </a:solidFill>
              </a:rPr>
              <a:t>+1011000</a:t>
            </a:r>
          </a:p>
          <a:p>
            <a:pPr eaLnBrk="1" hangingPunct="1"/>
            <a:r>
              <a:rPr lang="en-US" altLang="en-US" b="1">
                <a:solidFill>
                  <a:srgbClr val="7030A0"/>
                </a:solidFill>
              </a:rPr>
              <a:t>10100101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BC4A39-D9BB-429C-91D6-F59A142C4048}"/>
              </a:ext>
            </a:extLst>
          </p:cNvPr>
          <p:cNvSpPr txBox="1">
            <a:spLocks/>
          </p:cNvSpPr>
          <p:nvPr/>
        </p:nvSpPr>
        <p:spPr bwMode="auto">
          <a:xfrm>
            <a:off x="1076324" y="3819525"/>
            <a:ext cx="90011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96900" indent="-514350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3200" dirty="0"/>
              <a:t>						    </a:t>
            </a:r>
            <a:r>
              <a:rPr lang="en-US" sz="2400" u="sng" dirty="0"/>
              <a:t>quantity</a:t>
            </a:r>
            <a:r>
              <a:rPr lang="en-US" sz="2400" dirty="0"/>
              <a:t>	</a:t>
            </a:r>
            <a:r>
              <a:rPr lang="en-US" sz="2400" u="sng" dirty="0"/>
              <a:t>time</a:t>
            </a:r>
          </a:p>
          <a:p>
            <a:pPr marL="596900" indent="-514350"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arenR"/>
              <a:defRPr/>
            </a:pPr>
            <a:r>
              <a:rPr lang="en-US" sz="2400" dirty="0"/>
              <a:t>Multiplication n-digit by 1-digit           n            O(n)</a:t>
            </a:r>
          </a:p>
          <a:p>
            <a:pPr marL="596900" indent="-514350"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arenR"/>
              <a:defRPr/>
            </a:pPr>
            <a:r>
              <a:rPr lang="en-US" sz="2400" dirty="0"/>
              <a:t>Additions 2n-digit by n-digit max        n            O(n)</a:t>
            </a:r>
          </a:p>
          <a:p>
            <a:pPr marL="596900" indent="-514350"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arenR"/>
              <a:defRPr/>
            </a:pPr>
            <a:endParaRPr lang="en-US" sz="3200" dirty="0"/>
          </a:p>
          <a:p>
            <a:pPr marL="596900" indent="-514350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800" dirty="0"/>
              <a:t>Total time = n*O(n) + n*O(n) = 2n*O(n) = O(n</a:t>
            </a:r>
            <a:r>
              <a:rPr lang="en-US" sz="2800" baseline="30000" dirty="0"/>
              <a:t>2</a:t>
            </a:r>
            <a:r>
              <a:rPr lang="en-US" sz="2800" dirty="0"/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BCCABAE-B6A5-4AB4-BA02-AE565EB8C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Integer Multiplication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BD1D92-079D-4806-9A76-34ECAAAC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25971-915E-4CC1-AE8F-E3E1E79B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Multiplication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CD4CA3-8C66-40D4-8698-264581614721}"/>
              </a:ext>
            </a:extLst>
          </p:cNvPr>
          <p:cNvSpPr txBox="1">
            <a:spLocks/>
          </p:cNvSpPr>
          <p:nvPr/>
        </p:nvSpPr>
        <p:spPr>
          <a:xfrm>
            <a:off x="666750" y="1835150"/>
            <a:ext cx="8705850" cy="465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 Let’s consider a Divide and Conquer Solution</a:t>
            </a:r>
          </a:p>
          <a:p>
            <a:pPr lvl="1"/>
            <a:r>
              <a:rPr lang="en-US" altLang="en-US" dirty="0"/>
              <a:t>Imagine multiplying an n-bit number by another n-bit number.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split up each of these numbers into 2 halves.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1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be I, and the 2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J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“left half” of the 1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by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“right half” be I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buFont typeface="Wingdings 2" panose="05020102010507070707" pitchFamily="18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in this example: I is 1011 and J is 1111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becomes 10*2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+ 11 where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10*2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</a:t>
            </a:r>
            <a:r>
              <a:rPr lang="en-U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11.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11*2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86C5A-93A3-4C6B-8641-0B7D23DCF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6475" y="1027905"/>
            <a:ext cx="187195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7030A0"/>
                </a:solidFill>
              </a:rPr>
              <a:t>        </a:t>
            </a:r>
            <a:r>
              <a:rPr lang="en-US" altLang="en-US" b="1" dirty="0">
                <a:solidFill>
                  <a:srgbClr val="0070C0"/>
                </a:solidFill>
              </a:rPr>
              <a:t>1011</a:t>
            </a:r>
          </a:p>
          <a:p>
            <a:pPr eaLnBrk="1" hangingPunct="1"/>
            <a:r>
              <a:rPr lang="en-US" altLang="en-US" b="1" dirty="0">
                <a:solidFill>
                  <a:srgbClr val="0070C0"/>
                </a:solidFill>
              </a:rPr>
              <a:t>       </a:t>
            </a:r>
            <a:r>
              <a:rPr lang="en-US" altLang="en-US" b="1" u="sng" dirty="0">
                <a:solidFill>
                  <a:srgbClr val="0070C0"/>
                </a:solidFill>
              </a:rPr>
              <a:t>x1111</a:t>
            </a:r>
          </a:p>
          <a:p>
            <a:pPr eaLnBrk="1" hangingPunct="1"/>
            <a:r>
              <a:rPr lang="en-US" altLang="en-US" b="1" dirty="0">
                <a:solidFill>
                  <a:srgbClr val="7030A0"/>
                </a:solidFill>
              </a:rPr>
              <a:t>        1011</a:t>
            </a:r>
          </a:p>
          <a:p>
            <a:pPr eaLnBrk="1" hangingPunct="1"/>
            <a:r>
              <a:rPr lang="en-US" altLang="en-US" b="1" dirty="0">
                <a:solidFill>
                  <a:srgbClr val="7030A0"/>
                </a:solidFill>
              </a:rPr>
              <a:t>      10110</a:t>
            </a:r>
          </a:p>
          <a:p>
            <a:pPr eaLnBrk="1" hangingPunct="1"/>
            <a:r>
              <a:rPr lang="en-US" altLang="en-US" b="1" dirty="0">
                <a:solidFill>
                  <a:srgbClr val="7030A0"/>
                </a:solidFill>
              </a:rPr>
              <a:t>    101100</a:t>
            </a:r>
          </a:p>
          <a:p>
            <a:pPr eaLnBrk="1" hangingPunct="1"/>
            <a:r>
              <a:rPr lang="en-US" altLang="en-US" b="1" u="sng" dirty="0">
                <a:solidFill>
                  <a:srgbClr val="7030A0"/>
                </a:solidFill>
              </a:rPr>
              <a:t>+1011000</a:t>
            </a:r>
          </a:p>
          <a:p>
            <a:pPr eaLnBrk="1" hangingPunct="1"/>
            <a:r>
              <a:rPr lang="en-US" altLang="en-US" b="1" dirty="0">
                <a:solidFill>
                  <a:srgbClr val="7030A0"/>
                </a:solidFill>
              </a:rPr>
              <a:t>10100101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EFC48-F7D2-44A2-826B-4D98660D7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8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A6E5-FEB0-40DA-9CBD-14DC6FED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B04C-107C-4D20-9648-FF2A3567C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So for multiplying any n-bit integers I and J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We can split up I into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* 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+ I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l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And J into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* 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+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Then we get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 x J = [(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x 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+ I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x [(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x 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+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 x J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x 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(I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x 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cs typeface="Times New Roman" pitchFamily="18" charset="0"/>
              </a:rPr>
              <a:t>So what have we done?</a:t>
            </a:r>
          </a:p>
          <a:p>
            <a:pPr lvl="1">
              <a:defRPr/>
            </a:pPr>
            <a:r>
              <a:rPr lang="en-US" dirty="0">
                <a:cs typeface="Times New Roman" pitchFamily="18" charset="0"/>
              </a:rPr>
              <a:t>We’ve broken down the problem of multiplying 2 n-bit numbers into</a:t>
            </a:r>
          </a:p>
          <a:p>
            <a:pPr lvl="2">
              <a:defRPr/>
            </a:pPr>
            <a:r>
              <a:rPr lang="en-US" dirty="0">
                <a:cs typeface="Times New Roman" pitchFamily="18" charset="0"/>
              </a:rPr>
              <a:t>4 multiplications of n/2-bit numbers plus 3 additions.</a:t>
            </a:r>
          </a:p>
          <a:p>
            <a:pPr lvl="1">
              <a:defRPr/>
            </a:pPr>
            <a:r>
              <a:rPr lang="en-US" dirty="0">
                <a:cs typeface="Times New Roman" pitchFamily="18" charset="0"/>
              </a:rPr>
              <a:t>T(n) = 4T(n/2) + </a:t>
            </a:r>
            <a:r>
              <a:rPr lang="en-US" dirty="0">
                <a:cs typeface="Times New Roman" pitchFamily="18" charset="0"/>
                <a:sym typeface="Symbol"/>
              </a:rPr>
              <a:t>(n)</a:t>
            </a:r>
          </a:p>
          <a:p>
            <a:pPr lvl="1">
              <a:defRPr/>
            </a:pPr>
            <a:r>
              <a:rPr lang="en-US" dirty="0">
                <a:cs typeface="Times New Roman" pitchFamily="18" charset="0"/>
                <a:sym typeface="Symbol"/>
              </a:rPr>
              <a:t>Solving this using the master theorem gives us…</a:t>
            </a:r>
          </a:p>
          <a:p>
            <a:pPr lvl="2">
              <a:defRPr/>
            </a:pPr>
            <a:r>
              <a:rPr lang="en-US" dirty="0">
                <a:cs typeface="Times New Roman" pitchFamily="18" charset="0"/>
                <a:sym typeface="Symbol"/>
              </a:rPr>
              <a:t>T(n) = (n</a:t>
            </a:r>
            <a:r>
              <a:rPr lang="en-US" baseline="30000" dirty="0">
                <a:cs typeface="Times New Roman" pitchFamily="18" charset="0"/>
                <a:sym typeface="Symbol"/>
              </a:rPr>
              <a:t>2</a:t>
            </a:r>
            <a:r>
              <a:rPr lang="en-US" dirty="0">
                <a:cs typeface="Times New Roman" pitchFamily="18" charset="0"/>
                <a:sym typeface="Symbol"/>
              </a:rPr>
              <a:t>)</a:t>
            </a:r>
            <a:endParaRPr lang="en-US" dirty="0">
              <a:cs typeface="Times New Roman" pitchFamily="18" charset="0"/>
            </a:endParaRPr>
          </a:p>
          <a:p>
            <a:pPr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E24A3-1D5B-4B3F-BB87-8300AACC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12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6206-D033-4DD5-B7D2-1AD282EF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4680" cy="1325563"/>
          </a:xfrm>
        </p:spPr>
        <p:txBody>
          <a:bodyPr/>
          <a:lstStyle/>
          <a:p>
            <a:r>
              <a:rPr lang="en-US" b="1" dirty="0"/>
              <a:t>Integer Multiplication </a:t>
            </a:r>
            <a:r>
              <a:rPr lang="en-US" b="1" dirty="0">
                <a:solidFill>
                  <a:srgbClr val="C00000"/>
                </a:solidFill>
              </a:rPr>
              <a:t>(Karatsuba Algorithm)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F2D38-9F7F-44E4-9325-862D377D5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So we haven’t really improved that much,</a:t>
            </a:r>
          </a:p>
          <a:p>
            <a:pPr lvl="1">
              <a:defRPr/>
            </a:pPr>
            <a:r>
              <a:rPr lang="en-US" dirty="0"/>
              <a:t>Since we went from a O(n</a:t>
            </a:r>
            <a:r>
              <a:rPr lang="en-US" baseline="30000" dirty="0"/>
              <a:t>2</a:t>
            </a:r>
            <a:r>
              <a:rPr lang="en-US" dirty="0"/>
              <a:t>) solution to a O(n</a:t>
            </a:r>
            <a:r>
              <a:rPr lang="en-US" baseline="30000" dirty="0"/>
              <a:t>2</a:t>
            </a:r>
            <a:r>
              <a:rPr lang="en-US" dirty="0"/>
              <a:t>) solution</a:t>
            </a:r>
          </a:p>
          <a:p>
            <a:pPr>
              <a:defRPr/>
            </a:pPr>
            <a:r>
              <a:rPr lang="en-US" dirty="0"/>
              <a:t>Can we optimize this in any way?</a:t>
            </a:r>
          </a:p>
          <a:p>
            <a:pPr lvl="1">
              <a:defRPr/>
            </a:pPr>
            <a:r>
              <a:rPr lang="en-US" dirty="0"/>
              <a:t>We can re-work this formula using some clever choices…</a:t>
            </a:r>
          </a:p>
          <a:p>
            <a:pPr lvl="1">
              <a:defRPr/>
            </a:pPr>
            <a:r>
              <a:rPr lang="en-US" dirty="0"/>
              <a:t>Some clever choices of: 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I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x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+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+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+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dirty="0">
                <a:cs typeface="Times New Roman" pitchFamily="18" charset="0"/>
              </a:rPr>
              <a:t>Now, note that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- 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P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+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+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+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=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+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xJ</a:t>
            </a:r>
            <a:r>
              <a:rPr lang="en-US" baseline="-25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lvl="1">
              <a:defRPr/>
            </a:pPr>
            <a:r>
              <a:rPr lang="en-US" dirty="0">
                <a:cs typeface="Times New Roman" pitchFamily="18" charset="0"/>
              </a:rPr>
              <a:t>Then we can substitute these in our original equation: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 x J 	= 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x 2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+ [P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- 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– 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]x 2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+ 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4F70C-C216-432B-A571-8A49A323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3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44500B7-B139-4F23-B62F-2888D5BC7F02}"/>
              </a:ext>
            </a:extLst>
          </p:cNvPr>
          <p:cNvGrpSpPr/>
          <p:nvPr/>
        </p:nvGrpSpPr>
        <p:grpSpPr>
          <a:xfrm>
            <a:off x="5498909" y="454818"/>
            <a:ext cx="6585331" cy="1325563"/>
            <a:chOff x="6096000" y="1993979"/>
            <a:chExt cx="5966206" cy="107227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DC2490-A970-40F9-B1F3-0709D9DE6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2514758"/>
              <a:ext cx="5966206" cy="551498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33F73C-AD46-4F04-B39C-0197992F3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93202" y="1993979"/>
              <a:ext cx="4053631" cy="520779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21A6281-C226-4DBC-B84C-992E8FCB6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Multiplication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36BA5-8A70-400A-BD7E-010864ECB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Font typeface="Wingdings 2" panose="05020102010507070707" pitchFamily="18" charset="2"/>
              <a:buNone/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 x J 	= 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x 2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+ [P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- 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– 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]x 2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+ 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Have we reduced the work?</a:t>
            </a:r>
          </a:p>
          <a:p>
            <a:pPr lvl="1">
              <a:defRPr/>
            </a:pPr>
            <a:r>
              <a:rPr lang="en-US" dirty="0"/>
              <a:t>Calculating P2 and P3 – take n/2-bit multiplications.</a:t>
            </a:r>
          </a:p>
          <a:p>
            <a:pPr lvl="1">
              <a:defRPr/>
            </a:pPr>
            <a:r>
              <a:rPr lang="en-US" dirty="0"/>
              <a:t>P1 takes two n/2-bit additions and then one n/2-bit multiplication.</a:t>
            </a:r>
          </a:p>
          <a:p>
            <a:pPr lvl="1">
              <a:defRPr/>
            </a:pPr>
            <a:r>
              <a:rPr lang="en-US" dirty="0"/>
              <a:t>Then, 2 subtractions and another 2 additions, which take O(n) time.</a:t>
            </a:r>
          </a:p>
          <a:p>
            <a:pPr lvl="1">
              <a:buFont typeface="Verdana" panose="020B0604030504040204" pitchFamily="34" charset="0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This gives us :  T(n) = 3T(n/2) + θ(n)</a:t>
            </a:r>
          </a:p>
          <a:p>
            <a:pPr lvl="1">
              <a:defRPr/>
            </a:pPr>
            <a:r>
              <a:rPr lang="en-US" dirty="0"/>
              <a:t>Solving gives us T(n) = θ(n</a:t>
            </a:r>
            <a:r>
              <a:rPr lang="en-US" baseline="30000" dirty="0"/>
              <a:t>(log</a:t>
            </a:r>
            <a:r>
              <a:rPr lang="en-US" baseline="8000" dirty="0"/>
              <a:t>2</a:t>
            </a:r>
            <a:r>
              <a:rPr lang="en-US" baseline="30000" dirty="0"/>
              <a:t>3)</a:t>
            </a:r>
            <a:r>
              <a:rPr lang="en-US" dirty="0"/>
              <a:t>)</a:t>
            </a:r>
            <a:r>
              <a:rPr lang="en-US" baseline="30000" dirty="0"/>
              <a:t>, </a:t>
            </a:r>
            <a:r>
              <a:rPr lang="en-US" dirty="0"/>
              <a:t>which is approximately T(n) = θ(n</a:t>
            </a:r>
            <a:r>
              <a:rPr lang="en-US" baseline="30000" dirty="0"/>
              <a:t>1.585</a:t>
            </a:r>
            <a:r>
              <a:rPr lang="en-US" dirty="0"/>
              <a:t>), a solid improvement.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F413F-462D-44EC-992E-C0BAD0A2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E1D2-7F96-4D18-BC15-8A1DDD9A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Multiplication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336FF-EE16-4AA0-B7D3-F427D9D84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Although this seems it would be slower initially because of some extra pre-computing before doing the multiplications, </a:t>
            </a:r>
            <a:r>
              <a:rPr lang="en-US" b="1" i="1" u="sng" dirty="0"/>
              <a:t>for very large integers</a:t>
            </a:r>
            <a:r>
              <a:rPr lang="en-US" dirty="0"/>
              <a:t>, this will save time. </a:t>
            </a:r>
          </a:p>
          <a:p>
            <a:pPr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u="sng" dirty="0"/>
              <a:t>Q:   Why won't this save time for small multiplications?</a:t>
            </a:r>
          </a:p>
          <a:p>
            <a:pPr lvl="1">
              <a:defRPr/>
            </a:pPr>
            <a:r>
              <a:rPr lang="en-US" dirty="0"/>
              <a:t>A: The hidden constant in the θ(n) in the second recurrence is much larger. It consists of 6 additions/subtractions whereas the θ(n) in the first recurrence consists of 3 additions/subtractions.</a:t>
            </a:r>
          </a:p>
          <a:p>
            <a:pPr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D2A20-AD44-4433-939E-4310285D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38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1B88-16B3-4BEF-9735-28B69CA2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Multiplication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689D7-C955-4F0A-B5E0-9087E8FBC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92A01-ABAA-4BA4-A7AA-8B652E89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F5BF7-AC4B-403E-9B09-525138D50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93" y="1825626"/>
            <a:ext cx="9162467" cy="436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20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1B88-16B3-4BEF-9735-28B69CA2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Multiplication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689D7-C955-4F0A-B5E0-9087E8FBC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92A01-ABAA-4BA4-A7AA-8B652E89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92DE69-183E-411F-8007-BB49A431B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9687"/>
            <a:ext cx="76200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68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1B88-16B3-4BEF-9735-28B69CA2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Multiplication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689D7-C955-4F0A-B5E0-9087E8FBC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92A01-ABAA-4BA4-A7AA-8B652E89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0CB41-452F-46A4-AF14-7167B75D0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97" y="1413510"/>
            <a:ext cx="8882326" cy="494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46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1B88-16B3-4BEF-9735-28B69CA2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Multiplication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689D7-C955-4F0A-B5E0-9087E8FBC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92A01-ABAA-4BA4-A7AA-8B652E89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9046B9-4CAF-4C89-8EFC-69C53665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10" y="1518285"/>
            <a:ext cx="7285990" cy="486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20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1B88-16B3-4BEF-9735-28B69CA2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Integer Multiplication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689D7-C955-4F0A-B5E0-9087E8FBC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92A01-ABAA-4BA4-A7AA-8B652E89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2B699-DCD3-442C-87A8-3A6F3083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42" y="1870074"/>
            <a:ext cx="9722882" cy="409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1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E62B4-31B8-491E-BC1B-C3B2A1DD5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26632-8FF2-4E62-862A-82FA2B89D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B2E66-7311-4518-8FE7-7E6E03F7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698CA38F-4922-419C-A690-51E80242F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4650"/>
            <a:ext cx="10018971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38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EC276-F5A4-406C-99D9-F80CA275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Long Integer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82EBD-9CB0-49B9-B321-3EA7536DE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 </a:t>
            </a:r>
          </a:p>
          <a:p>
            <a:pPr lvl="1"/>
            <a:r>
              <a:rPr lang="en-US" dirty="0"/>
              <a:t>1101 x 1011</a:t>
            </a:r>
          </a:p>
          <a:p>
            <a:pPr lvl="1"/>
            <a:r>
              <a:rPr lang="en-US"/>
              <a:t>1234 x 2345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68A57-0392-4D2F-AAC2-F0B22C9B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76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35E3-4BB7-4158-8BF7-63C0C66C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Maximum Sum Subarray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17C6B-D008-4893-905F-14BCB3C8F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maximum subarray problem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is the task of finding the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largest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possible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sum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of a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contiguous subarray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within a given one-dimensional array A[1…n] of numbers. </a:t>
            </a:r>
          </a:p>
          <a:p>
            <a:pPr algn="just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time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complexity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of the Naive method is O(n^2). </a:t>
            </a:r>
          </a:p>
          <a:p>
            <a:pPr algn="just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Using Divide and Conquer approach, we can find the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maximum subarray sum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in O(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nLogn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) time.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0969D-AFA3-4DCA-8AB0-E836FEE0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48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51A6-FBC1-4E82-B661-7DBAA8EA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Maximum Sum Subarray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8582B-50D9-4018-8DC8-DDA1A3C1C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A5D32-A4C7-4E49-9F41-5684515F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17</a:t>
            </a:fld>
            <a:endParaRPr lang="en-US"/>
          </a:p>
        </p:txBody>
      </p:sp>
      <p:pic>
        <p:nvPicPr>
          <p:cNvPr id="1026" name="Picture 2" descr="kadane-algorithm">
            <a:extLst>
              <a:ext uri="{FF2B5EF4-FFF2-40B4-BE49-F238E27FC236}">
                <a16:creationId xmlns:a16="http://schemas.microsoft.com/office/drawing/2014/main" id="{32F7621D-F5CC-40A2-8517-4B10CF39B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889" y="1825625"/>
            <a:ext cx="6310531" cy="386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537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99CE-8EBA-4BCE-805E-C40BA677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Solution #1 - Brute Force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39C11-A6BC-4916-8842-3EC7916AA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algn="l" fontAlgn="base"/>
            <a:r>
              <a:rPr lang="en-US" sz="1800" b="1" i="0" dirty="0">
                <a:effectLst/>
                <a:latin typeface="urw-din"/>
              </a:rPr>
              <a:t>The naive approach is to </a:t>
            </a:r>
            <a:r>
              <a:rPr lang="en-US" sz="1800" b="1" i="0" u="sng" dirty="0">
                <a:effectLst/>
                <a:latin typeface="urw-d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generate all the possible subarray</a:t>
            </a:r>
            <a:r>
              <a:rPr lang="en-US" sz="1800" b="1" i="0" dirty="0">
                <a:effectLst/>
                <a:latin typeface="urw-din"/>
              </a:rPr>
              <a:t> and print that subarray which has maximum sum</a:t>
            </a:r>
            <a:r>
              <a:rPr lang="en-US" sz="1800" b="0" i="0" dirty="0">
                <a:effectLst/>
                <a:latin typeface="urw-din"/>
              </a:rPr>
              <a:t>. 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int MSS (int a[], int n)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{  int max=0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   for(</a:t>
            </a:r>
            <a:r>
              <a:rPr lang="en-US" sz="1800" b="1" dirty="0" err="1">
                <a:latin typeface="urw-din"/>
              </a:rPr>
              <a:t>i</a:t>
            </a:r>
            <a:r>
              <a:rPr lang="en-US" sz="1800" b="1" dirty="0">
                <a:latin typeface="urw-din"/>
              </a:rPr>
              <a:t>=0 to n-1 do)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       for(j=</a:t>
            </a:r>
            <a:r>
              <a:rPr lang="en-US" sz="1800" b="1" dirty="0" err="1">
                <a:latin typeface="urw-din"/>
              </a:rPr>
              <a:t>i</a:t>
            </a:r>
            <a:r>
              <a:rPr lang="en-US" sz="1800" b="1" dirty="0">
                <a:latin typeface="urw-din"/>
              </a:rPr>
              <a:t> to n-1 do)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            int s=0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            for (k=</a:t>
            </a:r>
            <a:r>
              <a:rPr lang="en-US" sz="1800" b="1" dirty="0" err="1">
                <a:latin typeface="urw-din"/>
              </a:rPr>
              <a:t>i</a:t>
            </a:r>
            <a:r>
              <a:rPr lang="en-US" sz="1800" b="1" dirty="0">
                <a:latin typeface="urw-din"/>
              </a:rPr>
              <a:t> to j do)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                s=</a:t>
            </a:r>
            <a:r>
              <a:rPr lang="en-US" sz="1800" b="1" dirty="0" err="1">
                <a:latin typeface="urw-din"/>
              </a:rPr>
              <a:t>s+a</a:t>
            </a:r>
            <a:r>
              <a:rPr lang="en-US" sz="1800" b="1" dirty="0">
                <a:latin typeface="urw-din"/>
              </a:rPr>
              <a:t>[k]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            if(s&gt;max)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               max= s</a:t>
            </a:r>
          </a:p>
          <a:p>
            <a:pPr marL="0" indent="0">
              <a:buNone/>
            </a:pPr>
            <a:r>
              <a:rPr lang="en-US" sz="1800" b="1" dirty="0">
                <a:latin typeface="urw-din"/>
              </a:rPr>
              <a:t>     return max  }</a:t>
            </a:r>
          </a:p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  <a:latin typeface="urw-din"/>
              </a:rPr>
              <a:t>O(n</a:t>
            </a:r>
            <a:r>
              <a:rPr lang="en-US" sz="1800" b="1" baseline="30000" dirty="0">
                <a:highlight>
                  <a:srgbClr val="FFFF00"/>
                </a:highlight>
                <a:latin typeface="urw-din"/>
              </a:rPr>
              <a:t>3</a:t>
            </a:r>
            <a:r>
              <a:rPr lang="en-US" sz="1800" b="1" dirty="0">
                <a:highlight>
                  <a:srgbClr val="FFFF00"/>
                </a:highlight>
                <a:latin typeface="urw-din"/>
              </a:rPr>
              <a:t>)</a:t>
            </a:r>
            <a:endParaRPr lang="en-US" sz="18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sz="1800" b="1" dirty="0">
              <a:latin typeface="urw-di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80212-FE28-44F8-B228-085BD722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0F11D-7C8B-44DB-B09A-4E1F356AA44A}"/>
              </a:ext>
            </a:extLst>
          </p:cNvPr>
          <p:cNvSpPr txBox="1"/>
          <p:nvPr/>
        </p:nvSpPr>
        <p:spPr>
          <a:xfrm>
            <a:off x="6096000" y="2522557"/>
            <a:ext cx="45910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urw-din"/>
              </a:rPr>
              <a:t> int MSS (int a[], int n)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  {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     int max=0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     for(</a:t>
            </a:r>
            <a:r>
              <a:rPr lang="en-US" b="1" dirty="0" err="1">
                <a:latin typeface="urw-din"/>
              </a:rPr>
              <a:t>i</a:t>
            </a:r>
            <a:r>
              <a:rPr lang="en-US" b="1" dirty="0">
                <a:latin typeface="urw-din"/>
              </a:rPr>
              <a:t>=0 to n-1 do)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          int s=0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          for (k=i to n do)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               s=</a:t>
            </a:r>
            <a:r>
              <a:rPr lang="en-US" b="1" dirty="0" err="1">
                <a:latin typeface="urw-din"/>
              </a:rPr>
              <a:t>s+a</a:t>
            </a:r>
            <a:r>
              <a:rPr lang="en-US" b="1" dirty="0">
                <a:latin typeface="urw-din"/>
              </a:rPr>
              <a:t>[k]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               if(s&gt;max)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                      max= s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     return max</a:t>
            </a:r>
          </a:p>
          <a:p>
            <a:pPr marL="0" indent="0">
              <a:buNone/>
            </a:pPr>
            <a:r>
              <a:rPr lang="en-US" b="1" dirty="0">
                <a:latin typeface="urw-din"/>
              </a:rPr>
              <a:t>}</a:t>
            </a:r>
          </a:p>
          <a:p>
            <a:pPr marL="0" indent="0">
              <a:buNone/>
            </a:pPr>
            <a:endParaRPr lang="en-US" b="1" dirty="0">
              <a:latin typeface="urw-din"/>
            </a:endParaRP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  <a:latin typeface="urw-din"/>
              </a:rPr>
              <a:t>O(n</a:t>
            </a:r>
            <a:r>
              <a:rPr lang="en-US" b="1" baseline="30000" dirty="0">
                <a:highlight>
                  <a:srgbClr val="FFFF00"/>
                </a:highlight>
                <a:latin typeface="urw-din"/>
              </a:rPr>
              <a:t>2</a:t>
            </a:r>
            <a:r>
              <a:rPr lang="en-US" b="1" dirty="0">
                <a:highlight>
                  <a:srgbClr val="FFFF00"/>
                </a:highlight>
                <a:latin typeface="urw-din"/>
              </a:rPr>
              <a:t>)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816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51A6-FBC1-4E82-B661-7DBAA8EA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Solution #2 – Divide and Conquer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4863F-6999-43D0-B050-AD16D0AE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84D5EF-1BB4-4FB7-8079-EFDCCBAE0E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2923"/>
            <a:ext cx="6508192" cy="5016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 Returns sum of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maxium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sum subarray in aa[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l..h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maxSubArraySum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Base Case: Only one element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 == h)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[l];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Find middle point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 = (l + h) / 2;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/* Return maximum of following three possible cases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a) Maximum subarray sum in left half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b) Maximum subarray sum in right half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c) Maximum subarray sum such that the subarray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crosses the midpoint */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maxSubArraySum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l, m),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  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maxSubArraySum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 + 1, h),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  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maxCrossingSum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l, m, h));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DF07632-1E89-424E-BC2D-32062A85E0D5}"/>
                  </a:ext>
                </a:extLst>
              </p14:cNvPr>
              <p14:cNvContentPartPr/>
              <p14:nvPr/>
            </p14:nvContentPartPr>
            <p14:xfrm>
              <a:off x="1215720" y="2521800"/>
              <a:ext cx="10566720" cy="3957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DF07632-1E89-424E-BC2D-32062A85E0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6360" y="2512440"/>
                <a:ext cx="10585440" cy="397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8424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51A6-FBC1-4E82-B661-7DBAA8EA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Maximum Sum Subarray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5933-C8A6-4F9B-BB41-5F11674D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4493E43-9ACF-477D-A536-9EA7A76769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46721"/>
            <a:ext cx="9248775" cy="53091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Find the maximum possible sum in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auch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that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[m]</a:t>
            </a:r>
            <a:r>
              <a:rPr lang="en-US" altLang="en-US" sz="15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is part of it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maxCrossingSum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l,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m,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h)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Include elements on left of mid.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 = 0;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INT_MIN;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m;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l;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--) {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 = sum +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(sum &gt;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sum;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Include elements on right of mid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 = 0;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right_sum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INT_MIN;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 + 1;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h;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 = sum +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(sum &gt;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right_sum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right_sum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sum;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Return sum of elements on left and right of mid</a:t>
            </a:r>
            <a:r>
              <a:rPr lang="en-US" altLang="en-US" sz="15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returning only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left_sum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+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500" dirty="0">
                <a:solidFill>
                  <a:srgbClr val="008200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right_sum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 will fail for [-2, 1]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max(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right_sum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right_sum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EAE6EB8-6A4F-4B19-85B4-F46304CB73E0}"/>
                  </a:ext>
                </a:extLst>
              </p14:cNvPr>
              <p14:cNvContentPartPr/>
              <p14:nvPr/>
            </p14:nvContentPartPr>
            <p14:xfrm>
              <a:off x="4592160" y="2615040"/>
              <a:ext cx="5246640" cy="2814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EAE6EB8-6A4F-4B19-85B4-F46304CB73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2800" y="2605680"/>
                <a:ext cx="5265360" cy="28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01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51A6-FBC1-4E82-B661-7DBAA8EA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Maximum Sum Subarray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8582B-50D9-4018-8DC8-DDA1A3C1C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2, -4, 1, 9, -6, 7, -3                    </a:t>
            </a:r>
            <a:r>
              <a:rPr lang="en-US" dirty="0" err="1"/>
              <a:t>Soln</a:t>
            </a:r>
            <a:r>
              <a:rPr lang="en-US" dirty="0"/>
              <a:t>: 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D0EAB-F571-4086-AF4D-8C02080C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80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51A6-FBC1-4E82-B661-7DBAA8EA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Maximum Sum Subarray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8582B-50D9-4018-8DC8-DDA1A3C1C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3, -5, 1, -2, 6, 4, -3            </a:t>
            </a:r>
            <a:r>
              <a:rPr lang="en-US" dirty="0" err="1"/>
              <a:t>Soln</a:t>
            </a:r>
            <a:r>
              <a:rPr lang="en-US" dirty="0"/>
              <a:t>: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F01DA-E27E-4BBA-A41B-4706FEEF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29A083-75AE-454E-830C-0EA726F4B5C7}"/>
                  </a:ext>
                </a:extLst>
              </p14:cNvPr>
              <p14:cNvContentPartPr/>
              <p14:nvPr/>
            </p14:nvContentPartPr>
            <p14:xfrm>
              <a:off x="1334520" y="1282680"/>
              <a:ext cx="10458360" cy="5289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29A083-75AE-454E-830C-0EA726F4B5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5160" y="1273320"/>
                <a:ext cx="10477080" cy="53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B76185-1C95-4D05-86EC-65F9BE00FC49}"/>
                  </a:ext>
                </a:extLst>
              </p14:cNvPr>
              <p14:cNvContentPartPr/>
              <p14:nvPr/>
            </p14:nvContentPartPr>
            <p14:xfrm>
              <a:off x="2990520" y="86400"/>
              <a:ext cx="9106920" cy="6390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B76185-1C95-4D05-86EC-65F9BE00FC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81160" y="77040"/>
                <a:ext cx="9125640" cy="640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778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8C50-D2A7-4B7D-8E12-41A5C1AA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Maximum Sum Subarray -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844C-AFD2-486B-A66D-5CBB99546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2, -5, 6, -2, -3, 1, 5, -6            </a:t>
            </a:r>
            <a:r>
              <a:rPr lang="en-US" dirty="0" err="1"/>
              <a:t>Soln</a:t>
            </a:r>
            <a:r>
              <a:rPr lang="en-US" dirty="0"/>
              <a:t>: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25F26-01A1-45A3-96B2-EA967D9B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4000EB-B7A0-475F-936A-46285EB888BD}"/>
                  </a:ext>
                </a:extLst>
              </p14:cNvPr>
              <p14:cNvContentPartPr/>
              <p14:nvPr/>
            </p14:nvContentPartPr>
            <p14:xfrm>
              <a:off x="406440" y="1219320"/>
              <a:ext cx="11406600" cy="5130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4000EB-B7A0-475F-936A-46285EB888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7080" y="1209960"/>
                <a:ext cx="11425320" cy="514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56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053D-59F7-4CFA-953F-ED63C93F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Strassen’s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7FEC-7901-4930-9FB8-4CB8BC86E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3C061-A34B-4293-ACA2-E5C41F406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" y="1372394"/>
            <a:ext cx="7162800" cy="52578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51713-FC9F-4866-86FF-9AC6D394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652862-E090-41CD-AFED-AF14CE754820}"/>
                  </a:ext>
                </a:extLst>
              </p14:cNvPr>
              <p14:cNvContentPartPr/>
              <p14:nvPr/>
            </p14:nvContentPartPr>
            <p14:xfrm>
              <a:off x="4937760" y="2435400"/>
              <a:ext cx="294840" cy="20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652862-E090-41CD-AFED-AF14CE7548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8400" y="2426040"/>
                <a:ext cx="313560" cy="22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5265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053D-59F7-4CFA-953F-ED63C93F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Strassen’s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7FEC-7901-4930-9FB8-4CB8BC86E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F8BB8-7647-49EC-A118-5DB519C14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1272381"/>
            <a:ext cx="6934200" cy="54578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CAE72-E9CA-42D4-A7B4-0FE388C2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4ACC1D-CA68-4069-B22E-0BE55C95DFF7}"/>
                  </a:ext>
                </a:extLst>
              </p14:cNvPr>
              <p14:cNvContentPartPr/>
              <p14:nvPr/>
            </p14:nvContentPartPr>
            <p14:xfrm>
              <a:off x="6712200" y="4123440"/>
              <a:ext cx="207000" cy="1452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4ACC1D-CA68-4069-B22E-0BE55C95DF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02840" y="4114080"/>
                <a:ext cx="225720" cy="147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1226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053D-59F7-4CFA-953F-ED63C93F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Strassen’s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7FEC-7901-4930-9FB8-4CB8BC86E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/>
              <a:t>Strassen showed how two matrices can be multiplied using only 7 multiplications and 18 additions:</a:t>
            </a:r>
          </a:p>
          <a:p>
            <a:pPr lvl="1">
              <a:defRPr/>
            </a:pPr>
            <a:r>
              <a:rPr lang="en-US" dirty="0"/>
              <a:t>Consider calculating the following 7 products:</a:t>
            </a:r>
          </a:p>
          <a:p>
            <a:pPr lvl="2">
              <a:defRPr/>
            </a:pPr>
            <a:r>
              <a:rPr lang="en-US" dirty="0"/>
              <a:t>q</a:t>
            </a:r>
            <a:r>
              <a:rPr lang="en-US" baseline="-25000" dirty="0"/>
              <a:t>1</a:t>
            </a:r>
            <a:r>
              <a:rPr lang="en-US" dirty="0"/>
              <a:t> = (a</a:t>
            </a:r>
            <a:r>
              <a:rPr lang="en-US" baseline="-25000" dirty="0"/>
              <a:t>11</a:t>
            </a:r>
            <a:r>
              <a:rPr lang="en-US" dirty="0"/>
              <a:t> + a</a:t>
            </a:r>
            <a:r>
              <a:rPr lang="en-US" baseline="-25000" dirty="0"/>
              <a:t>22</a:t>
            </a:r>
            <a:r>
              <a:rPr lang="en-US" dirty="0"/>
              <a:t>) * (b</a:t>
            </a:r>
            <a:r>
              <a:rPr lang="en-US" baseline="-25000" dirty="0"/>
              <a:t>11</a:t>
            </a:r>
            <a:r>
              <a:rPr lang="en-US" dirty="0"/>
              <a:t> + b</a:t>
            </a:r>
            <a:r>
              <a:rPr lang="en-US" baseline="-25000" dirty="0"/>
              <a:t>22</a:t>
            </a:r>
            <a:r>
              <a:rPr lang="en-US" dirty="0"/>
              <a:t>)</a:t>
            </a:r>
          </a:p>
          <a:p>
            <a:pPr lvl="2">
              <a:defRPr/>
            </a:pP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 = (a</a:t>
            </a:r>
            <a:r>
              <a:rPr lang="en-US" baseline="-25000" dirty="0"/>
              <a:t>21</a:t>
            </a:r>
            <a:r>
              <a:rPr lang="en-US" dirty="0"/>
              <a:t> + a</a:t>
            </a:r>
            <a:r>
              <a:rPr lang="en-US" baseline="-25000" dirty="0"/>
              <a:t>22</a:t>
            </a:r>
            <a:r>
              <a:rPr lang="en-US" dirty="0"/>
              <a:t>) * b</a:t>
            </a:r>
            <a:r>
              <a:rPr lang="en-US" baseline="-25000" dirty="0"/>
              <a:t>11</a:t>
            </a:r>
            <a:endParaRPr lang="en-US" dirty="0"/>
          </a:p>
          <a:p>
            <a:pPr lvl="2">
              <a:defRPr/>
            </a:pPr>
            <a:r>
              <a:rPr lang="en-US" dirty="0"/>
              <a:t>q</a:t>
            </a:r>
            <a:r>
              <a:rPr lang="en-US" baseline="-25000" dirty="0"/>
              <a:t>3</a:t>
            </a:r>
            <a:r>
              <a:rPr lang="en-US" dirty="0"/>
              <a:t> = a</a:t>
            </a:r>
            <a:r>
              <a:rPr lang="en-US" baseline="-25000" dirty="0"/>
              <a:t>11</a:t>
            </a:r>
            <a:r>
              <a:rPr lang="en-US" dirty="0"/>
              <a:t>*( b</a:t>
            </a:r>
            <a:r>
              <a:rPr lang="en-US" baseline="-25000" dirty="0"/>
              <a:t>12</a:t>
            </a:r>
            <a:r>
              <a:rPr lang="en-US" dirty="0"/>
              <a:t> – b</a:t>
            </a:r>
            <a:r>
              <a:rPr lang="en-US" baseline="-25000" dirty="0"/>
              <a:t>22</a:t>
            </a:r>
            <a:r>
              <a:rPr lang="en-US" dirty="0"/>
              <a:t>)</a:t>
            </a:r>
          </a:p>
          <a:p>
            <a:pPr lvl="2">
              <a:defRPr/>
            </a:pPr>
            <a:r>
              <a:rPr lang="en-US" dirty="0"/>
              <a:t>q</a:t>
            </a:r>
            <a:r>
              <a:rPr lang="en-US" baseline="-25000" dirty="0"/>
              <a:t>4</a:t>
            </a:r>
            <a:r>
              <a:rPr lang="en-US" dirty="0"/>
              <a:t> = a</a:t>
            </a:r>
            <a:r>
              <a:rPr lang="en-US" baseline="-25000" dirty="0"/>
              <a:t>22</a:t>
            </a:r>
            <a:r>
              <a:rPr lang="en-US" dirty="0"/>
              <a:t> * (b</a:t>
            </a:r>
            <a:r>
              <a:rPr lang="en-US" baseline="-25000" dirty="0"/>
              <a:t>21</a:t>
            </a:r>
            <a:r>
              <a:rPr lang="en-US" dirty="0"/>
              <a:t> – b</a:t>
            </a:r>
            <a:r>
              <a:rPr lang="en-US" baseline="-25000" dirty="0"/>
              <a:t>11</a:t>
            </a:r>
            <a:r>
              <a:rPr lang="en-US" dirty="0"/>
              <a:t>)</a:t>
            </a:r>
          </a:p>
          <a:p>
            <a:pPr lvl="2">
              <a:defRPr/>
            </a:pPr>
            <a:r>
              <a:rPr lang="en-US" dirty="0"/>
              <a:t>q</a:t>
            </a:r>
            <a:r>
              <a:rPr lang="en-US" baseline="-25000" dirty="0"/>
              <a:t>5</a:t>
            </a:r>
            <a:r>
              <a:rPr lang="en-US" dirty="0"/>
              <a:t> = (a</a:t>
            </a:r>
            <a:r>
              <a:rPr lang="en-US" baseline="-25000" dirty="0"/>
              <a:t>11</a:t>
            </a:r>
            <a:r>
              <a:rPr lang="en-US" dirty="0"/>
              <a:t> + a</a:t>
            </a:r>
            <a:r>
              <a:rPr lang="en-US" baseline="-25000" dirty="0"/>
              <a:t>12</a:t>
            </a:r>
            <a:r>
              <a:rPr lang="en-US" dirty="0"/>
              <a:t>) * b</a:t>
            </a:r>
            <a:r>
              <a:rPr lang="en-US" baseline="-25000" dirty="0"/>
              <a:t>22</a:t>
            </a:r>
            <a:r>
              <a:rPr lang="en-US" dirty="0"/>
              <a:t> </a:t>
            </a:r>
          </a:p>
          <a:p>
            <a:pPr lvl="2">
              <a:defRPr/>
            </a:pPr>
            <a:r>
              <a:rPr lang="en-US" dirty="0"/>
              <a:t>q</a:t>
            </a:r>
            <a:r>
              <a:rPr lang="en-US" baseline="-25000" dirty="0"/>
              <a:t>6</a:t>
            </a:r>
            <a:r>
              <a:rPr lang="en-US" dirty="0"/>
              <a:t> = (a</a:t>
            </a:r>
            <a:r>
              <a:rPr lang="en-US" baseline="-25000" dirty="0"/>
              <a:t>21</a:t>
            </a:r>
            <a:r>
              <a:rPr lang="en-US" dirty="0"/>
              <a:t> – a</a:t>
            </a:r>
            <a:r>
              <a:rPr lang="en-US" baseline="-25000" dirty="0"/>
              <a:t>11</a:t>
            </a:r>
            <a:r>
              <a:rPr lang="en-US" dirty="0"/>
              <a:t>) * (b</a:t>
            </a:r>
            <a:r>
              <a:rPr lang="en-US" baseline="-25000" dirty="0"/>
              <a:t>11 </a:t>
            </a:r>
            <a:r>
              <a:rPr lang="en-US" dirty="0"/>
              <a:t>+ b</a:t>
            </a:r>
            <a:r>
              <a:rPr lang="en-US" baseline="-25000" dirty="0"/>
              <a:t>12</a:t>
            </a:r>
            <a:r>
              <a:rPr lang="en-US" dirty="0"/>
              <a:t>)</a:t>
            </a:r>
          </a:p>
          <a:p>
            <a:pPr lvl="2">
              <a:defRPr/>
            </a:pPr>
            <a:r>
              <a:rPr lang="en-US" dirty="0"/>
              <a:t>q</a:t>
            </a:r>
            <a:r>
              <a:rPr lang="en-US" baseline="-25000" dirty="0"/>
              <a:t>7</a:t>
            </a:r>
            <a:r>
              <a:rPr lang="en-US" dirty="0"/>
              <a:t> = (a</a:t>
            </a:r>
            <a:r>
              <a:rPr lang="en-US" baseline="-25000" dirty="0"/>
              <a:t>12</a:t>
            </a:r>
            <a:r>
              <a:rPr lang="en-US" dirty="0"/>
              <a:t> – a</a:t>
            </a:r>
            <a:r>
              <a:rPr lang="en-US" baseline="-25000" dirty="0"/>
              <a:t>22</a:t>
            </a:r>
            <a:r>
              <a:rPr lang="en-US" dirty="0"/>
              <a:t>) * (b</a:t>
            </a:r>
            <a:r>
              <a:rPr lang="en-US" baseline="-25000" dirty="0"/>
              <a:t>21 </a:t>
            </a:r>
            <a:r>
              <a:rPr lang="en-US" dirty="0"/>
              <a:t>+ b</a:t>
            </a:r>
            <a:r>
              <a:rPr lang="en-US" baseline="-25000" dirty="0"/>
              <a:t>22</a:t>
            </a:r>
            <a:r>
              <a:rPr lang="en-US" dirty="0"/>
              <a:t>)</a:t>
            </a:r>
          </a:p>
          <a:p>
            <a:pPr lvl="2"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It turns out that</a:t>
            </a:r>
          </a:p>
          <a:p>
            <a:pPr lvl="2">
              <a:defRPr/>
            </a:pPr>
            <a:r>
              <a:rPr lang="en-US" dirty="0"/>
              <a:t>c</a:t>
            </a:r>
            <a:r>
              <a:rPr lang="en-US" baseline="-25000" dirty="0"/>
              <a:t>11</a:t>
            </a:r>
            <a:r>
              <a:rPr lang="en-US" dirty="0"/>
              <a:t> = q</a:t>
            </a:r>
            <a:r>
              <a:rPr lang="en-US" baseline="-25000" dirty="0"/>
              <a:t>1</a:t>
            </a:r>
            <a:r>
              <a:rPr lang="en-US" dirty="0"/>
              <a:t> + q</a:t>
            </a:r>
            <a:r>
              <a:rPr lang="en-US" baseline="-25000" dirty="0"/>
              <a:t>4</a:t>
            </a:r>
            <a:r>
              <a:rPr lang="en-US" dirty="0"/>
              <a:t> – q</a:t>
            </a:r>
            <a:r>
              <a:rPr lang="en-US" baseline="-25000" dirty="0"/>
              <a:t>5 </a:t>
            </a:r>
            <a:r>
              <a:rPr lang="en-US" dirty="0"/>
              <a:t>+ q</a:t>
            </a:r>
            <a:r>
              <a:rPr lang="en-US" baseline="-25000" dirty="0"/>
              <a:t>7</a:t>
            </a:r>
            <a:endParaRPr lang="en-US" dirty="0"/>
          </a:p>
          <a:p>
            <a:pPr lvl="2">
              <a:defRPr/>
            </a:pPr>
            <a:r>
              <a:rPr lang="en-US" dirty="0"/>
              <a:t>c</a:t>
            </a:r>
            <a:r>
              <a:rPr lang="en-US" baseline="-25000" dirty="0"/>
              <a:t>12</a:t>
            </a:r>
            <a:r>
              <a:rPr lang="en-US" dirty="0"/>
              <a:t> = q</a:t>
            </a:r>
            <a:r>
              <a:rPr lang="en-US" baseline="-25000" dirty="0"/>
              <a:t>3</a:t>
            </a:r>
            <a:r>
              <a:rPr lang="en-US" dirty="0"/>
              <a:t> + q</a:t>
            </a:r>
            <a:r>
              <a:rPr lang="en-US" baseline="-25000" dirty="0"/>
              <a:t>5</a:t>
            </a:r>
            <a:r>
              <a:rPr lang="en-US" dirty="0"/>
              <a:t> </a:t>
            </a:r>
          </a:p>
          <a:p>
            <a:pPr lvl="2">
              <a:defRPr/>
            </a:pPr>
            <a:r>
              <a:rPr lang="en-US" dirty="0"/>
              <a:t>c</a:t>
            </a:r>
            <a:r>
              <a:rPr lang="en-US" baseline="-25000" dirty="0"/>
              <a:t>21</a:t>
            </a:r>
            <a:r>
              <a:rPr lang="en-US" dirty="0"/>
              <a:t> = q</a:t>
            </a:r>
            <a:r>
              <a:rPr lang="en-US" baseline="-25000" dirty="0"/>
              <a:t>2</a:t>
            </a:r>
            <a:r>
              <a:rPr lang="en-US" dirty="0"/>
              <a:t> + q</a:t>
            </a:r>
            <a:r>
              <a:rPr lang="en-US" baseline="-25000" dirty="0"/>
              <a:t>4</a:t>
            </a:r>
            <a:r>
              <a:rPr lang="en-US" dirty="0"/>
              <a:t> </a:t>
            </a:r>
          </a:p>
          <a:p>
            <a:pPr lvl="2">
              <a:defRPr/>
            </a:pPr>
            <a:r>
              <a:rPr lang="en-US" dirty="0"/>
              <a:t>c</a:t>
            </a:r>
            <a:r>
              <a:rPr lang="en-US" baseline="-25000" dirty="0"/>
              <a:t>22</a:t>
            </a:r>
            <a:r>
              <a:rPr lang="en-US" dirty="0"/>
              <a:t> = q</a:t>
            </a:r>
            <a:r>
              <a:rPr lang="en-US" baseline="-25000" dirty="0"/>
              <a:t>1</a:t>
            </a:r>
            <a:r>
              <a:rPr lang="en-US" dirty="0"/>
              <a:t> + q</a:t>
            </a:r>
            <a:r>
              <a:rPr lang="en-US" baseline="-25000" dirty="0"/>
              <a:t>3</a:t>
            </a:r>
            <a:r>
              <a:rPr lang="en-US" dirty="0"/>
              <a:t> – q</a:t>
            </a:r>
            <a:r>
              <a:rPr lang="en-US" baseline="-25000" dirty="0"/>
              <a:t>2 </a:t>
            </a:r>
            <a:r>
              <a:rPr lang="en-US" dirty="0"/>
              <a:t>+ q</a:t>
            </a:r>
            <a:r>
              <a:rPr lang="en-US" baseline="-25000" dirty="0"/>
              <a:t>6</a:t>
            </a: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9F369-863C-4DBA-827C-533AAD16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8520DC4-CB0F-4A93-8DAD-91F68CF6129E}"/>
                  </a:ext>
                </a:extLst>
              </p14:cNvPr>
              <p14:cNvContentPartPr/>
              <p14:nvPr/>
            </p14:nvContentPartPr>
            <p14:xfrm>
              <a:off x="1506960" y="119520"/>
              <a:ext cx="10681920" cy="655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8520DC4-CB0F-4A93-8DAD-91F68CF612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7600" y="110160"/>
                <a:ext cx="10700640" cy="657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313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053D-59F7-4CFA-953F-ED63C93F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Strassen’s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7FEC-7901-4930-9FB8-4CB8BC86E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01C30-ACF3-4C5E-A40E-01678E016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79600"/>
            <a:ext cx="7077075" cy="378441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80B22-4D95-4EC9-ADE3-D5DF3958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6AB341-D4F6-4CAE-A0E0-E8FDE3D56908}"/>
                  </a:ext>
                </a:extLst>
              </p14:cNvPr>
              <p14:cNvContentPartPr/>
              <p14:nvPr/>
            </p14:nvContentPartPr>
            <p14:xfrm>
              <a:off x="6299280" y="0"/>
              <a:ext cx="5889600" cy="674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6AB341-D4F6-4CAE-A0E0-E8FDE3D569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9920" y="-9360"/>
                <a:ext cx="5908320" cy="676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4953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7F97-D473-43B0-80CD-17747947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6CBC6-1546-4724-8E58-5DA218B2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F43DB-8139-4817-9B91-383ECB2C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E6781-5128-4D73-8022-FBB2AFC3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603" y="98171"/>
            <a:ext cx="5884397" cy="662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64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73D02-3281-4834-AF4D-6CBCA9C2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39721-BA28-49B6-A49C-B445A1A1C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061CF-1F94-4EE0-80ED-031C9070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5DCC92-DA59-44B6-89DF-F9708AE0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4" y="86049"/>
            <a:ext cx="5330956" cy="676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04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0113-704B-4071-8633-B7E2055B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9A5F0-307F-44C1-AB98-32F633F9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93338-F511-4E92-8681-D5025A83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EDB07-88C1-4C5D-8189-DA6DA8904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263459" y="626270"/>
            <a:ext cx="6593770" cy="560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8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A94B5-FFC6-4087-B87B-87B498A6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E5E58-6982-4A23-A7FE-0506B3135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2236A-ABFA-4F44-BB6F-D88B61DE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71401D-C896-46E7-B4AA-E17319340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534080" y="635307"/>
            <a:ext cx="6276364" cy="589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50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B3E5-2F53-428F-94A4-A0C319DB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1F69A-6913-46D5-AF62-F90588225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017F-445D-44C6-95AE-FA386992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929B8-DBDE-4CD7-B3CF-2CF7999FA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098384" y="755236"/>
            <a:ext cx="6788859" cy="541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87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8F3E5-76A5-4955-A0F1-FFCECF94D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6F53-18BF-4C35-872A-F2800F9A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7F759-E6B7-457C-8A87-C1F772A9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5EABE-8837-47A0-B51E-B168F3D6E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259859"/>
            <a:ext cx="5514974" cy="65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82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D655-1C14-4EE8-90BB-82198DB1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38D3-8B1A-4686-B881-26993C15C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253D6-92B0-47CA-AE81-A74A6E7E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C9DB56-3DBB-4C2E-850C-C690F87B0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128758"/>
            <a:ext cx="5676899" cy="657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31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785D-2AF1-4616-BA94-3CC4D41E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23A7A-65DC-4E9D-85F3-5BCA1D292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B2DD9-9258-4D32-B8C7-89357B67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44CE8-B837-4A4F-8AAD-2097C136E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412" y="223837"/>
            <a:ext cx="5591175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08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053D-59F7-4CFA-953F-ED63C93F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Strassen’s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7FEC-7901-4930-9FB8-4CB8BC86E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86CC48-67BD-409C-B0CD-F1C373A465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433836"/>
              </p:ext>
            </p:extLst>
          </p:nvPr>
        </p:nvGraphicFramePr>
        <p:xfrm>
          <a:off x="1047750" y="2457449"/>
          <a:ext cx="9801226" cy="2028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1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440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Mult</a:t>
                      </a:r>
                      <a:endParaRPr lang="en-US" sz="2000" dirty="0"/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Add</a:t>
                      </a:r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Recurrence</a:t>
                      </a:r>
                      <a:r>
                        <a:rPr lang="en-US" sz="2000" baseline="0" dirty="0"/>
                        <a:t> Relation</a:t>
                      </a:r>
                      <a:endParaRPr lang="en-US" sz="2000" dirty="0"/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Runtime</a:t>
                      </a:r>
                    </a:p>
                  </a:txBody>
                  <a:tcPr marL="91449" marR="91449" marT="45699" marB="4569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402">
                <a:tc>
                  <a:txBody>
                    <a:bodyPr/>
                    <a:lstStyle/>
                    <a:p>
                      <a:r>
                        <a:rPr lang="en-US" sz="2000" dirty="0"/>
                        <a:t>Regular</a:t>
                      </a:r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T(n) = 8T(n/2)</a:t>
                      </a:r>
                      <a:r>
                        <a:rPr lang="en-US" sz="2000" baseline="0" dirty="0"/>
                        <a:t> + O(n</a:t>
                      </a:r>
                      <a:r>
                        <a:rPr lang="en-US" sz="2000" baseline="30000" dirty="0"/>
                        <a:t>2</a:t>
                      </a:r>
                      <a:r>
                        <a:rPr lang="en-US" sz="2000" baseline="0" dirty="0"/>
                        <a:t>)</a:t>
                      </a:r>
                      <a:endParaRPr lang="en-US" sz="2000" dirty="0"/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</a:t>
                      </a:r>
                      <a:r>
                        <a:rPr lang="en-US" sz="2000" baseline="30000" dirty="0"/>
                        <a:t>3</a:t>
                      </a:r>
                      <a:r>
                        <a:rPr lang="en-US" sz="2000" dirty="0"/>
                        <a:t>)</a:t>
                      </a:r>
                    </a:p>
                  </a:txBody>
                  <a:tcPr marL="91449" marR="91449" marT="45699" marB="4569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022">
                <a:tc>
                  <a:txBody>
                    <a:bodyPr/>
                    <a:lstStyle/>
                    <a:p>
                      <a:r>
                        <a:rPr lang="en-US" sz="2000" dirty="0" err="1"/>
                        <a:t>Strassen</a:t>
                      </a:r>
                      <a:endParaRPr lang="en-US" sz="2000" dirty="0"/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</a:t>
                      </a:r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T(n) = 7T(n/2)</a:t>
                      </a:r>
                      <a:r>
                        <a:rPr lang="en-US" sz="2000" baseline="0" dirty="0"/>
                        <a:t> + O(n</a:t>
                      </a:r>
                      <a:r>
                        <a:rPr lang="en-US" sz="2000" baseline="30000" dirty="0"/>
                        <a:t>2</a:t>
                      </a:r>
                      <a:r>
                        <a:rPr lang="en-US" sz="2000" baseline="0" dirty="0"/>
                        <a:t>)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 marL="91449" marR="91449" marT="45699" marB="4569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O(n </a:t>
                      </a:r>
                      <a:r>
                        <a:rPr lang="en-US" sz="2000" baseline="30000" dirty="0"/>
                        <a:t>log</a:t>
                      </a:r>
                      <a:r>
                        <a:rPr lang="en-US" sz="2000" baseline="10000" dirty="0"/>
                        <a:t>2</a:t>
                      </a:r>
                      <a:r>
                        <a:rPr lang="en-US" sz="2000" baseline="30000" dirty="0"/>
                        <a:t>7</a:t>
                      </a:r>
                      <a:r>
                        <a:rPr lang="en-US" sz="2000" dirty="0"/>
                        <a:t>) = O(n</a:t>
                      </a:r>
                      <a:r>
                        <a:rPr lang="en-US" sz="2000" baseline="30000" dirty="0"/>
                        <a:t>2.81</a:t>
                      </a:r>
                      <a:r>
                        <a:rPr lang="en-US" sz="2000" dirty="0"/>
                        <a:t>)</a:t>
                      </a:r>
                    </a:p>
                  </a:txBody>
                  <a:tcPr marL="91449" marR="91449" marT="45699" marB="4569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1B8D2-DD99-495F-8812-0B135700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00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053D-59F7-4CFA-953F-ED63C93F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Strassen’s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7FEC-7901-4930-9FB8-4CB8BC86E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No idea how Strassen came up with these combinations. </a:t>
            </a:r>
          </a:p>
          <a:p>
            <a:pPr lvl="1">
              <a:defRPr/>
            </a:pPr>
            <a:r>
              <a:rPr lang="en-US" dirty="0"/>
              <a:t>He probably realized that he wanted to determine each element in the product using less than 8 multiplications. </a:t>
            </a:r>
          </a:p>
          <a:p>
            <a:pPr lvl="2">
              <a:defRPr/>
            </a:pPr>
            <a:r>
              <a:rPr lang="en-US" dirty="0"/>
              <a:t>From there, he probably just played around with it. 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If we let T(n) be the running time of Strassen's algorithm, then it satisfies the following recurrence relation:</a:t>
            </a:r>
          </a:p>
          <a:p>
            <a:pPr lvl="1">
              <a:defRPr/>
            </a:pPr>
            <a:r>
              <a:rPr lang="en-US" dirty="0"/>
              <a:t>T(n) = 7T(n/2) +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2">
              <a:defRPr/>
            </a:pPr>
            <a:r>
              <a:rPr lang="en-US" dirty="0"/>
              <a:t>It's important to note that the hidden constant in the O(n</a:t>
            </a:r>
            <a:r>
              <a:rPr lang="en-US" baseline="30000" dirty="0"/>
              <a:t>2</a:t>
            </a:r>
            <a:r>
              <a:rPr lang="en-US" dirty="0"/>
              <a:t>) term is larger than the corresponding constant for the standard divide and conquer algorithm for this problem.</a:t>
            </a:r>
          </a:p>
          <a:p>
            <a:pPr lvl="1">
              <a:defRPr/>
            </a:pPr>
            <a:r>
              <a:rPr lang="en-US" dirty="0"/>
              <a:t> However, for large matrices this algorithm yields an improvement over the standard one with respect to time.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E4CCC-A755-4251-B7FD-2B800ACF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88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6CF2-71DF-2C6D-5233-41B5EAD35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Closest Pair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56B1D-A23C-2E79-6F4A-535733C4E1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Minimum Distance between Two Points</a:t>
                </a:r>
              </a:p>
              <a:p>
                <a:pPr algn="just" fontAlgn="base"/>
                <a:r>
                  <a:rPr lang="en-US" dirty="0"/>
                  <a:t>You are given an array </a:t>
                </a:r>
                <a:r>
                  <a:rPr lang="en-US" b="1" dirty="0" err="1"/>
                  <a:t>arr</a:t>
                </a:r>
                <a:r>
                  <a:rPr lang="en-US" b="1" dirty="0"/>
                  <a:t>[]</a:t>
                </a:r>
                <a:r>
                  <a:rPr lang="en-US" dirty="0"/>
                  <a:t> of n distinct points in a 2D plane, where each point is represented by its (x, y) coordinates. Find the</a:t>
                </a:r>
                <a:r>
                  <a:rPr lang="en-US" b="1" dirty="0"/>
                  <a:t> minimum Euclidean distance</a:t>
                </a:r>
                <a:r>
                  <a:rPr lang="en-US" dirty="0"/>
                  <a:t> between </a:t>
                </a:r>
                <a:r>
                  <a:rPr lang="en-US" b="1" dirty="0"/>
                  <a:t>two distinct points</a:t>
                </a:r>
                <a:r>
                  <a:rPr lang="en-US" dirty="0"/>
                  <a:t>.</a:t>
                </a:r>
              </a:p>
              <a:p>
                <a:pPr algn="just" fontAlgn="base"/>
                <a:r>
                  <a:rPr lang="en-US" b="1" dirty="0"/>
                  <a:t>Note:</a:t>
                </a:r>
                <a:r>
                  <a:rPr lang="en-US" dirty="0"/>
                  <a:t> For two points A(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x</a:t>
                </a:r>
                <a:r>
                  <a:rPr lang="en-US" dirty="0" err="1"/>
                  <a:t>,q</a:t>
                </a:r>
                <a:r>
                  <a:rPr lang="en-US" baseline="-25000" dirty="0" err="1"/>
                  <a:t>x</a:t>
                </a:r>
                <a:r>
                  <a:rPr lang="en-US" dirty="0"/>
                  <a:t>) and B(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y</a:t>
                </a:r>
                <a:r>
                  <a:rPr lang="en-US" dirty="0" err="1"/>
                  <a:t>,q</a:t>
                </a:r>
                <a:r>
                  <a:rPr lang="en-US" baseline="-25000" dirty="0" err="1"/>
                  <a:t>y</a:t>
                </a:r>
                <a:r>
                  <a:rPr lang="en-US" dirty="0"/>
                  <a:t>) the distance Euclidean between them is:</a:t>
                </a:r>
              </a:p>
              <a:p>
                <a:pPr marL="0" indent="0" algn="just" fontAlgn="base">
                  <a:buNone/>
                </a:pPr>
                <a:r>
                  <a:rPr lang="en-US" dirty="0"/>
                  <a:t>     Distance = 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/>
                        </m:ctrlPr>
                      </m:radPr>
                      <m:deg/>
                      <m:e>
                        <m:d>
                          <m:dPr>
                            <m:endChr m:val=""/>
                            <m:ctrlPr>
                              <a:rPr lang="ar-AE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/>
                                </m:ctrlPr>
                              </m:sSubPr>
                              <m:e>
                                <m:r>
                                  <a:rPr lang="ar-AE" i="1"/>
                                  <m:t>𝑝</m:t>
                                </m:r>
                              </m:e>
                              <m:sub>
                                <m:r>
                                  <a:rPr lang="ar-AE" i="1"/>
                                  <m:t>𝑥</m:t>
                                </m:r>
                              </m:sub>
                            </m:sSub>
                            <m:r>
                              <a:rPr lang="ar-AE"/>
                              <m:t>−</m:t>
                            </m:r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i="1"/>
                                  <m:t>𝑞</m:t>
                                </m:r>
                              </m:e>
                              <m:sub>
                                <m:r>
                                  <a:rPr lang="ar-AE" i="1"/>
                                  <m:t>𝑥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i="1"/>
                                    </m:ctrlPr>
                                  </m:dPr>
                                  <m:e>
                                    <m:r>
                                      <a:rPr lang="ar-AE"/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/>
                                  <m:t>2</m:t>
                                </m:r>
                              </m:sup>
                            </m:sSup>
                            <m:r>
                              <a:rPr lang="ar-AE"/>
                              <m:t>+</m:t>
                            </m:r>
                            <m:d>
                              <m:dPr>
                                <m:endChr m:val=""/>
                                <m:ctrlPr>
                                  <a:rPr lang="ar-AE" i="1"/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𝑝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𝑦</m:t>
                                    </m:r>
                                  </m:sub>
                                </m:sSub>
                                <m:r>
                                  <a:rPr lang="ar-AE"/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i="1"/>
                                    </m:ctrlPr>
                                  </m:sSubPr>
                                  <m:e>
                                    <m:r>
                                      <a:rPr lang="ar-AE" i="1"/>
                                      <m:t>𝑞</m:t>
                                    </m:r>
                                  </m:e>
                                  <m:sub>
                                    <m:r>
                                      <a:rPr lang="ar-AE" i="1"/>
                                      <m:t>𝑦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i="1"/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/>
                                        </m:ctrlPr>
                                      </m:dPr>
                                      <m:e>
                                        <m:r>
                                          <a:rPr lang="ar-AE"/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rad>
                    <m:r>
                      <m:rPr>
                        <m:nor/>
                      </m:rPr>
                      <a:rPr lang="ar-AE" i="1"/>
                      <m:t>                  </m:t>
                    </m:r>
                  </m:oMath>
                </a14:m>
                <a:endParaRPr lang="ar-AE" dirty="0"/>
              </a:p>
              <a:p>
                <a:pPr algn="just"/>
                <a:r>
                  <a:rPr lang="en-US" dirty="0">
                    <a:solidFill>
                      <a:srgbClr val="C00000"/>
                    </a:solidFill>
                  </a:rPr>
                  <a:t>Naïve approach – O(n</a:t>
                </a:r>
                <a:r>
                  <a:rPr lang="en-US" baseline="30000" dirty="0">
                    <a:solidFill>
                      <a:srgbClr val="C00000"/>
                    </a:solidFill>
                  </a:rPr>
                  <a:t>2</a:t>
                </a:r>
                <a:r>
                  <a:rPr lang="en-US" dirty="0">
                    <a:solidFill>
                      <a:srgbClr val="C00000"/>
                    </a:solidFill>
                  </a:rPr>
                  <a:t>) – check all possible pairs and store minimum</a:t>
                </a:r>
              </a:p>
              <a:p>
                <a:pPr algn="just"/>
                <a:r>
                  <a:rPr lang="en-US" dirty="0">
                    <a:solidFill>
                      <a:srgbClr val="C00000"/>
                    </a:solidFill>
                  </a:rPr>
                  <a:t>Divide and Conquer – O(</a:t>
                </a:r>
                <a:r>
                  <a:rPr lang="en-US" dirty="0" err="1">
                    <a:solidFill>
                      <a:srgbClr val="C00000"/>
                    </a:solidFill>
                  </a:rPr>
                  <a:t>nlogn</a:t>
                </a:r>
                <a:r>
                  <a:rPr lang="en-US" dirty="0">
                    <a:solidFill>
                      <a:srgbClr val="C00000"/>
                    </a:solidFill>
                  </a:rPr>
                  <a:t>)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56B1D-A23C-2E79-6F4A-535733C4E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B8121-3481-8F6B-5D9E-87ECE8AE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1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BA8B-4077-C97A-9983-17FB0072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Closest Pair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AA87-0AED-29CB-D2A5-6E082587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Sort the points by x-coordinate.</a:t>
            </a:r>
          </a:p>
          <a:p>
            <a:pPr fontAlgn="base"/>
            <a:r>
              <a:rPr lang="en-US" dirty="0"/>
              <a:t>Recursively divide the points into left and right subarrays until each subarrays has one or two points:</a:t>
            </a:r>
          </a:p>
          <a:p>
            <a:pPr lvl="1" fontAlgn="base"/>
            <a:r>
              <a:rPr lang="en-US" dirty="0"/>
              <a:t>If one point, return infinity.</a:t>
            </a:r>
          </a:p>
          <a:p>
            <a:pPr lvl="1" fontAlgn="base"/>
            <a:r>
              <a:rPr lang="en-US" dirty="0"/>
              <a:t>If two points, return their distance.</a:t>
            </a:r>
          </a:p>
          <a:p>
            <a:pPr fontAlgn="base"/>
            <a:r>
              <a:rPr lang="en-US" dirty="0"/>
              <a:t>Find the minimum distances </a:t>
            </a:r>
            <a:r>
              <a:rPr lang="en-US" b="1" dirty="0"/>
              <a:t>dl </a:t>
            </a:r>
            <a:r>
              <a:rPr lang="en-US" dirty="0"/>
              <a:t>and</a:t>
            </a:r>
            <a:r>
              <a:rPr lang="en-US" b="1" dirty="0"/>
              <a:t> dr </a:t>
            </a:r>
            <a:r>
              <a:rPr lang="en-US" dirty="0"/>
              <a:t>in the left and right subarrays, and set</a:t>
            </a:r>
            <a:r>
              <a:rPr lang="en-US" b="1" dirty="0"/>
              <a:t> d </a:t>
            </a:r>
            <a:r>
              <a:rPr lang="en-US" dirty="0"/>
              <a:t>as the smaller value between</a:t>
            </a:r>
            <a:r>
              <a:rPr lang="en-US" b="1" dirty="0"/>
              <a:t> dl </a:t>
            </a:r>
            <a:r>
              <a:rPr lang="en-US" dirty="0"/>
              <a:t>and</a:t>
            </a:r>
            <a:r>
              <a:rPr lang="en-US" b="1" dirty="0"/>
              <a:t> dr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Check points near the dividing line (strip of width </a:t>
            </a:r>
            <a:r>
              <a:rPr lang="en-US" b="1" dirty="0"/>
              <a:t>d</a:t>
            </a:r>
            <a:r>
              <a:rPr lang="en-US" dirty="0"/>
              <a:t>) – </a:t>
            </a:r>
            <a:r>
              <a:rPr lang="en-US" dirty="0">
                <a:solidFill>
                  <a:srgbClr val="C00000"/>
                </a:solidFill>
              </a:rPr>
              <a:t>to find cross pairs</a:t>
            </a:r>
          </a:p>
          <a:p>
            <a:pPr fontAlgn="base"/>
            <a:r>
              <a:rPr lang="en-US" dirty="0"/>
              <a:t>Return smallest distance found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FA768-33AE-56FF-7366-C2FA1C58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626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C8AF-CE83-8BF7-C9C4-A50CF0171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Closest Pair 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EE32D-1FB0-7069-3DBB-C942F83B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232FD-1F52-4A4D-92F6-431597E3537D}" type="slidenum">
              <a:rPr lang="en-US" smtClean="0"/>
              <a:t>40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E1E38-6F71-4AD3-B28B-B9B1D20CC4CA}"/>
              </a:ext>
            </a:extLst>
          </p:cNvPr>
          <p:cNvSpPr txBox="1"/>
          <p:nvPr/>
        </p:nvSpPr>
        <p:spPr>
          <a:xfrm>
            <a:off x="701040" y="1859339"/>
            <a:ext cx="609600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CLOSEST_PAIR(P, n)</a:t>
            </a:r>
            <a:b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       if n &lt;= 3</a:t>
            </a:r>
            <a:b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              return minimum distance by brute force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// O(1) </a:t>
            </a:r>
            <a:b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       mid = n / 2</a:t>
            </a:r>
            <a:b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       dl = CLOSEST_PAIR(PL, mid)</a:t>
            </a:r>
            <a:b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       dr = CLOSEST_PAIR(PR, n - mid)</a:t>
            </a:r>
            <a:b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       d = minimum(dl, dr)</a:t>
            </a:r>
          </a:p>
          <a:p>
            <a:r>
              <a:rPr lang="en-US" sz="2000" i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       // O(n) to find points in strip within distance d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Build strip[] containing points from Py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whose |x -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mid_x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&lt;</a:t>
            </a:r>
            <a:r>
              <a:rPr lang="en-US" sz="2000" dirty="0"/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b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      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StripClosest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(strip, d)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return minimum(d, ds)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997E4-9364-A1F8-097B-CD6938E51123}"/>
              </a:ext>
            </a:extLst>
          </p:cNvPr>
          <p:cNvSpPr txBox="1"/>
          <p:nvPr/>
        </p:nvSpPr>
        <p:spPr>
          <a:xfrm>
            <a:off x="7172960" y="3156585"/>
            <a:ext cx="4917440" cy="317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StripClosest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(strip, d)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min = 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strip.length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For j = i+1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strip.length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while (strip[j].y - strip[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].y &lt; min):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compute distance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update min if smaller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min</a:t>
            </a:r>
          </a:p>
        </p:txBody>
      </p:sp>
    </p:spTree>
    <p:extLst>
      <p:ext uri="{BB962C8B-B14F-4D97-AF65-F5344CB8AC3E}">
        <p14:creationId xmlns:p14="http://schemas.microsoft.com/office/powerpoint/2010/main" val="332589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2271</Words>
  <Application>Microsoft Office PowerPoint</Application>
  <PresentationFormat>Widescreen</PresentationFormat>
  <Paragraphs>300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Arial</vt:lpstr>
      <vt:lpstr>Calibri</vt:lpstr>
      <vt:lpstr>Calibri Light</vt:lpstr>
      <vt:lpstr>Consolas</vt:lpstr>
      <vt:lpstr>Times New Roman</vt:lpstr>
      <vt:lpstr>urw-din</vt:lpstr>
      <vt:lpstr>Verdana</vt:lpstr>
      <vt:lpstr>Wingdings 2</vt:lpstr>
      <vt:lpstr>Office Theme</vt:lpstr>
      <vt:lpstr>Divide and Conquer</vt:lpstr>
      <vt:lpstr>Introduction</vt:lpstr>
      <vt:lpstr>Integer Multiplication</vt:lpstr>
      <vt:lpstr>Integer Multiplication</vt:lpstr>
      <vt:lpstr>Integer Multiplication</vt:lpstr>
      <vt:lpstr>Integer Multiplication (Karatsuba Algorithm)</vt:lpstr>
      <vt:lpstr>Integer Multiplication</vt:lpstr>
      <vt:lpstr>Integer Multiplication</vt:lpstr>
      <vt:lpstr>Integer Multiplication - Example</vt:lpstr>
      <vt:lpstr>Integer Multiplication - Example</vt:lpstr>
      <vt:lpstr>Integer Multiplication - Example</vt:lpstr>
      <vt:lpstr>Integer Multiplication - Example</vt:lpstr>
      <vt:lpstr>Integer Multiplication - Example</vt:lpstr>
      <vt:lpstr>Pseudocode</vt:lpstr>
      <vt:lpstr>Long Integer Multiplication</vt:lpstr>
      <vt:lpstr>Maximum Sum Subarray</vt:lpstr>
      <vt:lpstr>Maximum Sum Subarray</vt:lpstr>
      <vt:lpstr>Solution #1 - Brute Force</vt:lpstr>
      <vt:lpstr>Solution #2 – Divide and Conquer</vt:lpstr>
      <vt:lpstr>Maximum Sum Subarray</vt:lpstr>
      <vt:lpstr>Maximum Sum Subarray - Example</vt:lpstr>
      <vt:lpstr>Maximum Sum Subarray - Example</vt:lpstr>
      <vt:lpstr>Maximum Sum Subarray - Example</vt:lpstr>
      <vt:lpstr>Strassen’s Algorithm</vt:lpstr>
      <vt:lpstr>Strassen’s Algorithm</vt:lpstr>
      <vt:lpstr>Strassen’s Algorithm</vt:lpstr>
      <vt:lpstr>Strassen’s Algorithm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Strassen’s Algorithm</vt:lpstr>
      <vt:lpstr>Strassen’s Algorithm</vt:lpstr>
      <vt:lpstr>Closest Pair Algorithm</vt:lpstr>
      <vt:lpstr>Closest Pair Algorithm</vt:lpstr>
      <vt:lpstr>Closest Pair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</dc:title>
  <dc:creator>Supriya M</dc:creator>
  <cp:lastModifiedBy>Dr. Supriya M.</cp:lastModifiedBy>
  <cp:revision>95</cp:revision>
  <dcterms:created xsi:type="dcterms:W3CDTF">2021-02-28T15:21:41Z</dcterms:created>
  <dcterms:modified xsi:type="dcterms:W3CDTF">2026-03-02T08:59:51Z</dcterms:modified>
</cp:coreProperties>
</file>