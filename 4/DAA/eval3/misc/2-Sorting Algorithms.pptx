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63" r:id="rId3"/>
    <p:sldId id="362" r:id="rId4"/>
    <p:sldId id="334" r:id="rId5"/>
    <p:sldId id="365" r:id="rId6"/>
    <p:sldId id="364" r:id="rId7"/>
    <p:sldId id="257" r:id="rId8"/>
    <p:sldId id="374" r:id="rId9"/>
    <p:sldId id="258" r:id="rId10"/>
    <p:sldId id="259" r:id="rId11"/>
    <p:sldId id="375" r:id="rId12"/>
    <p:sldId id="261" r:id="rId13"/>
    <p:sldId id="260" r:id="rId14"/>
    <p:sldId id="366" r:id="rId15"/>
    <p:sldId id="371" r:id="rId16"/>
    <p:sldId id="372" r:id="rId17"/>
    <p:sldId id="373" r:id="rId18"/>
    <p:sldId id="376" r:id="rId19"/>
    <p:sldId id="367" r:id="rId20"/>
    <p:sldId id="368" r:id="rId21"/>
    <p:sldId id="392" r:id="rId22"/>
    <p:sldId id="393" r:id="rId23"/>
    <p:sldId id="380" r:id="rId24"/>
    <p:sldId id="394" r:id="rId25"/>
    <p:sldId id="395" r:id="rId26"/>
    <p:sldId id="396" r:id="rId27"/>
    <p:sldId id="397" r:id="rId28"/>
    <p:sldId id="398" r:id="rId29"/>
    <p:sldId id="399" r:id="rId30"/>
    <p:sldId id="381" r:id="rId31"/>
    <p:sldId id="377" r:id="rId32"/>
    <p:sldId id="378" r:id="rId33"/>
    <p:sldId id="379" r:id="rId34"/>
    <p:sldId id="382" r:id="rId35"/>
    <p:sldId id="383" r:id="rId36"/>
    <p:sldId id="384" r:id="rId37"/>
    <p:sldId id="385" r:id="rId38"/>
    <p:sldId id="386" r:id="rId39"/>
    <p:sldId id="410" r:id="rId40"/>
    <p:sldId id="411" r:id="rId41"/>
    <p:sldId id="387" r:id="rId42"/>
    <p:sldId id="388" r:id="rId43"/>
    <p:sldId id="391" r:id="rId44"/>
    <p:sldId id="389" r:id="rId45"/>
    <p:sldId id="390" r:id="rId46"/>
    <p:sldId id="400" r:id="rId47"/>
    <p:sldId id="405" r:id="rId48"/>
    <p:sldId id="406" r:id="rId49"/>
    <p:sldId id="407" r:id="rId50"/>
    <p:sldId id="408" r:id="rId51"/>
    <p:sldId id="409" r:id="rId52"/>
    <p:sldId id="402" r:id="rId53"/>
    <p:sldId id="403" r:id="rId54"/>
    <p:sldId id="401" r:id="rId55"/>
    <p:sldId id="40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03T09:54:28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8711 10559 0,'0'0'0,"0"0"16,0 0 0,0 0-16,0 0 15,-9 9 1,-1 0-16,10 0 15,0 10 1,0-1-16,10 10 16,18 0-1,10-1-15,18 1 16,19-9-16,19-10 16,1-9-1,8 0-15,1 0 16,-1 0-1,-18 0-15,-1 0 16,-8 0-16,18 0 16,-19 0-1,0-9-15,-9-1 16,0-8 0,-10-1-16,1-8 15,-57 27-15</inkml:trace>
  <inkml:trace contextRef="#ctx0" brushRef="#br0" timeOffset="561.11">10969 9479 0,'0'0'0,"0"0"16,0 0 0,0 9-16,9 19 15,1 9 1,-1 27-16,1 19 16,-1 10-16,0-10 15,-9-9 1,0-19-16,0-18 15,0-9 1,-9-10-16,0-9 16,9-9-16</inkml:trace>
  <inkml:trace contextRef="#ctx0" brushRef="#br0" timeOffset="1027.24">10884 9820 0,'0'-9'15,"0"-9"-15,0-19 16,0 0-16,10 0 15,-1 0 1,1 9-16,8 1 16,1-1-1,0 19-15,9-1 16,0 10 0,10 10-16,9 17 15,0 20-15,0 8 16,0 10-1,-9-10-15,0-9 16,-10 0 0,0-9-16,-9-9 15,0-10-15,-10-9 16,0 1 0,1-10-16,-10 0 15,9 0 1,1-10-16,-1-8 15,0-10 1,1-27-16,-1-10 16,-9 1-16,10-1 15,-10 10 1,0 9-16,0-1 16,0 1-1,9 9-15,0 0 16,10 1-16,-19 36 15</inkml:trace>
  <inkml:trace contextRef="#ctx0" brushRef="#br0" timeOffset="1527.44">12098 9820 0,'0'0'0,"0"0"16,0 0-16,0 0 15,0 0 1,0 0-16,0 0 16,0 0-16,0 0 15,0 0 1,0 0-16,0 0 16,0 0-1,0 0-15,0 0 16,0 0-16,0 0 15,0 0 1,9 0-16,10-9 16,9 0-1,1 0-15,8-1 16,1 1 0,-1 0-16,-8 0 15,-1 0-15,10 9 16,-1-10-1,-37 10-15</inkml:trace>
  <inkml:trace contextRef="#ctx0" brushRef="#br0" timeOffset="1994.45">12907 9525 0,'0'0'16,"0"0"-16,0 0 15,0 0 1,0 0-16,0 9 16,9 10-1,1 18-15,-1 9 16,1 0-16,-1 19 15,0-10 1,1 0 0,-1 1-16,1-1 15,-1 0-15,0 1 16,-9-1 0,0-9-16,0-9 15,0 0-15,-9 0 16,0-9-1,-1-1-15,1-8 16,-10-1 0,0-8-16,0-1 15,-9-9-15,0-9 16,-19-28 0,0-19-16,47 56 15</inkml:trace>
  <inkml:trace contextRef="#ctx0" brushRef="#br0" timeOffset="2432.21">12822 9156 0,'0'0'0,"0"0"16,0 0-16,0 0 15,0 0 1,0 0-16,0 18 16,10 10-1,-1 9-15,1 0 16,8-10 0,-8 1-16,9 0 15,-1-10-15,11-8 16,-1-10-1,9 0-15,-8-10 16,-1-8 0,0-10-16,-9 0 15,0 1-15,-10-1 16,-9 0 0,0 10-16,-9 0 15,-1-1 1,-8 10-16,-11 0 15,-8 18 1,-20 28-16,-9 27 16,66-64-16</inkml:trace>
  <inkml:trace contextRef="#ctx0" brushRef="#br0" timeOffset="-140409.18">15710 11694 0,'0'0'0,"0"0"0,0 0 15,0-9 1,0 9-16,-9-9 15,0-1-15,-1 10 16,-18 10 0,-19 17-16,-28 38 15,-10 46 1,10 9-16,9 18 16,19 19-1,9-9-15,19 8 16,10 1-16,18-37 15,20-18 1,-1-19-16,9-18 16,1-19-1,0-28-15,18-9 16,19-36-16,29-38 16,-10-46-1,-9-18-15,-10-19 16,-28-8-1,-9 17-15,-10 1 16,-19-1 0,-9 19-16,-19 0 15,-9 19-15,-9-1 16,-11 19 0,1 19-16,0 17 15,0 10 1,0 10-16,0 18 15,0 9-15,-9 27 16,-1 29 0,20 17-16,18 1 15,10 0 1,9-74-16</inkml:trace>
  <inkml:trace contextRef="#ctx0" brushRef="#br0" timeOffset="-139997.05">16501 10586 0,'0'0'15,"-10"10"-15,1 27 16,-19 36-16,-1 47 16,1 28-1,0 18-15,9 28 16,0 0 0,10 18-16,9 0 15,19-27 1,9 9-16,10-28 15,-1-18-15,20-28 16,-1-37 0,19-19-16,1-27 15,-1-18 1,38-29-16,18-36 16,-18-46-1,-113 92-15</inkml:trace>
  <inkml:trace contextRef="#ctx0" brushRef="#br0" timeOffset="-139246.98">17263 11639 0,'0'0'0,"0"0"16,0 9-1,0 28-15,9 18 16,0 28 0,10 9-16,0-8 15,0-11-15,0-17 16,-10-19 0,0 0-16,1-19 15,-10-9 1,0 1-16,0-10 15,0 0-15,0 0 16,0-10 0,-10-17-16,10-20 15,-9-8 1,9 0-16,0-1 16,0 1-1,9 0-15,1-1 16,9 1-16,9-1 15,19-8 1,0 18-16,0 18 16,0 10-1,0 18-15,10 0 16,8 18-16,-8 19 16,9 9-1,0 19-15,-1-1 16,-18 1-1,0-1-15,-9-17 16,-10-10-16,-9-10 16,0-8-1,-10-10-15,1-9 16,-1 0 0,1 0-16,-1-19 15,0-17 1,1-29-16,-1-18 15,-9-9-15,-9-1 16,-10 1 0,0 0-16,0 18 15,1 9 1,-1 10-16,0-1 16,0-8-1,19 64-15</inkml:trace>
  <inkml:trace contextRef="#ctx0" brushRef="#br0" timeOffset="-138411.55">18260 10448 0,'0'0'0,"0"0"16,0-9-1,0 0-15,9-10 16,10-9 0,9 1-16,0 8 15,10 1 1,0 9-16,-10 9 15,0 9-15,-9 9 16,-10 10 0,1 18-16,-10 19 15,0-1 1,0-8-16,0-19 16,0-10-16,0-8 15,0-10 1,9 0-16,19-9 15,19-18 1,29-28-16,18-19 16,9-9-1,1-18-15,-104 92 16</inkml:trace>
  <inkml:trace contextRef="#ctx0" brushRef="#br0" timeOffset="-138077.98">18796 10023 0,'0'0'0,"0"0"16,19 0-1,37 10-15,38 27 16,38 36-1,28 29-15,0 18 16,9 46 0,-18 46-16,-1 65 15,-37 0 1,-47 18-16,-28 28 16,-48 10-16,-46-19 15,-48-28 1,-37 9-16,-9-64 15,27-37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1-02-04T04:05:07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15893 14005 0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03T09:59:22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15353 13217 0,'0'0'0,"-10"28"16,-8 27-16,-11 28 15,1 28 1,9 46-16,1 9 15,8 37 1,10-28-16,19 10 16,19-10-16,-1-27 15,10-19 1,0-46-16,0-28 16,0-27-1,10-9-15,9-29 16,18-36-16,10-46 15,-9-19 1,-28-9-16,8-37 16,-18 10-1,-9 8-15,-19 10 16,0-9 0,-19 27-16,-10 18 15,1 10-15,-10 19 16,-9 8-1,0 20-15,-10-1 16,0 9 0,-9 19-16,-28 18 15,-10 9 1,10 19-16,9 0 16,66-37-16</inkml:trace>
  <inkml:trace contextRef="#ctx0" brushRef="#br0" timeOffset="383.11">16736 12506 0,'0'0'0,"0"0"16,0 0-16,0 28 16,0 27-1,-10 65-15,-8 37 16,-11 9 0,1 37-16,0-37 15,9 19-15,19-10 16,0-27-1,19-19-15,19-9 16,-1-27 0,20-10-16,-1-28 15,10-9 1,9-18-16,19-19 16,10-37-16,-104 28 15</inkml:trace>
  <inkml:trace contextRef="#ctx0" brushRef="#br0" timeOffset="1066.58">17535 13438 0,'0'0'16,"0"0"-16,0 0 15,0 10 1,10 27-16,9 18 16,9 19-1,0 9-15,0-9 16,-9-19-16,-9-9 16,-1-18-1,-9-10-15,0-8 16,0-1-1,0-9-15,0 0 16,0 0 0,-9-9-16,-10-28 15,-10-37-15,11 0 16,-1-9 0,9 9-16,1 0 15,9 10 1,9 8-16,1 10 15,9 9 1,9 9-16,0 1 16,10 8-16,9 19 15,28 10 1,10 17-16,9 10 16,-19 0-1,-9 9-15,-10 0 16,-9-9-16,-18-9 15,-1-10 1,-9 1-16,-10-10 16,0 0-1,-9-9-15,0 0 16,10-9 0,-1-28-16,-9-27 15,0-19-15,-9-10 16,-10 1-1,0 0-15,0-19 16,19 111 0</inkml:trace>
  <inkml:trace contextRef="#ctx0" brushRef="#br0" timeOffset="1416.79">17996 11685 0,'0'0'0,"0"0"16,0 0-16,19 9 15,38 9 1,27 29-16,57 17 16,19 28-1,0 19-15,-9 9 16,-1 37-16,-37-18 15,-9 27 1,-29 0-16,-19 0 16,-27 0-1,-11-27-15,-8-29 16,-10-17 0,-10-20-16,10-26 15,0-20 1,0-17-16,0-10 15,0 0-15</inkml:trace>
  <inkml:trace contextRef="#ctx0" brushRef="#br0" timeOffset="1683.88">20122 12866 0,'0'0'0,"0"0"15,19 0 1,38-9-16,18-10 16,38-17-1,9-1-15,10-10 16,-10 11-16,10-20 15,-132 56 1</inkml:trace>
  <inkml:trace contextRef="#ctx0" brushRef="#br0" timeOffset="2317.07">21929 11168 0,'0'0'0,"0"0"15,9 9 1,10 28-16,9 37 15,10 37 1,-1 18-16,10 0 16,-9 28-16,-10-28 15,-9-18 1,0 0-16,-10-10 16,1-36-1,-10-28-15,0-19 16,0 1-16,0-10 15,0-9 1,0 0-16,0-9 16,0-19-1,0-9-15,9-28 16,10 1-16,9-10 16,0 19-1,1-1-15,18 10 16,0 9-1,9 9-15,10 10 16,-10 9 0,1 9-16,-20 9 15,1 9 1,-10 10-16,-18 18 16,-10 19-16,-19 9 15,-28 9 1,-10-19-16,1-8 15,0-19 1,9-19-16,47-18 16</inkml:trace>
  <inkml:trace contextRef="#ctx0" brushRef="#br0" timeOffset="3150.19">23396 11629 0,'0'0'0,"0"0"16,0 0-16,19-9 16,0 0-1,9-10-15,0-8 16,1-1-1,-1-9-15,0 0 16,-9 0 0,-10 10-16,1-1 15,-1 0-15,-9 10 16,0 9 0,0-1-16,0 10 15,0 0 1,-9 0-16,-20 10 15,-8 17 1,-10 19-16,0 19 16,9 18-16,10 0 15,18-9 1,10-9-16,10-1 16,9-8-1,9-20-15,19-8 16,9-19-16,38-18 15,19-19 1,19-27-16,9-28 16,-19-18-1,1-19-15,-29 18 16,-19 10 0,-19-1-16,-18 20 15,-10 8-15,-9 10 16,-9 18-1,-10 9-15,0 10 16,0 8 0,-10 1-16,-18 9 15,0 0-15,9 9 16,-9 10 0,9 8-16,9 1 15,10 9 1,10 0-16,18 9 15,10 9 1,9 10-16,0 0 16,0-1-16,-10 1 15,-8 0 1,-20-1-16,-9 1 16,-9-19-1,-10-9-15,19-37 16</inkml:trace>
  <inkml:trace contextRef="#ctx0" brushRef="#br0" timeOffset="3483.78">25118 9820 0,'0'0'0,"0"19"15,9 45-15,10 47 16,9 55 0,0 0-16,10 47 15,0-29 1,9 19-16,-10-55 15,1 0 1,0-56-16,-1-27 16,-9-28-16,1-19 15,-1-18 1,-28 0-16</inkml:trace>
  <inkml:trace contextRef="#ctx0" brushRef="#br0" timeOffset="3666.81">25353 10900 0,'0'0'16,"0"0"-16,-9-9 16,9 9-1,0 0-15,0 0 16,0 0 0,0 0-16,9-9 15,38-19-15,75-37 16,48-36-1,37-10-15</inkml:trace>
  <inkml:trace contextRef="#ctx0" brushRef="#br0" timeOffset="5455.2">27319 9636 0,'0'0'0,"-9"9"15,-10 19-15,-28 18 16,-10 9-1,1 10-15,0 9 16,8-1-16,11 11 16,9-11-1,18 1-15,10-9 16,19-10 0,19-9-16,18-9 15,19-18 1,19-19-16,38-28 15,0-37-15,-10-18 16,-9-9 0,-19 0-16,-9-1 15,-19-8 1,-19 18-16,-19 9 16,-9 19-1,-10 9-15,1 9 16,-10 18-16,0 10 15,-10 0 1,-18 9-16,-10 9 16,-18 19-1,-1 18-15,1 18 16,9 1 0,19-10-16,18-9 15,1-9-15,9-9 16,9-9-1,10-10-15,9 0 16,10-9 0,0-9-16,9 0 15,0-10-15,-10 1 16,1-10 0,0-9-16,-1 0 15,-9 9 1,1 1-16,-11-1 15,-8 10 1,-1-1-16,1 10 16,-10 9-16,9 0 15,0 9 1,10 19-16,0 18 16,0 9-1,0 10-15,0-10 16,9 1-16,-9-10 15,9-9 1,0-19-16,0-9 16,0-9-1,10-9-15,9-9 16,0-19-16,10-19 16,8-17-1,1-20-15,-9 10 16,-10-18-1,0-10-15,-19 19 16,-9 18 0,-10 0-16,-9 19 15,0 18-15,0 9 16,-9 10 0,9-1-16,0 10 15,-10 9 1,1 0-16,0 9 15,-1 10 1,1 18-16,-1 18 16,20 9-16,9 1 15,9 9 1,9 9-16,11-9 16,-1 9-1,-10-9-15,-9-10 16,-9 1-16,0 0 15,-19-1 1,0-8-16,-9-20 16,-1-8-1,1-9-15,9-10 16,0-9 0,0 0-16,0 0 15,19-28-15,9-27 16,28-28-1,10-19-15,0 1 16,-10 8 0,-9 20-16,10-11 15,-1-8 1,1 0-16,-10 9 16,-19 0-16,-9 0 15,-19 18 1,0 10-16,-10 18 15,-8 9-15,-11 10 16,1 8 0,0 10-16,0 10 15,0 8 1,9 1-16,9 8 16,1 10-1,9 9-15,19 0 16,28 10-16,28-1 15,29-9 1,65-27-16,47-38 16,19 1-1</inkml:trace>
  <inkml:trace contextRef="#ctx0" brushRef="#br0" timeOffset="5552.72">31214 8814 0,'0'0'0,"0"0"15,-10 0-15,10 0 16</inkml:trace>
  <inkml:trace contextRef="#ctx0" brushRef="#br0" timeOffset="7416">18768 15773 0,'0'0'0,"0"19"16,0 27-1,9 9-15,1 10 16,-10-19-16,0-9 16,0-9-1,0-10-15,0-18 16,0 0-1,0 0-15,-10-27 16,-9-29-16,10-18 16,0-18-1,-1 18-15,20-18 16,8 9 0,11 9-16,-1 19 15,9 9 1,10 9-16,10 9 15,-10 28-15,19 18 16,18 29 0,1 17-16,0 28 15,-1 10 1,-8-28-16,-29-37 16,9-19-16,-9-18 15,0-28 1,10-27-16,-20-10 15,1-8 1,-10-1-16,-9 18 16,0 10-1,-10 28-15,1-1 16,-10 10-16,0 9 16,0 0-1,18 19-15,11 27 16,8 28-1,1 18-15,0-18 16,9 0 0,0-28-16,0-28 15,9-18-15,19-28 16,-9-27 0,0-19-16,-9-18 15,-20 18 1,-9 0-16,-18 10 15,-10 8-15,-19 1 16,0 18 0,-9 19-16,-10-1 15,-37 19 1,-19 28-16,0 9 16,19 0-1,18 9-15,20 0 16,18-9-16,19-37 15</inkml:trace>
  <inkml:trace contextRef="#ctx0" brushRef="#br0" timeOffset="7766.99">21073 14444 0,'0'0'16,"0"0"-16,0 0 16,0 10-1,-19 54-15,0 29 16,-9-1 0,18 0-16,1-18 15,9-19 1,9-18-16,20 0 15,-11-9-15,11-10 16,-1 1 0,0-1-16,-9-9 15,-10 1 1,1 8-16,-10 10 16,-19 27-1,-38 19-15,57-74 16</inkml:trace>
  <inkml:trace contextRef="#ctx0" brushRef="#br0" timeOffset="8014.15">20753 13817 0,'0'0'15,"0"0"-15,0 18 16,0 56 0,9 55-16,19-9 15,-28-120 1</inkml:trace>
  <inkml:trace contextRef="#ctx0" brushRef="#br0" timeOffset="9022.5">22888 14048 0,'0'0'0,"0"0"16,0 0-16,0 0 16,0 0-1,0 0-15,-9 9 16,-19 37-1,-10 28-15,-18 18 16,-1 19 0,19-19-16,1 0 15,27-36-15,1-29 16,9 1 0,0-19-16,0-9 15,19-9 1,28-28-16,19-27 15,0-1-15,-10 0 16,-9 10 0,-9 18-16,-10 9 15,-9 10 1,0 9-16,-1 0 16,11 18-16,8 9 15,10 19 1,10 9-16,-1 0 15,1-18 1,-1 0-16,0-19 16,1-18-1,-1-19-15,1-9 16,-10-9-16,9-9 16,-9-10-1,-9 0-15,-10 10 16,0 9-1,-9 9-15,-9 19 16,-1 8-16,0 1 16,1 0-1,-1 9-15,10 0 16,0 9 0,18 10-16,20-1 15,-1 0 1,20-8-16,-11-20 15,1-8-15,10-19 16,-20 0 0,-9-9-16,-9 0 15,-10-10 1,-9 10-16,-10 19 16,1-1-16,-10 9 15,0 10 1,-10 0-16,-9 9 15,-18 28 1,-1 18-16,0 28 16,20 9-1,8 9-15,20-18 16,18-19-16,28 1 16,38-19-1,76-28-15,55 9 16</inkml:trace>
  <inkml:trace contextRef="#ctx0" brushRef="#br0" timeOffset="10856.72">26425 13245 0,'0'0'0,"0"0"16,0 0-1,0 0-15,0 0 16,0 0 0,0 0-16,-9 0 15,-10 9 1,-9 9-16,-10 10 16,1 9-1,-1 0-15,10 9 16,0 0-16,9-9 15,9 0 1,10-9-16,0-10 16,10-9-1,-1-9-15,1 0 16,8-9-16,11-9 16,-1-10-1,0 0-15,10-18 16,-10 9-1,0 0-15,-9 10 16,0-1-16,0 19 16,-10-1-1,10 10-15,0 10 16,9 8 0,0 10-16,10 18 15,-1 0 1,1 0-16,-10-9 15,-9-18-15,0-1 16,9-9 0,0-9-16,10-18 15,18-28 1,10-47-16,0-27 16,0-18-16,-10-28 15,-18 0 1,0 0-16,-10-1 15,-19 29 1,1 0-16,-10 8 16,0 38-1,-10 18-15,-9 10 16,10 17-16,-10 10 16,10 10-1,-10 18-15,0 9 16,0 9-1,-9 18-15,-9 29 16,-1 36 0,19 19-16,0 46 15,19 9-15,10-28 16,18 29 0,10-11-16,-1-8 15,10-19 1,0-27-16,0-19 15,10-18-15,-1-19 16,10-19 0,0-17-16,0-20 15,0-17 1,9-19-16,-9-10 16,-10-18-1,-9-9-15,-9 9 16,-10-18-16,-19 9 15,-9 18 1,-9 10-16,-10 0 16,10 18-1,-10 9-15,10 10 16,-1-1-16,1 10 16,9 9-1,0 0-15,0 0 16,0 0-1,0 0-15,9 0 16,10 18 0,9 29-16,19 26 15,-9 1-15,-1 0 16,1-19 0,-10-8-16,10-11 15,0-8 1,9-9-16,9-19 15,10-19 1,0-18-16,0-18 16,-10 0-16,-18-10 15,-1 10 1,-18-1-16,-9 19 16,-1 0-1,-9 10-15,0 8 16,-9 1-16,-1 8 15,-9 1 1,1 9-16,-11 9 16,1 10-1,9 9-15,0 9 16,10-1-16,18 11 16,10-1-1,9-9-15,20-10 16,17-8-1,29-19-15,1-19 16,-11-8 0,-9-19-16,-9 9 15,-19-10-15,-9 1 16,-10 9 0,-9 10-16,0-1 15,-10 10 1,-9 8-16,0 1 15,0 9 1,-9 0-16,-10 9 16,-9 10-16,-10 8 15,10-8 1,0 9-16,9-1 16,9-8-1,10-10-15,0 0 16,0 0-16,10 1 15,-1-1 1,20 0-16,18 0 16,28 1-1,0-1-15,29-18 16,-104 9 0</inkml:trace>
  <inkml:trace contextRef="#ctx0" brushRef="#br0" timeOffset="11249.91">30386 11897 0,'0'0'0,"0"0"16,0 0-16,0 0 15,0 0 1,-19 0-16,-47 28 15,-28 36-15,-28 29 16,18-1 0,20 0-16,18 1 15,9-10 1,29-28-16,9-9 16,19-18-16,10-10 15,9-9 1,18-9-1,29-18-15,19-37 16,9-38-16,0-8 16,-9-28-1,-20 9-15,11-65 16,-20-27-16,1-10 16</inkml:trace>
  <inkml:trace contextRef="#ctx0" brushRef="#br0" timeOffset="12083.15">30433 10577 0,'0'0'0,"0"0"16,0 0-1,0 0-15,-9 37 16,-1 37 0,1 46-16,-1 46 15,10 0 1,0 19-16,19-10 15,9-27 1,10-19-16,0-18 16,-1-28-1,1-28-15,9-18 16,-9-9-16,-10-10 16,-9-8-1,9-10-15,-9 0 16,-1-10-16,1 1 15,0 0 1,0-10-16,-10 10 16,1 0-1,-1 0-15,1-1 16,-1 1-16,-9 9 16,9 0-1,10 9-15,28 10 16,0-1-1,0-8-15,0-1 16,0-9 0,0-9-16,0-10 15,-9-9-15,-10 1 16,0-1 0,-9 0-16,0 1 15,-9 8 1,-1 1-16,0 9 15,1-1 1,-10 10-16,0 0 16,0 0-16,9 10 15,10 26 1,19 48-16,-1 26 16,10 20-1,0 8-15,-9 0 16,-19-8-1,0-20-15,-19 1 16,-10-9-16,-9-10 16,-18-18-1,-10-28-15,0-9 16,-10-19 0,1-18-16,-10-18 15,19-19-15,0-18 16,19-29-1,28-26-15,37-38 16,38-9 0,38 0-16,28-27 15</inkml:trace>
  <inkml:trace contextRef="#ctx0" brushRef="#br0" timeOffset="12936.76">22662 16724 0,'0'0'16,"0"0"-16,0 0 15,0 0 1,0 0-16,-18 19 15,-11 18 1,1 9-16,0 0 16,9 0-1,0-9-15,10-9 16,9-10-16,9 0 16,1-8-1,9-1-15,18 0 16,10 0-1,10 1-15,-10 8 16,-19 1-16,0-1 16,-9 10-1,0 18-15,-19 0 16,-10 19 0,-8-10-16,-11 0 15,1 1 1,-10-1-16,-9 0 15,10-8-15,-1-20 16,38-27 0</inkml:trace>
  <inkml:trace contextRef="#ctx0" brushRef="#br0" timeOffset="13366.91">23048 17066 0,'0'0'0,"0"0"15,0 9 1,10 19-16,8-1 16,11 10-1,8-9-15,1-10 16,18-8-1,20-20-15,-1-17 16,9-29 0,-18-8-16,-19-10 15,0 0-15,-18 0 16,-11 19 0,-8 18-16,-10 0 15,-10 9 1,1 19-16,-10 0 15,-28 9-15,-19 27 16,-18 38 0,8 9-16,20 0 15,9 9 1,19-19-16,28-64 16</inkml:trace>
  <inkml:trace contextRef="#ctx0" brushRef="#br0" timeOffset="14066.63">24102 16512 0,'0'0'15,"0"0"-15,9 0 16,19 0-1,10 0-15,18 0 16,20 0-16,-10 0 16,-1 0-1,-8 9-15,-19 0 16,-1 1 0,-18 8-16,0 0 15,-10 1 1,-9-1-16,0 1 15,-9-1 1,-1-8-16,1-1 16,0-9-16,-1 0 15,1-9 1,9-19-16,0-37 16,19-46-1,18-9-15,10-9 16,0-9-16,0 9 15,-9-1 1,-10 10-16,-18 10 16,-10-1-1,-10 28-15,1 9 16,-10 19-16,10 18 16,-1 9-1,1 10-15,9 8 16,0 10-1,0 0-15,0 0 16,9 19-16,10 27 16,9 28-1,19 37-15,10 9 16,-1-1 0,1 20-16,8-10 15,-18-18 1,0-19-16,0-9 15,-18-27-15,-10-19 16,-19-37 0</inkml:trace>
  <inkml:trace contextRef="#ctx0" brushRef="#br0" timeOffset="14600.03">24892 15967 0,'0'0'16,"0"0"-1,19 0-15,18-9 16,39 0-16,37-10 16,9-8-1,0-10-15,0-9 16,-18-1-1,-10-8-15,-19 9 16,-9-9-16,-19 8 16,-9 1-1,-19 19-15,-1-1 16,-8 9 0,-1 1-16,-9 9 15,0 0-15,0 9 16,0 0-1,0 0-15,-9 9 16,-10 9 0,-9 10-16,0 18 15,9 0 1,0 19-16,10-1 16,9 1-1,9 0-15,0-19 16,20 9-16,18-18 15,9-9 1,38-10-16,19-27 16,-9-19-1,-1-18-15,-103 46 16</inkml:trace>
  <inkml:trace contextRef="#ctx0" brushRef="#br0" timeOffset="15233.78">27112 15164 0,'0'0'0,"0"0"16,0 0-16,0 0 15,0 0 1,-9 10-16,-19 26 15,-20 20-15,1 8 16,-9 20 0,18-11-16,10-8 15,9 0 1,10-10-16,9-9 16,0-9-16,9-9 15,10-10 1,19-9-16,18-18 15,19-28 1,1-18-16,-1-28 16,-19 9-1,-9-9-15,-18 9 16,-1-9-16,-9 0 16,-10 9-1,-9-18-15,0-1 16,-9-8-1,-10 9-15,10 27 16,-1 10 0,1 18-16,-1 9 15,10 10-15,0 8 16,0 10 0,0 0-16,0 10 15,10 17 1,9 29-16,-1 27 15,29 28-15,19 18 16,9 0 0,10 0-16,28 0 15,28-18 1,-141-111-16</inkml:trace>
  <inkml:trace contextRef="#ctx0" brushRef="#br0" timeOffset="15357.41">29069 14980 0,'0'0'16,"0"0"-16</inkml:trace>
  <inkml:trace contextRef="#ctx0" brushRef="#br0" timeOffset="18021.09">18250 12654 0,'0'0'16,"0"0"-16,0 0 16,0 0-16,0 9 15,0 10 1,10-1-16,-1 10 15,10 18 1,0 0-16,9 9 16,0 10-1,0-10-15,1 10 16,-1 0 0,0-1-16,0-8 15,-28-56-15</inkml:trace>
  <inkml:trace contextRef="#ctx0" brushRef="#br0" timeOffset="19478.91">17441 13355 0,'0'0'15,"0"0"-15,0 0 16,0 0-16,0 0 15,0 10 1,19 8-16,9 10 16,10 18-1,9 28-15,0 9 16,-9-9 0,-1-1-16,-8-8 15,-1-10-15,-9-8 16,-10-11-1,0-8-15,1-9 16,-10-10 0,0-9-16,0 0 15,0 0 1,0 0-16</inkml:trace>
  <inkml:trace contextRef="#ctx0" brushRef="#br0" timeOffset="20138.47">17470 13503 0,'0'0'0,"0"0"16,0 0-1,0 0-15,0 0 16,0 0-1,0 0-15,18-9 16,11 0-16,8-10 16,10 1-1,0-1-15,10 1 16,-10 8 0,0 1-16,9 9 15,1 9 1,-10 1-16,9 8 15,1 10-15,-1 0 16,-9-1 0,0 1-16,-9 0 15,-1-10 1,1 1-16,-10-10 16,-9 0-1,-10 0-15,1 0 16,-1-9-16,-9 0 15,0 0 1,0 0-16,0 0 16,10-9-16,-1-9 15,-9-19 1,0 0-16,0-18 16,-9-19-1,-1 9-15,1-9 16,-1 10-1,-8-1-15,-1 10 16,0 8-16,0 11 16,0-1-1,1 0-15,8 9 16,1 10 0,-1-1-16,1-9 15,9 28 1</inkml:trace>
  <inkml:trace contextRef="#ctx0" brushRef="#br0" timeOffset="63107.46">29361 2280 0,'0'0'0,"18"-10"16,-18 10-16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04T04:07:25.4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13518 7264 0,'0'0'0,"10"0"16,9-9-16,18-1 15,39-17 1,46-20-16,47-17 16,38-19-16,38-28 15,-1 0 1,20-18-16,-29 18 15,-19 1 1,1 8-16,-39 10 16,-27 18-1,-29 18-15,-28 10 16,-37 19-16,-29 17 16,-28 10-1,0 0-15,0 0 16</inkml:trace>
  <inkml:trace contextRef="#ctx0" brushRef="#br0" timeOffset="415.91">13509 7670 0,'0'0'16,"0"0"-16,0 0 15,0 0-15,0 0 16,38-9 0,56-38-16,84-36 15,29-9 1,29-19-16,-11 1 15,1-10 1,-28 18-16,18-9 16,-9 10-1,-19-1-15,-18 19 16,-29 19-16,-10-1 16,-8 10-1,-29 8-15,-19 1 16,-19 9-16,-18 10 15,-10-10 1,-28 37-16</inkml:trace>
  <inkml:trace contextRef="#ctx0" brushRef="#br0" timeOffset="820.01">15673 5722 0,'0'0'16,"0"0"-16,0 0 15,9 10 1,10-1-16,47 9 16,18 1-16,39-1 15,-1 10 1,-18-10-16,-20 10 15,-18 0 1,0-1-16,-10 1 16,-9 0-16,-9 0 15,-10 8 1,-18 11-16,-20 17 16,-27 28-1,-39 10-15,-37 18 16,-18 9-1,8-9-15,1-18 16,-10-1-16,20-18 16,-20-18-1,132-65-15</inkml:trace>
  <inkml:trace contextRef="#ctx0" brushRef="#br0" timeOffset="1349.48">13471 6710 0,'0'0'0,"10"-9"16,9-1-1,-1 10-15,1 10 16,0 8-1,-10 19-15,1 18 16,-29 38-16,-19 27 16,-18 0-1,-10 9-15,-9 9 16,18-18 0,-8-9-16,18-9 15,9-28-15,10 9 16,18-28-1,20-9-15,18 0 16,19-9 0,85 0-16,84-18 15,113-1-15,29 19 16,-132-9 0</inkml:trace>
  <inkml:trace contextRef="#ctx0" brushRef="#br1" timeOffset="-128124.77">7046 12017 0,'0'0'0,"0"0"15,0 0-15,0 0 16,0 0 0,0 0-16,0 0 15,0 0-15,0 0 16,0 0 0,0 0-16,0 0 15,0 0 1,0 0-16,0 0 15,0 0-15,10 0 16,-1 0 0,0 0-16,1 0 15,-1 0 1,10 0-16,0 0 16,0 9-1,-1-9-15,1 0 16,0 0-16,9 0 15,1 0 1,-1 0-16,0 0 16,0 0-1,-9 0-15,9 0 16,0 0-16,10 0 16,0 0-1,-1 0-15,1 0 16,0 0-1,-1 0-15,-9 0 16,1 0 0,-1 0-16,-9 0 15,9 0-15,0 0 16,0 0 0,1 0-16,-11 0 15,11 0 1,-1 0-16,9 0 15,1 0 1,0 0-16,-1 0 16,10 0-16,-9-9 15,0 9 1,-1 0-16,1-9 16,0 9-1,-1 0-15,1 0 16,-1 0-16,10 0 15,1-9 1,-11-1-16,10 1 16,-9 9-1,-1 0-15,1 0 16,0-9 0,9 0-16,0 9 15,0-10-15,0 1 16,-10 0-1,1 9-15,0-9 16,-1 9 0,-8 0-16,8 0 15,-9 0-15,1 0 16,8 0 0,-8 0-16,8 0 15,-37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04T04:07:49.1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2060"/>
    </inkml:brush>
    <inkml:context xml:id="ctx1">
      <inkml:inkSource xml:id="inkSrc247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2-04T04:14:21.253"/>
    </inkml:context>
  </inkml:definitions>
  <inkml:trace contextRef="#ctx0" brushRef="#br0">3180 1975 0,'0'0'0,"0"9"0,0 19 16,0 27 0,0 19-16,0 0 15,9 9 1,-9 0-16,0-9 15,10 0 1,-10 0-16,0-19 16,9-9-16,-9-9 15,0-9 1,0-10-16,0-18 16</inkml:trace>
  <inkml:trace contextRef="#ctx0" brushRef="#br0" timeOffset="1372.04">3857 2021 0,'0'0'0,"0"0"15,0 0 1,0-9-16,0 0 16,0 0-1,0-1-15,-9 1 16,-1 0-1,1 0-15,-1-1 16,-8 1-16,-11 0 16,-8 18-1,-1 0-15,-9 10 16,-9 18 0,9 9-16,0 9 15,9 10-15,0 0 16,19 8-1,10-8-15,0 0 16,9-1 0,18-8-16,1-10 15,10 0-15,-1-9 16,0-9 0,10-10-16,-1-9 15,1-9 1,-1-9-16,11-19 15,8-9 1,0-18-16,1 0 16,-1-1-16,1-8 15,-10-1 1,-10 0-16,-18 10 16,-9 9-1,-10 9-15,0 0 16,-10 9-1,-9 1-15,-9 8 16,0 10-16,-10 0 16,1 9-1,-20 18-15,10 10 16,47-28 0</inkml:trace>
  <inkml:trace contextRef="#ctx0" brushRef="#br0" timeOffset="2849.67">5851 1874 0,'0'0'16,"0"0"-16,0 0 16,0 9-1,-9 9-15,9 10 16,-9 9 0,9 18-16,0 28 15,0 10 1,0-20-16,0 20 15,9-10-15,0 0 16,1-18 0,-1-10-16,-9-55 15</inkml:trace>
  <inkml:trace contextRef="#ctx0" brushRef="#br0" timeOffset="4200.74">7733 1929 0,'0'0'15,"0"0"-15,0 0 16,0 0 0,0 0-16,0 0 15,0 0 1,0 0-16,-10-9 16,-8 0-1,-11-1-15,-8 1 16,-1 0-16,1 0 15,-20 9 1,1 0-16,9 9 16,0 0-1,0 10-15,18-1 16,1 10-16,9-1 16,19 1-1,10 0-15,27 18 16,20 9-1,-1 1-15,10-1 16,-9-9 0,-10 0-16,-10-9 15,-9 0-15,-9 0 16,-9 0 0,-10 0-16,-10 0 15,1 0 1,-10-10-16,0 1 15,0-9 1,-9-10-16,9 0 16,1-9-16,-11-9 15,1-19 1,0 0-16,9-8 16,0-20-1,19-18-15,19-9 16,28-9-16,47-19 15,10 10 1,-104 101-16</inkml:trace>
  <inkml:trace contextRef="#ctx0" brushRef="#br0" timeOffset="5654.3">9539 1551 0,'0'0'0,"0"0"16,0 0-16,0 0 16,10-10-1,-10 10-15,0 0 16,9-9 0,-9 9-16,0 0 15,0 0 1,0 9-16,-9 10 15,-29 18-15,-9 18 16,-10 37 0,10 1-16,0 8 15,0 10 1,10 9-16,8-19 16,11-17-1,8-11-15,20-8 16,-1-10-16,10-8 15,9-20 1,10 1-16,9-10 16,0-18-1,0 0-15,0-9 16,-10-9-16,1-1 16,0-8-1,-10-1-15,-9 0 16,0 0-1,-10-8-15,-9-1 16,0 9 0,-19-9-16,-9 9 15,-38 1 1,-19 8-16,-18 19 16,-10 19-16,10 8 15,103-27 1</inkml:trace>
  <inkml:trace contextRef="#ctx0" brushRef="#br0" timeOffset="7149.86">11101 1615 0,'0'0'16,"0"0"-16,0 0 15,0 0 1,0 0-16,9-9 16,19 0-1,10-10-15,28 1 16,9-1 0,0 1-16,-18 9 15,-10 9-15,-10 9 16,1 0-1,-10 10-15,-18-1 16,-10 1 0,-10 17-16,-8 20 15,-20-1 1,-9 10-16,9-19 16,10-9-16,9-9 15,10-10 1,-1 0-16,10-8 15,10-1 1,18 9-16,28 1 16,20-10-16,-1 10 15,-9-10 1,-19 0-16,-10 9 16,-8 1-1,-10-1-15,-10 1 16,-9 18-16,-9 0 15,-29 18 1,-28-9-16,-9 10 16,-29-10-1,-9-9-15,-9-10 16,9-8 0,10-10-16,103-9 15</inkml:trace>
  <inkml:trace contextRef="#ctx0" brushRef="#br0" timeOffset="16405.52">593 4190 0,'0'0'0,"0"19"0,0 18 15,18 18-15,-18-18 16,0 28-1,10 27 1,9-9-16,0 9 16,-1 0-16,-8-18 15,9-9 1,-1-19-16,-18-9 16,10-9-16,-1-10 15,-9-18 1</inkml:trace>
  <inkml:trace contextRef="#ctx0" brushRef="#br0" timeOffset="16768.7">480 4753 0,'0'0'0,"-19"-27"0,-9-20 0,9 1 0,-9 0 0,28 46 0,0-46 0,-19 0 0,19 18 0,-19-9 0,19 10 0,0-1 0,0 0 0,19 10 0,0-10 0,9 0 0,10-9 0,9 0 0,0 1 16,0 8-1,-19 0-15,-9 19 16,0 9 0,-1 0-16,11 9 15,-29 0 1,18 10-16,-18 18 16,0 18-16,0-55 15</inkml:trace>
  <inkml:trace contextRef="#ctx0" brushRef="#br0" timeOffset="19656.62">13754 1329 0,'0'0'0,"0"0"0,0 0 15,0 0-15,0 0 16,0 0-1,0 0-15,0 0 16,0 0-16,0 0 16,0 0-1,9 9-15,0 19 16,1 9 0,-10 9-16,9 19 15,1 9 1,-1 9-16,0-10 15,1 1-15,-1-9 16,-9-10 0,0-9-16,0 1 15,0-11 1,0 1-16,0-9 16,0 0-16,10-10 15,-10-18 1</inkml:trace>
  <inkml:trace contextRef="#ctx0" brushRef="#br0" timeOffset="21633.81">5917 3110 0,'0'0'0,"0"0"16,0 0-1,0 0-15,0 0 16,0 0-16,0 0 16,0 0-1,-9 0-15,-10 0 16,0 0-1,0 0-15,-9 0 16,0 0 0,0 10-16,0-1 15,-1 0-15,1 10 16,0-1 0,9 10-16,0-1 15,0 1 1,10 0-16,0-1 15,9 1 1,0-9-16,9-1 16,0-9-16,10 1 15,0-10 1,9 0-16,0 0 16,-9 0-1,0-10-15,0 1 16,-10 0-16,1 0 15,-1-1 1,1 1-16,-1 0 16,0-10-1,-9 10-15,0-9 16,0 9-16,0-1 16,0 1-1,0 9-15,0 0 16,0 0-1,10 9-15,-1 10 16,1 8 0,8 1-16,1 9 15,19 9-15,-1-9 16,29 0 0,-66-37-16</inkml:trace>
  <inkml:trace contextRef="#ctx0" brushRef="#br0" timeOffset="22200.95">6134 2834 0,'0'0'0,"0"0"15,0 0 1,0 0-16,0 0 15,0 0-15,9 0 16,10 9 0,9 9-16,19 19 15,0 9 1,-9 10-16,-10 8 16,-19 10-1,-9 18-15,-9-18 16,-10 0-16,0-9 15,1-10 1,18-55-16</inkml:trace>
  <inkml:trace contextRef="#ctx0" brushRef="#br0" timeOffset="22667.39">5390 2843 0,'0'0'0,"0"0"16,0 0-16,-9 0 15,0 0 1,-1 0-16,1 0 16,-1 0-16,-8 9 15,-1 0 1,0 10-16,0 8 15,0 10 1,1 19-16,-1 8 16,9 10-1,10 0-15,10 0 16,9 9-16,-1 0 16,20-9-1,9-10-15,9-8 16,-56-56-1</inkml:trace>
  <inkml:trace contextRef="#ctx0" brushRef="#br0" timeOffset="24300.95">13998 2483 0,'0'0'15,"0"0"-15,0 0 16,0 0 0,0 0-16,0 0 15,0 0 1,0 0-16,0 0 15,0 9 1,10 19-16,-1 9 16,0 18-16,1 19 15,-10 0 1,0 0-16,0-1 16,0 1-1,-10-18-15,1-10 16,0-9-1,9-10-15,0-8 16,0-1-16,0-9 16,0 1-1,0-10-15,0 0 16,0 0 0,0 0-16,0 0 15,9 0-15,0-10 16,1-8-1,9 0-15,-1-1 16,1 1 0,0-1-16,0 1 15,0 8 1,0 1-16,-1 0 16,1 0-16,-9 0 15,-1 9 1,-9 0-16,0 0 15,0 0 1,0 0-16,0 0 16,0 0-1,0 0-15,-9 0 16,-10 0-16,0 0 16,-9 0-1,0 0-15,9 0 16,19 0-1</inkml:trace>
  <inkml:trace contextRef="#ctx0" brushRef="#br0" timeOffset="25220.31">14139 2797 0,'0'0'15,"0"0"1,0 0-16,0 0 15,0 0-15,0 0 16,0 0 0,0 9-16,0-9 15,0 0 1,10 9-16,-1 0 16,19 1-1,10-10-15,9 9 16,19 0-16,-19-9 15,-9 9 1,-1 0-16,-18 1 16,0-1-1,-10 9-15,-9 1 16,0 18-16,-19 9 16,-28 9-1,-9-9-15,-1 1 16,-8-11-1,8-8-15,1-9 16,18-10 0,0-9-16,38 0 15</inkml:trace>
  <inkml:trace contextRef="#ctx0" brushRef="#br0" timeOffset="25800.78">14581 2317 0,'0'0'0,"10"0"16,18 9-1,10 9-15,28 10 16,-1 9 0,1 9-16,-19 19 15,-9 27-15,-29 10 16,-9 8 0,-28 19-16,-9-27 15,-11-19 1,48-83-16</inkml:trace>
  <inkml:trace contextRef="#ctx0" brushRef="#br0" timeOffset="26153.83">13594 2446 0,'0'0'0,"0"9"15,-10 10-15,-18 27 16,-10 28 0,10 27-16,0 1 15,9 18 1,19-10-16,19 1 16,28 0-16,28-10 15,-75-101 1</inkml:trace>
  <inkml:trace contextRef="#ctx0" brushRef="#br0" timeOffset="28245.69">461 4283 0,'0'0'0,"0"0"0,0 0 0,0 0 0,0 0 0,0 0 0,0 0 0,0 0 0,0 0 0,0 0 0,19-10 0,-19 10 0,28-9 0,10 0 0,-38 9 0,65-9 0,-36-1 0,-29 10 0,37-9 0,-8 9 0,-1 0 0,-28 0 0,37 9 0,-18 1 0,9-1 0,-28-9 0,19 18 0,-9 1 0,-10-19 0,9 27 0,-9 10 0,0-37 0,-9 47 0,-1-1 0,10-46 0,-19 46 0,-9 0 0,28-46 0,-37 46 0,8-18 0,-8 0 0,9-1 0,-123 75 0</inkml:trace>
  <inkml:trace contextRef="#ctx0" brushRef="#br0" timeOffset="28801.52">1580 4107 0,'0'0'0,"0"0"16,0 0 0,0 9-16,0 19 15,0 18 1,0 19-16,0 18 16,0 0-1,0-9-15,0 0 16,0-28-16,0-46 15</inkml:trace>
  <inkml:trace contextRef="#ctx0" brushRef="#br0" timeOffset="29066.5">1242 4126 0,'0'-10'15,"19"-17"-15,56-29 16,38-36 0,-19 18-16,19 10 15,-10 8 1,-28 10-16,-9 18 15,-28 10-15,-38 18 16</inkml:trace>
  <inkml:trace contextRef="#ctx0" brushRef="#br0" timeOffset="29303.77">1383 4938 0,'0'0'16,"19"0"-16,28-9 16,37-10-1,29-9-15,10-8 16,-1-1-16,-122 37 15</inkml:trace>
  <inkml:trace contextRef="#ctx0" brushRef="#br0" timeOffset="29833.78">743 5685 0,'0'0'15,"0"0"-15,0-9 16,0-9-16,10-10 15,8 0 1,11 1-16,8-10 16,39-9-1,8-10-15,48-18 16,37-9-16,-18 10 16,9-1-1,-10 0-15,-28 18 16,-9 1-1,-9 9-15,-29 9 16,-75 37 0</inkml:trace>
  <inkml:trace contextRef="#ctx0" brushRef="#br0" timeOffset="30401.12">320 4375 0,'0'0'0,"0"0"0,0 0 0,0 0 0,19 18 0,9 19 0,19 9 0,-9 28 0,-38-74 0,47 83 0,0 19 0,-19 9 0,-28-111 0,37 110 0,-27-64 16,9 28 0,0 19-16,-1-10 15,11 0 1,-29-19-16,18 1 16,-18-65-16</inkml:trace>
  <inkml:trace contextRef="#ctx0" brushRef="#br0" timeOffset="31003.66">461 4458 0,'0'0'0,"0"0"0,0 0 0,0 0 0,0 0 0,0 0 0,0 0 0,19-19 15,-19 19-15,0 0 0,0-9 0,0 9 0,19-18 0,9-1 0,-28 19 0,37-18 0,-8-10 0,18 0 0,-10 19 0,-8 0 0,-1 0 0,9 0 0,10 9 0,-47 0 0,19 0 0,0 9 0,9 9 0,-28 10 0,19 27 0,-19 19 0,-19 9 0,19-83 0</inkml:trace>
  <inkml:trace contextRef="#ctx0" brushRef="#br0" timeOffset="35633.78">3782 3775 0,'0'0'0,"0"0"16,0 0-16,0 0 15,0 9 1,0 0-16,0 10 15,-10 9-15,1 18 16,0 18 0,-1 1-16,10 0 15,10-1 1,-1 1-16,0-1 16,1 1-1,-1 0-15,1-1 16,-1-8-16,0-10 15,1-9 1,-1 0-16,1-1 16,-1 1-1,0-9-15,1 0 16,9-1 0,-1-8-16,11-1 15,18 1-15,0-10 16,0-9-1,9 0-15,1-9 16,18 0 0,10-1-16,9 1 15,-19 0-15,10-10 16,-1 10 0,10-9-16,0 8 15,-9 1 1,-10 0-16,1 0 15,-1 0 1,0-1-16,0 1 16,-18 9-16,-10 0 15,0 0 1,-9 0-16,-10 0 16,0 0-1,-9 0-15,0 0 16,-1-9-16,1 0 15,-9-1 1,-1 1-16,10-9 16,-10-1-1,1-8-15,-1-1 16,1-9 0,-10 0-16,0 0 15,0-9-15,-10 0 16,10 9-1,-9 0-15,-1 0 16,1 0 0,-1 9-16,10 1 15,0 8-15,0 1 16,0-1 0,0 19-16</inkml:trace>
  <inkml:trace contextRef="#ctx0" brushRef="#br0" timeOffset="37484.48">4459 4089 0,'0'0'15,"0"0"-15,0 0 16,0 0-1,0 0-15,0 0 16,0 0-16,0 0 16,10 9-1,-1 9-15,10 1 16,9-1 0,0 1-16,19-1 15,0 1 1,0-10-16,0 0 15,-9-9-15,-10 0 16,-9 0 0,0 0-16,-10 0 15,-9 0 1,0 0-16,0 9 16,-19 10-16,-9 9 15,-19-1 1,-19 10-16,-18 9 15,-1 10 1,10-10-16,9 0 16,19-9-1,0 9-15,47-46 16</inkml:trace>
  <inkml:trace contextRef="#ctx0" brushRef="#br0" timeOffset="39096.35">3669 5206 0,'0'0'16,"0"0"-16,0 0 16,0 0-1,0-10-15,0 1 16,0 0-16,0 9 16,0 0-1,0 0-15,0 0 16,0 0-1,-10 9-15,-8 19 16,-1 27 0,0 10-16,10 9 15,-1-1-15,1 1 16,9 0 0,0 0-16,0-19 15,0-9 1,0-9-16,0 0 15,0-9 1,0-10-16,0-8 16,0-1-16,0-9 15</inkml:trace>
  <inkml:trace contextRef="#ctx0" brushRef="#br0" timeOffset="40367.32">3641 6248 0,'0'0'0,"0"0"16,0 0 0,0 0-16,-10-9 15,1 0 1,-1-9-16,1 8 15,0-8 1,-10 9-16,0-1 16,0 1-16,0 9 15,-9 0 1,9 9-16,1 1 16,-11 8-1,10 10-15,1-1 16,-1 10-16,9 0 15,1 0 1,9-9-16,9-10 16,1 1-1,9-10-15,9 0 16,0 1 0,0-1-16,1-9 15,-11 0-15,1 0 16,0-9-1,-10-1-15,1 1 16,-1 0 0,1 0-16,-1-1 15,0 1-15,1 0 16,-10 9 0,0 0-16,0 0 15,0 0 1,9 9-16,1 0 15,-1 10 1,10 9-16,9 8 16,10-8-16,37 0 15,-75-28 1</inkml:trace>
  <inkml:trace contextRef="#ctx0" brushRef="#br0" timeOffset="41352.24">5193 5390 0,'0'0'0,"0"0"15,0 0 1,0 0-16,0 0 16,-10-9-16,10 9 15,0 0 1,0 0-16,0 0 16,0 9-1,10 19-15,-1 18 16,1 19-1,-10 8-15,0 1 16,9-9 0,1-10-16,-1-18 15,-9-37-15</inkml:trace>
  <inkml:trace contextRef="#ctx0" brushRef="#br0" timeOffset="41867.56">5644 5427 0,'0'0'16,"0"0"-16,0 18 15,-9 10 1,0 0-16,-1 18 16,1 0-16,-1 10 15,10-1 1,0-18-16,0 0 16,10-19-1,-1 1-15,10-10 16,0 0-1,9-9-15,0 0 16,1-9-16,-1 0 16,-9-10-1,-1 1-15,1-10 16,-9 0 0,-1 1-16,-9-10 15,-9 9-15,-1 0 16,-9 1-1,-9-1-15,-9 10 16,-1 8 0,-19 10-16,1 19 15,18 18 1,38-37-16</inkml:trace>
  <inkml:trace contextRef="#ctx0" brushRef="#br0" timeOffset="42851.58">7488 5298 0,'0'0'16,"0"0"-16,0-9 15,0-10 1,0 1-16,0-1 15,-9 1 1,-1-10-16,-8 10 16,-11-1-1,-8 1-15,-1 8 16,-9 1-16,-9 9 16,18 9-1,0 10-15,10 9 16,9-1-1,10 10-15,9 9 16,19 10 0,18-1-16,1-9 15,0 10-15,-1-1 16,-18 0 0,0 10-16,-10-10 15,1 1 1,-10-10-16,0-9 15,0-9-15,0-10 16,0-9 0,-10 0-16,1 1 15,9-10 1,-9 0-16,-1-10 16,1-8-1,-1-19-15,10-18 16,10-1-16,-1-8 15,10-10 1,9 0-16,19 0 16,10 0-1,-57 74-15</inkml:trace>
  <inkml:trace contextRef="#ctx0" brushRef="#br0" timeOffset="43617.87">8711 4781 0,'0'0'16,"0"0"-16,0 0 16,0 0-1,0 0-15,0 0 16,0 9-16,0 19 16,-9 9-1,-10 18-15,-19 10 16,1 18-1,-10 9-15,9 10 16,0-10-16,20-9 16,-1-9-1,9 0-15,10-10 16,10-8 0,18-10-16,0-9 15,10-10 1,0-8-16,-1-10 15,1-9-15,-1-9 16,-8 0 0,-1-10-16,0-8 15,-9-10 1,0-10-16,-10 1 16,-9 0-1,-9 9-15,-1 0 16,-8 10-16,-1-1 15,-10 9 1,-18 19-16,0 0 16,0 10-1,10-1-15,37-9 16</inkml:trace>
  <inkml:trace contextRef="#ctx0" brushRef="#br0" timeOffset="44555.68">10235 5058 0,'0'0'0,"0"0"16,0 0-16,0 0 15,0 0 1,0 0-16,10-9 16,-1-1-1,0-8-15,10-1 16,0 10 0,0 0-16,0 0 15,-10 9-15,1 0 16,-1 0-1,-9 0-15,0 9 16,0 9 0,-9 10-16,-10 9 15,-9 9 1,-10 0-16,10 1 16,9-20-16,-9 10 15,18-9 1,1-10-16,9-8 15,0-1 1,0 0-16,9 0 16,1 0-16,8 10 15,20-1 1,0 1-16,-10-1 16,0 1-1,-9-1-15,-10 1 16,1-1-1,-10 10-15,-19 9 16,-9 0-16,-29 9 16,-18-9-1,-10 0-15,-18-10 16,28-17 0,9-1-16,9-18 15,10-1-15,19 1 16,9-9-1,19 18-15</inkml:trace>
  <inkml:trace contextRef="#ctx0" brushRef="#br0" timeOffset="45059.5">11722 4836 0,'0'0'15,"0"0"-15,0 0 16,0 0 0,0 19-16,0 8 15,0 29 1,-10 18-16,1 18 16,9 0-1,0 1-15,0-20 16,0-17-16,9 8 15,-9-64-15</inkml:trace>
  <inkml:trace contextRef="#ctx0" brushRef="#br0" timeOffset="45885.34">11722 5990 0,'0'0'0,"0"0"15,0 0-15,0 0 16,0 0 0,0 0-16,0 0 15,0 9 1,0 10-16,0 8 16,0 10-1,-10 19-15,1-1 16,-1 10-16,1-19 15,0 0 1,-1-9-16,1 0 16,9-9-16,0-10 15,0-9 1,0 0-16,0-9 16,0 0-1,0 0-15,0 0 16,0 0-1,9-9-15,10 0 16,19-9-16,-1-1 16,1 1-1,0 8-15,-10 1 16,0 9 0,0 0-16,-9 9 15,-10 1 1,1-1-16,-1 0 15,-9 10-15,-9 8 16,-10 1 0,-19 9-16,-9-9 15,-19-10 1,1 0-16,8-18 16,57 0-16</inkml:trace>
  <inkml:trace contextRef="#ctx0" brushRef="#br0" timeOffset="46368.09">12060 6018 0,'0'0'16,"10"0"-16,9 9 15,18 19 1,10 27-16,-9 19 15,-10 18 1,-28 19-16,-9 9 16,-10-19-16,-9-18 15,28-83 1</inkml:trace>
  <inkml:trace contextRef="#ctx0" brushRef="#br0" timeOffset="46656.71">11392 5944 0,'0'0'15,"0"0"-15,-9 9 16,0 19 0,-10 27-16,-9 37 15,-1 10-15,1 9 16,9 18 0,29-18-16,8-19 15,-18-92 1</inkml:trace>
  <inkml:trace contextRef="#ctx0" brushRef="#br0" timeOffset="47521.8">4083 5962 0,'0'0'16,"0"0"0,0 0-16,9 10 15,1-1-15,-1 9 16,0 10-1,10 9-15,-9 9 16,-10 19 0,-10 8-16,1 1 15,-10 0 1,-9 9-16,0-9 16,9-28-16,19-46 15</inkml:trace>
  <inkml:trace contextRef="#ctx0" brushRef="#br0" timeOffset="47955.97">2822 5990 0,'0'0'0,"-9"19"15,-1 8-15,1 38 16,0 36 0,9 19-16,9 10 15,10-1 1,18-9-16,10-10 15,10-8 1,-1-28-16,-56-74 16</inkml:trace>
  <inkml:trace contextRef="#ctx0" brushRef="#br0" timeOffset="52451.59">5682 6405 0,'0'0'0,"0"0"16,0 0-16,0 0 15,0 0 1,0 0-16,0 0 16,0 0-1,0 0-15,0 10 16,0 8-16,0 10 15,0 9 1,-9 9-16,9 9 16,0 10-1,0-10-15,0 1 16,0-10-16,0 0 16,9-9-1,0 0-15,1-10 16,-1 1-1,-9-9-15,0-1 16,10-9 0,-1 0-16,1 1 15,-1-10-15,19 0 16,10 0 0,-1 0-16,20-10 15,-1-8 1,1 0-16,18-1 15,0 1 1,1-1-16,8 1 16,-9-1-16,-9 1 15,0-1 1,9 1-16,1 9 16,-10-1-1,-1-8-15,-8 9 16,-1-1-16,1-8 15,-10 9 1,0-10-16,-10 10 16,1 0-1,-10 0-15,0-1 16,-9 1 0,0 0-16,0 0 15,-10-1-15,1 1 16,-1 0-1,-9 0-15,0 0 16,0-10 0,0 1-16,0-1 15,0-8-15,0-1 16,-9-9 0,-1 0-16,1-9 15,0 0 1,-1 0-16,1 18 15,-1 0 1,10 28-16</inkml:trace>
  <inkml:trace contextRef="#ctx0" brushRef="#br0" timeOffset="54534.59">6331 6368 0,'0'0'0,"0"0"15,0 0-15,0 0 16,0 0 0,0 0-16,0 0 15,0 0 1,0 0-16,0 0 15,0 0 1,0 0-16,0 0 16,10 10-16,-1-1 15,0 0 1,10 0-16,0 1 16,0-1-1,0 0-15,-10-9 16,10 9-16,-10-9 15,1 10 1,-1-1-16,1 0 16,-1 0-1,0 0-15,1 1 16,-1-1 0,1 0-16,-10 0 15,0 1-15,0-1 16,0 9-1,0 1-15,0-1 16,0 1 0,-10-1-16,-9 1 15,-9 8-15,-19 10 16,-19-9 0,-9 9-16,0 0 15,75-37 1</inkml:trace>
  <inkml:trace contextRef="#ctx0" brushRef="#br0" timeOffset="56234.65">3443 7273 0,'0'0'0,"0"0"15,0 0-15,0 0 16,0 9-16,0 0 16,-9 19-1,9 18-15,-10 28 16,1 9 0,9 9-16,0 1 15,0-1 1,9 0-16,1-18 15,-1-18-15,1-20 16,-1-17 0,0-1-16,1-8 15,-10-10 1</inkml:trace>
  <inkml:trace contextRef="#ctx0" brushRef="#br0" timeOffset="57088.6">3547 8510 0,'0'0'0,"0"0"15,0 0 1,0 0-16,0 0 16,0 0-16,0 0 15,0 0 1,0 0-16,0 0 15,0 0 1,0 0-16,-10-9 16,1 9-16,-19 0 15,-1 0 1,-8 9-16,-1 9 16,0 10-1,-9 0-15,10-1 16,-1 10-1,10 0-15,9 9 16,10-9-16,9 0 16,9-9-1,1-10-15,8 1 16,11-10 0,8-9-16,1-9 15,-1-10-15,1-8 16,-10 8-1,-9-9-15,0 1 16,-10 8 0,1 1-16,-10 9 15,9-10 1,-9 10-16,0 9 16,0 0-16,0 0 15,10 0 1,8 9-16,11 28 15,8 9 1,10 0-16,10-9 16,-57-37-1</inkml:trace>
  <inkml:trace contextRef="#ctx0" brushRef="#br0" timeOffset="58475.8">3838 8445 0,'0'0'16,"0"0"-16,0 0 16,19 9-1,9 1-15,10 8 16,-10 10-16,0 9 15,-9 18 1,-9 19-16,-20 0 16,-9 0-1,19-74-15</inkml:trace>
  <inkml:trace contextRef="#ctx0" brushRef="#br0" timeOffset="58834.27">2803 8473 0,'0'0'16,"0"0"-16,-9 9 15,0 0 1,-1 19-16,-9 9 16,1 18-1,8 1-15,1 36 16,9 0-16,9 1 15,19-20 1,19-8-16,-47-65 16</inkml:trace>
  <inkml:trace contextRef="#ctx0" brushRef="#br0" timeOffset="59884.62">5767 7799 0,'0'0'0,"0"0"16,0 0-16,0 0 15,0 0-15,0-9 16,0-10-1,0 1-15,-10-10 16,1 10 0,0-1-16,-1-8 15,-9 8-15,0 10 16,-18 0 0,-1 9-16,-9 9 15,0 9 1,10 1-16,8 9 15,1-1 1,9 1-16,10 0 16,18 9-16,10 18 15,9 0 1,10 1-16,0-1 16,-1 0-1,-9 10-15,1 9 16,-11-10-1,-8 1-15,-1 0 16,-9-10-16,0-18 16,-9 0-1,-1-19-15,1 1 16,0-10 0,-1 0-16,1-9 15,-1 0-15,1-9 16,-10-19-1,10-18-15,-1-18 16,20-1 0,-1-9-16,10 0 15,0-9-15,9 9 16,10-9 0,-38 83-16</inkml:trace>
  <inkml:trace contextRef="#ctx0" brushRef="#br0" timeOffset="60791.12">7225 7504 0,'0'0'0,"0"0"0,0 0 16,0 0-1,-10 18-15,1 19 16,0 9 0,-10 28-16,0 9 15,0 9 1,10 1-16,9-19 16,0-10-16,9-27 15,1-9 1,-10-28-16</inkml:trace>
  <inkml:trace contextRef="#ctx0" brushRef="#br0" timeOffset="61303.39">7564 7485 0,'0'0'0,"0"0"15,0 9-15,0 19 16,0 18 0,0 28-16,-10 0 15,1 28 1,-1-1-16,1-36 15,9-10-15,0-9 16,0-18 0,9-10-16,1-8 15,9-1 1,-1 0-16,1-9 16,0-9-16,9 0 15,0-19 1,1-9-16,-1-9 15,-9 0 1,-10 0-16,1-1 16,-10-8-16,-10 9 15,1 0 1,-10 0-16,0 18 16,0 9-1,0 10-15,-9 9 16,9 9-16,19-9 15</inkml:trace>
  <inkml:trace contextRef="#ctx0" brushRef="#br0" timeOffset="62169.75">9022 7338 0,'0'0'15,"0"0"-15,-10 0 16,1 0-1,-1 0-15,1 0 16,0 9 0,-10 0-16,0 9 15,0 19-15,0 19 16,1 8 0,-1 10-16,0 0 15,10 9 1,-1 0-16,10-9 15,10-19-15,8 1 16,1-19 0,9 0-16,10-10 15,0-8 1,-1-10-16,1-9 16,-10 0-1,-9 0-15,0-9 16,-10 0-16,1-1 15,-1-8 1,-9-1-16,-9-8 16,-1-1-1,-9 0-15,-9 10 16,0-1-16,-10 10 16,1 9-1,-1 0-15,0 9 16,38-9-1</inkml:trace>
  <inkml:trace contextRef="#ctx0" brushRef="#br0" timeOffset="63134.75">10104 7411 0,'0'0'0,"0"0"15,0 0-15,0 0 16,0 0-1,18-9-15,11 0 16,18 0 0,0 9-16,9 0 15,-18 0 1,-1 9-16,-8 0 16,-11 0-16,1 10 15,-9-1 1,-10 10-16,0 0 15,-10 9 1,-9-10-16,10 1 16,0-10-1,-1 1-15,1-10 16,9 0-16,0 1 16,0-10-1,9 9-15,10 0 16,0 0-1,9 1-15,0 8 16,0 0-16,1 1 16,-10 9-1,-1-1-15,-8 10 16,-10 9 0,-10 1-16,-18-1 15,-10 0 1,-18-9-16,-19 0 15,18-10 1,-9-8-16,10-10 16,9-9-16,9 0 15,10-9 1,9 0-16,19 9 16</inkml:trace>
  <inkml:trace contextRef="#ctx0" brushRef="#br0" timeOffset="63618.21">11327 7559 0,'0'0'0,"0"0"16,0 0-16,0 0 15,0 0 1,0 9-16,9 19 16,-9 0-16,0 18 15,0 9 1,9 10-16,-9 18 15,10-9 1,-10 0-16,9-1 16,1-8-1,-10-10-15,0-55 16</inkml:trace>
  <inkml:trace contextRef="#ctx0" brushRef="#br0" timeOffset="64072.9">11345 8344 0,'0'0'0,"0"0"15,0 0 1,-9 0-16,-10 9 15,-9 9 1,-10 19-16,1 9 16,-1 19-16,0 0 15,10 8 1,9 1-16,10 0 16,9-9-1,9-10-15,20-9 16,8-9-1,10-9-15,0-10 16,-47-18-16</inkml:trace>
  <inkml:trace contextRef="#ctx0" brushRef="#br0" timeOffset="64656.61">11703 8537 0,'0'0'0,"0"0"16,0 10-16,-10 8 15,1 19 1,0 9-16,-1 10 15,1-1 1,-1-9-16,1-9 16,0 0-16,-1-9 15,10-10 1,0-9-16,0 1 16,0-10-1,0 0-15,0 0 16,0 0-16,0 0 15,10 0 1,18-10-16,0-8 16,10-1-1,-10 1-15,0-1 16,-9 10-16,0 0 16,-10 9-1,1 0-15,-1 9 16,0 0-1,1 10-15,-10-1 16,0 10 0,-10-9-16,-8 8 15,-11-8-15,-8-1 16,-1-9 0,0 1-16,1-20 15,37 10 1</inkml:trace>
  <inkml:trace contextRef="#ctx0" brushRef="#br0" timeOffset="64969.5">12070 8556 0,'0'0'16,"9"9"-16,1 10 16,8-1-1,1 19-15,0 18 16,-10 28-1,-18 28-15,-29 9 16,-28 28 0,-46 27-16,-20 19 15</inkml:trace>
  <inkml:trace contextRef="#ctx0" brushRef="#br0" timeOffset="66918.28">7535 8713 0,'0'0'0,"0"0"16,0 0-16,0 0 15,0 0-15,10 9 16,-1 9-1,1 10-15,-1 18 16,0 10 0,-9 18-16,0-10 15,0 10 1,0-9-16,10-1 16,-1-8-1,-9-10-15,0-9 16,0-10-16,0-8 15,0-10 1,0 0-16,10 0 16,-1 1-1,0-10-15,10 0 16,19 0-16,-1-10 16,11 1-1,-1 0-15,9-9 16,0-1-1,1 1-15,9-1 16,9 10-16,-9-10 16,-10 10-1,10 0-15,0 0 16,-10 0 0,1-1-16,-10 1 15,0 0 1,-9 0-16,-1-1 15,-9 1-15,1 9 16,-1 0 0,-9-9-16,0 0 15,-1 0 1,1-1-16,-9 1 16,-1 0-16,0 0 15,1-1 1,-1 1-16,1-9 15,-10-1 1,0-8-16,-10-1 16,1-9-1,-1 0-15,1 0 16,0 0-16,9-9 16,-10 0-1,10-19-15,0 65 16</inkml:trace>
  <inkml:trace contextRef="#ctx0" brushRef="#br0" timeOffset="69219.48">8043 8740 0,'0'0'0,"0"0"15,0 0 1,0 0-16,0 0 16,0 10-16,0-1 15,10 0 1,-1 10-16,1-1 15,8 1 1,1-1-16,0-9 16,0 0-16,0 1 15,-1-1 1,-8-9-16,-1 0 16,-9 0-1,10 0-15,-10 0 16,0 0-1,0 0-15,0 0 16,0 0-16,0 9 16,0 0-1,0 1-15,-10 17 16,-18 1 0,0 9-16,-19 9 15,0 0-15,-10 0 16,10-9-1,0 0-15,10-9 16,8 0 0,29-28-16</inkml:trace>
  <inkml:trace contextRef="#ctx0" brushRef="#br0" timeOffset="71324.39">3048 10374 0,'0'0'0,"0"0"16,0 0 0</inkml:trace>
  <inkml:trace contextRef="#ctx0" brushRef="#br0" timeOffset="71601.27">3067 10171 0,'0'0'0,"0"0"15,0 0 1,0 0-16,0 0 16,0 0-16,0 0 15,0 0 1,0 9-16,0 1 16,-10 26-1,1 11-15,0 8 16,-1 19-16,-9 0 15,10-10 1,9-8-16,0-19 16,9-10-1,-9-27-15</inkml:trace>
  <inkml:trace contextRef="#ctx0" brushRef="#br0" timeOffset="72272.39">3274 11232 0,'0'0'16,"0"-9"-16,-10-18 16,1-1-1,0 0-15,-10 0 16,0 1-16,0 8 15,0 10 1,-9 0-16,-10 9 16,1 9-1,-1 10-15,-9 17 16,0 11 0,9-1-16,1 0 15,18-9-15,10 0 16,-1-10-1,10-8-15,10-10 16,-1-9 0,10 0-16,9-9 15,0 0-15,1-10 16,-1 1 0,-9-1-16,-1 1 15,-8-1 1,9 1-16,-10 9 15,10-1 1,0 10-16,9 0 16,0 10-16,0 8 15,10 10 1,0 9-16,-10 0 16,0 0-1,-28-37-15</inkml:trace>
  <inkml:trace contextRef="#ctx0" brushRef="#br0" timeOffset="72518.34">3603 10956 0,'0'0'0,"0"0"16,0 0-1,9 0-15,1 9 16,9 19 0,-1 27-16,-8 9 15,-20 20-15,-8-1 16,-11 0 0,-27-9-16,56-74 15</inkml:trace>
  <inkml:trace contextRef="#ctx0" brushRef="#br0" timeOffset="72783.89">2465 11214 0,'0'0'0,"0"0"15,0 0 1,0 0-16,0 9 16,0 19-1,0 27-15,0 28 16,9 10-16,19-1 16,10-9-1,18-9-15,-56-74 16</inkml:trace>
  <inkml:trace contextRef="#ctx0" brushRef="#br0" timeOffset="73572.89">5155 10337 0,'0'0'15,"0"0"-15,0-9 16,0-9-16,0-10 16,0 0-1,0 10-15,-9-1 16,-10 1-1,0-1-15,-9 10 16,-19 9-16,0 9 16,-19 10-1,0 18-15,10 9 16,18 0 0,10 0-16,9 0 15,19-9 1,10 9-16,8 0 15,11 1-15,8 8 16,10 0 0,-9 1-16,-1-1 15,-8 1 1,-1-1-16,-9 0 16,-10 1-1,-9-10-15,-9-9 16,-1 0-16,-8-10 15,-11-8 1,1-1-16,-10-18 16,1-9-1,9-9-15,-10-29 16,10-8-16,18-10 16,20-27-1,27-9-15,29-10 16,9 19-1,10 8-15,-10 11 16,-75 73-16</inkml:trace>
  <inkml:trace contextRef="#ctx0" brushRef="#br0" timeOffset="74484.86">6482 10319 0,'0'0'0,"0"0"15,0 0 1,-10 9-16,1 9 15,-10 29-15,-9 26 16,-19 38 0,0 0-1,0 9-15,9 0 16,19-9-16,10-38 16,9-8-1,0-19-15,19-18 16,9-10-16,0-8 15,10-10 1,9-10-16,0-8 16,-10-1-1,-8 1-15,-10 0 16,-10-10 0,0 0-16,-9 0 15,-9 1-15,-10-1 16,0 0-1,-9 10-15,-10 0 16,1 8 0,-1 10-16,10 10 15,28-10-15</inkml:trace>
  <inkml:trace contextRef="#ctx0" brushRef="#br0" timeOffset="75122.53">8147 10393 0,'0'0'16,"0"0"-16,0 0 16,0 0-16,0 9 15,0 19 1,-10 27-16,10 19 15,-9 18 1,0 10-16,9-10 16,0-18-1,9-28-15,10-18 16,-19-28-16</inkml:trace>
  <inkml:trace contextRef="#ctx0" brushRef="#br0" timeOffset="75623.39">8683 10328 0,'0'0'16,"0"0"-16,0 0 15,0 0 1,-9 9-16,-1 10 15,1 8 1,-10 10-16,0 19 16,10 8-16,-1 1 15,10-10 1,10-9-16,-1-9 16,10-9-1,9-10-15,0 1 16,1-10-16,18-9 15,0-9 1,0-10-16,0 1 16,-10-10-1,-8 1-15,-1-10 16,-19 0-16,1 0 16,-10-9-1,-10 9-15,-9 0 16,1 9-1,-11 1-15,-8-1 16,-1 9-16,-9 10 16,-9 9-1,-1 9-15,10 10 16,47-19 0</inkml:trace>
  <inkml:trace contextRef="#ctx0" brushRef="#br0" timeOffset="77051.8">10094 10328 0,'0'0'0,"10"0"16,8-9-16,11 0 15,-1-1 1,9 1-16,1 0 15,-10 9 1,1 0-16,-11 9 16,1 0-1,-9 1-15,-1 8 16,-9 10-16,-9-1 16,-1 10-1,-9-9-15,10-10 16,0 1-1,-1-1-15,10-8 16,0-10-16,0 0 16,10 9-1,8 0-15,11 0 16,8 0 0,1 10-16,-10-1 15,0 10 1,-9 0-16,-10-1 15,1 10-15,-20 10 16,-8-1 0,-11 0-16,1-9 15,-19 0 1,10-19-16,-1 1 16,0-10-1,10-9-15,0 0 16,0-9-16,28 9 15</inkml:trace>
  <inkml:trace contextRef="#ctx0" brushRef="#br0" timeOffset="77351.7">11232 10208 0,'0'0'15,"0"0"-15,0 18 16,10 19-1,-1 46-15,1 37 16,-1 10 0,10 8-16,-19-138 15</inkml:trace>
  <inkml:trace contextRef="#ctx0" brushRef="#br0" timeOffset="78701.33">11298 11048 0,'0'0'0,"0"0"16,0 0-16,0 0 15,0 0 1,0 0-16,0 0 15,0 0 1,0 0-16,10 0 16,-1 9-1,1 10-15,-10 17 16,0 1-16,0 19 16,-10-1-1,1 1-15,-1-10 16,1-9-1,9-10-15,0-17 16,0-1-16,0 0 16,0-9-1,0 0-15,0 0 16,0 0 0,19-9-16,0 0 15,9-10 1,0 1-16,0-1 15,0 10-15,-9 9 16,0 0 0,-10 0-16,10 9 15,-9 10 1,-1 8-16,-9 10 16,0 0-16,0 0 15,-9-9 1,-1-10-16,-9-9 15,1 1 1,18-10-16</inkml:trace>
  <inkml:trace contextRef="#ctx0" brushRef="#br0" timeOffset="78985.09">11675 11122 0,'0'0'0,"0"0"16,9 9-16,10 9 15,9 19-15,0 19 16,0 36-1,-28 19-15,-9-10 16,-10 10 0,-18-9-16,-1-19 15,38-83 1</inkml:trace>
  <inkml:trace contextRef="#ctx0" brushRef="#br0" timeOffset="79301.75">10950 11260 0,'0'0'16,"-9"9"-16,-1 19 16,-18 46-1,0 37-15,0 9 16,9 27 0,19-17-16,19-20 15,18-17-15,29-20 16,-66-73-1</inkml:trace>
  <inkml:trace contextRef="#ctx0" brushRef="#br0" timeOffset="81051.77">8815 11491 0,'0'0'0,"0"0"16,0 0 0,0 0-16,0 0 15,0 0-15,0 0 16,0 0-1,0 9-15,9 19 16,1 9 0,-1 18-16,0 1 15,1-10-15,-1 9 16,1-9 0,8 0-16,-8-18 15,-1 0 1,1-10-16,-1-9 15,10 1 1,0-1-16,9-9 16,10-9-16,9-1 15,0 1 1,18-9-16,11-1 16,8 1-1,1-1-15,-10 10 16,19 0-16,-9 0 15,9-1 1,-9 10-16,-1 0 16,-8 0-1,-10 0-15,-1-9 16,-18 9 0,0 0-16,-9 0 15,-10 0-15,-9 0 16,-9 0-1,-1-9-15,0 0 16,1-1 0,-1 1-16,-9-9 15,0-10-15,0-9 16,-9-9 0,-1-19-16,-8 1 15,8 8 1,1 1-16,9 55 15</inkml:trace>
  <inkml:trace contextRef="#ctx0" brushRef="#br0" timeOffset="83568.92">2333 12589 0,'0'0'16,"0"0"-1,0 0-15,0 0 16,0 19-16,0 8 16,0 10-1,-9 28-15,-1 9 16,10-10 0,0-8-16,10-10 15,-1-9-15,0-10 16,10-8-1,0-1-15,-19-18 16</inkml:trace>
  <inkml:trace contextRef="#ctx0" brushRef="#br0" timeOffset="85321.95">2709 13411 0,'0'0'0,"0"0"16,0 0 0,0 0-16,0 0 15,-9-10 1,0 10-16,-1-9 16,-9 9-1,-9 0-15,0 9 16,-10 10-16,-9 9 15,0-1 1,10 1-16,8 0 16,10-1-1,10-8-15,9-10 16,9 0-16,1 1 16,18-10-1,19-10-15,0-8 16,0-1-1,-9 10-15,-10 0 16,-9 0-16,-10-1 16,1 10-1,-1-9-15,-9 9 16,0 0 0,0 0-16,10 9 15,8 10 1,1 9-16,19 9 15,9-1-15,-47-36 16</inkml:trace>
  <inkml:trace contextRef="#ctx0" brushRef="#br0" timeOffset="86118.68">4516 12811 0,'0'0'0,"0"0"15,9-9 1,0-1-16,1-8 15,-1-1-15,1 1 16,-10-1 0,0 1-16,-10-10 15,-9 1 1,-9-1-16,-9 0 16,-11 10-1,1 9-15,-18-1 16,-1 20-16,19-1 15,9 0 1,19 9-16,10-8 16,-1 8-1,10 1-15,19 8 16,0 1 0,19 9-16,-1 0 15,1 9-15,0 0 16,-10 0-1,-9 10-15,-1-1 16,-18-9 0,0 0-16,-9-9 15,0 0-15,-1-9 16,-9 0 0,1-10-16,-11-9 15,1 0 1,0-9-16,9-9 15,0-18-15,19-10 16,19-56 0,38-27-16,37-18 15,-19 27 1,-75 111-16</inkml:trace>
  <inkml:trace contextRef="#ctx0" brushRef="#br0" timeOffset="87035.17">5908 12331 0,'0'0'16,"0"0"-16,0 0 15,-10 9 1,-8 10-16,-11 17 16,1 11-1,-9 26-15,-1 20 16,0 8 0,19 1-16,10-10 15,0-9-15,9-9 16,9 0-1,0-28-15,1-9 16,9-9 0,0-1-16,-1-8 15,1-10 1,0-9-16,0 0 16,-10 0-16,1 0 15,-1-9 1,0-10-16,1 1 15,-10-10 1,0 10-16,0-10 16,-10 9-16,1 1 15,0 0 1,-10-1-16,0 10 16,0 0-1,0 9-15,19 0 16</inkml:trace>
  <inkml:trace contextRef="#ctx0" brushRef="#br0" timeOffset="88085.54">7244 12811 0,'0'0'0,"0"0"16,0-9 0,0-1-16,0-8 15,0 9-15,0-1 16,9-8 0,1-1-16,8 1 15,11 0 1,-1 8-16,0 1 15,0 9-15,0 0 16,-9 0 0,0 9-16,-10 10 15,-9 8 1,-9 10-16,-10 10 16,0 8-16,-9 0 15,9-18 1,1-9-16,8-10 15,1 1 1,9-10-16,0 0 16,9 0-1,1 1-15,-1-1 16,19 0 0,0 0-16,1 10 15,-1-1-15,0 1 16,-9-1-1,-10 10-15,1 0 16,-10 9 0,-10-1-16,-8 1 15,-11 0-15,-8 0 16,-29 0 0,-9 0-16,-1-18 15,10-10 1,10-9-16,9 0 15,19-9 1,0-19-16,28 28 16</inkml:trace>
  <inkml:trace contextRef="#ctx0" brushRef="#br0" timeOffset="88601.55">8627 12755 0,'0'0'16,"0"0"-16,0 0 15,0 0 1,0 0-16,9 10 16,0 8-16,1 19 15,-10 18 1,0 10-16,0 27 15,0 1 1,0-20-16,9-17 16,-9-19-1,0-37-15</inkml:trace>
  <inkml:trace contextRef="#ctx0" brushRef="#br0" timeOffset="89118.87">9059 12829 0,'0'0'16,"0"0"-16,0 0 15,0 0 1,0 0-16,0 9 15,-9 10-15,0 9 16,-10 27 0,0 0-16,9 10 15,10-10 1,0 1-16,10-10 16,-1-9-16,1-19 15,9 1 1,-1-10-16,20-9 15,0-9 1,9-10-16,0-8 16,0-10-16,-19 0 15,0 0 1,-9 0-16,-10 0 16,-9-9-1,-9-10-15,0 10 16,-10 0-1,-9 9-15,-10 10 16,0 8-16,-9 19 16,-9 9-1,18 10-15,38-19 16</inkml:trace>
  <inkml:trace contextRef="#ctx0" brushRef="#br0" timeOffset="89835.28">10640 12617 0,'0'0'15,"0"0"-15,0 0 16,0 0 0,0 0-16,0 0 15,0 0 1,0 0-16,0 18 16,0 19-1,9 28-15,1 9 16,8 0-16,1-10 15,9-8 1,1-1-16,-29-55 16</inkml:trace>
  <inkml:trace contextRef="#ctx0" brushRef="#br0" timeOffset="90785.37">10583 13411 0,'0'0'0,"0"0"15,0 0-15,0 0 16,0 0 0,0 0-16,0 9 15,0 19-15,0 9 16,0 18-1,0 10-15,-9-1 16,9 1 0,0-10-16,0-9 15,0-9 1,0-9-16,0-10 16,0 1-16,0-10 15,0-9 1,0 0-16,0 0 15,0 0 1,9-9-16,10 0 16,9-10-1,10 1-15,0-1 16,-1 1-16,-9 8 16,1 10-1,-10 0-15,-10 0 16,0 10-1,1-1-15,-10 0 16,0 0-16,0 10 16,-10-1-1,-8 10-15,-11-10 16,-8 1 0,-1-10-16,0-9 15,38 0-15</inkml:trace>
  <inkml:trace contextRef="#ctx0" brushRef="#br0" timeOffset="91068.95">11035 13494 0,'0'0'0,"9"0"16,10 9-16,0 9 15,0 19 1,0 10-16,-10 8 16,-18 19-1,-20 0-15,-8 9 16,-20-10-16,-9-8 15,66-65 1</inkml:trace>
  <inkml:trace contextRef="#ctx0" brushRef="#br0" timeOffset="91368.5">10245 13457 0,'0'0'16,"0"0"-16,-10 9 15,1 10 1,-10 17-16,-9 29 15,9 9 1,10 9-16,9 9 16,28 10-16,28 9 15,29-28 1,-85-83-16</inkml:trace>
  <inkml:trace contextRef="#ctx0" brushRef="#br0" timeOffset="92588.13">9163 14038 0,'0'0'0,"0"0"15,0 0 1,0 19-16,0 8 15,0 10 1,9 10-16,1 17 16,-1 10-16,10 0 15,0 0 1,-1-10-16,1-18 16,0 1-1,9-20-15,1 1 16,8-10-1,10 1-15,0-10 16,0 0-16,10-9 16,-1 10-1,1-10-15,-1 9 16,10 0 0,9-9-16,0 0 15,-9 9-15,10-9 16,-1 0-1,-9 0-15,0 0 16,-10 0 0,-9-9-16,-9 0 15,9 0 1,-10-1-16,1-8 16,-10-1-16,0 1 15,-9-1 1,0-8-16,-10-1 15,1 10 1,-1-1-16,-9-9 16,0 28-16</inkml:trace>
  <inkml:trace contextRef="#ctx0" brushRef="#br0" timeOffset="94152.4">2230 15072 0,'0'0'0,"0"0"16,0 0-1,0 0-15,0 0 16,0 0-1,0 0-15,0 0 16,0 0-16,0 18 16,0 19-1,0 10-15,0 8 16,9 10 0,0-10-16,1-27 15,-10-28 1</inkml:trace>
  <inkml:trace contextRef="#ctx0" brushRef="#br0" timeOffset="94902.64">2512 16004 0,'0'0'0,"0"-9"15,-10-9-15,1-1 16,0 1-1,-1-10-15,-9 9 16,1 1 0,-11 0-16,1-1 15,0 10 1,-10 0-16,1 9 16,-20 18-16,10 10 15,19 9 1,-19 9-16,19 0 15,9-9 1,9-9-16,10-10 16,10-9-1,-1 1-15,19-10 16,29-10-16,-10-8 16,9-10-1,-18 10-15,-10-1 16,-9 10-1,0 0-15,-10 0 16,1 9-16,-1 0 16,0 9-1,10 9-15,10 10 16,8 9 0,10 0-16,10-10 15,-57-27 1</inkml:trace>
  <inkml:trace contextRef="#ctx0" brushRef="#br0" timeOffset="95635.43">4149 15146 0,'0'0'0,"0"0"16,9-19-16,-9-8 16,0-1-1,0 0-15,0 10 16,0-1 0,-9 1-16,-10-1 15,-9 10-15,-1 0 16,-18 18-1,-9 10-15,-1 8 16,1 10 0,9 0-16,28-9 15,0 0 1,10-1-16,9 1 16,9 0-16,10-1 15,9 1 1,19 9-16,0 0 15,1 0 1,-11 9-16,-9 0 16,-9 10-16,-9-10 15,-10 9 1,-10-9-16,-9 0 16,-9 0-1,9-18-15,1-9 16,-1-10-1,0 0-15,9-9 16,1-9-16,0-10 16,-1-27-1,20-37-15,27-37 16,20 9 0,-57 111-16</inkml:trace>
  <inkml:trace contextRef="#ctx0" brushRef="#br0" timeOffset="96519.76">5334 14740 0,'0'0'0,"0"0"16,0 0-16,0 0 15,0 0-15,-9 9 16,-10 28 0,-19 28-16,-9 45 15,9 1 1,10 0-16,0 18 16,9-18-1,19 0-15,10-38 16,8 1-16,11-28 15,-1-9 1,10-9-16,-1-10 16,10-8-1,-9-10-15,-10 0 16,-9-10-16,-10 1 16,1-9-1,-1-1-15,-9-8 16,0-1-1,-9 0-15,-10 0 16,0 1 0,0 8-16,0 1 15,-9 9-15,0-1 16,0 10 0,9 0-16,19 0 15</inkml:trace>
  <inkml:trace contextRef="#ctx0" brushRef="#br0" timeOffset="97402.77">6538 15063 0,'0'0'15,"0"0"1,0 0-16,0-9 15,0-1-15,0-8 16,10-1 0,8-8-16,11-1 15,8 0 1,1 10-16,-10 9 16,0-1-16,-9 10 15,-9 0 1,-1 10-16,-9 17 15,-9 19 1,-10 10-16,0-1 16,-9 1-1,9-10-15,0 0 16,10-18-16,-1-1 16,10-8-1,0-10-15,19 0 16,9 0-1,10 1-15,28-1 16,-10-9-16,-9 9 16,-9 0-1,-10 1-15,-9-1 16,0 0 0,-10 0-16,-9 10 15,0 8 1,-9 10-16,-20 10 15,-18-1 1,-9 0-16,0-9 16,9-10-16,-1 1 15,11-9 1,-1-10-16,10-9 16,9-9-1,19 9-15</inkml:trace>
  <inkml:trace contextRef="#ctx0" brushRef="#br0" timeOffset="97752.57">7498 14970 0,'0'0'0,"0"0"15,0 0-15,0 0 16,0 10-1,0 17-15,9 38 16,1 18 0,8 9-16,1 19 15,9-28 1,-28-83-16</inkml:trace>
  <inkml:trace contextRef="#ctx0" brushRef="#br0" timeOffset="98471.69">7573 15995 0,'0'0'0,"0"0"16,0 0-1,0 0-15,0 0 16,-9 0 0,-1 9-16,1 10 15,-10 18 1,0 18-16,0 10 16,10 8-16,-1-8 15,1 0 1,9-19-16,9-9 15,1-10 1,-1-8-16,1-1 16,-1-8-16,1-1 15,8-9 1,11 0-16,8-9 16,1-10-1,9 1-15,0-1 16,-9 10-1,-10 0-15,0-1 16,-9 10-16,-10 0 16,1 0-1,-10 0-15,0 10 16,0 8 0,-19 10-16,0 0 15,-19-1-15,-9 1 16,10-10-1,-10 1-15,9-10 16,10-9 0,9-9-16,19 9 15</inkml:trace>
  <inkml:trace contextRef="#ctx0" brushRef="#br0" timeOffset="99308.49">8730 15118 0,'0'0'15,"0"0"-15,0 0 16,0 0-1,0 0-15,0 0 16,0 0-16,0 9 16,0 10-1,-9 18-15,9 18 16,0 28 0,0 10-16,9-10 15,0-10-15,1-8 16,9-28-1,-19-37-15</inkml:trace>
  <inkml:trace contextRef="#ctx0" brushRef="#br0" timeOffset="99768.69">9163 15312 0,'0'0'0,"0"0"15,0 0 1,0 0-16,0 0 16,0 0-16,-10 9 15,1 19 1,0 9-16,-1 18 16,10 1-1,0-1-15,0-9 16,10-9-1,-1-9-15,10-10 16,0 1-16,9-10 16,19-9-1,9-9-15,1-10 16,-10-9 0,-19 1-16,0-19 15,-18 9 1,-1 0-16,-9-9 15,-19 0-15,-9-1 16,0 10 0,-10 10-16,-9 18 15,-19 9 1,-9 27-16,9 29 16,66-56-16</inkml:trace>
  <inkml:trace contextRef="#ctx0" brushRef="#br0" timeOffset="101570.25">1336 14694 0,'0'0'15,"0"0"-15,0 0 16,0 0-16,0 0 16,0 0-1,0 0-15,0 0 16,0 9 0,0 9-16,0 10 15,0 9 1,0 37-16,19 36 15,-19 1 1,9 18-16,0 38 16,20-20-16,-20 19 15,1 1 1,18-11-16,-28 1 16,19-27-16,-19-29 15,0-27 1,0-9-16,-19-29 15,19-17 1,0-19-16</inkml:trace>
  <inkml:trace contextRef="#ctx0" brushRef="#br0" timeOffset="104325.7">1261 14629 0,'0'0'0,"0"0"16,0 0-16,9 9 15,19 0 1,10-9-16,28 0 16,18 0-1,10-9-15,19 0 16,10-9-16,-1-1 15,38-9 1,0-9-16,0 1 16,18-1-1,20-10-15,0-8 16,-10 9-16,-19 9 16,19 0-1,-28 9-15,19 10 16,-10-10-1,1 10-15,8 9 16,-8-10-16,8 1 16,1-10-1,-10 10-15,1-1 16,-20 1 0,1 8-16,9 1 15,-10 0 1,-9 9-16,29 0 15,-20 0-15,-9-9 16,19 9 0,-28 0-16,0 0 15,9 0 1,0 0-16,-9 9 16,9 0-1,0-9-15,-19 9 16,10 1-16,-1-10 15,1 0 1,-19 0-16,0 0 16,0 0-1,-10 0-15,-9 0 16,0 0 0,-9 9-16,-10-9 15,-9 9-15,0 0 16,-9 1-1,-10-1-15,0 0 16,-10 0 0,-9 0-16,1 1 15,-10-1-15,-1 0 16,-8 0 0,-1 10-16,10-1 15,-10 1 1,1-1-16,-1 1 15,10-1-15,-10 1 16,10-1 0,0 10-16,-10-1 15,10 20 1,0 8-16,0 10 16,0-1-1,0 10-15,-1 9 16,11 0-16,-11-9 15,1 18 1,0-18-16,-10 0 16,10-9-1,-9-1-15,-1-8 16,0-1-16,1-9 16,-1 0-1,1-9-15,-10 0 16,0-9-1,0-1-15,0 1 16,0 0 0,0-1-16,0-8 15,0-1-15,0-8 16,0-1 0,0 0-16,0 10 15,0-10 1,0 0-16,0 0 15,0 0 1,0 10-16,0-10 16,0 10-16,-10-1 15,1 1 1,9 8-16,0 1 16,-10 0-1,1 9-15,0-1 16,-1 11-16,1-10 15,-1-1 1,10 1-16,-9 0 16,9 0-1,-9 0-15,9-9 16,0 9 0,0-10-16,0 1 15,0 0-15,0-10 16,0 1-1,0-10-15,0 0 16,0 0 0,0 1-16,-10-1 15,1 0-15,-1 10 16,-8-1 0,-11 0-16,1 1 15,-10-1 1,1 1-16,-10-1 15,0 10 1,0 0-16,-19-1 16,0 1-16,0 0 15,-9-1 1,0 10-16,-1-9 16,-18 9-1,-9-9-15,18-10 16,-18 10-16,-10-10 15,-9 10 1,9-10-16,-10 1 16,1-1-1,0 1-15,-10-10 16,10 9 0,9-8-16,-19 8 15,19-9-15,-9-9 16,-10 0-1,1 0-15,-1 0 16,-9 10 0,-10-1-16,10 9 15,-19-8-15,0 8 16,19 0 0,-9 1-16,-1-1 15,10 1 1,-19-1-16,0-8 15,19-1-15,0 0 16,-19 0 0,28 0-16,1 1 15,-1-1 1,10 0-16,9 0 16,0-9-1,0 0-15,19 0 16,0 10-1,0-10-15,0 0 16,0 0-16,18 0 16,1 0-1,9 0-15,0-10 16,0 1 0,10 0-16,0 0 15,-1-1-15,10 10 16,0 0-1,0 0-15,0 0 16,0-9 0,0 9-16,0-9 15,0 9-15,0 0 16,9 0 0,1-9-16,-1 9 15,10 0 1,9-9-16,-19 9 15,10-10 1,0 1-16,9 0 16,-9 0-16,9-1 15,0 1 1,0 0-16,1 0 16,-11-10-1,10 10-15,1-9 16,8-1-16,-27-9 15,8-9 1,11-9-16,-11-18 16,1-1-1,9-9-15,-18 0 16,18 10 0,-9-1-16,9 1 15,9-1-15,-18-9 16,19 0-1,9 10-15,19 8 16,-19 56 0</inkml:trace>
  <inkml:trace contextRef="#ctx0" brushRef="#br0" timeOffset="110622.73">2832 15718 0,'0'0'0,"0"0"0,0 0 16,0 0-16,0 0 15,0 0 1,0 0-16,0 0 16,9 9-1,0 1-15,1 8 16,-1 19-16,-9 37 15,-19 27 1,-9 10-16,-9 18 16,-1-18-1,-9-9-15,-10-1 16,57-101 0</inkml:trace>
  <inkml:trace contextRef="#ctx0" brushRef="#br0" timeOffset="111054.77">1900 15838 0,'0'0'16,"0"0"-16,-19 19 15,1 8 1,-11 10-16,1 9 16,0 19-1,0 27-15,18 10 16,10 8-16,10-8 16,27 9-1,29-10-15,0-18 16,-66-83-1</inkml:trace>
  <inkml:trace contextRef="#ctx0" brushRef="#br0" timeOffset="111674.31">7037 16180 0,'0'0'0,"0"0"16,0 0-1,0 0-15,0 0 16,0 9 0,-10 18-16,1 29 15,0 18 1,9-10-16,9 1 16,0 0-16,20-1 15,18-18 1,9-27-16,-56-19 15</inkml:trace>
  <inkml:trace contextRef="#ctx0" brushRef="#br0" timeOffset="112040.93">7940 15940 0,'0'0'0,"0"0"15,0 0-15,0 0 16,0 0 0,0 0-16,9 9 15,10 28 1,0 27-16,0 47 16,-10 37-16,-9 18 15,-19 37 1,0 28-16</inkml:trace>
  <inkml:trace contextRef="#ctx0" brushRef="#br1" timeOffset="116819">8109 14075 0,'0'0'0,"0"0"16,0 0-16,0 0 16,0 0-1,0 0-15,0 0 16,0 0-1,0 0-15,0 0 16,0 0 0,0 0-16,10 9 15,-1 1-15,0-1 16,1 0 0,-1 10-16,1-1 15,-1 1 1,0 8-16,10 1 15,-9 9-15,8 0 16,1 18 0,0 10-16,0 9 15,0 18 1,-10-9-16,1 9 16,-1 1-1,-9 8-15,9-9 16,-9-18-16,0 9 15,10 0 1,-1-9-16,10 0 16,0 0-1,0-10-15,-1 1 16,1 0-16,0 8 16,0 1-1,0 0-15,0 0 16,-1 0-1,1 0-15,0-1 16,0 1 0,0 0-16,-1-9 15,-8-10-15,9 1 16,-1-1 0,-8 0-16,9 1 15,-1-10 1,1 0-16,0-9 15,-9-9 1,-1 8-16,0-8 16,1 0-16,-1 0 15,1-1 1,-1-8-16,0-1 16,1 1-1,-1-1-15,1-9 16,-1 10-16,0-1 15,-9-18 1</inkml:trace>
  <inkml:trace contextRef="#ctx0" brushRef="#br1" timeOffset="122838.19">14977 600 0,'0'0'0,"0"0"0,0 0 15,0 0 1,0 0-16,0 0 16,0 0-1,0 0-15,0 9 16,0 10-16,0-10 16,9 28-1,0-10-15,1 20 16,9-1-1,-1 28-15,1-19 16,9 10-16,1 8 16,-1 10-1,0 10-15,0-1 16,-9 0 0,9 10-16,1 18 15,-11-9 1,1-1-16,-9 1 15,-1 9-15,-9-9 16,0 0 0,0-1-16,-9 20 15,-1-20 1,1-8-16,-10 18 16,0-9-1,-9-10-15,0-9 16,0-8-16,-10 8 15,0 0 1,1-9-16,-10-9 16,-10-9-1,1-10-15,-10 0 16,0 1-16,0 8 16,0-17-1,-18 8-15,-10-9 16,18 0-1,1-9-15,-10 9 16,10-9 0,-19 9-16,19-9 15,18 0-15,1 0 16,-1 9 0,10 0-16,10-9 15,-1 9 1,1 10-16,8-1 15,-8 19-15,8 28 16,1-1 0,9 1-16,-9 27 15,0 0 1,9 9-16,0 29 16,1-1-16,-1 0 15,0 37 1,0-37-16,10 56 15,-1-38 1,-9 28-16,1-27 16,-11 37-1,11-10-15,-1-9 16,0 9-16,10-9 16,9 10-1,0 8-15,9 10 16,-9-10-1,19 10-15,-10-9 16,1 8-16,-1-8 16,0-1-1,1 1-15,-1-1 16,-9-8 0,0-1-16,-9-9 15,-10 18 1,0-17-16,10 26 15,-19-27-15,9 28 16,-9-28 0,-1 28-16,1-28 15,0 28 1,0-28-16,9 18 16,0-27-1,0 9-15,0-28 16,10 1-16,0-1 15,-1-9 1,1-9-16,-1-18 16,1 18-1,0 9-15,-1-19 16,10 10-16,0 9 16,0 1-1,0-1-15,10 0 16,-10-19-1,0-17-15,9-1 16,-9-18 0,0-1-16,0-8 15,0-10-15,0-18 16,0-9 0,0-10-16,0-9 15,-9 0 1,9-9-16,0 0 15,0 0 1,0 0-16,0 9 16,0-46-16</inkml:trace>
  <inkml:trace contextRef="#ctx0" brushRef="#br1" timeOffset="125586.37">15739 1135 0,'0'0'16,"0"0"-16,0 0 15,0 0 1,0 0-16,0 0 15,0 0 1,0 0-16,9 19 16,10 18-16,9 18 15,0 0 1,0 19-16,-9 0 16,0 9-1,-9 19-15,-10-1 16,0-27-16,0 0 15,0-19 1,0-9-16,0-46 16</inkml:trace>
  <inkml:trace contextRef="#ctx0" brushRef="#br1" timeOffset="125957.5">15597 1375 0,'0'0'0,"0"0"16,0 0-16,0-9 15,10 0 1,9-10-16,9-8 15,10-1 1,18-9-16,10 0 16,0 9-16,0 10 15,-19 9 1,-10-1-16,-9 10 16,-18 0-1,-1 10-15,-9 8 16,-9 10-16,-10 27 15,-9 1 1,-10-1-16,38-55 16</inkml:trace>
  <inkml:trace contextRef="#ctx0" brushRef="#br1" timeOffset="126323.6">16613 1024 0,'0'0'0,"0"0"16,0 0-16,0 10 15,0 8 1,0 19-16,0 18 16,10 19-16,-10 9 15,9 0 1,1-9-16,-1-9 15,1-28 1,-10-37-16</inkml:trace>
  <inkml:trace contextRef="#ctx0" brushRef="#br1" timeOffset="126657.47">16792 886 0,'0'0'16,"0"0"-16,0 0 15,10 9 1,8 10-16,1 8 15,9 20-15,1-1 16,-10 9 0,-1 10-16,-8-1 15,-1 1 1,-9-19-16,0-18 16,0-1-1,0-17-15,0-10 16</inkml:trace>
  <inkml:trace contextRef="#ctx0" brushRef="#br1" timeOffset="126952.66">16322 1218 0,'0'0'0,"-10"0"16,1 0-1,0-9-15,-1 0 16,10 9-16,10-19 16,27-18-1,39-27-15,55-38 16,20 10 0,-29 27-16,-9 10 15,0 9 1,-19 9-16,-28 9 15,-19 10-15,-28 9 16,-19 9 0</inkml:trace>
  <inkml:trace contextRef="#ctx0" brushRef="#br1" timeOffset="127205.36">16472 1994 0,'0'0'16,"0"0"-16,29-10 16,46-27-1,47-36-15,0-1 16,20 0-1,8 0-15,1-18 16,-20 9-16,-131 83 16</inkml:trace>
  <inkml:trace contextRef="#ctx0" brushRef="#br1" timeOffset="128253.56">18533 452 0,'0'0'16,"0"0"-16,0 0 16,0 0-1,0 0-15,0 0 16,0 0 0,0 0-16,0 0 15,0 9-15,0 38 16,-10-1-1,1 28-15,9-47 16,-10 38 0,10 9-16,0 0 15,0-1 1,0-36-16,0-37 16</inkml:trace>
  <inkml:trace contextRef="#ctx0" brushRef="#br1" timeOffset="128985.76">18824 1744 0,'0'0'16,"0"0"0,0-18-16,0-1 15,0-8-15,0-1 16,0-9-1,-9 10-15,-1-10 16,1 0 0,0 0-16,-1 9 15,1 0 1,-1 1-16,-8 8 16,-1 1-16,0 9 15,0-1 1,-9 10-16,0 0 15,-10 10 1,0 17-16,1 1 16,9 0-16,-1 9 15,20-10 1,0 10-16,9-9 16,18-10-1,11 1-15,8-10 16,1-9-1,9 0-15,-10-9 16,1-10-16,0 1 16,-10-1-1,-9 1-15,0 9 16,-10-1 0,0 1-16,1 0 15,-10 9-15,0 0 16,0 0-1,9 9-15,10 10 16,0 8 0,28 10-16,9 0 15,-56-37 1</inkml:trace>
  <inkml:trace contextRef="#ctx0" brushRef="#br1" timeOffset="130508.6">20198 868 0,'0'0'0,"0"0"15,0 0 1,9-19-16,1 10 16,-1 0-1,0-1-15,1 10 16,-10-18-1,0 9-15,0-10 16,0 1-16,-10-10 16,1 0-1,-10 1-15,0-19 16,0 18 0,-9 0-1,-38-18-15,19 28 16,0 18-16,10 0 15,8 18-15,11-9 16,-1 10 0,19 8-16,9 20 15,1-38 1,8 28-16,11 9 16,18 0-16,0 9 15,0 1 1,0 8-16,-10-27 15,-18 0 1,0 0-16,0 0 16,-19 9-16,0-27 15,-9 8 1,-10 1-16,-10-9 16,1-1-1,0-9-15,0-9 16,9 0-1,10-9-15,-1 0 16,10-19 0,10-18-16,8-19 15,11 1-15,8-1 16,20 10 0,-57 55-16</inkml:trace>
  <inkml:trace contextRef="#ctx0" brushRef="#br1" timeOffset="131857.34">21571 378 0,'0'0'16,"0"0"-1,0 0-15,0 0 16,0 0 0,0 0-16,0 0 15,-9 10 1,-10 36-16,-19 0 16,1 9-16,-10 19 15,28-37 1,-19 37-16,-9 27 15,10-17 1,8-1-16,11 9 16,8-18-1,10 0-15,10-19 16,18-9-16,0-9 16,19-9-1,9-10-15,10-9 16,10-9-1,-20-9-15,0-9 16,-18-1 0,-10 1-16,-9-1 15,-9 1-15,-1-1 16,-9 1 0,-9-1-16,-10 1 15,-19 0-15,-18-1 16,-10 10-1,-9 9-15,-1 9 16,1 0 0,19 1-16,18-10 15,38 0 1</inkml:trace>
  <inkml:trace contextRef="#ctx0" brushRef="#br1" timeOffset="133086.06">22550 508 0,'0'0'15,"0"0"-15,0 0 16,0 0 0,0 0-16,9 0 15,10-19 1,18 10-16,1 9 15,0 9 1,-10 10-16,10-19 16,-10 18-16,-9 10 15,-10-1 1,-9 20-16,-9-38 16,-10 28-1,0-10-15,-9 20 16,9-1-16,0-19 15,0 1 1,10-9-16,9-10 16,0 0-1,9 0-15,10 10 16,19 8-16,-1-17 16,10 17-1,-9-8-15,0 8 16,-10-8-1,-9-1-15,-10 10 16,-9 0 0,-9-1-16,-10 10 15,-19 10-15,-18 8 16,-1-9 0,-9-9-16,10-9 15,9-19 1,9 0-16,20-9 15,8-9 1,10-10-16,0 19 16</inkml:trace>
  <inkml:trace contextRef="#ctx0" brushRef="#br1" timeOffset="134221.12">24262 434 0,'0'0'0,"0"0"15,0 0-15,0 0 16,0 0-16,0 18 16,9 38-1,1 8-15,-10 47 16,0-46-1,0 8-15,0 11 16,0-11 0,9-17-16,-9-56 15</inkml:trace>
  <inkml:trace contextRef="#ctx0" brushRef="#br1" timeOffset="134908.69">24459 1440 0,'0'0'0,"0"0"16,0 0-16,0 0 16,0 9-1,0 10-15,-9 17 16,-10 20-1,0 18-15,-9 9 16,9-9 0,-9-1-16,9-17 15,0-1-15,10-18 16,9-9 0,0-10-16,0-9 15,0-9 1,0 0-16,0 0 15,0 0-15,19-9 16,9-18 0,19-20-16,9 1 15,1 9 1,-1 0-16,-9 10 16,-9 17-16,-10 1 15,-9 9 1,-10 0-16,1 9 15,-10 1 1,-10 8-16,-8 10 16,-20 9-1,-18 9-15,-1-9 16,1-19-16,18-8 16,10-10-1,9-10-15,19 10 16</inkml:trace>
  <inkml:trace contextRef="#ctx0" brushRef="#br1" timeOffset="135185.81">24807 1421 0,'0'0'16,"0"0"0,10-9-16,-1 0 15,1 9-15,8 0 16,1 9-1,0 10-15,9 18 16,0 9 0,1 9-16,-20 28 15,0 19 1,-9-10-16,-9-9 16,-19 0-1,-10 0-15,-18-9 16,9-28-16,0-18 15,47-28 1</inkml:trace>
  <inkml:trace contextRef="#ctx0" brushRef="#br1" timeOffset="135536.43">24092 1375 0,'0'0'16,"0"0"-16,-9 0 15,-19 9 1,-10 19-16,-18 9 15,-10 18-15,-9 19 16,9 9 0,9 10-16,20-1 15,8 0 1,29 1-16,19-1 16,28-18-16,38-10 15,-85-64 1</inkml:trace>
  <inkml:trace contextRef="#ctx0" brushRef="#br1" timeOffset="137359.44">25569 92 0,'0'0'0,"0"0"16,0 0-1,0 0-15,0 0 16,0 0-16,0 0 16,10 28-1,-1-10-15,10 29 16,0 26 0,-10 10-16,1 10 15,8 8 1,-8 1-16,-1-47 15,1 47-15,-1-1 16,0 19 0,-18 0-16,0 0 15,-10-9 1,0-19-16,0 1 16,0-20-1,10-8-15,0-19 16,9-9-16,0-9 15,0-10 1,0-18-16,0 0 16,9 0-1,0-18-15,-9 18 16</inkml:trace>
  <inkml:trace contextRef="#ctx0" brushRef="#br1" timeOffset="137718.66">26350 628 0,'0'0'0,"0"0"15,0 0 1,0 9-16,0 28 16,0 9-16,0 9 15,0 38 1,-9-10-16,-1 0 15,1 0 1,0-9-16,-1-28 16,10-46-16</inkml:trace>
  <inkml:trace contextRef="#ctx0" brushRef="#br1" timeOffset="138236.15">26689 766 0,'0'0'16,"0"0"-16,0 0 15,0 9 1,0 10-16,0 8 15,0 20-15,0-20 16,-10 19 0,1-9-16,0 0 15,9 0 1,0-9-16,0-10 16,9 1-16,0-1 15,10-9 1,0 1-16,9-1 15,10-9 1,9 0-16,0-19 16,0 10-1,-9-28-15,-1 0 16,-9 0-16,-9-9 16,-9 9-1,-10 1-15,-10-1 16,-9 9-1,-9 9-15,-19 1 16,-19 9-16,-37 9 16,-1 9-1,104-9-15</inkml:trace>
  <inkml:trace contextRef="#ctx0" brushRef="#br1" timeOffset="140658.54">18787 2243 0,'0'0'15,"0"0"-15,0 0 16,0 0 0,0 0-16,0 0 15,0 0-15,0 0 16,0 0-1,0 0-15,0 0 16,0 0 0,0 0-16,9 9 15,0 0 1,1 10-16,-10 18 16,0 0-1,-10 9-15,1 9 16,-10 0-16,0-8 15,1-1 1,8-19-16,1-8 16,-1-1-1,10-8-15,0-1 16,10-9-16,9 9 16,28-9-1,28 0-15,10-9 16,9 0-1,9-10-15,1 10 16,-1 0 0,-9-1-16,-9 10 15,-1 0-15,11 0 16,-20 0 0,-9 0-16,-1 0 15,-8 0 1,-10 0-16,0-9 15,-9 9-15,-10 0 16,0 0 0,-9-9-16,-10 9 15,1-9 1,-1 0-16,1-1 16,-1 1-1,0-9-15,-9-10 16,0 0-16,0 1 15,0-1 1,0 0-16,-9 0 16,9 1-1,0 8-15,-9 1 16,9-1-16,0 10 16,-10 0-1,10 0-15,0 9 16</inkml:trace>
  <inkml:trace contextRef="#ctx0" brushRef="#br1" timeOffset="141868.56">19549 2907 0,'0'0'16,"0"0"-16,0 0 15,0 0 1,0 0-16,0 0 16,0 0-1,-10 10-15,-9-1 16,-18 18-16,-10 10 15,0 0 1,0 9-16,0 10 16,9-10-1,0 0-15,38-46 16</inkml:trace>
  <inkml:trace contextRef="#ctx0" brushRef="#br1" timeOffset="142119.28">19088 3027 0,'0'0'15,"0"0"-15,0 0 16,0 0-1,18 10-15,1 8 16,19 19 0,9 9-16,19 9 15,18 1 1,-84-56-16</inkml:trace>
  <inkml:trace contextRef="#ctx0" brushRef="#br1" timeOffset="143819.49">20348 3027 0,'0'0'0,"0"0"16,0 0-16,0 0 16,0 0-1,0 0-15,10 10 16,-1-1 0,0 0-16,1 0 15,-1 10-15,1 8 16,-10 10-1,0 9-15,0 1 16,0-1 0,-10 9-16,1 10 15,-10-1 1,10-8-16,-1-10 16,1 0-16,-1-9 15,10-9 1,0-10-16,10 1 15,9-1 1,-1-9-16,20 10 16,19-10-1,18 0-15,9 0 16,1 1-16,9-10 16,-9 0-1,0 0-15,-1-10 16,-9 10-16,-9 0 15,-9 0 1,-10 0-16,0 0 16,0 0-1,-10 0-15,-8-9 16,-1 0 0,-9 0-16,0-1 15,-10 1-15,0-9 16,1-1-1,-1-8-15,1-10 16,-10-9 0,0-10-16,0 10 15,0 0 1,-10 0-16,1 9 16,-1 0-16,10 0 15,-9 0 1,9 9-16,-9 1 15,9 27 1</inkml:trace>
  <inkml:trace contextRef="#ctx0" brushRef="#br1" timeOffset="144540.73">20950 3073 0,'0'0'0,"0"0"16,0 0-1,0 0-15,0 0 16,0 0-16,0 10 15,0-1 1,10 9-16,-1 10 16,10 0-1,9-1-15,0 1 16,1-9 0,-1 8-16,0-8 15,0-1 1,0 1-16,-9-1 15,0-9-15,-9 1 16,-1-1 0,0 0-16,-9-9 15,0 9-15,0 1 16,-9 8 0,-19 10-16,-19-1 15,-10 10 1,57-37-16</inkml:trace>
  <inkml:trace contextRef="#ctx0" brushRef="#br1" timeOffset="147319.99">18062 3904 0,'0'0'0,"0"0"16,0 0 0,0 0-16,0 19 15,10 18 1,-10 18-16,0 19 16,0 9-1,-10 9-15,10-9 16,-9-18-1,9-10-15,0-55 16</inkml:trace>
  <inkml:trace contextRef="#ctx0" brushRef="#br1" timeOffset="149490.34">18382 4975 0,'0'0'15,"0"0"-15,-9-9 16,-1-1-1,1 10-15,-1-9 16,-8 0 0,-1 9-16,-9 0 15,-10 0-15,-9 9 16,-10 0 0,10 1-16,-9 8 15,9 0 1,9 1-16,-9 9 15,10-1 1,8 1-16,11 0 16,-1-1-16,9 1 15,10-9 1,10-1-16,-1 0 16,19 1-1,1-10-15,18-9 16,0-9-1,-10 0-15,1-1 16,-10 1-16,-9 0 16,-10 0-1,1 0-15,-1-1 16,1 1 0,-1 0-16,-9 9 15,0 0-15,0 0 16,0 0-1,9 9-15,10 0 16,10 19 0,18 9-16,28 0 15,19-19-15,-94-18 16</inkml:trace>
  <inkml:trace contextRef="#ctx0" brushRef="#br1" timeOffset="150602.94">20000 3950 0,'0'0'0,"0"0"16,0 0-16,0 0 16,0 0-1,0 0-15,0 0 16,0 0-1,-9 0-15,-10 10 16,-9 17-16,-1 1 16,-8 9-1,-1 9-15,1 9 16,-1 19 0,-9 18-16,19 1 15,9-19 1,9 9-16,10-9 15,10-1-15,-1-8 16,10-10 0,0-9-16,9-9 15,0-9 1,1-9-16,8-1 16,-9-9-16,10-9 15,-10 0 1,1 0-16,-11-9 15,1 0 1,0 0-16,0-10 16,-10 1-1,1-1-15,-10-9 16,0 1-16,-10-1 16,1 0-1,-10 1-15,-9 8 16,0-8-1,-10 8-15,10 10 16,-1 0-16,11 9 16,8 0-1,10 0-15</inkml:trace>
  <inkml:trace contextRef="#ctx0" brushRef="#br1" timeOffset="151619.4">21590 4310 0,'0'0'0,"0"0"16,0 0 0,0-9-16,-9-9 15,-1-1 1,1 1-16,-1-1 15,-8 1-15,-11-1 16,1 1 0,0 9-16,-10-1 15,1 1 1,-1 9-16,0 0 16,10 9-1,9 1-15,1-1 16,8 9-1,1 1-15,9-1 16,9 10-16,1 9 16,8 0-1,11 0-15,-1 0 16,0-1 0,-9-8-16,9 9 15,-9-9-15,0-1 16,-10 1-1,0 0-15,-9-10 16,0 1 0,-9-1-16,0 1 15,-1-10-15,-9 9 16,-9-8 0,0-1-16,9-9 15,0-9 1,10-1-16,0-8 15,9-10 1,0-9-16,9-9 16,19-9-16,10-1 15,28-8 1,-66 64-16</inkml:trace>
  <inkml:trace contextRef="#ctx0" brushRef="#br1" timeOffset="152644.69">22681 4172 0,'0'0'0,"0"0"16,0 0-1,0 0-15,0 0 16,0 0-16,10-9 16,8-1-1,1 1-15,10 0 16,-1 9 0,0 0-16,0 0 15,-9 0 1,0 9-16,-10 0 15,1 1-15,-10-1 16,0 0 0,0 0-16,-10 10 15,1-1 1,-1 1-16,1-1 16,9-9-16,0 1 15,0-1 1,9 0-16,10 0 15,9 10 1,10-1-16,0 1 16,-1-1-1,1 10-15,-10-10 16,-9 10 0,0 0-16,-10-1 15,-9 1-15,-9 9 16,-19 0-1,-10 0-15,-28 9 16,-9-9 0,0 0-16,-1-10 15,10-8-15,19-10 16,10-9 0,18-9-16,19 9 15</inkml:trace>
  <inkml:trace contextRef="#ctx0" brushRef="#br1" timeOffset="153155.69">24252 3932 0,'0'0'15,"0"0"1,0 0-16,0 0 15,0 9-15,0 19 16,0 9 0,0 18-16,0 10 15,-9 8 1,9 1-16,0 0 16,9-9-16,1-19 15,-10-46 1</inkml:trace>
  <inkml:trace contextRef="#ctx0" brushRef="#br1" timeOffset="153886.51">24092 4864 0,'0'0'0,"0"-9"16,0 0 0,0 9-16,0 0 15,0 0 1,0 0-16,0 0 16,0 0-16,0 0 15,0 18 1,0 10-16,0 9 15,-9 9 1,9 0-16,-9 0 16,-1 0-16,1-9 15,-1-9 1,10-10-16,0 1 16,0-10-1,0 0-15,0-9 16,0 0-16,0 0 15,0 0 1,10-9-16,9-9 16,9-1-1,19-9-15,0 10 16,0 9 0,-9-1-16,-10 10 15,0 0-15,-19 10 16,1-1-1,-10 0-15,0 19 16,-19 0 0,0-1-16,-9 1 15,0-10 1,-1-8-16,11-10 16,18 0-16</inkml:trace>
  <inkml:trace contextRef="#ctx0" brushRef="#br1" timeOffset="154169.34">24497 4846 0,'0'0'16,"0"0"-16,0 0 15,9 18 1,1 10-16,9 18 16,-10 9-1,0 10-15,-9 9 16,-9 0 0,0-10-16,-1-8 15,-18-1-15,28-55 16</inkml:trace>
  <inkml:trace contextRef="#ctx0" brushRef="#br1" timeOffset="154503.51">23716 4846 0,'0'0'16,"0"0"-16,-9 9 16,-10 9-1,-9 28-15,-10 19 16,0 9-16,-9 18 15,10 10 1,18-10-16,19-9 16,19-9-1,28-10-15,47 1 16,-94-65 0</inkml:trace>
  <inkml:trace contextRef="#ctx0" brushRef="#br1" timeOffset="155287.34">25682 3895 0,'0'0'15,"0"0"1,-9 28-16,-1 18 16,-8 18-16,-1 29 15,0-1 1,10 0-16,-1 1 16,10-29-1,0-18-15,0-46 16</inkml:trace>
  <inkml:trace contextRef="#ctx0" brushRef="#br1" timeOffset="155785.76">26153 3978 0,'0'0'16,"0"0"-16,-10 9 15,-9 19-15,1 9 16,-11 9 0,1 0-16,0 9 15,0 10 1,9-10-16,9 1 15,1-10 1,9-9-16,9-9 16,10-10-16,9-9 15,20 1 1,8-10-16,-9-10 16,9-8-1,-9-10-15,-9 0 16,-10 1-1,-9-10-15,-9 9 16,-1-9-16,-18 0 16,-1 10-1,-18-10-15,-19 0 16,-19 9 0,-9 10-16,-19 18 15,-10 27 1,104-27-16</inkml:trace>
  <inkml:trace contextRef="#ctx0" brushRef="#br1" timeOffset="157175.18">21261 5326 0,'0'0'0,"0"0"16,0-10-16,0 1 16,0 0-1,0 0-15,9-1 16,1 1 0,-10 9-16,0 0 15,9 0 1,0 19-16,1 8 15,-1 10-15,1 9 16,-1 10 0,-9-1-16,0-9 15,0 0 1,9-9-16,-9-9 16,0 0-16,10-10 15,-1-9 1,1 1-16,-1-1 15,10 0 1,9-9-16,10 0 16,18 0-1,10-9-15,9 9 16,19 0-16,0-9 16,10-1-1,-1 10-15,-18 0 16,-10 0-1,-9 0-15,-9-9 16,-10 9-16,-10 0 16,-9 0-1,1 0-15,-10 0 16,-10 0 0,0 0-16,1-9 15,-1 0 1,1-1-16,-1 1 15,0-9-15,1-1 16,-1-8 0,1-1-16,-1-9 15,0 0 1,1 0-16,-1 0 16,-9 0-16,0 0 15,0 10 1,-9 8-16,9 19 15</inkml:trace>
  <inkml:trace contextRef="#ctx0" brushRef="#br1" timeOffset="158286.71">21825 5095 0,'0'0'0,"0"0"15,0 0 1,0 0-16,0 0 16,10 9-1,-1 9-15,10 1 16,9-1-16,19 19 15,0-9 1,10 0-16,-10-10 16,0 1-1,0-1-15,-19-9 16,0 1-16,-9-1 16,-10-9-1,1 0-15,-10 0 16,0 0-1,-10 9-15,-8 0 16,-20 10-16,-19-1 16,-18 10-1,0-1-15,0 1 16,9 0 0,-9 0-16,18-10 15,57-18 1</inkml:trace>
  <inkml:trace contextRef="#ctx0" brushRef="#br1" timeOffset="159440.71">17686 5852 0,'0'0'16,"0"0"-16,0 0 16,0 0-16,9 18 15,1 1 1,-1 27-16,-9 18 16,0 29-1,0-1 1,0 0-16,0-18 15,0 0-15,0-74 16</inkml:trace>
  <inkml:trace contextRef="#ctx0" brushRef="#br1" timeOffset="160103.29">17771 7015 0,'0'0'0,"0"0"15,0 0 1,0 0-16,0-10 16,0-8-16,0-1 15,0 1 1,0-1-16,-10 1 16,1 0-1,-10-10-15,0 9 16,0 10-1,1 0-15,-11 0 16,1 9-16,-10 9 16,10 9-1,0 1-15,0-1 16,9 10 0,0 0-16,10-1 15,9-8-15,0-10 16,9 0-1,1-9-15,8 0 16,11-9 0,-1 0-16,0-10 15,0 1 1,-9-1-16,-10 1 16,1 9-16,-1 0 15,-9 9 1,0 0-16,0 0 15,0 0 1,10 27-16,9 10 16,18 9-1,-37-46-15</inkml:trace>
  <inkml:trace contextRef="#ctx0" brushRef="#br1" timeOffset="161192.31">19370 5962 0,'0'0'0,"0"0"16,0 0-16,0 0 15,-10 19 1,-8 9-16,-20 18 16,-9 27-16,0 29 15,0-10 1,0 19-16,19 0 15,-1-10 1,20-18-16,0-9 16,9-18-16,9-19 15,0-10 1,10-8-16,0-10 16,9 0-1,0-9-15,1-9 16,-10 0-1,9-10-15,-9 10 16,-10-9-16,0-1 16,-9 1-1,0-10-15,-9 0 16,0 10 0,-10-1-16,-9 1 15,-1 9 1,-8 9-16,-10 9 15,9 9-15,38-18 16</inkml:trace>
  <inkml:trace contextRef="#ctx0" brushRef="#br1" timeOffset="162786.21">20508 6368 0,'0'0'0,"0"0"16,0 0-1,0-9-15,0 0 16,0 0-16,0-10 16,10 1-1,8-10-15,11 0 16,27 1 0,10-1-16,-19 10 15,0-1 1,-19 10-16,0 9 15,-9 9-15,-9 0 16,-10 10 0,-10 9-16,-9 18 15,-9 9 1,-9 0-16,-1 1 16,10-10-16,9-9 15,9-9 1,20-1-16,-1 1 15,10 0 1,9-1-16,10 1 16,0 0-1,-10-10-15,-9 1 16,-1 8-16,1 1 16,-9 0-1,-10-1-15,0 1 16,-10 9-1,-18 0-15,-10 0 16,-18 0-16,0-10 16,-1-8-1,19-10-15,1-9 16,-1 0 0,19-9-16,1 0 15,18 9-15</inkml:trace>
  <inkml:trace contextRef="#ctx0" brushRef="#br1" timeOffset="164225.67">22211 6599 0,'0'0'0,"0"0"16,0-9-16,0 0 15,0-10 1,0 1-16,0-10 16,0 0-16,0 1 15,0-1 1,-10-9-16,1 9 15,-10 1 1,-9-1-16,-10 0 16,1 10-1,-1 9-15,10-1 16,0 10-16,9 10 16,0-1-1,0 9-15,10 1 16,9 9-1,0-1-15,9 10 16,10 19 0,9-1-16,1 0 15,8 1-15,-9-1 16,-9-9 0,0 0-16,-10-9 15,-9 0 1,0 0-16,-9-9 15,0-1-15,-10-8 16,0-1 0,0-8-16,0-1 15,1-9 1,-1 0-16,0-9 16,9-1-16,1-8 15,9-19 1,9-9-16,29-10 15,19-17 1,8-1-16,1 9 16,0 10-1,-66 55-15</inkml:trace>
  <inkml:trace contextRef="#ctx0" brushRef="#br1" timeOffset="164609.04">23302 6018 0,'0'0'16,"0"0"-16,0 0 16,0 0-16,0 9 15,0 9 1,0 38-16,10 18 15,-10 9 1,0 18-16,-10-8 16,1-1-1,-1-18-15,10-74 16</inkml:trace>
  <inkml:trace contextRef="#ctx0" brushRef="#br1" timeOffset="165191.24">23011 6922 0,'0'0'0,"0"0"16,0 0 0,0 9-16,0 1 15,-10 17-15,1 10 16,-1 0 0,1 0-16,-1 0 15,1 0 1,0-9-16,-1-1 15,1-8 1,-1-1-16,1-8 16,9-1-16,0 0 15,0-9 1,9 9-16,10 0 16,9-9-1,1 0-15,8 0 16,-8 0-1,-1 0-15,0 0 16,-9 10-16,-10-1 16,1 0-1,-10 0-15,0 1 16,0-1 0,-10 9-16,1 1 15,-10-1-15,0 1 16,0-10-1,1-9-15,18 0 16</inkml:trace>
  <inkml:trace contextRef="#ctx0" brushRef="#br1" timeOffset="165439.5">23340 7051 0,'0'0'0,"0"0"16,0 0-16,0 10 16,9 8-16,10 19 15,0 9 1,0 10-16,-1 27 16,-18 9-1,-18 0-15,-11-18 16,-8-9-1,9-28-15,28-37 16</inkml:trace>
  <inkml:trace contextRef="#ctx0" brushRef="#br1" timeOffset="165753.4">22785 6996 0,'0'0'16,"0"0"-16,0 0 16,-10 19-16,-8 27 15,-20 28 1,-9 18-16,-10 28 15,20 0 1,9-9-16,18-19 16,20-28-16,27-8 15,57-10 1,-94-46-16</inkml:trace>
  <inkml:trace contextRef="#ctx0" brushRef="#br1" timeOffset="166420.23">24600 6248 0,'0'0'0,"0"0"15,0 0-15,0 0 16,0 0-1,0 0-15,0 0 16,-9 10-16,0 8 16,-1 10-1,1 18-15,-1 9 16,1 19 0,0 0-16,9-19 15,0-8 1,0-47-16</inkml:trace>
  <inkml:trace contextRef="#ctx0" brushRef="#br1" timeOffset="166853.51">24836 6184 0,'0'0'16,"0"0"-16,0 9 16,-10 19-1,1 9-15,-1 18 16,1 0-16,0 19 16,-1 0-1,10-9-15,10-19 16,-1-9-1,10-10-15,0-8 16,9-10-16,0-9 16,0-9-1,0-19-15,10-18 16,-10-9 0,-9-1-16,-9-8 15,-10-1 1,-10 1-16,-9 8 15,-9 19-15,-28 10 16,-20 27 0,-27 27-16,103-27 15</inkml:trace>
  <inkml:trace contextRef="#ctx0" brushRef="#br1" timeOffset="169339.25">22060 7587 0,'0'0'0,"0"0"16,0 0-1,0 0-15,0 0 16,0 0-16,0 0 16,0 9-1,0 9-15,0 1 16,-9 9 0,0-1-16,-1 10 15,1 0 1,9 9-16,-10 19 15,10 0 1,0-1-16,0 1 16,0-10-16,0 0 15,-9-8 1,9-10-16,0-10 16,0-8-16,0-10 15,0 0 1,9 0-16,1-9 15,9 0 1,18 0-16,10-9 16,19 0-1,9-10-15,29 1 16,-1 0-16,-9 8 16,-9 1-1,9 0-15,0 9 16,-28 0-1,-10-9-15,1 9 16,-19 0-16,-10 0 16,0 0-1,-9 0-15,-10 0 16,1 0 0,-1-10-16,0 1 15,1 0 1,-1 0-16,1-10 15,-1 1-15,-9-10 16,0-9 0,0 37-16</inkml:trace>
  <inkml:trace contextRef="#ctx0" brushRef="#br1" timeOffset="171119.26">14102 8224 0,'0'0'0,"0"0"15,0 0-15,0 0 16,0 0-16,0-10 16,0 1-1,0 0-15,0-10 16,0 1-1,0 9-15,0 0 16,0-1 0,0 1-16,0 9 15,0 0-15,0 0 16,0 0 0,0 0-16,0 19 15,0 17 1,-10 20-16,1 27 15,9 0-15,0-9 16,0-10 0,0-8-16,9 8 15,1-17 1,-10-47-16</inkml:trace>
  <inkml:trace contextRef="#ctx0" brushRef="#br1" timeOffset="171836.84">14177 9110 0,'0'0'0,"0"-10"15,0-8-15,0-10 16,-9 1 0,-1 8-16,1 1 15,-1 8 1,1 1-16,-19 9 16,-10 9-16,-9 10 15,0 9 1,0 9-16,0 9 15,9 0 1,19-9-16,1 0 16,8-10-1,10-17-15,10-1 16,18-9-16,10-9 16,9-10-1,-10 1-15,1-10 16,-1 0-1,-18 10-15,0 9 16,0-1 0,0 1-16,-10 0 15,1 9-15,-1 0 16,0 0 0,1 9-16,9 10 15,9 8 1,9 10-16,10 0 15,0-9-15,1-1 16,-48-27 0</inkml:trace>
  <inkml:trace contextRef="#ctx0" brushRef="#br1" timeOffset="172337.3">14403 8980 0,'0'0'15,"0"0"-15,0 0 16,0 0 0,9 0-16,1 10 15,8 8 1,11 1-16,-1 8 16,0 10-16,0 19 15,-9 8 1,-10-8-16,-9 8 15,0-18 1,-18-18-16,18-28 16</inkml:trace>
  <inkml:trace contextRef="#ctx0" brushRef="#br1" timeOffset="172624.84">13669 9008 0,'0'0'0,"0"0"16,0 0 0,-9 0-16,-1 9 15,-9 19-15,1 9 16,-1 18-1,9 19-15,1 0 16,9 0 0,9-10-16,20 1 15,8-19 1,29 0-16,-66-46 16</inkml:trace>
  <inkml:trace contextRef="#ctx0" brushRef="#br1" timeOffset="173505.6">15682 8122 0,'0'0'0,"0"0"16,0 0-1,-9 9-15,-1 1 16,1 8-16,-10 10 15,-9 18 1,-10 28-16,-9 18 16,0 10-1,0 8-15,10 10 16,8-18-16,20-28 16,9-10-1,9-27-15,1 0 16,9-9-1,-1-10-15,11-9 16,8-9 0,10-18-16,0-10 15,-9 1-15,-10-1 16,0 0 0,-9 1-16,0-1 15,-10 0 1,-9 0-16,-9 10 15,0 0 1,-10 8-16,-19 1 16,-9 9-16,-9 19 15,-1 8 1,20-8-16,37-19 16</inkml:trace>
  <inkml:trace contextRef="#ctx0" brushRef="#br1" timeOffset="174625.29">16566 8288 0,'0'0'0,"0"0"15,0 0-15,0 0 16,0 0-1,0 0-15,10 0 16,18 0 0,10 0-16,-1 0 15,10 0 1,-9 0-16,-10 9 16,0 1-16,-9-1 15,-9 9 1,-1 1-16,0 9 15,-18 8 1,0 1-16,-10 10 16,-9-1-1,9-9-15,0-10 16,10 1-16,9-10 16,9 1-1,0-10-15,10 0 16,9 1-1,19 8-15,1-9 16,-1 10-16,-10-1 16,-9 1-1,1 8-15,-11 1 16,-8 9 0,-10 0-16,-19 0 15,-9 9-15,-10 0 16,-9 0-1,-9 0-15,9-18 16,0 0 0,9-10-16,10-9 15,9-9 1,10 0-16,9 0 16</inkml:trace>
  <inkml:trace contextRef="#ctx0" brushRef="#br1" timeOffset="175403.55">18232 8131 0,'0'0'16,"0"0"-16,0 0 16,0 0-1,0 0-15,0 0 16,0 10-1,0 17-15,0 29 16,0 36 0,0-18-16,0 18 15,0-9-15,0 9 16,-10-18 0,1 0-16,9-74 15</inkml:trace>
  <inkml:trace contextRef="#ctx0" brushRef="#br1" timeOffset="176024.27">18109 9184 0,'0'0'0,"0"0"15,0 0-15,0 0 16,0 0-1,0 0-15,0 0 16,0 9 0,0 9-16,-9 19 15,-1 9-15,1 10 16,0-10 0,-1 0-16,1-9 15,-1 0 1,1-10-16,9-8 15,0-10-15,0-9 16,0 0 0,0 0-16,9 0 15,10-9 1,9 0-16,10-1 16,0-8-16,-1 9 15,1 0 1,-10-1-16,-9 10 15,-10 0 1,-9 0-16,0 10 16,-9 8-1,0 10-15,-20 9 16,1 0-16,0-10 16,9-18-1,19-9-15</inkml:trace>
  <inkml:trace contextRef="#ctx0" brushRef="#br1" timeOffset="176271.31">18561 9165 0,'0'0'0,"0"0"15,9 0 1,10 9-16,-10 10 15,10 18-15,-9 27 16,-10 10 0,-19 18-16,-19 28 15,-9-9 1,-9-9-16,-1-29 16,57-73-16</inkml:trace>
  <inkml:trace contextRef="#ctx0" brushRef="#br1" timeOffset="176555.13">17677 9230 0,'0'0'0,"0"0"16,0 0-16,0 18 16,0 19-1,-10 18-15,1 38 16,-1 36 0,10-18-16,19-19 15,9-9-15,10-9 16,18-37-1,-56-37-15</inkml:trace>
  <inkml:trace contextRef="#ctx0" brushRef="#br1" timeOffset="177304.13">19633 8547 0,'0'0'15,"0"0"-15,0 0 16,0 0 0,0-10-16,-9 1 15,-1 0-15,1 0 16,-10 0-1,-9-1-15,-10 10 16,-9 10 0,-9 8-16,9 0 15,9 1 1,1 9-16,8-1 16,11 1-16,8 0 15,10 9 1,10-1-16,18 1 15,9 0 1,10 9-16,-9-9 16,-10-9-1,-9 0-15,0-1 16,0 1-16,-10 0 16,1-10-1,-10 10-15,-10-10 16,1 1-16,-10-1 15,-9 1 1,9-10-16,-9 0 16,9-9-1,0-9-15,10 0 16,9-10 0,9-18-16,38-27 15,19-19 1,9 9-16,19-9 15,-94 83-15</inkml:trace>
  <inkml:trace contextRef="#ctx0" brushRef="#br1" timeOffset="177660.5">20471 8565 0,'0'0'16,"0"0"-16,-10 9 15,1 1 1,-10 26-16,-9 29 16,-10 18-1,0 19-15,10-19 16,0 9 0,9-18-16,10-19 15,9-27-15,0-28 16</inkml:trace>
  <inkml:trace contextRef="#ctx0" brushRef="#br1" timeOffset="178107.25">20687 8740 0,'0'0'0,"0"0"15,0 0 1,0 0-16,0 0 15,0 0 1,0 0-16,0 28 16,-10 28-16,1 17 15,0 20 1,-1-1-16,10 0 16,10-36-1,8-10-15,11-9 16,-1-19-1,10-9-15,9-9 16,9-9-16,-9-9 16,-9-10-1,-1-9-15,-8 0 16,-11-9 0,-8 9-16,-10-9 15,0 9-15,-19-9 16,0 9-1,-18 0-15,-20 9 16,-18 19 0,-10 9-16,10 19 15,75-19 1</inkml:trace>
  <inkml:trace contextRef="#ctx0" brushRef="#br1" timeOffset="181605.26">13443 7651 0,'0'0'0,"0"0"16,0 0 0,0 0-16,0 0 15,10 10 1,8-1-16,11 0 15,8 10-15,10-1 16,10 0 0,9-8-16,18-1 15,20 0 1,9-9-16,0 0 16,18 0-1,1 0-15,0 0 16,-1 0-16,1-9 15,0 9 1,18 0-16,10 0 16,-9 0-1,-1 0-15,1 9 16,-20 0-16,1 1 16,9 8-1,-9-9-15,-19 1 16,19 8-1,-1-9-15,-18 0 16,-9 10 0,18-1-16,10 1 15,-10-1-15,0 1 16,1-1 0,8 1-16,-8-1 15,8 10 1,1-10-16,9 1 15,0-1 1,10 1-16,-20-1 16,20 1-16,-19-10 15,-1 0 1,1 9-16,0-8 16,-1-1-1,-18 9-15,0-8 16,9-1-16,-9 0 15,-9 0 1,-1 1-16,1-1 16,-20-9-1,-8 0-15,-10 0 16,-1 0 0,1 0-16,0 0 15,0 9-15,0-9 16,-10 0-1,-9 9-15,-9-9 16,0 9 0,-10 1-16,0-1 15,0-9-15,-9 9 16,0 0 0,0 1-16,0-1 15,-10-9 1,10 9-16,0 0 15,-1 1-15,1-1 16,0 0 0,0 0-16,0 10 15,9 8 1,0 1-16,0 9 16,1 9-1,-1 9-15,0 19 16,0 9-16,-9 10 15,0-1 1,0 0-16,-10 19 16,0-9-1,10-10-15,-19-18 16,0 9 0,10-9-16,-10-1 15,0-8-15,0-10 16,0-8-1,0-1-15,0-9 16,0-10 0,-10 1-16,10-10 15,-9 1-15,-1-1 16,1-8 0,-10-1-16,-9 9 15,-10-8 1,-18-1-16,-19 0 15,-19 0-15,-10 0 16,-18-9 0,0 0-16,-10 10 15,0-10 1,-9 0-16,-10 9 16,-8 0-1,-11-9-15,1 9 16,0-9-16,-1 0 15,-18 10 1,-9-1-16,18-9 16,-38 9-1,39 0-15,-10 1 16,-10 8 0,0-9-16,1 0 15,9 1-15,-19-1 16,28 0-1,-9 0-15,-10-9 16,1 10 0,9-10-16,-10 9 15,0 0-15,29 0 16,-19-9 0,19 0-16,9 0 15,-10 0 1,39 0-16,-10-9 15,-1 9 1,11-9-16,18 0 16,9-1-16,1 1 15,9-9 1,19 8-16,9 1 16,9-9-1,1 9-15,9-1 16,9 1-16,1 0 15,-1 0 1,10-1-16,-1 1 16,1 0-1,9 9-15,1 0 16,-1 0 0,9 0-16,1 0 15,0 0-15,-1 0 16,1 0-1,9 0-15,-10-9 16,1-1 0,0 1-16,9 0 15,-10-9-15,1-10 16,-1-9 0,10-9-16,0-10 15,-9 1 1,0-10-16,-1 1 15,1 8 1,-10 1-16,0-10 16,0-8-16,0-10 15,10 9 1,0 0-16,-1-9 16,1-19-1,9 10-15,0 0 16,0 9-16,0-10 15,0 1 1,0 0-16,0 18 16,0 0-1,0 9-15,0 1 16,0-10 0,9 19-16,-9 8 15,10 1-15,-1 9 16,0 10-1,1 8-15,-1-8 16,10 8 0,0 1-16,9 8 15,-28 10-15</inkml:trace>
  <inkml:trace contextRef="#ctx0" brushRef="#br1" timeOffset="182787.25">19153 8067 0,'0'0'16,"0"0"-16,0 0 16,0 0-1,0 0-15,0 0 16,0 0-1,-9 0-15,0 0 16,-1 0-16,1 0 16,-1 0-1,-8 9-15,8 0 16,-9 0 0,10 10-16,0-1 15,-10 1 1,0 8-16,0 1 15,0 9-15,10 9 16,0 0 0,-1 10-16,1-1 15,9 1 1,0-1-16,-10 9 16,1 10-16,-1 0 15,10 0 1,0 9-16,0 0 15,0 9 1,-9 10-16,9-1 16,-9-8-1,-1-1-15,1 19 16,-1 0-16,1-19 16,9 0-1,0 0-15,0 1 16,0-10-1,0-9-15,9-19 16,-9 0 0,0 1-16,0-10 15,0-9-15,0 0 16,0-10 0,0-17-16,0-1 15,0 0 1,0-9-16</inkml:trace>
  <inkml:trace contextRef="#ctx0" brushRef="#br2" timeOffset="190037.7">13575 10725 0,'0'0'16,"0"0"-16,0 0 16,0 0-1,0 0-15,0 0 16,0 0 0,0 0-16,0 0 15,0 0-15,0 18 16,0 19-1,0 9-15,-10 19 16,10 18 0,-9-9-16,9 9 15,0-18 1,0-1-16,0-18 16,0 0-16,0-18 15,0-28 1</inkml:trace>
  <inkml:trace contextRef="#ctx0" brushRef="#br2" timeOffset="190404.56">13152 10780 0,'0'0'16,"9"-9"-16,10-9 16,9-1-1,19-9-15,9 1 16,1-1 0,-10 19-16,9 0 15,1 9-15,-10 9 16,-9 0-1,-10 0-15,-9 10 16,-10-1 0,-9 19-16,-28 9 15,-19 10-15,-10 8 16,1-8 0,28-29-16,-1-8 15,29-19 1</inkml:trace>
  <inkml:trace contextRef="#ctx0" brushRef="#br2" timeOffset="192720.05">14130 10614 0,'0'0'0,"0"0"16,0 0-16,0 0 15,0 0 1,0 0-16,0 0 16,9 19-16,1 8 15,-1 19 1,10 10-16,0 8 15,0 1 1,-10-19-16,10-9 16,-19-37-16</inkml:trace>
  <inkml:trace contextRef="#ctx0" brushRef="#br2" timeOffset="193020.28">14375 10605 0,'0'0'15,"0"0"-15,0 0 16,0 0-1,9 9-15,0 0 16,1 19 0,9 18-16,-10 0 15,0 10-15,1 8 16,-1-18 0,1-18-16,-10-28 15</inkml:trace>
  <inkml:trace contextRef="#ctx0" brushRef="#br2" timeOffset="193337.72">14629 10457 0,'0'0'0,"0"0"15,0 0-15,0 0 16,9 9 0,10 19-16,0 18 15,-1 19-15,-8 9 16,-1 0-1,-9-1-15,0-8 16,0-19 0,0-46-16</inkml:trace>
  <inkml:trace contextRef="#ctx0" brushRef="#br2" timeOffset="193670.37">13801 10642 0,'0'0'16,"0"0"-16,0-9 15,18-10 1,30-27-16,46-9 16,18-1-1,11 1-15,-10 9 16,-10 9 0,-18 9-16,-19 10 15,-10 8-15,-56 10 16</inkml:trace>
  <inkml:trace contextRef="#ctx0" brushRef="#br2" timeOffset="193970.64">14073 11352 0,'0'0'0,"0"0"16,0 0-1,29-9-15,46-18 16,47-20-16,10-8 15,-10 0 1,10-10-16,-19 19 16,-113 46-1</inkml:trace>
  <inkml:trace contextRef="#ctx0" brushRef="#br2" timeOffset="196753.33">14930 9599 0,'0'0'0,"0"0"16,0 0-1,0 0-15,0 0 16,0 0-1,0 0-15,0 0 16,0 0-16,0 0 16,9 9-1,0 19-15,1 9 16,-1 0 0,1 18-16,-1-9 15,0 0 1,-9 0-16,10 1 15,-1-20-15,-9 1 16,10-10 0,-1-8-16,0-1 15,1 0 1,9 0-16,18 1 16,10-10-16,10 9 15,9 0 1,9 0-16,0 0 15,19 1 1,0-10-16,-18 9 16,-1 0-1,-9 0-15,-10 1 16,-9-1-16,0 0 16,-9 0-1,-1 1-15,1-1 16,-10-9-1,-9 0-15,0 0 16,-10-9-16,1-1 16,-1 1-1,1-9-15,-1-1 16,-9-9 0,0-8-16,-9-1 15,-1 0 1,1 0-16,-10-9 15,10-1-15,-1 1 16,1 0 0,9 0-16,0 9 15,0 0 1,9 10-16,-9 27 16</inkml:trace>
  <inkml:trace contextRef="#ctx0" brushRef="#br2" timeOffset="199454.29">16011 10716 0,'0'0'16,"0"0"-16,0 0 16,0 0-1,0 0-15,0 0 16,-9-10 0,0 1-16,-1 0 15,1 0-15,-1-1 16,1 1-1,0 0-15,-1 0 16,1 0 0,9 9-16,0 0 15,0 0 1,0 0-16,0 0 16,0 0-16,0 0 15,0 0 1,0 9-16,0 9 15,9 10 1,-9 0-16,10-1 16,-10 1-16,0 9 15,0-9 1,0-1-16,0-8 16,0-1-1,0 1-15,0-10 16,0 0-1,0 0-15,0 1 16,9 8-16,0 1 16,10-1-1,9 0-15,19 1 16,19-10 0,10-9-16,-1 0 15,19-9-15,0-10 16,0 1-1,0 0-15,-19 8 16,1 1 0,-1 0-16,-9 0 15,-10-1 1,-9 10-16,-9-9 16,-10 0-16,-9 9 15,0-9 1,-10-1-16,1 1 15,-1 0 1,0-9-16,-9-1 16,0-9-1,0-9-15,0-9 16,0 0-16,-9-9 16,0-1-1,-1 1-15,1 9 16,-1-9-1,10 8-15,0-8 16,0 55-16</inkml:trace>
  <inkml:trace contextRef="#ctx0" brushRef="#br2" timeOffset="200845.49">16501 10531 0,'0'0'0,"0"0"15,0 0 1,0 0-16,0 0 15,0 0 1,9 0-16,0 0 16,1 0-16,-1 9 15,1-9 1,8 9-16,11 1 16,8-1-1,10 0-15,-9 0 16,0 1-16,-10-1 15,0 0 1,-9 0-16,0 1 16,-10-1-1,0 0-15,1 0 16,-10 0 0,0-9-16,0 10 15,-10 8 1,-8 1-16,-11 18 15,-18-1-15,-18 11 16,-11 8 0,1-9-16,75-46 15</inkml:trace>
  <inkml:trace contextRef="#ctx0" brushRef="#br2" timeOffset="202004.27">14365 11657 0,'0'0'0,"0"0"15,0 0 1,0 0-16,0 0 16,0 0-1,0 9-15,0 10 16,0 18-1,0 9-15,-9 18 16,9 10-16,9 0 16,1-9-1,-1-1-15,0 1 16,-9-65 0</inkml:trace>
  <inkml:trace contextRef="#ctx0" brushRef="#br2" timeOffset="202970.63">14516 12718 0,'0'0'0,"0"0"16,0 0-1,0-9-15,0 0 16,0-9 0,0-1-16,0-9 15,0-9 1,-10 10-16,1-10 15,-1 9 1,1 0-16,-10 10 16,0 0-16,1 8 15,-11 10 1,1 0-16,0 10 16,-10 17-1,1 10-15,8 9 16,1 0-16,0 10 15,19-10 1,-1-9-16,10 0 16,10-9-1,-1-19-15,10 0 16,9-9-16,10 0 16,9-18-1,-10-1-15,1 1 16,-10-10-1,-9 0-15,0 1 16,0-1 0,-10 9-16,0 1 15,1 9-15,-1-1 16,-9 10 0,0 0-16,10 10 15,-1 8 1,10 19-16,9 28 15,10-10 1,18 0-16,19-18 16,-75-37-16</inkml:trace>
  <inkml:trace contextRef="#ctx0" brushRef="#br2" timeOffset="204036.47">15569 11749 0,'0'0'16,"0"0"-16,0 0 16,0 0-1,0 0-15,0 0 16,0 0-1,0 0-15,0 0 16,19-9-16,19 0 16,-1 0-1,10 9-15,-9 0 16,-10 0 0,0 0-16,-9 9 15,-9 0 1,-1 0-16,0 10 15,-9 8-15,-9 1 16,-19 18 0,0-9-16,-1 0 15,11-9 1,-1-10-16,9 1 16,1-10-1,9 0-15,0-9 16,0 0-16,9 9 15,10 1 1,9-1-16,1 0 16,-11 0-1,1 1-15,0 8 16,0 1-16,-10-1 16,1 10-1,-10-1-15,-10 10 16,-9 9-1,-9 1-15,-9-1 16,-1-9-16,-9 0 16,0-10-1,9-8-15,1-10 16,-1 0 0,10-9-16,0-9 15,9-10-15,19 19 16</inkml:trace>
  <inkml:trace contextRef="#ctx0" brushRef="#br2" timeOffset="205603.36">17084 11509 0,'0'0'16,"0"0"-1,0 0-15,0 0 16,0 0-16,0 0 15,0 0 1,0 0-16,0 0 16,-10 0-1,1 10-15,-19 8 16,0 19 0,-10 9-16,10 10 15,0 8-15,-10 19 16,10-9-1,9 0-15,9-19 16,1 1 0,9-10-16,9-9 15,1 0 1,-1-10-16,1-8 16,-1-10-16,0 0 15,1 0 1,-1-9-16,10 0 15,0 0 1,0-9-16,0 0 16,-10-9-1,0-1-15,1 1 16,-1-10-16,-9 0 16,0 1-1,0 8-15,0 1 16,-9-1-1,-1 10-15,1 0 16,0-1-16,-1 10 16,1 0-1,9 0-15</inkml:trace>
  <inkml:trace contextRef="#ctx0" brushRef="#br2" timeOffset="206891.46">18410 11565 0,'0'0'0,"0"0"16,0 0-1,0 0-15,0 0 16,0 0-16,0 0 15,0 18 1,0 19-16,-9 19 16,-1 8-1,10 28-15,0-18 16,10 0 0,-1-19-16,-9-55 15</inkml:trace>
  <inkml:trace contextRef="#ctx0" brushRef="#br2" timeOffset="207537.55">18100 12386 0,'0'0'0,"0"0"15,0 0 1,0 0-16,0 0 15,0 0 1,0 9-16,0 10 16,9 18-1,-9 9-15,0 9 16,-9 10 0,-1-10-16,1-9 15,0-9-15,9-9 16,0-9-1,0-10-15,0-9 16,9 0-16,10 0 16,9-9-1,10-1-15,9-8 16,9-10 0,-9 10-16,-9 8 15,-1 1 1,-8 9-16,-10 0 15,-10 9-15,0 1 16,-9 8 0,-9 10-16,-10 9 15,-9 0 1,-10 0-16,1-10 16,-1-8-1,0-10-15,38-9 16</inkml:trace>
  <inkml:trace contextRef="#ctx0" brushRef="#br2" timeOffset="207787.7">18533 12552 0,'0'0'0,"0"0"15,9 10-15,0-1 16,10 9-16,0 19 16,-10 37-1,-9 18-15,-18 1 16,-1-1 0,-9-9-16,-10-18 15,38-65 1</inkml:trace>
  <inkml:trace contextRef="#ctx0" brushRef="#br2" timeOffset="208056.48">17658 12432 0,'0'0'0,"0"0"15,0 0 1,0 0-16,-10 19 16,1 8-1,-10 20-15,0 36 16,0 27-16,10 10 16,9-9-1,19-19-15,18-8 16,20-20-1,-57-64-15</inkml:trace>
  <inkml:trace contextRef="#ctx0" brushRef="#br2" timeOffset="208837.17">19840 11731 0,'0'0'15,"0"0"-15,0 0 16,0 0-1,-9-9-15,-1-1 16,1 1-16,0 0 16,-1 0-1,-9 0-15,-9-1 16,-9 10 0,-1 10-16,-9-1 15,9 9 1,10 1-16,0-1 15,18-9-15,1 10 16,9-1 0,9 10-16,10 9 15,0 0 1,9 9-16,0-9 16,1 9-16,-11-9 15,-8 9 1,-1 0-16,-9 0 15,-9-9 1,-1 0-16,-8-9 16,-1 0-1,0-10-15,0-9 16,0-9-16,1-9 16,-1-9-1,9-10-15,10-9 16,29-37-1,18-18-15,28 0 16,19-10-16,-94 102 16</inkml:trace>
  <inkml:trace contextRef="#ctx0" brushRef="#br2" timeOffset="209154.31">20640 11722 0,'0'0'16,"0"0"-16,-10 18 15,-8 10 1,-11 36-16,-8 10 16,9 9-16,-1 0 15,1-9 1,9-9-16,19-10 16,0-18-1,0-37-15</inkml:trace>
  <inkml:trace contextRef="#ctx0" brushRef="#br2" timeOffset="209603.47">20997 11694 0,'0'0'0,"0"0"16,0 0-1,0 0-15,0 9 16,0 28 0,0 18-16,0 38 15,0-1 1,0-9-16,0-9 16,10-9-16,-1-28 15,1-10 1,-1-8-16,10-10 15,0 0 1,-1-9-16,1-9 16,0-10-16,0 1 15,-10-10 1,1-9-16,-1-18 16,-9 0-1,0-1-15,-9 19 16,-1 0-1,1 10-15,-10-1 16,-9 10-16,-29 18 16,-46 27-1,103-27-15</inkml:trace>
  <inkml:trace contextRef="#ctx0" brushRef="#br2" timeOffset="211420.81">17037 13171 0,'0'0'16,"0"0"-1,0 0-15,0 0 16,0 0-16,0 0 15,0 0 1,0 0-16,0 0 16,0 0-1,0 0-15,0 9 16,0 9 0,0 19-16,0 19 15,-10 8-15,1 10 16,0 9-1,9 10-15,0-20 16,0 1 0,9-18-16,0-10 15,1-9-15,9-10 16,-1 1 0,1-10-16,0 1 15,9-10 1,10 0-16,0 1 15,18-10 1,19 0-16,10 0 16,9 0-16,0 0 15,0 0 1,19-10-16,-19 1 16,0 0-1,-19 0-15,-9-1 16,0 1-1,0 0-15,-10 0 16,-9 0-16,-9-1 16,-10 1-1,1 0-15,-11 0 16,-8 9 0,-1-10-16,1 1 15,-1 0-15,0-10 16,1-8-1,-10-10-15,0 0 16,0-9 0,-10 0-16,1 0 15,0-1-15,-1 10 16,1-9 0,9 9-16,0 0 15,0 10 1,0 27-16</inkml:trace>
  <inkml:trace contextRef="#ctx0" brushRef="#br2" timeOffset="213304.99">14008 14140 0,'0'0'0,"0"0"15,0 0-15,0 0 16,0 0-1,0 0-15,0 0 16,0 0 0,0 0-16,0 0 15,0 0 1,0 0-16,0 0 16,0 0-16,0 0 15,0 0 1,9 9-16,0 10 15,1 8 1,-10 10-16,0 19 16,0-1-1,0 9-15,0 1 16,0 0-16,0-19 16,0-9-1,0 0-15,0-10 16,0-8-1,0-19-15</inkml:trace>
  <inkml:trace contextRef="#ctx0" brushRef="#br2" timeOffset="214554.64">14243 15164 0,'0'0'0,"0"0"16,0 0-16,0 0 16,0 0-1,0 0-15,0 0 16,0 0-16,-10-9 16,1 0-1,0 0-15,-10-1 16,-9 1-1,-10 9-15,-9 9 16,0 10-16,0 9 16,0 8-1,0 11-15,9-1 16,0 9 0,20-9-16,-1 0 15,19-18 1,9-19-16,10 1 15,28-20-15,28-27 16,-9-9 0,-9 0-16,-20 9 15,1 0 1,-10 10-16,-9-1 16,-10 9-16,1 10 15,-1 0 1,-9 9-16,0 0 15,0 0 1,0 0-16,10 9 16,-1 19-1,10 9-15,9 18 16,10 19-16,9-9 16,9-10-1,1-9-15,-10-18 16,-47-28-1</inkml:trace>
  <inkml:trace contextRef="#ctx0" brushRef="#br2" timeOffset="-214659.01">14619 15127 0,'0'0'0,"0"0"16,0 0 0,0 0-16,10 10 15,-1 8 1,10 19-16,-10 18 16,1 38-16,-10-1 15,-10 0 1,-9-18-16,-9 0 15,-10-9 1,-9-10-16,47-55 16</inkml:trace>
  <inkml:trace contextRef="#ctx0" brushRef="#br2" timeOffset="-214342.44">13509 15238 0,'0'0'0,"0"0"15,0 0 1,0 0-16,-9 9 15,-1 1-15,1 17 16,-1 10 0,10 37-16,0 18 15,19 1 1,9-1-16,10-9 16,19-18-16,-57-65 15</inkml:trace>
  <inkml:trace contextRef="#ctx0" brushRef="#br2" timeOffset="-213334.39">15419 14454 0,'0'0'0,"0"0"16,0 0 0,0 0-16,0 0 15,0-10 1,0 1-16,0-9 16,9-1-1,10 1-15,0-1 16,0 1-16,-1 9 15,1-1 1,0 10-16,0 0 16,0 10-1,-10-1-15,0 9 16,1 10 0,-10 0-16,0 9 15,0 9-15,-10-9 16,1-10-1,0 1-15,-1-9 16,10-1 0,0-9-16,0 0 15,0 1 1,0-1-16,0-9 16,0 9-16,10 0 15,-1 1 1,10-1-16,0 0 15,0 10 1,9-1-16,0 0 16,0 1-16,-9 9 15,-10-1 1,1 1-16,-10 0 16,0 9-1,-10-1-15,-8 1 16,-11-9-16,1 0 15,-9-1 1,-1-8-16,0-10 16,1 0-1,-1-9-15,0 0 16,10-9 0,9 0-16,1 0 15,8-1 1,10 10-16</inkml:trace>
  <inkml:trace contextRef="#ctx0" brushRef="#br2" timeOffset="-212575.6">16538 14251 0,'0'0'0,"0"0"16,0 0-16,0 0 15,0 0 1,0 9-16,10 19 16,-1 8-1,0 38-15,1 28 16,-1-10-16,-9 0 16,10-9-1,-1-9-15,0 0 16,-9-74-1</inkml:trace>
  <inkml:trace contextRef="#ctx0" brushRef="#br2" timeOffset="-211866.94">16604 15284 0,'0'0'15,"0"0"-15,0 0 16,0 0 0,0 0-16,0 10 15,0 8 1,0 19-16,-9 28 16,-1 8-1,1 1-15,9-9 16,0-1-16,0-8 15,0-19 1,0-10-16,0-8 16,0-10-1,0-9-15,0 0 16,9 0 0,10-9-16,9-10 15,10-8-15,0 8 16,9-8-1,-10 8-15,-9 10 16,10 0 0,-10 9-16,1 0 15,-11 9 1,1 0-16,0 10 16,-10-1-16,1 10 15,-10 9 1,-10 0-16,1-1 15,-19 1 1,0 0-16,-10-9 16,0-10-1,10-8-15,0-10 16,9-10-16,19 10 16</inkml:trace>
  <inkml:trace contextRef="#ctx0" brushRef="#br2" timeOffset="-211621.29">16980 15524 0,'0'0'0,"0"0"16,19 10-16,9 8 15,10 10-15,0 9 16,-1 18-1,-8 0-15,-11 38 16,-27-1 0,-19 0-16,-1-9 15,-18 0 1,0-27-16,47-56 16</inkml:trace>
  <inkml:trace contextRef="#ctx0" brushRef="#br2" timeOffset="-211286.62">16265 15506 0,'0'0'0,"0"0"16,0 0-1,0 0-15,0 0 16,-9 9-16,-10 19 16,-18 18-1,-10 18-15,-1 20 16,11 17 0,-1-9-16,19-9 15,10 1-15,18-11 16,10 1-1,28-9-15,38-10 16,37-18 0,-122-37-16</inkml:trace>
  <inkml:trace contextRef="#ctx0" brushRef="#br2" timeOffset="-210389">18006 14361 0,'0'0'15,"0"0"-15,0 0 16,0 0 0,-10 0-16,1 10 15,-10-1 1,0 18-16,-9 20 16,-10 26-1,1 11-15,9-1 16,-1 9-16,11 9 15,8-8 1,10-19-16,0-10 16,10-8-1,-1-10-15,10-19 16,0 1-16,-1-9 16,1-10-1,9 0-15,10-9 16,-10-9-1,1 0-15,-11-1 16,1-8 0,0-10-16,0 0 15,0-18-15,-1 0 16,-8 9 0,-10 0-16,0 10 15,-10-1 1,1 9-16,-10 10 15,-9 0 1,-10 9-16,-9 9 16,0 19-16,0 0 15,47-28 1</inkml:trace>
  <inkml:trace contextRef="#ctx0" brushRef="#br2" timeOffset="-209491.58">19351 14721 0,'0'0'0,"0"0"16,0 0-16,0 0 15,0 0 1,0 0-16,9-9 16,1 0-1,-10 0-15,0-10 16,0-9-16,-10 1 15,1-1 1,-10 0-16,-9 1 16,0-1-1,-19 0-15,-10 10 16,1 9-16,-1 9 16,10 9-1,0 9-15,10 1 16,18 8-1,0 1-15,10 9 16,18 0 0,10 9-16,19 10 15,-1-10-15,10 9 16,-9-9 0,-1 0-16,1 10 15,-10-10 1,-9-9-16,0 0 15,-10-10-15,-9 1 16,0 0 0,-9-10-16,-10 1 15,0-1 1,-9-9-16,0 1 16,0-10-16,9 0 15,0-10 1,0-8-16,10-19 15,18-28 1,10 1-16,9-1 16,10-9-1,-1 10-15,11-10 16,-1 19-16,-47 55 16</inkml:trace>
  <inkml:trace contextRef="#ctx0" brushRef="#br2" timeOffset="-209136.46">20358 14343 0,'0'0'0,"0"0"16,0 0-16,0 0 15,0 0 1,0 18-16,-10 10 16,-9 37-16,-9 27 15,9 0 1,1 10-16,8-1 15,1-8 1,-1-29-16,10-18 16,10-18-16,-1-10 15,-9-18 1</inkml:trace>
  <inkml:trace contextRef="#ctx0" brushRef="#br2" timeOffset="-208653.45">20781 14537 0,'0'0'0,"0"0"15,0 9 1,0 19-16,0 18 15,-9 18-15,-10 1 16,-9 37 0,-1-10-16,10-18 15,10-19 1,9-9-16,0-9 16,9-18-16,1-10 15,9 0 1,9-9-16,10-9 15,-10-10 1,9-8-16,-8-1 16,-1-9-16,0-9 15,-9 0 1,0-10-16,-10 10 16,-9 9-1,0-9-15,-9 9 16,-1 0-1,-9 10-15,-18-1 16,-10 9-16,-19 29 16,66-10-1</inkml:trace>
  <inkml:trace contextRef="#ctx0" brushRef="#br2" timeOffset="-202975.62">12992 13669 0,'0'0'0,"0"0"16,0 0-16,0 0 15,0 0 1,0 0-16,0 0 15,0 0-15,9 9 16,10 1 0,0-1-16,18 0 15,10 9 1,0-8-16,10-1 16,9 9-1,9-8-15,10-1 16,-10 0-16,10 0 15,9-9 1,18 0-16,1 0 16,0 0-1,0 0-15,0 0 16,0 0 0,-19 10-16,9 8 15,10-9-15,0 10 16,-9-10-1,9 0-15,9 0 16,0-9 0,-18 0-16,-10 0 15,19 10 1,-10-1-16,-18 0 16,-10 0-16,0-9 15,10 10 1,-10-1-16,1 0 15,-11 0 1,1 0-16,-9 1 16,18-1-16,-9 0 15,9 0 1,0 1-16,1-10 16,-11 9-1,11 0-15,-1 0 16,0 1-1,0-1-15,1 0 16,-1 0-16,10 0 16,9 1-1,-10-10-15,10 9 16,-9 0 0,0 0-16,9 1 15,-9-10 1,-10 9-16,0 0 15,0 0-15,1 1 16,8-10 0,1 9-16,0 0 15,-10-9 1,0 9-16,19 0 16,-9 1-16,-1-1 15,1-9 1,0 0-16,9 0 15,0 0 1,0 0-16,-9 0 16,9 0-16,9 0 15,1 0 1,-1 0-16,-9 0 16,19 0-1,-9 0-15,-1 0 16,-9 0-1,0 0-15,0 0 16,-9 0-16,-10 0 16,-9 0-1,-9 0-15,-1 0 16,0 0 0,-8 0-16,-1 0 15,-10 0-15,1 9 16,-10-9-1,0 0-15,-9 0 16,0 0 0,0 9-16,-10-9 15,10 10 1,-10-1-16,1-9 16,-1 9-16,1 0 15,-1 1 1,10-1-16,-10 9 15,1 1 1,-1 8-16,0 10 16,1 9-16,-1 28 15,1 0 1,-1 0-16,-9 9 16,0 9-1,0 19-15,0-19 16,0 1-1,0-10-15,0-9 16,0-1-16,-9 1 16,-1-18-1,1-1-15,-1-9 16,10-9 0,-9 0-16,0-9 15,9-1 1,-10 1-16,1 0 15,9-1-15,-10 1 16,1-9 0,0 8-16,-10 1 15,-9 9 1,-1-9-16,-18 8 16,0 1-16,-19 10 15,-9-11 1,-10 11-16,-9-11 15,0 1 1,0 0-16,-9-9 16,-20 0-16,1-1 15,0 1 1,-10-9-16,0-1 16,1 0-1,-20-8-15,1-1 16,9 0-1,-10 0-15,1 1 16,-1-10-16,-9 0 16,0 0-1,10 0-15,-20 0 16,10-10 0,0 10-16,-28 0 15,19 0 1,-19 10-16,0-1 15,18 0-15,-37 10 16,38-1 0,-19-9-16,9-9 15,19 0 1,-18 9-16,8-9 16,1 0-1,-10 10-15,38-10 16,-10 0-16,1 0 15,18-10 1,1 10-16,8-9 16,10 9-1,19-9-15,0 0 16,-9 0-16,-1 9 16,10 0-1,28 0-15,-9 0 16,19 0-1,-10 0-15,9 0 16,10 0 0,10 0-16,-1 0 15,0 0-15,10 0 16,0 0 0,0 0-16,0 0 15,-1 9 1,1 0-16,0-9 15,0 0-15,9 0 16,0 0 0,0 0-16,10 0 15,-1 0 1,1 0-16,0 0 16,-1 0-16,1-9 15,-1 0 1,1-10-16,0-9 15,-1-9 1,1-9-16,-1-9 16,-9-10-1,10 1-15,0-10 16,-1-18-16,10-1 16,0 1-1,0-19-15,0-18 16,0 9-1,0 9-15,10-27 16,-1-10-16,-9 28 16,9-9-1,-9 9-15,0 9 16,-9 28 0,0 0-16,9 9 15,0-18 1,0 18-16,0 10 15,0 8 1,9 10-16,0 0 16,1 9-16,-1 0 15,10 0 1,9 9-16,10 1 16,18-1-1,-56 28-15</inkml:trace>
  <inkml:trace contextRef="#ctx0" brushRef="#br2" timeOffset="-200985.95">17479 14168 0,'0'0'16,"0"0"-16,0 0 15,0 0 1,0 0-16,0 0 16,0 0-16,0 0 15,0 0 1,0 0-16,0 0 15,0 9 1,0-9-16,0 0 16,0 0-1,0 0-15,0 0 16,0 0-16,0 0 16,0 0-1,0 0-15,0 0 16,0 0-1,0 0-15,0 0 16,0 0-16,0 0 16,0 0-1,0 0-15,0 0 16,0 0 0,0 0-16,0 0 15,0 0-15,0 0 16,0 0-1,-9 9-15,9-9 16,0 9 0,0 0-16,-10 10 15,1 9 1,9 9-16,0 9 16,-10 18-16,10 29 15,0-10 1,10 9-16,-10 0 15,9 28 1,1-9-16,8 0 16,1-10-1,0 10-15,0 0 16,0-19-16,-10 0 16,0-9-1,1 0-15,-1 1 16,1-11-1,-1 1-15,-9 0 16,0 0-16,0 0 16,0 9-1,-9-9-15,-1-10 16,1 1 0,9-1-16,-10-8 15,10-10 1,0-9-16,0-9 15,0-10-15,0-9 16,0 1 0,0-1-16,0 0 15,0 0 1,0 0-16,0 1 16,0-10-16</inkml:trace>
  <inkml:trace contextRef="#ctx0" brushRef="#br3" timeOffset="-193858.49">23707 8390 0,'0'0'0,"0"0"16,18 0 0,30 0-16,36 0 15,48-9 1,75-10-16,19 1 16,46-19-16,20 0 15,9-9 1,85-10-16,-38-8 15,19-10 1,0 0-16,-10 9 16,19 1-16,-18 8 15,-1 1 1,-27 9-16,18 0 16,-19 0-1,-37 9-15,-10 9 16,9-9-16,-46 9 15,18 10 1,-18-1-16,9 1 16,-47 9-1,28-10-15,-47 1 16,19 9 0,-37-10-16,-10 10 15,-19 0-15,-28-1 16,-1 1-1,-17 0-15,-11 9 16,-9 0 0,-9-9-16,-9 0 15,-1 9 1,-18 0-16,-10 0 16,-28 0-16</inkml:trace>
  <inkml:trace contextRef="#ctx0" brushRef="#br3" timeOffset="-192608.82">24328 8399 0,'0'0'16,"-10"0"-16,-9 0 15,-18 0 1,-10 0-16,-10 18 15,-27 1 1,-20 9-16,-18 18 16,-1 0-16,-18 0 15,0 9 1,10-8-16,-1-1 16,0 0-1,38-9-15,9-10 16,1 10-1,-1 0-15,10 0 16,0 0-16,9 0 16,9 18-1,1 1-15,-1 18 16,10-1 0,10 1-16,-1 9 15,10 28 1,0 18-16,9 1 15,9 36-15,10 9 16,0 0 0,0 47-16,-9-19 15,-10 37 1,0-28-16,1 28 16,8-37-1,10 19-15,10-19 16,-1 9-16,0-18 15,-18 27 1,-10-17-16,-18 35 16,-1-35-1,0 45-15,19-37 16,10 10-16,0-10 16,18 9-1,0-18-15,20 19 16,8-1-1,20 38-15,-1-38 16,1 38 0,-10-1-16,-10-55 15,-8-18-15,-11-47 16,-8-8 0,-1-29-16,-9 1 15,0-10 1,0-18-16,10 9 15,8 18 1,1 1-16,0-10 16,0-9-16,0 0 15,-10 0 1,-9-18-16,0-10 16,0-55-1</inkml:trace>
  <inkml:trace contextRef="#ctx0" brushRef="#br3" timeOffset="-191153.57">22794 9294 0,'0'0'16,"0"0"-16,0 0 15,0 0 1,0 0-16,0 0 16,0 0-16,0 19 15,0 8 1,10 20-16,-1 8 16,0 28-1,1 9-15,-1 19 16,1-19-16,-10-9 15,0-18 1,9-19-16,0-9 16,-9-37-1</inkml:trace>
  <inkml:trace contextRef="#ctx0" brushRef="#br3" timeOffset="-190792.27">22512 9414 0,'0'0'0,"0"0"16,0 0-16,0 0 15,0 0 1,19-9-16,18 0 15,29 0 1,19 9-16,0 0 16,-20 9-1,-18 0-15,-9 0 16,-10 0-16,-9 1 16,-9 8-1,-10 10-15,-10 9 16,-18 9-1,0 9-15,9-9 16,19-46-16</inkml:trace>
  <inkml:trace contextRef="#ctx0" brushRef="#br3" timeOffset="-190375.51">23547 9156 0,'0'0'16,"0"0"-16,0 0 16,0 0-1,0 18-15,0 28 16,9 19-16,-9 9 15,10 0 1,-1 18 0,0-18-16,1-19 15,-1-9-15,-9-46 16</inkml:trace>
  <inkml:trace contextRef="#ctx0" brushRef="#br3" timeOffset="-189941.98">23603 9128 0,'0'0'0,"0"0"15,0 0 1,0 0-16,10 9 15,8 19-15,11 18 16,8 10 0,1-1-16,0-9 15,-10-9 1,0-9-16,0-10 16,-9-9-1,0 1-15,-10-1 16,1-9-16,-1 0 15,0-9 1,1-10-16,-1-9 16,1-18-1,-1 0-15,0-9 16,1-19-16,-1 9 16,1-8-1,-1-1-15,1 9 16,-10 65-1</inkml:trace>
  <inkml:trace contextRef="#ctx0" brushRef="#br3" timeOffset="-189654.62">23236 8934 0,'0'0'0,"0"0"15,10 0 1,9-9-16,28-9 16,28-10-1,0 0-15,38-9 16,0 0-16,19-9 15,-10 9 1,0 10-16,0-1 16,-122 28-1</inkml:trace>
  <inkml:trace contextRef="#ctx0" brushRef="#br3" timeOffset="-189242.59">22634 10374 0,'0'0'0,"0"-9"16,0-19-16,10-9 15,18-18 1,38-19-16,37 0 15,48-9 1,18-9-16,29-10 16,-38 29-1,-10 8-15,-9 10 16,-28 8-16,-113 47 16</inkml:trace>
  <inkml:trace contextRef="#ctx0" brushRef="#br3" timeOffset="-188720.48">22653 10466 0,'0'0'0,"0"0"16,9 0-16,1 0 16,18 0-1,0-9-15,19 0 16,10 0-1,9-10-15,28-8 16,9-10-16,19-9 16,20-10-1,-20 1-15,0-1 16,0 1 0,-9 9-16,-19 9 15,-94 37 1</inkml:trace>
  <inkml:trace contextRef="#ctx0" brushRef="#br3" timeOffset="-185155.38">14375 16373 0,'0'0'0,"0"0"0,0 0 16,-10 10-16,1 8 15,-1 1 1,1 8-16,-1 10 15,-8 9-15,-1 10 16,9 8 0,-8 19-16,8 0 15,1-9 1,-1-9-16,10-10 16,0 1-1,0-19-15,0-1 16,0-8-16,10 0 15,-1-10 1,1-8-16,8 8 16,11-9-1,18 0-15,9-9 16,1 0-16,8-9 16,11 0-1,-1 0-15,19 0 16,-19-1-1,1 1-15,-1 0 16,0 0 0,0-1-16,-9 1 15,0-9-15,-19 8 16,-9 1 0,-10 0-16,-9 0 15,0 0 1,-1-1-16,1-8 15,-9-1 1,-1-8-16,0-10 16,-9-9-16,0-10 15,0 1 1,0 9-16,-9-10 16,0 1-1,-1 0-15,1-1 16,9 10-16,-10 9 15,10 9 1,0 10-16,0 9 16,0 9-1</inkml:trace>
  <inkml:trace contextRef="#ctx0" brushRef="#br3" timeOffset="-183056.63">15701 17149 0,'0'0'15,"0"0"-15,0 0 16,0 0-1,0 0-15,0 0 16,0 0 0,0 9-16,-9 0 15,-1 19 1,10 9-16,0 0 16,0 18-16,0 0 15,0 1 1,10-1-16,-1 1 15,-9-1 1,0-9-16,9-9 16,1 0-16,-1-9 15,10-1 1,0 1-16,0 0 16,9-1-1,0-8-15,10-1 16,9 1-1,-10-10-15,10 0 16,10-9-16,9 0 16,0-9-1,9 0-15,0 0 16,0-1 0,1-8-16,8-1 15,-8 1 1,-11-1-16,1 1 15,0 0-15,-9-1 16,-1 1 0,-9-1-16,-19 10 15,0 0 1,-9-1-16,0 1 16,-10 0-16,1 0 15,-1 0 1,1-1-16,-1 1 15,-9 0 1,0-10-16,0 1 16,0-10-16,-9 1 15,-1-10 1,1 0-16,-1 0 16,1 0-1,0 9-15,9-9 16,0 0-1,0 0-15,0 37 16</inkml:trace>
  <inkml:trace contextRef="#ctx0" brushRef="#br3" timeOffset="-180469.35">23161 10734 0,'0'0'0,"0"0"16,0 0-16,0 0 16,0 0-1,0 0-15,0 0 16,0 9-1,0 10-15,0 8 16,-9 20 0,-1 17-16,10 19 15,0-9 1,10-9-16,-10-19 16,9 0-16,0-18 15,-9-28 1</inkml:trace>
  <inkml:trace contextRef="#ctx0" brushRef="#br3" timeOffset="-179558.63">23396 11676 0,'0'0'0,"0"0"16,0-10-16,0 1 15,-9 0 1,-1 0-16,1-1 15,0 1 1,-10 0-16,-9 0 16,-10 9-16,-19 9 15,1 19 1,-10-1-16,-9 19 16,28-9-1,9 9-15,10 1 16,19-10-1,9-19-15,9 0 16,0-8-16,20-1 16,8-18-1,1-10-15,0-8 16,-1-1 0,-9-9-16,1 0 15,-1 0-15,-9 19 16,-1-1-1,-8 1-15,-1 9 16,1-1 0,-10 10-16,0 0 15,9 10 1,1-1-16,-1 18 16,10 1-1,0 9-15,18 9 16,10-9-16,10 0 15,-57-37 1</inkml:trace>
  <inkml:trace contextRef="#ctx0" brushRef="#br3" timeOffset="-178674.92">24233 10457 0,'0'0'0,"0"0"15,0 0-15,0 0 16,0 0 0,0 0-16,0 9 15,0 10 1,10 27-16,-1 19 16,1 18-16,9-9 15,-1 18 1,1-18-16,0 0 15,-10-10 1,-9-64-16</inkml:trace>
  <inkml:trace contextRef="#ctx0" brushRef="#br3" timeOffset="-177988.59">24431 11463 0,'0'0'0,"0"0"16,0 0 0,0 0-16,0 0 15,0 0 1,0 0-16,9 9 16,1 19-16,-1 9 15,-9 18 1,0 1-16,0-1 15,0-9 1,-9-9-16,9 0 16,0-9-16,0-10 15,0-8 1,0-10-16,0 0 16,0 0-1,9 0-15,10-10 16,19-17-1,-1-1-15,20 0 16,-10 1-16,0 8 16,-10 10-1,11 0-15,-11 9 16,-9 9 0,-9 0-16,0 10 15,-10-1 1,-9 10-16,-9-1 15,-10 10-15,-18 0 16,-10-9 0,9-10-16,0-8 15,1-10 1,8-10-16,29 10 16</inkml:trace>
  <inkml:trace contextRef="#ctx0" brushRef="#br3" timeOffset="-177734.76">24864 11445 0,'0'0'0,"0"0"16,9 0-1,10 9-15,0 9 16,9 10-1,10 18-15,-10 10 16,-9 18-16,-19 18 16,-10 0-1,-18-9-15,-10-9 16,-9-19 0,47-55-16</inkml:trace>
  <inkml:trace contextRef="#ctx0" brushRef="#br3" timeOffset="-177424.62">24177 11500 0,'0'0'16,"0"0"-16,0 0 15,0 0 1,0 0-16,-9 9 16,-1 10-16,-9 9 15,10 8 1,0 20-16,-1 8 16,1 1-1,18 9-15,10-10 16,9-8-1,10-10-15,9-9 16,-47-37-16</inkml:trace>
  <inkml:trace contextRef="#ctx0" brushRef="#br3" timeOffset="-177025.16">23453 11537 0,'0'0'0,"0"0"16,0 0-16,0 0 15,0 0 1,18 19-16,11 8 16,8 19-1,10 19-15,0 9 16,-18 9-1,-11 9-15,-18 0 16,-9-18-16,-19 0 16,28-74-1</inkml:trace>
  <inkml:trace contextRef="#ctx0" brushRef="#br3" timeOffset="-176725.27">22512 11574 0,'0'0'16,"0"0"-16,-9 9 15,-1 28 1,-9 28-16,0 27 16,19 28-1,10-18-15,-1-1 16,29 10-16,9-28 16,-47-83-1</inkml:trace>
  <inkml:trace contextRef="#ctx0" brushRef="#br3" timeOffset="-175719.19">25532 10513 0,'0'0'0,"0"0"16,0-10-1,0 1-15,9 0 16,1-10-16,-1 10 16,10 0-1,9 0-15,10 0 16,9-1 0,-10 10-16,1 0 15,0 10 1,-10-1-16,0 0 15,-9 0 1,-10 10-16,1-1 16,-10 1-16,0 8 15,-10 10 1,-9-9-16,1 0 16,-1-1-1,9-8-15,1-10 16,9 0-16,0 0 15,0-9 1,9 10-16,10-1 16,9 0-1,10 0-15,0 1 16,-1 8-16,1 0 16,-10 1-1,-9-1-15,-10 1 16,1 9-1,-20-1-15,-8 10 16,-11 0 0,-18 0-16,0 0 15,-9-19-15,-1 1 16,10-10 0,10-9-16,8 0 15,29 0 1</inkml:trace>
  <inkml:trace contextRef="#ctx0" brushRef="#br3" timeOffset="-174202.64">27554 10116 0,'0'0'16,"0"0"-16,0 0 16,0 0-1,0 0-15,-9 18 16,-10 10 0,-9 27-16,-10 19 15,-9 18 1,-9 28-16,9-9 15,18-28-15,1 0 16,19-18 0,9-10-16,0-18 15,9-9 1,10-10-16,19-8 16,-1-10-16,10-10 15,-9-8 1,0-1-16,-10 1 15,-9-1 1,-10 1-16,-9-10 16,-9 1-1,-10-1-15,-19 0 16,-18 10-16,-1 9 16,1 9-1,-1 9-15,29 0 16,28-9-1</inkml:trace>
  <inkml:trace contextRef="#ctx0" brushRef="#br3" timeOffset="-173382.42">28890 10356 0,'0'0'0,"0"0"15,0 0 1,0 0-16,0 0 16,0 0-1,0 0-15,0 0 16,-9-10-1,-1 1-15,-8 0 16,-20 0-16,-9 0 16,-10-1-1,-18 20-15,9-1 16,0 9-16,10 1 16,9-1-1,19 1-15,0-1 16,9 10-1,19-10-15,9 10 16,19 9 0,10 9-16,9-9 15,0 9 1,-9-9-16,-10 0 16,0 0-16,0 0 15,-18-10 1,-1 1-16,-9 0 15,0-1 1,-9 1-16,-10-9 16,0-1-16,0-9 15,0-9 1,1-9-16,-11-9 16,11-1-1,8 1-15,1-10 16,18-9-1,19-18-15,19-1 16,19-8-16,28 18 16,10-1-1,18 1-15,-122 46 16</inkml:trace>
  <inkml:trace contextRef="#ctx0" brushRef="#br3" timeOffset="-173068.39">29821 10254 0,'0'0'0,"0"0"15,0 0 1,0 19-16,-9 8 16,0 19-16,-10 19 15,0 18 1,0 0-16,0 0 16,10-18-1,0-19-15,9-9 16,0-19-1,0-18-15</inkml:trace>
  <inkml:trace contextRef="#ctx0" brushRef="#br3" timeOffset="-172641.57">30057 10282 0,'0'0'0,"0"0"16,0 0-1,0 0-15,0 0 16,0 0 0,0 9-16,0 19 15,0 9-15,0 27 16,9 19 0,10-9-16,0 0 15,9-19 1,0-18-16,10-9 15,18 0-15,1-19 16,18-9 0,0-19-16,-9-8 15,0-10 1,-19-9-16,-19 0 16,-9-1-1,-10 10-15,-18 1 16,-10-1-16,-18-9 15,-20 9 1,-28 18-16,-27 10 16,-39 37-1,151-28-15</inkml:trace>
  <inkml:trace contextRef="#ctx0" brushRef="#br3" timeOffset="-165918.35">23255 10273 0,'0'0'0,"0"0"16,0 0-16,0 0 15,0 0 1,10 0-16,-1 0 15,19-10 1,10 1-16,18 0 16,19 0-1,20-1-15,17 1 16,1-9-16,10 9 16,-10-10-1,9 10-15,10-10 16,-1 1-1,1-1-15,28 1 16,-19 0 0,28-1-16,1 1 15,-1-1-15,19 1 16,-19-1 0,20 1-16,8-1 15,-28-8 1,29-1-16,-19 19 15,18-19-15,-9 0 16,-18 10 0,27-10-16,-27 10 15,-10 9 1,0-1-16,-29 1 16,1 9-16,0 0 15,-1 0 1,1 0-16,19 0 15,-1 0 1,-18 9-16,18-9 16,1 0-1,-19 0-15,18 0 16,1 0-16,-10 0 16,9-9-1,1 0-15,-20 9 16,-18 0-1,0 0-15,-19 0 16,-18 0 0,-11 0-16,-8 9 15,-20-9 1,1 9-16,-10 1 16,1-1-16,-1 9 15,-9 1 1,-1-1-16,1 10 15,0-1-15,0 20 16,0 8 0,-1 28-16,1 9 15,0 10 1,0-1-16,9 19 16,0 10-1,1-10-15,-11 0 16,1 0-16,0-19 15,-10-18 1,1 0-16,-10-18 16,0-1-1,-10-8-15,1-10 16,0-9 0,-1 0-16,1-9 15,-1-1-15,-8 1 16,-1-10-1,-9 1-15,-10 9 16,-19-10 0,1 0-16,-19 10 15,-29 0-15,-18-1 16,0-8 0,-29-1-16,-9 1 15,-9-1 1,0 1-16,-10-1 15,-9 1-15,-19-1 16,19-9 0,-19 10-16,9-10 15,-18 0 1,-1 1-16,10 8 16,0 0-1,0-8-15,0 8 16,10-9-16,-29 10 15,29-1 1,-20 1-16,20-1 16,-20 1-1,29 8-15,-9-8 16,-1-1-16,29 10 16,-19-10-1,18 1-15,1 9 16,-19-10-1,28 1-15,-10 8 16,20-8 0,-1-1-16,-8 10 15,27-1-15,0-8 16,-9-1 0,0 10-16,9-9 15,0-1 1,1 0-16,18 1 15,9-1-15,-8 1 16,8-1 0,10 1-16,19-10 15,-1 9 1,11-8-16,8-1 16,10 0-1,0 0-15,9-9 16,1 0-16,9 0 15,9 0 1,0 0-16,0 0 16,10 0-1,-1-9-15,-8 0 16,8-10 0,1-8-16,-1-10 15,1-9-15,-10-19 16,10 0-1,-1-8-15,1-1 16,-1 0 0,1-18-16,0-1 15,-1 1-15,1 9 16,9 0 0,0-9-16,0-1 15,0 10 1,-10 9-16,10 10 15,0-1-15,0 1 16,0-1 0,0 10-16,0 8 15,0 1 1,10 9-16,-1 1 16,1-1-1,-1 0-15,10 0 16,0 0-16,-1 9 15,1 0 1,0 1-16,0 8 16,0 1-1,0-1-15,-1 1 16,1-1 0,-9 10-16,8 0 15,11 0-15,-1 0 16,9-1-1,20-8-15,9-1 16,9 1 0,19-1-16,0 1 15,19 0 1,9-1-16,-9 1 16,0 8-16,9 1 15,1-9 1,8 9-16,-18-1 15,19 10 1,0 0-16,-132 0 16</inkml:trace>
  <inkml:trace contextRef="#ctx0" brushRef="#br3" timeOffset="-161607.12">22343 13512 0,'0'0'0,"0"0"0,0 0 16,0 0-16,0 0 15,0 0 1,0 0-16,0 0 15,0 0 1,0 0-16,9 28 16,0 27-16,10 28 15,-9 0 1,-1-9 0,0 0-16,1-19 15,-10-18-15,0-18 16,0-10-1,0-9-15,0 0 16,0-18-16,-10-19 16,-8-19-1,-11 1-15,1 0 16,0-1 0,0 10-16,9 18 15,0 10 1,10-1-16,-1 10 15,1 0-15,9 9 16,0-9 0,19-10-16,37-8 15,10-1 1,19 0-16,-19 10 16,-10 9-16,-18-1 15,-10 10 1,-9 0-16,-10 0 15,-9 0 1,0 10-16,-19 8 16,-18 10-1,-20-1-15,10 1 16,9-9-16,20-10 16,18-9-1</inkml:trace>
  <inkml:trace contextRef="#ctx0" brushRef="#br3" timeOffset="-161141.5">22973 13411 0,'0'0'15,"0"0"1,0 0-16,0 0 16,0 0-16,0 9 15,9 9 1,10 29-16,0 26 15,0 10 1,0 0-16,9-27 16,-9-10-1,-1-18-15,-8-10 16,-1-9-16,-9-9 16,10 0-1,-1-18-15,0-19 16,10-9-1,-9-10-15,-1 1 16,19-19-16,-9 19 16,9 9-1,-28 46-15</inkml:trace>
  <inkml:trace contextRef="#ctx0" brushRef="#br3" timeOffset="-160391.35">22841 13328 0,'0'0'0,"0"0"16,0 0-1,10-10-15,8-17 16,29-10-16,29 0 15,-1 9 1,19 10-16,0 8 16,0 10-1,-94 0-15</inkml:trace>
  <inkml:trace contextRef="#ctx0" brushRef="#br3" timeOffset="-159902.22">22945 14241 0,'0'0'0,"0"0"16,0 0-16,0 0 15,0 0 1,0 0-16,0 0 16,0 0-1,18-9-15,11-9 16,27-19-1,19-9-15,1 9 16,8 0 0,1 9-16,-85 28 15</inkml:trace>
  <inkml:trace contextRef="#ctx0" brushRef="#br3" timeOffset="-159520.22">22380 14638 0,'0'0'0,"0"0"16,0 0-16,0 0 15,19-9 1,19 0-16,37-19 16,28-18-1,48-19-15,37-9 16,-28 10-1,-9 9-15,-20 8 16,-18 10-16,-9 10 16,-10 8-1,-94 19-15</inkml:trace>
  <inkml:trace contextRef="#ctx0" brushRef="#br3" timeOffset="-158208.15">23848 12672 0,'0'0'0,"0"0"16,-10 0-16,10 0 16,-9 0-16,9 0 15,0 0 1,0 0-16,0 0 16,0 0-1,0 10-15,9 17 16,1 10-1,-1 9-15,1 0 16,-1 10-16,0-10 16,1-9-1,-1 0-15,1-10 16,-10-8 0,0-1-16,0-8 15,0-1 1,0 0-16,0-9 15,0 0-15,9 9 16,0-9 0,10 10-16,9-1 15,20-9 1,17 0-16,20 0 16,9-9-16,0-1 15,-9 1 1,0 0-16,-10 0 15,-9-1 1,-10 1-16,-9 9 16,-9-9-1,-1 0-15,-8 9 16,-11 0-16,1-10 16,-9 10-1,-1-9-15,0 0 16,1 0-1,-1 0-15,1-1 16,-10 1 0,0-9-16,0-1 15,0 1-15,0-1 16,0 1 0,0-10-16,0 10 15,0 8 1,0 10-16</inkml:trace>
  <inkml:trace contextRef="#ctx0" brushRef="#br3" timeOffset="-140287.5">23481 14869 0,'0'0'0,"0"0"0,0 0 16,0 0-16,0 0 15,0 0 1,0 0-16,0 0 16,0 0-1,0 0-15,0 9 16,9 10 0,1 8-16,-1 10 15,1 9-15,8 10 16,1-1-1,0 1-15,0-1 16,0 10 0,-19-65-16</inkml:trace>
  <inkml:trace contextRef="#ctx0" brushRef="#br3" timeOffset="-139614.65">23669 16023 0,'0'0'0,"0"0"15,0 0 1,0 0-16,0-10 16,0-17-1,0-1-15,0 10 16,0-1-1,0 1-15,-9-1 16,-1 1-16,-9-1 16,1 10-1,-11 9-15,-8 9 16,-1 19 0,0 9-16,10 9 15,19-9 1,-1 0-16,10-9 15,0-10-15,10-9 16,-1 1 0,1-10-16,8 0 15,1-10 1,0 1-16,-9 0 16,-1 0-16,0-1 15,-9 10 1,10-9-16,-1 9 15,1 0 1,18 9-16,9 1 16,20 8-1,9 1-15,9-1 16,0-9-16,-75-9 16</inkml:trace>
  <inkml:trace contextRef="#ctx0" brushRef="#br3" timeOffset="-139374.15">24121 15755 0,'0'0'16,"0"0"-16,0 0 15,18 18 1,11 10-16,27 37 15,-9 9-15,-9 18 16,-10 9 0,-19 1-16,-18-28 15,0-28 1,9-46-16</inkml:trace>
  <inkml:trace contextRef="#ctx0" brushRef="#br3" timeOffset="-139107.52">23265 15838 0,'0'0'0,"-10"0"16,-9 9-1,0 1-15,-9 8 16,0 19-1,0 18-15,9 28 16,0 47 0,19 17-16,19-8 15,28-10-15,9-37 16,39-18 0,-95-74-16</inkml:trace>
  <inkml:trace contextRef="#ctx0" brushRef="#br3" timeOffset="-138741.36">25099 14823 0,'0'0'15,"0"0"-15,0 0 16,-9 18-16,-1 19 15,1 28 1,9 27-16,0 19 16,0 0-1,9-10-15,10-9 16,-19-92 0</inkml:trace>
  <inkml:trace contextRef="#ctx0" brushRef="#br3" timeOffset="-138224.75">25325 15727 0,'0'0'16,"0"0"-16,0 0 15,0 0-15,9 10 16,1 17 0,8 19-16,1 19 15,0 9 1,0-10-16,-10-8 16,1-10-1,-1-9-15,-9-19 16,0-8-16,0-1 15,0-9 1,0 0-16,0 0 16,19-9-1,0-1-15,9-8 16,19-1 0,9 1-16,-9 9 15,0 9-15,-9 9 16,-10 0-1,1 0-15,-11 10 16,-8-1 0,-10 10-16,-19 0 15,-19-1 1,-9 1-16,-9-9 16,9-10-16,47-9 15</inkml:trace>
  <inkml:trace contextRef="#ctx0" brushRef="#br3" timeOffset="-137990.83">25767 15820 0,'9'9'15,"1"0"-15,9 0 16,9 10-16,19 18 15,-10 18 1,1 19-16,-19 37 16,-10 18-1,-28-28-15,-18-27 16,37-74 0</inkml:trace>
  <inkml:trace contextRef="#ctx0" brushRef="#br3" timeOffset="-137724.16">24883 15672 0,'0'0'16,"0"0"-16,-10 9 15,1 19 1,-1 27-16,1 38 16,9 36-16,28 9 15,19 1 1,10-38-16,9-36 16,-66-65-1</inkml:trace>
  <inkml:trace contextRef="#ctx0" brushRef="#br3" timeOffset="-136874.66">26764 14638 0,'0'0'16,"0"0"-1,0 0-15,0 0 16,0 0-16,0 0 15,0 0 1,9 0-16,10 0 16,10 0-1,8 9-15,10 1 16,0-1-16,0 0 16,-19 0-1,1 1-15,-20-1 16,-9 9-1,-9 1-15,-10 8 16,-19 10-16,1 0 16,-1-9-1,0 0-15,20-10 16,-1-9 0,9 1-16,1-1 15,9 0 1,9 9-16,20 1 15,8 9-15,10 9 16,0-1 0,-9 1-16,0 0 15,-10-9 1,-9 0-16,-10-1 16,-9 1-1,-9 0-15,-20 9 16,-18 0-16,0-10 15,-9-8 1,-10-1-16,10-9 16,8-9-1,11 0-15,18 0 16,19 0-16</inkml:trace>
  <inkml:trace contextRef="#ctx0" brushRef="#br3" timeOffset="-136273.65">28222 14343 0,'0'0'16,"0"0"-16,0 0 15,-9 18 1,-10 19-16,-9 28 16,-10 27-16,10 19 15,0 9 1,18 9-16,10-9 16,19-28-1,0-27-15,0-19 16,18-9-1,10-18-15,10-10 16,-1-18-16,-9-10 16,-9 1-1,-10-10-15,-9 0 16,0 1 0,-10-1-16,-9 9 15,-19-8-15,-9 8 16,-9 1-1,-1 9-15,0 9 16,1 0 0,18 0-16,19 0 15</inkml:trace>
  <inkml:trace contextRef="#ctx0" brushRef="#br3" timeOffset="-135607.53">29662 14638 0,'0'0'15,"0"0"-15,9-9 16,0 0-16,1 0 16,-1-1-1,1-8-15,-10-1 16,0 1 0,-10-1-16,-18 1 15,-10 0-15,-18-1 16,-1 10-1,-8 9-15,8 9 16,10 10 0,19-1-16,0 0 15,18 10 1,10 9-16,19 9 16,9 10-16,10-1 15,9 10 1,9 8-16,-18-8 15,0-10 1,-10-8-16,-9-11 16,-10 1-16,-9 0 15,0-9 1,-9 0-16,-10-1 16,-9-8-1,-1-1-15,1-8 16,-9-10-1,8 0-15,11-10 16,8 1-16,10-19 16,28-18-1,29-28-15,46-18 16,1 9 0,-104 83-16</inkml:trace>
  <inkml:trace contextRef="#ctx0" brushRef="#br3" timeOffset="-135358.28">30536 14278 0,'0'0'0,"0"0"16,0 0-16,0 0 15,0 0 1,0 10-16,10 26 15,-10 20 1,-10 55-16,1 18 16,0-9-1,-1 9-15,10-37 16,0-27-16,0-65 16</inkml:trace>
  <inkml:trace contextRef="#ctx0" brushRef="#br3" timeOffset="-134924.58">30960 14278 0,'0'0'16,"0"0"-16,0 0 15,0 0-15,0 10 16,-10 17-1,1 38-15,9 36 16,0 19 0,0-9-16,19 0 15,9-28-15,10-28 16,9-18 0,0-28-16,19-18 15,9-19 1,0-18-16,-9-9 15,-19-10 1,-9-8-16,-10-1 16,-19 9-16,-18 0 15,-10 1 1,-9 8-16,-19 10 16,0 19-1,-29 8-15,-18 28 16,-19 38-1,-18 36-15,131-83 16</inkml:trace>
  <inkml:trace contextRef="#ctx0" brushRef="#br3" timeOffset="-134225.59">22794 14924 0,'0'0'0,"0"0"15,0 0-15,0 0 16,0 10 0,0 17-16,10 19 15,-1 19-15,0 27 16,1 28 0,-10 28-16,0 0 15,0 18 1,-10 9-16,10-9 15,0-18 1,0-19-16,0-37 16,0-18-16,0-18 15,10-19 1,-10-10-16,0-17 16,0-10-1,0 0-15</inkml:trace>
  <inkml:trace contextRef="#ctx0" brushRef="#br3" timeOffset="-132221.46">22813 15063 0,'0'0'0,"0"-9"15,0-10-15,9-18 16,10-9 0,0 9-16,9 0 15,-9 10 1,9-1-16,0 9 15,1 1-15,8-1 16,20 1 0,18 0-16,29-10 15,18-9 1,10 9-16,9 1 16,9-1-1,-9 0-15,29 0 16,-10 10-16,9 0 15,10 8 1,-10-8-16,28-1 16,-8 1-1,8-1-15,10 1 16,-9 0-16,46-10 16,-56 9-1,48-8-15,-39 8 16,48-18-1,-19 10-15,18-10 16,-18 9 0,0 0-16,-10 10 15,19-10-15,-28 10 16,19-1 0,-28 1-16,18-1 15,-9 1 1,-19-1-16,0-8 15,-9 8-15,0 1 16,-19 9 0,0-10-16,-10 1 15,-9-1 1,-9 10-16,0 0 16,-20 0-1,1-1-15,-9 1 16,-10 0-16,0 0 15,-19-1 1,-18 1-16,-10 9 16,0 0-1,-10 0-15,1 0 16,-10 0-16,-9 0 16,0 9-1,-10 1-15,1-1 16,-1 0-1,0 0-15,1 10 16,-1 8 0,1 10-16,-1 10 15,10 17-15,0 19 16,0 10 0,9-1-16,0 37 15,0 19 1,0-1-16,-9 10 15,9 9 1,-18-9-16,9-18 16,-10-10-16,1-46 15,-10-18 1,0-10-16,0-18 16,-10 0-1,1 0-15,-10 0 16,0 0-16,-19 9 15,-18 9 1,0-9-16,-1 0 16,-18-9-1,-10 0-15,-28 0 16,10 0-16,-38 0 16,-10-9-1,-18-1-15,0 1 16,-29 9-1,29-9-15,-38-1 16,19 1 0,-48 0-16,39-1 15,-38-8-15,28-1 16,0-8 0,9-10-16,10 0 15,-10 0 1,29 0-16,-28 0 15,27 0 1,-18 9-16,0 0 16,9 10-16,-18-1 15,27 0 1,-18 1-16,9-1 16,10-8-1,-10-1-15,10 0 16,9 0-1,-9 1-15,18-1 16,1 0-16,-20 0 16,29 10-1,-9-1-15,-1 1 16,19-1 0,1-9-16,-1 10 15,0-1-15,19-9 16,10 1-1,0 8-15,8-9 16,20 1 0,0-1-16,0-9 15,9 0-15,-9 9 16,9 0 0,9-9-16,1 0 15,9 0 1,0 9-16,9-9 15,0 0 1,1 0-16,-1 0 16,1 0-16,8 0 15,1 0 1,9 0-16,1 0 16,-1 0-1,0 0-15,0-9 16,0 0-16,0 0 15,1 0 1,-1-10-16,0 1 16,0-10-1,10 0-15,-1 1 16,1-1 0,0 0-16,-1-9 15,10 37-15</inkml:trace>
  <inkml:trace contextRef="#ctx0" brushRef="#br3" timeOffset="-125912.9">4459 1015 0,'0'0'0,"0"0"0,0 0 16,0 0-16,0 0 15,0 0 1,0 0-16,0 0 16</inkml:trace>
  <inkml:trace contextRef="#ctx0" brushRef="#br3" timeOffset="-125472.48">4459 941 0,'0'0'0,"0"0"16,0 0 0,0 0-16,0 0 15,0 10 1,10 8-16,-1 1 15,10 8-15,9-18 16,0 10 0,10-1-16,9 1 15,0-10 1,19 0-16,9-9 16,10-18-16,18-19 15,10-28 1,19-8-16,-10 8 15,-9 0 1,-10 10-16,1-19 16,-29 28-1,-9 9-15,37 0 16,-55 19-16,-20-1 16,0 19-1,-28 0-15</inkml:trace>
  <inkml:trace contextRef="#ctx1" brushRef="#br3">17586 13511 0,'35'0'266,"1"18"-251,16 0 1,-16-1-16,-19-17 0,19 0 16,-19 0-1,19 0-15,-19 0 78,-17 18 141,-17 0-203,-1-1 234,0 1-219,-17 17 16,0-35-31,35 18-1,-18-1-15,-17 1 16,35 0-1,-18-1 1,1-17 15,-1 0-15,0 18 15,1-18-15</inkml:trace>
  <inkml:trace contextRef="#ctx1" brushRef="#br3" timeOffset="4248.24">22243 7779 0,'35'0'234,"18"0"-234,-18 0 31,-17 0 32,-1 0-48,-17 17 1,18-17 93,0 18-62,-1 0-31,-17-1 0,36-17-1,-36 18 110,17 17-78,-70 1 203,36-36-234,-1 0-16,18 35 15,-18-35 1,1 17 0,-1 1 343,18 0-281,-35-1-62,17 1-1,1-18 1,-19 71 0</inkml:trace>
  <inkml:trace contextRef="#ctx1" brushRef="#br3" timeOffset="9780.98">16263 17462 0,'18'0'203,"-1"0"-203,36 0 31,-35 0-31,0 18 0,-1-18 16,1 0 46,-1 0-62,-17 18 219,-17-18-203,17 17-16,-18 1 15,-17 17 1,0 1 0,17-36-1,0 0 1,18 17-16,-17-17 15,-1 53 267</inkml:trace>
  <inkml:trace contextRef="#ctx0" brushRef="#br3" timeOffset="-24221.35">29549 5030 0,'0'0'16,"0"0"-16,-10 0 16,-9 0-16,-18 9 15,-20 19 1,-18 9-16,9 9 15,10 10 1,18-1-16,19-9 16,10-9-1,18 0-15,10-9 16,19 8-16,-1-8 16,-8-9-1,-1-1-15,-9 1 16,-10 8-1,-18 1-15,-20 18 16,-18 9 0,-9 10-16,-10-10 15,0-18-15,10-9 16,18-9 0,19-19-16,19 0 15</inkml:trace>
  <inkml:trace contextRef="#ctx0" brushRef="#br3" timeOffset="-23553.64">29652 5196 0,'0'0'0,"0"0"16,10 10-16,-1 8 16,19 19-1,10 9-15,9 19 16,-10 8 0,-8 1-16,-1-18 15,0-1-15,-9-18 16,-10-9-1,1-19-15,-1-9 16,1-9-16,8-10 16,1-18-1,9-9-15,1-18 16,-1-1 0,0 0-16,0 19 15,-9 9 1,0 10-16,0 8 15,0 10-15,9 9 16,-9 9 0,9 10-16,-9 8 15,9 19 1,0 10-16,-9-10 16,0 0-1,0-18-15,-10-1 16,10-17-16,-10-10 15,19-10 1,1-8-16,8-28 16,10-19-1,-18-9-15,-1 1 16,-9-1-16,-19 9 16,0 19-1,-10 0-15,1 18 16,-10 10-1,10-1-15,9 19 16</inkml:trace>
  <inkml:trace contextRef="#ctx0" brushRef="#br3" timeOffset="-22588.47">31440 4929 0,'0'0'15,"0"0"1,0 0-16,-10-10 16,1 1-16,-10 0 15,-9-10 1,-1 10-16,-18 9 16,0 0-1,-9 19-15,9 8 16,0 1-1,9 9-15,10 0 16,9 0-16,10 0 16,9-10-1,9 1-15,10-9 16,9-1 0,0-9-16,10-9 15,0-18 1,-1-10-16,1 0 15,-10-8-15,0-1 16,-9 9 0,0 0-16,-10 10 15,1 9 1,-1-1-16,1 1 16,-10 9-16,0 0 15,9 9 1,1 1-16,-1-1 15,10 9 1,0 1-16,-1-1 16,11 1-1,-1-10-15,9-9 16,1-9-16,9-10 16,-9-9-1,-1-8-15,-8-1 16,-1 0-1,0 9-15,-9 0 16,-10 10 0,1 9-16,-1-1 15,0 10-15,1 0 16,9 19 0,0 27-16,9 37 15,-9 19 1,-1 27-16,-8 28 15,-10-19-15,-10 19 16,1-18 0,-10-19-16,10-28 15,-1-18 1,1-19-16,9-27 16,0-19-1,0-9-15,0 0 16</inkml:trace>
  <inkml:trace contextRef="#ctx0" brushRef="#br3" timeOffset="-22214.8">31694 5058 0,'0'0'15,"9"-9"-15,19-1 16,10-8 0,28-1-16,0 1 15,-10 9 1,-18 0-16,-1 9 15,-9 0-15,-9 9 16,0 0 0,-10 9-16,1 10 15,-10 9 1,0 9-16,-10 10 16,-8-1-16,-1-18 15,19-37 1</inkml:trace>
  <inkml:trace contextRef="#ctx0" brushRef="#br3" timeOffset="-21689.1">33095 4643 0,'0'0'15,"0"0"-15,0 0 16,0 0-1,-9 0-15,-19 9 16,-19 18 0,0 1-16,-19 9 15,9 9 1,10 10-16,19-10 16,9-9-16,10-10 15,18 1 1,10 0-16,19 9 15,18 0 1,1-1-16,-10 1 16,-19-9-16,-9 0 15,-1 9 1,-18 0-16,-9 9 16,-29 0-1,-18 0-15,-10 0 16,-9-9-1,75-37-15</inkml:trace>
  <inkml:trace contextRef="#ctx0" brushRef="#br3" timeOffset="-21064">27122 5372 0,'0'0'16,"0"0"-16,9 27 16,10 29-1,9 54-15,10 38 16,-10 18-1,19 47-15,0-10 16,-9 0 0,9 18-16,0-36 15,-10-38-15,-9-17 16,-9-29 0,0-36-16,-9-19 15,-10-18 1,0-19-16,0-9 15,0 0-15</inkml:trace>
  <inkml:trace contextRef="#ctx0" brushRef="#br3" timeOffset="-19488.55">27206 5279 0,'0'0'0,"0"0"16,10-9 0,8 0-16,20-10 15,28 1-15,28-10 16,9 1 0,29-1-16,28 0 15,0 10 1,28-19-16,10-9 15,18 0-15,0-19 16,29-9 0,9 0-16,-19 0 15,-9 1 1,9-10-16,-9-1 16,0 11-16,0-1 15,9 9 1,-9 1-16,9-1 15,-19 10 1,10-10-16,-29 10 16,-18 8-1,-19 1-15,-19 9 16,-9 10-16,0-1 16,-29 0-1,10 1-15,-19-1 16,0 9-1,-19 1-15,-9 9 16,28-10-16,-56 19 16,-10 10-1,-9-1-15,0 9 16,0 10 0,-1 18-16,-8 9 15,-1 38 1,1 8-16,-1 10 15,0-9-15,1-1 16,-10 19 0,9 0-16,-9 0 15,0-9 1,10 9-16,-1-9 16,0-1-16,1 1 15,-1-9 1,10-10-16,-9-18 15,-1-19 1,0 19-16,1-19 16,-10 1-1,0-10-15,0 9 16,0-18-16,9 0 16,-9 0-1,0 0-15,0 0 16,-9 0-1,-1 0-15,-18 0 16,9-1-16,-18 1 16,-20 10-1,-18-11-15,0-8 16,-29 9 0,10 0-16,38-19 15,-48 10 1,-18 9-16,-19 0 15,-10 9-15,1-9 16,-10 0 0,-9 0-16,-1 0 15,1 0 1,-10 0-16,10-10 16,-19 10-16,-1 0 15,1 0 1,-9 0-16,18 0 15,-19 0 1,10 0-16,10 9 16,-11-9-1,30 9-15,-30-9 16,20 9-16,9-9 16,0 0-1,10 0-15,-1 0 16,10 0-1,0 9-15,9 0 16,1 0 0,8-9-16,20 0 15,9-9-15,9-10 16,10 1 0,18-1-16,10-9 15,10 0 1,8 1-16,1-10 15,9 0-15,1 0 16,-1 0 0,9 0-16,-8 0 15,-1-10 1,-10-8-16,29 18 16</inkml:trace>
  <inkml:trace contextRef="#ctx0" brushRef="#br3" timeOffset="-7724.44">27912 5769 0,'0'0'0,"0"0"15,0 0 1,0 0-16,0 0 16,0 0-1,0 0-15,0 0 16,0 0-1,0 9-15,-10 0 16,10 9-16,-9 10 16,9 9-1,0 0-15,0 9 16,9 10 0,1 8-16,-10-9 15,0 1 1,0-10-16,0-9 15,0-9-15,0-1 16,0-8 0,0-1-16,0-9 15,0 1 1,0-10-16,0 0 16,0 0-16,0 0 15</inkml:trace>
  <inkml:trace contextRef="#ctx0" brushRef="#br3" timeOffset="-6855.14">28373 5704 0,'0'0'0,"0"0"15,0 0 1,0 0-16,0 0 16,0 0-1,0 0-15,0 0 16,0 0-16,0 0 15,0 0 1,0 0-16,0 0 16,0 0-1,0 0-15,0 0 16,0 0 0,0 0-16,0 0 15,0 9-15,0 0 16,0 10-1,0 9-15,0 8 16,0 11 0,0-1-16,0 0 15,0 9-15,0 10 16,0-1 0,-10 1-16,10-10 15,0-8 1,0-10-16,0-1 15,0-8 1,0-9-16,0-1 16,0-9-16,10 1 15,-1-1 1,-9-9-16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04T04:18:54.97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2446 1551 0,'0'0'0,"0"0"0,0 9 15,0 0-15,0 19 16,0 9-1,0 9-15,0 18 16,0 19 0,0 1-16,0-1 15,0 0-15,9-19 16,1-18 0,-1-9-16,1-9 15,-10-28 1</inkml:trace>
  <inkml:trace contextRef="#ctx0" brushRef="#br0" timeOffset="571.88">3001 1744 0,'0'0'15,"0"0"-15,0 0 16,0 0-16,-9 10 16,-1 8-1,1 10-15,-10 18 16,0 9-1,0 1-15,0 8 16,10 1 0,9 0-16,0-10 15,9-18-15,1-10 16,9 1 0,0-9-16,9-10 15,9-9 1,10-9-16,10-19 15,-10 0 1,-9 1-16,-10-10 16,-9 0-16,-10 0 15,0-9 1,-9 0-16,-9-1 16,-10-8-1,0 18-15,-18 0 16,-1 9-1,0 10-15,-9 9 16,10 18-16,-1 9 16,10 10-1,28-28-15</inkml:trace>
  <inkml:trace contextRef="#ctx0" brushRef="#br0" timeOffset="6749.94">5052 1338 0,'0'0'0,"0"0"0,-10 0 16,10 0-1,-9-9-15,0 9 16,-1 0-16,1 0 16,-1 0-1,-8 9-15,8 1 16,-9 17 0,-9 10-16,9 19 15,0 8 1,-9 28-16,9 10 15,1-1-15,-1-8 16,0-19 0,0-1-16,10 1 15,-1-28 1,1-18-16,9-9 16,0-19-16,0 0 15,0 0 1</inkml:trace>
  <inkml:trace contextRef="#ctx0" brushRef="#br0" timeOffset="7923.25">7009 1495 0,'0'0'0,"0"0"16,0 0-16,0 0 16,0-9-1,0 0-15,0-10 16,0 1 0,-10-1-16,1-8 15,-10-1 1,-9 0-16,-10 10 15,-9-1 1,-19 10-16,10 9 16,-1 9-16,1 10 15,9 9 1,9-1-16,10 1 16,9 9-1,10 0-15,9 9 16,19 9-16,9 1 15,9-1 1,10 10-16,-9-1 16,0-8-1,-10-10-15,0 0 16,-9 0-16,-10-9 16,-9 0-1,0 0-15,-9-9 16,-10-1-1,0-8-15,0-10 16,-9-9 0,0 0-16,0-9 15,0-10-15,-1-8 16,11-10 0,8-10-16,10-26 15,28-10 1,29-10-16,18 1 15,10 9-15,18-9 16,-103 92 0</inkml:trace>
  <inkml:trace contextRef="#ctx0" brushRef="#br0" timeOffset="8765.81">8683 1200 0,'0'0'16,"0"0"-16,-9 9 15,-10 0 1,-9 10-16,-10 18 16,0 9-16,1 18 15,-1 10 1,10 0-16,0 37 16,9 0-1,9-1-15,10 1 16,19-9-1,0-19-15,9-19 16,10-8-16,0-19 16,18-10-1,-9-17-15,0-1 16,-9-9 0,-10-9-16,-9-1 15,0-8-15,-10-10 16,-9-9-1,0 0-15,-9-9 16,-10 0 0,0 9-16,0 9 15,-9 1 1,-10 8-16,-9 10 16,0 0-16,10 9 15,8 9 1,29-9-16</inkml:trace>
  <inkml:trace contextRef="#ctx0" brushRef="#br0" timeOffset="9685.29">10358 1154 0,'0'0'16,"0"0"-16,0 0 15,0 0 1,0 0-16,0 0 16,0 0-1,28-10-15,9 1 16,20 9-1,-1-18-15,-9 18 16,-9 18-16,0-18 16,-10 9-1,-9 1-15,-10 8 16,-9 10 0,-19 18-16,-9 0 15,0 0-15,-10 10 16,10-19-1,9-10-15,10 1 16,-1-10 0,10-8-16,10-1 15,18 9-15,10 1 16,18-1 0,0 1-16,-18-1 15,0 1 1,-10-1-16,-9 1 15,-10 17 1,-9 1-16,-19 10 16,-18-1-16,-20 9 15,-9-9 1,-9-9-16,-10 0 16,1-9-1,9-10-15,9 1 16,19-10-1,9-9-15,10 0 16,9-9-16,19 9 16</inkml:trace>
  <inkml:trace contextRef="#ctx0" brushRef="#br0" timeOffset="10016.53">11496 914 0,'0'0'0,"0"0"16,0 0 0,-10 27-16,1 29 15,-10 36 1,0 74-16,10 0 16,9 19-1,19-19-15,0 0 16,9 65-16</inkml:trace>
  <inkml:trace contextRef="#ctx0" brushRef="#br0" timeOffset="21038.54">4600 2769 0,'0'0'0,"0"0"0,0 0 16,0 0-1,0 0-15,0 0 16,0 0-1,0 0-15,0 0 16,0 0 0,0 0-16,0 0 15,-9-9-15,-1-1 16,-8 10 0,-11 0-16,11 0 15,-11 10 1,-8 8-16,8 1 15,-8 8-15,9 1 16,-1 9 0,20-9-16,0-1 15,-1 1 1,10-10-16,0-8 16,10-1-1,8 0-15,11-9 16,8-9-16,1 0 15,9-10 1,0-18-16,-9 0 16,-1-9-1,-9 0-15,-9 9 16,0 0-16,-10 19 16,1-1-1,-1 1-15,-9 9 16,0 9-1,0 0-15,0 0 16,0 0 0,0 18-16,0 10 15,0 18-15,10 0 16,-1 0 0,1 0-16,8-9 15,11-9 1,27 0-16,10-10 15,9-18 1,-75 0-16</inkml:trace>
  <inkml:trace contextRef="#ctx0" brushRef="#br0" timeOffset="21521.03">4986 2400 0,'0'0'0,"0"0"15,9 0 1,10 9-16,19 19 15,9 18-15,-10 18 16,1 19 0,-10 1-16,-9 8 15,-19 9 1,-9 1-16,-1-19 16,-9-9-16,-9-19 15,0-9 1,0-18-16,28-28 15</inkml:trace>
  <inkml:trace contextRef="#ctx0" brushRef="#br0" timeOffset="21933.53">4337 2400 0,'0'0'15,"0"0"-15,-10 9 16,1 0 0,-10 10-16,-9 18 15,-10 9 1,-9 28-16,10 9 16,8 0-16,11 18 15,18 10 1,18 0-16,11-28 15,18 18 1,28-8-16,-75-93 16</inkml:trace>
  <inkml:trace contextRef="#ctx0" brushRef="#br0" timeOffset="23233.33">11486 2335 0,'0'0'16,"0"0"-16,0 0 15,0 0 1,0 0-16,0 19 15,0 17 1,0 20-16,0 36 16,0 0-16,0 1 15,0-1 1,0-9-16,0-18 16,0-10-1,-9-18-15,9 0 16,0-9-1,0-19-15,0 0 16,0-9-16,0 0 16,0 0-1,0 0-15,9-9 16,10-10 0,0-8-16,9-1 15,10-9 1,0 9-16,-10 1 15,0 8-15,0 1 16,0 9 0,-9-1-16,0 10 15,0 0 1,-10 0-16,1 0 16,-1 10-1,-9-1-15,0 9 16,-19 10-16,-9 9 15,0-9 1,-10-1-16,1 1 16,-1-10-1,0-8-15,1-1 16,8-9-16,29 0 16</inkml:trace>
  <inkml:trace contextRef="#ctx0" brushRef="#br0" timeOffset="23539.97">11853 2390 0,'0'0'15,"10"0"-15,9 0 16,9 10 0,0 8-16,10 19 15,-1 9 1,-9 10-16,1 17 16,-20 11-16,1-1 15,-10 9 1,-10 0-16,-9-18 15,0-9 1,19-65-16</inkml:trace>
  <inkml:trace contextRef="#ctx0" brushRef="#br0" timeOffset="23973.18">11185 2363 0,'0'0'0,"-9"9"16,0 19 0,-10 27-16,0 28 15,0 19 1,10-1-16,-1 10 15,20 0 1,9-1-16,9-8 16,9-10-16,10-27 15,10 0 1,28-29-16,-85-36 16</inkml:trace>
  <inkml:trace contextRef="#ctx0" brushRef="#br0" timeOffset="34771.81">14770 1237 0,'0'0'0,"0"9"0,9 37 16,0 28 0,1 18-16,-1 19 15,1 0-15,8-28 16,-8-19 0,-1-8-16,1-28 15,-10-10 1,0-18-16,0 0 15,0 0 1,-10-9-16,1-19 16,-10-18-1,0 0-15,0 0 16,10-1-16,0 1 16,-1 0-1,10 0-15,0 0 16,0 0-1,0 0-15,0 9 16,10 9-16,-1 10 16,0-1-1,1 10-15,-10 9 16,9 0 0,1 9-16,8 10 15,11 17 1,8 11-16,1 8 15,0 0-15,-10-8 16,0 8 0,0-9-16,-9-18 15,0-1 1,0-8-16,-10-1 16,1-8-16,-1-1 15,-9-9 1,9 0-16,1-9 15,-1-19 1,1-9-16,-1-18 16,0-19-1,1 0-15,-10 0 16,0 9-16,0 10 16,0 9-1,0 18-15,0 1 16,9-1-1,-9 28-15</inkml:trace>
  <inkml:trace contextRef="#ctx0" brushRef="#br0" timeOffset="35119.64">15626 1578 0,'0'0'0,"0"0"16,0 0-16,0 0 15,19 0 1,18-9-16,20-9 16,18-1-16,-9 1 15,0-10 1,-10 0-16,-9 10 16,9-19-1,-56 37-15</inkml:trace>
  <inkml:trace contextRef="#ctx0" brushRef="#br0" timeOffset="35366.21">16322 868 0,'0'0'0,"0"0"16,9 18 0,10 37-16,0 19 15,19 46-15,-10 0 16,-9-9 0,9-9-16,-28-102 15</inkml:trace>
  <inkml:trace contextRef="#ctx0" brushRef="#br0" timeOffset="35866.61">17470 951 0,'0'0'16,"0"37"-16,-10 46 15,1 55-15,-1 19 16,1 0 0,0-28-16,-1-9 15,10-28 1,0-27-16,0-65 16</inkml:trace>
  <inkml:trace contextRef="#ctx0" brushRef="#br0" timeOffset="36149.97">17112 1052 0,'0'0'0,"0"0"16,0 0-1,9-9-15,10 0 16,10-1-1,18 1-15,18 9 16,1 0-16,-9 0 16,-20 9-1,1 10-15,-10-1 16,-9 1 0,-10-1-16,-9 19 15,-9-18 1,0-1-16,9-18 15</inkml:trace>
  <inkml:trace contextRef="#ctx0" brushRef="#br0" timeOffset="38050.33">18476 1181 0,'0'-9'0,"0"0"15,0-10-15,-9 10 16,-10-28-1,-9 10-15,-10-1 16,-18 9-16,-10 10 16,-19 9-1,10 19-15,0 18 16,9 9 0,9 18-16,20 1 15,18 9 1,19-19-16,9 1 15,10-19-15,19-19 16,9-18 0,9-18-16,10-19 15,-10-19 1,-8 1-16,-1-1 16,-10 10-16,-9 9 15,-9 10 1,-9 8-16,-1 19 15,0-18 1,1 18-16,-1 18 16,1-9-1,-1 28-15,-9 19 16,0 18-16,0-1 16,0-17-1,0-10-15,0-18 16,9-10-1,1-9-15,18-9 16,10-18-16,9-19 16,9-28-1,10 1-15,-19-1 16,0-9 0,-9 10-16,-1 8 15,-8 1 1,-11 27-16,-18-9 15,0 28-15,-9 0 16,0 0 0,-1 9-16,-9 9 15,1 0 1,-1 10-16,9 8 16,1 10-16,9 9 15,19 0 1,0 10-16,-1-10 15,11 9 1,-1 1-16,-9-10 16,-1 0-1,-8-9-15,-1 0 16,1 0-16,-1-9 16,1-1-1,-1-8-15,10-1 16,0-9-1,9-9-15,9-9 16,10-9 0,0-19-16,10-9 15,-1-19-15,1-9 16,-1-9 0,-9 9-16,-9 0 15,0 1 1,-20 26-16,-8 20 15,-1 8-15,-9-8 16,-9 17 0,-10 1-16,0 0 15,-9 9 1,0 9-16,9 10 16,9 8-16,1-18 15,9 19 1,9 9-16,10 9 15,10-9 1,-1 9-16,-9 0 16,-10-9-1,0 0-15,1 0 16,-1 0-16,1-9 16,-1-10-1,0 1-15,1-10 16,-1 0-1,10 0-15,9-9 16,10 0 0,9-9-16,9-9 15,1-10-15,-10-9 16,-10 0 0,-8 0-16,-1 0 15,-9 10 1,-10-1-16,1 10 15,-10 8-15,0 1 16,0 9 0,0 0-16,0 0 15,-10 9 1,1 19-16,-1 9 16,10 0-1,10 0-15,18 0 16,10-10-16,18 1 15,19-19 1,19-9-16,-9-18 16,-10-10-1,-18-9-15,-1-9 16,-9-9-16,-19-1 16,-18 1-1,-10 0-15,-10 18 16,1 9-1,0 9-15,-1 10 16,10 9 0,0 0-16,0 0 15,0 0-15,10 37 16,-1 19 0,10 8-16,0 19 15,-1 0 1,-8 0-16,-20 10 15,-18 8 1,-9 10-16,37-111 16</inkml:trace>
  <inkml:trace contextRef="#ctx0" brushRef="#br0" timeOffset="39649.87">15089 2187 0,'0'0'16,"0"0"-16,19 0 15,19 0-15,37 10 16,19-1 0,29 0-16,36 10 15,1-1 1,10 0-16,37-8 16,9-10-1,38-10-15,-28 1 16,28-9-16,0-1 15,0 1 1,19 9-16,-29-1 16,38 1-1,-37 9-15,28 0 16,-29-9-16,10 0 16,0 0-1,-28-1-15,-9 1 16,-29 0-1,-19-10-15,-9 10 16,-28 0-16,-29 0 16,-9-1-1,-18 1-15,-11 0 16,-8 0 0,-20 0-16,-8-1 15,-1 1 1,-9 0-16,0-10 15,-10 1-15,10-1 16,-10-8 0,1-1-16,-10-9 15,0-9 1,-10-19-16,1 1 16,-1-28-1,1-1-15,9 1 16,0 0-16,0-10 15,9 10 1,1-10-16,-1 10 16,1 18-1,-10 19-15,0-10 16,-10 28-16,-18 0 16,0 10-1,-29-1-15,1 28 16,-19 0-1,-19 0-15,-10 28 16,1-10 0,8 10-16,-17-19 15,-39 9-15,10 1 16,-10-10 0,-18-9-16,0 19 15,-29-19 1,1 0-16,-39 0 15,-8 0-15,-29 0 16,28 0 0,-46-19-16,27 38 15,-8-19 1,-1-19-16,38 19 16,-29 0-1,29 0-15,-10 19 16,38-19-16,-37 0 15,65 0 1,-28 9-16,38-9 16,18 0-1,10 0-15,10 0 16,18 9-16,19-9 16,-1 9-1,20 10-15,19-19 16,9 27-1,9-17-15,10 8 16,9 10 0,0 9-16,10 9 15,-1 18-15,20 1 16,-1 27 0,10 10-16,0-10 15,9 10 1,0-1-16,10 1 15,-10-19 1,10-9-16,-10-10 16,10-8-16,-10-1 15,0-9 1,0 0-16,1-9 16,-1-9-1,0-10-15,10 10 16,-1-9-16,-37-19 15</inkml:trace>
  <inkml:trace contextRef="#ctx0" brushRef="#br0" timeOffset="52249.78">706 3932 0,'0'0'0,"0"-9"0,0-1 16,0 1 0,0 0-16,0 9 15,0-9 1,0 9-16,0 0 16,0 0-16,0 9 15,18 28 1,-18 27-16,10 10 15,9 28 1,-1-1-16,1 10 16,-19-28-16,10-9 15,8-19 1,-18-18-16,0-9 16,0-10-1,0-18-15</inkml:trace>
  <inkml:trace contextRef="#ctx0" brushRef="#br0" timeOffset="54217.77">771 3978 0,'0'0'0,"0"0"16,0 0-16,0 0 16,0 0-1,0-9-15,19 0 16,9-1-1,1-8-15,27-1 16,-9 1 0,0-1-16,0 10 15,0 0 1,-9 9-16,-10 0 16,-9 9-16,-10 0 15,1 10 1,-10 18-16,-19 18 15,-19 19-15,10-9 16,-38-1 0,19-8-16,0-10 15,0-9 1,47-37-16</inkml:trace>
  <inkml:trace contextRef="#ctx0" brushRef="#br0" timeOffset="54633.8">1402 3793 0,'0'0'0,"0"0"16,0 0-1,0 10-15,0 17 16,9 29 0,1 18-16,18 9 15,-9 0 1,28 18-16,-19-9 16,9-8-16,10 8 15,-9-18 1,-38-74-16</inkml:trace>
  <inkml:trace contextRef="#ctx0" brushRef="#br0" timeOffset="55200.75">1157 3923 0,'0'0'0,"19"-10"16,0 1-1,37-19-15,29 1 16,0-1-16,18 0 15,-28 10 1,-9 9-16,-66 9 16</inkml:trace>
  <inkml:trace contextRef="#ctx0" brushRef="#br0" timeOffset="55467.52">1364 4827 0,'0'0'16,"9"-9"-16,20-10 15,37-18 1,-1-9-16,48-18 16,-9-1-16,-1 10 15,-37 9 1,-66 46-16</inkml:trace>
  <inkml:trace contextRef="#ctx0" brushRef="#br0" timeOffset="55850.84">677 5307 0,'0'0'16,"0"-9"-16,47-19 15,47-9 1,19-18-16,0-1 15,19-8-15,0-1 16,-10 1 0,-9 8-16,-10 10 15,-9 0 1,-28 9-16,-66 37 16</inkml:trace>
  <inkml:trace contextRef="#ctx0" brushRef="#br0" timeOffset="56150.86">931 5473 0,'0'0'15,"29"-18"-15,74-47 16,76-27 0,-19 0-16,18-1 15,-18-8 1,-9 18-16,-151 83 15</inkml:trace>
  <inkml:trace contextRef="#ctx0" brushRef="#br0" timeOffset="139702.2">3528 4366 0,'0'0'0,"0"0"16,0 0-16,0 0 16,0 0-1,0 0-15,-10 0 16,1 0 0,0 0-16,-10 0 15,-9 9-15,-10 9 16,-9 1-1,0 8-15,9 1 16,10 0 0,0 0-16,9-10 15,10 0 1,9 1-16,9-1 16,10 19-16,9-9 15,10 9 1,-1 9-16,-9-9 15,1 9 1,-11 0-16,-8-9 16,-10 0-16,0 9 15,-10-9 1,-8 0-16,-11 0 16,-8-9-1,-1-1-15,-9-8 16,10-10-1,-1 0-15,10-9 16,9-9-16,0 0 16,10-10-1,9 19-15</inkml:trace>
  <inkml:trace contextRef="#ctx0" brushRef="#br0" timeOffset="140151.78">3819 4652 0,'0'0'16,"0"0"-16,0 0 15,0 0 1,10 0-16,18 0 16,28 0-1,10 0-15,0-9 16,0-10-16,-19 10 16,-47 9-1</inkml:trace>
  <inkml:trace contextRef="#ctx0" brushRef="#br0" timeOffset="140377.73">4036 5122 0,'0'0'0,"0"0"15,19 0 1,18-9-16,10-9 16,10-1-16,37-27 15,-94 46 1</inkml:trace>
  <inkml:trace contextRef="#ctx0" brushRef="#br0" timeOffset="152141.74">5287 4255 0,'0'0'0,"0"0"15,0 0-15,-9 0 16,-1 9-1,-9 10 1,1-1-16,-11 0 16,1 10-16,0 9 15,-10 9 1,10 0-16,9-9 16,0 0-16,10 0 15,9 0 1,0 0-16,9-9 15,10-1 1,9-8-16,1-10 16,8 0-16,29-9 15,0-9 1,-10-9-16,1-1 16,-20 1-1,1-10-15,-10 0 16,1 1-1,-11-10-15,-8 9 16,-10-9-16,0 9 16,-10 1-1,-8-1-15,-1 10 16,-19-1 0,-9 1-16,-9 8 15,-1 10 1,-18 28-16,75-28 15</inkml:trace>
  <inkml:trace contextRef="#ctx0" brushRef="#br0" timeOffset="163352.84">5061 3720 0,'0'0'0,"10"0"0,18 9 16,9 0-16,20 0 16,18 0-1,0 1-15,29 8 16,-10 1-16,0-10 15,19 0 1,0 0-16,0 1 16,0-1-1,-1 0-15,1 0 16,0 0 0,-9-9-16,9 10 15,0-1 1,-1 0-16,1 0 15,0 1-15,9-1 16,-9 0 0,19 0-16,-10-9 15,1 0 1,8 10-16,1-10 16,0 0-16,-19 0 15,18 0 1,10 9-16,-9-9 15,0 0 1,0 0-16,-1-9 16,1-1-16,0 1 15,-1 9 1,-18 0-16,0 0 16,19-9-1,-19 9-15,-10 0 16,-9 0-1,19 0-15,-19 0 16,0-9-16,-9 9 16,9 0-1,10 0-15,-10-10 16,0 1 0,0 0-16,0 9 15,0-9-15,-19-1 16,0 1-1,-18 9-15,-1-9 16,-9 0 0,-9 0-16,0 9 15,-10 0 1,0 0-16,-28 0 16</inkml:trace>
  <inkml:trace contextRef="#ctx0" brushRef="#br0" timeOffset="178973.53">5024 3756 0,'0'0'0,"0"0"16,0 0-1,18 10-15,1-1 16,9 0-16,10 0 16,9 1-1,0-1-15,10 0 16,-1 0-1,0 1-15,-9-1 16,1 0 0,8 0-16,10 0 15,0-9-15,9 0 16,0 0 0,0 0-16,1 0 15,-1 10 1,19-1-16,-9 0 15,-1 0-15,1 1 16,9-1 0,0 0-16,10 0 15,-10-9 1,-10 10-16,20-1 16,-10 0-1,19 0-15,-19 0 16,9 1-16,10-10 15,0 0 1,0 9-16,9 0 16,29-9-1,-19 0-15,-10 0 16,10 0 0,-10 0-16,-9 0 15,0 0-15,18 0 16,-18 9-1,0 1-15,0 8 16,-9 1 0,-10-1-16,0 0 15,0 1-15,0-1 16,0 1 0,0-10-16,-19 0 15,-9 0 1,0-9-16,-10 0 15,-9 10 1,0-10-16,0 0 16,-9 0-16,-10 0 15,1 9 1,-1-9-16,-28 0 16</inkml:trace>
  <inkml:trace contextRef="#ctx0" brushRef="#br0" timeOffset="181686.02">5833 3858 0,'0'0'0,"0"0"0,0 0 15,-10 9 1,-9 10-16,-9 8 16,0 20-1,-10-1-15,-9 18 16,-9 10-1,-10 9-15,0 9 16,0 10-16,10-19 16,-1 9-1,20-18-15,9 0 16,-10 9 0,10-18-16,-1-1 15,1-8-15,0-10 16,0 0-1,9-9-15,0-9 16,10-10 0,9-18-16</inkml:trace>
  <inkml:trace contextRef="#ctx0" brushRef="#br0" timeOffset="183019.86">6181 4412 0,'0'0'15,"0"0"-15,0 0 16,0 0-16,0 0 16,0 9-1,0 9-15,9 1 16,0 18-1,1 0-15,-10 9 16,9 9 0,1 10-16,-1 18 15,-9-9-15,10 0 16,-10-10 0,0-8-16,0-10 15,0-9 1,9-10-16,-9-27 15</inkml:trace>
  <inkml:trace contextRef="#ctx0" brushRef="#br0" timeOffset="205872.66">11449 4006 0,'0'0'0,"0"0"16,0 0-16,0 0 16,0 0-1,0 0-15,0 0 16,0 0-1,0 0-15,9-10 16,19 1 0,1 0-16,-1 0 15,0 0-15,-9-1 16,-10 1 0,-9 9-16,0 0 15,0 0 1,-28 0-16,-28 0 15,-10 0 1,0 9-16,10-9 16,18 0-16,19 0 15,10 0 1,-1 0-16,10 0 16,0 0-1,0 0-15,10 0 16,-1 0-16,0 0 15,1 0 1,-10 0-16,0 0 16,0 0-1,0 0-15,0 0 16,-10 10-16,-8-1 16,-1 0-1,19-9-15</inkml:trace>
  <inkml:trace contextRef="#ctx0" brushRef="#br0" timeOffset="-210068.8">5052 3793 0,'0'0'0,"0"0"0,0 0 15,0 0 1,0 0-16,0 0 15,0 0 1,0 0-16,9 0 16,1 0-1,-1 0-15,10 0 16,-10 0-16,1 0 16,8 0-1,1 0-15,0 0 16,0 10-1,9-1-15,0 0 16,1 0 0,-1 1-16,9-10 15,10 0 1,0 9-16,1-9 16,8 9-16,-9 0 15,9 0 1,1 1-16,-1-1 15,1-9-15,9 9 16,-10-9 0,1 0-16,-1 0 15,0 0 1,1 0-16,9 0 16,-19 0-1,9 0-15,-9 0 16,0 0-16,10 0 15,-1 9 1,10 1-16,0-1 16,0 0-1,0-9-15,-10 0 16,10 9-16,-10 1 16,10-1-1,-9 0-15,8 0 16,-8 0-1,-1 1-15,1-1 16,9 0 0,-10-9-16,1 9 15,-1-9-15,0 10 16,1-1 0,-1 0-16,-9-9 15,10 0 1,-10 0-16,9 0 15,1 0 1,-1 0-16,1 0 16,-10 0-16,9 0 15,-9 0 1,0 0-16,10 0 16,8 0-1,-8 0-15,9 0 16,-19 0-16,9 0 15,-9 0 1,10-9-16,9 9 16,-1 0-1,1 0-15,0 0 16,0 0 0,9-9-16,10 9 15,-10-10-15,10 10 16,-10-9-1,0 0-15,1 9 16,-1 0 0,0 0-16,0-9 15,-9 9-15,0-10 16,0 1 0,0 0-16,9 0 15,0 0 1,-9-1-16,-9 1 15,-1 9 1,0-9-16,1 9 16,-1 0-16,1-9 15,9-1 1,-10 10-16,-18 0 16,-1 0-1,1 0-15,0-9 16,-1 9-16,-9 0 15,1 0 1,-10 0-16,-1 0 16,1 0-1,0 0-15,0 0 16,0 0 0,-1 0-16,11 0 15,-11 0-15,1 0 16,0 0-1,-10 0-15,1 0 16,-1 0 0,1 0-16,-1 0 15,1 0-15,-10 0 16,0 0 0,0 0-16,0 0 15,0 0 1,0 0-16,0 0 15,0 0 1,0 0-16,0 0 16,0 0-1,0 0-15,9 0 16,-9 0-16,0 0 16,0 0-1,0 0-15,9 0 16,-9 0-1,0 0-15,0 0 16,0 0-16,0 0 16</inkml:trace>
  <inkml:trace contextRef="#ctx0" brushRef="#br0" timeOffset="-208481.84">5146 3563 0,'0'0'0,"0"0"15,0 0-15,0 0 16,0 0 0,0 9-16,9 0 15,1 10 1,-1-10-16,0 9 16,1 1-16,9-1 15,9 1 1,0-1-16,0 1 15,1-10 1,-1 9-16,0 1 16,0-1-1,0 1-15,1-1 16,8 1-16,1-1 16,0 0-1,18-8-15,10 8 16,0-9-1,0 1-15,-1-1 16,11 0 0,8 0-16,10-9 15,1 0-15,-1 0 16,0 0 0,9-9-16,10 0 15,0 0 1,-19 9-16,9 0 15,10 0-15,-9 0 16,-10 0 0,0 0-16,0 9 15,-9 0 1,-10 0-16,0 1 16,1-1-1,-1 0-15,19 0 16,0 0-16,-9-9 15,-1 0 1,10 0-16,0 0 16,0 0-1,1 0-15,-11 0 16,10 10 0,-9-1-16,9 0 15,-9 0-15,-10 1 16,19 8-1,10 1-15,-1-10 16,0 0-16,20 0 16,-10 0-1,0 1-15,-10-1 16,1 0 0,-10-9-16,18 0 15,-8 0 1,-10-9-16,0 0 15,0 9 1,0 0-16,-9-10 16,-19 1-16,9 0 15,-9 0 1,0 0-16,-10-1 16,-9 1-1,0 0-15,-9 9 16,0-9-16,-10-1 15,-9 1 1,-1 9-16,-8 0 16,-1 0-1,1 0-15,-1 0 16,0 0-16,1 0 16,-10 0-1,9 0-15,1 0 16,-10 0-1</inkml:trace>
  <inkml:trace contextRef="#ctx0" brushRef="#br0" timeOffset="-206425.05">5945 4006 0,'0'0'0,"0"0"16,0 0-1,0 0-15,0 0 16,0 0-1,0 0-15,0 0 16,0 0 0,-9 0-16,0 0 15,-10 0-15,-9 9 16,-1 9 0,-8 10-16,-1 9 15,1 9 1,-1 9-16,-9 19 15,0 19-15,-10 8 16,10 1 0,0-10-16,-9 28 15,9-28 1,-10 1-16,1-1 16,-10 0-1,0-9-15,0-9 16,10-9-16,18-19 15,10-9 1,9-10-16,10-8 16,9-1-1,0-18-15</inkml:trace>
  <inkml:trace contextRef="#ctx0" brushRef="#br0" timeOffset="-205775.9">6152 4513 0,'0'0'15,"0"0"-15,0 0 16,0 0-16,0 0 16,0 0-1,0 10-15,0 8 16,0 19 0,0 0-16,0 27 15,10 10 1,-1 0-16,10-9 15,-10-1 1,1-18-16,9 10 16,-10-19-16,10 0 15,0 0 1,-10-10-16,-9-27 16</inkml:trace>
  <inkml:trace contextRef="#ctx0" brushRef="#br0" timeOffset="-194423.69">6265 4495 0,'0'0'0,"0"0"15,0 0 1,0 0-16,0 0 16,0 0-16,0 0 15,0 0 1,0 0-16,0 0 16,0 0-1,0 9-15,0 10 16,0 8-1,0 19-15,10 10 16,9 8-16,-10 10 16,10-9-1,0 9-15,-10-28 16,0 0 0,1-9-16,-1-9 15,-9-10-15,0-9 16,0 0-1,0-9-15,0 0 16,0 0 0,0 0-16,0 0 15,-9-18 1,-1-10-16,1-27 16,-10-10-16,10 10 15,-1-10 1,1 10-16,0 0 15,-1 8 1,1 1-16,-1 9 16,1 10-16,9-1 15,0 10 1,0 8-16,0 1 16,0 9-1,0 0-15,0 0 16,0 0-1,0 9-15,0 10 16,0 18 0,-9 9-16,9 0 15,-10 19-15,1 8 16,-1 1 0,10-9-16,0-10 15,0-18 1,0 0-16,0-9 15,0-10-15,0 1 16,0-10 0,0-9-16,0 0 15,0 0 1,0 0-16,0-19 16,-9-17-16,-1-11 15,1-8 1,0 0-16,-1 8 15,1 1 1,9 9-16,0 10 16,0-1-1,0 10-15,0 8 16,0 1-16,0 9 16,0 0-1,0 0-15,0 19 16,9 17-1,-9 20-15,10 8 16,-10-8-16,9-1 16,-9-55-1</inkml:trace>
  <inkml:trace contextRef="#ctx0" brushRef="#br0" timeOffset="-186292.55">3010 5953 0,'0'0'0,"0"0"0,0 0 16,0 0-1,0 0-15,0 0 16,0 0 0,-9 0-16,-19 9 15,-10 1 1,-18 17-16,9 1 16,9-10-16,10 10 15,9-9 1,10-10-16,9 0 15,9 9 1,10 1-16,9 9 16,0-1-1,-9 10-15,-10 0 16,-9 9-16,-18 10 16,-20-1-1,-18 0-15,-10-8 16,0-10-1,9-1-15,1-8 16,9-9-16,28-10 16,0-9-1,19 0-15</inkml:trace>
  <inkml:trace contextRef="#ctx0" brushRef="#br0" timeOffset="-185706.08">3208 6202 0,'0'0'0,"0"28"16,0 18-16,9 19 15,1 9 1,9 9-16,-1-9 16,1-19-1,0-27-15,-10-1 16,1-18-16,-1-9 16,1-9-1,8-18-15,-8-10 16,-1-9-1,10-10-15,-10 10 16,1 9-16,-1 9 16,-9 10-1,10 9-15,-10 9 16,9 0 0,10 9-16,0 19 15,9 9 1,0 9-16,0-9 15,1 0-15,-1-19 16,-9-9 0,9-9-16,0-9 15,10-19 1,-10-9-16,10-18 16,-1-10-1,-9 1-15,-9 8 16,-9 10-16,-1 9 15,0 10 1,-9 27-16</inkml:trace>
  <inkml:trace contextRef="#ctx0" brushRef="#br0" timeOffset="-184888.95">4619 6378 0,'0'0'16,"-9"-19"-16,-10-8 15,-9-10-15,-1 0 16,-8 9-1,-1 0-15,0 10 16,1 9 0,-10 9-16,9 0 15,1 18 1,-1 10-16,10 9 16,9 0-16,9-10 15,10 1 1,10-10-16,-1 1 15,10-10 1,0-9-16,0-9 16,0 0-16,-1-1 15,1-8 1,-9 9-16,-1 0 16,0-1-1,-9 10-15,0 0 16,0 0-1,0 0-15,10 10 16,9-1-16,18 9 16,1 1-1,18-1-15,1-9 16,9 1 0,-10-10-16,10-19 15,-19 1-15,-9-10 16,-10-9-1,-9 0-15,-19 0 16,0 10 0,0-1-16,-10 19 15,1-1 1,9 10-16,0 0 16,0 19-16,0 36 15,19 38 1,9 27-16,9 36 15,-8-8 1,-20 9-16,-9-19 16,0-8-16,0-29 15,0-45 1,-9-29-16,9-27 16,0 0-1</inkml:trace>
  <inkml:trace contextRef="#ctx0" brushRef="#br0" timeOffset="-184588.78">4826 6165 0,'0'0'16,"9"-18"0,10-10-16,19-9 15,9 10 1,19-1-16,9 19 15,10 9-15,-1 18 16,-27 10 0,-1 18-16,-28 9 15,-18 10 1,-20 0-16,-18-1 16,-19 1-16,-19-1 15,10-8 1,-10-10-16,28-9 15,38-37 1</inkml:trace>
  <inkml:trace contextRef="#ctx0" brushRef="#br0" timeOffset="-182091.04">7263 5972 0,'0'0'15,"0"0"-15,0 0 16,0 0 0,0 0-16,0 0 15,0 0-15,0-10 16,-10-8 0,1-1-16,-1-8 15,-9-1 1,1 10-16,-11-1 15,1 1 1,0 8-16,-10 1 16,1 9-16,-1 9 15,-9 19 1,9 9-16,1 9 16,9 0-1,-1 10-15,20 8 16,9-8-1,9-10-15,10-18 16,9-10-16,10-18 16,9-9-1,10-19-15,-1-9 16,-18 0 0,-1 0-16,-9 0 15,-9 10-15,-9 8 16,-1 1-1,0 9-15,-9 9 16,0 0 0,0 0-16,10 0 15,9 9 1,0 19-16,18 18 16,1 9-16,-1-9 15,1 0 1,0-18-16,9-10 15,-47-18 1</inkml:trace>
  <inkml:trace contextRef="#ctx0" brushRef="#br0" timeOffset="-181569.28">8090 5464 0,'0'0'16,"0"0"0,-9-9-16,-10-1 15,0 1-15,-9-9 16,0-1-1,9 10-15,-9 0 16,9 9 0,-9 0-16,9 0 15,0 9-15,0 0 16,1 19 0,-1 9-16,-9 18 15,-1 47 1,1 9-16,0 9 15,9 9 1,0 18-16,10-36 16,9 0-16,9-19 15,10-9 1,9-18-16,10-19 16,-10-9-1,10-9-15,9-10 16,0-9-16,0-9 15,9-9 1,1-19-16,-57 28 16</inkml:trace>
  <inkml:trace contextRef="#ctx0" brushRef="#br0" timeOffset="-181106.22">8279 5898 0,'0'0'16,"0"0"-16,-10 9 15,-9 19 1,0 18-16,1 9 15,8 1-15,10-1 16,0-9 0,10-9-16,-1-9 15,10-10 1,0-9-16,9 1 16,10-20-1,-1-8-15,1-10 16,-1-18-16,-18 9 15,-9 0 1,-10-9-16,0 0 16,-10 0-1,-9 9-15,-9 9 16,-19 1 0,0 17-16,0 10 15,19 0-15,9 0 16,19 0-1</inkml:trace>
  <inkml:trace contextRef="#ctx0" brushRef="#br0" timeOffset="-180643.23">8514 5529 0,'0'0'0,"0"0"16,9 0-16,29 0 16,18 0-16,38 0 15,19 0 1,0 0-16,-19-10 16,-19 10-1,-28 0-15,-18 0 16,-11 0-16,-8 10 15,-1 8 1,-9 10-16,0 18 16,-9 18-1,-1 10-15,10 0 16,-9 0-16,9 0 16,0 0-1,0-10-15,-9 1 16,-1-1-1,-9-8-15,-9-10 16,-9 0 0,-1-9-16,0-9 15,1-10 1,-1 1-16,0-10 16,38-9-16</inkml:trace>
  <inkml:trace contextRef="#ctx0" brushRef="#br0" timeOffset="-179576.06">10320 5861 0,'0'0'0,"0"0"16,-9 0-16,-1 18 16,-9 10-1,10 18-15,9 19 16,9 18-16,20-9 16,18-19-1,0-18-15,0-19 16,0-18-1,-10-18-15,-8-10 16,-11 1-16,1-1 16,-9 0-1,-1 0-15,-9 10 16,0 9 0,0 0-16,0 9 15,0 0 1,9 9-16,20 18 15,18 20-15,18 8 16,1-9 0,-9-9-16,-10-9 15,-10-19 1,1 0-16,-10-9 16,-9-9-1,0-9-15,0-19 16,0-19-16,-10 1 15,0-1 1,1 20-16,-1 8 16,-9 0-1,10 10-15,-1 9 16,0 9-16,10 9 16,9 9-1,1 10-15,-11 0 16,1-1-1,-9-8-15,-1-10 16,-9-9-16</inkml:trace>
  <inkml:trace contextRef="#ctx0" brushRef="#br0" timeOffset="-179427.8">11195 5418 0,'0'0'0,"0"0"16,9-9 0,10-10-16,-19 19 15</inkml:trace>
  <inkml:trace contextRef="#ctx0" brushRef="#br0" timeOffset="-179253.03">11571 5556 0,'0'9'16,"0"19"-16,0 37 16,0 36-1,10 10-15,-1 0 16,0-37-16,1-10 16,-1-18-1,-9-46-15</inkml:trace>
  <inkml:trace contextRef="#ctx0" brushRef="#br0" timeOffset="-178676.02">11449 5824 0,'0'0'0,"9"-9"15,19-10-15,29 1 16,18-19-1,38-9-15,0 0 16,-28 9 0,-1-10-16,-18-8 15,-28 0 1,-19-1-16,-19 10 16,-10 9-16,-9 0 15,-9 10 1,0 8-16,0 10 15,-1 9 1,1 18-16,-9 29 16,-1 26-16,10 20 15,9 36 1,10 0-16,9-18 16,9 0-1,0-47-15,1-8 16,-1-19-1,1-19-15,-1-9 16,-9-9-16,9-9 16,10-19-1,9-9-15,10-9 16,-10 9 0,0 10-16,-9 8 15,10 10 1,8 9-16,10 18 15,0 10-15,0 9 16,0 18 0,-9-8-16,-38-47 15</inkml:trace>
  <inkml:trace contextRef="#ctx0" brushRef="#br0" timeOffset="-178142.72">13189 5676 0,'0'0'15,"0"0"-15,0 0 16,0-9-1,0-9-15,-9 8 16,-1-8-16,-18 9 16,0-1-1,-10 10-15,-9 10 16,0 17 0,0 10-16,10 19 15,18-10-15,9-9 16,10 0-1,10-10-15,9-8 16,9-10 0,9-9-16,1-9 15,-10-10 1,0-8-16,1-10 16,-10 0-16,-1 9 15,-8 10 1,-1-1-16,-9 19 15,0 0 1,10 0-16,8 19 16,11 18-1,8 9-15,10-9 16,0-10-16,-47-27 16</inkml:trace>
  <inkml:trace contextRef="#ctx0" brushRef="#br0" timeOffset="-177742.34">13857 5141 0,'0'0'0,"0"0"15,0 0-15,-9-9 16,-10-1-1,0 10-15,-9 0 16,0 0 0,-1 10-16,11-1 15,-1 9 1,9 10-16,1 9 16,18 18-16,1 10 15,-1 9 1,1 9-16,-1 9 15,-9 10 1,0-10-16,9 0 16,1 1-1,-1-20-15,1 1 16,8-9-16,11-19 16,8-9-1,-8-19-15,-29-18 16</inkml:trace>
  <inkml:trace contextRef="#ctx0" brushRef="#br0" timeOffset="-177308.93">14516 5519 0,'0'0'0,"0"0"15,0 0-15,0 0 16,0 0 0,-10 0-16,-9 10 15,-9 17 1,-9 1-16,-10 18 16,18-9-16,1 0 15,19-9 1,9-1-16,9 1 15,10 9 1,19 9-16,-1-9 16,1 0-1,-10 0-15,-9-9 16,-10 8-16,-9 1 16,-19 9-1,-18 1-15,-29-1 16,0-9-1,-9 0-15,9-19 16,10-18-16,-1-18 16,57 18-1</inkml:trace>
  <inkml:trace contextRef="#ctx0" brushRef="#br0" timeOffset="-176825.98">14431 5353 0,'0'0'0,"0"0"16,0 0-16,19 0 15,28-9 1,19 0-16,18 0 15,-8-1 1,-11 10-16,-18 0 16,-18 0-1,-10 10-15,-10-1 16,0 0-16,1 9 16,-1 10-1,1 9-15,8 18 16,1 10-1,0 9-15,0 0 16,-10 0-16,1-1 16,-1-8-1,0 0-15,-9-10 16,0 0 0,-9-9-16,0 1 15,-1-10-15,-18 9 16,-10 0-1,-46 9-15,-67 28 16,151-83 0</inkml:trace>
  <inkml:trace contextRef="#ctx0" brushRef="#br0" timeOffset="-166507.78">3659 7725 0,'0'0'0,"0"0"16,0 0-16,0 0 16,0 0-1,-9 19-15,0 18 16,-10 27-1,0 19-15,0 10 16,10 17-16,-1 10 16,10-9-1,10-37-15,-1-9 16,1-29 0,-1-8-16,-9-28 15</inkml:trace>
  <inkml:trace contextRef="#ctx0" brushRef="#br0" timeOffset="-165692.12">3754 9387 0,'0'0'0,"0"0"15,0-10-15,0-8 16,0-1 0,0 1-16,0-1 15,0 1 1,-10 0-16,1-10 15,-1 9-15,-8-8 16,-1-1 0,-10 10-16,1-1 15,0 1 1,0 8-16,0 10 16,-10 0-16,10 10 15,0-1 1,-1 9-16,10 10 15,10 0 1,0-1-16,9 1 16,9-9-1,0-1-15,20 0 16,8 1-16,1-10 16,9-9-1,-9-9-15,-10 0 16,0-10-1,0 1-15,-9-1 16,-9 1-16,-1-1 16,0 1-1,1 0-15,-10 8 16,0 1 0,0 9-16,0 0 15,9 9 1,10 10-16,9 18 15,10 18-15,28 0 16,-66-55 0</inkml:trace>
  <inkml:trace contextRef="#ctx0" brushRef="#br0" timeOffset="-164489.16">5099 7919 0,'0'0'15,"0"0"-15,0 0 16,0 0-1,0 0-15,0 19 16,0 17-16,-10 29 16,1 46-1,-10 18-15,0 0 16,10-9 0,9-9-16,0-19 15,9-36-15,-9-56 16</inkml:trace>
  <inkml:trace contextRef="#ctx0" brushRef="#br0" timeOffset="-163876.1">5767 8131 0,'0'0'0,"0"0"15,0 0-15,0 0 16,0 0-16,0 0 15,0 0 1,0 0-16,-10 10 16,-8 8-1,-11 0-15,1 19 16,0 10-16,0-1 16,9 0-1,9-9-15,10 0 16,0-10-1,10-8-15,-1-10 16,10 0 0,0 1-16,18-10 15,20-10-15,9-17 16,-19-1 0,-10-9-16,-8 9 15,-11-9 1,-8-9-16,-10 0 15,-10 0 1,-8 0-16,-11 0 16,1 18-16,-9 9 15,-1 10 1,0 18-16,-18 28 16,-1 28-1,57-65-15</inkml:trace>
  <inkml:trace contextRef="#ctx0" brushRef="#br0" timeOffset="-162519.35">7705 8288 0,'0'0'0,"0"0"15,9 0 1,0-9-16,1 0 16,-1-10-1,10 1-15,0-10 16,-10 0-16,1-8 15,-1-11 1,-9 1-16,-19 0 16,-9 0-1,-10 0-15,-9 18 16,-9 0 0,0 19-16,9 9 15,-10 0-15,10 19 16,19-1-1,9 10-15,10 0 16,9 8 0,9 11-16,29-1 15,18 18 1,10-8-16,0 8 16,-10-8-16,-9-10 15,-9 9 1,-10-9-16,-9 1 15,-10-11 1,1 1-16,-10 0 16,-10 0-16,-8 0 15,-1-9 1,-19-1-16,0-8 16,-9-1-1,10-18-15,-1 0 16,1-18-1,8-1-15,10-27 16,19-28-16,29-27 16,37-1-1,9 10-15,-9 9 16,0 18 0,-66 65-16</inkml:trace>
  <inkml:trace contextRef="#ctx0" brushRef="#br0" timeOffset="-161506.36">9229 7596 0,'0'0'0,"0"0"16,0 0-16,0 0 15,0 0 1,-10 9-16,1 19 16,-10 9-1,-19 37-15,-9 27 16,-9 19-16,9-9 15,9 9 1,1 0-16,27-19 16,1-17-1,18-20-15,10-9 16,19-8-16,-1-10 16,10-10-1,0-8-15,0-1 16,-9-9-1,-10-9-15,0 0 16,-9-9 0,10-9-16,-1-1 15,-9-8-15,9-1 16,-9-9 0,-1 0-16,-8 0 15,-1 0 1,-9 10-16,-9-1 15,-10 0 1,-19 0-16,1 10 16,-29 0-16,-9 18 15,-1 9 1,-8 9-16,27 10 16,10 0-1,47-28-15</inkml:trace>
  <inkml:trace contextRef="#ctx0" brushRef="#br0" timeOffset="-160460.22">10724 7956 0,'0'0'0,"-9"0"16,9 0-16,-9 0 16,-1 0-1,10 0-15,0 0 16,0 0 0,10 0-16,18-9 15,19 0-15,0-1 16,0 1-1,-9 9-15,-1 0 16,-18 0 0,0 9-16,-10 10 15,1-1 1,-10 10-16,-19 18 16,-9 0-16,-1 0 15,1-9 1,0 0-16,9-9 15,10-10 1,-1 1-16,10-1 16,10 1-16,9-1 15,9 1 1,28 8-16,10 1 16,-9-10-1,-20 1-15,-9 9 16,-9-10-1,-9 10-15,-10-1 16,-10 10-16,-9 0 16,-18 0-1,-39 9-15,-18-9 16,0-9 0,10-10-16,18-8 15,9-10-15,20-10 16,9 1-1,18 0-15,10 9 16</inkml:trace>
  <inkml:trace contextRef="#ctx0" brushRef="#br0" timeOffset="-160056.68">12004 7670 0,'0'0'16,"0"0"-16,0 0 16,9 18-1,10 28-15,9 47 16,1 27-1,-11 0-15,1 9 16,0-18 0,-10-19-16,-9-92 15</inkml:trace>
  <inkml:trace contextRef="#ctx0" brushRef="#br0" timeOffset="-152691.87">12211 8824 0,'0'0'16,"0"0"-16,0 0 16,0 0-1,0 0-15,0 0 16,0 9-1,0 18-15,0 10 16,0 10-16,-10 17 16,10 1-1,0-1 1,-9 1-16,9-10 16,0-9-16,0-9 15,-9-9 1,9-9-16,0-1 15,0-9-15,0-9 16,0 0 0,0 0-16,0 0 15,9-9 1,19-9-16,10-10 16,9 0-1,0-9-15,9 10 16,-9 8-1,-9 10-15,-10 0 16,0 9-16,-9 0 16,-9 9-1,-1 0-15,-9 0 16,0 10 0,-9 8-16,-20 10 15,-18 0-15,-9 0 16,-10-9-1,-9-10-15,9 1 16,0-10 0,66-9-16</inkml:trace>
  <inkml:trace contextRef="#ctx0" brushRef="#br0" timeOffset="-151107.52">3989 8805 0,'0'0'0,"0"0"15,9 0 1,19-9-16,1 9 15,8 9 1,-9 10-16,1 8 16,-11 10-16,1 19 15,-9 17 1,-29 20-16,-28 8 16,-10-18-1,1-18-15,-29 9 16,85-74-1</inkml:trace>
  <inkml:trace contextRef="#ctx0" brushRef="#br0" timeOffset="-150774.33">3161 8879 0,'0'0'0,"0"0"15,-10 9 1,-8 19-16,-11 27 15,-8 28 1,9 37-16,9-9 16,19 0-16,37 18 15,39-18 1,-76-111-16</inkml:trace>
  <inkml:trace contextRef="#ctx0" brushRef="#br0" timeOffset="-150085.15">11863 8944 0,'0'0'15,"0"0"-15,0 0 16,-10 18-16,-8 19 16,-11 9-1,1 28-15,0 18 16,18 0 0,29 1-16,19-10 15,28 0 1,18-28-16,48-9 15,9-27-15,-141-19 16</inkml:trace>
  <inkml:trace contextRef="#ctx0" brushRef="#br0" timeOffset="-149839.22">12785 8833 0,'0'0'0,"0"0"15,9 18 1,10 19-16,9 37 16,10 37-1,-1 36-15,-18-8 16,-19 27-1,-47-18-15,47-148 16</inkml:trace>
  <inkml:trace contextRef="#ctx0" brushRef="#br0" timeOffset="-149191.92">2079 7541 0,'0'0'0,"0"0"16,9 9-1,1 19-15,9 27 16,9 56 0,-19 46-16,1 9 15,-1 37-15,-9 0 16,0 18 0,0-27-16,-9-9 15,-1-10 1,1-36-16,9-10 15,-28-28-15,9-36 16,19-65 0</inkml:trace>
  <inkml:trace contextRef="#ctx0" brushRef="#br0" timeOffset="-147525.12">2070 7467 0,'0'0'0,"18"-9"16,39-1 0,28 1-16,37 0 15,28-10 1,20 10-16,-1 0 16,38 0-16,-9-1 15,56-8 1,-19 0-16,28-1 15,1 1 1,18-1-16,38 10 16,-29-19-16,10 10 15,38-10 1,-10 10-16,-28-1 16,47 10-1,0 0-15,-9 0 16,-10-1-16,10 1 15,0 0 1,-1 9-16,-8 0 16,8 0-1,-8-9-15,-1-1 16,0 1-16,0 0 16,-9 0-1,-38-10-15,19 10 16,-37 0-1,-29-10-15,-9 10 16,-19 9 0,-19 0-16,-9 0 15,-29 9-15,-9 10 16,-9-1 0,-38 10-16,-9 0 15,-10 9 1,-19-1-16,1 20 15,-10 8 1,0 19-16,0 28 16,-9 0-16,-1 9 15,1 18 1,-10-18-16,-9 10 16,9 8-1,-9 1-15,-10-19 16,1 18-16,-10 0 15,0-18 1,0 0-16,-10-9 16,1 0-1,0-28-15,-10-9 16,0 0 0,-9-10-16,-1-8 15,1-10-15,0 0 16,-10 0-1,1-9-15,-1-9 16,-9-1 0,-19 10-16,-9-9 15,-19 9-15,0-9 16,-28 8 0,-10 1-16,-9 0 15,9 9 1,-19 1-16,-8-1 15,-1 0-15,-19-9 16,10-9 0,-48 8-16,20-8 15,-10-9 1,-29-1-16,11 1 16,-1-1-1,-19 0-15,1 1 16,-1-10-16,1 0 15,-29-9 1,28 0-16,-28 0 16,10-9-1,0 0-15,-20 0 16,29-1 0,-28 10-16,28-18 15,-9 0-15,27-1 16,1-9-1,0 1-15,9-1 16,10-9 0,0 0-16,-10 0 15,0 0-15,10 10 16,-10 8 0,0 1-16,19-1 15,28 1 1,-37 9-16,47-1 15,-29-8 1,38-1-16,-9 1 16,18-1-16,10 1 15,10 0 1,-11-1-16,20 1 16,28-1-1,0 10-15,9 0 16,1-1-16,8 1 15,20 0 1,18 0-16,1 0 16,18-1-1,0 10-15,10-9 16,9 9 0</inkml:trace>
  <inkml:trace contextRef="#ctx0" brushRef="#br0" timeOffset="-146275.39">4318 7135 0,'0'0'16,"0"0"-16,0 0 15,0 0 1,0 0-16,0 9 16,0 0-1,0 19-15,0 9 16,9 18 0,1 10-16,9 18 15,-10 0 1,0 0-16,1-9 15,-1 18-15,1 0 16,8-9 0,-8-9-16,9 0 15,0 0 1,-1 27-16,1 10 16,-9-9-16,-1 8 15,0 20 1,1-1-16,-10 0 15,9 0 1,-9 10-16,10-19 16,-1 0-16,10 9 15,-10-9 1,1-9-16,8-1 16,-8 10-1,-1-27-15,1-1 16,-1-18-1,0 0-15,-9-19 16,0 0-16,0-9 16,0-9-1,0-9-15,10 0 16,-10-28 0</inkml:trace>
  <inkml:trace contextRef="#ctx0" brushRef="#br0" timeOffset="-115061.33">4215 7079 0,'0'0'0,"0"0"0,0 0 16,0 0-1,9 0-15,0 9 16,1 1 0,-1-1-16,-9 0 15,0 19 1,0-1-16,0 1 15,0 9-15,0 0 16,10 0 0,-1 0-16,0 9 15,1 0 1,9 19-16,9-1 16,0 1-1,10 9-15,-1 0 16,1 18-16,0 0 15,-1 0 1,1 1-16,-10 8 16,-9 1-1,0-1-15,-10 1 16,0 9-16,1-1 16,-1-8-1,1-10-15,9 1 16,-10-1-1,0-9-15,1-9 16,9 0 0,-1-10-16,-8 1 15,9-1-15,-10 1 16,0 0 0,10-10-16,0 0 15,0 10 1,-10-10-16,1 1 15,8-1-15,-8 0 16,9 1 0,0-1-16,-10-9 15,10 1 1,-10-11-16,1 1 16,-1 0-1,0 0-15,1-9 16,-1 9-16,-9-19 15,10 1 1,-10-10-16,0-9 16,0 0-1</inkml:trace>
  <inkml:trace contextRef="#ctx0" brushRef="#br0" timeOffset="-114243.18">4215 7467 0,'0'0'0,"0"-9"15,-10-19 1,1 9-16,-1 1 15,1-1 1,9 10-16,0 0 16,0 9-16,0 0 15,0 0 1,9 9-16,10 10 16,0 18-1,9 36-15,0 20 16,1-1-1,-1 37-15,-9 1 16,-1-1-16,1 9 16,0 1-1,19-1-15,-10-9 16,0 10 0,10-1-16,-19-18 15,9 9 1,-9 1-16,-10-20 15,0 10-15,10 10 16,-9-20 0,8 1-16,1-19 15,-9 1 1,9-1-16,-10-18 16,10-10-16,0-8 15,-10-10 1,10 0-16,-10-9 15,1 0 1,-1-9-16,0-10 16,1 0-1,-10-8-15,0-1 16,0-9-16,0 0 16,0 0-1,0 0-15,0 0 16</inkml:trace>
  <inkml:trace contextRef="#ctx0" brushRef="#br0" timeOffset="-109740.78">1138 11519 0,'0'0'16,"0"0"-16,0 0 16,0 0-16,0 0 15,0 9-15,10 19 16,18 18-1,-9 18-15,9 1 16,10 27 0,-10 10-16,0-10 15,-9-18 1,0-10-16,-10-8 16,0-19-1,-9-10-15,0-27 16</inkml:trace>
  <inkml:trace contextRef="#ctx0" brushRef="#br0" timeOffset="-109391.25">903 11629 0,'0'0'16,"0"-9"-16,0-19 16,28-8-1,19-11-15,19-8 16,19 9 0,-29 18-16,1 19 15,-10 0 1,-19 18-16,-9 0 15,0 19-15,-38 18 16,0 9 0,-9 19-16,-19-18 15,9-10 1,10 0-16,-19-9 16,47-37-16</inkml:trace>
  <inkml:trace contextRef="#ctx0" brushRef="#br0" timeOffset="-109037.56">1985 11223 0,'0'0'0,"0"0"16,0 0 0,0 9-16,-9 19 15,9 18-15,0 19 16,9 18-1,0 0-15,10 0 16,0-9 0,-10 0-16,10-19 15,0-18 1,-19-37-16</inkml:trace>
  <inkml:trace contextRef="#ctx0" brushRef="#br0" timeOffset="-108740.29">2107 11186 0,'0'0'16,"0"0"-1,0 0-15,0 0 16,10 10-16,-1 8 15,10 10 1,9 18-16,0 9 16,1 19-1,-1-9-15,0-10 16,-9-18 0,-10-19-16,-9-8 15,0-10-15</inkml:trace>
  <inkml:trace contextRef="#ctx0" brushRef="#br0" timeOffset="-108485.42">1656 11352 0,'0'0'0,"0"0"15,9-9-15,19-9 16,19-19 0,19-19-16,28-8 15,10-1 1,-1 10-16,-27 18 16,-11 19-1,-8 8-15,-20 10 16,-37 0-16</inkml:trace>
  <inkml:trace contextRef="#ctx0" brushRef="#br0" timeOffset="-108224.45">1806 12239 0,'0'0'0,"0"0"16,19 0-16,28-10 16,47-27-1,28-18 1,10-19-16,-19 10 16,-19 8-16,-9 10 15,-19 9 1,-19 0-16,-47 37 15</inkml:trace>
  <inkml:trace contextRef="#ctx0" brushRef="#br0" timeOffset="-107890.14">1242 13115 0,'0'0'15,"28"-9"-15,38-28 16,28-18-1,56-37-15,10-10 16,-28 10-16,28-10 16,-19 1-1,-28 18-15,-28 18 16,-10 0 0,-75 65-16</inkml:trace>
  <inkml:trace contextRef="#ctx0" brushRef="#br0" timeOffset="-107641.4">1449 13171 0,'0'0'0,"0"0"16,19-10-16,28-8 15,65-37 1,48-38-16,0-17 16,47-10-1,-47 37-15,19-10 16,0 19-16,37-9 16</inkml:trace>
  <inkml:trace contextRef="#ctx0" brushRef="#br1" timeOffset="-103790.77">4337 7144 0,'0'0'0,"0"0"15,0 0-15,-10 9 16,1 0 0,0 0-16,-1 10 15,1 9-15,-1 9 16,10 9-1,0 18-15,10 29 16,-1-1 0,10 19-16,0 18 15,18 19-15,-8-29 16,-1 20 0,10 9-16,-10-10 15,0-9 1,0 28-16,-9-28 15,0 10 1,-10 18-16,1-28 16,-1-9-16,0 9 15,1-18 1,-1-10-16,10-18 16,0-9-1,-10 0-15,1-18 16,-1-1-16,1-18 15,-1 0 1,0-10-16,1 1 16,-1-9-1,-9-19-15</inkml:trace>
  <inkml:trace contextRef="#ctx0" brushRef="#br1" timeOffset="-95124.56">5673 10411 0,'0'0'0,"0"0"16,0 0-16,0 0 15,0 9 1,0 1-16,9 8 15,0 19-15,1 0 16,9 18 0,0 1-16,9-1 15,9-9 1,1 0-16,0-9 16,9 0-1,-10-9-15,10-10 16,10-9-16,18-9 15,10-9 1,-10-9-16,19-1 16,-9-8-1,-1-1-15,20 0 16,-29 1 0,0-1-16,-18 9 15,-1 10-15,10 9 16,0 0-1,-10 9-15,1 1 16,-1 8 0,-9 1-16,0-1 15,0 0-15,10 1 16,-1-1 0,10-8-16,0-1 15,0-18 1,0-10-16,0 1 15,-1-10 1,11-18-16,-10 0 16,-10 9-16,-9 0 15,0 9 1,-9 10-16,-1-1 16,-8 10-1,8 0-15,10 9 16,10 0-1,8 9-15,11 9 16,-10 10-16,-1 0 16,1 0-1,10-1-15,-11-8 16,-8-10 0,9 0-16,-10-9 15,1-9-15,8 0 16,1-10-1,10 1-15,-1-10 16,0 0 0,0 10-16,1-1 15,-1 1-15,0 9 16,0 0 0,-9 9-16,0 9 15,9 0 1,1 9-16,8 1 15,1 9 1,0-1-16,-10 1 16,10-10-16,-10 1 15,19-10 1,-19 0-16,0-9 16,-9-9-1,0 0-15,-9 0 16,-10-1-1,0-8-15,0 0 16,0-1-16,-10 10 16,10-10-1,-9 10-15,0 0 16,18 0 0,0-1-16,1 10 15,9 10-15,9 8 16,10 1-1,-1-1-15,10 10 16,-9-10 0,0 1-16,-19-1 15,-1-9-15,1-9 16,10 0 0,-1-9-16,-75 9 15</inkml:trace>
  <inkml:trace contextRef="#ctx0" brushRef="#br1" timeOffset="-91324.71">4817 11712 0,'0'0'0,"0"0"0,0 0 15,0 0 1,0 0-16,0 0 16,0 0-16,0 0 15,-10-9 1,1 9-16,-19 0 16,-10 0-1,-19 9-15,1 10 16,9 9-1,0-1-15,19-8 16,9-1-16,10 1 16,9-1-1,9 1-15,10 8 16,18 1 0,10 9-16,0 0 15,-9 0 1,-10-10-16,-9 10 15,-9 0-15,-1 0 16,-9 0 0,-9 0-16,-10 0 15,0-9 1,-19-1-16,-9 1 16,0-10-16,10-8 15,-1-10 1,10 0-16,9-10 15,9 1 1,10 9-16</inkml:trace>
  <inkml:trace contextRef="#ctx0" brushRef="#br1" timeOffset="-90990.73">5259 11805 0,'0'0'15,"0"0"-15,0 0 16,0 0 0,9-10-16,10 1 15,19-9-15,18-1 16,10 1 0,-10-1-16,-18 10 15,-38 9 1</inkml:trace>
  <inkml:trace contextRef="#ctx0" brushRef="#br1" timeOffset="-90769.42">5249 12202 0,'0'0'16,"0"0"-16,29-10 16,18-8-1,18-10-15,1 10 16,10-1 0,-76 19-16</inkml:trace>
  <inkml:trace contextRef="#ctx0" brushRef="#br1" timeOffset="-88891.41">6350 11482 0,'0'0'0,"0"0"15,0 0-15,0 0 16,0 0-1,0 0-15,0 0 16,0 27 0,0 20-16,9 26 15,1 38 1,18 9-16,-28-120 16</inkml:trace>
  <inkml:trace contextRef="#ctx0" brushRef="#br1" timeOffset="-87554.34">6453 11537 0,'0'0'15,"0"0"-15,0 0 16,0 0-1,0 0-15,0 9 16,0 10 0,0 18-16,0 18 15,0 19-15,0 18 16,0 0 0,0-18-16,0-9 15,0-10 1,0-18-16,0 0 15,0-18-15,0-1 16,0-9 0,0 1-16,0-10 15</inkml:trace>
  <inkml:trace contextRef="#ctx0" brushRef="#br1" timeOffset="-68957.04">6849 11436 0,'0'0'0,"0"0"0,0 0 16,0 0-16,0 0 15,0 0 1,0 0-16,0 0 16,0 0-1,0 0-15,-10 0 16,-9 9-16,-9 9 15,-9 10 1,-11 18-16,-17 19 16,-11-1-1,11 1-15,-11 9 16,10-10 0,10-8-16,9-10 15,9-9-15,10 0 16,0 0-1,9-10-15,19-27 16</inkml:trace>
  <inkml:trace contextRef="#ctx0" brushRef="#br1" timeOffset="-67657.2">7065 11574 0,'0'0'15,"0"0"-15,0 0 16,0 0 0,0 0-16,0 0 15,0 0 1,0 0-16,0 0 15,0 0-15,0 0 16,0 0 0,0 0-16,0-9 15,0 0 1,9-10-16,10-9 16,9 1-16,1 8 15,-1 10 1,-9 0-16,-1 9 15,1 0 1,0 9-16,-9 0 16,8 10-16,-8 8 15,-1 10 1,-9 0-16,-9 9 16,-10 10-1,0-10-15,0-9 16,10-10-16,-1 1 15,1 0 1,0-10-16,9-8 16,0-1-1,0 0-15,9 0 16,0-9 0,1 0-16,9 0 15,9 0-15,0 0 16,10-9-1,9 0-15,9-10 16,-9 10 0,10-9-16,-1 8 15,1 1 1,-57 9-16</inkml:trace>
  <inkml:trace contextRef="#ctx0" brushRef="#br1" timeOffset="-62403.66">7836 11352 0,'0'0'0,"0"0"15,0 0-15,-9 0 16,0 10 0,-10-1-16,-9 9 15,-20 10 1,-8 18-16,0 10 16,-10-1-1,-10 19-15,-18 9 16,-9 0-16,9-18 15,19-10 1,-1 0-16,10-18 16,19-9-1,10-10-15,9 1 16,28-19 0</inkml:trace>
  <inkml:trace contextRef="#ctx0" brushRef="#br1" timeOffset="-61440.62">8034 11389 0,'0'0'0,"0"0"0,0 0 16,9-9-1,10-9-15,9-1 16,29-8-1,-1 8-15,-9 1 16,0 8 0,-9 10-16,0 0 15,-10 10-15,-9-1 16,-10 0 0,0 10-16,-9 8 15,-9 1 1,-10 9-16,0 0 15,-9 9 1,0-9-16,9-9 16,0-10-16,10 0 15,0 1 1,9-10-16,0 0 16,9 1-1,10-1-15,18 0 16,1 0-16,0 1 15,-1-1 1,-9 0-16,1 9 16,-10-8-1,-10-1-15,0 9 16,-9 1 0,-9 8-16,-10 1 15,-9 9 1,0-9-16,-10-1 15,0-8-15,-9-1 16,-18 1 0,65-19-16</inkml:trace>
  <inkml:trace contextRef="#ctx0" brushRef="#br1" timeOffset="-57923.59">8768 11029 0,'0'0'0,"0"0"0,0 0 15,0 0-15,0 10 16,-10 17 0,-9 29-16,-18 18 15,-20 36 1,-8 20-16,-11-10 16,1-10-16,0-8 15,9-1 1,19-27-16,19-18 15,-1-10 1,20-19-16,0 1 16,18-9-16,-9-19 15</inkml:trace>
  <inkml:trace contextRef="#ctx0" brushRef="#br1" timeOffset="-57306.03">9257 11251 0,'0'0'0,"0"0"15,0 0 1,0 0-16,0 0 16,0 0-16,-10 18 15,1 10 1,0 9-16,-10 18 16,-9 10-1,-1 9-15,1-19 16,9 1-16,1-19 15,8-1 1,10-8-16,0-9 16,10-1-1,-1 0-15,10-8 16,9-1 0,10 0-16,18-9 15,10 9-15,9-18 16,-9 9-1,-10-9-15,-8 9 16,-11-9 0,1-1-16,-38 10 15</inkml:trace>
  <inkml:trace contextRef="#ctx0" brushRef="#br1" timeOffset="-57073.45">9389 11491 0,'0'0'0,"0"0"16,-10 9-16,1 0 16,-1 19-1,1 18-15,0 37 16,-1 28-16,10 18 15,19 37 1,9 56-16</inkml:trace>
  <inkml:trace contextRef="#ctx0" brushRef="#br1" timeOffset="-53654.32">9897 11223 0,'0'0'0,"0"0"0,0 0 15,0 0 1,0 0-16,0 0 15,0 0 1,-10 9-16,1 1 16,-10 8-16,-28 19 15,-10 9 1,-27 19-16,-29 9 16,0 0-1,0 9-15,19-10 16,-9 10-1,9-18-15,9 0 16,28-10-16,10-9 16,19-9-1,9-9-15,10-10 16,9-18-16</inkml:trace>
  <inkml:trace contextRef="#ctx0" brushRef="#br1" timeOffset="-52323.99">10301 11177 0,'0'0'16,"0"0"-16,0 0 15,0 0-15,0 0 16,0 0 0,0 0-16,0 0 15,0 0 1,-9 9-16,-1 10 15,-9 8 1,1 1-16,8 0 16,1 0-16,-1-1 15,10-8 1,0-1-16,10 1 16,-1-10-1,10 0-15,9 0 16,10 1-1,9-1-15,-9 0 16,-10 0 0,0 0-16,-9 1 15,-10 8-15,1 1 16,-10 8 0,-10 1-16,-9 9 15,-9 9-15,-9 9 16,-1-8-1,10-20-15,9-8 16,19-19 0</inkml:trace>
  <inkml:trace contextRef="#ctx0" brushRef="#br1" timeOffset="-52090.02">10263 11140 0,'0'0'0,"0"0"16,10-9-16,18-10 16,19 1-1,19 0-15,28-10 16,10 0-1,-104 28-15</inkml:trace>
  <inkml:trace contextRef="#ctx0" brushRef="#br1" timeOffset="-44273.2">4102 13208 0,'0'0'0,"0"0"0,0 0 16,0 0 0,0 0-16,0 0 15,0 0 1,-19 0-16,-9 9 16,-1 9-16,1 1 15,9-1 1,1 10-16,8-10 15,1 1 1,9-1-16,0 10 16,9 0-1,10 9-15,-10 9 16,-9 18-16,-9 10 16,-10 0-1,-9 0-15,0-28 16,-10 0-1,0-18-15,-9 0 16,0-10-16,10-9 16,-1 0-1,10 1-15,0-10 16,28 0 0</inkml:trace>
  <inkml:trace contextRef="#ctx0" brushRef="#br1" timeOffset="-43686.39">4374 13512 0,'0'0'16,"0"0"-16,-9 19 16,0 18-16,-1 27 15,1 1 1,9-19-16,9-9 16,1-19-1,-1-8-15,10-10 16,9-19-1,0-9-15,1-18 16,-1 0-16,-9 0 16,-1 18-1,-8 1-15,-1 8 16,1 1 0,-1 8-16,0 10 15,10 10-15,9 8 16,1 1-1,18 18-15,0-1 16,-19-17 0,0-1-16,-9-8 15,0-1 1,-10 0-16,1-9 16,-1-9-16,0 0 15,1-19 1,-1-9-16,-9-9 15,0 0 1,0-10-16,10 1 16,-10 55-16</inkml:trace>
  <inkml:trace contextRef="#ctx0" brushRef="#br1" timeOffset="-42939.84">5532 13448 0,'0'0'15,"0"0"-15,0 0 16,0 0 0,0 0-16,0 0 15,-10 0-15,-18-10 16,0 1-1,-10 0-15,-9 9 16,9 0 0,1 9-16,9 0 15,9 10-15,9-1 16,1 1 0,9-1-16,0-9 15,9 1 1,1-1-16,9-9 15,9 0 1,0-9-16,0-1 16,-9 1-16,0 0 15,-10 9 1,1 0-16,8 0 16,1 9-1,0 0-15,9 19 16,10 9-1,0 0-15,-1 0 16,1-9-16,-1-10 16,1-9-1,0-9-15,9-18 16,0-19 0,-10-9-16,-8 0 15,-1-10-15,-9 10 16,-10 9-1,1 19-15,-10 8 16,0 10 0,0 0-16,0 0 15,9 28 1,0 28-16,10 45 16,-9 19-16,8-9 15,-8 9 1,-1-28-16,1-37 15,-1-18 1,0-18-16,-9-19 16</inkml:trace>
  <inkml:trace contextRef="#ctx0" brushRef="#br1" timeOffset="-42689.72">5842 13401 0,'0'0'16,"9"-18"-16,20-28 16,27-19-1,1 10-15,8 9 16,11 9 0,-20 18-16,-9 19 15,-9 10 1,-19 8-16,-1 10 15,-18 27-15,-9 0 16,-10 1 0,19-56-16</inkml:trace>
  <inkml:trace contextRef="#ctx0" brushRef="#br1" timeOffset="-41872.96">7789 13069 0,'0'0'16,"0"-9"-16,-9 0 15,-10-10-15,-9-8 16,-10-1 0,-9 9-16,-19 10 15,1 9 1,-1 19-16,9 8 16,1 10-1,18 0-15,10 0 16,19-9-16,9-1 15,9-8 1,10-10-16,18-9 16,1 0-1,0-9-15,-1-10 16,1 10 0,-10 0-16,0 0 15,-9 0-15,0-1 16,0 1-1,9 9-15,0 9 16,0 1 0,10 8-16,0 10 15,9 9-15,0 0 16,9-10 0,1-8-16,-57-19 15</inkml:trace>
  <inkml:trace contextRef="#ctx0" brushRef="#br1" timeOffset="-41470.7">8438 12626 0,'0'0'0,"0"0"15,0 0 1,0 0-16,-9 0 16,0 0-1,-10 0-15,-9 0 16,-1 0-16,-8 0 16,-1 9-1,10 1-15,0 8 16,-1 1-1,1 8-15,9 10 16,1 28-16,8 9 16,10 9-1,10 18-15,8-9 16,1-8 0,9-11-16,1-8 15,8-10 1,1-18-16,18-9 15,-56-28 1</inkml:trace>
  <inkml:trace contextRef="#ctx0" brushRef="#br1" timeOffset="-40189.96">8815 12875 0,'0'0'0,"0"0"16,0 0-1,0 0-15,0 0 16,0 0 0,0 19-16,0 18 15,0 18 1,0 37-16,19 1 15,-1-29 1,1-18-16,-19-46 16</inkml:trace>
  <inkml:trace contextRef="#ctx0" brushRef="#br1" timeOffset="-39706.42">8946 12598 0,'0'0'15,"0"0"-15,29-9 16,27-9-1,29-1-15,-1 1 16,1-1 0,-10 10-16,-28 0 15,-9 9-15,-19 0 16,-10 9 0,1 0-16,-10 19 15,0 9 1,-10 28-16,10 18 15,0-9-15,10-1 16,8-8 0,1 9-16,0-10 15,0 1 1,-10 0-16,-9-10 16,0 0-1,-18 10-15,-11-10 16,-18 38-16,-19-1 15,-9-9 1,75-83-16</inkml:trace>
  <inkml:trace contextRef="#ctx0" brushRef="#br1" timeOffset="-37256.97">10376 12682 0,'0'0'16,"0"0"0,0 0-16,0 0 15,0 0-15,-9 9 16,-10 18-1,0 29-15,-9 18 16,9 0 0,10-1-16,9-8 15,9-28 1,1-9-16,9-19 16,9-9-16,9-19 15,-8-8 1,8-10-16,-9 9 15,-9 0 1,0 10-16,-10-1 16,1 10-1,-1 9-15,10 9 16,9 10-16,10 18 16,0 9-1,9 0-15,-10-9 16,-9-9-1,1-10-15,-1-9 16,-9-9-16,9-9 16,-9-19-1,9-8-15,0-11 16,0-8 0,1-10-16,-1 10 15,0 9-15,-9 18 16,0 1-1,0 17-15,-1 1 16,1 18 0,0 10-16,0 18 15,-10 9 1,-9 18-16,0-8 16,0-56-16</inkml:trace>
  <inkml:trace contextRef="#ctx0" brushRef="#br1" timeOffset="-37084.24">11054 12543 0,'0'0'0,"0"0"16,19-9-1,28-19-15,-47 28 16</inkml:trace>
  <inkml:trace contextRef="#ctx0" brushRef="#br1" timeOffset="-36873.36">11665 12368 0,'0'0'15,"0"18"-15,10 28 16,-1 37 0,10 37-16,0 19 15,-1 9 1,1-38-16,0-17 16,-10-29-16,-9-64 15</inkml:trace>
  <inkml:trace contextRef="#ctx0" brushRef="#br1" timeOffset="-36340.24">11505 12922 0,'0'0'15,"19"-10"-15,38-17 16,18-10-16,38-9 15,-10-1 1,-9 1-16,-19 0 16,1 0-1,-29 0-15,-19 9 16,-9 0 0,-10 9-16,-9 1 15,-9 8-15,-1 1 16,10 8-1,0 10-15,-9 10 16,-10 17 0,0 29-16,1 27 15,8 28 1,1-10-16,9-18 16,9-18-16,1-10 15,-1-18 1,0-9-16,10-19 15,9 0 1,1-18-16,-1 0 16,9-19-16,-8 10 15,-10-1 1,-1 10-16,-8 0 16,-1 9-1,1 0-15,8 9 16,1 19-1,9 8-15,-28-36 16</inkml:trace>
  <inkml:trace contextRef="#ctx0" brushRef="#br1" timeOffset="-35790.33">13274 12340 0,'0'0'0,"0"0"16,0 0-16,0 0 15,0 0 1,-19-9-16,-9 9 15,-29 9 1,-18 10-16,9 8 16,-9 19-1,19 0-15,18-9 16,0 0-16,19-9 16,10-10-1,9-8-15,9-1 16,29 0-1,19-9-15,-1-9 16,0-10-16,-9 1 16,-9 9-1,-10 0-15,1-1 16,-11 1 0,-8 9-16,-1 0 15,1 0-15,8 19 16,11 8-1,8 10-15,1 0 16,9 0 0,9-9-16,-9-19 15,-47-9-15</inkml:trace>
  <inkml:trace contextRef="#ctx0" brushRef="#br1" timeOffset="-35373.62">14064 12008 0,'0'0'0,"0"-9"16,0-1-16,0 1 16,-9 0-1,-10 0-15,0-1 16,0 1-1,-9 9-15,9 0 16,0 0-16,1 9 16,8 1-1,1 8-15,-10 10 16,10 9 0,-1 18-16,1 19 15,-1 18 1,1 1-16,18-20 15,1 1-15,9 9 16,18-9 0,1 0-16,-1-9 15,10-19 1,0 0-16,1-18 16,8-19-16,-56-9 15</inkml:trace>
  <inkml:trace contextRef="#ctx0" brushRef="#br1" timeOffset="-34966.97">14883 12119 0,'0'0'0,"0"0"0,0 0 15,0 0 1,0 0-16,-19 18 16,-19 10-1,-9 9-15,9 0 16,10-1 0,0 1-16,9-9 15,19 0-15,0-1 16,10 1-1,8 0-15,1 9 16,0 0 0,0 9-16,0 0 15,-19 0 1,-10 9-16,-9 1 16,-9-10-16,0-9 15,0-19 1,-19 1-16,0-19 15,47 0 1</inkml:trace>
  <inkml:trace contextRef="#ctx0" brushRef="#br1" timeOffset="-34489.53">14967 11980 0,'0'0'0,"0"0"15,0 0-15,10 0 16,18 9 0,9 1-16,29-10 15,19 0-15,-10-10 16,-18 10-1,-29 0-15,-9 0 16,0 0 0,-10 0-16,0 0 15,1 10 1,9 8-16,-1 10 16,11 18-16,-1 28 15,0 9 1,0 0-16,-9-9 15,0 18 1,-10-18-16,-9-10 16,0 1-16,-9 0 15,-10-10 1,-19 0-16,-27 1 16,-58 8-1,-93 10-15,0 9 16</inkml:trace>
  <inkml:trace contextRef="#ctx0" brushRef="#br1" timeOffset="-26736.07">5042 15035 0,'0'0'0,"0"0"0,0 0 16,0 0 0,0 0-16,0 0 15,0 19 1,0 8-16,0 10 15,0 19 1,0 36-16,0 9 16,10-8-1,-1-10-15,1-9 16,-1-10-16,0-8 16,1-20-1,-1-8-15,-9 0 16,0-28-1</inkml:trace>
  <inkml:trace contextRef="#ctx0" brushRef="#br1" timeOffset="-25836.44">5202 16401 0,'0'0'0,"0"0"15,0 0-15,0 0 16,0 0-16,0 0 15,0 0 1,0 0-16,0 0 16,0 0-1,0-9-15,0 0 16,-9-10 0,-1 1-16,-8-10 15,-1 0-15,0 10 16,-9-1-1,0 10-15,-1 0 16,1 9 0,0 0-16,0 9 15,-1 10 1,1 18-16,9 18 16,10 0-16,9 1 15,0-10 1,19 0-16,0-9 15,-1-9 1,1-19-16,10-9 16,-1-9-16,0-10 15,10-9 1,-10-8-16,0-11 16,-9 1-1,0 9-15,-10 10 16,0 8-1,-9 10-15,0 0 16,0-1-16,0 10 16,0 0-1,10 10-15,-1 17 16,1 20 0,9 8-16,-1-9 15,11 0-15,-1 0 16,19-9-1,19-18-15,-66-19 16</inkml:trace>
  <inkml:trace contextRef="#ctx0" brushRef="#br1" timeOffset="-23003.52">6359 14989 0,'0'0'0,"0"0"15,0 0 1,0 0-16,0 0 15,0 9 1,0 10-16,0 18 16,-9 27-16,9 10 15,0 18 1,0 1-16,9-20 16,1-17-1,-10-56-15</inkml:trace>
  <inkml:trace contextRef="#ctx0" brushRef="#br1" timeOffset="-22284.51">6265 16004 0,'0'0'0,"0"0"16,0 0-16,0 0 15,0 0 1,0 0-16,0 19 16,0 18-1,10 18-15,-1 37 16,1 1-16,-1-20 15,0 1 1,1-18-16,-10-19 16,0-10-1,0-8-15,0-1 16,0-9-16,0-9 16,0 0-1,0 0-15,9-9 16,10-9-1,9-10-15,10 0 16,-1 1 0,11-1-16,-11 9 15,-9 10-15,-9 9 16,-9 0 0,-1 9-16,0 1 15,-9 8 1,0 10-16,-9 0 15,-10 8 1,-9 1-16,-10 0 16,1-18-16,8-1 15,1-18 1,28 0-16</inkml:trace>
  <inkml:trace contextRef="#ctx0" brushRef="#br1" timeOffset="-22036.41">6689 16170 0,'0'0'0,"0"0"15,9 0-15,10 10 16,0 17-1,9 19-15,-19 19 16,-9 9 0,-9 18-16,-19 0 15,-1-18-15,29-74 16</inkml:trace>
  <inkml:trace contextRef="#ctx0" brushRef="#br1" timeOffset="-21639.03">5955 16087 0,'0'0'0,"0"0"16,0 0-1,-10 10-15,-8 17 16,-1 19-1,9 19-15,10 27 16,0 1 0,19 8-16,9 10 15,1-28-15,8-9 16,10-10 0,-47-64-16</inkml:trace>
  <inkml:trace contextRef="#ctx0" brushRef="#br1" timeOffset="-21040.29">5541 16161 0,'0'0'0,"0"0"15,0 0-15,0 0 16,0 0 0,0 19-16,9 8 15,1 29 1,-10 27-16,9 9 15,-9 0 1,10 10-16,-10-1 16,-10-27-16,1-9 15,9-65 1</inkml:trace>
  <inkml:trace contextRef="#ctx0" brushRef="#br1" timeOffset="-20688.89">4798 16143 0,'0'0'0,"0"0"16,-10 9 0,1 9-16,-10 19 15,-18 28-15,-1 27 16,0 0 0,10 19-16,19 18 15,9-9 1,18-27-16,20 8 15,9-8 1,38-20-16,-85-73 16</inkml:trace>
  <inkml:trace contextRef="#ctx0" brushRef="#br1" timeOffset="-19654.35">7893 14814 0,'0'0'0,"0"0"16,0 0-1,-10-10-15,-8 1 16,-11 0 0,-27 0-16,-19-1 15,9 20 1,0-1-16,10 9 15,27-8-15,1 8 16,19-9 0,-1 10-16,10 8 15,10 10 1,8 9-16,20 10 16,0 8-16,-1-8 15,1-1 1,0 1-16,-10-1 15,0 0 1,-9 1-16,-19-10 16,0-9-16,-10 0 15,-8-10 1,-11-8-16,1-10 16,0-9-1,0-9-15,0-10 16,-1-8-1,11-10-15,8 0 16,10-9-16,19 0 16,19-10-1,18-8-15,19-10 16,-75 74 0</inkml:trace>
  <inkml:trace contextRef="#ctx0" brushRef="#br1" timeOffset="-19071.97">8598 14758 0,'0'0'16,"0"0"-16,0 0 15,0 9 1,0 10-16,-9 9 16,0 27-1,-1 28-15,-9 9 16,10-9-1,-10 19-15,10 9 16,-1-1-16,20-26 16,-1-20-1,10-9-15,0-8 16,9-20 0,-9-8-16,9-10 15,0-9-15,0-9 16,10-10-1,-10 1-15,1-10 16,-11 0 0,-8-8-16,-1-11 15,-9 1 1,-9 9-16,-1 10 16,-8-1-16,-11 0 15,-8 10 1,-10 9-16,0 9 15,0 18 1,9 1-16,38-19 16</inkml:trace>
  <inkml:trace contextRef="#ctx0" brushRef="#br1" timeOffset="-18306.5">9878 14952 0,'0'0'0,"0"0"16,-10-9-16,1 0 15,9 9 1,0-10-16,0 1 15,9 0 1,20-10-16,-1 10 16,0 0-16,0 9 15,0 0 1,-9 0-16,-9 9 16,-1 0-1,1 19-15,-20 9 16,-18 18-1,-10 1-15,-9-1 16,10-9-16,8-18 16,20-10-1,0-8-15,9-1 16,0-9 0,9 9-16,10 0 15,18 1 1,20-1-16,-1 9 15,1 1-15,-20-1 16,1 10 0,-10 0-16,-9-1 15,-10 10 1,-18 0-16,0-9 16,-20 0-16,-18-1 15,-9 1 1,-10-10-16,0-8 15,10-10 1,9 0-16,9-10 16,38 10-16</inkml:trace>
  <inkml:trace contextRef="#ctx0" brushRef="#br1" timeOffset="-17920.09">10884 15044 0,'0'0'0,"0"0"15,0 0-15,0 0 16,0 0 0,0 0-16,0 19 15,0 18 1,10 18-16,-1 19 15,10 9 1,-10-9-16,10-19 16,0-9-16,0-9 15,-19-37 1</inkml:trace>
  <inkml:trace contextRef="#ctx0" brushRef="#br1" timeOffset="-17435.41">11195 15100 0,'0'0'15,"0"0"-15,0 0 16,0 18-1,-10 10-15,1 18 16,0 19 0,-1 18-16,1-9 15,9-1-15,9-17 16,1-19 0,8-10-16,1-8 15,9-10 1,1-9-16,-1-9 15,10-10-15,-1-18 16,-9-9 0,-9 0-16,0-9 15,-10-1 1,-9 10-16,0 0 16,-9 0-1,-10 0-15,0 9 16,1 9-16,-1 10 15,-9-1 1,-1 19-16,1 9 16,28-9-1</inkml:trace>
  <inkml:trace contextRef="#ctx0" brushRef="#br1" timeOffset="-16638">3923 14823 0,'0'0'15,"-10"-9"-15,1-1 16,0 1-1,-1 0-15,10 9 16,0 0 0,-9 18-16,-1 19 15,1 46 1,9 28-16,0 9 16,0 19-16,0 17 15,0-26 1,0 36-16,0-19 15,9-8 1,-9 18-16,10-19 16,-10-18-16,0 0 15,0-27 1,9-29-16,-9-27 16,0-37-1</inkml:trace>
  <inkml:trace contextRef="#ctx0" brushRef="#br1" timeOffset="-15008.47">3904 14694 0,'0'0'15,"0"0"1,0 0-16,0 0 16,0 0-16,9 9 15,20 0 1,37 10-16,9-1 15,57-9 1,37 0-16,10-9 16,37 0-16,10 0 15,37-18 1,-9 0-16,47-10 16,19-18-1,-19-10-15,28 1 16,1-10-16,-11 19 15,-27 9 1,56-9-16,-28 0 16,-19 18-1,38-9-15,-19 0 16,-38 10 0,9-1-16,-18 0 15,-9 10-15,-10-1 16,-47 19-1,0 0-15,-38 10 16,0 8 0,-37 10-16,-10 9 15,-18 0 1,-29 0-16,0 18 16,-9 0-16,0 19 15,0 18 1,-19 1-16,-10 8 15,1 10 1,-10 18-16,-9 0 16,-9 1-16,-10-1 15,0-9 1,0-9-16,0-1 16,0-8-1,-10-10-15,10-18 16,0 0-16,0 0 15,0 0 1,0-1-16,0-8 16,0-19-1,0-9-15,0-9 16,0-1 0,-9 1-16,-1 0 15,-9-10 1,-9 10-16,-9 0 15,-10 9-15,-19 0 16,0-1 0,-19 1-16,-18 10 15,-10-11 1,9 1-16,-27-9 16,-10 0-16,-1-1 15,-8-8 1,-19 9-16,9-10 15,-19 0 1,-9 1-16,0-1 16,-19 10-16,19-9 15,-19-1 1,18 0-16,-27-8 16,28-1-1,0-9-15,-10 0 16,10 0-1,-19 0-15,28 0 16,-18 0-16,-1 0 16,10 0-1,0 0-15,19 0 16,-20 0 0,20 0-16,0 0 15,-1-9-15,11-1 16,-11 1-1,1 0-15,28 0 16,-29 0 0,20-1-16,9 1 15,-19 0 1,28 0-16,0-1 16,20 1-1,-11 0-15,10 0 16,19-1-16,10 1 15,-10 0 1,18 0-16,1 0 16,19-1-16,9 1 15,9 0 1,-9-10-16,19 10 16,-1 0-1,1 0-15,9-1 16,10 1-1,0 0-15,-1 0 16,1 0 0,9 9-16,0 0 15,0 0-15,0 0 16,0 0 0,0 0-16,0 0 15</inkml:trace>
  <inkml:trace contextRef="#ctx0" brushRef="#br1" timeOffset="-10254.98">7121 14518 0,'0'0'0,"0"0"16,0 0-16,-9-9 15,0 0 1,-1 9-16,1-9 16,-1-1-1,1 10-15,0-9 16,9 9-16,0 0 16,0 0-1,0 0-15,-10 0 16,10 0-1,-9 0-15,9 0 16,0 0-16,0 0 16,-10 9-1,1 1-15,0 8 16,9 19 0,-10 9-16,10 0 15,-9 19 1,-1-1-16,10 10 15,0 19-15,0-1 16,0-18 0,0 18-16,0-18 15,10 18 1,-1-9-16,1 0 16,-1-9-16,0 0 15,10 18 1,0-9-16,0-9 15,0 9 1,9-18-16,-9 9 16,-1 9-1,1-9-15,0 9 16,-10-19-16,1 1 16,-1-1-1,-9-8-15,0-10 16,0 9-1,10-18-15,-10 0 16,9 0 0,-9 0-16,10 0 15,-10-9-15,0-1 16,9 1 0,0 0-16,-9-1 15,0 1 1,0 0-16,0-1 15,0 1-15,0 0 16,0-10 0,0 1-16,0-1 15,0-9 1,0 1-16,0-1 16,-9 0-1,9-9-15</inkml:trace>
  <inkml:trace contextRef="#ctx0" brushRef="#br1" timeOffset="-3389.13">15607 2307 0,'0'0'0,"0"0"0,0 10 16,9 8-1,10 37-15,9 29 16,19 36-1,0 27-15,10 19 16,-10 19-16,-19-10 16,0 38-1,1-10-15,8 27 16,-18-27-16,9 56 16,-9-38-1,0 38-15,9 27 16,-19-9-1,10 55-15,-9-37 16,9 1 0,-1 45-16,1-8 15,0-20-15,0 1 16,18 37 0,-18-28-16,0 0 15,0-9 1,0 9-16,9-46 15,0 9-15,0 9 16,10-55 0,0 19-16,-1-19 15,-9-1 1,1 11-16,-11-20 16,-8 20-1,-10-38-15,9 37 16,1-27-16,9 8 15,-10-17 1,0 8-16,10-36 16,0 9-1,0-28-15,-10 0 16,-9 0 0,0-9-16,0 18 15,-9 10-15,-1-10 16,1 19-1,0-19-15,9 19 16,0-28 0,0-27-16,0-1 15,0-18-15,0-27 16,-10-1 0,1 0-16,-1 0 15,1 10 1,0-19-16,9 9 15,0 38-15,0-10 16,9 9 0,0 0-16,1-9 15,-1-9 1,1-1-16,-10-17 16,-10-19-1,10-10-15,-9 1 16,-1-10-16,1-9 15,0-9 1,-1 0-16,10 0 16,-9 0-1,-1 9-15,1 0 16,-10 0-16,19-46 16</inkml:trace>
  <inkml:trace contextRef="#ctx0" brushRef="#br2" timeOffset="478.77">16388 2926 0,'0'0'15,"0"0"-15,0 0 16,0 0 0,0 0-16,0 0 15,0 0 1,0 0-16,0 0 16,0 9-1,0 9-15,9 19 16,1 28-1,-1 9-15,0 9 16,-9 9-16,0-9 16,0-9-1,0-9-15,0-19 16,0-18 0,0-28-16</inkml:trace>
  <inkml:trace contextRef="#ctx0" brushRef="#br2" timeOffset="843.58">16200 3018 0,'0'0'16,"0"0"-16,0 0 15,0-9 1,9-10-16,10-8 16,18-10-1,10 0-15,29-9 16,-1 9-16,10 9 16,-20 10-1,-8 8-15,-19 10 16,-20 10-16,-8 8 15,-10 10 1,-10 18-16,-18 28 16,-19 0-1,0-10-15,9-18 16,38-46-16</inkml:trace>
  <inkml:trace contextRef="#ctx0" brushRef="#br2" timeOffset="1227.83">17206 2686 0,'0'0'0,"0"0"16,0 0-16,0 9 15,0 19 1,10 9-16,-1 37 15,0 9 1,1 9-16,-1 0 16,1-18-1,-10-19-15,9-18 16,-9-37-16</inkml:trace>
  <inkml:trace contextRef="#ctx0" brushRef="#br2" timeOffset="1574.41">17592 2630 0,'0'0'15,"0"0"1,9 10-16,1-1 16,8 9-16,1 19 15,-9 9 1,-1 19-16,1 9 16,-1 0-1,-9-10-15,0-18 16,0-9-16,0-18 15,0-10 1,0-9-16,0 0 16,0 0-1,0 0-15</inkml:trace>
  <inkml:trace contextRef="#ctx0" brushRef="#br2" timeOffset="1849.28">17921 2584 0,'0'0'0,"0"0"16,0 0-16,10 0 15,8 10 1,1 17-16,9 19 15,1 1-15,-1 8 16,-9 0 0,-10 1-16,0-10 15,-9-9 1,0-19-16,0-18 16</inkml:trace>
  <inkml:trace contextRef="#ctx0" brushRef="#br2" timeOffset="2146">17103 2769 0,'0'0'0,"18"-19"15,39-17-15,28-20 16,46-18 0,20 0-16,-10 10 15,9-10-15,-27 28 16,-20 9 0,-28 18-16,-9 10 15,-19 9 1,-47 0-16</inkml:trace>
  <inkml:trace contextRef="#ctx0" brushRef="#br2" timeOffset="2411.56">17385 3572 0,'9'-9'0,"48"-19"15,46-9 1,10 0-16,19-9 16,0 0-1,-10-10-15,0-8 16,-28-1-1,-9-9-15,-85 74 16</inkml:trace>
  <inkml:trace contextRef="#ctx0" brushRef="#br2" timeOffset="2794.85">16510 4181 0,'0'0'15,"0"0"-15,9-18 16,10-10 0,28-9-16,38-18 15,37-19 1,57-19-16,66-17 16,-29 8-1,-19 10-15,-55 27 16,8 1-16,-37 18 15,-113 46 1</inkml:trace>
  <inkml:trace contextRef="#ctx0" brushRef="#br2" timeOffset="5727.85">19266 2667 0,'0'0'0,"0"0"0,0 0 15,0 0 1,0 0-16,0 0 16,0 0-1,0 0-15,0 19 16,0 9-16,0 8 15,0 20 1,0 8-16,0 10 16,10-9-1,-1-10-15,-9-9 16,10-9 0,-10-37-16</inkml:trace>
  <inkml:trace contextRef="#ctx0" brushRef="#br2" timeOffset="6381.57">19464 3664 0,'0'0'16,"0"0"-16,0-9 15,0 0 1,0-1-16,0 1 16,0 0-1,0 9-15,0 0 16,-9-9-16,-20 9 16,-8 0-1,-1 0-15,-9 18 16,9 1-1,1 8-15,9 1 16,9 0 0,9-1-16,10-17 15,0-1-15,10 0 16,-1-9 0,10 0-16,9-9 15,10-10 1,-1 1-16,-8 0 15,-1-1-15,0 10 16,-9 0 0,0 9-16,-10 0 15,10 9 1,9 9-16,19 10 16,0 0-1,10-1-15,-57-27 16</inkml:trace>
  <inkml:trace contextRef="#ctx0" brushRef="#br2" timeOffset="6728.03">20254 2437 0,'0'0'0,"0"0"15,0 0-15,0 9 16,10 19-1,8 27-15,-8 19 16,-1 18 0,1 19-16,-10 0 15,0-10 1,9-18-16,-9-83 16</inkml:trace>
  <inkml:trace contextRef="#ctx0" brushRef="#br2" timeOffset="7327.28">20442 3415 0,'0'0'0,"0"0"16,0 9 0,0 19-16,0 18 15,0 19 1,-9-1-16,-1-8 15,-8-1 1,-1 0-16,0-18 16,0 0-16,0-9 15,10-10 1,0-8-16,9-10 16,0 0-16,0 0 15,9 0 1,10-10-16,18 1 15,29-9 1,10-1-16,-1 1 16,-9 9-16,-19-1 15,-10 10 1,-8 0-16,-20 10 16,0-1-1,-9 9-15,-18 10 16,-20 9-1,-19 0-15,-18-10 16,9-8-16,-9-19 16,19-9-1,56 9-15</inkml:trace>
  <inkml:trace contextRef="#ctx0" brushRef="#br2" timeOffset="9078.06">22032 2686 0,'0'0'0,"0"0"16,0 0-1,0 0-15,0-9 16,0-19-1,-9 0-15,-1-9 16,-8 0 0,-11 0-16,1 10 15,-10-1-15,1 10 16,-1 8 0,1 1-16,-1 9 15,10 9 1,9 1-16,9 8 15,1 10 1,18 9-16,10 0 16,19 9-16,9 9 15,0-9 1,9 0-16,-9 1 16,-9-10-1,0-1-15,-10-8 16,-9 0-16,-10-10 15,-9 10 1,-9-10-16,-10 1 16,0-1-1,-9-8-15,0-1 16,9-9 0,0-9-16,10-1 15,9-17-15,0-10 16,18-28-1,20 1-15,19-10 16,8 9 0,1 0-16,28 1 15,-94 64-15</inkml:trace>
  <inkml:trace contextRef="#ctx0" brushRef="#br2" timeOffset="9693.84">23086 2058 0,'0'0'0,"0"0"15,0 0-15,0 0 16,0 9 0,0 10-16,0 9 15,0-1-15,-10 19 16,-8 10-1,-1 8-15,-9 10 16,-1 0-16,10 9 16,1 0-1,8-18-15,10-10 16,10-9 0,8-9-16,11-9 15,-1 0 1,10-10-16,-1-9 15,1-9-15,-1 0 16,1-9 0,-19 0-16,9-10 15,-9 1 1,-10 0-16,1-1 16,-10-9-1,-10 1-15,1-1 16,-19 10-16,-10-1 15,-9 10 1,0 9-16,9 0 16,38 0-1</inkml:trace>
  <inkml:trace contextRef="#ctx0" brushRef="#br2" timeOffset="10761.2">24412 2077 0,'0'0'0,"0"0"16,10 0 0,8 0-16,20 0 15,19 0 1,8-10-16,1 10 15,-19 0 1,-9 0-16,-10 10 16,-18-10-16,-1 9 15,-9 0 1,-9 10-16,-29 18 16,-9 9-1,-10 0-15,10 0 16,19-18-1,9-1-15,10-8 16,9-1-16,9 1 16,29 8-1,18 10-15,20 0 16,-20-9 0,-9 0-16,-9-1 15,-10 1-15,-9 0 16,-19-1-1,-10 1-15,-8 0 16,-20 9 0,-18 0-16,-1-10 15,1-8 1,9-10-16,9-9 16,10-9-16,9-10 15,19 19 1</inkml:trace>
  <inkml:trace contextRef="#ctx0" brushRef="#br2" timeOffset="11128.07">26134 2114 0,'0'0'15,"0"0"-15,0 9 16,-10 19-1,1 27-15,0 19 16,-10 27 0,9 10-16,1 0 15,0-10-15,9-27 16,9-28 0,0-18-16,-9-28 15</inkml:trace>
  <inkml:trace contextRef="#ctx0" brushRef="#br2" timeOffset="11562.94">26548 2178 0,'0'0'0,"0"0"15,0 0-15,0 0 16,0 0-16,0 9 15,-10 10 1,1 18-16,-10 9 16,10 0-1,-10 9-15,9-18 16,10 0-16,0-9 16,0-10-1,10 1-15,9-10 16,18 0-1,10-9-15,10-9 16,-10-9 0,0-10-16,-10 0 15,1-18-15,0-9 16,-19-10 0,-10 10-16,-18 18 15,-10 0 1,-19 0-16,-37 9 15,-38 28-15,-9 28 16,-10 27 0,132-55-16</inkml:trace>
  <inkml:trace contextRef="#ctx0" brushRef="#br2" timeOffset="12153.75">22079 3489 0,'0'0'0,"0"0"15,0 0-15,10 0 16,-1 0-1,-9 0-15</inkml:trace>
  <inkml:trace contextRef="#ctx0" brushRef="#br2" timeOffset="13882.87">18363 4541 0,'0'0'15,"0"0"-15,0 0 16,0 0 0,0 0-16,-9 0 15,-19 18-15,-19 10 16,-10 9 0,-9 0-16,0 9 15,19 0 1,10 0-16,18-9 15,19-9 1,9 0-16,29-1 16,9 1-16,19 0 15,-10-1 1,1 1-16,-20-9 16,-8-1-1,-11 1-15,-8-1 16,-1 10-16,-18 9 15,-10 0 1,-9 9-16,-10-9 16,-9 0-1,-9-10-15,9-8 16,9-10 0,19-9-16,10 0 15,-1-19-15,10 19 16</inkml:trace>
  <inkml:trace contextRef="#ctx0" brushRef="#br2" timeOffset="14177.46">18994 4938 0,'0'0'0,"0"0"16,18 0-16,20-9 16,9-10-1,9 1-15,1 8 16,-10 1-16,-9 0 15,-10 0 1,-28 9-16</inkml:trace>
  <inkml:trace contextRef="#ctx0" brushRef="#br2" timeOffset="14360.38">18909 5187 0,'0'0'15,"0"0"-15,0 0 16,0 9 0,19 1-16,28-1 15,37 0-15,10-9 16,1-9 0,-95 9-16</inkml:trace>
  <inkml:trace contextRef="#ctx0" brushRef="#br2" timeOffset="15827.92">19878 4698 0,'0'0'15,"0"0"-15,9-9 16,10-1-1,9-8-15,19 0 16,10 8-16,9 1 16,-1 9-1,-8 0-15,-1 0 16,-18 9 0,0 10-16,-20-10 15,1 9 1,-9 10-16,-10 18 15,-19 10-15,-9 8 16,-10 1 0,0-1-16,10-17 15,0-10 1,9-10-16,10-8 16,9-10-1,0 0-15,19 0 16,18-9-16,20 0 15,18-9 1,19-9-16,0-1 16,-19 10-1,-75 9-15</inkml:trace>
  <inkml:trace contextRef="#ctx0" brushRef="#br2" timeOffset="18864.58">20969 4504 0,'0'0'0,"0"0"0,-9 0 16,-10 9-1,-28 19-15,-28 18 16,-29 19-1,-9 18-15,-28 18 16,-9 10-16,8 0 16,11-10-1,8 1-15,48-28 16,19-28 0,18-18-16,38-28 15</inkml:trace>
  <inkml:trace contextRef="#ctx0" brushRef="#br2" timeOffset="19770.44">21214 4707 0,'0'0'16,"0"0"0,0 0-16,0 0 15,0 0-15,9-9 16,19 0 0,38-10-16,9 1 15,-9 9 1,-9-1-16,-10 10 15,-10 0-15,-8 0 16,-11 10 0,-8-1-16,-10 0 15,-10 19 1,-18 18-16,-9 9 16,-10 1-1,9-10-15,10-9 16,18-10-16,1-8 15,9-10 1,9 0-16,10 0 16,9 10-1,29-10-15,-1 0 16,1 1 0,-20-1-16,1 0 15,-10 0-15,-9 1 16,-10-1-1,1 0-15,-10 0 16,0 0 0,-19 19-16,-28 9 15,-28 0-15,-1-9 16,1-1 0,9-8-16,0-10 15,19-9 1,10-9-16,37 9 15</inkml:trace>
  <inkml:trace contextRef="#ctx0" brushRef="#br2" timeOffset="20450.94">22126 4550 0,'0'0'0,"0"0"15,0 0 1,0 0-16,0 0 16,-19 9-1,-18 10-15,-20 18 16,-37 18-16,-28 19 16,-19 28-1,19-10-15,9 0 16,9 0-1,29-18-15,28-18 16,19-19-16,18-19 16,10-9-1,0-9-15</inkml:trace>
  <inkml:trace contextRef="#ctx0" brushRef="#br2" timeOffset="21411.82">22738 4523 0,'0'0'0,"0"0"16,0 0-16,0 0 15,0 9 1,-10 18-16,-9 10 16,-18 19-1,-10 18-15,-10 9 16,10 0-16,10-19 16,8-18-1,11-9-15,-1 0 16,9-18-1,10-1-15,0-9 16,19 10 0,9-1-16,29-8 15,18-1-15,-9-9 16,19 0 0,-10-9-16,-9-1 15,-10-8 1,-9-1-16,-9-8 15,-38 27-15</inkml:trace>
  <inkml:trace contextRef="#ctx0" brushRef="#br2" timeOffset="21613.48">22813 4781 0,'0'0'0,"0"0"16,-9 0-16,-1 9 15,1 10 1,-10 8-16,10 29 16,-1 18-1,1 36-15,-1 20 16,1-20-16,-1 10 16,10-120-1</inkml:trace>
  <inkml:trace contextRef="#ctx0" brushRef="#br2" timeOffset="26847.12">16849 6811 0,'0'0'0,"0"0"0,0 0 15,0 0 1,9-9-16,19-18 15,57-47 1,56-37-16,19-9 16,-19 9-16,-56 37 15,-48 28 1,-8 9-16,-20 19 16,-9 9-16,-9-1 15,-20 10 1,-18 19-16,-18 18 15,-1 18 1,19-9-16,18-9 16,11 0-1,18-9-15,9 0 16,19-10 0,29 10-16,9-1 15,-10 10-15,-18 0 16,-20 0-1,-8 9-15,-10 0 16,-10-9 0,-8 0-16,-1-9 15,9-10 1,1-8-16,9-10 16</inkml:trace>
  <inkml:trace contextRef="#ctx0" brushRef="#br2" timeOffset="27394.5">17789 6387 0,'0'0'0,"0"0"16,0 0-1,0 9-15,0 10 16,10 18-16,-1 18 15,10 0 1,9-9-16,0-9 16,10-9-1,-10-19-15,1-9 16,-11-9 0,1-9-16,0-1 15,-10-18-15,1 0 16,-1 0-1,1 10-15,-1 8 16,0 1 0,-9 9-16,0 9 15,10 0-15,-1 9 16,10 18 0,9 10-16,10 10 15,0-1 1,-1-9-16,-9-19 15,10 0-15,-10-18 16,10-9 0,0-9-16,-1-10 15,-9-9 1,1-9-16,-1 0 16,-9 9-1,-10-9-15,10 0 16,-19 46-16</inkml:trace>
  <inkml:trace contextRef="#ctx0" brushRef="#br2" timeOffset="28109.79">19276 6248 0,'0'0'16,"0"0"0,0 0-16,-10-9 15,1 0-15,0 0 16,-10 0 0,-9 9-16,-10 0 15,0 9 1,1 0-16,-1 9 15,0 10-15,20 0 16,8-10 0,1 1-16,9-10 15,9 0 1,1 0-16,18-9 16,0 0-1,0-9-15,0 0 16,1 9-16,-1-9 15,-9 9 1,0 0-16,-1 0 16,1 0-1,9 9-15,1 0 16,8 10-16,1-1 16,-1-9-1,1-9-15,0 0 16,-10-9-1,0 0-15,0-10 16,-9 1 0,-9 9-16,8 0 15,-8-1-15,-1 1 16,-9 9 0,0 0-16,10 9 15,-1 19 1,0 27-16,1 19 15,-10 28 1,0-1-16,-10-8 16,1-20-16,9-8 15,0-28 1,0-19-16,0-18 16,0 0-1</inkml:trace>
  <inkml:trace contextRef="#ctx0" brushRef="#br2" timeOffset="28368.75">19549 6202 0,'0'0'0,"0"-9"16,9-9 0,10-10-16,9 9 15,19-8-15,28 8 16,-9 10-1,0 9-15,-28 0 16,-20 9 0,1 1-16,-19 8 15,0 10-15,-19-1 16,-9 20 0,9-20-16,19-27 15</inkml:trace>
  <inkml:trace contextRef="#ctx0" brushRef="#br2" timeOffset="28927.76">21402 6101 0,'0'0'15,"0"0"-15,0-9 16,-10-1-16,-8-8 16,-11 9-1,-18-1-15,-28 1 16,0 18-1,9 10-15,0-1 16,19 10 0,9 0-16,20-10 15,8 1-15,10-10 16,0 0 0,19-9-16,19 0 15,9-9 1,0-10-16,-10 1 15,-8 9-15,-11-1 16,1 1 0,-9 0-16,-1 9 15,0 0 1,1 9-16,9 10 16,9 8-1,10 10-15,9 9 16,0-9-16,9-9 15,1-9 1,-57-19-16</inkml:trace>
  <inkml:trace contextRef="#ctx0" brushRef="#br2" timeOffset="29364.53">22220 5750 0,'0'0'0,"0"0"16,0 0 0,0 0-16,-9 0 15,-19 0 1,-1 0-16,1 9 15,0-9-15,9 10 16,0-1 0,10 0-16,0 9 15,-1 10 1,1 0-16,-1 18 16,1 9-1,0 19-15,-1 18 16,1 1-16,9-19 15,0-1 1,9 1-16,1-9 16,8-10-1,1-9-15,9-9 16,10-9-16,9-10 16,-47-18-1</inkml:trace>
  <inkml:trace contextRef="#ctx0" brushRef="#br2" timeOffset="29827.9">22437 6202 0,'0'0'15,"0"0"-15,0 0 16,0 0 0,0 0-16,9-9 15,19-9 1,19-1-16,0 1 16,-9 8-1,0 1-15,-10 9 16,-9 0-16,-10 0 15,-9 0 1,0 9-16,-9 10 16,-10 9-1,-19-1-15,1 1 16,8-10-16,11 1 16,8-10-1,10 0-15,10 1 16,18 8-1,28-9-15,29 1 16,18-20 0,1-17-16,-1-10 15,-103 37-15</inkml:trace>
  <inkml:trace contextRef="#ctx0" brushRef="#br2" timeOffset="30252.86">22935 5713 0,'0'0'0,"0"0"15,-9 0 1,-1 0-16,10 0 16,0 0-1,0 0-15,10 0 16,27 9-16,11 1 15,-1 8 1,-19-9-16,0 10 16,0-1-1,-9 1-15,0 8 16,0 10 0,-1 9-16,1 10 15,0 8-15,0-8 16,-10 8-1,1 1-15,-20 0 16,1-10 0,-19 0-16,-1 10 15,-8-10-15,-1-8 16,10-20 0,0 1-16,9-19 15,19-9 1</inkml:trace>
  <inkml:trace contextRef="#ctx0" brushRef="#br2" timeOffset="30844.87">24055 6267 0,'0'0'0,"0"0"16,0 0-16,-10 9 15,-27 19 1,-29 36-16,-9 10 16,-1 0-1,10-9-15,10-10 16,56-55-16</inkml:trace>
  <inkml:trace contextRef="#ctx0" brushRef="#br2" timeOffset="31501.84">24939 5759 0,'0'0'16,"0"0"-16,0-9 15,-9 0-15,-1 0 16,-9-1 0,-28 10-16,-18 0 15,-1 19 1,-19 9-16,10 8 16,18 1-1,10 0-15,19-9 16,9 0-16,19-10 15,10 1 1,8-10-16,20 0 16,19-9-1,8-9-15,11-19 16,-20-9-16,1 0 16,-10 0-1,0 0-15,-10 10 16,-18 8-1,-10 10-15,1 9 16,-1 9 0,10 10-16,0 18 15,0 18 1,9 28-16,10-9 16,9-9-16,-10-19 15,-37-46 1</inkml:trace>
  <inkml:trace contextRef="#ctx0" brushRef="#br2" timeOffset="31964.09">25814 5159 0,'0'0'16,"0"0"-16,-9 0 16,-10-9-1,-10 0-15,-8 0 16,-1 9-16,-9 0 16,19 0-1,0 0-15,9 9 16,0 0-1,10 0-15,-1 19 16,1 18 0,-1 19-16,1 9 15,9 18-15,0 19 16,0-10 0,9 1-16,10-19 15,0 0 1,0-9-16,0-10 15,9-18-15,0 1 16,0-10 0,10-19-16,0-9 15,9-9 1,-47 0-16</inkml:trace>
  <inkml:trace contextRef="#ctx0" brushRef="#br2" timeOffset="32429.06">26388 5372 0,'0'0'0,"0"0"16,0 0-16,-10 0 16,-8 9-1,-1 0-15,0 0 16,0 10 0,0-1-16,10 10 15,9-10 1,0 10-16,9-9 15,10 8-15,0 1 16,9 0 0,0 9-16,-9-10 15,0 10 1,-10 0-16,-9 0 16,-9 0-1,-10 0-15,-9 0 16,-10 0-16,-9-10 15,10-8 1,8-10-16,29-9 16</inkml:trace>
  <inkml:trace contextRef="#ctx0" brushRef="#br2" timeOffset="32915.4">26585 5113 0,'0'0'16,"0"0"-16,0 0 16,0 0-16,0 0 15,10 9 1,27 10-16,20-1 15,18-8-15,0-1 16,-18 0 0,-20-9-16,-8 9 15,-11 1 1,-8-1-16,-1 9 16,-9 19-1,-9 9-15,-1 19 16,-8 18-16,-11 0 15,1 0 1,9 0-16,-9 9 16,9-18-1,1-9-15,-1 9 16,0 0-16,0-19 16,-9 0-1,-10 1-15,-9-1 16,-9 0-1,-29-8-15,85-47 16</inkml:trace>
  <inkml:trace contextRef="#ctx0" brushRef="#br2" timeOffset="35431.89">18439 7781 0,'0'0'0,"0"0"15,0 0 1,0-10-16,0 1 15,0 9 1,0 0-16,0 0 16,0 0-16,0 0 15,0 0 1,0 9-16,-10 19 16,1 18-1,-1 19-15,10 9 16,0 9-16,0-9 15,0-1 1,10-8-16,-10-65 16</inkml:trace>
  <inkml:trace contextRef="#ctx0" brushRef="#br2" timeOffset="36080.86">18674 8759 0,'0'0'0,"0"0"15,0 0 1,0-9-16,-10-1 16,1 1-1,-1 0-15,1 0 16,-10 0-16,-9-1 15,-10 10 1,1 0-16,-10 19 16,0-1-1,0 10-15,9 0 16,10-1 0,18-8-16,1-1 15,9-18-15,0 0 16,19 0-1,18-9-15,10-9 16,1-10 0,-11 0-16,1 0 15,-10 10 1,-9 0-16,-10 8 16,1 1-16,-1 0 15,0 9 1,1 0-16,9 9 15,-1 0 1,11 10-16,8 8 16,1-8-16,28-1 15,-66-18 1</inkml:trace>
  <inkml:trace contextRef="#ctx0" brushRef="#br2" timeOffset="36496.74">19351 7356 0,'0'0'16,"0"0"-16,0 0 15,0 28-15,0 27 16,0 19 0,0 37-16,0 27 15,19 1 1,-10-10-16,10-28 16,9-8-1,-28-93-15</inkml:trace>
  <inkml:trace contextRef="#ctx0" brushRef="#br2" timeOffset="37198.39">19596 8602 0,'0'0'0,"0"0"15,0 0-15,0 0 16,0 0 0,0 0-16,0 18 15,0 19 1,0 19-16,-10 8 16,1 1-16,-1-10 15,10-18 1,-9 0-16,9-9 15,0-10 1,0-8-16,0-1 16,0-9-1,0 0-15,9 0 16,10 0-16,19-9 16,28-19-1,9 0-15,0-9 16,-9 19-1,-19 9-15,0 9 16,-9 0-16,-19 9 16,-1 0-1,-8 10-15,-10-1 16,-10 10 0,-18-1-16,-19 10 15,-9 0 1,-20-9-16,20-10 15,0-8-15,9-10 16,18-10 0,1-8-16,28 18 15</inkml:trace>
  <inkml:trace contextRef="#ctx0" brushRef="#br2" timeOffset="39995.04">20884 7707 0,'0'0'16,"0"0"-16,0 0 15,0 0 1,0 0-16,0 0 15,0 0 1,0 0-16,0 0 16,0 0-16,0 0 15,10-9 1,-1-1-16,10-8 16,9-1-1,10-8-15,0-1 16,18 0-1,-9 10-15,-9 9 16,-1-1-16,-8 10 16,-1 10-1,-9-1-15,-1 9 16,-8 1 0,-10 18-16,-10 0 15,-8 9-15,-11 9 16,1 1-1,0-10-15,9-9 16,0-10 0,10-8-16,-1-10 15,10 0 1,0 0-16,10 1 16,9-1-16,9 0 15,10 0 1,-1 1-16,1-1 15,-1 9 1,-8 1-16,-1-1 16,-9 1-16,-1 8 15,-8 1 1,-1 9-16,-9 9 16,-9 0-1,-10 0-15,-9 1 16,-10-1-1,-9-9-15,10-19 16,-10 1-16,9-10 16,0-9-1,1 0-15,8-9 16,1-10 0,9 1-16,19 18 15</inkml:trace>
  <inkml:trace contextRef="#ctx0" brushRef="#br2" timeOffset="41645.51">22888 7458 0,'0'0'0,"0"0"15,0 0-15,0 0 16,0 0 0,0 0-16,-9 9 15,-1 9-15,-8 10 16,-1 9-1,-19 18-15,1 1 16,-1 8 0,-9 19-16,0 10 15,0 8-15,9-9 16,10-9 0,0 1-16,18-11 15,10-8 1,10-19-16,9 0 15,-1-18-15,20 0 16,9-10 0,9-18-16,10-9 15,-9-10 1,-1-8-16,-9-1 16,-9 0-1,-1-9-15,-18 10 16,0-1-16,-9 0 15,-10-9 1,-10 10-16,1-1 16,-20 0-1,-8 1-15,-1 8 16,-18 10 0,-10 9-16,9 9 15,1 10-15,28-1 16,28-18-1</inkml:trace>
  <inkml:trace contextRef="#ctx0" brushRef="#br2" timeOffset="42748.68">24977 7808 0,'0'0'0,"0"0"15,0 0 1,0 0-16,0-9 16,0-9-16,-10-1 15,1 1 1,-19-10-16,-1 0 15,-8 1 1,-10-10-16,0 9 16,-10 10-1,10 8-15,-19 10 16,10 10-16,-1-1 16,10 9-1,19 1-15,0 8 16,9 10-1,10 9-15,9 1 16,9 8-16,19 10 16,10-1-1,18-8-15,10 8 16,10-8 0,-1-1-16,-9-9 15,-10 9 1,-9-8-16,-9-10 15,-10-1-15,-9-8 16,-10 0 0,-9 0-16,0-1 15,-9-8 1,-10-1-16,-9 1 16,-10-1-16,-18-9 15,9-9 1,0 0-16,9-9 15,0-9 1,10-10-16,9-9 16,10-18-1,18-10-15,10-9 16,38-27-16,27-10 16,10 9-1,-94 102-15</inkml:trace>
  <inkml:trace contextRef="#ctx0" brushRef="#br2" timeOffset="43516.85">26830 7467 0,'0'0'0,"0"0"16,0 0-16,-9 18 15,-1 19-15,10 19 16,-9 8 0,-1 19-16,1 19 15,9-10 1,0-9-16,0-18 16,0-10-1,9-9-15,-9-27 16,0-19-16</inkml:trace>
  <inkml:trace contextRef="#ctx0" brushRef="#br2" timeOffset="43961.53">27225 7550 0,'0'0'0,"0"9"16,-9 19-1,-1 27-15,-9 28 16,1 10 0,8 8-16,10-18 15,0-18 1,10-19-16,8-9 15,11-10 1,8-8-16,10-10 16,10-18-16,9-10 15,-10-17 1,0-29-16,-8-9 16,-30 10-1,1-10-15,-19 9 16,-9 0-16,-19 1 15,-10 8 1,-19 1-16,-18 18 16,-19 19-1,-19 18-15,113 0 16</inkml:trace>
  <inkml:trace contextRef="#ctx0" brushRef="#br2" timeOffset="44776.82">17291 7264 0,'0'0'0,"0"0"15,0 9-15,0 9 16,9 19 0,1 28-16,8 46 15,11-1 1,-1 29-16,0 27 16,0 0-16,-9 19 15,-9-10 1,-10-9-16,0 0 15,0-36 1,-10-1-16,1-9 16,-1-28-1,1-18-15,0-28 16,-1-9-16,10-19 16,0-8-1,0-10-15,0 0 16,0-28-1,0 28-15</inkml:trace>
  <inkml:trace contextRef="#ctx0" brushRef="#br2" timeOffset="46828.49">17272 7338 0,'0'0'16,"0"0"-16,0 0 15,0 0 1,0 0-16,0 0 16,0 0-16,0 0 15,0 0 1,0 0-16,0 0 16,19 0-1,18-10-15,29 1 16,28 0-1,10 0-15,9-1 16,18 1-16,20 0 16,-19 0-1,18-10-15,20 1 16,-11-1 0,11-8-16,-1 8 15,0 1-15,20-1 16,-11-8-1,20-1-15,-10 9 16,10-8 0,-10 8-16,-10 1 15,11 9 1,-20-1-16,0 1 16,1 0-16,-1 9 15,19 0 1,-19 0-16,10 0 15,0 0 1,-10 0-16,19 0 16,-18 0-16,8 0 15,11 0 1,-20 0-16,10 0 16,9 0-1,-9 9-15,18-9 16,-28 0-1,29-9-15,-19 9 16,18-9-16,1 9 16,-19 0-1,28 0-15,-38 0 16,10 0 0,-1 9-16,1 0 15,9 10 1,-18-10-16,27 0 15,-18-9-15,0 0 16,-1 0 0,-8-9-16,-10 0 15,0-1 1,-29 1-16,1 9 16,-10 0-16,-18-9 15,-10 9 1,-28-9-16,-10 9 15,-9 0 1,-19 0-16,-9 0 16,0 0-1,-10 0-15,1 9 16,-1 0-16,-9 10 16,0 8-1,0 10-15,0 9 16,-9 10-1,-1 18-15,1 9 16,-10 9-16,0 9 16,1-8-1,8 8-15,1 19 16,-1 0 0,10-9-16,-9-19 15,9 19 1,0-9-16,-9-10 15,-1-9-15,1 0 16,-10-9 0,0 0-16,0 0 15,-9-10 1,0-18-16,0 0 16,-10 1-16,0-10 15,-9-1 1,-19 1-16,-18-9 15,-20 0 1,-27-1-16,-20 1 16,-37 0-16,0-10 15,-38 10 1,19 0-16,-38 9 16,29-10-1,-47 1-15,46 0 16,-27-1-1,-1 1-15,-18-10 16,28 1-16,-1-1 16,-8 1-1,9-10-15,-10 10 16,19-10 0,-9-9-16,0 9 15,18 9 1,-8-8-16,8-1 15,1 0-15,9-9 16,0 0 0,9 0-16,1 0 15,18-9 1,-9 9-16,9-9 16,1-1-16,-11 10 15,20-9 1,0 0-16,9 0 15,19 0 1,-10-1-16,10 1 16,9 0-1,1 9-15,-1 0 16,0 0-16,19 0 16,-9 0-1,9 0-15,10 0 16,9 0-1,-10 0-15,1 0 16,9 0 0,9 0-16,10 0 15,-19 0-15,0 0 16,18 0 0,1 0-16,9 0 15,-9 0 1,0 0-16,9 0 15,9 0-15,1 0 16,18 0 0,10 0-16,9 0 15,19 0 1</inkml:trace>
  <inkml:trace contextRef="#ctx0" brushRef="#br2" timeOffset="48131.86">21919 6931 0,'0'0'16,"0"0"-16,0 0 15,0 0-15,0 0 16,0 0 0,0 0-16,0 0 15,0 0 1,0 0-16,0 10 15,0-1-15,0 19 16,0 9 0,0-1-16,0 20 15,0 8 1,0 20-16,0 17 16,0 10-1,0 0-15,10 9 16,-10 9-16,0-9 15,0-10 1,9 10-16,-9 10 16,0-20-1,9 1-15,-9 9 16,0 9-16,0-18 16,0 0-1,0 0-15,0-19 16,0 0-1,0-27-15,0-1 16,0-8 0,-9-10-16,9 0 15,0-9-15,0-9 16,0-10 0,0-9-16,0 1 15,0-1 1,0-9-16,0 0 15,0 0 1,0 0-16,0 0 16,-9 0-16,-1 0 15,-9 9 1,1 0-16,-1 1 16,0-1-1,0 0-15,19-9 16</inkml:trace>
  <inkml:trace contextRef="#ctx0" brushRef="#br2" timeOffset="53295.95">18730 8842 0,'0'0'0,"0"0"0,0 0 16,0 0 0,0 0-16,0 0 15,0 0 1,0 0-16,0 0 16,0-9-16,0 9 15,-9-9 1,-1-1-16,-8 1 15,-11 0 1,-8 9-16,-10 0 16,-10 0-1,10 9-15,0 10 16,0 8-16,9 1 16,1 9-1,9 0-15,9 0 16,9-10-1,1 1-15,0-9 16,9-1-16,0-9 16,0 0-1,0 1-15,0-10 16,0 0 0,9 0-16,10 0 15,9-10 1,10-8-16,9-19 15,0 0-15,0-9 16,-19 9 0,-9 9-16,0 1 15,-10 8 1,0 1-16,1 9 16,-1-1-1,1 1-15,-10 0 16,0 9-16,0 0 15,0 0 1,0 0-16,0 0 16,9 9-1,10 19-15,0-1 16,-1 10-16,1 0 16,10 9-1,8-9-15,1-9 16,18 0-1,10-10-15,-66-18 16</inkml:trace>
  <inkml:trace contextRef="#ctx0" brushRef="#br2" timeOffset="58413.07">16943 10494 0,'0'0'0,"0"0"16,0-9-1,0 9-15,0 0 16,0 0-16,0 0 15,0 0 1,0 0-16,0 18 16,9 38-1,1 18-15,8 18 16,1 19 0,0-10-16,-10-9 15,1-18-15,-1-9 16,1-19-1,-1-18-15,-9-28 16</inkml:trace>
  <inkml:trace contextRef="#ctx0" brushRef="#br2" timeOffset="58748.62">16736 10485 0,'0'0'0,"9"-9"15,1-10 1,18 1-16,9-10 16,29 0-1,19 10-15,9-1 16,-19 19-16,-18 10 15,-20-1 1,-18 0-16,-9 19 16,-20 18-1,-37 37-15,-19 0 16,0-18-16,10-1 16,18-18-1,38-46-15</inkml:trace>
  <inkml:trace contextRef="#ctx0" brushRef="#br2" timeOffset="59200.83">17564 10411 0,'0'0'16,"0"0"-16,0 0 15,9 9 1,0 10-16,10 18 16,9 18-1,1 19-15,-10-10 16,-1-8-1,1-10-15,-9-9 16,-1-9-16,-9-19 16,0 0-1,9 0-15,-9-9 16,0 0-16,0 0 16,10-9-1,9-9-15,18-29 16,1-26-1,-1-10-15,11-1 16,-1 11 0,9-10-16,19 0 15,-75 83-15</inkml:trace>
  <inkml:trace contextRef="#ctx0" brushRef="#br2" timeOffset="64370.63">17291 10900 0,'0'0'0,"0"0"0,0 0 15</inkml:trace>
  <inkml:trace contextRef="#ctx0" brushRef="#br2" timeOffset="64828.7">17319 10771 0,'0'0'16,"0"0"-16,0 0 15,0 0 1,0 0-16,0 0 15,0 0 1,0 0-16,0 0 16,0 0-1,0 0-15,0-9 16,0 9-16,0 0 16,0 0-1,0 0-15,0 0 16,0 0-1,0 0-15,0 0 16,0 0 0,0 0-16,0 0 15,0 0-15,0 0 16,0 18 0,0 1-16,9 8 15,1 10 1,-1 0-16,1 9 15,-1 1-15,0-1 16,-9 0 0,10-9-16,-10-37 15</inkml:trace>
  <inkml:trace contextRef="#ctx0" brushRef="#br2" timeOffset="65528.42">17140 11592 0,'10'-9'0,"27"-18"16,67-38-16,56-27 16,9 9-1,10-19-15,0 0 16,-29 29 0,-18 8-16,-19 0 15,-29 29-15,-37 8 16,-28 19-1,-19 9-15</inkml:trace>
  <inkml:trace contextRef="#ctx0" brushRef="#br2" timeOffset="65882.81">17216 11925 0,'0'0'16,"0"0"-1,0 0-15,0 0 16,0 0-16,0 0 15,18-19 1,39-18-16,65-37 16,29-18-1,-1-9-15,10 8 16,-19 10-16,-9 9 16,-19 19-1,-19 0-15,-94 55 16</inkml:trace>
  <inkml:trace contextRef="#ctx0" brushRef="#br2" timeOffset="67706.34">23142 9719 0,'0'0'16,"0"0"-16,0 0 16,0 0-1,0 0-15,0 9 16,-9 10-1,-1 8-15,1 10 16,0 9 0,9 10-16,0-10 15,0-46-15</inkml:trace>
  <inkml:trace contextRef="#ctx0" brushRef="#br2" timeOffset="67999.61">23123 9885 0,'0'0'0,"0"0"16,0 0-1,0 0-15,0 0 16,0 0-16,0 18 15,0 10 1,0 18-16,0 10 16,0 17-1,-9-8-15,0-19 16,-1-9-16,10-9 16,0-19-1,0-9-15</inkml:trace>
  <inkml:trace contextRef="#ctx0" brushRef="#br2" timeOffset="68179.25">23029 9931 0,'0'0'15,"0"0"-15,0 0 16,0 0 0,0 0-16,10 9 15,9 10 1,9 27-16,0 37 15,-9 9 1,9 28-16,-28-120 16</inkml:trace>
  <inkml:trace contextRef="#ctx0" brushRef="#br2" timeOffset="69845.59">19520 11269 0,'0'0'0,"0"0"15,0 0 1,0 0-16,0 0 15,0 0 1,0 0-16,0 0 16,-9 0-16,-19 0 15,-10 10 1,-9 8-16,0 1 16,19-1-1,0-9-15,18 0 16,1 1-1,9-1-15,9 9 16,10 10-16,0 0 16,9 18-1,-9-9-15,-10 0 16,1 0 0,-10 0-16,-19 0 15,-9 9 1,-1-9-16,-8-10 15,-1-8-15,10-10 16,-10 0 0,10-9-16,0-9 15,9-10 1,19 19-16</inkml:trace>
  <inkml:trace contextRef="#ctx0" brushRef="#br2" timeOffset="70138.78">19972 11380 0,'0'0'0,"0"0"16,0 0 0,0 0-16,0 0 15,9 0-15,10 0 16,19 0 0,9-9-16,19 0 15,-10-1-15,-56 10 16</inkml:trace>
  <inkml:trace contextRef="#ctx0" brushRef="#br2" timeOffset="70341.58">20047 11648 0,'0'0'16,"0"0"-16,0 0 15,0 0 1,19 9-16,9-9 16,38 0-16,28-18 15,10-10 1,-104 28-16</inkml:trace>
  <inkml:trace contextRef="#ctx0" brushRef="#br2" timeOffset="71985.5">20941 11085 0,'0'0'0,"0"0"16,0 0-16,0 0 15,0 0 1,9 0-16,10-9 16,9 9-1,29 0-15,-1 0 16,-9 9 0,-19 0-16,-9 0 15,0 10-15,-19-1 16,0 10-1,-9 0-15,-20 8 16,1 1 0,9-18-16,10-1 15,0-8-15,9-1 16,0 0 0,18 0-16,39 0 15,-1 1 1,-9-1-16,-18 0 15,-11 0 1,-8 1-16,-1 8 16,-18 10-16,-29 27 15,-28 1 1,-47 8-16,-9-8 16,122-56-1</inkml:trace>
  <inkml:trace contextRef="#ctx0" brushRef="#br2" timeOffset="78045.52">20574 12303 0,'9'0'0,"-9"0"0</inkml:trace>
  <inkml:trace contextRef="#ctx0" brushRef="#br2" timeOffset="79460.08">22173 11491 0,'0'0'15,"0"0"-15,0 0 16,0 0-1,-9 18-15,-10 10 16,-9 18-16,-10 19 16,-9-1-1,0-8-15,47-56 16</inkml:trace>
  <inkml:trace contextRef="#ctx0" brushRef="#br2" timeOffset="79962.58">22493 10845 0,'0'0'0,"-9"0"16,-1 0-16,-9 0 16,-9 9-1,0 0-15,-10 10 16,1 8-16,-1 10 15,10 0 1,9 0-16,10-9 16,9 0-1,0-1-15,9-8 16,10 8 0,9-8-16,-9-1 15,-10-8-15,1-1 16,-10 9-1,-10 10-15,-18 9 16,-9 0 0,-11 0-16,1-10 15,47-27 1</inkml:trace>
  <inkml:trace contextRef="#ctx0" brushRef="#br2" timeOffset="80516.45">22625 10863 0,'0'0'0,"0"0"16,0 0-16,0 0 16,9 19-1,1 8-15,8 29 16,1 8-16,0 1 15,-10-10 1,1-18-16,-1-9 16,1-10-1,-1-8-15,-9-10 16,0 0 0,10-10-16,-1-8 15,0-10 1,1 1-16,-1-1 15,1 9-15,-1 1 16,0 9 0,1 0-16,-1 9 15,1 0 1,8 9-16,1 9 16,0 1-16,0 8 15,0-8 1,-10-10-16,10 0 15,-10-9 1,10-9-16,9-9 16,1-19-1,-1-9-15,0-10 16,-9 10-16,-10 9 16,1 0-1,-10 10-15,0-1 16,0 28-1</inkml:trace>
  <inkml:trace contextRef="#ctx0" brushRef="#br2" timeOffset="81196.73">23735 10965 0,'0'0'0,"0"0"15,0 0-15,0-9 16,0-1 0,0 1-16,-10 0 15,1 0 1,-10-1-16,-9 10 16,-10 0-16,1 10 15,-1 8 1,10 1-16,9-10 15,10 9 1,-1-8-16,10-1 16,10 0-16,-1-9 15,10 0 1,9 0-16,-9 0 16,9-9-1,0 0-15,1-1 16,-11 1-16,1 9 15,0 0 1,0 0-16,0 9 16,9 10-1,0-1-15,0 1 16,-9-10 0,9 0-16,-9-9 15,9-9-15,-9 0 16,9-10-1,-9 10-15,0 0 16,0-10 0,-10 10-16,1 0 15,-1 9 1,-9 0-16,10 9 16,8 19-16,1 46 15,0 18 1,0 37-16,-10-9 15,1-18 1,-10-10-16,9-27 16,-9-65-1</inkml:trace>
  <inkml:trace contextRef="#ctx0" brushRef="#br2" timeOffset="81479.35">24092 10891 0,'0'0'0,"0"0"16,19 0 0,19 0-16,18 0 15,-9 9-15,0 19 16,-9 9-1,-10 9-15,-9 9 16,-10-9 0,-9 10-16,-9-19 15,0 0 1,-10 0-16,19-37 16</inkml:trace>
  <inkml:trace contextRef="#ctx0" brushRef="#br2" timeOffset="82028.95">25607 10928 0,'0'0'0,"0"-9"16,0-10-16,0-8 16,-9-10-1,-10 0-15,-9 0 16,-10 9 0,0 10-16,1 8 15,-20 10-15,1 10 16,-10 17-1,19 10-15,0 9 16,19-9 0,9-9-16,19 0 15,9-10 1,10-9-16,9-9 16,10 0-16,-1-9 15,1-9 1,9-1-16,-9 1 15,-1-1 1,-8 1-16,-11 9 16,1-1-16,0 10 15,0 0 1,0 10-16,9 8 16,-9 1-1,9 8-15,10 1 16,-1-10-16,-37-18 15</inkml:trace>
  <inkml:trace contextRef="#ctx0" brushRef="#br2" timeOffset="82462.68">26331 9986 0,'0'0'0,"0"0"15,0 0-15,0-9 16,-9 0 0,0 0-16,-10 0 15,-10-1 1,1 10-16,0 0 15,0 10 1,0-1-16,-1 9 16,1 10-16,9 9 15,10 18 1,0 19-16,9 9 16,9 9-1,0 19-15,1 0 16,-1-10-16,1-8 15,-1-10 1,10-19-16,9 1 16,10-19-1,18-18-15,-56-28 16</inkml:trace>
  <inkml:trace contextRef="#ctx0" brushRef="#br2" timeOffset="87928.54">26538 10273 0,'0'0'0,"0"0"0,0 0 15,0 0 1,0 0-16,19-10 16,0 1-1,19 0-15,18 0 16,0 9 0,-9-10-16,10 10 15,-19 0 1,-10 0-16,-9 10 15,-10-1-15,0 0 16,-9 0 0,0 1-16,0-1 15,-9 9 1,0 1-16,9-1 16,0 1-16,9-1 15,10 1 1,9-1-16,10 10 15,-10-10 1,0 1-16,-9-1 16,-10 1-16,1 8 15,-20 10 1,-8 0-16,-20 9 16,-9-9-1,0 0-15,0-9 16,0-10-16,9-9 15,10-9 1,28 0-16</inkml:trace>
  <inkml:trace contextRef="#ctx0" brushRef="#br2" timeOffset="88746.11">27140 10042 0,'0'0'15,"0"0"-15,10-9 16,18-1 0,38-8-16,28-10 15,-9 10 1,-20 9-16,-8-1 15,-10 10-15,-19 10 16,0-1 0,-9 9-16,0 19 15,-10 9 1,1 19-16,-1 9 16,-9 0-1,-9 9-15,-1 9 16,-18 0-16,0-9 15,-10-9 1,1 0-16,-10-19 16,9-18-1,0 0-15,1-9 16,9-10-16,9-8 16,19-10-1</inkml:trace>
  <inkml:trace contextRef="#ctx0" brushRef="#br2" timeOffset="88964.36">28523 10780 0,'0'0'15,"0"9"1,0 1-16,-19 27 15,-46 36-15,-39 29 16,-18 18 0,-10 0-16,19-19 15,38-27 1,75-74-16</inkml:trace>
  <inkml:trace contextRef="#ctx0" brushRef="#br2" timeOffset="89529.57">28947 10180 0,'0'0'15,"9"0"-15,10-9 16,0 0-1,-10 0-15,10-1 16,-10 1-16,1 0 16,-10 9-1,-10-9-15,-18 9 16,-19 0 0,-19 18-16,-9 10 15,0 18 1,18 0-16,20 0 15,8-9-15,20 0 16,9-9 0,19-10-16,18-8 15,39-20 1,-1-17-16,10-20 16,-20-17-1,-8-1-15,-20 19 16,-8 9-16,-10 9 15,-10 10 1,0 9-16,-9 9 16,10 9-1,-1 9-15,10 29 16,0 17-16,0 19 16,9-9-1,9-9-15,1-19 16,9-18-1,-47-28-15</inkml:trace>
  <inkml:trace contextRef="#ctx0" brushRef="#br2" timeOffset="89950.24">29981 9571 0,'0'0'0,"0"0"16,0 0-16,0 0 15,0 0 1,-9 0-16,-19 9 16,-29 1-16,1 8 15,-1 1 1,10-1-16,10 0 15,-1 10 1,10 0-16,9 9 16,10 0-16,9 27 15,9 1 1,1 18-16,8 9 16,-8 1-1,-1-1-15,10-9 16,-10 9-1,1-18-15,9 0 16,-1-10 0,11-8-16,8-19 15,-37-37-15</inkml:trace>
  <inkml:trace contextRef="#ctx0" brushRef="#br2" timeOffset="90849">30264 9857 0,'0'0'16,"0"0"-16,0 0 15,0 0 1,9 0-16,19 0 16,10 0-1,9 0-15,0 0 16,-9 0-16,-10 9 16,-9-9-1,-1 0-15,-8 10 16,-10-1-1,0 0-15,0 0 16,-10 10-16,1-10 16,0 0-1,-1 1-15,10-10 16,0 0 0,0 0-16,0 0 15,0 0 1,10 0-16,-1 0 15,0 0-15,1 0 16,-10 0 0,0 0-16,0 0 15,0 0 1,0 0-16,0 0 16,0 0-16,0 0 15,-10-10 1,1 1-16,0 0 15,-1 9 1,-9 0-16,1 0 16,-11 0-16,1 9 15,-9 0 1,8 10-16,-8-1 16,-1 10-1,19 0-15,0-1 16,10 1-16,18 0 15,10 9 1,9 0-16,1-10 16,-1 1-1,0 0-15,0-1 16,-9-8 0,-9 8-16,-1 1 15,-9 0 1,-9 9-16,-10-10 15,-9 10-15,-1-9 16,-18 0 0,-28-10-16,19-9 15,-1-18 1,1-9-16,56 18 16</inkml:trace>
  <inkml:trace contextRef="#ctx0" brushRef="#br2" timeOffset="91480.19">30715 9673 0,'0'0'0,"0"0"15,0 0 1,0 0-16,0 0 15,0 0-15,19 0 16,9 9 0,10-9-16,-1 9 15,1 0 1,0 1-16,-10-1 16,-9-9-16,0 0 15,-10 0 1,0 9-16,1 0 15,-10 1 1,0-1-16,0 18 16,0 1-16,-10 18 15,1 10 1,0 27-16,-1 9 16,1 10-1,-1-10-15,-8 19 16,-1-10-1,0-9-15,0-18 16,0-18-16,-9-1 16,-10-9-1,-9 0-15,-28-9 16,-47-9 0,122-28-16</inkml:trace>
  <inkml:trace contextRef="#ctx0" brushRef="#br2" timeOffset="92479.79">18645 12682 0,'0'0'0,"0"0"15,0 0-15,0 27 16,0 19-1,10 19-15,-1 9 16,-9 0 0,0 9-16,0-9 15,0-1 1,0-17-16,0-56 16</inkml:trace>
  <inkml:trace contextRef="#ctx0" brushRef="#br2" timeOffset="93046.18">18918 13724 0,'0'0'16,"0"0"-1,0-9-15,0-9 16,0-10 0,-9 0-16,-10 1 15,0-1-15,-9 0 16,0 10-1,-10 9-15,-9 9 16,-9 9 0,9 9-16,9 1 15,0 9 1,10 8-16,9 1 16,19-9-16,10 0 15,9-10 1,9-9-16,28-9 15,10-9 1,9-9-16,-9-1 16,-19 1-16,-9-1 15,-10 10 1,-9 0-16,0 0 16,-10 9-1,1 0-15,8 9 16,11 19-16,18 8 15,18 1 1,-65-37-16</inkml:trace>
  <inkml:trace contextRef="#ctx0" brushRef="#br2" timeOffset="93729.29">20038 12626 0,'0'0'15,"0"-9"-15,0 0 16,0-1 0,0 1-16,0 9 15,0 0 1,0 0-16,0 9 15,0 19-15,9 46 16,1 18 0,-1 1-16,10 8 15,0-9 1,-1 1-16,-18-93 16</inkml:trace>
  <inkml:trace contextRef="#ctx0" brushRef="#br2" timeOffset="94295.74">20405 13189 0,'0'0'0,"0"0"16,0 0-16,9 9 16,0 1-1,1 8-15,-1 19 16,1 18 0,-1 10-16,-9 9 15,0-10 1,0 1-16,0-10 15,0-18-15,0-9 16,0-19 0,0 0-16,0-9 15,0 0 1,0 0-16,28-9 16,10-9-16,18-10 15,10 0 1,-9 1-16,-20 18 15,-8-1 1,-11 10-16,-8 0 16,-1 10-1,-9-1-15,-9 18 16,-19 10-16,-10 0 16,-9 0-1,0-18-15,9-10 16,1-9-1,-1-9-15,38 9 16</inkml:trace>
  <inkml:trace contextRef="#ctx0" brushRef="#br2" timeOffset="95036.83">21712 12598 0,'0'0'16,"0"0"-16,0 0 16,0 0-1,0-9-15,0 0 16,10 0-1,9-10-15,9 10 16,9 0-16,1 9 16,-10 9-1,0 0-15,-9 1 16,-9 8 0,-1 10-16,-9 9 15,-19 18-15,0 0 16,-9-8-1,9-11-15,1 1 16,8-18 0,10-1-16,0-8 15,10-1 1,18 9-16,19 1 16,19-1-16,-10 1 15,-18-1 1,-10 0-16,-9 1 15,-10 9 1,-9-1-16,-9 10 16,-29 9-16,-9 1 15,-19-1 1,-9-9-16,9-10 16,10-17-1,9-1-15,9-9 16,19 0-1,10-9-15,9 9 16</inkml:trace>
  <inkml:trace contextRef="#ctx0" brushRef="#br2" timeOffset="95662.78">23471 12285 0,'0'0'0,"0"0"15,-9 0 1,0 0-16,-10 0 16,-9 18-1,-1 10-15,-18 36 16,0 10-1,-9 37-15,-1 18 16,20-9-16,9 9 16,18-18-1,10-28-15,10-27 16,8-10 0,11-9-16,-1-19 15,19-9-15,9-18 16,1-19-1,-10 1-15,-19-1 16,0-9 0,-9 0-16,-10 0 15,-9 0 1,-9 10-16,-10-1 16,-18 10-16,-20 8 15,-9 10 1,19 10-16,10-1 15,37-9 1</inkml:trace>
  <inkml:trace contextRef="#ctx0" brushRef="#br2" timeOffset="96495.58">25663 12663 0,'0'0'0,"0"0"16,0 0 0,10-18-16,-10-1 15,0-9 1,0 1-16,-10-10 16,1 9-1,-10-9-15,-9 0 16,-10 10-16,-9 8 15,-9 10 1,-1 9-16,1 9 16,18 0-1,10 10-15,9-1 16,10 10 0,18 0-16,29 18 15,18 9-15,10 1 16,0-1-1,0 0-15,-19-8 16,-9-1 0,-10-9-16,-9 0 15,-10-1-15,-9 1 16,-9 0 0,-29 0-16,0-9 15,-9 0 1,10-19-16,-1-9 15,19 0-15,0-9 16,10-19 0,28-28-16,37-36 15,48-19 1,9 19-16,0 18 16,9 0-1,-122 74-15</inkml:trace>
  <inkml:trace contextRef="#ctx0" brushRef="#br2" timeOffset="96800.16">27677 12257 0,'0'0'0,"0"0"16,0 0-1,0 9-15,-10 28 16,1 28 0,-10 9-16,0 27 15,-9 10 1,9-10-16,10-27 15,9-18 1,9-29-16,-9-27 16</inkml:trace>
  <inkml:trace contextRef="#ctx0" brushRef="#br2" timeOffset="97196.46">28072 12266 0,'0'0'0,"0"0"16,0 0-16,0 0 16,9 9-1,1 28-15,8 28 16,-8 27-16,-1 28 16,1 9-1,-1-27-15,10-37 16,9-10-1,0-27-15,10-10 16,18-18 0,20-18-16,-1-28 15,-9-10-15,-29-8 16,1-10 0,-10 0-16,-18 0 15,-20 0 1,-27 10-16,-39-1 15,-46 19-15,-47 18 16,-57 37 0,-9 10-16</inkml:trace>
  <inkml:trace contextRef="#ctx0" brushRef="#br2" timeOffset="97795.58">17855 12414 0,'0'0'15,"0"0"1,0 0-16,0 0 16,0 0-16,0 0 15,10 18 1,8 38-16,11 45 15,-1 38 1,-9 18-16,9 9 16,-9 9-16,0-9 15,-10 0 1,0-9-16,-9-28 16,0 1-1,0-38-15,0-27 16,0-19-1,0-9-15,-9-28 16,9-9-16</inkml:trace>
  <inkml:trace contextRef="#ctx0" brushRef="#br2" timeOffset="99425.52">17573 12451 0,'0'0'16,"0"-9"-16,9-1 16,10-8-16,19-1 15,18-8 1,29-1-16,28 0 15,9 10 1,10-1-16,28 1 16,9 0-16,19 8 15,29 1 1,-10-9-16,37-1 16,-9-9-1,29 10-15,18 0 16,-19-10-1,38 0-15,-28-9 16,0 10-16,28-20 16,-28 20-1,28-1-15,-9 0 16,-10 1 0,9 8-16,1 1 15,-10-1 1,-9 10-16,-9 0 15,-10 9-15,-10 0 16,1 0 0,-1 0-16,-37 0 15,38 9 1,-19-9-16,9 9 16,-28-9-16,9 9 15,-18-9 1,-1 0-16,1 0 15,-29 0 1,29 0-16,-29 0 16,-9 0-16,-9-9 15,-10 0 1,0 0-16,-10 9 16,-8 0-1,-10-9-15,-19 9 16,9 0-1,-9 0-15,-18 0 16,-11 9-16,1 0 16,-9 0-1,-1 0-15,-9 1 16,0-1 0,-9 9-16,-1 1 15,1 18 1,-10 0-16,1 18 15,-11 0-15,1 10 16,-9 27 0,-1 19-16,-9 0 15,0-10 1,0 29-16,9-20 16,1 10-16,-10-18 15,0-10 1,0 0-16,-10-8 15,1-11 1,-10-8-16,-9 9 16,0-10-16,-19 10 15,-10 0 1,-9 0-16,-18-9 16,-39 18-1,-8-19-15,-20 1 16,-37-1-1,0-8-15,-38-1 16,19-9-16,-28 1 16,9-11-1,0 1-15,10-9 16,-38 9 0,28-9-16,-18-1 15,-1-8 1,0 8-16,-9 1 15,-9 9-15,0-9 16,9-1 0,-10-8-16,29-10 15,-28 0 1,9 1-16,0-10 16,-10-10-16,1 20 15,-19-20 1,28 10-16,-29 0 15,11 10 1,18-1-16,-10-9 16,29 0-1,-19 9-15,19-18 16,-10 0-16,48-1 16,-29 10-1,38-18-15,-19 9 16,28-10-1,-9 10-15,9-9 16,19 8 0,-9 10-16,28 0 15,9 0-15,19 0 16,0 0 0,19 10-16,28-10 15,19 0 1,10 0-16,8 0 15,20 0-15,9 0 16,0 0 0</inkml:trace>
  <inkml:trace contextRef="#ctx0" brushRef="#br2" timeOffset="100370.62">24290 11759 0,'0'0'0,"0"0"16,0 0-16,0 0 16,0 0-1,0 0-15,0 0 16,0 9-16,0 9 15,0 19 1,0 28-16,9 27 16,1 0-1,-1 28-15,1 10 16,8-1 0,1 9-16,9 38 15,1-29-15,-1 19 16,0 1-1,0-20-15,1 10 16,-11-18 0,-18-10-16,0 0 15,0-18-15,-9-19 16,0-18 0,-1-9-16,1-10 15,-1-9 1,1-9-16,9-9 15,0-10 1,0-9-16,0 1 16,0-1-16,0-9 15,0 0 1,0 0-16,0 9 16,-10 0-1,10-9-15</inkml:trace>
  <inkml:trace contextRef="#ctx0" brushRef="#br3" timeOffset="102979.29">17009 14887 0,'0'0'0,"0"0"16,0 0-16,0 0 15,0 0 1,0 0-16,0 0 16,0 10-1,9 27-15,0 36 16,10 20-16,9 17 15,10 38 1,-10-19-16,1-18 16,-11 0-1,11-28-15,-11-28 16,-8-27-16,-10-28 16</inkml:trace>
  <inkml:trace contextRef="#ctx0" brushRef="#br3" timeOffset="103312.53">16952 15266 0,'0'0'16,"0"0"-16,0-9 15,10-19 1,18-18-16,19 0 15,19-1-15,9 1 16,0 19 0,0 8-16,-18 10 15,-10 9 1,-9 9-16,-20 10 16,-8-1-1,-10 19-15,-19 18 16,-19 1-16,-9 8 15,-9-8 1,18-19-16,38-37 16</inkml:trace>
  <inkml:trace contextRef="#ctx0" brushRef="#br3" timeOffset="103762.24">17771 15321 0,'0'0'0,"0"0"16,0 0-16,0 0 15,0 0 1,0 0-16,9 19 15,0-1-15,10 28 16,9 0 0,1 10-16,-1-10 15,0 0 1,-9-9-16,-10-19 16,1 1-1,-1-10-15,-9-9 16,0 0-16,10 0 15,-1-18 1,19-38-16,10-27 16,18-27-1,-9-1-15,0 0 16,-9 19-16,-10 36 16,-9 19-1,9 10-15,-28 27 16</inkml:trace>
  <inkml:trace contextRef="#ctx0" brushRef="#br3" timeOffset="104368.58">17140 16346 0,'0'0'0,"0"0"16,0 0 0,19-10-16,38-17 15,55-19-15,30-10 16,17 1-1,11 0-15,-1-10 16,-18-9 0,-1 9-16,-18 19 15,-29 9 1,-37 10-16,-9 8 16,-29 10-16,-28 9 15</inkml:trace>
  <inkml:trace contextRef="#ctx0" brushRef="#br3" timeOffset="104662.39">17150 16540 0,'0'0'0,"0"0"16,0 0-16,9-10 16,19-8-1,38-28-15,56-19 16,29-9 0,0 10-16,18-1 15,0 0-15,-18 1 16,-1-10-1,-150 74-15</inkml:trace>
  <inkml:trace contextRef="#ctx0" brushRef="#br3" timeOffset="106564.82">20329 15303 0,'0'0'16,"0"0"-1,10-9-15,-10-1 16,0 1-16,0 0 16,0 0-1,0-1-15,-10 1 16,-8 0-1,-20 9-15,-18 9 16,-1 19-16,10 0 16,9-10-1,20 0-15,-1-8 16,9-1 0,10 0-16,10 0 15,-1 1-15,10 8 16,9 10-1,0-1-15,1 10 16,-1 0 0,-9 0-16,-10 0 15,-18 9 1,-10 10-16,-9-10 16,-1-9-16,-8 0 15,9-10 1,-1-8-16,1-10 15,9 0 1,10-9-16,0 0 16,9 0-1</inkml:trace>
  <inkml:trace contextRef="#ctx0" brushRef="#br3" timeOffset="106879.95">20837 15460 0,'0'0'0,"0"0"15,0 0-15,0 0 16,10-10 0,18 1-16,10-9 15,18-10 1,10 10-16,0-1 16,-10 1-1,-56 18-15</inkml:trace>
  <inkml:trace contextRef="#ctx0" brushRef="#br3" timeOffset="107096.11">20884 15773 0,'0'0'0,"0"0"16,0 0-16,0 0 15,19 0 1,38-9-16,27-9 16,29-10-1,0 0-15,0 10 16,-113 18 0</inkml:trace>
  <inkml:trace contextRef="#ctx0" brushRef="#br3" timeOffset="108848.07">22211 15229 0,'0'0'16,"0"0"-16,0 0 15,0 0-15,0 0 16,0 0 0,0 0-16,0 0 15,0 0 1,0 0-16,-19 9 16,-9 10-1,-10 8-15,-9 19 16,0 10-16,0-10 15,0 9 1,9-8-16,10-11 16,9-8-1,10-9-15,9 8 16,0-8-16,9-1 16,10 1-1,19-10-15,28 0 16,9-9-1,0-9-15,0 0 16,-9-1 0,0-8-16,-19-1 15,-9 1-15,-19 0 16,-19 18 0</inkml:trace>
  <inkml:trace contextRef="#ctx0" brushRef="#br3" timeOffset="109016.61">22324 15469 0,'0'0'15,"0"0"-15,-10 0 16,1 0 0,0 0-16,-1 9 15,1 10 1,-1 18-16,1 27 16,18 56-1,1 9-15,9 10 16,-19-139-16</inkml:trace>
  <inkml:trace contextRef="#ctx0" brushRef="#br3" timeOffset="113379.98">23387 15515 0,'0'0'0,"0"0"16,0 0-16,0 0 15,-10 0 1,-18 19-16,-19 17 16,-28 29-1,-38 37-15,0 27 16,19 0 0,19-27-16,28-38 15,47-64-15</inkml:trace>
  <inkml:trace contextRef="#ctx0" brushRef="#br3" timeOffset="114151.38">23895 15709 0,'0'0'0,"0"0"15,0 0 1,0 0-16,19-9 16,18-28-1,29-28-15,19-18 16,-10 0 0,0 0-16,-18 18 15,-20 10 1,-18 18-16,-9 0 15,-10 19-15,-10-1 16,1 10 0,-19 9-16,-10 9 15,-9 10 1,0-1-16,19 10 16,9-10-1,9 1-15,10-1 16,10 1-16,18-1 15,10 10 1,9 9-16,-10-10 16,-8 1-16,-11 0 15,1-1 1,-9 1 0,-10 0-16,0-10 15,-10 1-15,1-10 16,9-9-1,0 0-15</inkml:trace>
  <inkml:trace contextRef="#ctx0" brushRef="#br3" timeOffset="114696.73">24694 15294 0,'0'0'0,"0"0"15,0 0-15,0 0 16,0 0 0,0 18-16,0 10 15,0 9 1,10 18-16,9-9 16,-1-9-16,1-9 15,10-10 1,-11-18-16,11-9 15,-1-9 1,-9-10-16,-1-9 16,1 0-16,0 0 15,-10 19 1,1-1-16,-1 10 16,-9 9-1,0 0-15,10 0 16,-1 18-1,10 10-15,9 9 16,0 0 0,1-9-16,-1-10 15,0 1-15,0-10 16,0-9 0,1-9-16,-1-10 15,10-27 1,-10 0-16,0-10 15,-9 1-15,0 0 16,-10 8 0,0 11-16,-9 36 15</inkml:trace>
  <inkml:trace contextRef="#ctx0" brushRef="#br3" timeOffset="115397.51">25852 15174 0,'0'0'16,"0"0"-16,0 0 16,0 0-1,0 0-15,0 0 16,0 0-16,0 0 16,0 0-1,0 0-15,0 0 16,-29 9-1,-18 18-15,-9 10 16,-1 0 0,10 9-16,19-18 15,9 0-15,19-10 16,0-8 0,29-10-16,18-10 15,28-17 1,0-10-16,-9 0 15,-10 0-15,-9 9 16,-18 10 0,-11 8-16,1 10 15,-9 0 1,-1 10-16,1-1 16,-1 9-16,0 19 15,10 0 1,0 0-16,0-9 15,9-10 1,10-8-16,-1-10 16,20-19-1,-1-18-15,-9-9 16,0-9-16,-19 8 16,-9 11-1,-9 8-15,-1 9 16,-9 19-1,0 0-15,0 10 16,0 27-16,-9 46 16,-1 64-1,1 1-15,-1 18 16,10-9 0,0-46-16,0-19 15,0-46 1,0-27-16,0-19 15</inkml:trace>
  <inkml:trace contextRef="#ctx0" brushRef="#br3" timeOffset="115678.93">26331 15109 0,'0'0'0,"0"0"16,0 0-16,0 0 15,19 0 1,19 0-16,37 9 16,19 0-16,-28 10 15,0-1 1,-19 10-16,-19-10 16,-9 1-1,-10-1-15,-9 10 16,-19 0-1,-9-1-15,-9 1 16,18-19-16,19-9 16</inkml:trace>
  <inkml:trace contextRef="#ctx0" brushRef="#br3" timeOffset="116246.66">27978 15081 0,'0'0'16,"0"0"-16,0 0 15,0-9 1,0-9-16,-10-1 15,1 1 1,-10-10-16,-19 9 16,-18 10-1,-10 9-15,0 9 16,-9 19-16,19 9 16,18-9-1,10 9-15,18-10 16,10-8-1,19-1-15,28 1 16,10-19-16,8-9 16,11-19-1,-20 0-15,-9-9 16,-9 10 0,-10 8-16,-9 10 15,-10 0 1,1-1-16,-10 10 15,0 0-15,9 10 16,10 17 0,-10 10-16,1 0 15,8 0 1,1-9-16,19-10 16,9-18-16,-47 0 15</inkml:trace>
  <inkml:trace contextRef="#ctx0" brushRef="#br3" timeOffset="116697.37">28900 14417 0,'0'0'16,"0"0"-1,0 0-15,0-10 16,-10 1-16,1 0 16,-19 0-1,-1-10-15,-8 10 16,-10 0 0,9 9-16,0 0 15,1 0-15,18 0 16,0 9-1,10 0-15,-1 1 16,-9 17 0,1 19-16,8 19 15,1 18 1,-1 9-16,1 19 16,9 9-16,0-9 15,9-19 1,1-18-16,9-9 15,-1-19 1,1-19-16,10-17 16,-29-10-1</inkml:trace>
  <inkml:trace contextRef="#ctx0" brushRef="#br3" timeOffset="117102.81">29172 14657 0,'0'0'15,"0"0"-15,0 0 16,0 0-1,0 9-15,-9 9 16,0 10 0,-1 0-16,1 9 15,-1 0 1,1 9-16,0-9 16,9 0-16,0-10 15,0-8 1,9-1-16,0 1 15,20-1 1,36 1-16,11-10 16,-1-9-16,-19-9 15,1-10 1,-20 1-16,-37 18 16</inkml:trace>
  <inkml:trace contextRef="#ctx0" brushRef="#br3" timeOffset="117300.51">29436 14814 0,'0'0'0,"0"0"16,0 0-16,0 0 16,0 0-1,0 0-15,0 9 16,0 9 0,0 19-16,0 19 15,0 8 1,0 1-16,0-10 15,0-18-15,0-18 16,0-19 0</inkml:trace>
  <inkml:trace contextRef="#ctx0" brushRef="#br3" timeOffset="117746.58">29483 14417 0,'0'0'16,"0"0"-16,0 0 16,19 9-1,28 9-15,19 1 16,-1-10-1,-8 0-15,-20-9 16,-8 10-16,-11-10 16,1 9-1,-9 0-15,-1 9 16,1 10 0,-1 18-16,-9 19 15,0 9 1,0 37-16,-9-1 15,-20-17-15,-8-1 16,-1-18 0,-9 0-16,9-19 15,1-9 1,-10-9-16,18-19 16,1-8-1,28-10-15</inkml:trace>
  <inkml:trace contextRef="#ctx0" brushRef="#br3" timeOffset="117952.55">30339 15146 0,'0'0'15,"0"0"-15,0 18 16,-10 10-1,-8 27-15,-29 28 16,-29 19 0,-8-10-16,-10-9 15,94-83-15</inkml:trace>
  <inkml:trace contextRef="#ctx0" brushRef="#br3" timeOffset="118496.78">30837 14629 0,'0'0'16,"0"0"-16,10-9 15,-1 0 1,1-10-16,-10 1 16,0 8-16,-10 1 15,-9 0 1,-18 0-16,-20 9 16,1 0-1,0 9-15,-1 19 16,10-1-1,19 1-15,9-10 16,10 1-16,9-1 16,18 1-1,29-10-15,29-9 16,8-18 0,-18-1-16,-9-9 15,-20 10-15,-8 0 16,-11 8-1,-8 10-15,-1 0 16,1 0 0,-1 10-16,0 8 15,10 19 1,9 0-16,10 0 16,0-19-16,-38-18 15</inkml:trace>
  <inkml:trace contextRef="#ctx0" brushRef="#br3" timeOffset="118916.88">31647 14084 0,'0'0'0,"0"0"16,0 0-1,0 0-15,-10 0 16,-9 10-16,-18-1 16,-20 0-1,1 10-15,-1-1 16,20-9 0,8 10-16,1-10 15,19 0-15,-1 0 16,10 1-1,0 17-15,10 20 16,-1 17 0,10 19-16,-10 19 15,1-10 1,-1 19-16,-9 0 16,0-10-16,0-18 15,10-28 1,-1-18-16,10-18 15,0-19 1,-19 0-16</inkml:trace>
  <inkml:trace contextRef="#ctx0" brushRef="#br3" timeOffset="119419.64">31901 14195 0,'0'0'0,"0"0"15,0 0-15,0 9 16,0 1-16,0-1 16,0 9-1,0 1-15,0 9 16,-10-1-1,10 10-15,-9 0 16,-1 9 0,-9 10-16,10-10 15,0 0 1,9-9-16,0 0 16,9-10-16,10 1 15,9 9 1,0-19-16,10 1 15,-10-1 1,-9-8-16,-10-1 16,1-9-16,-1 0 15,-9 0 1,0 0-16,0 0 16,0 0-1,0 0-15,0 0 16,0 0-16,0 0 15,0 0 1,0 0-16</inkml:trace>
  <inkml:trace contextRef="#ctx0" brushRef="#br3" timeOffset="120013.5">32202 14334 0,'0'0'0,"0"0"15,0 0 1,0 0-16,0 0 16,-10 0-16,-9 0 15,-18 0 1,-10 9-16,-10 0 16,1 10-1,-1 8-15,10 1 16,10 0-16,18-1 15,9 1 1,10 0-16,0-1 16,10 1-1,18 9-15,0 0 16,10 0 0,0 0-16,-10-10 15,-9 1-15,-1 0 16,-8-10-1,-10 10-15,0 0 16,-19-1 0,-19 10-16,-18 0 15,-10-9-15,0-10 16,-9-8 0,19-20-16,18 1 15,19-9 1,19 18-16</inkml:trace>
  <inkml:trace contextRef="#ctx0" brushRef="#br3" timeOffset="120529.56">32333 14121 0,'0'0'0,"0"0"16,0 0-16,0 0 16,10 0-1,18 0-15,10-9 16,9 9-1,0 0-15,0 0 16,-10 0 0,-9 0-16,-9 0 15,-9 0-15,-1 9 16,1 10 0,-1-1-16,0 19 15,1 9 1,-1 19-16,-9 27 15,0 19 1,-9 0-16,-1 0 16,1-10-16,-10-9 15,0-18 1,0-9-16,1-19 16,-1-18-1,-9-1-15,-19 1 16,-66 9-16,113-37 15</inkml:trace>
  <inkml:trace contextRef="#ctx0" brushRef="#br3" timeOffset="121479.83">18909 16669 0,'0'0'0,"0"0"15,0 0 1,0 0-16,0 0 16,0 0-1,0 0-15,0 9 16,0 28-1,9 28-15,1 8 16,9 10-16,-10-9 16,0 9-1,1-18-15,-1-19 16,-9-9 0,0-37-16</inkml:trace>
  <inkml:trace contextRef="#ctx0" brushRef="#br3" timeOffset="122131.92">19229 17730 0,'0'0'0,"0"0"16,0 0-1,-10-9-15,1 0 16,0-10-16,-1 10 15,-9 0 1,-9 0-16,-10 9 16,-18 9-1,0 18-15,-20 10 16,20 0 0,9 0-16,9 0 15,10 0-15,9-9 16,10-1-1,9-17-15,9-1 16,10 0 0,19-9-16,-1-9 15,20-19-15,-1-18 16,1-9 0,-20 9-16,1-1 15,-19 20 1,-10 8-16,0 10 15,1 0 1,-10 9-16,9 0 16,1 9-16,8 19 15,11 18 1,8 9-16,10 10 16,19-10-1,0-27-15,-66-28 16</inkml:trace>
  <inkml:trace contextRef="#ctx0" brushRef="#br3" timeOffset="122730.9">20010 16586 0,'0'0'16,"0"0"-16,0 0 16,0 0-1,0 0-15,0 0 16,0 0-1,0 18-15,9 28 16,0 28-16,10 18 16,0 1-1,0-1-15,9-9 16,0-18 0,-28-65-16</inkml:trace>
  <inkml:trace contextRef="#ctx0" brushRef="#br3" timeOffset="123346.17">20320 17426 0,'0'0'0,"0"0"15,0 0 1,0 0-16,0 0 16,0 18-16,9 19 15,-9 18 1,10 19-16,-1 0 16,1-9-1,-10-10-15,0-9 16,0-18-1,0-10-15,0 1 16,0-10 0,0-9-16,0 0 15,0 0-15,0 0 16,0 0 0,18-9-16,20-10 15,9-8 1,19 8-16,-10 10 15,10 0-15,-9 9 16,-10 9 0,-10 0-16,-8 0 15,-11 1 1,-8 8-16,-1 1 16,-9-1-1,-9 10-15,-19-1 16,-19 1-16,-10 0 15,1-19 1,9 0-16,9-9 16,0-9-16,10 0 15,0-10 1,28 19-16</inkml:trace>
  <inkml:trace contextRef="#ctx0" brushRef="#br3" timeOffset="124161.68">21515 16521 0,'0'0'0,"0"0"16,0 0-1,9 0-15,19-9 16,19 9-16,10 9 15,-10 0 1,9 10-16,-27-1 16,-1 10-1,-9 9-15,-10 18 16,-18 10 0,-10-10-16,-9 10 15,-1-10-15,1-18 16,9-9-1,10-10-15,-1 1 16,10-10 0,0 0-16,19 0 15,10 1 1,8-1-16,20 9 16,8 1-16,-18-1 15,-9 1 1,-10-1-16,-9 10 15,-9 0 1,-10 8-16,-10 1 16,-18 10-1,-19-11-15,-10 1 16,1 0-16,0-9 16,18-19-1,0 0-15,10-9 16,9 0-1,10-9-15,9 9 16</inkml:trace>
  <inkml:trace contextRef="#ctx0" brushRef="#br3" timeOffset="124863.23">22992 16595 0,'0'0'0,"0"0"15,0 0 1,0 0-16,0 0 16,0 0-1,0 0-15,0 0 16,0 0-16,0 9 15,-10 10 1,1 18-16,-10 27 16,-9 10-1,0 18-15,-1 10 16,11 9-16,8-1 16,10-17-1,10-10-15,8-10 16,11-17-1,8-10-15,1-9 16,0-19 0,-1-8-16,1-10 15,-1-10-15,-8-8 16,-1-1 0,-9-8-16,-1-10 15,-8 0 1,-10 0-16,0 0 15,-10 9 1,1 10-16,-10 0 16,-18 8-16,-10 10 15,-19 10 1,9 8-16,20-9 16,37-9-1</inkml:trace>
  <inkml:trace contextRef="#ctx0" brushRef="#br3" timeOffset="125679.63">24685 16955 0,'0'0'0,"0"0"15,0 0 1,0 0-16,0 0 16,0 0-1,0-9-15,0-10 16,-9-9-16,-1 1 15,1-1 1,-10 0-16,0 1 16,-9 8-1,-19 1-15,-10 18 16,1 0 0,0 9-16,9 10 15,9 8-15,10-8 16,18-1-1,10 10-15,10-1 16,18 20 0,19-1-16,19 18 15,9 1-15,-9 0 16,0-1 0,-10-8-16,-9-10 15,-19-9 1,-18-10-16,-1 1 15,-9-10-15,-9-8 16,-10-1 0,-19 0-16,1-9 15,-10-9 1,19 0-16,-1-1 16,11 1-1,8-9-15,10-19 16,19-28-16,37-9 15,29 1 1,9-10-16,-94 83 16</inkml:trace>
  <inkml:trace contextRef="#ctx0" brushRef="#br3" timeOffset="125985.57">25908 16521 0,'0'0'16,"0"0"-16,0 0 16,0 0-16,0 9 15,-9 19 1,-1 18-16,-9 19 15,1 27-15,-1 0 16,0 10 0,10 18-16,9-19 15,0-27 1,0-28-16,9-27 16,-9-19-16</inkml:trace>
  <inkml:trace contextRef="#ctx0" brushRef="#br3" timeOffset="126430.01">26350 16761 0,'0'0'15,"0"0"-15,0 0 16,0 9-1,10 28-15,-1 28 16,0 9-16,1 36 16,-1-8-1,1-19-15,-1-28 16,0-18 0,10-9-16,9-10 15,19-8 1,19-20-16,10-17 15,8-47 1,-18-9-16,-9-9 16,-20-1-16,-18 1 15,-19 18 1,-9 19-16,-10 9 16,-9 9-1,-29 9-15,-46 0 16,-20 28-16,-37 37 15,-18 56 1,-1 26-16,-19 11 16</inkml:trace>
  <inkml:trace contextRef="#ctx0" brushRef="#br3" timeOffset="127139.75">18043 16770 0,'0'0'0,"0"0"0,0 0 15,0 0 1,0 0-16,0 0 16,0 10-1,0 17-15,10 29 16,-1 36 0,1 37-16,8 28 15,11 9 1,-1 37-16,-9-27 15,0 8-15,-10-36 16,0-37 0,-9-28-16,0-28 15,0-27 1,0-10-16,0-18 16,0 0-16,-18-28 15,-20-55 1,38 83-16</inkml:trace>
  <inkml:trace contextRef="#ctx0" brushRef="#br3" timeOffset="129035.18">17714 16918 0,'0'0'0,"0"0"16,0 0-16,10-9 16,-1-1-1,10-8-15,18-10 16,10-9 0,19 1-16,19-1 15,18 0-15,10 0 16,28 0-1,-18 0-15,27-9 16,29 9 0,-10-9-16,10 0 15,9-1 1,10 1-16,-10 9 16,0 19-16,38-1 15,-19 10 1,37-9-16,-27 8 15,9 10 1,-10-9-16,29 0 16,-20 0-16,-8 0 15,-10 9 1,-10 0-16,1 0 16,-10 9-1,9 0-15,-8 9 16,8-8-1,-18 8-15,9 10 16,-9-10-16,-10 1 16,19-1-1,-18 1-15,18-10 16,-10 0 0,1 0-16,0 1 15,0-10 1,-10-10-16,0 1 15,1 0-15,18 0 16,-19-1 0,1 1-16,-1 0 15,0 0 1,-9 0-16,0-1 16,-28 1-16,-1-9 15,-8-1 1,-10 10-16,-29 0 15,-18-1 1,-19 10-16,-9 0 16,-10 0-1,-9 0-15,0 0 16,-10 0-16,0 0 16,-9 0-1,0 0-15,0 0 16,0 10-1,10-1-15,-10 9 16,0 10-16,0 0 16,0 9-1,-10 9-15,1 9 16,0 1 0,-1 17-16,1 20 15,9-1-15,0 0 16,0 1-1,9-1-15,1 0 16,-1 1 0,0-20-16,1 1 15,-10 0 1,0 0-16,0 0 16,0-10-16,0-18 15,-10-9 1,1 0-16,0-9 15,-1 0 1,1-1-16,-10-8 16,-9 9-1,-10-1-15,-18 10 16,-29 0-16,-9 9 16,-9 0-1,-20 0-15,-8 1 16,-11-1-1,-27-9-15,0 0 16,-1 0 0,-37-10-16,10 1 15,-29-10-15,19 10 16,-28-9 0,9-1-16,-18 0 15,8 10 1,-8-9-16,9 18 15,-10-10-15,0 19 16,10-9 0,-9-9-16,8 0 15,1-1 1,10 1-16,-1-10 16,0 1-16,0-1 15,10-8 1,-1-1-16,10-9 15,19 0 1,0-9-16,19 9 16,0 0-1,9 0-15,9 0 16,10 0-16,0 9 16,19-9-1,9 9-15,-10-9 16,10-9-1,1 9-15,18-9 16,-1-1 0,-8 1-16,-1 0 15,20-10-15,18 10 16,-19 0 0,10-9-16,0-1 15,0-9 1,9 1-16,19 8 15,0-8-15,18 8 16,11 10 0,-1-10-16,0 10 15,10 0 1,9 9-16,-10-9 16,10 9-1,0 0-15,0-9 16,-9-1-16,-1-8 15,10 18 1</inkml:trace>
  <inkml:trace contextRef="#ctx0" brushRef="#br3" timeOffset="140198.49">19407 17610 0,'0'0'0,"0"0"16,0 0-16,0 0 16,0 0-1,0 0-15,0 0 16,0 9-1,0 1-15,0-1 16,0 0 0,10 10-16,-1-1 15,-9 0-15,0 10 16,0 9 0,0 0-16,0 9 15,0 10 1,0 17-16,0 1 15,0 0-15,0-9 16,0-10 0,-9-18-16,9-37 15</inkml:trace>
  <inkml:trace contextRef="#ctx0" brushRef="#br3" timeOffset="140697.24">18834 17527 0,'0'0'0,"0"0"16,-10 0 0,-9 9-16,1 10 15,-11-1 1,1 28-16,-9 10 16,-1 18-16,10 18 15,9 37 1,9-18-16,10-19 15,19 0 1,9-8-16,10-29 16,56 111-1</inkml:trace>
  <inkml:trace contextRef="#ctx0" brushRef="#br3" timeOffset="141417.54">20169 17536 0,'0'0'0,"0"0"15,0 0-15,-9 10 16,0 8 0,-1 10-16,1 18 15,-1 18-15,1 10 16,9 19 0,9-1-16,1-18 15,9-19 1,9-18-16,0-19 15,10-8 1,-38-10-16</inkml:trace>
  <inkml:trace contextRef="#ctx0" brushRef="#br3" timeOffset="141863.57">20809 17241 0,'0'0'0,"0"0"16,0 0-16,10 0 15,-1 9 1,0 0-16,10 1 15,0 17-15,19 10 16,-1 9 0,1 19-16,-10 27 15,0 28 1,-18 28-16,-10 37 16,0 45-16</inkml:trace>
  <inkml:trace contextRef="#ctx0" brushRef="#br3" timeOffset="147430.44">12183 378 0,'0'0'0,"0"0"16,0 0-16,0 0 15,0 0-15,0 0 16,-10 0 0,10 0-16,0 0 15,0 0 1,0 0-16,0 0 15,57-18-15,65-56 16,-9 28 0</inkml:trace>
  <inkml:trace contextRef="#ctx0" brushRef="#br3" timeOffset="205132.41">31317 6230 0,'0'0'0,"0"0"0,0 0 16,0 0 0,19 0-16,19 0 15,18 9 1,19 10-16,10-1 15,-10 19 1,-9 0-16,-9 9 16,-20 0-16,1 19 15,-10 18 1,-9 18-16,-10 19 16,1 10-1,-10 8-15,0 10 16,-10 18-16,1 0 15,-10-9 1,10 18-16,9-9 16,0 1-1,9-20-15,19-17 16,10-20 0,28 1-16,9-9 15,10-29-15,18 1 16,-9-18-1,0-19-15,-18-10 16,-20-8 0,-18-1-16,-10 1 15,-9-10 1,-10 9-16,1 10 16,-10 0-16,-10 18 15,-9 18 1,-9 1-16,-10 27 15,-9 10 1,-9 9-16,0-1 16,-10 1-16,0 18 15,19-18 1,9 9-16,19-9 16,-9 18-1,19-9-15,9-9 16,9 0-1,10-1-15,9-17 16,10-1-16,-1 0 16,1 0-1,0 1-15,9 8 16,-10-27 0,1 0-16,0 27 15,-10 1-15,0 0 16,-9-10-1,0 19-15,-10-10 16,1-9 0,-10 1-16,-10-29 15,1 10-15,-10 0 16,-28 0 0,-19 0-16,-56 27 15,122-101 1</inkml:trace>
  <inkml:trace contextRef="#ctx0" brushRef="#br4" timeOffset="-144697.07">2465 2732 0,'0'0'0,"0"0"0,0 0 15,0 0-15,0 0 16,0 0 0,0 0-16,0 0 15,0 0 1,0 0-16,9 9 16,10 0-1,0 1-15,18-1 16,1 0-16,9 0 15,10-9 1,8 10-16,1-10 16,0 0-1,9 0-15,1-10 16,-11 10 0,1-9-16,-9 9 15,-20 0-15,1 0 16,0 0-1,-10 0-15,0 0 16,-28 0 0</inkml:trace>
  <inkml:trace contextRef="#ctx0" brushRef="#br4" timeOffset="-144197.07">2239 2815 0,'0'0'0,"0"0"15,9-9-15,10 0 16,9-1-1,10-8-15,0 9 16,18-10 0,10 10-16,9 0 15,0 0-15,-9-1 16,0 10 0,9 0-16,1 0 15,-1 0 1,0 0-16,0 0 15,-9 10-15,-66-10 16</inkml:trace>
  <inkml:trace contextRef="#ctx0" brushRef="#br4" timeOffset="-140380.43">4290 988 0,'0'0'0,"0"0"0,0 0 16,0 0-1,9-10-15,1 10 16,-1-9-16,-9 9 16,9 0-1,1 0-15,-1-9 16,1 0-1,-1-1-15,10 10 16,0-18-16,-1 9 16,1 0-1,10 9-15,-11-10 16,11 10 0,-11 0-16,11 0 15,-1 0 1,0 0-16,0 0 15,0 10-15,1-1 16,8 0 0,10 9-16,10-18 15,-1 0 1,1 0-16,-1 0 16,-9 0-16,10 0 15,-10 0 1,0 0-16,0 0 15,9-18 1,1 9-16,-10-10 16,0 1-1,0 9-15,-10-19 16,1 19-16,0-1 16,-10 10-1,9-18-15,-8 9 16,8 9-1,1 0-15,0 0 16,-1 0-16,10 9 16,-9 9-1,0-18-15,9 10 16,-10-1 0,1 0-16,-1 10 15,10-19 1,-9 9-16,0-9 15,-1 0-15,1 0 16,0 0 0,-1-9-16,1 9 15,0-19 1,9 1-16,-10 8 16,10-17-1,-9 8-15,-1 1 16,-8 9-16,8-10 15,1 10 1,0 9-16,-1 0 16,10 0-1,0 0-15,10 9 16,-1 10-16,1-10 16,-1 9-1,-9 1-15,-9-19 16,-1 9-1,10 9-15,-9-18 16,9 0 0,-9 0-16,9 0 15,0-18-15,0 9 16,0-10 0,0 1-16,0 9 15,0-19 1,0 9-16,9 1 15,1 9 1,9-10-16,0 10 16,9 9-16,0 0 15,-9 0 1,28 9-16,-19 10 16,1-19-1,8 9-15,1 0 16,-10 0-16,10-9 15,-10 19 1,-9-19-16,-10 0 16,1-19-1,9 1-15,9-10 16,-19 1 0,104-47-16</inkml:trace>
  <inkml:trace contextRef="#ctx0" brushRef="#br4" timeOffset="-119096.49">6096 3756 0,'0'0'0,"0"0"16,-19 10-16,-9 8 15,-10 10 1,1 0-16,-10 18 16,0 18-1,0 10-15,-10 9 16,1 9-16,-29 10 15,0 9 1,-18 9-16,-10-9 16,19-19-1,-19 9-15,28-27 16,10 0 0,19-19-16,18-8 15,10-11-15,18-17 16,10-19-1</inkml:trace>
  <inkml:trace contextRef="#ctx0" brushRef="#br4" timeOffset="-118546.76">6247 4375 0,'0'0'0,"0"0"15,0 0-15,0 9 16,9 19 0,-9 18-16,9 19 15,1 18-15,-1 18 16,-9 10 0,10-19-16,-10 0 15,0-18 1,-10 0-16,1-9 15,-1-19-15,1-9 16,0-9 0,9-19-16,0-9 15</inkml:trace>
  <inkml:trace contextRef="#ctx0" brushRef="#br4" timeOffset="-87139.8">1072 5169 0,'0'0'0,"0"0"0,19-19 16,19 1-1,9-19-15,19-9 16,9-10-1,19 1-15,-9 9 16,-1 0 0,1 9-16,-10 9 15,-9 0-15,0 10 16,-19-1 0,-47 19-16</inkml:trace>
  <inkml:trace contextRef="#ctx0" brushRef="#br4" timeOffset="-86873.5">884 5353 0,'0'0'16,"0"0"-16,19-18 16,38-28-1,46-28-15,38-9 16,10 0-16,9 9 16,-10 9-1,-150 65-15</inkml:trace>
  <inkml:trace contextRef="#ctx0" brushRef="#br4" timeOffset="-85428.91">8062 6775 0,'0'0'0,"0"0"15,10 0-15,8 0 16,11 0-16,8-10 16,10 1-1,0 0-15,10 0 16,-1-1 0,-9 1-16,0 0 15,0 0-15,-9-1 16,-10 1-1,0 0-15,-9 9 16,0 0 0,-19 0-16</inkml:trace>
  <inkml:trace contextRef="#ctx0" brushRef="#br4" timeOffset="-84629.23">14130 6719 0,'9'0'0,"29"-9"16,28 0-1,0-1-15,18 1 16,-8 0 0,-11-9-16,-65 18 15</inkml:trace>
  <inkml:trace contextRef="#ctx0" brushRef="#br4" timeOffset="-71396.42">8457 13826 0,'0'0'0,"0"0"16,0 0-16,0 0 16,10 0-16,8 0 15,20 0 1,28-9-16,9 0 16,19-10-1,19 1-15,-9-1 16,-1 1-1,-9-1-15,0-8 16,-18 8-16,-20 1 16,0 8-1,-18 10-15,-10 0 16,-28 0 0</inkml:trace>
  <inkml:trace contextRef="#ctx0" brushRef="#br4" timeOffset="-69629.29">22634 6784 0,'0'0'0,"0"0"16,0 0-1,0 0-15,0 0 16,10 0-1,8 0-15,1-9 16,19-1-16,28 1 16,18-9-1,20-1-15,-1 1 16,20-1 0,-10 10-16,-113 9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0T08:00:14.7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2371 4587 0,'0'0'0,"0"0"16,0 0-16,0 0 16,0 0-1,0 9-15,0 1 32,0-1-32,0 0 15,0 10-15,0-1 16,-10 10-1,1 9-15,-1 27 16,1 1 0,0-1-16,-1 19 15,1-9-15,-1 0 16,1 18-16,9-36 16,0-10-1,0-18-15,0-10 16,0-9-1,0-9-15,0 0 16,0-9-16,0 9 16</inkml:trace>
  <inkml:trace contextRef="#ctx0" brushRef="#br0" timeOffset="786.41">2850 4827 0,'0'0'16,"0"0"-16,0 0 15,0 0 1,0 0-16,0 0 15,0 0 1,0 0-16,0 0 16,-9 0-16,-10 9 15,0 1-15,1 17 16,-11 10 0,1 0-1,-9 18-15,-1 1 16,10 8-16,9-8 15,0 8 1,19-8-16,0-1 0,9-9 31,10-9-31,0-18 0,9-1 16,10 1-16,0-10 16,9-18-1,0-1-15,9-17 16,-9-10-1,10 0 1,-10 0-16,-10-9 16,-9 0-1,-9 9-15,0-9 16,-10-1 0,-18 1-16,0 9 15,-10 0-15,-9 1 16,-10-1-16,10 18 15,0 10-15,-10 0 16,10 9 0,-10 9-16,10 9 15,9 10 1,0 9 0,19-37-1</inkml:trace>
  <inkml:trace contextRef="#ctx0" brushRef="#br0" timeOffset="2545.09">4760 4910 0,'0'0'0,"0"0"16,0 0-16,0 0 16,-9-9-1,-1-10-15,1 10 16,0-9-1,-1-1-15,-9 1 16,-9-1-16,-10-8 16,-9 8-16,-9 1 31,9 18-15,-10 0-16,1 9 15,9 0 1,-9 10-16,18 8 15,0 1-15,19 0 16,10-1-16,9 1 16,9 0-16,10 0 15,19 8 1,9-8-16,19 9 16,0-9-1,-10-1-15,-9-8 16,-9 9-16,-10-10 15,-9 10-15,-10-1 16,-9 10 0,-9 0-16,-10 0 15,-9 0 1,0-9 0,-1-10-1,1 1-15,0-10 16,9-9-16,0 0 15,0-9 1,1-10-16,8-8 16,10-10-1,28-37-15,19 0 0,29-28 16,8 10 0,-84 92-16</inkml:trace>
  <inkml:trace contextRef="#ctx0" brushRef="#br0" timeOffset="3764.98">5880 4790 0,'0'0'0,"0"0"16,0 0-16,0 0 16,0 0-1,0 0-15,0-9 16,9-10 0,10 1-16,9-10 15,19 1 1,0-1-1,0 10-15,0 8 16,-9 1 0,-1 18-16,-18 1 15,0-1-15,-9 9 16,-1 1 0,-18 18-16,-10-1 15,-10 11-15,1 8 16,0 0-16,9-27 15,0 0 1,10-10-16,0-9 16,-1 1-1,10-10-15,0 0 0,10 9 16,18 0 0,9-9-16,20 0 15,-1 9 1,-9 1-16,-9-1 15,-19 0 1,0 0 0,-10 1-16,0 8 15,-18 19 1,-10 9-16,-18 0 16,-10 0-1,-10 1-15,-9-11 16,-9 1-16,19-9 15,-10-10-15,0-8 16,9-20-16,20 1 16,9-9-1,28 18-15</inkml:trace>
  <inkml:trace contextRef="#ctx0" brushRef="#br0" timeOffset="4804.06">7780 4624 0,'0'0'15,"0"0"-15,0 0 16,0 0-1,0 0-15,0 0 16,0 0 0,0 0-16,0 0 0,0 0 15,9 9 1,1 10-16,-1 8 16,1 20-1,-10 45-15,0-9 16,-10 9-16,1-9 15,-1 10-15,-8-20 16,8-8 0,1-19-16,-1-27 15,1-1 1,9-9-16,0-9 16,0 0-16</inkml:trace>
  <inkml:trace contextRef="#ctx0" brushRef="#br0" timeOffset="6290.65">9059 4624 0,'0'0'0,"0"0"16,0 0-16,0 0 16,0 0-1,0 0 1,0 0-1,0 0-15,0 0 16,0 0-16,19 0 16,9 0-1,38 0-15,9 0 16,29-9 0,-10 0-16,-19-1 0,-9 1 15,-19 0 1,-19 9-16,1 0 15,-11 0 1,1 0-16,-9 0 31,-1 0-31,-9 0 16,0 0-16,0 0 16,0 0-1,0 9-15,0 10 16,-9 27-16,-10 28 15,-9 27 1,-1 28-16,1 1 16,0-1-1,19-18-15,-1-28 16,10-28-16,0-55 16</inkml:trace>
  <inkml:trace contextRef="#ctx0" brushRef="#br0" timeOffset="9292.79">11298 4292 0,'0'0'16,"0"0"-16,0 0 15,0 0 1,0 0-16,0 0 16,0 0-16,0 0 15,-9 9-15,-1 0 16,-8 10 0,-11 18-16,1 9 31,-9 9-31,-1 19 15,0 0-15,1 18 16,-1 10 0,10-10-16,9-9 15,0-18-15,10 8 16,9-17-16,0-19 31,9-10-31,1-8 16,8-1-16,20-8 15,9-10 1,19-10-16,9-17 16,-9-1-16,-19 0 15,0 1 1,-9-1-16,-19 0 16,-10 10-16,0-10 15,-9 10-15,0-10 31,-18 0-31,-11 10 16,-27-1 0,-29 1-16,10 9 15,-19 18-15,0 9 16,9 10-16,85-28 16</inkml:trace>
  <inkml:trace contextRef="#ctx0" brushRef="#br0" timeOffset="10593.44">3659 3553 0,'0'0'0,"0"0"0,0 0 16,0 0-1,0 10-15,0 8 16,0 19-16,0 18 15,-9 38 1,0 27-16,-1 27 31,10-17-31,0 45 16,0-9 0,-9 19-16,-1-1 15,1-18-15,-10 1 16,0 8-1,-9-9-15,9-37 16,10-18-16,-10-19 16,10 1-16,-1-29 15,1-18 1,9 0-16,0-18 16,0-9-16,0-10 15,9 0 1,-9-9-16,19 0 15,-19 0-15</inkml:trace>
  <inkml:trace contextRef="#ctx0" brushRef="#br0" timeOffset="13918.88">3020 6341 0,'0'0'0,"0"0"0,0 0 16,0 0-1,0 0-15,0 0 16,0 0-16,0 0 31,0 9-15,9 0-16,10 10 15,9-1-15,10 10 16,18 9 0,1 0-16,9 0 15,-1 9-15,20 0 16,-10 0-1,1-9-15,-11-9 16,1-1-16,-9 1 16,-1-10-1,-9 1-15,-9-10 16,-10-9-16,-28 0 16</inkml:trace>
  <inkml:trace contextRef="#ctx0" brushRef="#br0" timeOffset="14373.52">4036 6618 0,'0'0'0,"0"0"15,0 0-15,0 0 32,0 9-32,0 0 15,9 10-15,1-1 16,-1 10 0,0-10-16,1 10 15,9 0-15,-10-10 0,10 0 16,-10 1-1,1-10-15,-1 0 16,0 1-16,1-1 16,-10 0-1,0-9-15,0 0 32,0 0-32,-10 9 15,-8 1-15,-20 8 16,-9 0-1,-9 10-15,-1-9 16,1-1 0,9 1-16,47-19 15</inkml:trace>
  <inkml:trace contextRef="#ctx0" brushRef="#br0" timeOffset="15076.08">4412 7458 0,'0'0'0,"0"0"15,0 0-15,0 0 16,0 0-1,0 18-15,9 19 16,1 18 0,9 28-1,-10 10-15,1 27 16,-1-46-16,0-10 16,1-9-16,-1-27 15,1-19 1,-10-9-16</inkml:trace>
  <inkml:trace contextRef="#ctx0" brushRef="#br0" timeOffset="15624.2">4911 7559 0,'0'0'0,"0"0"16,0 0-16,-10 9 16,1 10-16,-1-10 15,-8 19-15,-1-1 16,0 10-1,0 9-15,10-9 16,-1 10-16,10-11 16,0 1 15,10-9-31,-1-9 16,10-1-16,9-9 15,10-9-15,9-9 16,9-9-1,1-19-15,-1-10 16,-9 11 0,-19-1-16,-9 0 15,0-19-15,-9 10 16,-10-9 0,-10 18-16,-18-9 15,-19 9 1,-19 9-16,-9 19 15,9 9-15,0 18 16,0 28-16,0 19 16,66-65-1</inkml:trace>
  <inkml:trace contextRef="#ctx0" brushRef="#br0" timeOffset="17129.8">3067 7624 0,'0'0'0,"0"0"15,9-10 1,1 1-16,8-9 16,11-1-16,-11 1 15,-8-1 1,-1 1-16,1-1 15,-10 10-15,0 0 16,-10-9-16,-18-1 16,-10 10-1,-9 0-15,-18 9 16,-1 9 0,9 9-16,10 1 15,19-1-15,9 1 16,10 8-16,9 1 15,9 0 1,19 9-16,19 9 16,10 9-1,-10-9 1,0 1-16,0 8 16,-9 0-1,-20-18-15,-8 0 16,-10 0-1,0 0-15,-10 0 16,-8 0-16,-1-10 16,-9-8-16,-1-1 15,1-8 1,0-10 0,9 0-16,0-10 15,0-8-15,1-19 16,-1-18-1,19-19 1,19-18-16,9-10 16,19-9-1,-47 111-15</inkml:trace>
  <inkml:trace contextRef="#ctx0" brushRef="#br0" timeOffset="19688.87">6425 7467 0,'0'0'15,"0"0"-15,0 0 16,0 0-16,0 0 16,0 0-16,0 0 31,0 0-31,0-9 16,-9-1-16,-1 1 0,1 0 15,9 0 1,0-1-16,0-8 15,9-1-15,10-8 16,9-10 0,10 9-16,19 1 31,-1 8-31,0 1 16,-9 18-1,-9 0-15,-10 9 16,-9 9-16,-9 1 15,-10 27-15,-19 9 16,-19 28 0,0-18-16,1-10 15,-1-9 1,19-9-16,1-9 16,8-9-16,10-1 15,0-9-15,10 10 16,18-1-1,9 1-15,20-1 16,9 1 0,0-1-1,-10 0-15,-18 1 16,-10-1 0,-9 10-16,-10-9 15,-9 8-15,-9 10 16,-20 0-1,-18 0-15,-9-9 16,-19-1-16,-1-17 16,11-10-1,-1-10-15,0 1 16,19 0-16,9 0 16,10-1-1,19-8-15,9 18 16</inkml:trace>
  <inkml:trace contextRef="#ctx0" brushRef="#br0" timeOffset="20106.27">8109 7227 0,'0'0'15,"0"0"-15,0 0 16,-9 18 0,-1 10-1,-8 27-15,-11 38 16,11-1-16,8 19 16,1-10-1,9 19-15,9-37 16,1 0-1,-10-37-15,9-18 16,-9-28-16</inkml:trace>
  <inkml:trace contextRef="#ctx0" brushRef="#br0" timeOffset="20824.74">9417 7513 0,'0'0'0,"-10"-9"16,1-1-16,0 1 15,9 9 1,0 0-16,0 0 15,0 0-15,0 0 16,0 0 0,18 0-1,20-9 1,18 0-16,20 0 16,18-10-1,9 10-15,-18-10 16,-29 10-16,-9 0 15,-18 0 1,-1 9-16,-9 0 16,-10 0-16,1 0 15,-10 0-15,0 0 16,0 0 0,0 0-16,0 0 15,0 9 1,-10 28-1,-9 18-15,-9 10 16,-10 9 0,1 27-16,-10 19 15,9-9 1,10-37-16,0 0 16,9-10-16,19-27 15,0-9-15,0-28 16</inkml:trace>
  <inkml:trace contextRef="#ctx0" brushRef="#br0" timeOffset="21473.87">11223 7015 0,'0'0'0,"0"0"16,0 0-16,0 0 16,0 0-16,-9 9 15,-1 0-15,-9 28 16,-9 18 0,0 28-16,0 28 15,9 0-15,0 9 31,10 0-31,9-9 16,0-19 0,9 0-16,10-27 15,9-19 1,0-18-16,10-1 16,9-17-16,9-1 15,-8-18-15,-11-1 16,1-8-16,-10-10 15,-9 0 17,0-18-32,-10 0 0,0 0 15,-9 9-15,-9 9 32,-19 1-32,-29-1 15,-18 10-15,-19 27 16,-28 28-1,18 9-15,104-46 16</inkml:trace>
  <inkml:trace contextRef="#ctx0" brushRef="#br0" timeOffset="22660.94">724 7614 0,'0'0'0,"0"0"16,0 0-16,0 0 15,0 10-15,0 17 16,0 20-16,-18 26 16,18 20-1,0-1-15,18 19 16,-18-1-1,0-17-15,10 8 16,-10-27 0,0-18-1,0-10-15,0-19 16,0-17 0,0-10-16</inkml:trace>
  <inkml:trace contextRef="#ctx0" brushRef="#br0" timeOffset="23129.97">574 7734 0,'0'0'0,"0"0"15,0 0 1,19-18 0,-1-10-16,-8 10 0,28-10 15,27 0 1,29-8-16,-28 8 15,0 9-15,0 10 16,-19 9 0,-19 9-16,10 1 15,-29 8-15,10 10 16,0 9 0,-38 9-16,0 9 15,-9 19-15,-10 0 16,-9-9-1,-9-1-15,18-18 32,-9 0-32,47-46 15</inkml:trace>
  <inkml:trace contextRef="#ctx0" brushRef="#br0" timeOffset="23600.37">1580 7633 0,'0'0'0,"0"0"15,0 18 1,0 10-16,0 18 16,10 28-16,-1 37 15,1-19-15,8 19 16,1-19 0,-9-18-16,9-9 15,-1-28 1,-18-10-1,10-8-15,-10-19 16</inkml:trace>
  <inkml:trace contextRef="#ctx0" brushRef="#br0" timeOffset="24133.62">1223 7864 0,'0'0'0,"0"0"15,0 0 1,0 0-16,0 0 16,0 0-16,0 0 31,19-10-31,-10 1 16,29-18-1,28-20-15,-10-8 16,10 0-16,-10 8 15,-9 1 1,0 19-16,-9-1 16,-10 19-16,-9-1 15,-19 10-15</inkml:trace>
  <inkml:trace contextRef="#ctx0" brushRef="#br0" timeOffset="24449.39">1449 8851 0,'0'0'0,"0"0"15,0 0-15,0 0 16,19-9 0,9-19-16,28-9 15,19-18-15,20 0 16,-1-1 0,-10 1-16,-8 0 15,-1-10-15,-75 65 16</inkml:trace>
  <inkml:trace contextRef="#ctx0" brushRef="#br0" timeOffset="25622.92">2531 7135 0,'0'0'0,"0"0"16,0 9-16,9 9 15,0 19-15,10 28 16,0 27-16,0 37 15,0 10 1,-1 27-16,-8 0 16,-1 0-1,1-9 1,-1-37-16,10 9 16,-10-27-1,1-19-15,-1-28 16,-9-18-1,0-18-15,0-10 16,0-9-16,0 0 16,0 0-16</inkml:trace>
  <inkml:trace contextRef="#ctx0" brushRef="#br0" timeOffset="27374.65">2531 7162 0,'0'0'15,"0"0"-15,0 0 16,0 0 0,0 0-16,18 0 15,20 0-15,28-9 16,19 9 0,18 0-16,19 0 31,1 0-31,-10 0 15,-10 0-15,10 0 16,19 0 0,-20 0-16,11 0 15,27 0 1,-27 0-16,8 0 16,20 0-16,-10 0 15,19-9-15,9-10 16,-18 1-1,-1-1-15,20 10 16,-29 0-16,19 0 16,9-1-16,-9-8 15,9 9 1,1 9-16,-11-9 16,11 9-1,-1 0-15,0 0 16,1-10-16,-20 10 31,20 19-31,-10-10 16,-10 0-16,10-9 15,0 0 1,0 0-16,0 0 16,19 0-16,-20-9 15,30 0 1,-29 0-16,18-10 15,-8 10 1,-10-10-16,9 10 16,0 0-16,-18 9 15,18-9 1,-28-10 0,10 1-1,-1 9-15,-18-10 16,0 1-16,-1 8 15,-8-8 1,-11 9-16,1-10 16,-19 10-1,1 0-15,-20 0 16,-9-1-16,-19 10 16,0 0-16,-10 10 15,1-1 1,-10 0-16,0 9 15,1 10 1,-1 0-16,-9 9 16,-1 18-16,1 10 15,-9 9-15,-1-1 16,1 20 0,-1 17-16,-9-8 15,0 0-15,9-10 16,1 0-1,-1 0 1,-9-8 0,0-11-16,10-8 15,-10-10-15,0-9 16,0 1 0,0-10-16,0-1 15,-10 1-15,1-9 16,-10 0-16,-9 9 15,-10-10 1,-18 1-16,-20 9 31,-27 0-31,-10-9 16,-19-1 0,-37-8-16,9-1 15,-19 1-15,-9-1 16,-19 1-1,0-1-15,-9 10 16,-19-1 0,28 1-16,-38 9 0,19-9 15,-18-1 1,9-8-16,-10 18 16,10-19-16,-10 1 15,1-1-15,-1 1 16,10-19-1,0 9-15,-1-9 16,20 0 0,-19 0-1,19 0 1,-20-9-16,11-1 16,-1 1-1,19-9-15,0-1 16,19-8-1,9 8-15,0-18 16,19-9-16,-9 0 16,18 9-16,1-9 15,9 9 1,0 0-16,28 18 16,9-8-16,-9-1 15,10 0 1,18 10-16,19 0 15,1-1-15,18 10 16,0-10-16,47 19 16</inkml:trace>
  <inkml:trace contextRef="#ctx0" brushRef="#br0" timeOffset="28161.29">5607 6498 0,'0'0'0,"0"0"15,0 9-15,0 9 16,0 19 0,0 37-16,9 28 15,1 27 1,-1-18-16,0 55 0,1-28 16,-1 38-1,-9-10-15,10 28 16,-1-10-1,10 1-15,0 18 16,-10 9-16,10-46 31,9 0-31,0-18 16,-28-148-16</inkml:trace>
  <inkml:trace contextRef="#ctx0" brushRef="#br0" timeOffset="30523.57">4262 5778 0,'0'0'15,"0"0"-15,0 0 16,0 0-1,0 0-15,0 0 16,0 0-16,0 0 16,0 0-16,0 0 15,0 9 1,0 0-16,0 28 16,0-9-16,0 18 15,0 9-15,9 19 31,-9 0-31,9 0 0,1-28 16,-1-9 15,1-9-31,-10-19 16,0-9-16</inkml:trace>
  <inkml:trace contextRef="#ctx0" brushRef="#br0" timeOffset="30987.05">4628 5815 0,'0'0'0,"0"0"15,0 0-15,0 0 16,0 9-1,0 0-15,-9 10 16,0 8 0,-10 1-1,0 0-15,0-1 16,-9-8 0,0-1-16,0 1 15,9-1-15,0-9 16,9 1-1,1-1-15,9-9 16,0 9-16,0-9 16,0 0-16,0 9 15,9 1 1,10 8-16,10 0 16,8 1-16,1-1 31,18 1-16,1-1-15,9 1 16,-1-1-16,-65-18 16</inkml:trace>
  <inkml:trace contextRef="#ctx0" brushRef="#br0" timeOffset="32028.23">5155 6055 0,'0'0'0,"0"0"16,0 0-16,0 0 16,0 0-1,0 0-15,0 9 16,0 0-16,-9 10 16,-1-1-1,1 19 1,-10 9-1,-9 19-15,-10 9 16,-9-10-16,-9 1 16,-1-1-1,-8 1-15,65-65 16</inkml:trace>
  <inkml:trace contextRef="#ctx0" brushRef="#br1" timeOffset="39997.33">5466 5778 0,'0'0'0,"0"0"0,0 0 16,0 0-16,0 0 31,0 0-31,0 9 15,0 0 1,0 10-16,9 8 16,1 10-16,-1 0 15,0 0 1,1 0-16,-1 9 16,-9 0-1,0 0-15,10 10 16,-10-19-16,0 0 15,0 0 1,-10-10-16,1-8 16,-1-1-16,1 1 15,0-10-15,-1 9 16,-9-8 0,0-1-16,-9 0 15,0 0-15,0-9 16,-10 0 15,10-9-31,0-9 16,28 18-16</inkml:trace>
  <inkml:trace contextRef="#ctx0" brushRef="#br1" timeOffset="40476.17">5268 5399 0,'0'0'16,"0"0"-16,-9 10 31,-1 8-31,1 10 16,0-1-1,9 10-15,0 0 16,9-9-1,0-10-15,1-8 16,9-1-16,9-9 16,0-9-16,0-1 15,-9 1-15,-10 0 16,1 0 0,-10 9-16,0 0 15,0 0 1,0 0-1,-10 0 1,-8 0-16,18 0 16</inkml:trace>
  <inkml:trace contextRef="#ctx0" brushRef="#br1" timeOffset="41538.48">2643 6165 0,'0'0'0,"0"0"16,0 0-16,0 0 16,0 0-16,0 0 15,0 0 1,0 0-16,10 10 16,-1 8-16,1 10 31,-10 9-31,0 9 15,0 9 1,9 1-16,1-10 16,-1-9-16,0-10 15,1-8 1,9-10-16,-19-9 16</inkml:trace>
  <inkml:trace contextRef="#ctx0" brushRef="#br1" timeOffset="42008.2">2578 5796 0,'0'0'0,"0"0"16,0 0 0,0 0-16,0 0 15,0 9-15,9 1 16,0 8-1,1-9-15,-1 1 16,10-1 0,0 0-1,-10-9-15,10 0 16,0 0 0,-10-9-16,1 9 15,-1-9 1,-9 9-16,0 0 15,0 0-15,0 0 16,-9 0-16,-10 9 16,-9 9-1,28-18-15</inkml:trace>
  <inkml:trace contextRef="#ctx0" brushRef="#br1" timeOffset="48900.91">6510 9248 0,'0'0'0,"0"0"0,0 0 16,0 0-1,0 0-15,0 0 16,0 0-16,0 0 15,0 0-15,0 0 16,0 9-16,0 10 16,0 18-1,0 9-15,0 0 16,0 19 0,-9 27-1,-1 19-15,1-28 16,9-9-1,-10-10-15,10-8 16,0-10 0,0-9-16,0-28 15,0-9-15,0 0 16</inkml:trace>
  <inkml:trace contextRef="#ctx0" brushRef="#br1" timeOffset="49321.46">6707 9451 0,'0'0'0,"0"0"15,0 0-15,10 0 32,-1 0-32,1 9 0,-10-9 15,0 10 1,0 8-16,-10 10 15,-9-1 1,-9 10 0,0-9-16,0 0 15,-10-1 1,10-8-16,9-1 16,0-8-16,10-1 15,0 0 1,9-9-16,0 0 15,0 0-15,0 9 16,9 1 0,10-1-16,9 0 15,0 9-15,10 1 16,-1-1 0,1 1-1,0-10 1,-1 0-16,-37-9 15</inkml:trace>
  <inkml:trace contextRef="#ctx0" brushRef="#br1" timeOffset="49958.17">7225 9839 0,'0'0'15,"0"0"-15,0 0 16,0 0 0,0 9-16,0 9 15,0 19 1,-10 19-16,-8 27 0,-1-9 31,-9 9-31,9-28 16,-9-9-1,28-46-15</inkml:trace>
  <inkml:trace contextRef="#ctx0" brushRef="#br1" timeOffset="50590.73">7676 9645 0,'0'0'0,"0"0"16,0 0 0,0 18-16,0 10 15,0 9 1,0 9-16,10 19 0,-10-10 16,0 19-1,0 0-15,0-19 16,0 1-1,0-10-15,0-9 16,-10-10-16,1-8 31,0-1-31,-1 1 16,-9-1 0,-9 1-16,-9-10 15,-1-9-15,-9 0 16,0-9-1,-10-10-15,57 19 16</inkml:trace>
  <inkml:trace contextRef="#ctx0" brushRef="#br1" timeOffset="51055.58">7498 9387 0,'0'0'0,"0"0"15,0 0-15,0 0 16,0 0-16,0 9 15,0 0 1,9 9-16,1-8 16,8-1-16,1 0 15,19 0 1,-1-9 0,10-18-1,0-1-15,-9-8 16,-10 8-16,-9-8 15,-9-1 1,-1 9-16,-9 1 16,-9 0-1,-20 8-15,-27 10 0,-19 19 16,-19 36 0,-10 19-16,104-74 15</inkml:trace>
  <inkml:trace contextRef="#ctx0" brushRef="#br1" timeOffset="52147.1">4685 9543 0,'0'0'16,"0"0"-1,0 0-15,0 0 16,0 0-16,0 0 15,-10 0 1,10 0-16,0 0 16,0 0-1,-9 10-15,0-1 0,-1 9 16,1 10 0,9 18-16,0 19 15,9-1 1,1-8-16,-1 8 15,0 1-15,10-19 32,0-9-32,0-18 15,-19-19 1</inkml:trace>
  <inkml:trace contextRef="#ctx0" brushRef="#br1" timeOffset="52614.05">4591 9147 0,'0'0'0,"0"0"16,0 0-1,0 0-15,0 0 16,0 9 0,0 9-16,9 10 15,1-10-15,-1 1 16,10-1-16,0-8 15,-1-1 1,11-9-16,8-19 16,-8 1-1,-1-1-15,-9 1 16,-10 0-16,-9-10 16,0 9-16,-9 10 15,-1 0 1,-9 9-16,-18 0 15,-1 9-15,-18 28 32,56-37-32</inkml:trace>
  <inkml:trace contextRef="#ctx0" brushRef="#br0" timeOffset="56776.71">5306 10937 0,'0'0'0,"0"0"16,0 0-1,9 9-15,1 1 16,8 17-16,29 10 31,0 0-15,19 9-16,19 10 15,18-1-15,10-9 16,0 0 0,0-9-16,-9 0 15,-1 0-15,-18 0 16,-10-9-1,-9-1-15,0-8 16,-10-1-16,-9-8 16,-9-10-16,-10 0 15,-28 0 1</inkml:trace>
  <inkml:trace contextRef="#ctx0" brushRef="#br0" timeOffset="57177.34">6660 11131 0,'0'0'16,"0"0"-16,0 0 16,0 0-1,0 0-15,0 0 16,10 9-16,9 10 15,18 8 1,1-8-16,0 8 16,9 1-16,0 0 15,-19-10 1,9 10-16,-18-10 16,0 1-16,-9-1 15,-1 1-15,0 9 16,-9-10-1,-18 19-15,-20 9 16,-28 19 0,-9-10-1,-19 10-15,9-19 16,10-9 0,18 0-16,57-37 15</inkml:trace>
  <inkml:trace contextRef="#ctx0" brushRef="#br0" timeOffset="67497.89">6745 12340 0,'0'0'0,"0"0"16,0 0-16,0 0 15,0 0 1,0 0 0,-9 9-16,-1 1 15,10 17 1,0 1-16,-9 18 16,-1 19-1,10 8-15,0 1 16,0 0-16,10-9 15,-1-1-15,1-27 16,-1 0 0,-9-37-16</inkml:trace>
  <inkml:trace contextRef="#ctx0" brushRef="#br0" timeOffset="68069.57">7168 12534 0,'0'0'0,"0"0"0,0 0 15,0 0 1,0 0-16,-9 9 31,0 10-31,-1 8 16,1 10-16,-1 9 16,1 0-1,9 10-15,0-19 16,9 0-1,1-10-15,9-8 16,-1-1-16,11 1 16,-1-10-16,0 0 31,10-18-31,-10 0 16,0-10-16,0-8 15,1-10 1,-11 9-16,-8 0 0,-1 1 15,-9-1-15,-9 0 16,-1 1 0,-8-1-16,-11 0 15,-8 10 1,-1 8-16,1 1 16,-1 9-1,10 9 1,28-9-16</inkml:trace>
  <inkml:trace contextRef="#ctx0" brushRef="#br0" timeOffset="70275.42">5428 12211 0,'0'0'0,"0"0"16,0 0-16,0 0 15,0 0 1,0 0-16,0 0 16,0 0-16,0 0 15,0-9-15,0-1 16,0-8 0,-9-1-16,-1 10 15,1-9 1,-1-1-16,-8 10 15,-1 0-15,-9 9 16,-10 0-16,-9 9 16,-10 19-1,-8 9-15,-1 18 16,0 0-16,19 10 31,19-10-31,9 1 16,19-19-1,9 9-15,10-9 16,19 9 0,-1-9-16,10 0 15,0 0-15,10 9 16,-1 0-16,-9-9 16,-18 0-1,-11-9-15,-8-10 16,-1 10-16,-9-10 31,0 1-31,0-1 16,-9 0-16,-1-8 15,1-1-15,-10 0 16,0-9 0,1 0-1,-1 0-15,0-9 16,9 0-1,1-28-15,9-28 16,19-27-16,28-19 16,19 10-1,28-29-15,-19 47 16,-75 83-16</inkml:trace>
  <inkml:trace contextRef="#ctx0" brushRef="#br0" timeOffset="72298.7">3114 12266 0,'0'0'16,"0"0"-16,-10 0 16,1 9-16,0 1 15,-1-10 1,1 9-16,9-9 16,0 0-1,0 0-15,0 0 16,9-9-16,19-10 15,19 1 1,10-10-16,9 0 16,-10 1-16,1 8 15,-10 10 1,-10 9 0,1 0-1,-10 9-15,-9 0 16,-10 10-16,-9 18 15,0 18 1,-9 1-16,0-1 16,-10-9-1,9-9-15,1-19 16,0 1-16,9-1 16,0-8-16,0-1 15,9 0 1,10 10-16,9 8 15,19 1 1,0 0 0,0 9-16,-19-1 15,1 11 1,-11 8-16,-8 10 16,-20 8-1,-18-8-15,-9 9 16,-20 0-16,1-28 15,-10-9-15,0 0 16,9-19 0,1-18-16,0 0 15,9-9-15,18-10 16,29 19-16</inkml:trace>
  <inkml:trace contextRef="#ctx0" brushRef="#br0" timeOffset="73579.82">8965 12109 0,'0'0'0,"0"0"15,0 0 1,0 10-16,0 36 16,0 46-1,10 37 1,-1 19 0,0 18-16,10-28 15,10-45-15,-1-19 16,-28-74-1</inkml:trace>
  <inkml:trace contextRef="#ctx0" brushRef="#br0" timeOffset="74367.86">10517 12239 0,'0'0'0,"0"0"16,0 0-1,0 0-15,0 0 16,0 0-1,0 0-15,10 0 16,18-10 0,19 1-16,28-9 0,1-1 15,-10 1 1,-10 8-16,-18 10 16,-10 0-16,0 0 15,-9 0 1,-10 0-16,1 0 31,-1 10-31,-9 8 16,0 1-16,0 18 15,-9 9 1,-1 9-16,-9 10 16,1-1-1,-1 10-15,0 18 16,0 1-16,10-10 15,-1-19-15,10-8 16,10-1 0,-10-55-16</inkml:trace>
  <inkml:trace contextRef="#ctx0" brushRef="#br0" timeOffset="74970.02">11919 11860 0,'0'0'0,"0"0"0,0 0 15,0 0 1,0 9-16,0 19 16,-9 18-1,-1 19-15,-8 27 16,-1 19-1,0 9 1,10-9-16,-1-1 16,20 1-1,-1-19-15,10-18 16,9-18-16,10-1 16,-1-27-16,10-10 15,10-9 1,9-18-16,-10-9 15,-9-10-15,-9-18 16,-20 0 0,-8 0-16,-20 9 15,-8-10-15,-20 11 16,-18 8 0,-20 9-16,-18 19 31,0 19-31,-28 45 15,18 47-15,104-111 0</inkml:trace>
  <inkml:trace contextRef="#ctx0" brushRef="#br0" timeOffset="75805">2512 11980 0,'0'0'16,"0"9"-16,0 1 15,0 45 1,9 10-16,1 45 16,-1 20-1,0 17-15,-9 19 16,0 37-1,0 10-15,-9-29 16,0 10-16,9-28 16,-10-37-1,-9 1-15,10-57 16,-10-17 0,0-19-16,19-37 15</inkml:trace>
  <inkml:trace contextRef="#ctx0" brushRef="#br0" timeOffset="77830.31">2484 11999 0,'0'0'0,"0"0"16,9 0-16,19 0 15,19 0-15,28 0 16,20 0-16,-1-10 31,37-8-15,1-1-16,0-8 16,-10-1-1,-18 10-15,-10-1 16,-19 1-16,10-1 15,9 1 1,9 8-16,1 1 16,-10 0-16,0 0 15,9 0 1,10-10-16,-19 19 16,0-9-16,0 9 15,10 0-15,-10 0 16,9 0-16,-9 0 15,19 9 1,0-9-16,-19 0 16,10 0-1,-1 9-15,10-9 16,0 0 0,-10 0-1,10 0-15,10 0 16,-1 0-1,-9-9-15,0 9 16,18-9-16,-18 0 16,-9 9-1,9 0-15,18 0 16,-18 0-16,-9 0 16,27 0-1,-8 9-15,-10-9 16,18 0-16,1-9 15,0-1-15,-10 10 32,0 0-17,10 0-15,0-9 16,9 9-16,9-9 16,1 9-1,-1-9-15,20 9 16,-29-19-1,19 1-15,9-1 16,-28 1-16,19-10 16,10 10-16,-29-1 15,19-8 1,-1 8-16,-27 1 16,9-1-16,0 10 15,-18 0-15,-10 0 16,-1 9 15,1 0-31,-19 9 16,1-9-16,-20 9 15,19 0 1,-19-9-16,10 9 16,-19-9-16,-10 0 15,1 10-15,-1-10 16,-9 9-1,0 0-15,0 0 0,0 1 16,-9-1 0,-1 0-16,-8 10 15,-1-1 1,0 0-16,-9 10 16,0 9-1,9 18-15,-9 10 16,0 27-1,-1 1-15,1 17 16,-9 1-16,8 18 31,1-18-31,0 9 16,-10 0 0,1-18-16,-1-38 15,10-8-15,-10-1 16,1-9-1,-10-9-15,0-9 16,-10-1-16,1 1 16,0 0-1,-10 9-15,-9 0 16,-10 0-16,-9-1 16,-10 1-1,-8-9-15,-20 9 16,-9-9-16,-28 9 15,-20-10 1,-8 10 0,-19-9-1,-10 9-15,-9-9 16,-38 8 0,38-8-16,-57 9 15,38 9-15,-28-9 16,19 0-16,-29 0 15,10-9 1,-19-1-16,28 1 16,-28-10-16,28-8 15,-9-1 1,-9 0-16,-10 0 16,18-9-16,-8 10 15,-10-1-15,28-9 16,-28 18-1,28 1-15,-37 8 16,46-8 0,-27-1-1,37 1 1,-19-19-16,19 0 0,-9-9 16,37-19-16,-28 9 15,38-8 1,-1-1-16,1 10 31,0-1-31,37 1 0,0 8 16,1 10-1,37-9-15,0 9 16,-1 0 0,20 0-16,9 0 15,10 0 1,18 0-1,38 0-15</inkml:trace>
  <inkml:trace contextRef="#ctx0" brushRef="#br1" timeOffset="81156.23">3415 9700 0,'0'0'0,"0"0"16,0 0-1,0 0-15,0 0 16,0 0 0,0 0-16,0 0 15,0 10 1,0 17-16,-10 10 16,1 9-16,0 0 15,-1 19-15,1 0 16,9 9-1,0-10-15,9-8 16,10-10 0,0-9-16,9-19 15,0-9-15,-28-9 16</inkml:trace>
  <inkml:trace contextRef="#ctx0" brushRef="#br1" timeOffset="81611.3">3424 9276 0,'0'0'0,"0"0"0,0 0 16,0 0 0,-9 18-1,-1 1 1,1 18-16,0 0 16,-1 9-16,10-19 15,0-8 1,10-10-16,-1 0 15,10-9 1,9-9-16,10-9 16,9-19-16,-19-9 15,-9 9 1,0-10-16,-19 20 16,0-1-16,-10 10 15,1 8-15,-10 1 16,-9 9-16,-10 9 31,-28 38-15,66-47-16</inkml:trace>
  <inkml:trace contextRef="#ctx0" brushRef="#br1" timeOffset="83093.83">1759 9977 0,'0'0'15,"0"0"-15,0 0 16,0 0 0,0 0-16,0 0 15,0 0-15,0 19 16,0 8-16,0 29 15,0 8 1,0 10-16,0 0 16,0 0-16,10-9 15,-1-1 1,0-9-16,10-8 16,0-20-16,9-17 15,10-10 1,18-28-16,-56 28 15</inkml:trace>
  <inkml:trace contextRef="#ctx0" brushRef="#br1" timeOffset="83526.53">1769 9423 0,'0'0'0,"0"0"16,0 0-1,-10 10-15,1 8 16,-1 10-1,10 9 1,0-10 0,10 1-16,9-9 15,-1-10-15,11-9 16,8-9 0,-9-10-16,10 1 15,-28-1 1,-1 1-16,0-1 15,-9 1-15,-9 9 16,0-1-16,-1 10 16,-28 10-1,-9 17-15,47-27 16</inkml:trace>
  <inkml:trace contextRef="#ctx0" brushRef="#br0" timeOffset="88343.21">8128 10836 0,'0'0'16,"0"0"-16,0 0 16,0 0-16,0 0 15,0 0 1,0 0-16,0 0 16,0 0-1,0 0-15,-9 18 16,-10 28-16,9 28 15,-8 18-15,-1 38 16,0 26 0,10-8-16,-1 37 15,1 64 1,9-37-16,9 28 16,1 19-1,8-10 1,1 28-16,9-19 15,1-9 1,-11-18-16,-8-37 16,-1-9-16,1-10 15,-1-64 1,0 18-16,1-18 16,-1-19-16,1-18 15,-1-19-15,0 0 16,-9-55-1</inkml:trace>
  <inkml:trace contextRef="#ctx0" brushRef="#br0" timeOffset="89114.24">301 12922 0,'0'0'0,"0"0"0,0 18 0,0 19 0,19 18 0,-19-55 0,0 0 0,19 83 0,-19-83 0,28 102 0,19 9 0,-9-28 0,-38-83 0,28 120 0,0-19 15,10 10-15,-20-37 31,11-28-31,-29-18 16,18-10-16,-18-18 16,0 0-1</inkml:trace>
  <inkml:trace contextRef="#ctx0" brushRef="#br0" timeOffset="96471.93">1355 12728 0,'0'0'0,"0"0"16,0 9-16,0 19 15,9 9-15,10 18 16,0 10 0,0 8-16,9 10 15,-9-27 1,-10-1-16,0-18 31,1-9-31,-10-28 16</inkml:trace>
  <inkml:trace contextRef="#ctx0" brushRef="#br0" timeOffset="96820.39">1533 12506 0,'0'0'0,"0"0"15,0 0-15,0 0 16,0 19 0,10 8-16,9 38 15,-1 9 1,1 18-16,9-9 16,-28-9-1,10-9-15,-1-29 16,-9-36-1</inkml:trace>
  <inkml:trace contextRef="#ctx0" brushRef="#br0" timeOffset="97136.57">978 12894 0,'0'0'0,"0"-9"16,19-10-16,0-9 16,9-18-1,19-18-15,19-1 16,28-9-16,10 10 15,-29 8-15,10 10 16,-20 9 0,-8 10-16,-57 27 15</inkml:trace>
  <inkml:trace contextRef="#ctx0" brushRef="#br0" timeOffset="97418.05">1477 13660 0,'0'0'0,"0"0"16,0 0-16,0 0 15,0 0 1,0 0-16,19-19 15,18-17 1,20-20-16,18-18 16,0-9-16,-9-9 15,-19 46 1,-19 0 0,-28 46-16</inkml:trace>
  <inkml:trace contextRef="#ctx0" brushRef="#br0" timeOffset="98162.4">452 12912 0,'0'0'0,"0"0"0,0 0 0,0 0 0,0 0 0,0 0 0,0 0 0,9 0 0,10-9 0,28-19 0,-28 19 0,28-19 0,-47 28 0,18-18 0,11 18 0,-10 0 0,-19 0 0,18 0 0,-18 0 0,0 0 0,10 0 0,-10 0 0,19 9 0,-1 10 0,-18-19 0,0 0 0,10 27 0,-10-27 0,9 19 0,1 9 0,-10-1 0,0 10 0,0 0 0,-10 0 0,1 0 0,-1-9 0,10 8 0,-18-8 0,-11 0 0,11 0 0,-1-1 0,-10 1 0,11-10 0,-29 19 0,9-18 0,29-19 0,9 0 0</inkml:trace>
  <inkml:trace contextRef="#ctx0" brushRef="#br0" timeOffset="101708.29">8871 14278 0,'0'0'0,"0"0"0,0 0 16,0 0-1,0 0-15,0 0 16,0 10-1,0 8-15,10 10 16,-1 18 0,10 28-16,0-10 15,-1 10-15,1-9 16,0-10 0,-10-9-16,1-18 31,-1 0-31,-9-28 15</inkml:trace>
  <inkml:trace contextRef="#ctx0" brushRef="#br0" timeOffset="102163.7">9417 14223 0,'0'0'15,"0"0"-15,0 0 16,0 0-16,0 0 16,0 0-16,-10 18 15,-8 1 1,-20 18-16,-9 0 16,0 0-1,0-1-15,0 1 31,9-9-31,10-9 0,0-1 16,9 0 0,0 1-1,0-1-15,10-8 16,-1 8-16,10 1 16,0-10-1,0 0-15,10 9 16,9-8-1,9-1-15,10 9 0,9 1 16,0-1 15,18 10-31,1 0 16,19 18-16,-85-46 16</inkml:trace>
  <inkml:trace contextRef="#ctx0" brushRef="#br1" timeOffset="105652.31">9605 14814 0,'0'0'16,"0"0"-16,0 0 15,0 0 1,0 0-16,9 9 15,-9 9-15,0 19 16,-9 28-16,-10 9 16,-9 18-1,-10 0-15,-9 1 16,47-93-16</inkml:trace>
  <inkml:trace contextRef="#ctx0" brushRef="#br1" timeOffset="106392.1">10207 14537 0,'0'0'0,"0"0"15,0 0 1,0 0-16,0 0 16,0 0-16,0 0 15,0 0 1,-9 9-1,-1 0-15,10 10 16,0 18 0,0-1-16,0 11 15,0 8-15,0 0 16,0 10 0,0-19-16,0 0 15,-9-9-15,-1 0 16,-8-9-16,-11-10 15,1 1-15,-9-10 16,-11-9 0,-8-19-16,56 19 15</inkml:trace>
  <inkml:trace contextRef="#ctx0" brushRef="#br1" timeOffset="106809.64">10113 14103 0,'0'0'16,"0"0"-16,0 0 15,0 0 1,0 9-16,0 0 0,0 10 16,0-1-1,0-8-15,0-1 16,9 0 0,-9-9-16,10 0 15,9-9-15,-1-10 31,1 1-31,0-10 16,-10 0 0,-9 1-16,0 8 15,-9 1-15,-10-1 16,-28 19-16,-28 19 16,-38 36-1,113-55-15</inkml:trace>
  <inkml:trace contextRef="#ctx0" brushRef="#br1" timeOffset="107596">6990 14638 0,'0'0'15,"0"0"-15,0 0 16,0 9 0,0 19-16,9 28 15,-9 27-15,19 46 16,0-9-16,9 0 16,10-19-1,-1-27 1,-9-37-16,10-18 0,-10-19 31,-28 0-31</inkml:trace>
  <inkml:trace contextRef="#ctx0" brushRef="#br1" timeOffset="108044.89">7131 14186 0,'0'0'0,"0"0"15,-10 0-15,1 0 16,-10 9-1,10 0-15,-10 1 16,0 17-16,10-8 16,9-1-1,0 1-15,9-10 32,1 0-32,8-9 15,11-9 1,8 0-16,-9-10 15,1 1-15,-11-1 16,-8 1 0,-1-1-16,-9 10 15,0 0-15,-9 9 16,-10 0-16,-19 18 16,38-18-1</inkml:trace>
  <inkml:trace contextRef="#ctx0" brushRef="#br0" timeOffset="113272.72">7771 15838 0,'0'0'0,"0"0"0,0 0 16,0 0-16,0 0 15,0 0-15,0 0 16,0 0 0,9 0-16,0 0 15,1 0-15,9 0 16,-1 9-1,11 1-15,8-1 32,20 9-32,18 10 15,-9-10-15,18 10 16,1 0 0,28 9-16,9 0 0,-9-10 15,-9 10-15,-1-9 16,-9 0-1,-9-10-15,-19 0 32,-10-8-32,-9-1 15,-9-9 1,-19 0-16,-19 0 16</inkml:trace>
  <inkml:trace contextRef="#ctx0" brushRef="#br0" timeOffset="113689.68">8946 15958 0,'0'0'0,"0"0"16,0 0-1,0 0-15,0 0 16,0 0-16,19 9 31,9 10-31,20-1 16,8 1-1,-18-1-15,-1-9 16,1 10-16,-10-1 16,-9-8-1,0-1-15,-10 9 16,-9 1-16,-9 8 15,-10 10-15,-9 9 16,-19 10 0,-19 8-16,0-8 15,0-10 1,10-9-16,-10 0 31,0 9-31,66-46 16</inkml:trace>
  <inkml:trace contextRef="#ctx0" brushRef="#br0" timeOffset="114159.64">9962 16124 0,'0'0'0,"0"0"0,0 0 16,0 0-16,0 9 15,0 19 1,-9 18-16,0 37 15,-1 28 1,10 0-16,0 9 16,10-19-16,8-18 15,-8-36 1,9-11-16,-19-36 31</inkml:trace>
  <inkml:trace contextRef="#ctx0" brushRef="#br0" timeOffset="114654.24">10329 16290 0,'0'0'0,"0"0"15,0 0 1,0 0-16,0 10 15,-9 17-15,0 10 16,-1 0 0,1 18-16,9 1 15,0-10-15,0 9 16,9-8-16,1-11 16,8-8 15,11-9-31,-1-10 15,9 0-15,10-18 16,10-10 0,9-18-16,-10-9 15,-9 0-15,-9 9 16,-19 0 0,-10 0-16,0 0 15,-18 10-15,0-1 16,-20 0-16,-8-9 15,-10 10 1,-10 8-16,-9 29 16,-9 8-1,9 19-15,66-37 16</inkml:trace>
  <inkml:trace contextRef="#ctx0" brushRef="#br0" timeOffset="115479.43">11693 16115 0,'0'0'0,"0"0"16,-9 0-16,0 0 31,-1 0-31,10 0 16,0 0-1,0 0-15,0 0 16,10 9-16,18 0 16,28 1-16,29-1 15,28-18 1,-10-1-16,-27 1 16,-1-9-16,-19 9 15,-18-1 1,-10 10-16,-9 0 15,-10 0 1,1 0-16,-10 0 31,0 0-31,9 28 16,-9 27-16,-9 28 16,-1 19-1,-8-1-15,-1 29 16,9-20-1,1-17-15,-1-1 16,10-92-16</inkml:trace>
  <inkml:trace contextRef="#ctx0" brushRef="#br0" timeOffset="116207.34">13255 15940 0,'0'0'0,"0"0"0,0 0 16,0 0-16,0 0 15,0 0 1,0 0-16,0 0 15,0 0 1,0 0-16,0 9 31,0 19-31,0 18 16,-9 37-16,-1 37 16,1 0-1,-1-10-15,10 20 16,0-10-16,19-28 15,0 0 1,0-9-16,9-37 16,10-9-16,18-9 15,1-9-15,8-19 16,-8-10 0,-10-8-16,-9-1 15,-10 1 1,-9-1-1,-10 1 1,-9-19-16,-19-9 16,-37-19-1,-20 10-15,1 18 16,-9 19-16,-1 8 16,0 20-1,1 8-15,18 10 16,0 9-16,66-37 15</inkml:trace>
  <inkml:trace contextRef="#ctx0" brushRef="#br0" timeOffset="119315.4">7996 16623 0,'0'0'0,"0"0"0,0 0 16,0 0-1,-9-10-15,-1 1 16,1 0 0,-10-10-16,0 10 15,-9-9-15,0-1 32,-10 10-32,-9 0 15,0 9 1,0 0-16,0 9 15,10 0-15,-1 10 16,10-1 0,9-9-16,10 10 15,-1-1-15,10 1 16,10-1 0,8 10-1,20 0-15,18 9 16,1-10-16,-10 1 0,0 9 15,-19-9 1,0-1-16,-9 1 16,0 0-16,-10-1 15,1 10 1,-10-9 0,-10 0-16,-8-1 15,-1 1 1,-9-10-1,-10 1-15,10-10 16,-1 0-16,1-9 16,0-9-1,9-9-15,0-28 16,10-38 0,18-17-16,20-1 0,18-27 15,-47 129 1</inkml:trace>
  <inkml:trace contextRef="#ctx0" brushRef="#br0" timeOffset="121598.97">5795 16484 0,'0'0'0,"0"0"16,0 0-1,0 0-15,0 0 16,9-9 0,10 0-16,9-10 15,19-18 1,0 10-16,-9 8 15,0 1-15,-1 8 16,-8 10-16,-11 0 16,1 10-1,-9 8-15,-1 10 16,-9 18 0,-19 0-1,0 0-15,1-9 16,-1 0-16,9-9 15,1-10 1,0 1-16,9-10 16,0-9-16,9 9 15,10 0 1,18 1-16,20 8 16,9 1-1,-19-1-15,-10 1 16,-8 8-1,-11 1-15,-8 9 16,-10 0-16,-10 0 16,-8 0-16,-11-10 15,-18 10 1,0-9-16,-19 0 16,1-10-16,-20-9 15,10 0 1,18-9-16,10 0 31,47 0-31</inkml:trace>
  <inkml:trace contextRef="#ctx0" brushRef="#br0" timeOffset="122348.95">3989 16364 0,'0'0'16,"0"0"-16,0 0 15,0 0 1,0 0-16,0 0 16,0 0-1,0 0-15,0 0 16,0 0-16,0 9 15,0 19-15,0 0 16,0 18 0,0 0-16,0 28 15,0 0 1,9 9-16,1-19 16,-10-8-1,9-1 1,0-9-16,-9 0 15,10 10-15,-10-56 16</inkml:trace>
  <inkml:trace contextRef="#ctx0" brushRef="#br0" timeOffset="124557">3199 16133 0,'0'0'0,"0"0"15,0 0 1,-10 0 0,10 0-16,-9 0 15,-1 0-15,1 0 16,-1 0 0,1 0-16,0 10 15,-1 8 1,1 10-16,-1 36 15,1 29 1,9 17-16,0 47 16,9 10-1,-9-38-15,19 9 0,-9-27 16,-1-28 0,-9-46-16,0-37 15</inkml:trace>
  <inkml:trace contextRef="#ctx0" brushRef="#br0" timeOffset="126577.53">3010 16263 0,'0'0'0,"0"0"16,10 0-1,18 0-15,10 0 16,18 0 0,10 0-16,0 0 15,18 0 1,11-10 0,17 1-1,-18 0-15,1-10 16,17 10-16,1 0 15,-19-9 1,0 8-16,19 10 16,-9-9-16,-10 9 15,0 9-15,0-9 16,0 10 0,10-1-16,-1 0 15,-9 0 1,19 10-16,0-10 15,0-9-15,-19 9 32,9-9-32,-9 0 15,1 0 1,-1 0-16,-19 0 16,0 0-16,0 0 15,19-9-15,-28 9 16,0 0-1,-9-9-15,-1 9 16,10 0 0,-19 0-16,0 0 15,0 0-15,0 0 16,0 0 0,-9 0-16,-1 0 15,-8 0-15,-1 0 16,0 0-16,0 0 15,0 0 1,1 0-16,8 0 16,1 0-1,0 0-15,-1 0 16,1 9 0,-1-9-1,1 0-15,0 0 16,-1 0-1,1 0-15,0 0 16,9 0-16,-10 0 16,10 0-1,0 0-15,-9 0 16,9 0-16,-9 0 16,9 0-1,0 0-15,0 0 16,9 0-16,1 0 15,9-9-15,-1-1 32,1 1-32,0 0 15,9-9 1,10-1-16,0 1 16,9-1-1,0-8-15,0 8 16,19-9-16,9-9 15,-18 1-15,8 8 16,20-18 0,-19 9-16,0 9 15,9 0-15,1-9 16,-11 19 0,11 0-16,8-10 15,1 9-15,-19 10 16,9 0-1,10-10-15,0 10 16,-10-9-16,10-1 16,-1 10-1,1 0-15,0 0 32,9-1-32,-9 10 15,-1-9-15,1 9 16,0-9-1,-1 0-15,1 9 16,-10 0 0,10 0-16,-28 0 15,27-9-15,-8-1 16,-10 1-16,-1 0 16,11 0-1,-10-1-15,-10 1 16,-9 0-16,-9 0 31,-1-1-31,-8 1 16,-10 0-1,-10 9-15,-18 0 16,9 0 0,-10 0-16,-8 9 15,-11 0 1,1 1-16,0 17 15,0 1-15,0 0 16,-10 9-16,0 9 16,1 37-16,-1 9 15,1-18 1,-10 28-16,0-19 16,0 9-1,0 9 1,9-27-16,0-18 15,1 8-15,-10-18 16,0 1-16,0-1 16,0 9-16,9 0 15,-9-8 1,0 8 0,0-9-16,0 9 15,10-8 1,-1-1-16,1 9 15,-1 1 1,-9-20-16,0 1 16,0 0-16,0-9 15,0 0-15,-9-1 16,-1 1 0,1-9-16,-10 8 15,0-8-15,19-19 16</inkml:trace>
  <inkml:trace contextRef="#ctx0" brushRef="#br0" timeOffset="128638.59">3029 17296 0,'0'0'0,"0"0"15,0 0-15,10 0 16,-1 10 0,10-1-16,18 9 0,1 1 15,9-1 1,0-9-16,10 1 15,-1-1 1,10 0-16,9 0 16,10-9-16,-10-9 31,10 0-31,9 9 16,0-9-1,9-1-15,1 1 16,-1 0-16,29 0 15,-19-10 1,0 10-16,0 0 16,0 9-16,-10 0 15,-9 0 1,-9 9-16,18 0 16,-9 1-16,0-1 15,-28 0 1,10 0-16,-11 0 15,1 1-15,0-10 16,0 0-16,-10 9 16,1 0-1,-1-9-15,1 0 16,9 9 0,-1 1-16,11-10 15,-10 9 1,-1-9-1,20 0-15,-10 0 16,19 0 0,-18 9-16,-1-9 15,0 0 1,10 0-16,9 0 16,-9 0-16,-1 0 15,10 0-15,-9 0 16,9 0-1,0 0-15,-9 0 16,9 0-16,0 9 16,9-9-1,1 9 1,-10 1 0,19-1-16,-10 0 15,10-9-15,0 9 16,0-9-1,19 0-15,-1 0 16,-18 0 0,10 0-16,-1 0 15,10 10-15,-19-10 16,-1 9-16,11 0 16,-1 0-1,0 1-15,10 8 16,0-9-1,-1 0-15,-18 1 0,19 8 32,0 1-32,-29-1 15,19 1 1,1-10-16,-10 0 0,-10 0 16,10 0-16,0-9 31,0 0-31,-10-9 15,10 9-15,9-9 16,1 0-16,-10 0 31,0 9-31,-1 0 16,1 9 0,-19 0-16,0 0 0,10 10 15,-10-1 1,-9-9-16,-1 1 15,-8 8-15,8-9 16,-8 1 0,8-1-16,-9 0 15,-9-9 1,0 0 0,0-9-16,9 9 15,1-9 1,-11-10-16,-8 10 15,9-10 1,-10 1-16,1-1 16,-1 1-16,-18 0 15,-10-1-15,-28 19 16</inkml:trace>
  <inkml:trace contextRef="#ctx0" brushRef="#br0" timeOffset="131802.87">11552 15007 0,'0'0'0,"0"0"15,0 0 1,0 0-16,0 0 16,0 0-1,-9 19-15,-10 27 16,0 9-16,0 10 16,-9 27-16,0 19 31,9 0-31,-9 0 15,9 27 1,0-9-16,1 0 16,8 28-1,10-9-15,0-10 16,0 38-16,0-28 16,0 18-16,-9-28 15,-1 19 1,1-46-16,-1 27 15,1-18 1,0 0-16,9 9 0,0-9 16,9 10-1,0 8-15,1 19 16,9-19-16,9 84 16</inkml:trace>
  <inkml:trace contextRef="#ctx0" brushRef="#br1" timeOffset="134524.66">5597 14601 0,'0'0'0,"0"0"0,0 0 16,0 0 0,0 0-16,0 0 15,0 10-15,0 17 16,0 19 0,-9 19-16,9 9 31,0 0-31,9-1 15,1-26-15,9 8 16,-1-27 0,11-10-16,-1-18 15,10 0-15,-10-18 16,-28 18 0</inkml:trace>
  <inkml:trace contextRef="#ctx0" brushRef="#br1" timeOffset="134941.78">5691 14343 0,'0'0'0,"0"0"16,0 0-16,0 0 15,-9 0 1,0 9 0,-1 0-16,10 1 15,0-10 1,0 0-16,0 0 16,0 0-1,0 0-15,0 0 16,0 0-16,10-10 15,-1 1-15,0 0 16,-9 9 0,0 0-16,0 0 15,0 0 1,-9 0-16,-19 9 16,-19 19-16,47-28 31</inkml:trace>
  <inkml:trace contextRef="#ctx0" brushRef="#br1" timeOffset="136280.7">3772 14703 0,'0'0'0,"0"0"16,0 0 0,0 0-16,0 0 15,-9 18 1,0 1 0,-10 27-16,9 9 15,1 1 1,0 27-16,9-19 15,9-27-15,0 0 16,10-9 0,0-10-16,9-8 15,10-20-15,-1-8 16,-37 18-16</inkml:trace>
  <inkml:trace contextRef="#ctx0" brushRef="#br1" timeOffset="136731.57">3885 14288 0,'0'0'0,"0"0"15,-9 0 1,-1 0-16,1 0 16,0 0-16,-10 9 15,0 9 1,10 1-16,-1-10 16,1 0-16,9 0 15,0-9 1,9 0-16,10-9 31,19-9-31,-1-10 16,1-18-16,-19 18 15,-10 0 1,1 10-16,-10 9 16,-10 9-16,-9 0 15,-18 18 1,-20 28-16,-18 28 15,0 28-15,75-102 16</inkml:trace>
  <inkml:trace contextRef="#ctx0" brushRef="#br1" timeOffset="137633.87">1853 15044 0,'0'0'0,"0"0"15,0 0-15,0 0 16,0 0-16,0 0 15,0 10 1,0 8-16,10 10 16,-1-1-1,-9 10-15,0 19 16,9 8 0,1 19-1,18-18-15,-18-10 16,8 1-1,1-29-15,0-8 16,9-10 0,0-9-16,-28 0 15</inkml:trace>
  <inkml:trace contextRef="#ctx0" brushRef="#br1" timeOffset="138065.84">1900 14546 0,'0'0'0,"0"0"16,-9 0-1,-1 0 1,1 9 0,0 0-16,-1 1 15,10-1 1,0 0-16,0 0 16,0 1-16,0-10 15,10 0 1,-1 0-16,10-10 15,9-8-15,-28-1 16,10 10 0,-10 0-16,0 0 15,0 9-15,0 0 16,0 0 0,-10 9-1,-9 19 1,19-28-16</inkml:trace>
  <inkml:trace contextRef="#ctx0" brushRef="#br0" timeOffset="140744.07">1044 16650 0,'0'0'0,"0"0"15,0 0-15,0 0 16,0 0 0,0 0-16,19 10 15,-19 17-15,9 10 32,10 28-32,19 18 15,-29 9 1,29 19-16,-19 0 15,9-19 1,-9 0-16,-10-46 16,-9-46-16</inkml:trace>
  <inkml:trace contextRef="#ctx0" brushRef="#br0" timeOffset="141214.96">856 16733 0,'0'0'0,"0"-9"16,0 0-1,0 0 1,0-1-16,9-8 16,10 0-1,0-1-15,9 1 16,10-1-16,9 1 16,0-1-1,0 1-15,0 9 0,0-1 16,-9 10-1,-10 0-15,-9 10 32,-10-1-32,1 0 15,-10 19 1,-10 9-16,1 18 16,-29 10-16,10-10 15,-19 10 1,9-10-16,38-55 15</inkml:trace>
  <inkml:trace contextRef="#ctx0" brushRef="#br0" timeOffset="141765.74">1853 16558 0,'0'0'0,"0"0"0,0 0 16,0 0 0,0 9-16,10 19 15,8 27 1,20 38-16,-19 8 15,9 19-15,0-18 16,10-10 0,-19-37-16,0-18 15,-19-37-15</inkml:trace>
  <inkml:trace contextRef="#ctx0" brushRef="#br0" timeOffset="142112.5">2126 16346 0,'0'0'0,"0"0"0,0 0 16,0 18-16,0 10 16,19 9-1,-19 18-15,9 19 16,10 18 0,-9 1-16,8-29 15,-8-8 1,-1-1-1,1-18-15,-1-9 16,0-10-16,-9-18 16</inkml:trace>
  <inkml:trace contextRef="#ctx0" brushRef="#br0" timeOffset="142397.5">2399 16198 0,'0'0'0,"0"0"0,0 0 16,0 0 0,0 0-16,0 28 15,9 18-15,1 18 31,-1 29-15,1-10-16,-10 9 16,0-9-16,0-27 15,0-19 1,0-37-16</inkml:trace>
  <inkml:trace contextRef="#ctx0" brushRef="#br0" timeOffset="142698">1637 16567 0,'0'0'0,"9"-27"16,38-29-1,29-18-15,8 0 16,-18 19 0,19 9-16,28-9 15,-29 8-15,-84 47 16</inkml:trace>
  <inkml:trace contextRef="#ctx0" brushRef="#br0" timeOffset="144376.37">2954 16909 0,'0'0'0,"0"0"16,0 0-1,-9-10-15,-1 1 16,1 0 0,-1 0-16,-9 0 15,1-1-15,-1 1 16,-9 9-16,-1 0 15,1 0 17,0 9-32,0 1 15,0 8 1,-10 19-16,-9 9 16,0 9-16,0 19 15,0 0-15,0 9 16,9-9-16,0-19 15,1 1 1,-1-1 0,10-9-16,28-46 0</inkml:trace>
  <inkml:trace contextRef="#ctx0" brushRef="#br0" timeOffset="149250.75">16501 2354 0,'0'0'0,"0"0"0,0 0 15,0 0 1,0 0-16,0 0 16,0 0-1,0 0-15,0 9 16,0 9-1,0 10-15,0 9 16,0 27 0,0 1-16,0 18 15,0 0 1,0 10-16,0-1 16,0 19-1,0-47-15,9 1 0,-9-19 16,0-18-1,9-10-15,1-9 16,-1 1 0,-9-10-16</inkml:trace>
  <inkml:trace contextRef="#ctx0" brushRef="#br0" timeOffset="150238.69">18344 2529 0,'0'0'16,"0"0"-16,0 0 16,-9 0-1,0-9 1,-1 9-16,1-10 15,-1 10 1,1 0-16,0 0 16,9 0-16,0 0 15,0 0 1,0-9-16,9-9 16,19-1-16,0 1 15,19 9 1,10-1-16,-19 1 15,-1 9-15,1 0 16,-10 0 0,-9 9-16,-10 1 15,-9 8-15,-9 19 16,-10 0-16,-9 9 16,0-9-1,-1 0-15,11-19 16,8 1-1,1-1-15,9-18 32,0 0-32,9 10 15,19-1-15,29-9 16,9 9 0,0 0-16,-10 0 15,-9 10-15,-9-1 16,-20 10-1,-8 0-15,-10-1 16,-19 20-16,-9 8 16,-19 0-1,-19 10-15,-28-19 16,0 0-16,9-18 16,10-10-1,9-8 1,0-10-1,19 0-15,9-10 16,10-8-16,19-10 16,9 28-1</inkml:trace>
  <inkml:trace contextRef="#ctx0" brushRef="#br0" timeOffset="151329.68">21138 2630 0,'0'0'0,"0"0"0,0-9 15,0 0 1,0 0-16,0-10 15,0 10 1,0 0-16,0-10 16,0 1-16,-9 9 31,-10-10-31,0 1 16,-9-1-1,-9 10-15,-10 0 16,-19 9-16,0 9 15,0 0 1,0 19-16,10 9 16,18 0-16,19-9 15,0 8 1,19 1-16,10 0 16,18 9-16,19 1 15,19-10 1,-10-1-16,1 1 15,-1-9-15,-9 0 16,-9-1-16,-19 1 16,0 0-1,-10-10-15,-9 10 16,-9 0 0,-10-1-16,-9 1 15,-20 9 1,1-19-1,0-8-15,-9-10 16,18-10-16,10-8 16,-10-10-16,20 1 15,8-20 1,20-8-16,27-19 16,29-9-16,28-9 31,19 0-16,-113 92-15</inkml:trace>
  <inkml:trace contextRef="#ctx0" brushRef="#br0" timeOffset="151959.16">23547 2381 0,'0'0'0,"0"0"16,0 0-1,0 9-15,-10 19 16,1 28-16,-10 36 16,0 19-1,-9-1 1,-10 38-16,10-19 16,9-18-1,10-9-15,0-29 16,9-36-1,0-37-15</inkml:trace>
  <inkml:trace contextRef="#ctx0" brushRef="#br0" timeOffset="152460.81">24139 2714 0,'0'0'0,"0"0"16,0 0-16,0 0 16,0 18-1,0 0-15,-9 19 16,0 0-16,-1 0 15,1 0-15,-1 0 16,10-9 0,0-1-16,10 1 15,9-9-15,9-1 16,0 0 0,10-8-16,18-10 15,-9-10-15,0-8 16,-9 0-1,-10-10-15,0-9 16,-9 0 0,-10-9-16,-9 0 15,-9 9 1,-10 0 0,0 9-16,-9 10 15,-28 9 1,-10 18-16,-19 18 15,85-27-15</inkml:trace>
  <inkml:trace contextRef="#ctx0" brushRef="#br0" timeOffset="153700.69">26698 2187 0,'0'0'0,"-9"0"16,-10 0-16,0 0 16,-9 0-1,0 10-15,0-10 16,-1 9-16,10-9 15,1 9 1,8-9-16,1 0 16,9 0-1,0 0-15,0 0 16,28 0-16,38 0 16,28-9-16,28-10 15,-9 10 1,-38 0-16,-18 0 15,-1 0-15,-18 9 16,-10 0 0,-9 0-16,-10 0 15,1 0-15,-10 0 16,9 9 0,-9-9-16,0 9 15,0 9 1,0 10-16,0 9 15,-9 18 1,-10 10 0,0 18-16,-18 28 15,-1-10-15,0-8 16,10-10 0,0 9-16,18-27 15,10-65 1</inkml:trace>
  <inkml:trace contextRef="#ctx0" brushRef="#br0" timeOffset="154409.63">29671 1707 0,'0'0'16,"-9"0"-16,-1 0 16,-9 0-1,1 0-15,-11 10 16,-8 8-1,-20 10-15,-9 9 16,1 9-16,-11 19 16,1-1-16,19-8 15,-1 27 1,10 18-16,9-36 16,20-1-16,8 1 15,20 0 1,18 8-16,9-8 15,29-19-15,28-9 16,0-18-16,-18-19 16,-1-10-1,-19-8-15,-18-1 16,-10-8 0,-9 8-1,-19 1 1,0-10-16,-19 0 15,-28 1-15,-28 8 16,-19 10 0,0 18-16,0 19 15,0 18 1,18 0-16,76-46 0</inkml:trace>
  <inkml:trace contextRef="#ctx0" brushRef="#br0" timeOffset="155270.24">25334 1135 0,'0'0'0,"-9"-18"16,-1 9-1,1-1-15,0 1 16,9 9-16,0 0 15,0 0 1,0 0-16,0 9 31,0 10-31,0-1 16,9 19-16,0 19 16,10 17-1,-9 29-15,-1 18 16,0 28-1,1 8-15,-10 38 16,0 9-16,0-9 16,-19 37-16,0-10 15,0-8 1,10-19-16,0-19 16,9-18-16,0-28 15,9-27 1,0-29-1,10-17 1,0-10-16,0-9 16,0 0-1,9-10-15,-28-27 16</inkml:trace>
  <inkml:trace contextRef="#ctx0" brushRef="#br1" timeOffset="162031.62">26087 4209 0,'0'0'0,"0"0"16,0 0 0,0 27-16,9 10 15,1 28-15,-1 36 16,-9 1-1,-9 9-15,9-1 16,-10-17-16,10-19 16,0-28-1,0-19-15,0-27 16</inkml:trace>
  <inkml:trace contextRef="#ctx0" brushRef="#br1" timeOffset="162415.81">26435 4421 0,'0'0'16,"0"0"-16,0 0 15,0 0 1,0 0-16,0 0 16,0 0-1,-10 9-15,-8 10 16,-20 27-16,-9-9 15,0 9-15,0-9 16,9-9 0,1-1-16,18-18 15,9 1 1,1-1-16,9-9 16,0 0-16,0 9 31,9 0-31,10 1 15,9-1 1,1 9-16,27 1 16,10-1-16,19 10 15,9-10 1,9 1-16,10-1 16,-113-18-16</inkml:trace>
  <inkml:trace contextRef="#ctx0" brushRef="#br1" timeOffset="162779.57">27140 4799 0,'0'0'0,"0"0"16,0 0-1,0 0-15,0 28 16,0 9-1,0 18-15,-9 10 0,-10 9 16,-9 0 0,-19 0-16,-19-10 15,66-64 1</inkml:trace>
  <inkml:trace contextRef="#ctx0" brushRef="#br1" timeOffset="163502.94">27620 4218 0,'0'0'0,"0"0"16,0 0-16,0 0 16,0 9-1,0 10 1,0 18-16,0 18 15,0 19 1,0 9-16,0 0 16,0 18-16,0-8 15,-9-10 1,-1-19-16,-8-17 16,8-20-16,-9 1 31,0-10-31,-9-8 15,-9-10-15,-1-19 16,-9-18-16,0-27 16,47 64-16</inkml:trace>
  <inkml:trace contextRef="#ctx0" brushRef="#br1" timeOffset="163920.06">27667 3803 0,'0'0'0,"0"0"15,0 0-15,0 0 16,-9 9 0,-1 9-1,1 1-15,9 8 16,0-17 0,9 8-16,10-9 15,19-9-15,9-9 16,0-9-1,-9-1-15,-10 1 16,-19-10-16,-9 10 16,-9-1-1,-10 10-15,-9 0 16,-19 18 0,-19 19-16,66-28 0</inkml:trace>
  <inkml:trace contextRef="#ctx0" brushRef="#br1" timeOffset="164653.26">23631 4384 0,'0'0'0,"-9"-9"0,9 0 16,0-1 0,0 1-16,0 9 31,0 0-31,0 0 16,0 9-1,-9 19-15,-1 18 16,10 0-16,0 10 15,0 8 1,10-17-16,8-11 16,11-8-16,27-9 15,10-19-15,-66 0 16</inkml:trace>
  <inkml:trace contextRef="#ctx0" brushRef="#br1" timeOffset="165123.16">23810 3821 0,'0'0'0,"0"0"0,0 0 16,0 0-1,0 0-15,0 0 16,-9 9 0,9 1-16,0 8 15,0 0-15,0-8 16,0-1-16,0-9 31,19 0-15,9-9-16,0-1 15,0-8-15,-9 0 16,0-1-16,-10 1 16,-9 8-1,0 1-15,-9 0 16,-19 9-1,-10 9-15,0 10 16,-9 18 0,47-37-16</inkml:trace>
  <inkml:trace contextRef="#ctx0" brushRef="#br0" timeOffset="168619.05">24422 5381 0,'0'0'0,"0"0"15,0 0-15,9 9 16,19 0-16,29 10 15,37 18-15,19 9 16,9 9 0,38 1-1,-10 8 1,1-8-16,9-10 16,0 0-16,-29-18 15,11 9-15,-20-19 16,-9-9-1,-10 0-15,-18-9 16,-10 0 0,-18-18-16,-57 18 15</inkml:trace>
  <inkml:trace contextRef="#ctx0" brushRef="#br0" timeOffset="168998.19">26350 5482 0,'0'0'0,"0"0"16,0 0 0,0 10-16,0-1 15,19 19-15,9 18 16,19 9-1,10 10-15,-1-10 16,-9-9-16,-9 0 16,-10-9-1,-9-9-15,-10 0 16,-9-1 0,0 1-16,-9 0 15,-10-1-15,-9 20 16,-19-11-16,-19 1 15,-9 10 1,-19-11-16,94-36 16</inkml:trace>
  <inkml:trace contextRef="#ctx0" brushRef="#br0" timeOffset="169653.92">26604 6719 0,'0'0'0,"0"0"0,0 0 16,0 0-16,0 0 15,0 9 1,10 19-16,-1 9 15,0 37 1,1 37-16,-10-10 16,9-18-16,1-27 15,-1-10-15,0-19 16,-9-27 0</inkml:trace>
  <inkml:trace contextRef="#ctx0" brushRef="#br0" timeOffset="170155.59">27197 6802 0,'0'0'0,"0"0"15,0 0-15,0 0 16,0 9-16,0 1 16,0 17-1,0 10-15,0 0 16,0 19-16,0-1 16,0 0-1,0 1-15,9-19 16,1-10-16,8-8 15,1-1 1,9-8-16,10-10 16,9-10-1,10-8-15,-1-10 16,-18-9 0,-1-9-1,-18 9-15,0 0 16,-10 0-1,-9 10-15,-9-1 16,-19 0 0,-10 10-16,-18-1 15,-1 10-15,-9 18 16,66-9-16</inkml:trace>
  <inkml:trace contextRef="#ctx0" brushRef="#br0" timeOffset="172764.87">21524 5584 0,'0'0'0,"0"0"0,188 55 15,-18 1 1,-20 8-16,10-8 16,19 8-1,9-8 1,-9-10-16,-10-9 16,-28 0-1,-9-10-15,-10-8 16,-28-1-16,-19-9 15,-9 1-15,-9-1 16,-10 0 0,-10-9-16,-37 0 15</inkml:trace>
  <inkml:trace contextRef="#ctx0" brushRef="#br0" timeOffset="173149.25">23481 5769 0,'0'0'0,"0"0"15,0 0 1,0 0-16,9 9 15,10 18-15,9 10 16,19 19 0,0 8-16,10 10 15,-1-9-15,-9-1 16,-9-17 0,0-1-1,-10-9 1,-19-19-16,1 1 15,-10-10-15,0 0 16,-19 9-16,-9 10 16,-29 0-1,-18 9-15,75-37 16</inkml:trace>
  <inkml:trace contextRef="#ctx0" brushRef="#br0" timeOffset="173997.89">24497 7190 0,'0'0'0,"0"0"0,9-19 16,1 1 0,-1 0-1,-9-1 1,0 1-16,-9-1 15,-10 1 1,-9-1-16,-29-8 16,1 8-16,-1 10 15,1 9 1,9 0-16,0 9 0,19 0 16,9 1-1,9-1-15,1 9 16,9-9-1,9 10-15,20 9 16,18 9-16,9 9 16,1-9-16,-1 0 15,0-1 1,-9 1-16,0 0 16,-18 0-1,-10 0-15,-10 0 16,0-9-1,-9 9 1,-9-10-16,-19 10 16,-1-9-1,-8-10-15,-10-8 16,-10-1 0,20-9-16,9-9 15,-1-19-15,10-9 16,19-18-16,19-10 15,19-18 1,37-9-16,-75 92 16</inkml:trace>
  <inkml:trace contextRef="#ctx0" brushRef="#br0" timeOffset="175923.08">16980 7273 0,'0'0'0,"0"0"15,0 0 1,0 0-16,0 0 16,0 0-16,0 0 15,0 0-15,0 9 16,0 10 0,0 18-16,0 18 15,10 19 1,9 18-16,-10 0 15,0 1-15,1 17 16,-1-8-16,-9-10 16,0-18-1,0-9-15,0-28 16,10-10 0,-10-27-1</inkml:trace>
  <inkml:trace contextRef="#ctx0" brushRef="#br0" timeOffset="176881.76">18777 7190 0,'0'0'0,"0"0"31,0 0-15,0 0-16,0 0 16,0 0-16,10-9 15,27-10-15,20-8 16,9 8-1,-10 1-15,-9 8 16,-9 10 0,-1 0-16,-9 10 15,-9-1-15,0 0 16,-9 10 0,-10 8-16,0 10 15,-10 0-15,-9 9 16,0 0-16,1 0 31,8-18-31,10 0 0,0-19 16,0 0-1,10 1-15,-1-1 16,10 0 0,9 0-1,10 0-15,9 10 16,-10-1-1,1 1-15,-10 9 16,-9-1-16,0 1 16,-10 0-1,-9 9-15,-9-1 16,-19 1-16,-10 0 16,-9 0-16,0-9 31,-9-10-31,8-8 15,1-10 1,10 0-16,9-10 16,9 1-1,19 9-15</inkml:trace>
  <inkml:trace contextRef="#ctx0" brushRef="#br0" timeOffset="177811.34">20922 7005 0,'0'0'0,"0"0"16,-9 0-16,-1 0 15,1 0 1,-1 0-16,1 0 15,0 0-15,-1 10 16,1-1 0,9-9-16,0 0 15,0 0 1,19 0-16,18 0 16,29-9-1,28-10-15,-19 1 0,1-1 16,-20 10-1,-9 0-15,-9-1 16,-1 10 0,-8 0-16,-11 0 31,1 0-31,-9 0 16,-1 0-16,1 0 15,-10 0-15,0 0 16,0 0-1,0 0-15,0 0 16,0 19 0,0 18-16,-10 18 15,1 19-15,-10 37 16,0 46-16,0-10 16,10 47-1,-10 37-15</inkml:trace>
  <inkml:trace contextRef="#ctx0" brushRef="#br0" timeOffset="179131.55">30075 6156 0,'0'0'0,"0"0"16,0 0-16,-9 19 15,-10 18 1,-9 27-16,-19 38 16,-9 8-16,-20 29 15,10-28-15,10 18 16,9-18 0,19-10-16,18-27 15,1-19-15,9-8 16,9-29-1,10 0-15,9-8 16,10-1-16,9-9 16,0-9-16,-9-10 15,-1-8 1,-18-1-16,-9 0 16,-10-9-1,-19 0 1,-19 0-16,-37 0 15,0 19 1,-29 18-16,-18 18 16,9 10-1,113-28-15</inkml:trace>
  <inkml:trace contextRef="#ctx0" brushRef="#br0" timeOffset="180133.36">16077 6821 0,'0'0'0,"0"0"15,0 0 1,0 0-16,0 0 16,0 0-16,0 0 15,10 9 1,8 9-16,11 38 15,-1 27 1,0 37 0,0 9-16,1 37 15,-11 0 1,1-9-16,-9 28 16,-10-28-16,9 9 15,-9-18 1,0 8-16,0-26 15,0-20-15,0-54 16,0-19-16,0-19 16,0-18-1,0 0-15</inkml:trace>
  <inkml:trace contextRef="#ctx0" brushRef="#br0" timeOffset="182262.43">15889 6913 0,'0'0'0,"0"-9"0,10-10 15,8 1-15,20-10 16,37 10 0,19-1-16,38 1 15,0 18 1,28-9-16,-10 9 15,10 0 1,9-10 0,1-8-16,18-1 15,-9-8 1,9-1-16,9-9 16,-9 0-16,38 0 15,-38 10 1,29-1-16,-20 0 15,10 19 1,-9 0-16,-1-10 16,10 10-1,-28 9-15,19 0 16,-20 0 0,-8 0-16,8 0 15,-27 0-15,0 9 16,-1-9-1,-18 0-15,37 0 16,-28 0 0,-9 10-16,18-10 15,1 9 1,-19 0-16,-1-9 0,10 0 16,-9 0-1,-10 0-15,20 9 16,-11-9-1,1 0-15,37-9 16,-18 0-16,-1 9 16,20-19-16,-1 10 15,-9 9 1,9-9-16,1 0 16,-1-1-16,0 10 15,1 0 1,8 0-16,-18-9 31,10 0-31,18 0 16,-28-10-16,18 10 15,11-9 1,-20-1-16,0-9 16,1 10-1,-1-10-15,0 1 16,-18 8-16,18-9 15,0 1-15,1-1 16,-1 0-16,0 1 16,1 8-1,-1-8-15,-28 8 16,29 1 0,-20 8-1,-9-8 1,10 9-16,-1-1 15,-18 1-15,-10 0 16,0 0 0,10 9-16,-38-9 15,-9-1 1,9 1-16,-19 9 0,-9-9 16,-19 9-1,-9 0-15,-10 0 16,0 0-16,-9 9 15,0 0 1,-10 1-16,10-1 16,-10 0-16,10 0 15,0 10 1,-9 8-16,8 1 16,-8 9-1,-1 0-15,1 27 31,-1 1-31,0 9 16,-9 18-16,0 19 16,0 18-1,0 10 1,0-10-16,0 19 16,10-10-16,-10 0 15,0 29 1,0-66-16,-10-27 0,1 18 15,9-18-15,-9-19 16,-1 1 0,1-19-16,-1 0 31,1 0-31,-10-1 16,0-8-1,-9 0-15,-19 9 16,-9-10-16,-20 1 15,-27 0 1,-19 9-16,-38-10 16,-19 1-16,-37-9 15,-1 8 1,-37 1-16,-9-19 16,-1 10-16,-56-1 15,57-9 1,-29 1-16,-37-1 15,38 0-15,-39 10 16,1-10 0,0 9-1,9 1 1,-19-1-16,-9-9 16,10 1-16,8 8 15,-8-9-15,-10 0 16,9-18-1,19 18-15,-19 1 16,10-20-16,28 10 16,-28 10-1,37-1-15,-9 0 16,9 10 0,1-10-16,9 0 15,-1 0-15,11 1 16,8 8-16,-9 0 15,29 1 1,-20-10-16,48 0 16,-19-9-16,47 0 15,-19 0 1,37 0-16,-8 0 31,8 0-31,39 0 16,-11 0-1,20 0-15,19 10 16,9-1-16,18 0 16,11 0-1,17 1-15,48-10 16</inkml:trace>
  <inkml:trace contextRef="#ctx0" brushRef="#br0" timeOffset="183532.73">28194 5990 0,'0'0'0,"0"0"16,9 9-16,1 19 15,9 37 1,9 18-16,-9 18 16,-1 10-1,-8 27 1,-10 19-16,-10 9 16,1 1-1,-10-1-15,10 46 16,-1-18-16,1 37 15,9 8 1,9-17-16,-9 0 16,10-19-16,-1-10 15,-9 29-15,10 9 16</inkml:trace>
  <inkml:trace contextRef="#ctx0" brushRef="#br1" timeOffset="186817.11">20837 4679 0,'0'0'0,"0"0"15,0 0 1,0 0-16,10 19 15,-10 9-15,9 18 16,-9 18-16,0 19 16,10 0-1,-1-18-15,10-10 16,9-18 0,29-27-16,-57-10 15</inkml:trace>
  <inkml:trace contextRef="#ctx0" brushRef="#br1" timeOffset="187249.4">20884 4255 0,'0'0'0,"0"0"15,0 0-15,-9 0 16,9 0-16,0 0 15,0 0 1,0 0-16,0 9 16,9 0-1,1-9-15,18 0 16,19-9-16,-9-9 16,-1-1-16,1-9 15,-19 10 1,0 0-16,-10-1 15,-9 1 1,-9 8-16,-1 1 0,-9 9 16,19 0-1</inkml:trace>
  <inkml:trace contextRef="#ctx0" brushRef="#br1" timeOffset="189274.39">18768 4744 0,'0'0'0,"0"0"15,0 9-15,-10 19 16,10 0-1,0 36-15,0 19 32,10-9-32,9-9 15,18-19-15,-37-46 16</inkml:trace>
  <inkml:trace contextRef="#ctx0" brushRef="#br1" timeOffset="189759.84">18824 4172 0,'0'0'16,"0"0"-16,0 0 15,0 0-15,-9 9 16,-1 9-16,1 10 15,9 9 1,9-9-16,10-1 31,9-8-31,1-10 16,8-9-16,1-9 16,-10 0-1,0-1-15,-9-8 16,-9 9-1,-1 0-15,0-1 16,-9 10-16,0 0 16,0 0-16,0 0 15</inkml:trace>
  <inkml:trace contextRef="#ctx0" brushRef="#br1" timeOffset="190932.87">19088 4190 0,'0'0'0,"0"0"0,0 0 15,-10 0-15,1 0 16,-1 0 0,1 0-16,0 0 15,-10-9 1,0 0-16,-9 9 31,0 0-31,9 0 16,0 0-16,0 0 15,10 0 1,9 0-16,0 0 16,9 18-1,-9-18-15</inkml:trace>
  <inkml:trace contextRef="#ctx0" brushRef="#br0" timeOffset="207391.98">14704 7864 0,'0'0'0,"0"0"15,0 0 1,0 0-16,0 0 16,9 9-16,1 9 15,8 19 1,1 19-16,9 17 16,-9 11-16,19 26 15,-10-17-15,-9-20 16,0-8-1,-10-19-15,1-9 16,-1-9 0,0-19-16,-9-9 15,0 0-15,0 0 16</inkml:trace>
  <inkml:trace contextRef="#ctx0" brushRef="#br0" timeOffset="207777.43">14647 7984 0,'0'0'0,"0"0"16,0 0-1,0 0-15,0-10 16,0 1-16,10-9 15,9-10 1,9 0-16,9-9 16,-8 19-16,-1 9 15,-9 0 1,-1 9-16,1 0 31,0 9-31,-9 0 16,-1 9-16,0 1 15,1 18 1,-1 0-16,-9 9 0,0 0 16,0 0-1,-9 10-15,9-56 16</inkml:trace>
  <inkml:trace contextRef="#ctx0" brushRef="#br0" timeOffset="208495.62">15343 7716 0,'0'0'0,"0"0"16,0 0-1,0 0 1,0 0-16,0 9 16,10 10-16,9 18 15,9 18 1,0 19-16,-9 0 15,0-10 1,0 1-16,-19-65 0</inkml:trace>
  <inkml:trace contextRef="#ctx0" brushRef="#br0" timeOffset="208981.21">15579 7651 0,'0'0'0,"0"0"15,0 0 1,0 0-16,0 0 15,9 10 1,0 8-16,10 10 16,10 9-1,-11 0-15,1 0 16,0-1-16,0-17 16,-10-1-16,1 1 15,-1-10 1,-9-9-16,0 0 15,0 0 1,9 0-16,1-9 16,-1 0-1,1-10 1,-1-9-16,0-8 16,-9-11-1,0-8-15,0 0 16,-9-1-1,0 10-15,-1 0 16,10 46-16</inkml:trace>
  <inkml:trace contextRef="#ctx0" brushRef="#br0" timeOffset="209482.67">15089 7624 0,'0'0'0,"0"0"15,0 0 1,19-10-16,28-26 16,47-11-1,10-8 1,9 9-16,9-10 16,-9 10-1,-10 9-15,-8 1 16,-30 8-16,1 0 15,-38 19 1,-28 9-16</inkml:trace>
  <inkml:trace contextRef="#ctx0" brushRef="#br0" timeOffset="209767.81">15532 8648 0,'0'0'16,"0"0"-1,9-9-15,10-19 0,47-46 16,37-18-1,10-9-15,0 8 16,9 1 0,-9 0-16,-113 92 15</inkml:trace>
  <inkml:trace contextRef="#ctx0" brushRef="#br0" timeOffset="211365.5">13142 286 0,'0'0'0,"-28"55"16,9 56-16,0 18 16,10 10-1,9-19-15,0 37 16,9 27-1,1 19-15,-1-27 16,1 36-16,-10 10 16,0-10-16,0 0 15,-10 37 1,1-36-16,-1 27 31,-9 37-31,1-28 0,-1 28 31,9-37-31,20 27 16,-1-18-16,1 10 16,8 9-1,11-29-15,8 29 16,1-37-16,0 18 16,-10-27-1,9 36-15,-8-18 16,-11-28-16,1 19 15,-9-9-15,-1 18 16,1-28 0,8 19-16,-8-56 15,18 37 1,10-27 0,-1-19-16,10 9 15,0-27 1,10 18-16,-1 9 15,-9-27 1,0 37-16,0-19 16,0 18-1,0 1-15,0 0 0,0-10 32,0 0-32,1-18 15,8 46-15,-9-55 16,0 9-1,9 27-15,-18-8 16,0 8 0,-10 10-16,0 28 15,-18-19-15,-1 28 16,0-28 0,1 55-16,-10-55 15,0 9 1,0-18-16,0 18 15,0-45-15,9 8 16,10-9-16,0-18 16,0-10-16,-1 19 15,-8-28 1,18 1-16,0 8 16,-9-9-1,9 0-15,1 19 16,-11-28-16,1 9 15,-9-18 1,8 9-16,-8-9 16,-1-10-1,1-8-15,-1-1 16,0 19 0,10-19-1,0 10-15,0 8 16,0-8-16,0 9 15,9 18 1,-9-9-16,-19-120 16</inkml:trace>
  <inkml:trace contextRef="#ctx0" brushRef="#br1" timeOffset="-213912.15">29182 10199 0,'28'0'0,"66"-19"16,19 1 0,0-1-16,-38 10 15,-9 9-15,-66 0 16</inkml:trace>
  <inkml:trace contextRef="#ctx0" brushRef="#br1" timeOffset="-212591.3">29210 8999 0,'0'0'0,"0"0"16,0 9-16,0 10 15,0 8-15,0 19 16,-9 19-16,9 9 15,0 0 1,0-10-16,0 1 16,0-19-16,0-9 15,0-19-15,0-18 16</inkml:trace>
  <inkml:trace contextRef="#ctx0" brushRef="#br1" timeOffset="-212226.57">29727 9045 0,'0'0'0,"0"0"15,-9 9 1,-10 19-16,-9 9 15,0 0 1,-10 9-16,0-9 0,1 0 16,-10 0-1,9-19-15,10 1 16,0-10 0,0 0-16,9-9 15,9 0-15,1 0 31,9 0-31,0 0 16,0 0 0,19 9-16,18 10 15,20-1 1,-1 10-16,-56-28 16</inkml:trace>
  <inkml:trace contextRef="#ctx0" brushRef="#br1" timeOffset="-211963.58">29906 9534 0,'0'0'16,"0"0"-16,0 0 31,10 9-31,-1 10 0,0 18 15,1 27 1,-20 29-16,-8-10 16,-20 9-1,-19-9 1,57-83 0</inkml:trace>
  <inkml:trace contextRef="#ctx0" brushRef="#br1" timeOffset="-211394.45">30837 9174 0,'0'0'0,"0"0"16,0 10-1,10 8-15,-1 10 16,-9 9-16,10 9 16,-10 9-1,0 0-15,0-8 16,-10 8-16,-9 0 16,-9-8-1,0-11-15,-10-8 16,-9-9-1,0-19 1,47 0-16</inkml:trace>
  <inkml:trace contextRef="#ctx0" brushRef="#br1" timeOffset="-210970.06">30856 8787 0,'0'0'0,"0"0"15,0 0 1,0 0-16,0 0 16,0 0-16,0 0 15,0 9-15,0 0 16,10 10-1,-1-1-15,1 0 16,-1 1-16,10-10 16,9 0-1,10-9-15,18-18 32,-9-10-32,-19 1 15,1-10 1,-11 0-16,-8 0 15,-20 0-15,-8 0 16,-20 9 0,-9 10-16,-28 18 15,-10 18-15,0 38 16,85-56-16</inkml:trace>
  <inkml:trace contextRef="#ctx0" brushRef="#br1" timeOffset="-210036.1">29398 9470 0,'0'0'0,"0"0"0,0 0 16,0 0-1,0 0-15,0 0 16,10 0 0,8 9-16,1 0 15,9 0-15,1 10 32,18-1-32,9 1 15,10-1 1,0 1-16,-66-19 15</inkml:trace>
  <inkml:trace contextRef="#ctx0" brushRef="#br1" timeOffset="-209179.95">27206 9303 0,'0'0'0,"0"0"16,0 0 0,0 0-1,0 0-15,0 0 16,0 0 0,0 0-16,0 0 15,0 0 1,0 10-16,0 8 15,0 19-15,0 0 16,-9 18-16,-1 1 16,10-10-1,0 0-15,0-9 16,10-19-16,-1 1 16,-9-19-1</inkml:trace>
  <inkml:trace contextRef="#ctx0" brushRef="#br1" timeOffset="-208733.03">27451 8842 0,'0'0'0,"0"0"15,0 0-15,0 0 16,-10 0 15,1 9-31,0 10 16,-10 8-16,9 1 15,1 0 1,9-10-16,9-9 16,10 1-16,9-1 15,10-9 1,0-19 0,-1 1-16,-8-10 15,-20 10-15,0-10 0,-9 10 16,-18-10-1,-30 10-15,-27 8 16,9 10-16,-28 19 16,94-19-1</inkml:trace>
  <inkml:trace contextRef="#ctx0" brushRef="#br0" timeOffset="-196053.12">29869 11556 0,'0'0'0,"0"0"16,0 0-16,0 0 31,0 0-31,0 0 0,0 0 16,9 9-16,0 0 15,1 19 1,-1 18-16,1 18 16,-10 19-1,0 1 1,-10-1-16,1-19 16,9 1-16,0-10 15,0-55 1</inkml:trace>
  <inkml:trace contextRef="#ctx0" brushRef="#br0" timeOffset="-195513.55">30640 11565 0,'0'0'0,"0"0"16,0 0-16,-9 0 15,-10 9-15,-10 9 16,1 1-1,0 9-15,-10 18 16,10 0-16,0 9 16,9 10-16,10-1 15,9-8 1,19-10-16,-1-9 16,20-9-16,9-10 15,19-18 1,-10-9-16,-9-10 15,-9-8 1,-10-10-16,-9 0 31,0-9-31,-19 0 16,-10-1-16,-8-8 16,-20 9-1,-9 9-15,0 19 16,-10 8-16,1 20 15,9 8 1,47-18-16</inkml:trace>
  <inkml:trace contextRef="#ctx0" brushRef="#br0" timeOffset="-194727.78">27912 10273 0,'0'0'16,"0"0"-16,0 0 15,0 0 1,0 0-1,0 0 1,0 0-16,0 0 16,0 9-16,9 9 15,10 10 1,28 9-16,19 9 16,47 9-1,18 1-15,1-10 0,9 9 16,19-9-1,-19-9-15,-18-9 16,-10-9 0,-1-29-16,-112 10 15</inkml:trace>
  <inkml:trace contextRef="#ctx0" brushRef="#br0" timeOffset="-194380.36">29417 10586 0,'0'0'0,"0"0"15,0 0-15,0 0 16,9 10-1,10 8-15,9 1 16,1-1-16,8 10 16,1-1-16,-10-8 15,0-1 1,-9-8-16,0-1 16,-10 0-16,-9 0 31,-9 10-31,-29 8 15,-18 10 1,-57 0-16,113-37 16</inkml:trace>
  <inkml:trace contextRef="#ctx0" brushRef="#br0" timeOffset="-193028.52">25155 10190 0,'0'0'0,"0"0"15,0 0 1,0 0-16,0 0 16,0 0-16,0 0 15,10 9 1,9 9-16,18 10 16,10 9-16,10 0 31,37 0-31,28 0 15,0 0-15,29-1 16,9 11 0,-10-11-16,1 1 15,-19-9-15,-1 0 0,-18-1 16,-19-8 0,0-10-16,-28 0 15,-9-9-15,-10-9 16,-47 9-1</inkml:trace>
  <inkml:trace contextRef="#ctx0" brushRef="#br0" timeOffset="-192705.5">26896 10522 0,'0'0'0,"0"0"16,9 9-1,1 0-15,27 19 16,20 9-16,9 0 16,-10 0-1,0-10 1,-18-8-1,-19-1-15,0-8 16,-10-1-16,-9 0 16,-19 19-1,-18-1-15,-29 20 16,-19-1 0,85-46-16</inkml:trace>
  <inkml:trace contextRef="#ctx0" brushRef="#br0" timeOffset="-191685.89">27780 12174 0,'0'0'0,"0"0"16,0-9-16,0-10 16,9-18-16,1-9 31,-10 9-31,-10 0 16,1 0-1,-10 10-15,-9 8 16,-10 1-1,-9 9-15,-9 9 16,-1 9-16,1 9 16,18 10-16,10 0 15,9-1 1,10 1-16,9 9 16,19-9-16,18 18 15,20 9 1,-1 1-16,10-10 15,0 0-15,0-9 16,-10 0-16,-18-10 16,-10-8-1,-9-1-15,-10 1 32,-9-10-32,-9 9 15,-19 1 1,-10-1-16,-9 1 15,-9-1-15,-10-9 16,0-9 0,19 0-16,9-9 15,10-9-15,9-28 16,19-28 0,28-18-16,29-28 15,-57 120-15</inkml:trace>
  <inkml:trace contextRef="#ctx0" brushRef="#br0" timeOffset="-190798.11">27921 12026 0,'0'0'0,"0"0"31,0 0-31,0 0 16,0 0-16,0 0 15,-9 0 1,-10 9-16,-19 10 16,-9 18-1,-28 27-15,0 20 16,75-84-16</inkml:trace>
  <inkml:trace contextRef="#ctx0" brushRef="#br0" timeOffset="-188730.84">21976 10356 0,'0'0'0,"0"0"16,0 0-16,0 0 15,0 0-15,0 0 16,0 0-16,9 9 16,19 9-1,29 10-15,18 9 16,38 0-1,28 9 1,10-9 0,-10 0-16,47 18 15,-19-9-15,29 10 16,-1-1 0,1-9-16,-10 0 15,-38 1 1,1-10-16,-19-19 0,-29-9 15,-28 0 1,1-9-16,-20-9 16,-18 0-16,-38 9 15</inkml:trace>
  <inkml:trace contextRef="#ctx0" brushRef="#br0" timeOffset="-188411.62">24431 10688 0,'0'0'0,"0"0"0,0 9 16,0 0-16,9 19 15,10 9 1,19 9-16,9 10 15,0-10-15,0 0 16,-19-9 0,-9 0-16,-10-10 15,-18 10-15,-10 0 16,-18 9 0,-20 10-16,-9-1 15,0-9 1,66-46-16</inkml:trace>
  <inkml:trace contextRef="#ctx0" brushRef="#br0" timeOffset="-187432.97">24638 12478 0,'0'0'0,"0"0"16,0 0-16,0 0 15,0 0-15,0 0 16,0 0-16,0 0 16,0 0-1,9 0-15,20 0 16,18-9 0,19 0-1,18 0 1,10 0-16,0-1 15,0 1-15,-28 0 16,-9 0 0,-10-1-16,-19 10 15,-9 0 1,0 0-16,-10 0 16,0 0-16,-9 0 15,0 0-15,0 0 16,0 10-1,0 17-15,0 29 16,-9 18-16,-10 64 16,-9 19-16,0 9 15,9-37 1,0-18-16,10-28 16,9-83-1</inkml:trace>
  <inkml:trace contextRef="#ctx0" brushRef="#br0" timeOffset="-185755.52">20047 12709 0,'0'0'0,"0"0"16,0 0-16,0 0 16,0 0-1,0 0-15,0 0 16,0 0-16,0 0 16,0 0-1,10-9-15,8-9 16,11-1-16,18-9 15,0 10-15,-10 9 32,1-1-32,-10 10 15,0 0-15,-9 10 16,-9-1-16,-10 9 16,-10 19-16,-18 19 15,-10 18-15,1-10 16,-10-8-1,9-10-15,10-9 16,9-10 0,10-8-1,9-10-15,9 0 16,10 0 0,28 10-16,9-10 15,1 0-15,-1 1 16,-9 8-1,-19-9-15,-9 10 16,0 8-16,-9 1 16,-10 9-1,-19 9-15,-19 0 16,-37 10-16,-10-1 16,-9-9-1,0-9-15,-9-9 31,8-10-31,20-8 16,9-10-16,66 0 16</inkml:trace>
  <inkml:trace contextRef="#ctx0" brushRef="#br0" timeOffset="-185186.84">17667 13014 0,'0'0'0,"0"0"16,0 0-16,0 0 31,0 0-31,0 0 16,0 0 0,0 0-16,0 0 15,10 18-15,-1 19 16,0 19-1,1 17-15,-1 20 16,1-10-16,-1 0 16,0 9-1,1-18-15,-1 0 16,10-10 0,0 1-16,18-10 15,-37-55-15</inkml:trace>
  <inkml:trace contextRef="#ctx0" brushRef="#br0" timeOffset="-184168.75">22926 12368 0,'0'0'15,"0"0"-15,-10 0 16,1 9-16,-10 0 15,-9 10 1,-10 8-16,-9 10 16,0 9-16,-9 10 15,-10 27 1,0 18-16,10 1 16,9 9-16,18 9 31,20-10-31,9-17 15,9-10 1,10-19-16,9-8 16,1-19-1,18 0-15,0-10 16,9-17-16,10-10 16,-9-10-1,-1-8-15,-9-10 16,-9 0-1,-20 1-15,-8-1 16,-10-9-16,-10 0 16,-18 0-16,-9 0 15,-20 10 1,-18 8-16,-19 10 16,9 18-16,0 19 15,20 9-15,65-37 16</inkml:trace>
  <inkml:trace contextRef="#ctx0" brushRef="#br0" timeOffset="-183196.67">16689 12469 0,'0'0'15,"0"0"-15,0-9 32,0 0-32,0 0 15,0-1-15,0 10 16,0 0-1,0 0-15,0 19 16,9 27 0,1 55-16,8 38 15,1 18-15,-9 27 16,8-8 0,1-1-16,9 56 15,-18-47-15,9 10 16,-1-28-1,-8-27-15,-1-10 16,1-37-16,-10-36 16,0-19-16,0-10 15,0-27 1,0 0-16,0-18 16,0 18-1</inkml:trace>
  <inkml:trace contextRef="#ctx0" brushRef="#br0" timeOffset="-180897.78">16623 12589 0,'0'0'0,"0"-9"15,9 0-15,10-10 32,9-8-32,10 8 0,18 1 15,20-1-15,37 1 16,9-1-16,10 10 15,18-9 17,19-10-32,-9 0 15,19-9-15,-10 0 16,20-9-16,8-9 16,1 9-1,27 0-15,-46 9 16,47-9-1,-19-1-15,9 20 16,-9-10-16,28 9 16,-37 10-1,28 8-15,-38-8 16,0 9-16,10-10 16,-20 10-1,29 0 1,-37 0-1,27-1-15,1-8 16,-29-1-16,10-8 16,-10-1-1,1 0-15,-1 1 16,-9-1 0,9 10-16,-18-1 0,-1 1 15,19-10 1,-27 19-16,-11-1 15,10 1 1,-9 0-16,-10 9 16,1 0-1,8 0 1,-8 0-16,-20 0 16,10 0-1,0 0-15,-19 0 16,10 0-16,-10 0 15,0 0 1,0 0-16,0-9 16,0 0-16,-19-1 15,19 1 1,10 0-16,-1 0 16,-9-1-16,19 1 15,19-9 1,-19 8-16,9 1 15,10-9-15,-1-1 16,1 10-16,0-9 16,18-1-1,-9 1-15,1-1 16,18 1 0,-19-1-16,19 1 15,-1-1 1,1-8-1,10-10-15,-10 9 16,-10 0 0,20 1-16,-20-1 15,-18 10 1,18-1-16,-18 1 16,0-1-16,-10 1 15,-9 9-15,9-1 16,-9 1-1,-19 0-15,0 9 16,0 0-16,-18 0 16,-20 0-1,-9 0 1,-9 0 0,-10 0-16,0 9 15,-9-9-15,0 9 16,-10 1-1,1-1-15,8 9 16,1 19 0,0 9-16,0 10 15,0 8-15,9 19 16,0 10-16,0 27 16,19 18-1,0 1-15,10 17 16,-1 11-1,-9-1-15,0-9 0,0-19 16,-18-36 0,-1-19-16,0 0 15,-9-28-15,-10-9 16,-9 0 15,0 1-31,-9-11 16,-1 1-16,-8 9 15,-1-9 1,-9 10-16,-10-11 16,-9 1-16,-38 0 15,-18-9 1,-10 0-16,-47-1 16,-9 1-16,-20-9 15,-36-1-15,8 10 16,-37-1-1,29-8-15,-29 9 16,-19-1 0,9-8-16,-27 8 31,27-8-31,-37-1 16,10 10-16,8 0 15,-36 9 1,36-1-16,-8 1 15,-29 0 1,47-9-16,-9 9 16,0-19-16,28 10 15,-19-9-15,38-10 16,-10 9 0,0 1-16,1-1 15,-10 10 1,28 0-16,-37 8 15,46 1-15,-46 19 32,46-10-32,-27 0 15,27-9-15,1 0 16,0 9 0,9-18-16,9 9 15,-9-10-15,10 10 16,-20-9-16,10 9 15,19-9 1,-9-1-16,27 1 16,-27 0-1,27-1 1,-8-8-16,-20 8 0,29-8 16,-10 9-16,0-10 15,19 1 1,-9 8-16,37-18 15,1 1 1,-10-1-16,9-9 16,19 0-16,0 0 31,10-9-31,18 9 16,19 0-1,19 0-15,9 0 16,10 0-1,9 0-15,19 0 16</inkml:trace>
  <inkml:trace contextRef="#ctx0" brushRef="#br1" timeOffset="-177630.22">24713 9267 0,'0'0'0,"0"0"0,0 0 16,0 0-1,-9 18-15,-1 19 32,1 18-32,-10 28 0,-9 10 15,9-1 1,10-18-1,9-10-15,9-27 16,10-9 0,-19-28-16</inkml:trace>
  <inkml:trace contextRef="#ctx0" brushRef="#br1" timeOffset="-177184.96">24958 9027 0,'0'0'0,"0"0"15,0 0-15,0 0 16,0 0 0,0 0-16,0 0 15,0 0-15,0 0 16,0 0-16,0 0 16,0 0-1,9 0-15,1 0 16,8-10-1,-8 1-15,-1-9 16,1-1-16,-10-8 16,-10-1-16,-9 0 15,-18 0 1,-10 10-16,-19 9 16,10 18-16,56-9 15</inkml:trace>
  <inkml:trace contextRef="#ctx0" brushRef="#br1" timeOffset="-176461.72">21628 9460 0,'0'0'0,"0"0"16,0 0-1,0 0-15,0 0 16,0 0-16,0 0 16,-10 19-16,1 18 15,-10 18 1,0 19-16,0 18 15,19-18-15,10-19 16,9-27 0,9-9-16,9-19 15,-37 0 1</inkml:trace>
  <inkml:trace contextRef="#ctx0" brushRef="#br1" timeOffset="-176029.4">21872 8934 0,'0'0'0,"0"0"0,-9 0 16,-1 0-16,1 10 15,-10-1 1,10 9-16,-1 10 31,1-10-15,9-8-16,0-1 15,0-9-15,0 0 16,9 0-16,10-9 16,-9-1-1,-1-8-15,0-1 16,-9 1-16,0 9 16,-9 0-1,-10-1 1,-9 20-16,-10 8 0,10 10 15,28-28 1</inkml:trace>
  <inkml:trace contextRef="#ctx0" brushRef="#br1" timeOffset="-174878.19">19727 9590 0,'0'0'16,"0"0"-16,-9-10 15,0 1 1,9 9-16,0 0 16,0 0-1,-10 9-15,1 10 16,-10 36 0,0 28-16,0 10 0,10-1 15,9-9 1,19-18-16,-1-29 15,20-17 1,-38-19-16</inkml:trace>
  <inkml:trace contextRef="#ctx0" brushRef="#br1" timeOffset="-174447.18">19906 9082 0,'0'0'0,"0"0"0,0 0 32,0 0-32,0 0 15,0 0-15,0 0 16,0 0 0,0 0-16,9 0 15,10 0-15,10 0 16,-11-9-1,1 0-15,-9-1 16,-10 10 0,0 0-16,0 0 15,0 0-15,-10 0 16,-9 0 0,-9 10-16,28-10 15</inkml:trace>
  <inkml:trace contextRef="#ctx0" brushRef="#br0" timeOffset="-171122.2">14817 13891 0,'0'0'16,"0"0"-16,0 0 16,0 0-1,0 0-15,0 0 16,0 9-16,9 28 16,19 37-16,10 18 15,0 28 1,-1 0-16,-9-19 15,1-8 1,8-38-16,-18-18 16,0-28-16,-19-9 15</inkml:trace>
  <inkml:trace contextRef="#ctx0" brushRef="#br0" timeOffset="-170736.88">14713 14066 0,'0'0'16,"0"0"-16,0 0 15,0-9 1,0-10-16,10-8 0,8-20 31,29-26-31,19 8 16,-9 10-1,-1 8-15,-9 20 16,-19 8-16,1 10 16,-11 9-1,1 9-15,-9 19 16,-10 18-16,-10 10 15,-18 17-15,-10 10 16,10-18 0,0-19-16,28-46 15</inkml:trace>
  <inkml:trace contextRef="#ctx0" brushRef="#br0" timeOffset="-170014.5">15569 13651 0,'0'0'0,"0"0"15,0 0 1,0 0-16,0 0 0,0 0 15,0 0-15,10 0 16,8 18 0,11 19-16,8 9 15,10 10 1,-9-1-16,0 0 16,-10-9-16,0-9 15,-19-9 1,1-19-16,-1 1 15,-9-10-15,0 0 16,0 0 0,0-10-16,0-8 15,0-19 1,0-18 0,0-10-16,0 0 15,-9 1 1,9 8-16,-10-8 15,1 8-15,9 56 16</inkml:trace>
  <inkml:trace contextRef="#ctx0" brushRef="#br0" timeOffset="-169733.4">15306 13605 0,'0'0'0,"0"0"0,0 0 16,0-10 0,19-17-16,18-20 15,10-17 1,29-19-16,8 0 15,20 0-15,-29 27 16,0 10-16,-9 9 16,-9 9-1,-57 28-15</inkml:trace>
  <inkml:trace contextRef="#ctx0" brushRef="#br0" timeOffset="-169463.49">15908 14214 0,'9'-10'0,"20"-36"16,18-28-16,18-9 16,11 10-16,-10 17 15,-19 19-15,-47 37 32</inkml:trace>
  <inkml:trace contextRef="#ctx0" brushRef="#br0" timeOffset="-166783.15">21430 16770 0,'0'0'16,"0"0"-16,9-18 16,20-38-16,55-54 15,48-56 1,0-1-16,65-45 16,-65 64-16,-28 28 15,-39 37 1,-27 28-16,-19 27 15,-10 10-15,-18 9 16,-19 18 0,-38 19-1,-28 27 1,9 10-16,29-1 16,9-8-16,28-20 15,19 1 1,9-9-16,29 0 15,37 9 1,19 0-16,-9-10 0,-1 10 16,-18 9-16,-9 28 15,-20 0 1,-27-9-16,-10-1 31,-19-8-31,0-19 16,0-19-1,0-9-15,1 0 16,8-18-16,1-18 16,-1-10-1,20-10-15,9-8 16,18 18-16,1 9 16,9 10-1,-9 9-15,-1 18 16,1 9-16,-1 10 15,11 9 1,-11-9-16,1-1 16,-1-8-1,1-1-15,9-8 16,0-20-16,19-17 16,-10-29-16,1-8 15,-10-10 1,-28 0-16,-19-9 15,-19 18-15,-19 1 32,-28 27-32,-18 18 15,8 29 1,1 27-16,19 9 16,18 18-1,10 19-15,37-18 16,10-19-16,-19-46 15</inkml:trace>
  <inkml:trace contextRef="#ctx0" brushRef="#br0" timeOffset="-165863.28">23528 16069 0,'0'0'0,"19"0"16,18-9-16,20-1 15,27 1-15,1 9 16,-19 9-1,9 10-15,-28 9 16,-9-1-16,-10 1 16,-9 0-1,-10 8-15,-9 1 16,-9 0-16,0-9 16,-1-10-16,1-8 15,9-10 1,-10-19-16,10-27 15,10-46 1,27-37-16,10-19 31,10 19-31,28-28 16,-20 37-16,-18 37 16,-9 27-16,-10 1 15,-9 27 1,-10 10-16,1-1 15,-10 19 1,0 0-16,0 0 16,-10 10-16,1 17 15,0 38 1,-1 27-16,10 19 16,0 18-16,10 28 15,-1-18 1,0-10-1,10-28 1,0-27-16,0-28 16,9-9-16,0-18 15,29-1 1,9-18-16,0-18 16,-1-10-1,-8-9-15,-10-9 16,-19 0-16,-9 9 15,-10 0 1,-9 0-16,0 19 16,0 8-16,-9 1 15,9 9 1,-10 9-16,1 10 0,0 8 31,9 10-15,9 9-16,10 1 15,9-10 1,19-19-16,19-18 16,-10-28-16,-9-18 15,-47 46-15</inkml:trace>
  <inkml:trace contextRef="#ctx0" brushRef="#br0" timeOffset="-165647.3">24168 15820 0,'0'0'0,"0"0"16,0 0-16,28 0 16,66-10-1,66-8-15,47-10 16,19-18-1,-1-9 1</inkml:trace>
  <inkml:trace contextRef="#ctx0" brushRef="#br0" timeOffset="-165099.65">26200 15653 0,'0'0'16,"0"0"-16,0 0 15,0 0 1,0 0 0,0 0-16,-10 10 15,-9-1 1,-18 9-16,-1 1 15,-9 18 1,-9 27-16,9 1 16,9 9-16,19-10 15,10-8-15,9-1 16,9-18 0,10-9-16,9-19 15,10-9 1,9-28-16,9-27 15,1-47-15,-20-36 16,-8-28-16,-29-28 16,0 19-1,-10 18-15,1 46 16,9 37-16,0 46 31,0 10-15,0 18-16,9 9 15,19 84-15,1 91 16,8 56-16,-8-28 16,-1-45-1,9-47-15,-37-120 16</inkml:trace>
  <inkml:trace contextRef="#ctx0" brushRef="#br0" timeOffset="-163013.78">28100 15561 0,'0'0'0,"0"0"15,-9-18-15,-1-1 16,-9-8-16,-9 8 16,-10 10-1,-9 27-15,-9 38 16,-10 36 0,10 46-16,9 1 15,18-28-15,20-37 31,9-28-31,9-19 16,1-8 0,18-19-16,19-19 15,19-18-15,0-27 16,-10-19 0,-18 9-16,-10 19 15,-9 18-15,0 9 16,-10 19-1,-9 9-15,10 0 16,8 18-16,1 19 16,0 18-1,0 1-15,9-1 32,-9-18-32,9 0 15,0-18-15,10-10 16,9-9-1,9-19-15,-9-18 16,0-18 0,-9-19-16,-19-9 15,-19-9-15,0 18 16,-10 19-16,1 18 16,0 9-1,-1 19-15,10 9 16,0 0-1,0 0-15,19 27 16,19 29-16,9 8 16,9 19-16,1 1 15,-10-20 1,0-8-16,-10-20 16,1 1-16,-10-9 15,0-9 1,10-1-1,0-18 1,-1-9-16,-8-10 16,8-18-16,1-36 15,-10-11 1,-9 1-16,0 19 16,-10 18-1,0 18-15,1 9 16,-1 10-16,1 9 15,8 19-15,11 27 16,8 9 0,1 19-16,-10-19 15,0-8 1,1-10 0,-1-19-16,9 0 15,11-8 1,17-20-16,11-8 15,8-19 1,10-28-16,-9 1 16,-10 8-16,1 10 15,-39 19-15,-9-1 16,-9 9 0,-9 1-16,-10 9 15,0 9 1,-19 0-16,-19 0 15,-18 18 1,-10 28 0,9 10-16,10 8 15,10-8 1,27-1-16,10-18 16,10-9-16,9-1 15,18-8 1,29-19-16,0-19 15,0-17-15,-10-20 16,-18 10-16,-19 18 16,-1 10-1,-8-1-15,-1 10 16,-9 9-16,10 9 16,9 19-1,-1 9-15,11 0 16,-1 0-16,0-9 15,0-10 1,10-18-16,9-9 16,9-28-16,1-28 15,-10-18 1,-10 19 0,-18 27-1,-9 9-15,-1 19 16,-9 9-16,0 0 15,9 18 1,10 28-16,0 10 16,9 8-1,10 1-15,0-19 0,9-18 16,9-19 0,1-18-16,-1-28 15,-9-9 1,-9 0-16,-10 9 15,-19 9 1,1 19 0,-1-1-16,-9 10 15,9 19 1,20 46-16,-1 27 16,-9 37-1,-10-18-15,1 18 16,-10-9-16,-10 0 15,-9-28-15,1-18 16,-1-18 0,-10-10-16,11-19 15,8-17 1,-9-10-16,-9-37 16,9-46-16,10-28 15,28 0-15,18 19 16,39-10-1,46 1-15,-122 101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0T08:04:45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19398 452 0,'0'0'0,"0"0"0,0 0 15,0 0 1,19 0-16,0 9 16,9 19-1,0 9-15,10 9 16,-10 10 0,-9-10-16,0 0 15,9 28-15,0 27 16,-9 1-16,0 36 15,0 10 1,-1 0-16,1 36 16,0-8-16,-10 8 15,1 10 1,9 9-16,-1 0 16,1-9-16,-9 27 15,-10-27 1,9 28-16,-9-28 31,0 27-31,9-18 16,1 0-1,-1 0-15,1 28 16,-1-19-16,0 10 16,1-10-16,9 10 15,0 18 1,-1-47-16,-8 29 15,-1-28 1,1 18-16,-10-27 16,0 18-16,0-28 15,-10 19-15,1 0 16,-1 9 0,10 0-16,0-37 15,10 37 1,9-37-16,-1 0 15,11 0 1,-11-9 0,11 28-16,8-28 15,-9 9 1,1 0-16,-1 0 16,0 28-16,-9-19 15,0 10-15,0-1 16,-10-17-1,-9 45-15,0-46 16,0 9-16,-9-8 16,-1 8-1,-9 0-15,-9-9 16,0 1 0,9 36-1,0-37 1,-9 28-16,9-19 15,10 19-15,-1-10 16,1 1 0,0 0-16,-1-19 15,10 0-15,-9-19 16,9-8-16,-10 18 16,1 0-1,0 0-15,-1 0 16,1-1-16,-1-8 15,1 9 1,-10-9-16,10-10 16,-10 1-16,0-10 15,0 0 1,0 9-16,10-8 16,-10-20-16,0 1 15,10 0 16,0-10-31,-1-8 16,1 17-16,-1 1 16,10 0-1,0 0-15,0 0 16,0 8-16,0-8 16,0-18-16,0 8 15,0-27 1,0-19-16,0-9 15,0 1-15,10-1 16,-10-9 0,0 0-16,0-10 15,9 1 1,-9 0-16,0-10 16,0-18-1</inkml:trace>
  <inkml:trace contextRef="#ctx0" brushRef="#br0" timeOffset="4467.45">21298 1311 0,'0'0'0,"0"0"0,0 0 16,0 0-1,0 0-15,0 0 16,0 0-16,0 0 16,0 0-16,0 0 15,0 0 1,0 0-16,0 0 16,0 0-1,0 0-15,0 0 16,0 0-1,0 0 1,0 0-16,0 0 16,10-10-1,-1 1-15,10 0 16,9-10-16,10 1 16,9-10-1,9 10-15,-9 9 16,0-1-16,-9 10 15,0 0-15,-10 10 16,0-1 0,-9 9-16,0 19 15,-10 9-15,-9 19 32,-9-10-32,-10 1 15,-9-1 1,-1 10-16,1-19 15,0 0 1,9-9-16,0-9 16,10-10-1,0-9-15,9-9 0,0 0 16,0 0 0,18 0-16,11 0 15,8-9 1,1 0-16,9-10 15,9 1-15,-9-1 16,10-8-16,-1-1 16,-56 28-1</inkml:trace>
  <inkml:trace contextRef="#ctx0" brushRef="#br0" timeOffset="5707.18">21778 1772 0,'0'0'0,"0"0"16,0 0-16,0 0 16,10 0-16,8-9 31,11 0-31,18-10 16,9 1-1,1-10-15,-1 10 16,0-1-1,-9 1-15,-9 8 16,9-8-16,-19 9 16,1 0-16,-29 9 15</inkml:trace>
  <inkml:trace contextRef="#ctx0" brushRef="#br0" timeOffset="6367.34">23537 701 0,'0'0'0,"0"0"0,0 0 15,10 19 1,-1 9-16,10 18 15,0 28 1,0-1-16,-1 20 16,1 8-16,0-27 31,-10 0-31,1-28 16,-10-46-16</inkml:trace>
  <inkml:trace contextRef="#ctx0" brushRef="#br0" timeOffset="7290.06">24196 1809 0,'0'0'0,"0"0"16,0 0-16,0 0 16,0-9-16,0 0 31,0-1-31,-10-8 16,10 9-1,-9-10-15,0 10 16,-1-10-1,1 10-15,-10 0 16,-9-9-16,0 8 16,-10 1-16,0 9 15,1 0 1,-1 9-16,0 1 16,1 8-16,9 10 15,-1 9 1,11 0-16,8-10 15,1 1-15,9-10 16,9 1 0,1-10-16,8 0 15,1-9-15,9 0 16,1-9 0,-1 0-16,0 0 15,0-10 1,-9 10-1,0 0-15,-10-1 16,1 1-16,-10 9 16,9 0-16,-9 0 15,10 0 1,-1 9-16,19 10 16,0 9-1,10-10-15,28 1 31,-66-19-31</inkml:trace>
  <inkml:trace contextRef="#ctx0" brushRef="#br0" timeOffset="7763.38">24356 1523 0,'0'0'0,"0"0"15,0 0-15,0 0 16,9 9-16,19 10 15,1 8-15,18 19 16,0 19 0,0 9-16,-10 0 15,-18 0 1,-9 18-16,-10-28 16,-10-27-16,10-37 15</inkml:trace>
  <inkml:trace contextRef="#ctx0" brushRef="#br0" timeOffset="8095.88">23434 1661 0,'0'0'0,"0"0"15,-10 19 1,10 27-16,0 19 31,10 8-31,18 10 16,19 10-1,10-19-15,18-19 16,-75-55-16</inkml:trace>
  <inkml:trace contextRef="#ctx0" brushRef="#br0" timeOffset="9801.66">26134 905 0,'0'0'0,"0"0"16,0 0-1,0 0-15,0 0 16,0 0 0,0 0-16,-10 0 15,10 0 1,-9 0-16,0 0 15,9 0-15,0 0 16,0 0 0,0 0-16,0 0 15,0 0-15,0 0 0,0 0 16,0 0 0,0 0-16,0 0 15,0 0 1,0 0-16,0 0 15,0 0 1,0 0-16,0 0 16,0 0-16,0 0 15,0 0 1,0 0-16,0 0 31,0 0-31,0 0 16,0 0-16,0 0 15,0 0 1,0 0-16</inkml:trace>
  <inkml:trace contextRef="#ctx0" brushRef="#br0" timeOffset="10999.02">26134 1024 0,'0'0'15,"0"0"1,0 0-16,0 0 16,0 0-16,0 0 15,0 0 1,0 0-16,0 0 16,0 0-16,0 0 15,0 0-15,0 0 16,0 0-1,0 0-15,0 0 16,0 0 0,0 0-16,0 0 15,0 0-15,0 0 16,0 0-16,0 0 16,0 0-1,0 0-15,0-9 16,0 9-1,0-18 1,0 18-16,0-9 16,0 9-1,0 0-15,0 0 16,0 0 0,0 0-16,0 0 15,-10 27-15,1-8 16,-10 18-16,-9 9 15,0 9 1,-1 1-16,1-10 16,9-9-1,10-10-15,0 1 16,9 0-16,0-19 31,9 9-31,10-8 16,18-1-16,11 0 15,8-9 1,10 0-16,-10-9 16,-9 0-16,-9-1 15,9-8 1,0-10-16,-9 1 16,-38 27-16</inkml:trace>
  <inkml:trace contextRef="#ctx0" brushRef="#br0" timeOffset="11303.84">26275 1172 0,'0'0'0,"0"0"0,0 0 16,0 0-1,0 9-15,9 19 16,1 27 0,-1 19-16,1 19 15,18 27 1,-19-10-16,1-8 0,-10-102 31</inkml:trace>
  <inkml:trace contextRef="#ctx0" brushRef="#br0" timeOffset="13198.5">28420 914 0,'0'0'0,"0"0"15,0 0-15,0 0 16,0 0-16,0 0 15,9 0 1,1 0-16,-10 0 16,0 0-16,0 0 15,0 0 1,0 0-16,0 0 16,0 0-16,0 9 15,0 9 1,0-18-1,-10 19-15,1-1 16,-10 19 0,0-9-16,0 9 15,1 0-15,-1 0 16,9-10 0,1 1-16,-1-9 15,10-1-15,0-9 16,10 0-16,18 1 31,10-10-31,9 0 16,9-10-16,1 1 15,-10 0-15,-10 9 16,1 0-16,0 0 16,-10 9-1,9 0-15,1 10 16,0 9-16,-1 18 15,-18-9 1,0 0-16,-10 0 31,-18 9-31,-10 0 16,-18 0-16,-1-18 16,0-1-1,1-8-15,-1-10 16,0-9-1,1-18-15,9-1 16,9-9-16,0-8 16,19 36-16</inkml:trace>
  <inkml:trace contextRef="#ctx0" brushRef="#br0" timeOffset="13467.68">28561 997 0,'0'0'0,"0"0"16,0 0-16,9 0 16,10-9-1,19-1-15,18-8 16,38-1-16,10-8 15,-20 8-15,1-8 16,9-1-16,-19 9 16,-9 19-1,-66 0-15</inkml:trace>
  <inkml:trace contextRef="#ctx0" brushRef="#br0" timeOffset="18642.91">21138 1375 0,'0'0'16,"0"0"-16,0 0 16,0 0-1,0 0-15,0 0 31,0 0-31,0 0 16,0 0 0,0 0-16,0 0 15,0 0-15,0 0 16,0 0-16,0 0 16,0 0-1,0 9-15,0 19 16,0 18-16,0 19 15,10 9-15,-1 27 16,1 10 0,-1-28-16,0-9 15,10-9 1,-9-10-16,-1-9 16,1-18-1,-1-10 1,-9-18-16</inkml:trace>
  <inkml:trace contextRef="#ctx0" brushRef="#br0" timeOffset="20818.91">30866 905 0,'0'0'0,"0"0"16,9 18-16,1 10 16,-1 18-1,0 28 1,10 18-16,-9 9 15,8-8 1,1-1-16,0-9 16,-19-83-16</inkml:trace>
  <inkml:trace contextRef="#ctx0" brushRef="#br0" timeOffset="21837.31">31082 1984 0,'0'0'15,"0"0"-15,0 10 16,9 17 0,1 10-16,-10 9 31,0 10-31,0 8 16,0-8-16,0-1 15,0-9 1,0-9-16,0-9 15,0-10 1,0-8-16,0-10 16,0 0-16,0 0 15,0 0-15,0 0 16,9-10 0,10 1-16,9-9 15,10-10 1,9 0-16,9 1 0,-9 8 15,1 1 1,-11 8-16,-9 10 16,-9 0-1,-9 10-15,-1-1 16,-9 9 0,-9 10-1,-20 9-15,-8 0 16,-1 0-1,-9-10 1,0 1-16,9-19 0,10-9 16,28 0-16</inkml:trace>
  <inkml:trace contextRef="#ctx0" brushRef="#br0" timeOffset="22331.88">31487 2031 0,'0'0'0,"0"0"15,0 0 1,18 9-16,20 0 31,18 9-31,10 10 16,10 9-16,-1 18 16,-9 10-1,-29-19-15,-18 10 16,-19 17-1,-19 10-15,-28 1 16,0-20 0,-9-18-16,56-46 15</inkml:trace>
  <inkml:trace contextRef="#ctx0" brushRef="#br0" timeOffset="22670.52">30687 1984 0,'0'0'16,"0"0"-16,0 0 16,0 0-16,0 19 15,-9 27 1,-1 37-16,10 19 16,10-1-1,8 10-15,11-28 16,27 0-16,-56-83 15</inkml:trace>
  <inkml:trace contextRef="#ctx0" brushRef="#br0" timeOffset="28241.86">22493 18 0,'0'0'0,"0"0"0,0 28 15,10-9-15,-1 36 16,0 10-1,10 64-15,-9-9 16,8 0-16,-8 18 16,-10-27-16,0 46 15,0 18-15,0 10 16,0-19 0,0 19-16,0-29 15,0-8-15,-10-9 16,1-29-1,0-17 1,9-10 0,0-9-16,0-19 15,9 0-15,0-27 16,10-10 0,-19-18-16</inkml:trace>
  <inkml:trace contextRef="#ctx0" brushRef="#br0" timeOffset="29526.48">23904 3627 0,'0'0'0,"0"0"16,0 0-1,0 0-15,0 0 16,0 0-16,0 0 31,0 9-31,0 10 16,0 9-1,0 9-15,0 27 16,0 10-16,0 0 16,0 0-16,0-10 15,0-8 1,10-10-16,-1-9 16,0-10-1,1-8-15,-1-10 16,-9-9-16</inkml:trace>
  <inkml:trace contextRef="#ctx0" brushRef="#br0" timeOffset="30101.6">24337 3867 0,'0'0'15,"0"0"-15,0 0 16,0-9 0,0 0-16,0 0 15,0-1 1,0 1-1,0 0-15,0 0 16,9-1 0,1 1-16,9 0 15,-1 0 1,1-1-16,0 10 16,0 0-16,0 0 15,-1 10-15,-8 8 16,-1 10-1,-9 18-15,-9 19 16,-10-1 0,-19 1-16,1-10 15,-1-9-15,10-9 16,19-9-16,-1-10 16,10-8-16,10-1 31,8 0-31,29-9 0,29 0 15,37-18 17,-1-1-32,1 1 15,-9-10-15,-104 28 16</inkml:trace>
  <inkml:trace contextRef="#ctx0" brushRef="#br0" timeOffset="31000.5">21468 3664 0,'0'0'0,"0"0"16,0 0-16,0 0 16,0 0-16,0 0 15,9 0-15,1 9 16,8 10-1,1 18-15,0 18 16,0 19 0,0 18-16,-10-18 15,0 0 1,10 9 0,-9-9-16,-10-74 15</inkml:trace>
  <inkml:trace contextRef="#ctx0" brushRef="#br0" timeOffset="31732.93">21947 4836 0,'0'0'16,"0"0"-1,0-9 1,-9 0-16,0-10 16,-1 10-16,1 0 15,-10-10 1,0 10-16,-9 0 16,0 9-1,-10 0-15,1 0 16,-1 9-16,0 0 15,-9 10-15,0 9 16,19-1 0,0 1-16,9 0 15,0-1 1,10-8 0,9-1-16,0-8 15,9-1 1,10 0-16,19-9 15,-1-9 1,1 0-16,-10-10 16,0 10-1,-9 0-15,0-1 0,0 1 16,-10 9 0,1 0-16,-1 0 15,0 0 1,1 9-16,-1 10 15,1-1-15,-1 10 16,10 9-16,9 0 16,19 0-1,0-19-15,10 1 16,-57-19-16</inkml:trace>
  <inkml:trace contextRef="#ctx0" brushRef="#br0" timeOffset="32049.42">22324 4772 0,'0'0'0,"0"0"16,0 0 0,9 9-16,1 9 15,-1 10 1,0 18 0,-9 19-1,-18 9-15,-11 0 16,-8-1-16,-10-17 15,47-56 1</inkml:trace>
  <inkml:trace contextRef="#ctx0" brushRef="#br0" timeOffset="32351.37">21251 4762 0,'0'0'0,"0"0"16,-9 0-16,0 0 16,-10 10-16,-10-1 15,1 19 1,-19 27-16,10 28 15,-1 0-15,19 9 16,10 19 0,28-18-16,18-20 15,48 1-15,-85-74 16</inkml:trace>
  <inkml:trace contextRef="#ctx0" brushRef="#br0" timeOffset="33257.33">26623 3461 0,'0'0'0,"0"0"31,0 0-31,0 0 15,0 0-15,-9 9 0,-1 10 32,-9 8-32,1 10 15,-11 10-15,1 8 0,0 0 32,0 1-32,9-1 15,9-9 1,1-9-16,9 0 15,9-9 1,10-1-16,28 1 16,29 0-16,-1-19 15,19 0 1,0-18-16,-19 0 16,-9-10-16,-66 19 15</inkml:trace>
  <inkml:trace contextRef="#ctx0" brushRef="#br0" timeOffset="33476.32">26736 3830 0,'0'0'16,"0"0"-16,0 0 31,0 10-31,9 17 15,1 29-15,-1 17 16,0 20 0,1-1-16,-1 19 15,10-19 1,0-27-16,-19-65 16</inkml:trace>
  <inkml:trace contextRef="#ctx0" brushRef="#br0" timeOffset="34127.51">28994 3655 0,'0'0'0,"0"-9"16,0 9 0,0 0-16,0 0 15,0 0-15,-10 0 16,-18 18 0,-10 10-1,-9 9 1,10-10-16,8 1 15,11 0-15,-1 0 16,9-10-16,10 0 16,10 1-1,9 9-15,18 9 16,1-1 0,-10-8-16,-9 0 15,0 0-15,-10-1 16,-9 10-1,-9 9-15,-10 0 16,-19 10 0,1-10-16,-10-9 15,9-19 1,10-8 0,9-10-16,19 0 15</inkml:trace>
  <inkml:trace contextRef="#ctx0" brushRef="#br0" timeOffset="34294.97">28730 3701 0,'0'0'0,"0"0"15,0 0 1,10 0-16,-1 0 16,29 0-1,18 0-15,38-9 16,28 0-1,-122 9-15</inkml:trace>
  <inkml:trace contextRef="#ctx0" brushRef="#br0" timeOffset="35128.65">28796 3673 0,'0'0'16,"0"0"-16,0 0 15,-9 0 1,9 0-16,0 0 16,0 0-16,0 0 15,18 10-15,39-1 16,18 0-1,29-9-15,9 0 32,-10-9-32,-9-10 15,-19 10 1,-9 0-16,9 0 16,-9-10-16,-66 19 15</inkml:trace>
  <inkml:trace contextRef="#ctx0" brushRef="#br0" timeOffset="35614.04">31129 3636 0,'0'0'0,"-9"10"15,-1-1 1,1 9-16,-1 1 16,-8 9-16,-1 8 15,9-8 1,1 9-16,0-9 15,-1 18-15,1 19 32,9-1-32,0 10 0,0 18 31,9-9-31,-9-83 16</inkml:trace>
  <inkml:trace contextRef="#ctx0" brushRef="#br0" timeOffset="39377.85">20790 3313 0,'0'0'16,"0"0"-16,19 0 15,19 0 1,9 0-16,9 0 16,20 10-1,8-1-15,10-9 16,19 0-16,9 0 15,10 0-15,9-9 16,29-1 0,-10 1-16,-10 0 15,19 0 1,1 0-16,18-1 16,19 1-1,-19 9 1,19-9-16,-9 9 15,37-9 1,-38 9-16,29 0 16,-19 0-1,9 0-15,1 0 16,-1 0-16,-9 0 16,19 0-16,-10 0 15,1 0 1,8 0-16,-8-10 15,-1 10-15,-9-9 16,19 0 0,-10 0-16,1 9 15,-20-19-15,29 10 32,-19-9-32,0 8 15,-10 1 1,1-9-16,-10 8 15,-9 1 1,18 0-16,-27 9 0,8-9 16,-8 9-1,-20 0-15,20 9 16,-39-9 0,29 0-16,0 0 15,-28 0 1,0 0-16,-1 0 0,1 9 15,-19 0 1,-10 1 0,1-1-16,-10 0 15,-19 0-15,0 1 16,-9-1 0,-28 0-1,0 9-15,-10-8 16,0 8-16,-9-9 15,0 10 1,-1-1-16,1 10 16,-9 0-16,-1-1 15,10 1 1,-10 27-16,1 1 16,-1-1-16,-9 10 15,0 18 1,-9 18-16,-1 10 15,1 0 1,9 0-16,0-1 16,0 1-1,0-9 1,0-28-16,0-1 16,-9 1-16,-1 0 15,-9-9 1,0-1-16,-9-8 15,0-1-15,-10 0 16,-18 1 0,-19 8-16,-10-17 15,-18 8 1,-29 0-16,-28-9 16,0 1-16,-38-1 15,10-9 1,-37-10-16,-20 10 15,-18 0-15,46-18 16,-74 8-16,37-8 16,-19-1-1,-10 1-15,1-1 16,0 1 0,0-10-1,0 0-15,-10 10 16,10-10-16,0 9 15,-20-9 1,39 1-16,-38 8 16,19 1-16,0-1 15,-19 1 1,18-1-16,20 0 16,-19 1-1,18-1 1,1 1-16,18-1 15,1-8 1,37 8-16,-19-9 16,47-9-1,-18 9-15,27-9 16,10 10-16,0-10 16,29 9-1,8 0-15,11 0 16,18-9-1,-1 0-15,20 10 16,9-10-16,10 0 16,-1 0-16,10 0 31,10 0-31,-1-10 0,10 10 16,9-9-16,0 0 31,0 0-31,1-1 0,-1-8 15,0-10-15,10 1 32,-1-20-32,1-17 0,9-10 15,0 0-15,9 0 16,1-18 0,-1 0-1,0 9 1,-9-10-16,0 20 15,0-20 1,0-8-16,10 18 16,-1-10-16,1-8 15,8-10-15,1-9 16,0 9 0,-9-9-16,8 0 15,1 19-15,-9 18 16,-1 9-1,0-9-15,-9 18 16,0 1 0,0 8-1,0 19-15,0 0 16,0 10 0,0-1-16,0 28 15</inkml:trace>
  <inkml:trace contextRef="#ctx0" brushRef="#br0" timeOffset="40567.5">18495 4421 0,'0'0'0,"0"0"16,0 0-1,0 0-15,0 0 16,9 9-16,1 10 16,9 8-16,9 20 15,9 26 1,1 1-16,-10 28 31,1-10-31,-11-9 16,-8-9-1,-1-19-15,-9-27 16,0-28-16</inkml:trace>
  <inkml:trace contextRef="#ctx0" brushRef="#br0" timeOffset="40899.65">18288 4439 0,'0'0'0,"0"0"15,9 0 1,20-9 0,27 0-1,19 0-15,10 9 16,-10 0-1,-18 9-15,-20 0 16,-8 0-16,-11 1 16,-8-1-1,-10 9-15,-10 10 0,-8 9 16,-1 0 0,0-9-16,0-1 15,19-27-15</inkml:trace>
  <inkml:trace contextRef="#ctx0" brushRef="#br0" timeOffset="41422.91">19511 4199 0,'0'0'0,"0"0"15,0 0 1,0 0-16,0 0 16,-9 19-1,9-1-15,0 19 0,0 19 16,0 18 0,0-1-16,9 10 15,0-18 1,1-10-16,-1-8 15,-9-47 1</inkml:trace>
  <inkml:trace contextRef="#ctx0" brushRef="#br0" timeOffset="41770.87">19135 4338 0,'0'0'0,"0"-9"31,0-1-31,18-17 0,30-19 16,8-10-16,10 1 31,9 9-31,-18 9 0,-10 9 32,0 10-32,0-1 15,-19 10-15,-28 9 16</inkml:trace>
  <inkml:trace contextRef="#ctx0" brushRef="#br0" timeOffset="42025.17">19370 4966 0,'0'0'16,"0"0"-16,0 0 15,0 0 1,0 0-16,19 0 16,28-19-1,19-9-15,28-18 16,-94 46-16</inkml:trace>
  <inkml:trace contextRef="#ctx0" brushRef="#br0" timeOffset="43985.57">25532 2963 0,'0'0'0,"0"0"16,0 0-16,0 0 15,0 0-15,0 0 16,0 18 0,0 10-16,-10 27 15,1 19-15,-1 28 16,1 27 0,9 9-16,-9 19 15,9 9-15,0 0 16,0 19-1,0-10-15,0-8 32,9 8-32,-9 0 15,0-18 1,9-28-16,-9-18 16,-9-19-16,9-18 15,-9-9-15,-1-1 16,1-8-1,9-10-15,0 0 16,0 0 0,9-9-16,1 0 15,8 0-15,1 0 16,-19-37 0</inkml:trace>
  <inkml:trace contextRef="#ctx0" brushRef="#br0" timeOffset="45253.03">26360 6895 0,'0'0'0,"0"0"16,0 0-16,0 9 15,9 18 1,-9 20 0,9 26-16,-9 38 15,0 0 1,-9-10-16,9-8 16,-9-19-1,9-74-15</inkml:trace>
  <inkml:trace contextRef="#ctx0" brushRef="#br0" timeOffset="45816.86">26773 7199 0,'0'0'0,"0"0"16,0 0-1,0 0-15,0 0 16,0 0 0,10-9-16,9 0 15,18-19 1,10-9-16,10-9 15,-1 9 1,1 0-16,-10 9 0,0 10 16,-10 9-1,-8 9-15,-11 9 16,-8 0-16,-1 19 16,-9 9-1,-9 18-15,-19 19 16,-1-9-16,-18 8 15,0-8-15,10-19 16,8-9 0,11-9-16,8-10 15,10-9 1,0-9-16,10 0 16,18 0-1,19-9 1,38-18-16,-1-1 15,10 0 1,-9 10-16,-85 18 16</inkml:trace>
  <inkml:trace contextRef="#ctx0" brushRef="#br0" timeOffset="47796.88">24723 7005 0,'0'0'0,"0"0"15,0 0-15,0 0 32,0 0-17,0 0-15,0 0 16,0 10-16,0 17 15,-19 19 1,-9 10-16,-10 18 16,-9 9-1,9 0-15,-9 0 0,10-28 16,-1-9 0,10-9-16,9-18 15,10-1 1,-1-9-16,10 1 15,0-10-15,0 0 32,19 9-32,9 0 15,10-9 1,18 9-16,1-9 16,9 10-16,-19-10 15,-10 0 1,-9 0-16,1 0 15,-10 0-15,-10 0 16,10-10-16,0 1 16,-1 0-16,1 0 15,0-1 1,0 1-16,-10 0 31,1 0-31,-1-1 0,-9 10 31,0 0-31,0 0 16</inkml:trace>
  <inkml:trace contextRef="#ctx0" brushRef="#br0" timeOffset="47997.33">24854 7476 0,'0'0'0,"0"0"16,0 0-1,0 0-15,0 0 16,0 9-16,0 19 16,0 18-1,10 19-15,-1 36 16,1 28-16,-1 10 16,-9-139-16</inkml:trace>
  <inkml:trace contextRef="#ctx0" brushRef="#br0" timeOffset="55867.51">22296 6885 0,'0'0'15,"0"0"-15,0 0 16,0 0 0,0 0-16,0 0 15,0 28-15,9 27 16,0 19-1,1 19-15,-1 8 16,1 10-16,8-19 16,1-18-1,9-9-15,1-19 16,8 0-16,-37-46 16</inkml:trace>
  <inkml:trace contextRef="#ctx0" brushRef="#br0" timeOffset="56876.25">22587 8399 0,'0'0'0,"0"0"16,0-9-1,0 0-15,0-1 16,0 1 0,-9-9-16,-1 8 0,-8 1 15,-11 0 1,-8 0-16,-1 9 15,0 0 1,1 9-16,9 0 16,-1 10-16,1-1 15,9 10-15,1-1 16,8 1 0,1 0-16,9 0 15,9-10-15,1 0 16,8-8-1,11-1-15,8-9 32,-9-9-32,1-1 15,-1-8-15,-9 0 16,-1 8 0,-8 1-16,-1 0 15,1 0 1,-10 9-16,0 0 15,0 0-15,0 0 16,9 18-16,1 1 16,8-1-16,11 0 15,27 10 1,10-9-16,37-10 16,-103-9-16</inkml:trace>
  <inkml:trace contextRef="#ctx0" brushRef="#br0" timeOffset="57255.46">22804 8187 0,'0'0'0,"0"0"0,0 0 15,0 0 1,18 0-16,20 18 15,9 10 1,9 18-16,1 28 16,-29 0-16,-9 18 15,-19 0-15,-9 1 16,-20-10 0,1-37-16,28-46 15</inkml:trace>
  <inkml:trace contextRef="#ctx0" brushRef="#br0" timeOffset="57559.25">22051 8297 0,'0'0'0,"0"0"16,-19 10-1,-9 8-15,-10 19 16,1 9 0,-10 28-16,9 9 15,10 9-15,9 1 16,28-10-16,29-9 15,47-10 1,46-18-16,-131-46 16</inkml:trace>
  <inkml:trace contextRef="#ctx0" brushRef="#br0" timeOffset="59514.46">28392 6193 0,'0'0'0,"0"0"15,0 0 1,0 0-16,0 0 15,0 0 1,0 19-16,0-1 16,9 19-1,-9 9 1,9 9-16,-9 29 16,0 17-16,0 1 15,0 8-15,-9 20 16,9 8-1,0 10-15,-9 18 16,-1 9 0,-9 10-16,1-10 15,-11-18 1,1 0-16,9-46 16,0-28-16,1-9 15,18-74 1</inkml:trace>
  <inkml:trace contextRef="#ctx0" brushRef="#br0" timeOffset="60248.68">29398 7125 0,'0'0'0,"0"0"0,0 0 16,0 0 0,-9 10-16,-1 8 15,1 10 1,0-1-1,-1 10 1,10 0-16,10 0 16,8-9-16,1-1 15,9-8-15,10-1 16,0 1 0,9-1-16,-10-8 15,-8-1-15,-11 9 16,1 1-1,-9 8-15,-10 1 16,-10 9 0,-18 9-16,-19 10 15,9-20 1,-18 11-16,18-29 0,1-9 16,37-9-1</inkml:trace>
  <inkml:trace contextRef="#ctx0" brushRef="#br0" timeOffset="60476.71">29295 7494 0,'0'0'0,"9"-18"16,0-10-1,1-9-15,-10 0 16,0 10 0,0 8-16,0 10 15,0 0-15,9 0 16,10-1-16,28-8 15,38 0 1,65-10 0,29-9-16,37 0 15,-27 0-15,-1-9 16,38 0 0</inkml:trace>
  <inkml:trace contextRef="#ctx0" brushRef="#br0" timeOffset="61051.84">31176 6904 0,'0'0'0,"0"0"16,0 0-16,0 0 15,0 18 1,10 19-16,-1 37 16,-9 28-1,0 36-15,9 0 16,1 1-1,-10-139 1</inkml:trace>
  <inkml:trace contextRef="#ctx0" brushRef="#br0" timeOffset="61969.71">21016 6839 0,'0'0'0,"0"9"15,-9 28 1,9 28-16,0 46 15,9 27 1,-9 47-16,0 27 16,10 19-16,-1-1 15,0-8-15,-9 0 16,10-29 0,9-63-16,-10-10 15,0-47-15,1-36 16,-1-18-1,-9-19-15,0 0 32,0-19-32,0-18 15,0-36 1,0 73-16</inkml:trace>
  <inkml:trace contextRef="#ctx0" brushRef="#br0" timeOffset="63566.38">21026 6784 0,'0'0'0,"0"0"15,9-9 1,10-10-16,18 1 16,39-10-16,37 19 15,56-1 1,0 1 0,19 9-1,29 0-15,9 0 16,28-18-16,-10-10 15,10 10 1,28-10-16,-28 0 16,38 10-1,0-10-15,-1 0 16,29 1-16,0 8 16,0 1-16,0-10 15,9 0 1,0 10-16,-37 0 15,37 8 1,-47-8 0,-9 9-16,19-1 15,-29 1 1,19 9-16,-28-9 16,0 0-1,-18 9-15,-11-10 16,-18 1-16,10 0 15,-10 9-15,-19-9 16,0 0 0,19-1-16,-38 10 15,10-9-15,-19 9 16,-10 0 0,1 0-16,-19 0 15,-29 9-15,-18 1 16,-19-1-1,-10 9-15,0 1 16,-18-1-16,-10 10 31,-9 0-15,0-1-16,0 10 16,0 9-16,-10 10 15,0 18-15,1-1 16,-10 1-1,0 18-15,0 1 16,0 18 0,0-1-16,0 1 15,-10 9-15,1-9 16,0 0-16,-10-19 16,-9 9-1,-1-18-15,-8 1 16,-1-29-1,0 0-15,-18 1 16,0-1 0,-1 0-1,1-8-15,-1-1 16,1-9 0,-1 0-16,-18-1 15,-10 1-15,-9 0 16,-28 9-1,-10-9-15,-28 9 16,0-9-16,-56 10 16,19-1-16,-39 0 15,11 0 1,-48 0-16,28-9 16,-46 0-1,8 0 1,-8 0-16,-39 0 15,29-10 1,0 1-16,-28 0 16,47 9-16,-19-10 15,0 1 1,9 0-16,29-10 16,-19-9-16,28 10 15,-19-10-15,28-9 16,19 0-16,-9 0 15,9 0 1,19 9-16,0 1 16,19-1-1,-9 0-15,27-9 16,-8 9-16,8-9 16,10 10-1,1-10-15,27 0 16,0 0-1,10-10-15,9 10 32,9-9-32,10-9 15,10 8-15,8 1 16,11-9 0,-1-1-16,19 10 15,-10 0-15,10 0 16,10 9-1,8 0-15,1 0 16,9 0 0,19 0-16</inkml:trace>
  <inkml:trace contextRef="#ctx0" brushRef="#br0" timeOffset="64105.74">18570 7541 0,'0'0'0,"0"0"16,0 0-16,10 18 15,8 28-15,1 19 16,0 27-1,0 19-15,-10 0 16,1-1 0,-1-17-16,1-29 15,-10-18-15,0-46 16</inkml:trace>
  <inkml:trace contextRef="#ctx0" brushRef="#br0" timeOffset="64437.14">18467 7633 0,'0'0'0,"28"-9"0,19-10 15,28-8 1,19-10-16,-9 9 16,-19 19-1,-19-1-15,-9 10 16,-10 10-16,-9 8 31,-10 1-31,-9 18 16,-9 18-1,-20 19-15,1 9 16,0-19 0,28-64-16</inkml:trace>
  <inkml:trace contextRef="#ctx0" brushRef="#br0" timeOffset="64923.27">19502 7504 0,'0'0'0,"0"0"0,0 0 15,0 0 1,0 0-16,0 9 16,9 19-1,0 9-15,1 27 16,-1 10 0,1 18-1,-10-9-15,0-9 16,0-28-1,0-9-15,0-28 16,0-9 0</inkml:trace>
  <inkml:trace contextRef="#ctx0" brushRef="#br0" timeOffset="65240.1">19690 7430 0,'0'0'0,"0"0"15,0 0 1,0 9-16,0 10 16,9 27-16,1 18 15,8 1 1,1 9-16,0 0 15,0-19 1,0 0-16,-1-27 16,-8-9-16,-1-10 15,-9-9-15,0 0 16,0 0 0</inkml:trace>
  <inkml:trace contextRef="#ctx0" brushRef="#br0" timeOffset="65500.31">19351 7707 0,'0'0'16,"0"0"-1,0 0-15,0 0 16,0 0-16,0 0 31,9-19-31,29-18 16,47-36-1,37-20-15,19 1 16,-28 18-16,-19 19 16,-28 27-1,0 10-15,-29 8 16,1 10 0,-38 0-1</inkml:trace>
  <inkml:trace contextRef="#ctx0" brushRef="#br0" timeOffset="65711.35">19633 8334 0,'0'0'0,"10"-9"16,46-37-1,38-19-15,10-8 16,27-1-16,-8 18 16,-10 10-16,-1 0 15,-112 46 1</inkml:trace>
  <inkml:trace contextRef="#ctx0" brushRef="#br0" timeOffset="67470.73">28420 8353 0,'0'0'16,"0"0"-1,0 0-15,0 0 16,0 0 0,0 0-16,0 0 15,-10 9 1,-8 28-16,-1 18 16,-9 19-16,-10 28 15,0 18 1,10-10-1,0 1-15,0 9 0,9-9 16,0 0 0,10-10-16,-1-8 15,10-93-15</inkml:trace>
  <inkml:trace contextRef="#ctx0" brushRef="#br0" timeOffset="68955.09">29191 10180 0,'0'0'15,"0"0"-15,0 0 0,0 0 16,0 0-1,0 0-15,0 0 16,10 10 0,-1-1-16,0 9 15,1 1 1,-10 8-16,0 10 16,0 0-1,0 19 1,-10-1-16,1 0 15,0 1 1,9-10-16,0-9 16,0-37-1</inkml:trace>
  <inkml:trace contextRef="#ctx0" brushRef="#br0" timeOffset="69578.42">29727 10365 0,'0'0'16,"0"0"-16,0 0 15,10-9-15,9-10 16,-1 1-16,11-1 16,-1 10-1,10 0-15,-1 9 16,1 0-1,-10 0-15,0 9 16,0 0 0,-9 1-16,-9 8 15,-1 0 1,-9 10-16,-9 9 16,-10 9-1,-9 0-15,-10 10 16,0-10-16,1-9 15,-1-10 1,10-8-16,9-1 16,10-8-1,9-1-15,0-9 16,9 9 0,10 0-16,19 1 0,18-1 15,29 0 1,-1-9-16,-8 0 15,-11-9 1,-8 0-16,-1-1 16,-56 10-16</inkml:trace>
  <inkml:trace contextRef="#ctx0" brushRef="#br0" timeOffset="71864.42">26971 10568 0,'0'0'0,"0"0"31,0 0-31,0 0 16,0 0-1,0 0-15,0 0 16,0 9-16,0 10 16,-9 18-1,-1-1-15,1 11 16,-1-1-16,1-9 16,0-10-1,9 1-15,0-19 16,18 1-16,11-1 15,18 0 1,9-9-16,19 0 16,-9 0-1,-9 0 1,-10 9-16,-10 10 16,-8-1-1,-1 10-15,-9 18 16,-19 0-16,-10 9 15,-9 1 1,-18 8-16,9-17 16,-10-10-16,10-10 15,-1-18 1,1-9-16,28 0 16</inkml:trace>
  <inkml:trace contextRef="#ctx0" brushRef="#br0" timeOffset="72148.53">26971 10679 0,'0'0'15,"0"0"-15,19-10 16,9 1-1,29-9-15,18-1 16,19-8-16,38-1 16,-10 0-1,10 1-15,-10-1 16,-19 0-16,-18 1 16,-10 8-1,-9 1-15,-66 18 16</inkml:trace>
  <inkml:trace contextRef="#ctx0" brushRef="#br0" timeOffset="73009.05">25090 10919 0,'0'0'0,"0"0"16,0 0-16,0 9 15,-10 9-15,-9 29 16,-9 8-1,0 19-15,-10 0 16,10-1-16,0-17 16,0-1-16,9-18 15,9-18 1,1-10-16,9 0 16,0-9-1,9 9-15,1-9 16,18 9-16,28 1 15,20-1-15,-1 0 16,0 0 0,-9 1-16,-19-10 31,0 0-31,-19 0 0,1-10 16,-29 10-1</inkml:trace>
  <inkml:trace contextRef="#ctx0" brushRef="#br0" timeOffset="73235.81">25268 11214 0,'0'0'0,"0"0"16,0 0-1,0 0-15,0 9 16,10 19-1,-1 18-15,1 28 16,-1 27-16,-9 1 31,0-10-31,0 1 16,0-93 0</inkml:trace>
  <inkml:trace contextRef="#ctx0" brushRef="#br0" timeOffset="73884.92">22399 10974 0,'0'0'0,"-9"-9"16,9 9 0,-10-9-16,10 9 15,0 0 1,0 0-16,-9 18 15,-1 19-15,1 28 16,9 8-16,0 29 16,0-1-1,0-8-15,9-19 16,-9-1 0,10-17-16,-10-56 15</inkml:trace>
  <inkml:trace contextRef="#ctx0" brushRef="#br0" timeOffset="74592.72">22343 12386 0,'0'0'0,"0"0"15,0-9-15,0 0 16,0-10 0,0 1-1,0-1-15,0 1 16,0-1 0,-10 10-16,1 0 15,-1 0 1,1 0-16,-10 9 15,0 0 1,-9 9-16,0 9 0,0 1 16,-1 18-1,1 0-15,9-1 16,10 1 0,9-9-16,9-10 15,10 1 1,9-10-1,10-9-15,9-18 16,0-10 0,0-18-16,-19 9 15,-9 9-15,0 10 16,-10-1 0,1 10-16,-10 9 15,0 0-15,9 9 16,1 28-1,8 9-15,1 10 16,0-10-16,9 0 16,10-18-1,-38-28-15</inkml:trace>
  <inkml:trace contextRef="#ctx0" brushRef="#br0" timeOffset="74889.05">22860 12303 0,'0'0'0,"0"0"16,9 9-1,10 10-15,19 18 0,-10 9 16,0 9-16,-9 19 16,-9 28-1,-20-10-15,-18-18 16,0-28 0,28-46-16</inkml:trace>
  <inkml:trace contextRef="#ctx0" brushRef="#br0" timeOffset="75175">21919 12229 0,'0'0'0,"0"0"16,0 0-16,0 0 16,0 0-1,-9 10-15,-10 26 32,0 48-32,-9 35 15,19 29-15,9 0 16,18-19-1,11-27-15,36-19 16,-65-83-16</inkml:trace>
  <inkml:trace contextRef="#ctx0" brushRef="#br0" timeOffset="78607.7">30715 4652 0,'0'0'0,"0"0"0,0 0 15,0 0 1,0 0-16,0 18 16,0 10-1,0 9-15,0 27 16,0 1-16,0 0 16,0-1-1,0-18-15,0-9 16,0 0-16,0-18 15,0-1 1,0-9-16,0-9 16,0 0-16,0 0 31,0 0-31,0 0 16,10 0-1,8-9-15,1 0 16,0-10-1,9 1-15,19 0 16,10-1 0,-1 1-16,10 8 0,0 10 15,-28 0 1,-10 10-16,-9-1 16,-1 0-16,-8 0 15,-10 1 1,-10-1-16,-27 18 15,-48 1-15,-18 0 16,9-10 0,9-8-16,28-1 15,20-9-15,37 0 16</inkml:trace>
  <inkml:trace contextRef="#ctx0" brushRef="#br0" timeOffset="79062.78">31280 4726 0,'0'0'0,"0"0"0,9 9 16,10 0-16,9 19 15,10 27 1,-1 0-16,-8 1 16,-11-1-16,-18 1 15,-18-1 1,-29 10-16,-38-1 31,-9-18-31,94-46 16</inkml:trace>
  <inkml:trace contextRef="#ctx0" brushRef="#br0" timeOffset="79364.37">30348 4744 0,'0'0'0,"0"0"0,-9 18 15,-10 29 1,0 36-16,10 9 16,9 19-1,19 0 1,9-28 0,-28-83-16</inkml:trace>
  <inkml:trace contextRef="#ctx0" brushRef="#br0" timeOffset="80470.98">31110 7901 0,'0'0'0,"0"0"15,0 0-15,10 9 0,-1 9 16,1 10 0,-10 9-16,0 9 15,0 9 1,-10-8-16,1-1 15,-1-9-15,1 0 16,9-10-16,0-8 16,0-10-1,0-9-15,0 0 32,0 0-17,0 0-15,0 0 16,9-9-16,1-1 15,9 1 1,-1 0-16,11 0 16,-1 0-16,0 9 0,0 0 15,-9 9 1,-10 0 0,1 0-16,-1 10 15,-9 8 1,0 1-16,0-9 15,-9-1-15,-1 0 16,-8-8 0,-11-1-1,29-9 1</inkml:trace>
  <inkml:trace contextRef="#ctx0" brushRef="#br0" timeOffset="80953.87">31505 8002 0,'0'0'0,"0"0"16,0 0-1,10 19-15,18 17 16,0 1-16,10 19 16,9 18-16,-28-19 15,-19 0 1,-28 1-16,-20-1 15,1-18-15,-9-9 16,0-19 0,56-9-1</inkml:trace>
  <inkml:trace contextRef="#ctx0" brushRef="#br0" timeOffset="81288.83">30743 7781 0,'0'0'0,"0"0"31,-9 0-31,-10 9 16,-9 19-1,-10 27-15,10 28 16,9 28 0,10-1-16,28 1 15,18-9-15,20-19 16,-57-83-1</inkml:trace>
  <inkml:trace contextRef="#ctx0" brushRef="#br0" timeOffset="82135.85">32023 10125 0,'0'0'0,"0"0"15,0 0 1,0 0-16,0 0 15,9 18 1,1 19-16,-1 28 0,0 27 16,1 19-1,-1 0-15,1-1 16,-1-17 0,0-10-16,-9-83 15</inkml:trace>
  <inkml:trace contextRef="#ctx0" brushRef="#br0" timeOffset="82894.6">31835 11352 0,'0'0'16,"0"0"-1,0 0-15,0 0 16,0 0-16,0 10 15,9 17 1,0 29-16,1-1 0,-1 19 16,-9 0-1,-9-10-15,-1 1 16,1-10 0,0-8-16,-1-20 15,10 1 1,0-19-1,0 0-15,0-9 16,0 0 0,0 0-16,0 0 15,10-18 1,8-1-16,20 1 16,19 0-1,-1 8-15,0 10 0,-9 0 16,-18 10-1,-10-1-15,-10 0 16,0 0 0,-9 0-16,-9 10 15,-29 9-15,-28-1 32,-9 1-32,9-19 15,0-9-15,66 0 16</inkml:trace>
  <inkml:trace contextRef="#ctx0" brushRef="#br0" timeOffset="83178.95">32597 11657 0,'0'0'0,"9"9"16,0 1-16,1 26 15,-1 1-15,1 28 32,-20 0-32,-9-1 15,-9 10-15,-9-9 16,-20-1-1,-9-18 1,66-46-16</inkml:trace>
  <inkml:trace contextRef="#ctx0" brushRef="#br0" timeOffset="83546.63">31712 11676 0,'0'0'0,"0"0"16,0 0-16,-9 9 15,-10 18-15,-18 29 16,-11 36-16,1 10 16,19 8-1,9 1-15,19 0 16,19-10-1,-19-101-15</inkml:trace>
  <inkml:trace contextRef="#ctx0" brushRef="#br0" timeOffset="88617.72">20931 10845 0,'0'0'0,"0"0"0,0 0 16,0 9-1,10 19-15,-1 36 16,10 38 0,0 27-16,0 56 15,0-1 1,9 29-16,0 8 15,0 1 1,10 8-16,-10-8 16,-9-19-16,19-28 15,-20-46 1,-8-36-16,-1-29 16,-9-64-16</inkml:trace>
  <inkml:trace contextRef="#ctx0" brushRef="#br0" timeOffset="90553.5">20997 10919 0,'0'0'0,"-9"-19"15,0 1-15,9-1 16,0 10-16,0 0 15,9 9-15,10 0 16,28 0 0,37 0-16,29 0 15,57-9 1,18-1-16,19-17 16,9-10-16,-9-9 15,19-1 16,0 1-31,18-9 16,-9 9-16,10 0 16,28 9-1,-19 0-15,28 0 16,-28 9-16,28 1 16,10-1-16,-38-9 15,38 9 1,-20 1-16,1 8 15,19 1 1,-38-10-16,28 9 16,-19 1-16,1 0 15,9 8 1,-29 1-16,29-9 16,-38-1-16,10-9 15,-29 19 1,10 0-1,-28-9 1,9-10-16,-29 9 16,-8-8-16,-1 8 15,0 1 1,1-1-16,-10 10 16,-10 0-1,10 0-15,-10-10 16,10 1-16,-9 9 15,-1-10-15,-8 1 16,27 8 0,-47 1-16,0 0 15,10 0 1,-19-1 0,-19 1-16,-9 9 15,9 0 1,-28 9-16,0 1 15,-1 8 1,-8 1-16,-10 8 16,-9 1-16,-1 18 15,1 9-15,-10 1 16,0 18 0,-9 18-16,0 19 15,0 0-15,-10 9 16,1 9-1,-10 0-15,0 19 16,0-1-16,0 10 16,9 0-16,0 0 15,1 0 1,-10-19-16,0 1 16,-10-1-1,10-9-15,-9-18 16,-10 0-1,10-19 1,-1-18-16,-9-9 16,1-1-16,-11-8 15,1-10 1,-9 0-16,-1-9 16,-9 0-1,-10 0-15,-8 0 16,-11 0-16,-27-10 15,-19 10-15,-10-9 16,-28-10 0,-19 10-16,0 0 15,-46-1 1,27-8 0,-37 9-1,9-10-15,-28 0 16,10 10-16,-10-9 15,-19-1 1,9 1-16,-27-10 16,9 18-16,-20-8 15,-27 18-15,47-19 16,-19 10 0,-28-10-16,46 10 15,-8-19 1,-1 1-16,38-29 15,-37 1-15,27-1 16,20 1-16,-20-1 31,29 19-31,0-9 0,28 9 32,-19 0-32,29 0 15,-1 9-15,19 10 0,-9-1 31,0 1-31,19-1 16,-10 1-16,10-1 16,37 1-1,-9-1-15,9-9 16,19 0 0,19-9-16,0-9 15,0 9-15,0 0 16,19-9-16,9 9 15,0 0 1,0 0-16,0 0 31,10 0-31,-1 0 16,10 0 0,0 0-16,10 9 15,-1-9-15,10 0 16,-1 0-1,11 0-15,8 0 16,10 0-16</inkml:trace>
  <inkml:trace contextRef="#ctx0" brushRef="#br0" timeOffset="91472.3">30452 9377 0,'0'0'0,"0"0"15,9 10 1,1 8-16,8 19 15,11 18-15,-11 28 32,11 28-17,-11 18-15,-8 37 16,-10 10-16,9 8 16,1 38-1,-1 9-15,1 27 16,-1 10-1,0 9-15,1 0 0,9 55 16,-10-101 0,0 18-16,1-9 15,-10-46-15,-10-1 16,1-17 0,0-10-16,-10 9 15,0-18-15,0-37 16,0 9-1,10-18-15,-1-37 16,1-28 0,0-18-16,9-19 15,0-9-15</inkml:trace>
  <inkml:trace contextRef="#ctx0" brushRef="#br0" timeOffset="92345.13">19031 12082 0,'0'0'0,"0"0"15,0 0-15,-9 0 16,-1 0 0,1 9-1,0 9-15,-1 19 16,1 19-16,9 17 16,9 11-1,1-11-15,-1 1 16,0 0-1,1 0-15,9-10 0,-10-17 32,0-20-32,1-8 15,-10-19 1,0 0-16</inkml:trace>
  <inkml:trace contextRef="#ctx0" brushRef="#br0" timeOffset="92693.26">18711 12349 0,'0'0'16,"0"0"0,0-9-16,10-9 15,-1-10-15,10-9 16,19-9-16,9 0 31,0 9-15,0 9-16,-10 10 0,-8 8 0,-1 10 15,-9 10 17,9 8-32,0 1 0,-9 8 15,-10 10-15,1 19 16,-10 8-1,-10-8-15,-9-10 32,19-46-32</inkml:trace>
  <inkml:trace contextRef="#ctx0" brushRef="#br0" timeOffset="93195.25">19464 12165 0,'0'0'0,"0"0"15,0 0 1,0 0 0,9 9-16,10 19 15,0 9 1,0 18-16,0 19 15,-1-10 1,-8-8-16,9-10 16,-19-46-16</inkml:trace>
  <inkml:trace contextRef="#ctx0" brushRef="#br0" timeOffset="93474.02">19737 12054 0,'0'0'0,"0"0"0,0 9 32,0 10-32,0 8 15,0 19-15,9 10 16,1 18-16,-1 0 15,0-28 1,10-9-16,-9-10 16,-1-18-1,-9-9-15,0 0 16</inkml:trace>
  <inkml:trace contextRef="#ctx0" brushRef="#br0" timeOffset="93720.05">19934 11971 0,'0'0'0,"0"0"31,0 9-31,10 10 16,-1 8-16,10 19 15,0 10 1,0-1-16,-1 10 15,1-10 1,-9-9-16,-1-18 16,0-10-16,-9-18 15,0 0-15</inkml:trace>
  <inkml:trace contextRef="#ctx0" brushRef="#br0" timeOffset="93983.05">19483 12174 0,'0'0'0,"-10"0"15,1 0-15,0 0 16,-1 0 0,10 0-16,0 0 15,10-19 1,18-17-16,28-20 0,19 1 15,29-10 1,-10 10-16,-19 18 16,1 9-1,-11 10-15,-18 8 16,-47 10-16</inkml:trace>
  <inkml:trace contextRef="#ctx0" brushRef="#br0" timeOffset="94230.75">19652 12765 0,'0'0'0,"19"-19"16,28-27-16,38-9 16,27-1-16,11 1 15,8 9-15,-131 46 16</inkml:trace>
  <inkml:trace contextRef="#ctx0" brushRef="#br0" timeOffset="96121.74">31242 15377 0,'0'0'0,"0"0"16,0 9-16,0 0 15,0 10-15,9 27 16,1 9-1,9 37-15,-1 19 16,1 0-16,0 0 16,0-28-1,-10-9-15,10-28 16,-9-28-16,-10-18 16</inkml:trace>
  <inkml:trace contextRef="#ctx0" brushRef="#br0" timeOffset="96754.36">31759 15626 0,'0'0'0,"0"0"16,0 0-16,0-9 16,0-10-16,0-9 15,0 1 1,10-1-1,-1 0 1,10 1-16,9-1 16,0 10-16,10 8 15,0 10 1,-10 10-16,10 8 16,-10 10-1,-9 9-15,-1 18 0,-8-9 16,-10 19-1,-19-1-15,0 1 16,-9 0 0,0-19-16,0 0 15,9-18 1,9-10-16,1-9 0,0 0 16,9 1-1,0-10-15,9 9 16,10 0-1,28-9-15,28 0 16,29-9-16,8-10 31,1 1-31,-19 0 16,-18-1 0,-29 10-16,-47 9 15</inkml:trace>
  <inkml:trace contextRef="#ctx0" brushRef="#br0" timeOffset="98128.04">29765 15561 0,'0'0'0,"0"0"0,0 0 16,0 0-1,0 0-15,0 0 16,0 0-1,0 0-15,0 9 16,-9 1 0,-10 8-1,0 19-15,0 0 16,-9 9-16,9-9 16,10 0-16,-1-9 15,1-1 1,9-8-16,9-1 15,10 1 1,19-1-16,9 1 16,9-1-1,1 10-15,-1-1 16,-9-8-16,-9-1 16,-10 1-1,-9-1-15,0 1 16,-10 8-1,-9 10-15,-9 0 16,-20 19 0,-8-1-16,-1-18 15,-9 0 1,0-19-16,9-8 16,1-10-1,37 0-15</inkml:trace>
  <inkml:trace contextRef="#ctx0" brushRef="#br0" timeOffset="98444.83">29671 15746 0,'0'0'15,"0"0"-15,0 0 32,0 0-32,0 0 15,9-9-15,29-10 16,18-18 0,20 0-16,8 0 15,20-9-15,-19 9 16,-10 10-1,-9 8-15,-19 1 16,-19 8-16,-28 10 16</inkml:trace>
  <inkml:trace contextRef="#ctx0" brushRef="#br0" timeOffset="99540.53">27752 15607 0,'0'0'0,"0"0"15,0 0 1,0 0-16,0 0 16,0 0-16,0 0 15,0 0-15,0 0 16,0 0 0,9 10-16,-9-1 15,0 28 1,-9 18-16,-1 37 15,-8 10-15,-1-10 32,0 1-32,0 8 15,10-27 1,-1-10-16,1-27 16,0-9-16,9 0 15,0-19 1,0 0-16,9 0 15,0 1-15,20-1 16,27 0 0,29-9-16,9 0 15,0 0-15,0-9 16,0 0 0,-19-1-16,-18 1 15,-20 0 1,-8 0-1,-29 9-15</inkml:trace>
  <inkml:trace contextRef="#ctx0" brushRef="#br0" timeOffset="99782.73">27912 16097 0,'0'0'0,"0"9"15,-10 0 1,10 9-16,10 19 16,-1 9-1,10 28 1,0 9-16,0 0 16,9 10-1,0-19-15,-9-10 16,-10-18-1,-9-46-15</inkml:trace>
  <inkml:trace contextRef="#ctx0" brushRef="#br0" timeOffset="101208.62">25202 15275 0,'0'0'0,"0"0"16,0 0-16,0 0 15,0 0 1,0 9-16,10 28 16,9 37-1,-1 28 1,1-1-1,10 10-15,-1-10 16,-9-18-16,-10-9 16,0 0-1,-9-74-15</inkml:trace>
  <inkml:trace contextRef="#ctx0" brushRef="#br0" timeOffset="101909.34">25297 16696 0,'0'0'0,"0"0"16,0 0-16,0 0 15,0 0 1,0 0-16,0 10 15,9 17-15,0 29 16,10 8-16,0 19 31,-10 0-31,1-9 16,-1-9 0,-9-19-16,0-9 15,0-19-15,0 1 16,0-10-1,0 0-15,0-9 16,0 0-16,10 0 16,8-9-1,1 0-15,28-10 16,10 1 0,-1 9-16,-9 0 0,-9 9 15,-1 0 1,-8 9-16,-11 0 31,-8 0-31,-10 0 16,0 10-16,-10-1 15,-8 10 1,-11 0-16,-8-10 16,-1 1-1,1-10-15,-1-9 16,0 0-1,38 0-15</inkml:trace>
  <inkml:trace contextRef="#ctx0" brushRef="#br0" timeOffset="102210.07">25852 16715 0,'0'0'0,"0"0"16,9 0-1,0 9-15,20 19 16,-1 9-16,0 18 15,-9 28-15,-10 19 16,-9-1-16,-19-27 16,19-74-1</inkml:trace>
  <inkml:trace contextRef="#ctx0" brushRef="#br0" timeOffset="102580.66">25024 16660 0,'0'0'16,"0"0"-16,0 0 16,-10 9-16,1 28 31,-1 46-31,1 27 16,0 57-1,9-1-15,0 0 16,9-28-16,10-36 15,0-28 1,9-19-16,10-9 16,-1-27-16,-37-19 15</inkml:trace>
  <inkml:trace contextRef="#ctx0" brushRef="#br0" timeOffset="103285.03">22343 15441 0,'0'0'0,"0"0"15,0 0-15,0 0 16,0 0-16,0 0 15,0 0-15,0 19 16,0 27 0,0 28-16,0 27 15,9 19 1,0-9-16,10-19 16,0-9-1,9-9 1,-9-9-16,-19-65 15</inkml:trace>
  <inkml:trace contextRef="#ctx0" brushRef="#br0" timeOffset="103971.42">22869 17195 0,'0'0'0,"0"0"31,-9-9-31,0-10 16,-10-9-16,-9-8 16,-10-20-1,-9 1-15,-10-1 16,1 10-16,9 19 16,9 17-1,1 10-15,-1 10 16,0 17-16,1 19 15,9 28-15,9 19 16,19-20 0,9-8-16,10-10 15,0-18 1,0-18-16,18-10 16,1-18-1,9-19 1,0-18-16,-9 0 15,-10 0 1,-9 9-16,-1 9 16,1 10-1,-9 8-15,-1 1 16,0 0-16,-9 9 16,10 0-16,-1 9 15,10 19-15,19 9 31,-1 0-31,1 0 16,0-10 0,-10-8-16,0-10 15,-28-9 1</inkml:trace>
  <inkml:trace contextRef="#ctx0" brushRef="#br0" timeOffset="104200.9">23161 16835 0,'0'0'16,"9"9"-16,10 0 16,0 19-1,9 9-15,1 9 16,-1 19-16,-9 9 15,-10-10 1,-18 1-16,-1-10 16,10-55-16</inkml:trace>
  <inkml:trace contextRef="#ctx0" brushRef="#br0" timeOffset="104570.92">22107 16789 0,'0'0'0,"0"0"16,0 0 0,-9 18-1,0 19 1,-10 46-16,0 37 16,19 28-1,9 9-15,20 9 16,8-18-16,10-19 15,10-46 1,9-19-16,-66-64 16</inkml:trace>
  <inkml:trace contextRef="#ctx0" brushRef="#br0" timeOffset="105704.71">20725 15118 0,'0'0'16,"0"-9"-1,-10 0 1,1-1-16,-1 1 16,10 9-16,0 0 15,-9 19 1,-1 27-16,-8 55 15,18 56 1,0 9-16,18 65 0,11-19 16,8 65-1,10-37-15,10 56 16,-1 17 0,1-17-16,-1-65 15,-9 9 1,-28-84-1,-10-54-15,1-47 16,-10-27 0,0-28-16,0 0 15</inkml:trace>
  <inkml:trace contextRef="#ctx0" brushRef="#br0" timeOffset="107664">20950 15312 0,'0'0'0,"0"0"16,0 0 0,0-9-16,10 0 15,18-10-15,38 1 16,18-1 0,29 1-16,38-1 15,28-18 1,18-9-16,20 0 15,-1-9 1,19-10-16,-9 10 0,28-1 16,-10 10-1,1 18-15,28 1 16,-29-1 0,29 10-16,-56 8 15,46 1-15,-37 9 16,0 0-1,9-9 1,0 9-16,-19 0 16,10 9-1,-10-9-15,10 9 16,-19 1 0,28-1-16,-37 0 15,18 10-15,-28-10 16,10 0-16,0 0 15,-10-9-15,9-9 16,-27 0 0,8 0-16,-8-1 15,-1 1 1,-9 0 0,-10 9-16,1 0 15,18 0 1,1 0-16,-1 0 15,0-9 1,1-10-16,27 1 16,-27 8-1,8-8-15,-8-10 0,-10 19 16,-19-9-16,9 8 16,-37 1-16,9 9 15,1 0 1,-10 0-16,-10-9 15,-9 9 17,0 0-32,-9 0 15,-10 0-15,0 9 16,-9 0 0,-9 1-16,-10-1 15,-10 0 1,1 0-16,0 10 15,-10-1-15,-9 10 16,-1 9-16,1 9 16,0 28-1,0 27-15,-10 10 16,10 9 0,0 28-16,0-28 15,0 9-15,9 0 16,-9 0-16,-10-9 15,0 0-15,1-9 16,-1-19 0,-9 1-16,0-1 15,10 0 1,-10-18 0,-10 0-16,1-19 15,-10 1-15,0-1 16,-9-9-16,0-9 15,-10 0 1,-9 0-16,0-9 16,-28-1-1,-19-8-15,-19-1 16,-19 1 0,-18-1-16,-20 10 15,20-10-15,-20 10 16,-18 9-1,10 0-15,-20 0 32,0-9-32,-18 18 15,18-9-15,-8-1 16,-1 1-16,-19 10 16,47-11-16,-19 1 15,-8 0 1,8 0-1,-28 0-15,38 0 16,-28 9-16,9 0 16,19 1-16,-19-1 15,18-19 1,-8-8 0,9-10-1,-29-9-15,29 0 0,-28 0 16,37 0-16,-9 9 15,-19 10 1,38 8-16,-29 1 31,29 9-31,-19 0 16,9 9 0,10 9-16,-20-8 15,29-1-15,-9-9 16,0-10-1,9 1-15,-38-19 16,10 1-16,28-1 16,10-9-1,-1 0-15,10 9 16,0-9-16,0 0 16,9-9-16,0 9 31,1-9-31,8 9 0,39 9 31,18-9-31,-9 9 16,9 0-1,19 0-15,9-9 16,1 0-16,-1 10 16,19-10-16,0 0 15,0-10 1,10 1-16,-19-18 15,28 27-15</inkml:trace>
  <inkml:trace contextRef="#ctx0" brushRef="#br0" timeOffset="108386.08">18354 16687 0,'0'0'16,"0"0"-16,9 28 15,10 37 1,19 45-16,9 38 16,0 9-16,0 9 15,0-18 1,-19-56-16,-9-37 16,-10-27-16,-9-19 15,0-9-15</inkml:trace>
  <inkml:trace contextRef="#ctx0" brushRef="#br0" timeOffset="108697.98">18250 16816 0,'0'0'0,"10"-18"15,18-19 1,38-18-16,28-28 15,-9 9 1,-1 18 0,-18 29-1,0 8-15,-19 19 16,-9 9-16,-10 10 16,-19 9-1,-9 18-15,-19 28 16,-9 9-1,-9-9-15,-1-19 16,-18 0-16,56-55 16</inkml:trace>
  <inkml:trace contextRef="#ctx0" brushRef="#br0" timeOffset="108984.05">19050 16770 0,'0'0'0,"0"0"16,0 0-16,0 0 15,9 0-15,1 10 16,9 8-1,9 19-15,19 18 16,0 28 0,9 19-1,-9-19-15,-9-28 16,-19-27 0,-19-28-16</inkml:trace>
  <inkml:trace contextRef="#ctx0" brushRef="#br0" timeOffset="109353.27">19426 16706 0,'0'0'16,"0"0"0,0 0-16,10 0 15,9 9-15,18 9 16,10 19-1,0 0-15,0 9 16,-9 0-16,-10-9 16,-9-18-16,-10-1 15,1-8 1,-1-1-16,-9-9 16,0 0-1,0 0 1,0-28-1,-9-37-15,-1-27 16,1-9-16,0 8 16,-1 20-1,1 17-15,9 56 16</inkml:trace>
  <inkml:trace contextRef="#ctx0" brushRef="#br0" timeOffset="109618.26">19125 16789 0,'0'0'0,"0"0"16,0 0-1,0 0-15,0-19 16,10-8-16,18-20 15,28-26 1,29-10-16,18-10 16,-18 29-16,9 8 15,-19 19-15,-18 10 16,-57 27 0</inkml:trace>
  <inkml:trace contextRef="#ctx0" brushRef="#br0" timeOffset="109903.62">19332 18155 0,'0'0'16,"28"-28"-16,38-55 16,28-28-1,29-9-15,27-9 16,-28 27-16,10 10 16,-28 28-16,-29 17 15,-75 47 1</inkml:trace>
  <inkml:trace contextRef="#ctx0" brushRef="#br0" timeOffset="114452.27">13867 18505 0,'0'0'0,"0"0"0,0 0 16,9-18-16,19-19 16,10-18-16,-1-1 15,29-45 1,19-47-16,9-18 16,19-28-1,-28 46-15,-10 10 16,-38 46-1,-18 46-15,-9 18 16,-20 19-16,-9 9 16,-28 37-16,-28 36 15,-10 29 1,29 9-16,9-10 31,19-18-31,18-18 16,20-10-1,9-9-15,9-18 0,28 0 16,10-10 0,9-8-16,-18-1 15,-10 0 1,-19 0-16,0 10 16,-9 18-16,-9 18 15,-10 19-15,-19 0 16,-10-1-1,1-26-15,0-20 16,-19-8 15,-56 8-31</inkml:trace>
  <inkml:trace contextRef="#ctx0" brushRef="#br0" timeOffset="114734.73">14901 17075 0,'0'0'0,"0"0"16,0 0-16,0 0 15,0 18-15,10 28 16,18 38-1,0 17-15,10 28 32,-1 10-32,-18-19 15,0-28-15,-10-37 16,-18-18 0,9-37-16</inkml:trace>
  <inkml:trace contextRef="#ctx0" brushRef="#br0" timeOffset="116421.64">14760 17776 0,'0'0'0,"10"0"15,27-9-15,20 0 16,18-10-16,0-8 15,10-1 1,18-18-16,-18 9 16,-19 0-16,-19 9 15,-19 10 1,-9 9 0,-10-1-1,1 1-15,-10 9 16,0 0-16,0 0 15,-10 9 1,-8 10-16,-11 27 16,1 28-1,9 9-15,10-9 0,9 0 16,9-19 0,10-18-16,0-19 15,-10-8 1,10-10-16,9-19 15,1-18 1,-1-18 0,0-10-16,0 1 15,-9 8 1,-10 19-16,1 19 16,-10 9-16,9-1 15,-9 10 1,0 0-16,10 19 15,9 18-15,-1 9 16,11 9 0,-11-18-16,1 0 15,0-18-15,0-10 16,0 0 0,-1-9-16,11-18 15,8-29-15,1-26 16,-10-29-16,0 10 15,-18-1 1,-10 20-16,0 8 16,0 19 15,0 18-31,0 10 16,0 9-16,0 9 15,0 0-15,0 0 16,-10 18-1,10 19-15,0 28 16,10 8 0,-1 10-16,10 10 15,0-10-15,0-9 16,9-19-16,-9-18 16,-1 0-1,1-9-15,0-10 16,-9-9-16,-1-9 15,10 0 1,0-9 0,-1-19-1,11-9-15,-11-9 16,1 9-16,-9 10 16,-1 8-1,0 1-15,1 8 16,-10 10-1,9 0-15,1 0 16,8 0-16,1 10 16,0-1-16,0-9 15,0 0 1,9 0-16,0-9 16,0-10-1,1-8-15,-1-1 0,0-18 16,-9 0-1,0-19-15,-10-9 32,1 0-32,-1 0 0,-9 10 15,0 8-15,0 20 32,0 17-32,0 10 15,0 9 1,0 0-16,0 0 15,0 28-15,9 45 16,1 10 0,-1 10-16,10 8 15,0 10-15,0-37 16,9 0-16,0-19 16,0-9-1,10-9-15,0-9 16,-1-10-1,10-8-15,10-20 32,-10-8-32,0-19 15,0-9-15,-19 9 16,-9 0 0,0 9-16,-10 1 15,0 8 1,-9 10-16,0 0 15,0 9-15,0 0 16,0 0-16,-9 9 16,0 19-16,9 8 15,9 38 1,10 0-16,9 0 16,10-19-1,9-27 1,19-19-1,18-46-15,-84 37 16</inkml:trace>
  <inkml:trace contextRef="#ctx0" brushRef="#br0" timeOffset="117726.92">17272 17767 0,'0'0'15,"0"0"1,0 0-16,0 0 15,9 0 1,10 0-16,0 0 16,9-9-1,10-10-15,0-8 16,-1-10 0,-9-9-16,-9 9 0,0 0 15,-10 0 1,-9 9-16,-9 0 15,0 10-15,-10 0 16,-9-1 0,-1 19-16,1 0 31,0 9-31,0 10 16,-1 27-16,11 9 15,-1 38 1,19-10-16,19-9 15,9-10 1,0-18-16,19-27 16,28-19-16,10-28 15,37-55-15,10-28 16,-132 111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0:26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19699 2261 0,'0'0'0,"0"0"0,0 0 15,0 0 1,0 0-16,0 0 16,0 9-16,0 10 15,0 9 1,10 18-16,-1 18 15,0 38-15,1 9 16,-1-1 0,1 1-16,-10 9 15,0-9 1,9-10-16,-9-27 16,0 0-1,0-28-15,0-9 16,0-18-1,0-10-15,0-9 16,0 0-16,0-9 16,9-28-1,-9-19-15,0 56 16</inkml:trace>
  <inkml:trace contextRef="#ctx0" brushRef="#br0" timeOffset="467.64">19379 2418 0,'0'0'0,"0"0"16,10-9-1,8-10-15,30-8 16,8-1 0,38-9-16,19 0 15,-10 10 1,-9 8-16,1 10 16,-20 9-1,-9 9-15,-10 0 16,-18 10-16,-1 8 15,-8 1 1,-11 0-16,-8 9 16,-10 9-1,-10 9-15,-27 1 16,-10 8-16,-10-8 16,1-10-1,-1 0-15,1-18 16,9-1-1,9-17-15,10-10 16,28 0 0</inkml:trace>
  <inkml:trace contextRef="#ctx0" brushRef="#br0" timeOffset="991.22">21148 2243 0,'0'0'0,"0"0"16,0 0-16,0 0 16,-10 9-1,1 0-15,0 0 16,-1 1-1,1 8-15,-1 1 16,1 8-16,9 10 16,0 19-1,0-1-15,0 19 16,9 0 0,1-10-16,-1 10 15,1-9-15,-1-10 16,0 0-1,-9-8-15,0-10 16,0-10 0,0-8-16,0-19 15,0 0 1</inkml:trace>
  <inkml:trace contextRef="#ctx0" brushRef="#br0" timeOffset="1316.61">20602 2455 0,'0'0'16,"0"0"-16,0 0 15,19-9 1,9-10-16,19-8 16,19-1-1,0 0-15,9 1 16,1-1 0,8 0-16,1 10 15,-10-10-15,0 0 16,-75 28-1</inkml:trace>
  <inkml:trace contextRef="#ctx0" brushRef="#br0" timeOffset="1651.89">20668 3397 0,'0'0'16,"9"0"-1,39-19-15,55-9 16,48-27-16,18-10 16,0 10-1,1 0-15,-29 8 16,-19 11 0,-9-1-16,-113 37 15</inkml:trace>
  <inkml:trace contextRef="#ctx0" brushRef="#br0" timeOffset="2260.35">19389 4319 0,'0'0'0,"28"-9"16,47-18-1,76-38-15,37 0 16,56-8 0,1-1-16,0 9 15,-20 10 1,-27 9-16,-19 9 15,-29 0-15,-28 9 16,-18 10 0,-38-1-16,-29 10 15,-27 9 1,-10 0-16,0 0 16</inkml:trace>
  <inkml:trace contextRef="#ctx0" brushRef="#br0" timeOffset="2617.08">19407 4504 0,'0'0'0,"0"0"16,0 0-16,0 0 16,10 0-1,18 0-15,47 0 16,57-18 0,56-29-16,0 1 15,19-9 1,-28 0-16,19-10 15,-29 0-15,0 10 16,1 0 0,-10-10-16,18-9 15,39-18 1</inkml:trace>
  <inkml:trace contextRef="#ctx0" brushRef="#br0" timeOffset="17285.12">18354 5399 0,'0'0'0,"9"-9"16,1 0 0,-1 0-16,0-1 15,1 1-15,-10 0 16,0 0 0,0 0-16,0-10 15,-10 1 1,-18-1-16,-9 1 15,-20-1 1,-18 10-16,-19 9 16,9 9-16,10 10 15,18 8 1,10 1-16,10 0 16,9 9-1,9 9-15,19 0 16,19 9-16,18 19 15,29 9 1,9-9-16,1 0 16,-11-9-1,1-1-15,-28-8 16,-10-10-16,-9 0 16,-10-9-1,-9 0-15,0-10 16,-9 1-1,-10 0-15,-9-10 16,0 1 0,-10-10-16,0-9 15,-9 0-15,10-9 16,-1-10 0,10-9-16,0 1 15,9-19 1,9-1-16,20-17 15,9-10 1,18-9-16,20 9 16,-1 10-16,1 8 15,9 1 1,9 9-16,9 9 16,-8 9-1,-76 28-15</inkml:trace>
  <inkml:trace contextRef="#ctx0" brushRef="#br0" timeOffset="17956.34">18909 5630 0,'0'0'0,"0"0"15,0 0 1,-10-9-16,10 9 15,0-9 1,0-1-16,0 1 16,10-9-16,9-1 15,9 1 1,0-1-16,10 1 16,-1 9-1,-8-1-15,-1 10 16,0 10-16,-9-1 15,0 9 1,0 1-16,-10 18 16,-9 9-1,-9 18-15,-10 10 16,-10 0 0,-8-18-16,-1-1 15,10-18-15,0 0 16,9-10-1,10-8-15,-1-1 16,10-8 0,0-10-16,0 0 15,10 9-15,8-9 16,29 0 0,38-19-16,28 1 15,0-10 1,9-9-16,-9 0 15,0-9 1,-113 46-16</inkml:trace>
  <inkml:trace contextRef="#ctx0" brushRef="#br0" timeOffset="19083.28">16256 480 0,'0'28'0,"19"64"15,-10-37 1,10 84-16,0 8 16,-10 29-1,1 27-15,-1 0 16,10 28-1,-19-28-15,0 18 16,0 1-16,0-1 16,0-18-1,0 19-15,0-19 16,9 28 0,1-28-16,9 37 15,-10-37 1,19 37-16,0-28 15,1 28-15,-1-28 16,9 37 0,-18-36-16,9 17 15,1 1 1,-10 0-16,-1-19 16,1 10-16,0-19 15,19 0 1,-1-19-16,1 19 15,-1-27 1,1-1-16,-10 1 16,1-29-16,-1 19 15,-9-27 1,-1-1-16,1 28 16,-9-18-1,8 9-15,-8 9 16,-1-18-1,1-1-15,-1 10 16,-9 9 0,0-9-16,0-9 15,-9-10-15,-10 10 16,0 9 0,10-9-16,-1 18 15,1 0 1,-1 46-16,20 28 15,9 111-15,-1-130 16</inkml:trace>
  <inkml:trace contextRef="#ctx0" brushRef="#br0" timeOffset="21205.47">21204 5418 0,'0'0'0,"10"-9"16,-1-10-1,1-9-15,8-8 16,1-11 0,-9 10-16,-1 1 15,0-1-15,-9 0 16,10 9 0,-10 0-16,0 10 15,0-1 1,-10 10-16,10 9 15,-9 0 1,0 0-16,-10 9 16,-9 19-16,-10 18 15,-9 28 1,0 28-16,9-1 16,10 1-1,0 8-15,9-8 16,10-10-16,9-9 15,9-18 1,0-10-16,10-18 16,9-9-1,10-10-15,0-8 16,18-10 0,-9-10-16,0 1 15,0-9-15,-9-1 16,-10 1-1,-9-1-15,0 1 16,-10 9 0,0-1-16,-9 1 15,0 0-15,-9-10 16,0 10 0,-10-9-16,-9 9 15,-10-1 1,0 10-16,1 0 15,9 10 1,28-10-16</inkml:trace>
  <inkml:trace contextRef="#ctx0" brushRef="#br0" timeOffset="21916.84">22042 5178 0,'0'0'15,"0"0"-15,0 0 16,0 0 0,0 0-16,0 0 15,0 0 1,0 0-16,9 0 16,29 9-1,27-9-15,20 0 16,9 0-16,-19-9 15,-18 0 1,-10 9-16,-19-10 16,0 10-1,-9 0-15,-9 0 16,-1 0-16,0 0 16,-9 0-1,0 0-15,0 0 16,10 10-1,-10 8-15,0 19 16,-10 28-16,1 8 16,-10 29-1,-9 18-15,0 9 16,9 0 0,0 28-16,10-37 15,9-120 1</inkml:trace>
  <inkml:trace contextRef="#ctx0" brushRef="#br0" timeOffset="23773.83">24205 5187 0,'0'0'15,"0"0"1,0 0-16,0 0 16,0 0-1,0 0-15,-9 9 16,-1 19-16,1 9 16,-10 9-1,10-9-15,-1 0 16,10 0-1,10-10-15,-1 1 16,19 0 0,10 0-16,9-1 15,10-8-15,-1 8 16,0-8 0,-18-1-16,-10 10 15,-9 0 1,-9 18-16,-10 9 15,-19 1 1,-19 17-16,-18-8 16,-10 0-16,9-19 15,10-19 1,10-8-16,-1-19 16,38 0-1</inkml:trace>
  <inkml:trace contextRef="#ctx0" brushRef="#br0" timeOffset="24050.54">23979 5399 0,'0'0'0,"10"0"16,9 0-1,18-9-15,29 0 16,47-10 0,0 1-16,0 0 15,19-10-15,-1 0 16,1 0 0,0 1-16,-29-1 15,1-18 1,-104 46-16</inkml:trace>
  <inkml:trace contextRef="#ctx0" brushRef="#br0" timeOffset="24633.99">25861 4762 0,'0'0'0,"0"0"16,0 0 0,-9 19-16,-10 18 15,-19 18-15,-9 19 16,-9 18-1,-1 19-15,1 0 16,9 0 0,18-1-16,1-8 15,9-1-15,10-17 16,0-20 0,18-8-16,10-1 15,0-18 1,9 0-16,0-19 15,19 1 1,0-10-16,-9-9 16,9-9-16,-10-10 15,1 1 1,9-19-16,-19 0 16,-9 0-1,0-9-15,-10 9 16,-9 0-16,-9 9 15,-10 1 1,-9-1-16,-28 0 16,-10 10-1,-10 9-15,-8 18 16,84-9 0</inkml:trace>
  <inkml:trace contextRef="#ctx0" brushRef="#br0" timeOffset="26017.01">28354 4615 0,'0'0'0,"-9"18"16,-20 19-16,-8 37 15,-20 37 1,-9 9-16,-18 27 16,8-27-16,11-27 15,-1-1 1,19-27-16,9-19 15,10-9 1,9-19-16,10-9 16,-1 1-1,10-10-15,0 0 16,10 9-16,8 0 16,48 0-1,28-9-15,19 0 16,10 0-1,8 10-15,-18-1 16,-19 9-16,-9-9 16,-10 1-1,-18-1-15,-20-9 16,-37 0 0</inkml:trace>
  <inkml:trace contextRef="#ctx0" brushRef="#br0" timeOffset="26256.3">28382 5362 0,'0'0'16,"0"0"-16,0 0 16,0 0-16,0 10 15,0 8 1,0 28-16,-19 47 15,1 27 1,-1 0-16,0 18 16,0-9-1,10-37-15,9 1 16,0-93-16</inkml:trace>
  <inkml:trace contextRef="#ctx0" brushRef="#br0" timeOffset="26750">29248 4855 0,'0'0'0,"0"0"16,0 0-16,-10 9 16,1 9-16,-10 29 15,0 17 1,-9 19-16,0 0 15,0 0 1,-1 1-16,10-20 16,10-9-1,0-8-15,-1-10 16,10-1-16,10-8 16,-1 0-1,10 0-15,19-1 16,18-8-1,10-1-15,0-9 16,18 1 0,-8-10-16,-1-10 15,10 1-15,-85 9 16</inkml:trace>
  <inkml:trace contextRef="#ctx0" brushRef="#br0" timeOffset="27017.33">29266 5409 0,'0'0'0,"0"0"16,0 0-16,0 0 15,0 9 1,10 18-16,-1 38 16,1 46-1,-1 9-15,10 46 16,0-18-16,-19-148 16</inkml:trace>
  <inkml:trace contextRef="#ctx0" brushRef="#br0" timeOffset="27822.97">31562 5021 0,'0'0'15,"0"0"-15,0 0 16,0 0 0,0 0-16,0 0 15,0 0 1,0 18-16,-10 10 15,10 18 1,-9 10-16,0 17 16,9 1-16,-10 9 15,10 0 1,-9 10-16,-1-10 16,1-9-1,0-1-15,-1 1 16,-9-9-1,10-10-15,9-55 16</inkml:trace>
  <inkml:trace contextRef="#ctx0" brushRef="#br0" timeOffset="28501.58">32023 5215 0,'0'0'0,"0"0"15,0 0 1,0 0-16,0 0 15,0 0-15,0 0 16,0 0 0,9 0-16,1-9 15,8-1 1,1 1-16,0 0 16,0 0-1,9-1-15,0 1 16,1 9-16,-11 0 15,11 0 1,-1 9-16,0 10 16,0 27-1,-9 9-15,-10 19 16,-27 0 0,-11 28-16,-27-1 15,-19 1-15,-1-29 16,1-17-1,9-10-15,19-9 16,19-19 0,9 1-16,10-10 15,-1 0-15,10-9 16,10 10 0,28-1-16,27 0 15,29-9 1,1 0-16,-1 0 15,0 0 1,-28-9-16,-1 9 16,-18 0-16,-9-9 15,-38 9 1</inkml:trace>
  <inkml:trace contextRef="#ctx0" brushRef="#br0" timeOffset="29784.38">18947 7365 0,'0'0'0,"9"-9"15,10 0 1,28-10-16,19 1 16,18-1-16,10-8 15,0 8 1,-9 10-16,-19 9 16,0 9-1,-19 1-15,-19-1 16,-9 9-1,-10 1-15,-9 18 16,-19 18-16,-9 10 16,-9-1-1,-1-8-15,10-10 16,0-9 0,9-10-16,9-8 15,10-10-15,10 0 16,-1 0-1,19 1-15,19-1 16,19 9 0,0 1-16,9-1 15,-18 10 1,-10 0-16,-19-1 16,-9 1-16,-19 18 15,-10 10 1,-27 8-16,-38 10 15,-1 0 1,10-10-16,-9-17 16,0-10-16,19-10 15,8-18 1,1 1-16,10-10 16,9-10-1,28 10-15</inkml:trace>
  <inkml:trace contextRef="#ctx0" brushRef="#br0" timeOffset="30368.07">20104 7421 0,'0'0'0,"0"0"15,0 0-15,0 0 16,0 0 0,0 0-16,0 0 15,9-10 1,10 1-16,9 0 15,10-10 1,-1 1-16,10 0 16,-9 8-16,0 10 15,-1 0 1,-9 0-16,-9 10 16,0 8-1,0 10-15,-19 9 16,-9 36-1,-29 1-15,-9 9 16,-10-9-16,1 0 16,0-19-1,27-18-15,10-9 16,10-9 0,0-1-16,9-9 15,9 0-15,29-9 16,56-18-1,28-10-15,10 1 16,9-1 0,-28 9-16,0 1 15,-113 18-15</inkml:trace>
  <inkml:trace contextRef="#ctx0" brushRef="#br0" timeOffset="31850.38">22757 7531 0,'0'0'0,"0"0"15,0 0 1,0 0-16,0 0 16,0 0-1,0-9-15,0 0 16,9-10 0,10 1-16,9-10 15,19 1-15,9-1 16,10 9-1,-19 10-15,-9 0 16,0 9 0,-10 9-16,-9 10 15,-10 18-15,-9 9 16,-28 37 0,-38 9-16,-28 19 15,9-19 1,10-18-16,9-9 15,19-19 1,19-19-16,9-8 16,10-1-16,9-8 15,0-10 1,18 9-16,20-9 16,28-9-1,28-1-15,19-8 16,-19-1-16,9 1 15,20-10 1,-20-9-16,-103 37 16</inkml:trace>
  <inkml:trace contextRef="#ctx0" brushRef="#br0" timeOffset="32317.6">24102 7144 0,'0'0'0,"0"0"15,0 0 1,-10 9-16,-8 9 15,-11 10 1,1 9-16,-10 9 16,10-9-16,9 0 15,10 0 1,9-9-16,9-1 16,10 1-1,0 0-15,19-1 16,9 1-16,-10 0 15,1-10 1,-10 1-16,0 8 16,-9 1-1,-9 0-15,-10 18 16,-19 9 0,-19 19-16,-18 0 15,-10-9-15,0-19 16,0-9-1,66-37-15</inkml:trace>
  <inkml:trace contextRef="#ctx0" brushRef="#br0" timeOffset="32584.34">23744 7255 0,'0'0'0,"0"0"15,0 0 1,10 0-16,27-10 16,39 1-1,18 0-15,37-10 16,20 1-16,-1-1 15,20-8 1,65-1-16</inkml:trace>
  <inkml:trace contextRef="#ctx0" brushRef="#br0" timeOffset="34356.65">26990 7356 0,'0'0'0,"0"0"15,0 0-15,0-9 16,0 0-16,0-1 15,-10-8 1,1-1-16,-10-8 16,-9 8-1,-10 1-15,-18-1 16,-1 10-16,1 0 16,-10 18-1,19 0-15,0 10 16,9-1-1,10 1-15,9-1 16,10 10 0,0-10-16,9 10 15,18-10-15,20 1 16,28-1 0,9-8-16,29-10 15,9-10-15,-1-17 16,-17-10-1,-20 0-15,-9 0 16,-19 9 0,-10 10-16,-18-1 15,0 10 1,-10 0-16,1 0 16,-10 9-1,0 0-15,0 0 16,0 0-16,0 9 15,0 19 1,0 9-16,-10 27 16,1 10-1,0 18-15,-1-9 16,1 10-16,-1-10 16,1 9-1,-1-18-15,10-19 16,0-9-1,0 0-15,-9-18 16,9-9 0,0-10-16,0-9 15</inkml:trace>
  <inkml:trace contextRef="#ctx0" brushRef="#br0" timeOffset="35006.75">28495 6710 0,'0'0'0,"0"0"16,0 0-1,0 0-15,0 0 16,-9 9-16,-10 10 16,-9 27-1,-19 18-15,-10 29 16,1-1-1,-1 10-15,10-1 16,0 19-16,10-9 16,8-19-1,20-9-15,9-9 16,9-9 0,20-10-16,8 0 15,20-8 1,18-11-16,0-17 15,0-19 1,1-9-16,-20-10 16,1-8-16,-1-10 15,-18 9 1,-1-9-16,-18 0 16,-10 0-1,-9 0-15,-9 0 16,-10 0-16,-9 0 15,-38 1 1,-19 8-16,-37 19 16,9 18-1,0 28-15,10 18 16,103-55-16</inkml:trace>
  <inkml:trace contextRef="#ctx0" brushRef="#br0" timeOffset="66502.31">26124 6655 0,'0'0'0,"0"0"16,0 0-16,0 18 16,0 19-1,10 18-15,-1 38 16,1 36 0,8 28-16,1 9 15,-9 18-15,-10 10 16,0 9-1,-10-27-15,1-10 16,9-37 0,0-27-16,0-29 15,0-26-15,0-47 16</inkml:trace>
  <inkml:trace contextRef="#ctx0" brushRef="#br0" timeOffset="67526.7">25974 6784 0,'0'0'0,"0"0"0,9 0 16,10-9-1,28-1-15,28 1 16,38 9-1,38 0-15,18 0 16,0 0 0,38-9-16,-37 9 15,56 0-15,-20-19 16,20 1 0,-9-10-16,-10 1 15,-10 8 1,-28-9-16,-9 10 15,-37 0 1,-29 8-16,-19 1 16,-9 0-16,-19 9 15,-9 0 1,-10 9-16,-9 0 16,-1 1-1,1 8-15,0 10 16,0 9-16,0 9 15,-1 9 1,-8 28-16,-1 9 16,1 1-1,-1 18-15,1-1 16,-1 1 0,0-19-16,1 1 15,-1 17-15,1-17 16,-1-1-1,-9-9-15,0 0 16,-9 9 0,-1-9-16,1-9 15,-10 0-15,-9 0 16,-1-9 0,-8-19-16,-10 0 15,-19-9 1,-28 9-16,-28-9 15,-1-9-15,-8-10 16,-48 10 0,10-10-16,-29 1 15,0-1 1,-9 1-16,0-1 16,19-9-1,-19 0-15,38 1 16,0-10-16,9 0 15,47-10 1,0 10-16,19-9 16,19 0-1,28 9-15,9-9 16,10 9-16,28 0 16,0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1:10.8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 13706 0,'0'0'0,"0"9"16,0 19-16,0 18 15,0 19 1,10 45-16,-1 10 15,19 28-15,-18 18 16,27 0 0,-27-36-16,-1-1 15,10-28 1,9-36-16,-28-19 16,10-18-1,-10-28-15,0 0 16</inkml:trace>
  <inkml:trace contextRef="#ctx0" brushRef="#br0" timeOffset="440.58">1176 13724 0,'0'0'0,"9"-9"16,10-18-16,19-10 15,18-19 1,10 19-16,-9 0 15,8 10-15,-8 8 16,-1 19 0,-9 10-16,0 8 15,-37 10 1,-1 18-16,-9 46 16,-19 0-1,-18 10-15,-10-1 16,0-8-16,0-19 15,9-28 1,10 0-16,-10-18 16,38-28-1</inkml:trace>
  <inkml:trace contextRef="#ctx0" brushRef="#br0" timeOffset="759.47">2126 13512 0,'0'0'0,"0"0"16,0 0-1,0 9-15,0 10 16,0 18 0,0 18-16,19 28 15,-19 19 1,9-10-16,1-9 16,-1-18-1,1-28-15,-1-10 16,-9-27-16</inkml:trace>
  <inkml:trace contextRef="#ctx0" brushRef="#br0" timeOffset="1073.91">2164 13512 0,'0'0'0,"0"0"16,0 0-16,0 0 16,0 0-1,19 9-15,-1 19 16,11 18 0,8 28-16,-9-19 15,1 19 1,-11 0-16,1-18 15,-9-10-15,-1-19 16,-9 1 0,0-19-16,0-9 15</inkml:trace>
  <inkml:trace contextRef="#ctx0" brushRef="#br0" timeOffset="1332.16">1853 13540 0,'0'0'0,"19"-19"15,9-8-15,10-19 16,9-10-1,9-8-15,20 8 16,8 1-16,10-1 16,-9 20-1,-19 8-15,-66 28 16</inkml:trace>
  <inkml:trace contextRef="#ctx0" brushRef="#br0" timeOffset="1607.41">2032 14527 0,'0'0'0,"0"0"15,0 0 1,0 0-16,19-9 15,18-9 1,39-28-16,27-19 16,1 0-1,-1-8-15,-9 17 16,-9 10-16,-29 0 16,-56 46-1</inkml:trace>
  <inkml:trace contextRef="#ctx0" brushRef="#br0" timeOffset="2177.73">1082 15875 0,'0'0'15,"0"0"-15,28-9 16,-9 0-16,0-1 15,28-8 1,0-1-16,19-8 16,9-10-1,19 0-15,19-9 16,37-28 0,-18-9-16,28-9 15,9-10-15,10-9 16,-10 0-1,1 10-15,-1-10 16,-37 19 0,-132 92-16</inkml:trace>
  <inkml:trace contextRef="#ctx0" brushRef="#br0" timeOffset="2974.33">1646 16032 0,'0'0'15,"10"-9"-15,27-1 16,29-26-1,56-29-15,29-18 16,18-9-16,10-10 16,9-9-1,19-9-15,0 0 16,-19-9 0,10 0-16</inkml:trace>
  <inkml:trace contextRef="#ctx0" brushRef="#br0" timeOffset="4327.18">17169 849 0,'0'19'16,"9"27"-1,10 64-15,0 29 16,9 27-16,0 0 16,10 19-1,-20-10-15,11 37 16,-1-45-1,-9 36-15,0 0 16,9 0-16,-9 18 16,-1-8-1,11 17-15,-1-8 16,0 18 0,0-19-16,0 19 15,1-9 1,-1 9-16,-9 0 15,9-9-15,-9 18 16,9-18 0,-9 18-16,-10-28 15,10 29 1,-19-20-16,-9 10 16,-1-9-1,-9 9-15,10 0 16,9-9-16,0-1 15,0 1 1,9 9-16,1-18 16,9 8-1,-10-27-15,0 37 16,-18 37 0,-10-46-16,0 37 15,-9-10-15,-9 28 16,-1 10-1,0-1-15,1-9 16,-10 9 0,9-55-16,-9 83 15,19-110-15,0 45 16,-10-9 0,10-27-16,-10 36 15,10-64 1,-10 74-16,-9-10 15,19 56-15,-10 9 16,10-55 0,-10 73-16,10 28 15,9-156 1</inkml:trace>
  <inkml:trace contextRef="#ctx0" brushRef="#br0" timeOffset="6804.04">5306 13097 0,'0'0'15,"0"0"1,0 0-16,0 0 15,0 0-15,-10 9 16,-8 19 0,-1 18-16,-19 37 15,0 9 1,-9 19-16,0 18 16,0 10-16,10-19 15,9 9 1,18-18-16,10-19 15,10-9 1,8-28-16,11-8 16,-1-20-1,9-8-15,1-10 16,9-18-16,10-10 16,-10-18-1,-10 10-15,1-10 16,-10 0-1,-9 0-15,-10 0 16,-9 9-16,-9 1 16,-10-1-1,0 9-15,-9 1 16,-19 0 0,0 8-16,-19 10 15,-9 19 1,18-1-16,1 1 15,18 8-15,10-8 16,19-10 0,9-9-16</inkml:trace>
  <inkml:trace contextRef="#ctx0" brushRef="#br0" timeOffset="7390.73">5710 13448 0,'0'0'0,"0"0"16,0 0-1,0 0-15,0 0 16,0 0-1,0 0-15,0 0 16,0 0-16,0 0 16,19 0-1,9-10-15,10 1 16,9 0 0,-9 0-16,9-10 15,-10 10 1,-8 0-16,-1 9 15,-9 0-15,-1 0 16,-8 0 0,-1 0-16,1 0 15,-1 0 1,0 9-16,-9 0 16,10 10-16,-10 18 15,0 9 1,-10 28-16,1 18 15,-10 0 1,10 0-16,-1 10 16,-8 0-1,8-19-15,1-10 16,9-8 0,0-10-16,0-8 15,0-11-15,9-17 16,-9-19-1</inkml:trace>
  <inkml:trace contextRef="#ctx0" brushRef="#br0" timeOffset="8008">7733 13152 0,'0'0'0,"0"0"16,0 0-1,0 0-15,0 9 16,-19 19-1,-9 37-15,-19 36 16,-10 1 0,10 9-16,0-10 15,10-18-15,8-18 16,11-10 0,8-18-16,1-9 15,9-10 1,0 1-16,9-10 15,10 0-15,9 0 16,29-18 0,18 0-16,0-10 15,0 1 1,-9 0-16,0-1 16,-9 1-16,-1-1 15,-56 19 1</inkml:trace>
  <inkml:trace contextRef="#ctx0" brushRef="#br0" timeOffset="8290.79">7742 13651 0,'0'0'0,"0"0"16,0 0-16,-9 9 16,-1 9-1,1 28-15,0 28 16,-1 19 0,10 27-16,0-10 15,10 10-15,-1-9 16,0-19-1,10-27-15,-19-65 16</inkml:trace>
  <inkml:trace contextRef="#ctx0" brushRef="#br0" timeOffset="8728.39">8551 13189 0,'0'0'0,"0"0"15,0 0-15,0 9 16,-9 10-1,-10 27-15,0 9 16,-9 28-16,0 1 16,0-11-1,9 1-15,0-9 16,10-19 0,9 0-16,0-9 15,9-9 1,0-10-16,1 1 15,18-1-15,10 1 16,18-10 0,10 0-16,0-9 15,9-9 1,-9-10-16,0 1 16,-66 18-16</inkml:trace>
  <inkml:trace contextRef="#ctx0" brushRef="#br0" timeOffset="9043.04">8683 13651 0,'0'0'16,"0"0"-16,0 0 15,0 0 1,0 0-16,0 9 16,0 19-1,0 18-15,9 18 16,1 19 0,-1 10-16,1-1 15,8-9-15,-8-9 16,9 9-1,0-9-15,9-10 16,-28-64 0</inkml:trace>
  <inkml:trace contextRef="#ctx0" brushRef="#br0" timeOffset="9791.34">10875 13438 0,'0'0'15,"0"0"-15,0 0 16,0 0 0,0 0-16,0-9 15,-9 0-15,-1-10 16,-9-8-1,-9-10-15,-19-9 16,47 46 0,-310-157-16,310 157 15,-19 9-15,-9 9 16,-19 19 0,0 0-16,9 9 15,0 10 1,10-10-16,19 0 15,9 0 1,9 0-16,10 10 16,18-10-1,29 0-15,0-9 16,9 0-16,-9-9 16,0 9-1,-19-10-15,10 1 16,-20-10-16,-9 1 15,-9-1 1,-9 1-16,-1 8 16,-9 1-1,-9 0-15,-10 9 16,0-10 0,-9 10-16,0-9 15,-1-9-15,-8-1 16,-10 0-1,0-18-15,47 0 16</inkml:trace>
  <inkml:trace contextRef="#ctx0" brushRef="#br0" timeOffset="10140.62">10329 13318 0,'0'0'0,"10"-9"15,9 0-15,18-10 16,38-17-16,1-1 15,27 0 1,1 9-16,-1 0 16,-9 1-1,-19 8-15,1 10 16,-1 0 0,-9-1-16,-10 1 15,1-9-15,9-1 16,-66 19-1</inkml:trace>
  <inkml:trace contextRef="#ctx0" brushRef="#br0" timeOffset="10860.4">11759 12617 0,'0'0'0,"0"0"16,0 0-16,0 0 15,0 0 1,-9 18-16,-10 38 16,-9 18-1,-10 27-15,1 19 16,8 0 0,1 0-16,-10 19 15,20-29-15,-1 1 16,9-19-1,10 1-15,10-1 16,-1-27 0,10-10-16,9-9 15,1-9-15,8-9 16,10-10 0,-9-9-16,-1-9 15,1-9 1,0-9-16,-1-1 15,-8-8 1,-1-10-16,-9 0 16,-1 0-16,-8 0 15,-10 9 1,0 0-16,-10 1 16,1-1-1,-19 0-15,0 1 16,-19 8-16,-10 1 15,-9 9 1,10 9-16,-10 9 16,0 9-1,10 10-15,9 9 16,9 0 0,19 0-16,19-37 15</inkml:trace>
  <inkml:trace contextRef="#ctx0" brushRef="#br0" timeOffset="12374.12">13283 12940 0,'0'0'0,"0"0"15,0 0 1,0 0-16,0 0 15,0 0 1,0 0-16,0 0 16,0 0-16,0 0 15,0 0 1,-19 9-16,1 0 16,-1 1-1,9-10-15,1 0 16,0 0-16,9 0 15,0 0 1,0 0-16,9 0 16,10 0-1,9 0-15,10 9 16,18 9 0,-18 1-16,-1 8 15,1 20-15,-10 26 16,-18 11-1,-20-11-15,-9 10 16,-9 10 0,-9-19-16,8-10 15,1-8-15,9-20 16,0-8 0,10 0-16,0-10 15,9-8 1,0-10-16,0 0 15,0 0 1,9 0-16,29 0 16,28-10-16,28-8 15,19-19 1,9 0-16,10-9 16,-1-19-1,-131 65-15</inkml:trace>
  <inkml:trace contextRef="#ctx0" brushRef="#br0" timeOffset="12808.41">14262 12811 0,'0'0'0,"0"0"16,0 0 0,0 0-16,-10 9 15,10 9 1,-9 19-16,9 10 16,0-1-16,9 9 15,10-9 1,0 0-16,9 0 15,0-9 1,10 0-16,0 0 16,-10-9-16,0 9 15,0-9 1,-9-1-16,-10 10 16,1 0-1,-10 9-15,-10 10 16,-18 8-1,-9-18-15,-1-9 16,0-18-16,38-19 16</inkml:trace>
  <inkml:trace contextRef="#ctx0" brushRef="#br0" timeOffset="13024.09">14073 13069 0,'0'0'0,"0"0"16,0 0-16,0 0 15,19 0 1,38-9-16,65-19 16,47-27-16,1 9 15,18-10 1,-9 10-16,46-18 15</inkml:trace>
  <inkml:trace contextRef="#ctx0" brushRef="#br0" timeOffset="13790.89">6736 15617 0,'0'0'16,"-10"0"-16,1-10 16,-1 1-1,10 9-15,0 0 16,0 0-1,0 0-15,0 0 16,0 0-16,0 19 16,0 27-1,0 18-15,10 10 16,-1 0 0,-9 9-16,0 0 15,10 0 1,-1 9-16,1-18 15,8 0-15,-18-74 16</inkml:trace>
  <inkml:trace contextRef="#ctx0" brushRef="#br0" timeOffset="14427.63">7300 15524 0,'0'0'0,"0"0"16,0 0-1,0 0-15,10-9 16,8 0-16,1-10 16,19 1-1,9-1-15,9 1 16,1 9 0,-1 9-16,-9 9 15,-9 0 1,-1 10-16,-8 8 15,-10 10-15,-10 19 16,-18 36 0,-20 19-16,-8-10 15,-1-27 1,0 0-16,10-19 16,9-9-16,1-9 15,8-9 1,1-10-16,9 1 15,0-10 1,0 0-16,0 1 16,9-1-1,1-9-15,18 0 16,28 0-16,10-9 16,0-10-1,9 1-15,0-1 16,-9 10-1,-9 0-15,9 0 16,9 9 0,-75 0-16</inkml:trace>
  <inkml:trace contextRef="#ctx0" brushRef="#br0" timeOffset="15290.88">9567 15847 0,'0'0'15,"0"0"-15,0 0 16,0 0-1,0 0-15,10-9 16,-1 0-16,10-10 16,9-8-1,10-1-15,9-9 16,0 9 0,-9 10-16,-1 9 15,-9-1 1,1 10-16,-11 0 15,1 10-15,-9 17 16,-10 20 0,-10 17-16,-9 10 15,1-19 1,-1 1-16,9-19 16,1-10-16,0 1 15,9-9 1,0-10-16,0 0 15,9 0 1,10 0-16,18 1 16,1-10-1,0 0-15,-1 0 16,-8 0-16,-11 9 16,1 0-1,-9 0-15,-1 10 16,0-1-1,-9 10-15,0 18 16,-9-9-16,-10 9 16,-9 0-1,-10 0-15,1-18 16,-1 0 0,0-10-16,10-8 15,9-1 1,1 0-16,-11-9 15,11 0-15,18 0 16</inkml:trace>
  <inkml:trace contextRef="#ctx0" brushRef="#br0" timeOffset="15946.05">10423 15792 0,'0'0'15,"0"0"-15,0 0 16,0 0-1,0 0-15,10-9 16,-1-10-16,19 1 16,1-1-1,8-8-15,1 8 16,0 1 0,-10-1-16,9 10 15,-8 0 1,-11 9-16,1 0 15,-9 9-15,-1 9 16,-9 29 0,-28 36-16,-10 9 15,1 0 1,-1-9-16,0-9 16,10-18-16,19-20 15,-1-8 1,10-9-16,0-1 15,0-9 1,10 1-16,-1-1 16,10-9-1,19 0-15,18 0 16,10-9-16,0-10 16,0 1-1,-10-1-15,-9 10 16,0 0-1,-19 9-15,1 0 16,-11 0-16,1 0 16,0 9-1,-19-9-15</inkml:trace>
  <inkml:trace contextRef="#ctx0" brushRef="#br0" timeOffset="18224.22">12954 15672 0,'0'0'15,"0"0"-15,0 0 16,-9-9 0,-1-10-16,1-8 15,-1-1-15,1-9 16,-10-9 0,-9 0-16,0 0 15,-1-1 1,-8 10-16,-10 10 15,9 8-15,-9 10 16,0 0 0,0 9-16,9 9 15,1 19 1,-1 9-16,10 9 16,9 9-1,10 1-15,9 8 16,19 1-16,9-1 15,9 1 1,20 0-16,-1-10 16,1-9-1,-10-9-15,0-9 16,0-1-16,-10 1 16,-18-9-1,0-1-15,-9 1 16,-1-1-1,-9 0-15,0 10 16,-9-9 0,-10 8-16,-10-8 15,1-1-15,0-9 16,0 1 0,-10-10-16,10-10 15,0-8 1,9-10-16,0-9 15,10-9-15,9-9 16,9-19 0,10 0-16,9 0 15,10 0 1,9 10-16,-47 64 16</inkml:trace>
  <inkml:trace contextRef="#ctx0" brushRef="#br0" timeOffset="18791.04">13311 15432 0,'0'0'0,"0"0"15,0 0-15,10-18 16,9-1 0,9-9-16,10 1 15,18-1 1,0 10-16,-18 8 15,0 10 1,-10 10-16,-9 8 16,0 10-16,-10 9 15,-9 27 1,-9 1-16,-20 18 16,-18 18-1,10-27-15,-1 0 16,19-28-16,0-9 15,10-9 1,0-10-16,9 1 16,0-10-1,9 0-15,10 0 16,18 1 0,20-10-16,18-10 15,10-8-15,18-10 16,1-9-1,9-9-15,-113 46 16</inkml:trace>
  <inkml:trace contextRef="#ctx0" brushRef="#br0" timeOffset="19562.09">15447 14897 0,'0'0'0,"0"0"16,0 0-1,0 0-15,0-10 16,-9 1-16,-1 0 16,-9 0-1,-18 9-15,-29 0 16,0 9-1,0 9-15,10 1 16,-1-1 0,20 1-16,8-1 15,1 1-15,9-1 16,10 1 0,9-1-16,0 1 15,9-1 1,20 0-16,8-8 15,10-10-15,19-10 16,0 1 0,-10 0-16,-9 0 15,-9 0 1,-10-1-16,1 1 16,-11 0-1,-8 9-15,-1 0 16,1 0-16,-1 0 15,0 0 1,-9 0-16,10 0 16,-1 0-1,1 9-15,-1 19 16,0 18-16,1 28 16,-10 18-1,0 10-15,0 8 16,-10-8-1,10-10-15,0-9 16,0-18 0,10-10-16,-10-55 15</inkml:trace>
  <inkml:trace contextRef="#ctx0" brushRef="#br0" timeOffset="20141">16011 14269 0,'0'0'0,"0"0"15,0 0 1,-9 28-16,-10 55 16,-9 55-1,9 10-15,0 18 16,1-9 0,8-19-16,10-8 15,10-29-15,-1-27 16,10-19-1,0-18-15,-1-9 16,11-10 0,-1-8-16,0-1 15,0-9-15,0-9 16,1-10 0,-10 1-16,-1-10 15,1 0 1,-9 1-16,-10-10 15,0 0-15,-10 0 16,1 0 0,-10 0-16,-9 9 15,-1 1 1,1 8-16,-19 10 16,-37 18-1,-29 28-15,19 37 16,94-74-16</inkml:trace>
  <inkml:trace contextRef="#ctx0" brushRef="#br0" timeOffset="26160.02">11957 15017 0,'0'0'0,"0"0"15,0 0 1,0 0-16,0 0 16,0 0-1,0 18-15,9 19 16,10 18-16,0 28 15,0 37 1,-1 19-16,1 9 16,0 18-1,0 0-15,0 0 16,0-9 0,-1-9-16,1-1 15,0-27 1,-10-27-16,1-38 15,-10-18-15,0-37 16</inkml:trace>
  <inkml:trace contextRef="#ctx0" brushRef="#br0" timeOffset="27430.87">11684 15100 0,'0'0'0,"0"0"16,0 0-16,9-10 15,29-17 1,37-10-16,38-9 16,38 0-1,18-1-15,19 1 16,-9 0 0,18 0-16,10 0 15,-28 0-15,19-10 16,-29 10-1,0-9-15,20-1 16,-30 10 0,11-9-16,9 9 15,-29 0-15,38-10 16,-37 19 0,-1-9-16,1 9 15,-20 0 1,-8 10-16,8-1 15,-27 9 1,-10-8-16,-19 18 16,1-1-16,-11 1 15,1 0 1,0 0-16,-19 9 16,10 0-1,-20 0-15,1 0 16,-1 0-16,1 9 15,-10 9 1,10 10-16,-10 9 16,10 18-1,-1 19-15,1 0 16,0 18 0,-10 19-16,0 18 15,-9-9 1,0 19-16,-10-10 15,-9-9-15,10-9 16,-10-1 0,-10-8-16,10-10 15,-9 1 1,-1-20-16,1 1 16,9-9-16,0-10 15,0-9 1,-9 0-16,-1-9 15,1-9 1,-1 0-16,1-1 16,0 1-16,-10-9 15,0-1 1,-9 1-16,-10 8 16,-9 1-1,-28 0-15,-19-1 16,-10-8-1,-18 8-15,-19 1 16,-10 0-16,1-1 16,-48 1-1,29 0-15,-10 9 16,-18-10 0,27 1-16,-27 0 15,27-10-15,-8 1 16,-20-1-1,29 1-15,-19-1 16,28-9 0,-10 1-16,1 17 15,28-8 1,9-1-16,10-9 16,18 10-16,29-10 15,9 0 1,10 1-16,18-10 15,10 0 1,9 0-16,10 0 16,9 0-16</inkml:trace>
  <inkml:trace contextRef="#ctx0" brushRef="#br0" timeOffset="28444.87">17931 1698 0,'0'0'0,"0"0"16,0 0-16,0 0 15,0 19 1,0 18-16,9 9 16,10 28-16,0 9 15,9 18 1,0 10-16,0-19 16,-9 1-1,9-1-15,-18 0 16,-1-18-16,0-9 15,-9-19 1,0-9-16,-9-10 16,0-17-1,9-10-15</inkml:trace>
  <inkml:trace contextRef="#ctx0" brushRef="#br0" timeOffset="28829.12">17780 1707 0,'0'0'0,"9"-9"16,20-9-16,27-10 15,19 0 1,10 10-16,-19 9 16,0 9-16,-19 9 15,-10 0 1,1 10-16,-10 8 16,-9 10-1,-10 19-15,-9 8 16,-18 10-1,-20 9-15,0-9 16,-9 0-16,-9-19 16,18-18-1,10-9-15,28-28 16</inkml:trace>
  <inkml:trace contextRef="#ctx0" brushRef="#br0" timeOffset="29145.16">18815 1412 0,'0'0'0,"0"0"16,0 0-16,0 9 15,9 19 1,1 18-16,-1 28 16,0 28-16,1 8 15,-1-8 1,1-1-16,-10-8 16,0-38-1,9-18-15,-9-9 16,0-28-16,0 0 15</inkml:trace>
  <inkml:trace contextRef="#ctx0" brushRef="#br0" timeOffset="29441.12">18994 1375 0,'0'0'0,"0"0"15,0 0-15,0 0 16,0 0-1,0 0-15,9 9 16,0 10 0,10 18-16,9 18 15,10 19-15,-10 18 16,0 1 0,-9-1-16,0 0 15,-9 1 1,-1-29-16,0-8 15,1-29 1,-10-8-16,0-10 16,0-9-16,0 0 15</inkml:trace>
  <inkml:trace contextRef="#ctx0" brushRef="#br0" timeOffset="29729.76">19436 1431 0,'0'0'15,"0"0"-15,9 18 16,10 28-1,0 10-15,9 17 16,-9-8 0,0 0-16,-10-1 15,-9 1 1,0-10-16,-9-18 16,9-37-16</inkml:trace>
  <inkml:trace contextRef="#ctx0" brushRef="#br0" timeOffset="30313.35">18373 1532 0,'0'0'0,"9"-9"15,48-19 1,37-27-16,56-28 16,19 9-1,1 0-15,9 9 16,-20 19 0,-36 19-16,-29 8 15,-19 10-15,-28 9 16,-19 9-1,-18 0-15,-10 28 16,-19 37 0,-28 28-16,-19 27 15,-9 19-15,18-28 16,-9 9 0,10-9-16,0-9 15,18-19 1,0-18-16,10-19 15,19 0 1,-1-18-16,10-9 16,0-10-1,0-8-15,10-1 16,-1-9-16,29 0 16,18-9-1,19-19-15,10 0 16,9-9-1,0 0-15,19-9 16,0 0-16,9-9 16,-122 55-1</inkml:trace>
  <inkml:trace contextRef="#ctx0" brushRef="#br0" timeOffset="31550.5">17855 3120 0,'0'0'0,"0"0"16,0 0-16,0 0 15,10 0 1,18 0-16,47-10 15,57-17 1,65-19-16,39-10 16,27-8-16,0-19 15,1-1 1,-29 11-16,-37 8 16,-29 10-1,-47 18-15,-18 9 16,-48 10-1,-18 8-15,-19 1 16,-19 9-16,0 0 16</inkml:trace>
  <inkml:trace contextRef="#ctx0" brushRef="#br0" timeOffset="31866.05">18053 3267 0,'0'0'0,"9"-9"15,48-19 1,84-36-16,66-19 15,19 0 1,9 0-16,-19 18 16,0 10-16,-56 8 15,19 1 1,-28 0-16,9 9 16,-10 0-1,-150 37-15</inkml:trace>
  <inkml:trace contextRef="#ctx0" brushRef="#br0" timeOffset="33609.28">18363 3913 0,'0'0'0,"-19"10"16,-9 8 0,-9 1-16,-1 8 15,10 1 1,0 0-16,9-1 15,9 10-15,10 0 16,10-9 0,9-1-16,18 10 15,20 0 1,8 0-16,1-9 16,-9 0-16,-10-10 15,-10 10 1,-8-10-16,-11 1 15,-8 8 1,-10 10-16,-19 9 16,-19 10-1,-18 8-15,0-8 16,-10-19 0,9-19-16,57-18 15</inkml:trace>
  <inkml:trace contextRef="#ctx0" brushRef="#br0" timeOffset="34298.07">18109 4006 0,'0'0'0,"10"0"15,18 0 1,10-10-16,27-8 15,29 0-15,29-1 16,8-9 0,20-9-16,-10 1 15,-28-1 1,-28 9-16,-20 0 16,-27 10-1,-10 9-15,-9-1 16,-9 1-16,-10 9 15,0 0 1,0 0-16,0 0 16,0 0-1,-10 19-15,-9 27 16,-9 28-16,-10 27 16,10 1-1,0 8-15,9 1 16,0 0-1,10-19-15,9 0 16,9-18-16,1-18 16,9-1-1,9-18-15,0-9 16,10-1 0,-1-17-16,10-10 15,0-10 1,-9 1-16,-10-9 15,0-1-15,1 1 16,-10-10 0,-10 10-16,0-1 15,-9 1 1,0-1-16,-9-8 16,-10-1-16,-9 9 15,-10 1 1,-9-1-16,-9 1 15,-10 9 1,-19 0-16,85 9 16</inkml:trace>
  <inkml:trace contextRef="#ctx0" brushRef="#br0" timeOffset="35480.18">21204 3480 0,'0'0'0,"0"0"16,0 0-1,0 0-15,0 0 16,0 0-1,0 9-15,-9 18 16,-19 20 0,-10 26-16,-9 11 15,9-1-15,1-10 16,9-8 0,9-19-16,9-9 15,1-9 1,9 0-16,9-10 15,10 0 1,9 1-16,38-1 16,19-8-16,28-1 15,0-9 1,-10 0-16,-9-9 16,-94 9-1</inkml:trace>
  <inkml:trace contextRef="#ctx0" brushRef="#br0" timeOffset="35742.37">20997 3886 0,'0'0'0,"0"0"16,0 0-1,0 9-15,10 9 16,9 38 0,18 36-16,1 28 15,-1 18-15,10 10 16,-9-9 0,0-19-16,-38-120 15</inkml:trace>
  <inkml:trace contextRef="#ctx0" brushRef="#br0" timeOffset="36225.32">22126 3489 0,'0'0'0,"0"0"16,0 0-16,0 0 16,0 0-1,-9 18-15,-10 19 16,-9 19-1,0 8-15,-1 10 16,-8 0 0,8-19-16,11-9 15,-1-9-15,9 0 16,1-9 0,9-10-16,0 1 15,0-1 1,9 1-16,20-1 15,18 10-15,19-10 16,9 1 0,9-10-16,1-9 15,9 0 1,-28-9-16,-66 9 16</inkml:trace>
  <inkml:trace contextRef="#ctx0" brushRef="#br0" timeOffset="36474.61">22023 3895 0,'0'0'15,"0"0"-15,0 0 16,0 0-1,9 18-15,19 29 16,1 26-16,8 57 16,1 17-1,-10 29-15,-19 36 16,10 19 0</inkml:trace>
  <inkml:trace contextRef="#ctx0" brushRef="#br0" timeOffset="38242.21">23500 3433 0,'0'0'0,"0"0"15,0 0-15,0 0 16,0 0-1,0 0-15,0-9 16,9 0 0,10-9-16,19-10 15,18 0 1,29-9-16,-1 10 16,-8-1-16,-20 19 15,-18-1 1,-1 10-16,-8 0 15,-20 0 1,0 10-16,1-1 16,-10 9-16,0 10 15,-10 9 1,1 0-16,0-9 16,-1-1-1,10 1-15,0-10 16,10 1-1,8-1-15,11 1 16,-1 8-16,9 1 16,10 0-1,0-1-15,-9 1 16,-19 0 0,0 0-16,-10 8 15,-18 20-15,-29 8 16,-18 1-1,-20 0-15,11-19 16,-11 0 0,10-18-16,10-10 15,18-9 1,10-9-16,9 0 16,10-9-16,9 9 15</inkml:trace>
  <inkml:trace contextRef="#ctx0" brushRef="#br0" timeOffset="38781.51">24375 3341 0,'0'0'0,"0"0"16,0 0-1,0 0-15,0 0 16,9 0 0,19-9-16,10 0 15,28-1-15,0 1 16,-1 0-1,1 9-15,-9 9 16,-20 0 0,-8 10-16,-1-1 15,-9 1 1,-10 18-16,-9 18 16,-19 10-16,-9-1 15,-10 1 1,1-10-16,-1 1 15,0-10 1,20-18-16,-1-1 16,9-18-16,1 1 15,9-1 1,0-9-16,19 9 16,28-9-1,47-9-15,28-19 16,29-18-1,27-19-15,48-8 16</inkml:trace>
  <inkml:trace contextRef="#ctx0" brushRef="#br0" timeOffset="40525.14">26811 3406 0,'0'0'15,"0"0"-15,0 0 16,0 0-16,0 0 16,0 0-1,10-9-15,8-1 16,20-8 0,18-1-16,10 1 15,0-1 1,0 19-16,-10 0 15,-18 0-15,-10 10 16,0 8 0,-9 1-16,-9 8 15,-10 19 1,-19 19-16,-9 9 16,-19 0-1,0 0-15,9-10 16,0-18-16,20-9 15,8-9 1,1-10-16,9-8 16,9-1-1,10 0-15,19 0 16,27 1 0,20-20-16,28-8 15,-19-1-15,0-8 16,10-10-1,-104 37-15</inkml:trace>
  <inkml:trace contextRef="#ctx0" brushRef="#br0" timeOffset="40997.25">28034 3175 0,'0'0'0,"0"0"16,0 0-16,0 0 15,0 9 1,0 10-16,-9 18 15,9 0 1,0-1-16,9 1 16,0 0-1,10 0-15,10 0 16,8 9 0,-9-9-16,10 0 15,-10-9-15,0-1 16,-9 1-1,0 0-15,-10 0 16,-9 8 0,-9 1-16,0 0 15,-10 0-15,-9 0 16,-10-9 0,-18-10-16,-1-18 15,57 0 1</inkml:trace>
  <inkml:trace contextRef="#ctx0" brushRef="#br0" timeOffset="41197.25">27959 3240 0,'0'0'0,"0"0"0,0 0 15,9 0 1,19 0-16,29-10 15,37-8 1,56-1-16,29-17 16,19-1-1,37 0-15</inkml:trace>
  <inkml:trace contextRef="#ctx0" brushRef="#br0" timeOffset="42445.2">30311 2870 0,'0'0'15,"0"0"-15,0 0 16,0 0 0,0 0-16,0 10 15,9 17 1,0 29-16,1 18 16,9 36-1,-10 1-15,1 0 16,-10 0-16,9-19 15,-9-18 1,0-10-16,0-27 16,9 0-1,-9-37-15</inkml:trace>
  <inkml:trace contextRef="#ctx0" brushRef="#br0" timeOffset="43075.85">30743 3129 0,'0'0'0,"0"0"16,0 0-1,0 0-15,0 0 16,10-9 0,-1-1-16,1 1 15,-1 0 1,10-10-16,9 1 16,0 0-1,10-1-15,9 1 16,-9 8-16,-1 1 15,1 9 1,-1 0-16,1 9 16,-10 1-16,-9 8 15,0 10 1,-10 9-16,-9 18 16,-9 10-1,-19 18-15,-29 9 16,1-18-1,9-10-15,9-17 16,10-10 0,9-10-16,10-8 15,-1-10-15,10-9 16,0 0 0,10 9-16,46 0 15,48-9 1,27-18-16,39-10 15,-20 10 1,-27-10-16,-11 10 16,-18-1-16,-18 1 15,-76 18 1</inkml:trace>
  <inkml:trace contextRef="#ctx0" brushRef="#br0" timeOffset="45275.65">19520 6045 0,'0'0'0,"0"0"16,0 0-16,0 0 15,0 0 1,-9 28-16,-19 18 15,-10 28 1,-18 28-16,-10 8 16,9 20-16,10 8 15,10-18 1,18-9-16,9-19 16,10-18-1,10-9-15,9-10 16,9-18-1,10 0-15,-1-19 16,10-9 0,10-9-16,-1-9 15,1-9-15,-20-1 16,1-8 0,-10-1-16,-9 0 15,0 1 1,-10-1-16,-9 0 15,0 10 1,-9-1-16,-10 1 16,-28-1-16,-28 10 15,-20 9 1,20 9-16,-9 1 16,8 8-1,20 0-15,9 1 16,28-10-16,19-9 15</inkml:trace>
  <inkml:trace contextRef="#ctx0" brushRef="#br0" timeOffset="45808.91">19925 6452 0,'0'0'0,"0"0"15,0 0 1,0 0-16,0 0 15,0 0-15,19 0 16,18-10 0,29 1-16,19-9 15,18 8 1,-27 1-16,-11 0 16,-8 0-1,-19 9-15,-10 0 16,-9 0-16,-1 0 15,-8 0 1,-10 0-16,0 0 16,0 9-1,0 9-15,-10 19 16,1 19 0,-19 27-16,0-9 15,9 9-15,0 0 16,-9-9-1,9-10-15,0 10 16,10 0 0,9-74-16</inkml:trace>
  <inkml:trace contextRef="#ctx0" brushRef="#br0" timeOffset="47108.46">23039 6488 0,'0'0'0,"0"0"16,0 0-16,0 0 16,0-9-1,0 0-15,0 0 16,0-10 0,0 1-16,0-1 15,0-8-15,0 8 16,-10-8-1,-8-1-15,-11 0 16,-8 0 0,-1 10-16,-9 0 15,0 8-15,-9 10 16,-1 10 0,10 8-16,9 0 15,1 10 1,9 9-16,9 9 15,9 10 1,10 17-16,10 1 16,18 0-16,10 0 15,9-9 1,9-10-16,1 0 16,-10-9-1,0 1-15,-19-10 16,-9-10-1,-1 1-15,-8-10 16,-10-8-16,0-1 16,-19 9-1,-9 1-15,-10-10 16,1-9 0,-10 0-16,-1-9 15,11-10-15,9-8 16,9-1-1,0-18-15,28-19 16,10-9 0,28-18-16,38-10 15,28 10-15,19 0 16,-1 9 0,-131 83-16</inkml:trace>
  <inkml:trace contextRef="#ctx0" brushRef="#br0" timeOffset="47580.67">23867 6147 0,'0'0'15,"0"0"-15,0 0 16,0 0-1,0 0-15,0 0 16,9 0-16,10 0 16,9-9-1,10-1-15,18 10 16,-9 0 0,0 0-16,-9 10 15,-1-1 1,-8 9-16,-11 10 15,-8 9-15,-10 9 16,-19 37 0,-28 0-16,-19 19 15,-18-1 1,18-27-16,9-9 16,20-19-16,18-18 15,9-10 1,10-9-16,29 10 15,46-10 1,75-18-16,39-10 16,8-8-1,48-20-15,-10 11 16</inkml:trace>
  <inkml:trace contextRef="#ctx0" brushRef="#br0" timeOffset="49180.78">27761 6119 0,'0'0'15,"0"0"1,0 0-16,0 0 15,0-9-15,0 0 16,-9-10 0,-1 1-16,1-1 15,0-8-15,-20-10 16,-8 0 0,-20-9-16,1 9 15,-19 0 1,9 9-16,0 10 15,0 9 1,10 18-16,-10 9 16,9 10-16,10 0 15,10 9 1,8-1-16,20 1 16,9 0-1,19-9-15,18 9 16,11-9-1,17-19-15,29-9 16,1-9-16,-20-1 16,9-17-1,-8-1-15,-20 0 16,-9 10 0,-9-1-16,-10 10 15,-9 0-15,0 0 16,-10 9-1,0 0-15,1 9 16,-1 9 0,10 10-16,-9 18 15,-1 28 1,-9 18-16,0 1 16,-9-1-16,-1-9 15,1-9 1,-1-10-16,1-17 15,9-1 1,0-19-16,0-8 16,0-19-16</inkml:trace>
  <inkml:trace contextRef="#ctx0" brushRef="#br0" timeOffset="49797.25">28674 5224 0,'0'0'15,"0"0"-15,0 0 16,0 0 0,0 0-16,0 9 15,0 19-15,0 27 16,-10 19 0,-8 18-16,-1 19 15,0 0 1,0 0-16,0-19 15,10 0 1,9-18-16,9-9 16,10-10-16,19 0 15,9-8 1,9-20-16,19 1 16,-18-28-1,9 0-15,-19-9 16,-10-10-1,1-8-15,-10-1 16,-9 0-16,0-9 16,-10 0-1,-9 0-15,-9-9 16,-19 9 0,-19-9-16,-29 0 15,-27 9 1,-19 19-16,-19 18 15,-10 27-15,-18 38 16,-57 9 0</inkml:trace>
  <inkml:trace contextRef="#ctx0" brushRef="#br0" timeOffset="50563.46">18467 5935 0,'0'0'16,"0"0"-16,0 0 15,0 0 1,0 0-16,0 0 16,0 18-1,9 19-15,19 37 16,10 27-16,0 19 15,-1 28 1,-9 0-16,-9 9 16,-9 9-1,-10-19-15,0-8 16,-10 9-16,1-19 16,-10-9-1,10-9-15,-1-28 16,1-19-1,-1-18-15,10-18 16,0-9 0,0-19-16,0 0 15</inkml:trace>
  <inkml:trace contextRef="#ctx0" brushRef="#br0" timeOffset="52076.52">18457 5999 0,'0'0'0,"0"0"15,0-9 1,0 0-16,10 0 16,-1-1-16,19-8 15,19-1 1,38-8-16,37-10 16,38-9-1,10 0-15,46-10 16,0 10-1,38-9-15,-9-1 16,28 1 0,-10 9-16,10 0 15,0 9-15,-10 0 16,29-9 0,47-1-16,-57 11 15,66-1 1,-10 0-16,11 9 15,-20-9-15,-38 19 16,48-10 0,-47 0-16,-1 1 15,-8 8 1,-20-9-16,0 1 16,-18 8-1,-10 1-15,29-1 16,-29 1-16,9 9 15,-37-1 1,10 1-16,-29 0 16,19 9-1,-28-9-15,-20-1 16,1 10-16,-9 0 16,-29 0-1,1 0-15,-11 0 16,-18 0-1,-18 0-15,-20 0 16,1 0 0,-10 10-16,-10-1 15,1 0-15,-10 0 16,0 10 0,10 9-16,-10-1 15,0 10 1,10 19-16,-10-1 15,1 19-15,-1 9 16,9 28 0,-8-10-16,8 10 15,-9 18 1,1 0-16,-11-9 16,1 10-1,-9-1-15,-1-19 16,-9-8-16,0-10 15,0 1 1,-9-20-16,-1 1 16,1-18-1,-10-10-15,0 0 16,-9 0 0,-10-9-16,-27 9 15,-20 0-15,-19-9 16,-18 0-1,-47-9-15,-1 0 16,-46-1 0,-10-18-16,-28 10 15,-9-10-15,-19 0 16,-1 1 0,-8 8-16,-38-9 15,37 1 1,-28 8-16,19-9 15,-28 10 1,0-1-16,-10 10 16,0-1-16,-18 10 15,56-9 1,-47 9-16,0 0 16,9 0-1,38-9-15,-19-1 16,0 1-16,47-10 15,-9 10 1,-10-9-16,38-1 16,-9 0-1,37-8-15,-9 8 16,38-9 0,8 1-16,20 8 15,0 1-15,9-1 16,37-9-1,11 0-15,-1 10 16,9-1 0,20 1-16,8 9 15,76-28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2:09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17150 92 0,'0'19'0,"0"8"16,9 75-16,19 18 16,1 9-1,8 19-15,-9-19 16,-9 46-16,9 47 16,1-1-1,-11 10-15,1 0 16,10 0-1,-11-10-15,11 10 16,-1-19 0,19 19-16,-10-28 15,10 46-15,-9-18 16,-10 18 0,-9-27-16,9 27 15,-9-9 1,-9 9-16,-1 9 15,0 1-15,1-1 16,-20-8 0,20-1-16,-29-9 15,0 27 1,0 1-16,1-19 16,-11 37-1,11-27-15,-11 8 16,1 1-16,0-19 15,9 28 1,-19-9-16,1-19 16,9 19-1,-10 9-15,10-1 16,-10 11 0,0-1-16,-9 0 15,0 0-15,-9 9 16,9-27-1,0-10-15,9 10 16,1-10-16,8 1 16,1 36-1,0-55-15,9 28 16,10 46 0,-1-74-16,10 27 15,0 10 1,0 0-16,10 0 15,-1 0 1,1-19-16,-20 28 16,20-46-16,-20 0 15,10-27 1,-9 36-16,9 0 16,-10-9-1,10 92-15,0-110 16</inkml:trace>
  <inkml:trace contextRef="#ctx0" brushRef="#br0" timeOffset="748.45">903 13189 0,'0'0'0,"0"0"15,0 0-15,0 9 16,0 19-1,0 27-15,0 19 16,28 37 0,-9 37-16,9-19 15,10 0 1,-10-9-16,-9-18 16,9-10-16,-9-27 15,0-19 1,-19-46-16</inkml:trace>
  <inkml:trace contextRef="#ctx0" brushRef="#br0" timeOffset="3331.73">856 13106 0,'0'0'0,"0"0"0,0 0 16,0 0-1,0-9-15,0 0 16,28-28 0,19-9-16,19-19 15,9 10 1,29 8-16,-29 11 15,10 17-15,-38 10 16,0 18 0,-9 10-16,9 27 15,-38 9 1,-18 47-16,-29 36 16,-28 0-16,-9-8 15,-19-20 1,28-17-16,0-19 15,0-19 1,19-18-16,0-9 16,28-10-1,-9-9-15,28-9 16,0 0-16</inkml:trace>
  <inkml:trace contextRef="#ctx0" brushRef="#br0" timeOffset="3716.7">1929 13272 0,'0'0'0,"0"0"16,0 0-16,0 0 15,0 0 1,0 0-16,0 0 16,0 0-16,0 9 15,0 10 1,9 18-16,10 9 15,9 9 1,0 19-16,0-9 16,1-1-1,8-8-15,1-10 16,-19-18-16,-19-28 16</inkml:trace>
  <inkml:trace contextRef="#ctx0" brushRef="#br0" timeOffset="4155.63">2211 13291 0,'0'0'0,"0"0"15,0 0-15,0 0 16,0 0-1,9 0-15,10 9 16,9 9 0,0 1-16,10 9 15,9 8 1,-9 1-16,-10 0 16,0-9-16,-9-10 15,0 1 1,-10-10-16,1 0 15,-10-9 1,0 0-16,0 0 16,0 0-1,9-9-15,0-9 16,1-19-16,-1-28 16,-9-9-1,10 0-15,-10 10 16,0-1-1,0-9-15,-10-18 16,10 92-16</inkml:trace>
  <inkml:trace contextRef="#ctx0" brushRef="#br0" timeOffset="4441.6">1693 13235 0,'0'0'0,"0"0"16,0 0 0,0-9-16,29-19 15,36-27 1,20-10-16,9-8 15,10 8 1,18 0-16,-19 10 16,-9 18-16,-18 9 15,-76 28 1</inkml:trace>
  <inkml:trace contextRef="#ctx0" brushRef="#br0" timeOffset="4758.59">1919 14407 0,'0'0'0,"0"0"16,0 0-1,10-9-15,37-28 16,37-27 0,57-47-16,-9 9 15,-10 10-15,29-9 16,-19-1 0,-20 28-16,-27 19 15,-10 9 1,-18 0-16,-57 46 15</inkml:trace>
  <inkml:trace contextRef="#ctx0" brushRef="#br0" timeOffset="5533.39">1524 14814 0,'0'0'0,"0"0"16,0 0-16,0 0 16,0 0-1,0 0-15,0 0 16,0 0-1,28-10-15,47-17 16,38-19-16,19-19 16,37-18-1,-9 0-15,-28 9 16,9 9 0,-9 1-16,-10 8 15,-28 1-15,10 9 16,-10 9-1,9 0-15,-103 37 16</inkml:trace>
  <inkml:trace contextRef="#ctx0" brushRef="#br0" timeOffset="7169.88">5532 12765 0,'0'0'16,"0"0"-16,0 0 15,-10 18 1,-18 28-16,-19 47 16,-28 36-1,-10 28-15,0-10 16,1-8-16,8-19 16,20-28-1,9-27-15,19-28 16,9-10-16,9-8 15,10-10 1,0-9-16,0 0 16,19 0-1,19 0-15,9-9 16,9-10 0,29 1-16,19-1 15,8 10-15,-18 9 16,10 0-1,-19 0-15,-10 9 16,-28 1 0,-47-10-16</inkml:trace>
  <inkml:trace contextRef="#ctx0" brushRef="#br0" timeOffset="7454.68">5287 13512 0,'0'0'0,"0"0"16,0 0-16,0 0 16,0 0-1,0 19-15,9 18 16,1 36-16,-1 20 15,1 27 1,-1 9-16,0-28 16,1-17-1,-1-29-15,1-18 16,-10-37 0</inkml:trace>
  <inkml:trace contextRef="#ctx0" brushRef="#br0" timeOffset="7915.96">6199 12995 0,'0'0'0,"0"0"16,0 0 0,0 0-16,-9 19 15,-10 18 1,-9 18-16,-10 19 16,1-9-1,-1-1-15,1 1 16,8-19-16,10 0 15,10-18 1,0-1-16,9 1 16,0-9-1,9-1-15,10 10 16,9-10 0,10 1-16,-1-1 15,29 10-15,0-10 16,-9 1-1,-1-10-15,-9 0 16,-47-9 0</inkml:trace>
  <inkml:trace contextRef="#ctx0" brushRef="#br0" timeOffset="8185.66">6171 13595 0,'0'0'0,"0"0"16,0 0-16,0 0 16,0 0-1,0 19-15,0 18 16,0 27-16,0 29 15,10-1 1,8 0-16,1-18 16,10 9-1,-29-83-15</inkml:trace>
  <inkml:trace contextRef="#ctx0" brushRef="#br0" timeOffset="9487.07">8090 13180 0,'0'0'0,"0"0"16,-9 0-1,0 0-15,-1 0 16,1 0 0,-1 9-16,10-9 15,0 0-15,0 0 16,0 0-1,10 0-15,18-9 16,19-10 0,0 1-16,0 9 15,0 0-15,-9 9 16,-10 9 0,0 9-16,-9 10 15,0 27 1,-10 10-16,-18 27 15,-19 1 1,-1-20-16,-8 1 16,9-18-16,-1-10 15,10-19 1,10-8-16,0-1 16,9-8-1,0-10-15,0 0 16,0 0-16,9 0 15,19 0 1,19 0-16,19-10 16,9 1-1,20-9-15,-11-1 16,-9 1 0,20-10-16,-1 0 15,-94 28-15</inkml:trace>
  <inkml:trace contextRef="#ctx0" brushRef="#br0" timeOffset="9920.78">9059 13088 0,'0'0'0,"0"0"15,0 0-15,0 0 16,0 0 0,-9 9-16,0 9 15,-1 19 1,1 0-16,9 0 16,0 0-1,9 0-15,1-9 16,8-1-16,1 1 15,9-10 1,1 10-16,-1-9 16,0-1-1,0 1-15,0-1 16,-9 10 0,0-1-16,-9 10 15,-10 19-15,-10-1 16,-18 0-1,-10 1-15,1-1 16,8-27 0,29-28-16</inkml:trace>
  <inkml:trace contextRef="#ctx0" brushRef="#br0" timeOffset="10165.68">8796 13355 0,'0'0'0,"0"0"15,0 0 1,0 0-16,19-9 16,18-9-1,48-19-15,9 0 16,19 0-1,0 0-15,9 0 16,10 19-16,-132 18 16</inkml:trace>
  <inkml:trace contextRef="#ctx0" brushRef="#br0" timeOffset="11082.84">10762 12986 0,'0'0'0,"0"0"16,0 0-16,9-9 16,10 0-1,10-1-15,-1-8 16,0 0-1,10 8-15,9 1 16,-10 9-16,1 0 16,-10 9-1,-9 1-15,0 8 16,-10 10 0,1 18-16,-10 9 15,-19 10 1,0-10-16,0-9 15,0 0-15,10-9 16,-1-18 0,10-1-16,0-8 15,0-1 1,0 0-16,10 0 16,-1 0-1,20 1-15,8-1 16,10 0-16,0 0 15,10 10 1,-10-1-16,-19 1 16,0-1-1,0 1-15,-9 8 16,-9 10 0,-10 9-16,-29 10 15,-8-1-15,-29 1 16,0-1-1,10-18-15,-1-19 16,10 1 0,0-10-16,0 0 15,9-9 1,-9-18-16,47 18 16</inkml:trace>
  <inkml:trace contextRef="#ctx0" brushRef="#br0" timeOffset="11781.87">11430 13198 0,'0'0'0,"0"0"15,0 0 1,0 0-16,0 0 16,0 0-1,0 0-15,0 0 16,0 0-16,9-9 16,1 0-1,9-10-15,9 1 16,0 0-1,10-1-15,-1 1 16,1 8 0,-10 1-16,10 9 15,-10 9-15,0 1 16,-9 8 0,0 10-16,-10-1 15,1 20 1,-10 8-16,-19 19 15,-9 0 1,-19 9-16,9-9 16,0-19-16,10-9 15,0 0 1,9-18-16,10-10 16,-1 1-1,10-10-15,0 0 16,0-9-16,0 0 15,10 10 1,18-10-16,19 0 16,19-10-1,0 1-15,0-9 16,-10 8 0,-9 1-16,0 0 15,0 0-15,-9-1 16,-1 1-1,10 9-15,10-9 16,-57 9-16</inkml:trace>
  <inkml:trace contextRef="#ctx0" brushRef="#br0" timeOffset="12287.42">13311 12838 0,'0'0'0,"0"0"16,0 0-1,0 0-15,0 0 16,0 10-16,10 17 16,-10 20-1,9 26-15,-9 20 16,0 17 0,-9-8-16,-1-1 15,1-8 1,0-19-16,9-19 15,0-18-15,0-9 16,0-28 0</inkml:trace>
  <inkml:trace contextRef="#ctx0" brushRef="#br0" timeOffset="12982.81">13735 13152 0,'0'0'15,"0"0"-15,0 0 16,0 0-1,0 0-15,0 0 16,0 0-16,9-9 16,10-9-1,9-1-15,10-9 16,9-9 0,0 10-16,9-1 15,-18 10 1,0 8-16,-10 1 15,0 9-15,0 0 16,1 9 0,-11 1-16,1 8 15,-9 10 1,-1 9-16,0 27 16,-18 1-16,-10 9 15,-9 0 1,0-10-16,0-8 15,-1-10 1,10-19-16,10-8 16,0-1-1,9-8-15,0-1 16,0-9-16,0 0 16,0 0-1,18 0-15,20 0 16,9-9-1,19-1-15,19-8 16,-1-1-16,1 1 16,-10 0-1,-28 8-15,0 1 16,-9 0 0,0 0-16,-38 9 15</inkml:trace>
  <inkml:trace contextRef="#ctx0" brushRef="#br0" timeOffset="13982.75">6698 15543 0,'0'0'0,"0"0"16,0 0-1,0 0-15,0 0 16,-9-9-16,9 9 15,-10 0 1,1 0-16,-1 0 16,-8 0-1,-11 9-15,-18 18 16,10 1 0,-1 0-16,10-1 15,9 1-15,10-9 16,-1-1-1,10-9-15,10 10 16,18-1 0,28 1-16,20-10 15,18 9 1,0-8-16,-19-1 16,-9 9-16,-10 1 15,-27-1 1,-1 10-16,-9 9 15,-10 9 1,-18 0-16,-10 10 16,-9-10-16,-1-9 15,-8-1 1,-10 1-16,-10-9 16,-18-9-1,75-19-15</inkml:trace>
  <inkml:trace contextRef="#ctx0" brushRef="#br0" timeOffset="14816">6660 15570 0,'0'0'0,"0"0"16,29-9 0,8-9-16,29-10 15,9 0-15,19-9 16,-9 10 0,19-1-16,-20 0 15,1 1 1,-10-1-16,-9 0 15,-9 1 1,-10-1-16,-10 0 16,-9 10-16,-9-1 15,-9 10 1,-1 0-16,0 0 16,-9 9-1,0 0-15,0 0 16,0 0-1,0 0-15,0 0 16,-9 18-16,-10 19 16,-9 37-1,0 9-15,0 18 16,-1-8 0,11-1-16,8-9 15,10-9-15,10 0 16,-1-10-1,10-8-15,9-10 16,0-9 0,10-9-16,-1-10 15,10-9 1,1-9-16,8-9 16,0-19-16,-9 1 15,-9-1 1,0 0-16,-10 1 15,-9-1 1,0 0-16,-10 0 16,-9 10-16,0 0 15,-9-1 1,-1 1-16,-9-1 16,-9 1-1,0 8-15,-19-8 16,-10 18-1,-8 0-15,-11 9 16,1 19-16,0 9 16,9 0-1,66-37-15</inkml:trace>
  <inkml:trace contextRef="#ctx0" brushRef="#br0" timeOffset="15657.98">9454 15118 0,'0'0'0,"0"0"16,-9 9-1,0 1-15,-10 17 16,-28 56-16,0 28 16,0 18-1,9 1-15,0 8 16,20-27 0,8-19-16,10-27 15,10-19 1,-1-9-16,10-19 15,0 1 1,-1-10-16,1-9 16,10 0-16,-1-9 15,9-10 1,-8 1-16,-1-10 16,0-9-1,0-18-15,-9-1 16,-10 1-16,-9 0 15,0 8 1,-9 20-16,0-1 16,-10 10-1,-9 8-15,-10 1 16,-9 9 0,-9 19-16,-10 8 15,0 19-15,9 1 16,10 8-1,19-9-15,9-9 16,19-37 0</inkml:trace>
  <inkml:trace contextRef="#ctx0" brushRef="#br0" timeOffset="16239.02">9784 15321 0,'0'0'0,"0"0"16,0 0-16,0 0 15,0 0 1,0 0-16,9 0 16,10 0-1,19-9-15,-1 0 16,20-10-16,8 1 16,-8-1-1,-1 10-15,-9 0 16,0 0-1,-9-1-15,-10 1 16,-9 9 0,0 0-16,-10 0 15,1 0-15,-10 0 16,9 9 0,-9 1-16,0 8 15,0 19 1,0 18-16,-9 19 15,-1 0-15,1 18 16,0 1 0,-1-1-16,10 0 15,10-18 1,-1 0-16,10 9 16,0 0-1,-1-18-15,-18-65 16</inkml:trace>
  <inkml:trace contextRef="#ctx0" brushRef="#br0" timeOffset="17249.12">12013 15100 0,'0'0'0,"0"0"16,0 0-16,0 0 16,0 0-1,0 0-15,0 0 16,0 0-1,0 0-15,0 0 16,-9 0-16,-10 0 16,-19 0-1,-9 9-15,-9 0 16,-1 10 0,1-1-16,9 10 15,0 9-15,9 0 16,10 0-1,9-10-15,10 10 16,9 0 0,19 0-16,18 9 15,10 0 1,10 0-16,9-9 16,-10 0-16,-9 0 15,0 0 1,-19-9-16,1 9 15,-11-10 1,-8 1-16,-1 0 16,-9 9-1,-9 0-15,-10-10 16,-9 1-16,-10 0 16,1-10-1,8-9-15,1-9 16,9 0-1,0-9-15,10-9 16,0-19-16,9-19 16,18-8-1,11-19-15,18 0 16,9-10 0,10 1-16,0 18 15,9 0 1,-75 74-16</inkml:trace>
  <inkml:trace contextRef="#ctx0" brushRef="#br0" timeOffset="17782.49">12540 15192 0,'0'0'0,"0"0"15,0 0-15,0 0 16,0 9 0,0-9-16,0 9 15,0 1 1,0-10-16,0 0 15,0 0 1,0 0-16,9 0 16,1 0-1,9-10-15,0 1 16,-1 0-16,11 0 16,-1 0-1,-9-1-15,-1 10 16,1 0-1,0 0-15,0 10 16,0 8-16,-1 19 16,1 18-1,-9 10-15,-10 18 16,-19 9 0,0-9-16,-9-9 15,-10 0 1,10-19-16,0-8 15,9-20-15,0-8 16,10-10 0,9 0-16,0-9 15,0 0 1,0 0-16,28 0 16,19-9-1,28-19-15,19-9 16,19-9-16,-9-9 15,18-1 1,-122 56-16</inkml:trace>
  <inkml:trace contextRef="#ctx0" brushRef="#br0" timeOffset="19032.48">14694 14814 0,'0'0'0,"0"0"15,0 0 1,0 0-16,0 0 16,0 0-1,-18 9-15,-20 9 16,-28 28-16,-19 10 15,-9 18 1,10-1-16,8 1 16,20-18-1,18-10-15,10-9 16,19-10-16,-1-8 16,10-10-1,10 0-15,9-9 16,28-9-1,18-9-15,11-19 16,-1-9-16,0-1 16,-18 1-1,-10 0-15,-10 9 16,-8 10 0,-11-1-16,1 9 15,0 10 1,0 0-16,0 9 15,-1 0 1,1 9-16,9 19 16,1 18-16,-1 37 15,-9 28 1,-10 0-16,-9-1 16,10-27-1,-1 10-15,0-19 16,10-19-16,0-9 15,0-27 1,-19-19-16</inkml:trace>
  <inkml:trace contextRef="#ctx0" brushRef="#br0" timeOffset="19583.16">15597 14435 0,'0'0'0,"0"0"16,0 0 0,0 9-16,-18 28 15,-11 46 1,-8 37-16,-10 56 15,9-29 1,1 10-16,8 0 16,20-46-16,9-28 15,9-18 1,1-19-16,9-9 16,-1-10-1,11-8-15,-1-10 16,9 0-16,1-9 15,0-9 1,-1-9-16,-8-1 16,-1-9-1,-9 1-15,-10-1 16,-9 0-16,0 1 16,-9-1-1,-1 10-15,-9-1 16,-9 1-1,-19-10-15,-9 10 16,-38 8 0,-29 10-16,-27 19 15,-57 18 1,-28 9-16</inkml:trace>
  <inkml:trace contextRef="#ctx0" brushRef="#br0" timeOffset="20587.52">5682 14731 0,'0'0'0,"0"0"16,0 0-1,0 0-15,0 0 16,0 18-1,9 28-15,10 37 16,0 46 0,0 10-16,0 45 15,-10-8 1,1 8-16,-1-8 16,-9 8-16,0-18 15,-9-18 1,9-37-16,-10-10 15,1-27 1,9-9-16,0-19 16,0-18-16,0-10 15,0-9 1,0-9-16,0 0 16</inkml:trace>
  <inkml:trace contextRef="#ctx0" brushRef="#br0" timeOffset="22298.64">5456 14906 0,'0'0'0,"0"0"16,0 0-1,0 0-15,0 0 16,10-9 0,27-1-16,29 1 15,38 0 1,46 0-16,10 0 15,19-1 1,28 1-16,-10-9 16,1-1-16,18-9 15,1 1 1,8-1-16,1 10 16,-9-10-1,18 0-15,-9 1 16,18-10-16,1 9 15,-38 0 1,37 1-16,-18 17 16,-28 1-1,9-9-15,-10 8 16,29 1 0,-29 0-16,20 0 15,-29-1-15,28 1 16,-37 0-1,28 0-15,-28 9 16,9-9 0,0 9-16,-9-10 15,18 10 1,-27-9-16,18 9 16,9-9-16,-27 0 15,9 9 1,-10-10-16,0 1 15,1 0 1,8 0-16,-8 0 16,-1-1-16,-19 1 15,20-9 1,-20-1-16,-18 10 16,28-10-1,-19 10-15,-19 9 16,-9-9-1,0 9-15,0 0 16,-38 0-16,-9 0 16,-9 0-1,-1 9-15,0 0 16,-9 1 0,1 8-16,-11 1 15,1 8-15,-1 1 16,-8 9-1,-1 9-15,0 19 16,0 18 0,-9 9-16,0 19 15,-10 0 1,-9-1-16,10-17 16,-10 8-16,-10-9 15,10 1 1,-9-10-16,0-19 15,-1 1 1,-9 0-16,10-19 16,-10 0-1,10-9-15,-10 0 16,0-10-16,-19 10 16,-9 0-1,-9 0-15,-10 0 16,-28 0-1,-28 0-15,-29 0 16,-37 0-16,-19 0 16,0 0-1,-9-1-15,-10 1 16,-9 0 0,0 0-16,-10 0 15,0 0 1,10-9-16,-19 9 15,28-10-15,-18 1 16,27-9 0,-46 17-16,37-8 15,-37 0 1,28-10-16,-29 19 16,29-9-16,0 9 15,-10 0 1,10-10-16,-19 10 15,38-18 1,-1 8-16,10-8 16,-9-1-1,19 1-15,-1-1 16,-9-8-16,38-1 16,-10 0-1,10-9-15,-1 0 16,-8 0-1,8 0-15,-9 0 16,10 0 0,37 0-16,-28 0 15,19 0-15,0 0 16,0 0 0,0 0-16,28 0 15,10 0 1,9 0-16,0 9 15,28 0-15,9-9 16,10 0 0,47 0-16</inkml:trace>
  <inkml:trace contextRef="#ctx0" brushRef="#br0" timeOffset="24985.69">18175 1181 0,'0'0'0,"0"0"0,0 0 16,10 19-1,-1 18-15,10 37 16,18 36-16,1 29 15,9 8 1,-9 1-16,-1-9 16,1-38-1,-10-27-15,-9-28 16,-10-18 0,-9-19-16,0-9 15,0 0-15</inkml:trace>
  <inkml:trace contextRef="#ctx0" brushRef="#br0" timeOffset="25350.29">18269 1809 0,'0'0'0,"-9"-28"16,-10-9-1,0 0-15,0 1 16,1-1 0,-1 9-16,0 0 15,0 1 1,10-1-16,9-9 15,9 0 1,0 0-16,10-9 16,0 9-16,9 9 15,1 10 1,-1-1-16,0 10 16,-9 9-1,9 0-15,-9 0 16,9 9-16,-9 10 15,9 9 1,-9-1-16,-10 10 16,-9 9-1,0 10-15,-9-1 16,-10 1 0,-9-1-16,28-55 15</inkml:trace>
  <inkml:trace contextRef="#ctx0" brushRef="#br0" timeOffset="26138.48">18937 1348 0,'0'0'0,"0"0"16,0 0-1,0 0-15,10 0 16,8 9 0,11 18-16,8 20 15,10 8 1,10 10-16,-20-10 15,1-9-15,-10 0 16,-9-18 0,0-10-16,-10 1 15,1-10 1,-1 0-16,0 1 16,-9-10-1,0 0-15,0 0 16,10-10-16,-1-17 15,10-20 1,0-8-16,0 0 16,-1 9-1,-8 9-15,-1 0 16,1 9 0,-1 0-16,-9 10 15,0-1-15,10 1 16,-10-19-1,0 37-15</inkml:trace>
  <inkml:trace contextRef="#ctx0" brushRef="#br0" timeOffset="26434.62">18862 1098 0,'0'0'0,"9"-9"16,29-9-16,37-19 15,38-19 1,28 1-16,-28 9 15,-9 9 1,-20 0-16,-9 9 16,-9 10-1,-66 18-15</inkml:trace>
  <inkml:trace contextRef="#ctx0" brushRef="#br0" timeOffset="26732.52">19351 1800 0,'0'0'16,"0"9"0,0 0-16,0 10 15,9-1 1,10 1-16,9-1 15,10-9-15,28-9 16,9-9 0,38-28-16,0 0 15,-10-9 1,-18 0-16,0 0 16,-19-10-16,-66 56 15</inkml:trace>
  <inkml:trace contextRef="#ctx0" brushRef="#br0" timeOffset="27624.64">20226 1652 0,'0'0'16,"0"0"0,0 0-16,-9 0 15,-10 0-15,0 0 16,0 0 0,0 0-16,-9 9 15,-10 1 1,1-1-16,-20 9 15,-9 1 1,1 8-16,-11 10 16,11 9-16,-11 1 15,1-1 1,9-9-16,10 0 16,9-10-1,0 1-15,9-10 16,38-18-16</inkml:trace>
  <inkml:trace contextRef="#ctx0" brushRef="#br0" timeOffset="28503.02">19756 1800 0,'0'0'16,"-10"0"-16,-9 0 15,-9 0 1,0 0-16,-10 9 16,-9 0-16,-19 10 15,-18-1 1,-1 10-16,-9 9 16,-28 0-1,37-10-15,0 1 16,85-28-16</inkml:trace>
  <inkml:trace contextRef="#ctx0" brushRef="#br0" timeOffset="30005.72">18344 2880 0,'0'0'15,"10"0"-15,56-19 16,56-36-1,85-19-15,19-18 16,18 9 0,10-10-16,-18 10 15,-48 19-15,-19-1 16,-47 28 0,-37 9-16,-47 19 15,-29 0 1,-9 9-16,0 0 15</inkml:trace>
  <inkml:trace contextRef="#ctx0" brushRef="#br0" timeOffset="30282.45">18570 2953 0,'0'0'0,"0"0"15,0 0 1,0 0-16,0 0 16,10 0-1,27 0-15,57-18 16,76-37 0,27-19-16,29-9 15,-38 9-15,19 0 16,-19 0-1,-18 10-15,8-10 16,39-19-16</inkml:trace>
  <inkml:trace contextRef="#ctx0" brushRef="#br0" timeOffset="32815.94">18589 3867 0,'0'0'0,"0"0"16,-9 0-16,-1 0 15,1 0 1,-1 0-16,10 0 16,0 0-1,0 0-15,0-9 16,10-9-1,18-1-15,28-9 16,10 10-16,10-1 16,-11 19-1,-8 0-15,-19 10 16,-10-1 0,-9 9-16,-10 10 15,0 18-15,-27 19 16,-11 9-1,-18 0-15,10-10 16,-1-18 0,10-9-16,9-9 15,10 0 1,-1-10-16,10-9 16,10 0-16,8 1 15,20-1 1,28 0-16,9 0 15,0 1 1,-18 8-16,-1 1 16,-18-1-1,-19 10-15,-10-1 16,-9 10-16,-19 9 16,-18 1-1,-20 8-15,-18 0 16,0-9-1,9-9-15,19-18 16,9-10-16,10 0 16,0-18-1,28 9-15</inkml:trace>
  <inkml:trace contextRef="#ctx0" brushRef="#br0" timeOffset="33404.74">19605 4070 0,'0'0'0,"0"0"15,0 0 1,0 0-16,0 0 16,0 0-16,0 0 15,0-9 1,9-9-16,10-10 16,9-9-1,10 0-15,9 0 16,10 9-1,-1 1-15,-9 18 16,-9 9-16,-10 0 16,0 9-1,0 9-15,-9 10 16,-19 27 0,-9 10-16,-19 18 15,-19 0-15,-1 0 16,-8-18-1,9-1-15,19-27 16,0 0 0,9-18-16,9-1 15,10-9 1,0 1-16,10-1 16,18 0-16,38-18 15,37 0 1,38-19-16,38 0 15,38-18 1,8-9-16</inkml:trace>
  <inkml:trace contextRef="#ctx0" brushRef="#br0" timeOffset="34998.78">21882 3803 0,'0'0'0,"0"0"16,0 0-16,0 0 16,0-10-16,0 1 15,0-9 1,9-10-16,29-9 16,37-9-1,0 0-15,-9 18 16,0 10-1,-19 8-15,-9 10 16,-10 0-16,-9 10 16,-1 8-1,-8 10-15,-10 18 16,-19 28 0,-19 18-16,-9 0 15,0-9 1,0-18-16,10-10 15,8-18-15,20-9 16,0-10 0,9-8-16,9-1 15,10 0 1,18-9-16,39-9 16,18-10-16,28-17 15,-9-11 1,9-8-16,-9 0 15,-19-1 1,-19 10-16,-18 0 16,-1 0-1,-18 9-15,-19 9 16,0 10 0,-10-1-16,0 10 15,-9 0-15,0 9 16,0 0-1,0 0-15,-9 0 16,-10 0-16,0 9 16,1 0-1,8 1-15,1 8 16,9 0 0,19 10-16,9 9 15,19 0 1,9 0-16,1 0 15,-1 0 1,-18-10-16,-10 1 16,-9 0-16,0 0 15,-10-1 1,-9 10-16,-9 0 16,-10 0-16,-9 0 15,-1-19 1,29-18-16</inkml:trace>
  <inkml:trace contextRef="#ctx0" brushRef="#br0" timeOffset="35249.98">23189 3489 0,'0'0'0,"0"0"15,0 0 1,0 0 0,10 0-16,18 0 15,19 0-15,28 9 16,38-18 0,19-10-16,56-27 15,-9-9 1,46-19-16</inkml:trace>
  <inkml:trace contextRef="#ctx0" brushRef="#br0" timeOffset="36384.18">25513 3535 0,'0'0'0,"0"0"15,0 0 1,0 0-16,0 0 16,0 0-1,0 0-15,0 0 16,0 0-16,0 9 15,9 28 1,10 18-16,-9 19 16,-1 19-1,0-1-15,1-18 16,-1 0-16,1-10 16,-1-8-1,-9-10-15,9-19 16,-9-27-1</inkml:trace>
  <inkml:trace contextRef="#ctx0" brushRef="#br0" timeOffset="36951.28">26087 3609 0,'0'0'0,"0"0"15,0 0 1,0 0-16,0 0 16,0 0-1,9-9-15,19-10 16,1 1-16,8-10 15,10 0 1,-9 10-16,9-1 16,-9 10-1,-1 9-15,-9 0 16,1 9-16,-1 10 16,0 8-1,-9 20-15,-19 8 16,-10 19-1,-18 18-15,0-9 16,-10 0 0,1-9-16,-1-18 15,10-20-15,9-8 16,10-9 0,-1-10-16,1 0 15,9-9 1,9 9-16,10-9 15,47 0-15,37-9 16,29-9 0,19-10-16,27-9 15,29-9 1,19-10-16</inkml:trace>
  <inkml:trace contextRef="#ctx0" brushRef="#br0" timeOffset="38438.51">19285 5667 0,'0'0'0,"0"0"16,0 0 0,0 0-16,0 0 15,-9 9 1,-10 10-16,-9 27 16,-38 37-16,-19 18 15,-9 1 1,9-10-16,10-9 15,9-18 1,19-10-16,19-18 16,9-9-1,10-10-15,-1-8 16,10-10 0,0 0-16,19 9 15,28 0-15,38-9 16,28 0-1,0-9-15,-10 0 16,1-1-16,-1 1 16,-18-9-1,-85 18-15</inkml:trace>
  <inkml:trace contextRef="#ctx0" brushRef="#br0" timeOffset="38721.17">19219 6165 0,'0'0'16,"0"0"-1,0 0-15,-9 10 16,0 27-16,-1 18 15,1 19 1,-10 27-16,9 10 16,1-19-16,9 10 15,9-10 1,1-18-16,9-19 16,-19-55-1</inkml:trace>
  <inkml:trace contextRef="#ctx0" brushRef="#br0" timeOffset="39165.93">20104 5870 0,'0'0'0,"0"0"16,-10 9-16,1 10 16,-10 8-16,-9 20 15,-10 17 1,-9 1-16,9-1 15,20-17 1,-1-11-16,9 1 16,10-9-1,0 0-15,10-10 16,9 1-16,9-1 16,10 1-1,9-1-15,9-9 16,10 1-1,0-10-15,0 0 16,-1-19-16,-65 19 16</inkml:trace>
  <inkml:trace contextRef="#ctx0" brushRef="#br0" timeOffset="39404.94">20217 6267 0,'0'0'16,"0"0"-16,0 0 15,0 0-15,0 0 16,0 0 0,0 18-16,0 29 15,18 63 1,1 29-16,0 55 15,-10-19 1,1 56-16</inkml:trace>
  <inkml:trace contextRef="#ctx0" brushRef="#br0" timeOffset="41039.97">21712 5778 0,'0'0'0,"0"0"15,0 0 1,0 0-16,-9 9 15,-10 9 1,-9 10-16,-19 18 16,9 0-1,-9 10-15,19-19 16,9 0-16,10-10 16,9-8-1,9-1-15,19 1 16,19-1-1,29 1-15,-1-1 16,-9 1 0,-10-1-16,-9 0 15,-19 1-15,-9 9 16,-9 9 0,-10 9-16,-38 28 15,-18 9 1,-10-19-16,-19 1 15,19-19-15,0-18 16,66-28 0</inkml:trace>
  <inkml:trace contextRef="#ctx0" brushRef="#br0" timeOffset="41749.71">21468 5935 0,'0'0'0,"9"-10"16,29 1-16,28-9 16,18-10-1,10 0-15,0 1 16,10-1-1,-19 10-15,-20-1 16,-18 1 0,-9-1-16,-10 10 15,-9 0-15,-9-1 16,-1 1 0,0 0-16,-9 9 15,10 0 1,-10 0-16,0 0 15,0 0-15,0 0 16,0 18 0,0 10-16,-10 37 15,1 18 1,-10 9-16,0 19 16,0-10-1,10 10-15,9-9 16,0-10-16,9-18 15,1-19 1,9 1-16,9-20 16,0-8-1,10-9-15,-1-1 16,1-9 0,9-9-16,-9-9 15,-10 0-15,0-10 16,-9 1-1,0-10-15,-10 1 16,1-1 0,-10 0-16,-10-9 15,1 10-15,-10-1 16,-9 0 0,-19 1-16,-10 8 15,-37 19 1,94 0-16</inkml:trace>
  <inkml:trace contextRef="#ctx0" brushRef="#br0" timeOffset="43367.46">24149 5307 0,'0'0'0,"0"0"16,-10 0-16,-8 9 15,-20 10-15,-18 18 16,-20 27 0,-8 19-16,-10 37 15,-1 10 1,20-10-16,9 9 16,10-19-16,28-26 15,18-1 1,10-19-16,19-18 15,9-9 1,10-18-16,18-10 16,10-9-1,-9-9-15,-1 0 16,-9-10-16,-9 1 16,-1-10-1,-8 0-15,-11 1 16,1 8-1,-9-9-15,-1 10 16,-9-1-16,-9 10 16,-20-9-1,-18 9-15,0-1 16,-9 10 0,18 0-16,-9 10 15,47-10 1</inkml:trace>
  <inkml:trace contextRef="#ctx0" brushRef="#br0" timeOffset="43884.16">24384 5621 0,'0'0'0,"0"0"15,0 0-15,0 0 16,9-9-1,10-1-15,19-8 16,18-1 0,10 1-16,0 0 15,0 8-15,-19 1 16,-9 9 0,-10-9-16,-9 9 15,-1 0 1,-8 0-16,-1 0 15,-9 0-15,0 0 16,10 9 0,-10 0-16,0 10 15,0 18 1,-10 37-16,-9 18 16,1 19-1,-11 18-15,11 0 16,8 9-16,10-138 15</inkml:trace>
  <inkml:trace contextRef="#ctx0" brushRef="#br0" timeOffset="46100.63">26980 5510 0,'0'0'0,"0"0"15,0 0 1,0 0-16,0 0 15,0 0-15,0 0 16,0 0 0,0 0-16,0-9 15,0 9 1,-9-9-16,0-1 16,-1 1-16,1 0 15,-10 0 1,0-1-16,0 1 15,-9 0 1,0 9-16,-10 9 16,1 0-1,8 10-15,1 9 16,9-1 0,1 1-16,8 9 15,10 0-15,19 9 16,9 9-1,10 1-15,-1-10 16,11 0 0,-1 0-16,-10-9 15,1 0-15,-19-9 16,-1-1 0,-8 1-16,-10 0 15,-10-1 1,-8 10-16,-11-9 15,-8 0 1,-1-10-16,10-9 16,-10 1-16,10-10 15,9-10 1,0 1-16,1-9 16,8-10-1,10-9-15,10-27 16,27-19-16,20-10 15,-1 10 1,29-9-16,-10 27 16,0 10-1,-9 9-15,0 9 16,0 9 0,-10 0-16,-56 28 15</inkml:trace>
  <inkml:trace contextRef="#ctx0" brushRef="#br0" timeOffset="46616.56">27639 5538 0,'0'0'16,"0"0"-16,0 0 15,0 0 1,0 0-16,0 0 15,0 0-15,0 0 16,0 0 0,0-9-16,9-10 15,1-9 1,-1 1-16,10-1 16,0 0-1,0 10-15,9-1 16,-9 1-16,-1 9 15,1 9 1,-9 0-16,-1 9 16,1 19-1,-10 18-15,-10 28 16,-18 18 0,-10 0-16,1-9 15,-1-9-15,0-18 16,20-10-1,-1-19-15,9 1 16,10-9 0,10-1-16,-1-9 15,29 0 1,37 1-16,57-10 16,9-19-16,56-27 15,29 0 1</inkml:trace>
  <inkml:trace contextRef="#ctx0" brushRef="#br0" timeOffset="47874.13">30292 5445 0,'0'0'0,"0"0"15,0 0-15,0 0 16,0 0-1,0 0-15,0 0 16,0-9-16,9 0 16,1-9-1,-1-10-15,-9-9 16,0 0 0,-9-9-16,-1 0 15,-9 9 1,1 0-16,-1 9 15,-9 1-15,-1 8 16,-8 1 0,-1 8-16,-9 10 15,-9 10 1,-20 8-16,1 19 16,9 9-1,10 0-15,18 0 16,10 10-16,19-10 15,9-9 1,18 0-16,11 0 16,27-10-1,0-8-15,1-10 16,9-9-16,0-9 16,-1 0-1,-8-1-15,-10-8 16,-9-1-1,-1 1-15,-9 0 16,-9-1-16,0 10 16,0 0-1,-10-1-15,1 1 16,-10 9 0,0 0-16,0 0 15,0 0-15,0 19 16,0 18-1,0 18-15,0 10 16,-10 27 0,1 0-16,9-9 15,-10-9 1,10 0-16,0-19 16,0 1-1,10-10-15,-1-9 16,-9-37-16</inkml:trace>
  <inkml:trace contextRef="#ctx0" brushRef="#br0" timeOffset="48499.73">31204 4790 0,'0'0'16,"0"0"-16,0 0 15,0 0-15,0 0 16,0 9-1,0 19-15,0 18 16,-9 28 0,-10 18-16,-9 10 15,0 9 1,-1-10-16,11-9 16,8-18-16,10 0 15,10-9 1,8-10-16,11-9 15,8-9 1,10-9-16,10-10 16,-1-8-1,1-10-15,-1-10 16,-9 1 0,-9-9-16,-10-1 15,-9 10-15,0-9 16,-10 8-1,-9-8-15,-9-1 16,-10-8 0,-28-10-16,-19 9 15,-19 0-15,-28 10 16,-18 9 0,-29 9-16,-10 27 15,-18 10 1,-47 9-16</inkml:trace>
  <inkml:trace contextRef="#ctx0" brushRef="#br0" timeOffset="49353.51">18335 5427 0,'0'0'0,"0"0"16,-9 9-1,-1 10-15,1-1 16,-1 19-16,1 18 15,0 19 1,-1 19-16,1 36 16,-1-9-1,1 37-15,9 0 16,-9 0 0,-1 9-16,1-9 15,-1-10-15,-8-8 16,8-19-1,1-10-15,-1-27 16,1-9 0,9-37-16,0 0 15,0-9 1,0-10-16,0-18 16,0 0-16,0 0 15</inkml:trace>
  <inkml:trace contextRef="#ctx0" brushRef="#br0" timeOffset="51041.36">18194 5529 0,'0'0'0,"0"0"16,0-10-16,0 1 16,9 0-1,1 0-15,18-10 16,19 1-1,28 8-15,29 1 16,9 0 0,56-9-16,10-1 15,9 1-15,28-1 16,10-8 0,19-1-16,9 0 15,9-9 1,19 10-16,-28-1 15,19 0 1,19 0-16,-1 1 16,39-1-16,-39 0 15,10 1 1,38-10-16,-38 9 16,19-9-1,-19 0-15,19 0 16,-19 0-16,19 10 15,-1-10 1,-36 0-16,8 0 16,29 9-1,-56 1-15,18-1 16,19 0 0,-38 1-16,19 8 15,-9 1-15,-9-1 16,8 1-1,-27 8-15,9 1 16,-28 0 0,37 0-16,-46 0 15,27-1 1,-27 1-16,-1 0 16,-28 0-16,10-10 15,-29 10 1,0 0-16,-37-1 15,0 1 1,-19 0-16,-1 0 16,-17 9-16,-11 0 15,-9 0 1,1 0-16,-10 9 16,9-9-1,-19 9-15,1 0 16,-10 10-16,-10-1 15,10 10 1,-9 0-16,-10 9 16,10 9-1,-10 9-15,-9 10 16,9 18 0,0 18-16,-9 10 15,0 0-15,9 18 16,-9 0-1,-10-9-15,1 0 16,-1 10 0,-9-20-16,-9-17 15,-1 17 1,-8-8-16,-1-10 16,-9 10-16,-10-19 15,0 9 1,-9-9-16,-9-9 15,-19 0 1,-10 0-16,-19-10 16,-18 1-1,-38-10-15,-9-9 16,-47-9-16,-1-9 16,-46-10-1,18 1-15,-18-10 16,-57 0-1,19 1-15,-28-10 16,-29 0-16,-28 9 16,10 0-1,0 0-15,-10-9 16,-9 10 0,-19-1-16,19 0 15,19 0-15,-10 10 16,-47-1-1,76 1-15,-38-10 16,0 19 0,9-10-16,0-9 15,10 19 1,47-10-16,-29 1 16,-18 8-16,75-8 15,-38 18 1,19-19-16,0 28 15,1-18 1,65 9-16,-19-9 16,66-10-16,-28-9 15,56 10 1,0-10-16,19-9 16,47 9-1,10-9-15,18 0 16,19 0-1,19 0-15,10 0 16,8 0-16,29 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3:02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17883 0 0,'10'0'0,"-1"0"16,29 222-16,0-56 16,-10 0-1,0 28-15,0-19 16,0 74-16,-9-18 16,0 83-1,-19-47-15,-9 19 16,-1 56-1,-9-19-15,1-9 16,-11 37-16,11-10 16,-20 1-1,10 8-15,-10 19 16,10 38 0,9-20-16,0 1 15,10 18 1,-1 0-16,1-18 15,0 36 1,-1 1-16,1 36 16,-1-36-16,1-37 15,-10 91 1,-9-109-16,-10 45 16,1 0-1,-1-9-15,0-36 16,1-1-16,9-18 15,-10 55 1,19-83-16,10 46 16,-1-37-1,20 47-15,-20-29 16,10 29 0,-9-38-16,-10-9 15,0 10-15,-9-74 16,0-47-1,0 38-15,-1-75 16,11 10 0,-1-28-16,9-37 15,10 37-15,0-27 16,10-1 0,9 38-16,9-10 15,19 55 1</inkml:trace>
  <inkml:trace contextRef="#ctx0" brushRef="#br0" timeOffset="821.61">1185 13023 0,'0'0'0,"0"0"16,0 0-16,0 0 16,0 9-1,10 19-15,-1 18 16,29 37 0,-19 19-16,9-1 15,19 38-15,-10-19 16,-8-10-1,-10-27-15,9-9 16,-9-28 0,-19-27-16,9-10 15,-9-9-15</inkml:trace>
  <inkml:trace contextRef="#ctx0" brushRef="#br0" timeOffset="1198.83">960 13235 0,'0'0'16,"0"0"-16,0 0 16,0 0-1,0-18-15,0-1 16,9-8-16,19-10 15,0-9 1,19-10-16,10 1 16,-1 9-1,10 9-15,-9 9 16,-10 10 0,-19 8-16,0 10 15,-9 19-15,0 18 16,0 18-1,-38 19-15,0 28 16,-9-19 0,-1-10-16,11-17 15,18-56 1</inkml:trace>
  <inkml:trace contextRef="#ctx0" brushRef="#br0" timeOffset="1799.16">1853 12995 0,'0'0'0,"0"0"16,0 0-1,0 0-15,0 10 16,19 17-1,28 10-15,-19 9 16,29 19-16,-1-10 16,1 1-1,-10-1-15,0 0 16,-10-8 0,-18-20-16,-9-8 15,-1-10 1,0 0-16,1 0 15,-10-9-15,0 0 16,0 0 0,0 0-16,0-18 15,0-19 1,0-9-16,0-9 16,0-1-1,0 10-15,0 9 16,0 0-16,0 0 15,0-9 1,-10-37-16,10 83 16</inkml:trace>
  <inkml:trace contextRef="#ctx0" brushRef="#br0" timeOffset="2109.71">1637 12838 0,'0'0'0,"0"0"16,9-9-16,10-18 15,28-20 1,47-26-16,0-20 15,10-8-15,9 8 16,0 20 0,-19 17-16,-19 19 15,0 19 1,-18-1-16,-20 29 16,-37-10-1</inkml:trace>
  <inkml:trace contextRef="#ctx0" brushRef="#br0" timeOffset="2376.48">2211 13964 0,'0'0'0,"0"0"15,0 0-15,0 0 16,0 0-16,9-9 16,19-18-1,29-29-15,9-18 16,9-9 0,10 0-16,-1-18 15,-84 101 1</inkml:trace>
  <inkml:trace contextRef="#ctx0" brushRef="#br0" timeOffset="2666.33">2502 12608 0,'0'0'0,"0"0"0,0 0 15,10 9 1,-1 9-16,19 38 16,10 36-1,9 19-15,0 0 16,0 9-1,0-10-15,-19-8 16,-28-102 0</inkml:trace>
  <inkml:trace contextRef="#ctx0" brushRef="#br0" timeOffset="3643.84">2324 13632 0,'0'0'0,"0"0"15,0 0-15,0 0 16,0 0-16,0 0 16,9 0-1,10 0-15,18-9 16,29-19 0,19-18-16,28-18 15,0 8-15,-19 1 16,-94 55-1</inkml:trace>
  <inkml:trace contextRef="#ctx0" brushRef="#br0" timeOffset="5793.18">1524 15137 0,'0'0'16,"0"0"-16,0 0 15,0 0 1,0 0-16,0 0 15,-9-10-15,9 1 16,-19 0 0,19-10-16,0-8 15,19-10 1,-19 0-16,28-9 16,9 9-1,10 9-15,-18 10 16,8-1-16,10 19 15,-28 10 1,9 8-16,1 28 16,-11 37-1,1 9-15,-47 19 16,9 18-16,-18-27 16,8-19-1,1-18-15,9-10 16,-9-18-1,19-9-15,-1-10 16,10-9 0,0 1-16,0-10 15,0 0-15,19 0 16,19-10 0,28-8-16,18-1 15,10-18 1,10 1-16,9-11 15,-19 11-15,-94 36 16</inkml:trace>
  <inkml:trace contextRef="#ctx0" brushRef="#br0" timeOffset="6261.38">2474 14869 0,'0'0'0,"0"0"0,0 0 16,0 0-1,0 0-15,0 0 16,0 0-1,0 18-15,-9 10 16,-1 9 0,10 9-16,0-9 15,0 0-15,10-9 16,-1-1 0,1 1-16,-1-9 15,0-1 1,10 0-16,0 1 15,0 9 1,0-10-16,-1 10 16,1-1-16,-9 1 15,-1 0 1,-9 0-16,0-1 16,-9 1-1,-1-10-15,1-8 16,9-10-16</inkml:trace>
  <inkml:trace contextRef="#ctx0" brushRef="#br0" timeOffset="6527.66">2559 14832 0,'0'0'0,"9"-9"15,19-10-15,10-8 16,19-10 0,-1 0-16,0 9 15,20 0 1,-1 10-16,-75 18 15</inkml:trace>
  <inkml:trace contextRef="#ctx0" brushRef="#br0" timeOffset="7864.46">3942 14601 0,'0'0'0,"0"0"15,0 0-15,0 0 16,0 0 0,0 10-16,0 17 15,9 10 1,-9 19-16,0 17 15,0 29-15,0 9 16,10-19 0,-10 9-16,9-17 15,0-11 1,1-26-16,-1-11 16,-9-17-1,0-19-15</inkml:trace>
  <inkml:trace contextRef="#ctx0" brushRef="#br0" timeOffset="8460.04">4318 14970 0,'0'0'15,"0"0"-15,0 0 16,0 0-1,0 0-15,0 0 16,0 0-16,0 0 16,0-9-1,0 0-15,-9-19 16,9-18 0,18-9-16,11-19 15,-1 9-15,0 10 16,10 9-1,-10 18-15,0 0 16,-9 10 0,9 9-16,-9 9 15,9 0 1,-9 18-16,0 19 16,-10 37-16,-18 18 15,-10 19 1,-19 9-16,1-18 15,9-29 1,-1 1-16,11-18 16,-1-29-1,9-8-15,10-10 16,0 0-16,0 0 16,10 1-1,27-10-15,20-10 16,9 1-1,9-9-15,10-1 16,-10 1 0,-9-1-16,-10 10 15,10 0-15,-66 9 16</inkml:trace>
  <inkml:trace contextRef="#ctx0" brushRef="#br0" timeOffset="9884.2">6105 14583 0,'0'0'0,"0"0"16,0 0-1,0-9-15,10-10 16,9 1 0,18-1-16,20-8 15,-1-1 1,10 9-16,-10 1 16,-9 9-16,-9 9 15,-10 9 1,1 0-16,-11 0 15,-8 10 1,-10 18-16,0 9 16,-10 0-1,-8 0-15,8-9 16,1-9 0,-1-10-16,1 1 15,9-10-15,0 0 16,9 0-1,1 1-15,9-1 16,9 0 0,19 0-16,9 1 15,-9-1-15,0 0 16,-9 0 0,-10 10-16,-9-1 15,0 1 1,-10 8-16,1 1 15,-10 9-15,-19 9 16,-9-9 0,-10 0-16,-9 0 15,-10-9 1,1-1-16,0-8 16,9-10-1,0-9-15,9 0 16,38 0-16</inkml:trace>
  <inkml:trace contextRef="#ctx0" brushRef="#br0" timeOffset="10549.09">6858 14638 0,'0'0'0,"0"0"15,0 0-15,0 0 16,0 0 0,0 0-16,0 0 15,0 0 1,9-9-16,1 0 15,-1 0-15,10-10 16,0 1 0,9-1-16,0 1 15,1 8 1,8 1-16,1 0 16,-10 9-1,0 0-15,-9 9 16,0 10-16,0 8 15,-10 10 1,-9 19-16,-19 8 16,-9 10-1,0-9-15,-10-10 16,19-9 0,1-9-16,-1-9 15,9-10-15,1 1 16,9-10-1,0 0-15,0 0 16,0-9 0,9 10-16,20-10 15,8 0 1,20 0-16,-10-10 16,9 1-16,-9 0 15,0 9 1,-9-9-16,-1 9 15,20 0 1,-1 0-16,-56 0 16</inkml:trace>
  <inkml:trace contextRef="#ctx0" brushRef="#br0" timeOffset="11143.3">8721 14075 0,'0'0'16,"0"0"-16,0 0 15,0 0 1,0 0-16,0 0 15,-10 19-15,-27 27 16,-20 28 0,-18 36-16,0-8 15,9-10 1,9-18-16,20-19 16,9-8-16,9-20 15,9 1 1,1-10-16,9-8 15,0-1 1,9 0-16,10 0 16,9 1-1,10-10-15,28 0 16,9-10-16,0 1 16,1 0-1,-1-10-15,-19 10 16,-56 9-1</inkml:trace>
  <inkml:trace contextRef="#ctx0" brushRef="#br0" timeOffset="11409.71">8561 14527 0,'0'0'0,"0"0"16,0 0-1,0 0-15,-10 10 16,1-1 0,0 0-16,-1 10 15,1 18 1,-1 27-16,1 10 16,9 9-16,0 0 15,0-9 1,9 0-16,1-19 15,-10-55 1</inkml:trace>
  <inkml:trace contextRef="#ctx0" brushRef="#br0" timeOffset="11847.96">9219 14140 0,'0'0'0,"0"0"16,0 0-16,0 0 15,-9 18 1,-10 19-16,-9 46 15,-10 10-15,-9 8 16,10-18 0,8-18-16,1-10 15,19-18 1,-1-9-16,1-10 16,9 1-16,0-1 15,9 1 1,19-10-16,10 0 15,9 0 1,19-9-16,-10 0 16,1 0-1,9-9-15,-10 0 16,1-10-16,-57 19 16</inkml:trace>
  <inkml:trace contextRef="#ctx0" brushRef="#br0" timeOffset="12160.15">9351 14592 0,'0'0'0,"0"0"16,0 0 0,0 0-16,0 0 15,-9 9 1,-1 1-16,1-1 15,-1 9-15,1 10 16,0 9 0,-1 18-16,1 10 15,9-10 1,0 1-16,0-10 16,9 0-16,1-9 15,-1 0 1,0 0-16,10-10 15,-19-27 1</inkml:trace>
  <inkml:trace contextRef="#ctx0" brushRef="#br0" timeOffset="12734.71">10743 13964 0,'0'0'0,"0"0"16,-9 10-16,-1 8 15,-8 1 1,-1 18-16,0-1 15,10 11 1,9-10-16,9-1 16,0 1-16,1-9 15,18 0 1,0-1-16,10 1 16,9 0-1,-9-10-15,-10 1 16,0-1-1,0 1-15,-9 8 16,0 1-16,-10 9 16,-9 0-1,-9 9-15,-1 0 16,-8 10 0,-1-29-16,19-27 15</inkml:trace>
  <inkml:trace contextRef="#ctx0" brushRef="#br0" timeOffset="13509.49">10790 14131 0,'0'0'0,"0"0"15,10-10 1,18-8-16,19-19 15,28-18 1,10-1-16,9 1 16,0-1-1,-19 20-15,-18-1 16,-10 18-16,-19 1 16,0 8-1,-9 1-15,-10 9 16,1 0-1,-10 0-15,0 0 16,9 9-16,1 10 16,-1 18-1,-9 18-15,0 19 16,0 18 0,0-9-16,0 10 15,0-10 1,9 0-16,10-9 15,0-10-15,9-8 16,1-10 0,-1-9-16,9-10 15,-8-8 1,-1-1-16,0-8 16,0-1-16,-9-9 15,-9 0 1,-1 0-16,0 0 15,1-9 1,-1 9-16,1-10 16,-10 1-1,0 9-15,0-9 16,0 0-16,0-1 16,-10-8-1,1 0-15,-1-1 16,-8 1-1,-1 8-15,0 1 16,0 0-16,0 0 16,0-1-1,1 1-15,-1 0 16,0 9 0,-9 0-16,0 0 15,-10 9-15,38-9 16</inkml:trace>
  <inkml:trace contextRef="#ctx0" brushRef="#br0" timeOffset="14304.56">13086 13743 0,'0'0'15,"0"0"-15,0 0 16,0 0 0,0 0-16,0 0 15,0 0-15,0 9 16,-10 10-1,-9 27-15,-9 18 16,-9 19 0,-1 10-16,10-10 15,9 0 1,0 0-16,10-9 16,-1 0-16,10-10 15,10-8 1,18-1-16,0-18 15,19 0 1,0-19-16,10-8 16,-1-1-1,-9-9-15,-9 0 16,-10-9-16,0-1 16,-9 1-1,0 0-15,-10 0 16,1-1-1,-1 1-15,-9 9 16,0-9-16,0 0 16,-9-1-1,-1 1-15,-9 0 16,1 0 0,-20 0-16,-9-1 15,0 10-15,0 0 16,9 10-1,1-1-15,18-9 16,9 0 0,10 0-16</inkml:trace>
  <inkml:trace contextRef="#ctx0" brushRef="#br0" timeOffset="14910.24">13556 14204 0,'0'0'0,"0"0"15,0 0 1,9 0-1,1 0-15,9 0 16,9 0-16,10 0 16,-1 0-1,1 0-15,-10 0 16,0 0 0,0 0-16,1 0 15,-10 0 1,-10 0-16,10 0 15,-10 0-15,1 0 16,-1 0 0,0 0-16,1 0 15,9 0 1,-1 0-16,1 0 16,-9 0-16,-1 0 15,0 0 1,1 0-16,-1 0 15,-9 0 1,0 0-16,10 0 16,-1 10-1,0-1-15,1 9 16,-1 19-16,1 28 16,-1 36-1,-9 29-15,0 17 16,0 1-1,0-28-15,0-120 16</inkml:trace>
  <inkml:trace contextRef="#ctx0" brushRef="#br0" timeOffset="16100.15">15306 14020 0,'0'0'0,"0"0"16,0 0-16,0 0 15,0 0 1,0 0-16,-10-9 16,1-1-16,-10 1 15,-9 0 1,-28 0-16,-20 9 15,1 9 1,0 19-16,18-1 16,10 1-1,10 0-15,8-1 16,11 1-16,18-9 16,0 8-1,18 10-15,20 9 16,9 0-1,0 1-15,0-1 16,0 0 0,0 0-16,-9-9 15,-10 0-15,0-9 16,-9-10 0,-9 0-16,-1 1 15,-9-10 1,0 0-16,0-9 15,0 0 1,-9 10-16,9-10 16,-10 0-16,1 0 15,-1 0 1,1-10-16,0 1 16,-1-9-1,10-19-15,0-9 16,10-10-16,18-8 15,0 17 1,0 11-16,0-1 16,19-9-1,-9 18-15,0-9 16,9 0 0,-47 37-16</inkml:trace>
  <inkml:trace contextRef="#ctx0" brushRef="#br0" timeOffset="16650.8">15889 14121 0,'0'0'16,"0"0"-16,0 0 15,0 0 1,0 0-16,0 0 15,0 0-15,0 0 16,-9-9 0,-1 0-16,10 0 15,0-1 1,0 1-16,10-9 16,-1-1-1,1 1-15,-1-1 16,0 10-16,1 0 15,-1 9 1,1 0-16,-1 9 16,0 10-1,10 18-15,-9 9 16,-10 18-16,-10 19 16,-9-9-1,10 0-15,-10-19 16,10-8-1,-1-11-15,10-8 16,0-9 0,0-10-16,10 9 15,9-8 1,9-1-16,28-9 16,29 0-16,9-9 15,-9-10 1,9-9-16,9 1 15,-103 27 1</inkml:trace>
  <inkml:trace contextRef="#ctx0" brushRef="#br0" timeOffset="17826.68">15466 15700 0,'0'0'0,"0"0"16,0 0-16,0 0 15,0 0 1,0 0-16,-10-10 16,1 1-1,-10 0-15,-9-10 16,-10 1 0,-9 0-16,0 8 15,0 1 1,0 9-16,0 0 15,0 9-15,0 1 16,-9 8 0,18 0-16,10 1 15,0-1 1,9 1-16,9-1 16,10-8-16,0-1 15,10 9 1,18-9-16,10 1 15,18-10 1,0-19-16,20-8 16,-1-10-1,0 0-15,-18 0 16,-10 9-16,-10 0 16,-8 10-1,-11 0-15,1 8 16,-9 1-1,-1 9-15,0 0 16,-9 0-16,10 9 16,-1 10-1,1 18-15,-1 36 16,0 20 0,1-1-16,-10 0 15,0 1-15,0-1 16,0-27-1,9-10-15,-9-18 16,10 0 0,8-10-16,1 1 15,-19-28 1</inkml:trace>
  <inkml:trace contextRef="#ctx0" brushRef="#br0" timeOffset="18428.08">16407 15229 0,'0'0'0,"0"0"15,0 0 1,0 0-16,0 0 16,-10 9-1,-18 28-15,-19 37 16,-10 27 0,10 1-16,-9 18 15,18-9-15,10-19 16,19-9-1,-1 0-15,20-18 16,8-1 0,11-8-16,27-10 15,1-18 1,-1-10-16,10-9 16,0-18-16,-10 0 15,1-10 1,-20 1-16,-9-1 15,1 1 1,-10 9-16,-10-1 16,0-8-1,-9 0-15,0-1 16,-9 1-16,-10-10 16,0 0-1,-9 1-15,-10 8 16,-9 1-1,-28 8-15,-28 10 16,-10 19-16,113-19 16</inkml:trace>
  <inkml:trace contextRef="#ctx0" brushRef="#br0" timeOffset="19349.43">5739 14020 0,'0'0'0,"0"9"15,-10 19-15,20 36 16,-1 47-16,10 46 15,18 18 1,-8 1-16,8 36 16,-9-27-1,10 18-15,0-9 16,-10-1-16,0-27 16,0 19-1,-9-28-15,9-9 16,-9-10-1,9-18-15,-9-28 16,0-9 0,0-18-16,0-19 15,-10-18 1,1-10-16,-10-18 16,0 0-16</inkml:trace>
  <inkml:trace contextRef="#ctx0" brushRef="#br0" timeOffset="21483.78">5532 14158 0,'0'0'0,"0"0"15,0 0-15,0 0 16,0 0-1,0 0-15,0 0 16,9 0 0,29 0-16,27-9 15,30 9-15,17-9 16,1-10 0,19-8-16,9-1 15,10-9 1,-1 0-16,10 0 15,0-9-15,38 0 16,-10 0 0,37 0-16,-8-1 15,27-8 1,-27 18-16,9 0 16,-10 0-16,10 0 15,0 10 1,9-10-16,-19 9 15,19-9 1,-9 10-16,9-1 16,-18 0-16,27 0 15,-27 10 1,8 0-16,-8 8 16,18 1-1,-19 0-15,29 0 16,-29-1-1,19-8-15,-28 18 16,29-9 0,-29-1-16,28-8 15,-19 9 1,-9 9-16,9-9 16,1-1-16,-20 1 15,10 9 1,10-9-16,-39-10 15,29 19-15,-28 0 16,9-9 0,-18 9-16,-10 0 15,-19 0 1,0 0-16,-28 0 16,0 0-1,-10 0-15,-9 0 16,-19 0-16,-9 9 15,-9-9 1,-1 10-16,1-10 16,8 9-1,-8 0-15,-10 0 16,-10 1 0,1-1-16,0 0 15,-10 9-15,0 1 16,0 18-1,-9 0-15,9 18 16,-9 10 0,0 27-16,-10 19 15,1 18-15,-10 9 16,0 19 0,0-18-16,-10 36 15,1-9 1,9 10-16,-9-19 15,9-19 1,0 0-16,0 1 16,9-19-16,-9 0 15,0-9 1,0-10-16,0 10 16,9-19-1,-9 1-15,0-1 16,0-9-16,0-9 15,0-10 1,0 1-16,0 0 16,0-19-1,0 0-15,0 0 16,0-9 0,0 0-16,0-9 15,0-1-15,0-8 16,0-10-1,0 0-15,0 0 16,0 1 0,0-1-16,0 0 15,-9 0-15,-19 10 16,-29 8 0,-27 1-16,-10 0 15,-29 9 1,-27 0-16,-1 0 15,1-1 1,-20 1-16,20-9 16,-10 0-16,0-1 15,19-8 1,-19-1-16,-9 1 16,9-10-1,-10 0-15,-18 1 16,10-10-16,-39 9 15,10 0 1,-28-9-16,38 0 16,-48 9-1,47-18-15,-56 0 16,47 0 0,-28-1-16,19 1 15,-29-9 1,48 8-16,-29 1 15,28 0-15,-27-10 16,46 1 0,-19 9-16,10 0 15,9-1-15,-46 10 16,36-9 0,-46 0-16,28 9 15,-37-9 1,46 9-16,-18 0 15,28 0 1,-10 0-16,29 0 16,-10-10-1,-9 1-15,19 9 16,18-9-16,-18 0 16,9 9-1,9 0-15,1 0 16,18 0-1,19 0-15,-19 0 16,10 0-16,19 0 16,-1 9-1,1-9-15,27 9 16,11-9 0,18 0-16,47 0 15</inkml:trace>
  <inkml:trace contextRef="#ctx0" brushRef="#br0" timeOffset="22411.19">18655 951 0,'0'0'0,"0"0"15,0 0 1,0 0-16,0 0 16,0 0-1,0 0-15,9 18 16,10 28-1,19 19-15,-10 18 16,10 28 0,-10 9-16,-9-10 15,-10 20-15,0-20 16,-9 1 0,0-19-16,-9 1 15,0-29 1,9-17-16,0-20 15,0-18-15,0-9 16</inkml:trace>
  <inkml:trace contextRef="#ctx0" brushRef="#br0" timeOffset="22795.42">18570 1108 0,'0'0'0,"0"0"16,10-10-1,8 1-15,29-9 16,29-10-1,8 9-15,10 10 16,-18-9-16,-10 18 16,-1 18-1,-18-9-15,-9 19 16,-10 0 0,-9 27-16,-9-9 15,-20 28 1,-9 0-16,-9 0 15,0-19-15,-10 1 16,38-56 0</inkml:trace>
  <inkml:trace contextRef="#ctx0" brushRef="#br0" timeOffset="23614.65">19586 1135 0,'0'0'15,"0"0"-15,0 0 16,0 0 0,0 0-16,0 0 15,0 0 1,0 0-16,0 0 16,10 0-16,-1 0 15,-9 0 1,9 9-16,1 1 15,9 8-15,-10 1 16,10 18 0,0 9-16,0 0 15,-1 9 1,1 1-16,0-1 16,0-18-1,0 0-15,-10-9 16,0-10-1,1 0-15,-1 1 16,1-10-16,-1 0 16,-9-9-1,0 0-15,0 0 16,0 0 0,9-9-16,10-9 15,0-10-15,0-9 16,0-9-1,0 9-15,-1-9 16,-8 9 0,-1 0-16,10 0 15,-10 0 1,1 9-16,-1 1 16,10-19-16,-19 46 15</inkml:trace>
  <inkml:trace contextRef="#ctx0" brushRef="#br0" timeOffset="23943.58">20273 803 0,'0'0'15,"0"0"-15,0 0 16,9 0-16,1 18 15,-1-18 1,10 19-16,0 9 16,0-19-1,-1 19-15,1 8 16,0 11 0,-10-1-16,1 0 15,-1 9-15,1-9 16,-1 10-1,-9-10-15,0-9 16,10-9 0,-10-10-16,0-18 15</inkml:trace>
  <inkml:trace contextRef="#ctx0" brushRef="#br0" timeOffset="24260.31">20734 821 0,'0'0'16,"0"0"-16,0 0 15,0 10 1,9 27-16,1-10 16,-1 19-1,1 1-15,8 8 16,-8-9 0,-1 0-16,1-9 15,-10-9-15,0-28 16</inkml:trace>
  <inkml:trace contextRef="#ctx0" brushRef="#br0" timeOffset="24559.71">19690 803 0,'0'0'0,"19"-9"16,18-19-16,38-18 15,19 0 1,19 0-16,19 18 15,9-18 1,38 0-16,-19 27 16,0 10-1</inkml:trace>
  <inkml:trace contextRef="#ctx0" brushRef="#br0" timeOffset="24878.27">20066 2058 0,'0'0'0,"0"0"15,0 0-15,19-9 16,47-19 0,37-18-16,1-9 15,18-10 1,28-9-16,-8 0 16,-1-9-1,-38 10-15,-103 73 16</inkml:trace>
  <inkml:trace contextRef="#ctx0" brushRef="#br0" timeOffset="27935.36">18391 3969 0,'0'0'0,"0"0"16,0 0-16,0 9 15,0 19 1,0 9-16,10 0 16,-1 18-16,1 0 15,9 19 1,-1 9-16,-8 9 16,-1-18-1,1 0-15,-1-18 16,-9-1-1,0 0-15,9-18 16,1-9-16,-1-10 16,-9-18-1</inkml:trace>
  <inkml:trace contextRef="#ctx0" brushRef="#br0" timeOffset="28665.12">19022 4190 0,'0'0'0,"0"0"15,0 0 1,0 0-16,0 0 16,0 0-1,0 0-15,0 0 16,0-9-16,9-9 15,10-10 1,9 0-16,10-9 16,-1 10-1,11-1-15,8 9 16,-9 10-16,0 9 16,-9 9-1,-10 1-15,10 8 16,-20 10-1,1 9-15,-9 9 16,-20 28 0,-18 27-16,-10-18 15,-9 0 1,0-18-16,10-10 16,-1-8-16,19-20 15,0-8 1,10-10-16,0 0 15,9-9 1,0 0-16,0 0 16,9 0-1,29 0-15,27-9 16,29 0-16,1-10 16,-1 1-1,-10-1-15,-18 10 16,-9 0-1,-20 0-15,-9 9 16,-28 0-16</inkml:trace>
  <inkml:trace contextRef="#ctx0" brushRef="#br0" timeOffset="30495.65">20941 4135 0,'0'0'0,"0"0"16,0 0-16,0 0 15,0 0 1,0-9-16,0-1 15,0 1-15,0-9 16,9-10 0,10 0-16,9 1 15,10-10 1,9 0-16,9 9 16,1 10-16,-1 8 15,-18 10 1,0 0-16,-1 19 15,-9-1 1,-9 19-16,-9 9 16,-10 28-1,-19 9-15,-19 19 16,-18-1-16,-1-18 16,1-9-1,9-18-15,9-10 16,10-18-1,19-10-15,-1-9 16,1 0-16,9-9 16,0 0-1,9 0-15,19-9 16,29-9 0,37-19-16,47-19 15,-141 56 1</inkml:trace>
  <inkml:trace contextRef="#ctx0" brushRef="#br0" timeOffset="30982.77">21957 3821 0,'0'0'0,"0"0"16,0 0-1,0 0-15,0 0 16,0 0 0,0 9-16,-10 10 15,1-1-15,0 10 16,-1 9-1,1-9-15,9-1 16,0 1-16,9 0 16,10-1-1,9 1-15,10 0 16,9-1 0,-9 1-16,-1 0 15,-9-1 1,-9 1-16,-9 9 15,-10 9 1,-10 10-16,-27-1 16,-10 0-16,0-9 15,0-9 1,-1-18-16,1-10 16,47-9-1</inkml:trace>
  <inkml:trace contextRef="#ctx0" brushRef="#br0" timeOffset="31228.57">21816 3913 0,'0'0'0,"0"0"16,0 0-1,0 0-15,0 0 16,0 0-1,0 0-15,19 0 16,18 0 0,38-9-16,20 0 15,-1-10 1,0 1-16,0 0 16,-94 18-16</inkml:trace>
  <inkml:trace contextRef="#ctx0" brushRef="#br0" timeOffset="34001.03">23650 3932 0,'0'0'0,"0"0"15,0 0-15,0 0 16,0 0 0,0 0-16,10-9 15,18-1 1,0 1-16,19-9 16,10-1-1,-1 1-15,-18 9 16,-1-1-1,1 10-15,-10 0 16,-9 0-16,0 10 16,-10-1-1,1 18-15,-10 10 16,-10 0 0,-9 19-16,-9-1 15,0-9-15,9-9 16,0-9-1,10-10-15,9 1 16,0-10 0,9 0-16,19 0 15,10 1 1,19-1-16,8 9 16,-8 1-16,-1-1 15,-18 1 1,-10-1-16,-9 1 15,-10-1 1,-18 19-16,-19 9 16,-19 10-1,-29-1-15,1-9 16,-9-9-16,8-9 16,20-19-1,18-9-15,38 0 16</inkml:trace>
  <inkml:trace contextRef="#ctx0" brushRef="#br0" timeOffset="34566.57">24600 3840 0,'0'0'0,"0"0"16,0 0-16,0 0 16,0 0-16,19-10 15,0 1 1,19 0-16,9 0 15,0-1 1,0 10-16,0 0 16,-10 0-1,-8 10-15,-1 8 16,-9 1-16,-10 8 16,0 10-1,-9 9-15,-18 19 16,-20 9-1,-9 0-15,0-10 16,0-8-16,19-20 16,9-8-1,9-9-15,1-1 16,9-9 0,9 1-16,10-1 15,28-9-15,19 0 16,28-9-1,0-10-15,0 1 16,10-1 0,18-9-16,-122 28 15</inkml:trace>
  <inkml:trace contextRef="#ctx0" brushRef="#br0" timeOffset="36682.33">27056 3350 0,'0'0'0,"0"0"16,0 0-16,0 0 15,-10 10 1,-9 8-16,-18 19 16,-10 18-1,-10 10-15,-8 9 16,-1 0-1,9-1-15,1-8 16,18-19-16,10 0 16,19-18-1,9 0-15,9-10 16,19 10 0,19 0-16,19-10 15,47 1 1,0-10-16,-29-9 15,-8-9-15,-1-1 16,-9-8 0,-66 18-16</inkml:trace>
  <inkml:trace contextRef="#ctx0" brushRef="#br0" timeOffset="36935.51">26915 3701 0,'0'0'16,"0"0"-16,0 0 15,0 9 1,0 1-16,0 17 16,0 19-1,0 28-15,0 19 16,9 8-1,0 10-15,1 0 16,-1-19-16,10 0 16,-19-92-1</inkml:trace>
  <inkml:trace contextRef="#ctx0" brushRef="#br0" timeOffset="37443.58">27968 3387 0,'0'0'0,"0"0"0,0 0 15,0 0 1,0 0-16,-9 19 16,-10 27-1,-9 9-15,0 19 16,-10 9-16,0 0 15,10 0 1,9-9-16,0-18 16,10-1-1,9-18-15,0 0 16,0-10 0,9 1-16,10-9 15,19-1-15,18 0 16,1-8-1,18-10-15,0 0 16,1-10 0,-1-8-16,-75 18 15</inkml:trace>
  <inkml:trace contextRef="#ctx0" brushRef="#br0" timeOffset="37715.97">27818 3766 0,'0'0'0,"0"0"16,0 0-16,0 0 16,0 27-1,-10 10-15,10 19 16,0 18-16,0 18 15,-9 0 1,9 0-16,-10-18 16,10 0-1,0-9-15,0-19 16,0-46 0</inkml:trace>
  <inkml:trace contextRef="#ctx0" brushRef="#br0" timeOffset="38628.39">28956 3350 0,'0'0'0,"0"0"16,0 0 0,0 0-16,0 0 15,0 0 1,0 10-16,-9-1 15,-10 19 1,0 8-16,0 1 16,0 9-1,10-9-15,9 10 16,9-11-16,20 1 16,18 0-1,18 9-15,11 1 16,8-10-1,-8-1-15,-29-8 16,-10 0-16,-18-10 16,-9 10-1,-10 0-15,-19 9 16,-19 9 0,-18 9-16,-29-9 15,85-46 1</inkml:trace>
  <inkml:trace contextRef="#ctx0" brushRef="#br0" timeOffset="39282.32">28956 3249 0,'0'0'0,"19"-9"15,18-1 1,58-17-16,27-1 16,10 0-1,-20 19-15,-18-9 16,-9 8-16,-28 10 16,-20 0-1,-9 0-15,-18 0 16,-1 0-1,-9 0-15,0 10 16,0-1-16,0 19 16,-9-1-1,-10 29-15,0 8 16,-9 19 0,-10 10-16,10 8 15,9-9 1,10-18-16,0 9 15,9-18-15,9-10 16,0-18 0,10 0-16,9-9 15,1-10 1,8-8-16,1-1 16,-1-9-16,-8-9 15,-1-1 1,-9 1-16,0-9 15,-1-1 1,-8-9-16,-1 1 16,-9-1-1,0 0-15,-9 1 16,-19-1-16,-19-9 16,-10 19-1,1-1-15,-1 10 16,10 9-1,10 0-15,37 0 16</inkml:trace>
  <inkml:trace contextRef="#ctx0" brushRef="#br0" timeOffset="40093.78">31628 3147 0,'0'0'0,"0"0"16,0 0-1,0 0-15,0 0 16,0 0 0,0 0-16,-19 19 15,-19 18-15,-28 18 16,-18 10-1,-1 9-15,-18 18 16,9-9 0,9 0-16,19 0 15,19-18 1,19-1-16,18-8 16,10-1-16,10-9 15,18-9 1,19 0-16,19-9 15,9-10 1,0-9-16,-9-18 16,-9 0-1,-10-10-15,-10 1 16,-8 0-16,-11-1 16,-8 1-1,-10-10-15,-10-9 16,-8 0-1,-20 9-15,-9 1 16,-19 8-16,-9 10 16,0 9-1,27 0-15,20 0 16,28 0 0</inkml:trace>
  <inkml:trace contextRef="#ctx0" brushRef="#br0" timeOffset="40510.8">31863 3360 0,'0'0'0,"0"0"16,0 0-16,0 0 16,19 0-16,18 0 15,29-10 1,9 1-16,10 0 16,0 0-1,-19-1-15,-10 10 16,-18 0-1,-10 0-15,-9 0 16,-10 0-16,1 0 16,-1 19-1,0 9-15,-9 36 16,-9 28 0,-19 38-16,-10 36 15,0-18 1,38-148-16</inkml:trace>
  <inkml:trace contextRef="#ctx0" brushRef="#br0" timeOffset="42001.73">24704 5639 0,'0'0'16,"0"0"-16,0-9 15,0 0 1,0 0-16,0-1 16,0 1-1,0 0-15,-10 0 16,-8-1-16,-11 1 16,-27 0-1,-19 9-15,9 9 16,0 0-1,19 10-15,9-1 16,10 1-16,9 9 16,0-1-1,19 10-15,10 19 16,28-1 0,9 19-16,9 0 15,-9-1-15,-9-8 16,-1-10-1,-18 1-15,-9-1 16,-1-18 0,-9 0-16,-9-9 15,-1-10 1,1 1-16,-1-10 16,1 0-16,-1-9 15,1 0 1,0-9-16,-10-10 15,9-18 1,10-18-16,10-10 16,9-8-16,9-1 15,19 0 1,9 0-16,38-9 16,10 9-1,18 0-15,-122 74 16</inkml:trace>
  <inkml:trace contextRef="#ctx0" brushRef="#br0" timeOffset="42497.59">25362 5630 0,'0'0'0,"0"0"15,0 0 1,0 0-16,0 0 15,0 0-15,0 0 16,0 0 0,10 0-16,9-9 15,9 0 1,0-1-16,10 1 16,-10 9-16,0 0 15,0 0 1,-9 9-16,0 1 15,-10 17 1,-9 10-16,-9 19 16,-19 17-1,-19 20-15,-10-1 16,-9 0-16,-9-9 16,9-18-1,19-19-15,19-18 16,9 0-1,10-10-15,9-9 16,19 0-16,18 10 16,29-10-1,47 0-15,0-18 16,28-9 0,-9-10-16,18-18 15,-150 46-15</inkml:trace>
  <inkml:trace contextRef="#ctx0" brushRef="#br0" timeOffset="43334.35">28316 5704 0,'0'0'0,"0"0"16,10-9-16,-1-10 15,1 1 1,-10-1-16,0 1 16,0-1-1,-10-8-15,-18-10 16,-29-9 0,1 9-16,-29 9 15,10 10-15,-10 8 16,10 10-1,9 10-15,10-1 16,9 9 0,0 10-16,19-10 15,9 10 1,9 0-16,10 9 16,10-10-16,18 10 15,10-9 1,18 0-16,0-10 15,1-9 1,-10 1-16,0-10 16,0 0-1,-9-10-15,9 1 16,-10 0-16,1 0 16,-10-10-1,0 10-15,1 0 16,-11 0-16,-8 9 15,9 0 1,-10 0-16,0 9 16,1 9-1,-1 10-15,1 27 16,-10 10 0,0 9-16,-10 18 15,10 10-15,0-29 16,0 10-1,10-18-15,-1-10 16,1-18 0,-1 0-16,0-18 15,1-10 1,-10-9-16</inkml:trace>
  <inkml:trace contextRef="#ctx0" brushRef="#br0" timeOffset="43886.8">29135 5252 0,'0'0'0,"0"0"16,0 0-16,0 0 16,0 0-1,0 18-15,-10 19 16,-8 28 0,-11 18-16,-8 9 15,-1 10-15,10-1 16,18-27-1,1 0-15,9-19 16,9-9 0,10-9-16,0-9 15,9 0 1,0-10-16,10-9 16,0-9-16,-1 0 15,1-9 1,-10 0-16,0-10 15,-9 1 1,-9-1-16,-10-8 16,-10-1-16,-18-9 15,-28-9 1,-20 9-16,-37 9 16,-18 10-1,-20 27-15,1 0 16,150-9-1</inkml:trace>
  <inkml:trace contextRef="#ctx0" brushRef="#br0" timeOffset="44655.04">20772 3350 0,'0'0'0,"0"0"16,0 0-1,0 0-15,0 0 16,0 19 0,0 27-16,0 46 15,9 19-15,0 37 16,1 18 0,-10 9-16,0 37 15,-10 10 1,1-1-16,-19 29 15,9 8 1,-9 1-16,-1-19 16,1 18-16,0-46 15,9-9 1,10-37-16,9-9 16,0-27-1,0-57-15,9-26 16,1-20-16,-1-18 15,-9-9 1</inkml:trace>
  <inkml:trace contextRef="#ctx0" brushRef="#br0" timeOffset="46260.46">20856 3230 0,'0'0'0,"0"0"16,0-9-16,10-9 15,-1-1 1,0 1-16,10-10 16,0 0-1,19 1-15,18-1 16,10 0-16,28-9 15,19 10 1,19-1-16,28 0 16,9 1-1,47 8-15,1-8 16,65-1 0,-9-9-16,18 0 15,67 0-15,-38 0 16,9 0-1,10 0-15,18 10 16,1-10 0,-57 9-16,37 0 15,20 10-15,-38-10 16,-1 0 0,1 1-16,10-10 15,-39 18 1,29-8-16,19-10 15,-57 9-15,19 0 16,0 1 0,-47-1-16,-9 0 15,18 10 1,-37-1-16,0 1 16,-1 9-16,-18 0 15,-9 9 1,-10 0-16,19 0 15,-28 0 1,37 9-16,-56 0 16,-9 9-1,-10 10-15,-28-9 16,-29-1 0,-9 10-16,-18-10 15,-19 10-15,-10 0 16,0 8-1,-9 1-15,0 19 16,-10 8 0,-9 47-16,-9 0 15,9 0 1,0 18-16,0 9 16,9 10-16,0-19 15,-9 19 1,0-10-16,0 10 15,0 0-15,0-19 16,-9 0 0,0 19-16,-1-10 15,-9-9 1,1 1-16,-1-10 16,0-10-1,0 1-15,-9 0 16,0 0-16,-10-10 15,-9-9 1,-19 1-16,0-1 16,-9 0-1,-19 1-15,-28-1 16,-10-9 0,-28 9-16,-38 1 15,-18-20-15,-57 1 16,0-9-1,1-19-15,-48 9 16,19-8 0,0-1-16,-47 0 15,0 0 1,-10 9-16,10-18 16,-9 0-16,-20 0 15,1 0 1,18 0-16,1-9 15,0 9 1,8 0-16,1-1 16,-9 11-16,9-10 15,9-10 1,-37 1-16,75 0 16,-19-10-1,-9 10-15,28-1 16,37-8-16,-18-1 15,37-8 1,10-1-16,28 0 16,10 0-1,27 10-15,1-1 16,0 10-16,18 0 16,-18 18-1,-10 18-15,-47 10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0T08:44:13.773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11044 886 0,'0'0'0,"0"0"15,0 0-15,10 9 16,9 19-16,-1 18 15,1 19 1,0 9-16,0-1 16,-10 1-1,1-18-15,-1-10 16,0-19 0,-9-8-16,0-10 15,0-9-15,0 0 16,0 0-1,0-9-15,-9-19 16,9-27 0,9-28-16,10-10 15,0 10 1,9 10-16,0 26 16,10-8-16,0 37 15,-10-1 1,0 19-16,10 19 15,9 27 1,0 9-16,-9 19 16,-10 18-16,0-27 15,-9-1 1,-10-27-16,1-9 16,-10 0-1,0-19-15,0-9 16,0 0-16,9-9 15,0-10 1,20-18-16,8-36 16,10-20-1,0 19-15,-9 28 16,-10 0 0,-9 18-16,0 10 15,-10 9 1,10 9-16,0 9 15,0 19-15,9 18 16,0 18 0,0 10-16,10 19 15,-10-29 1,0-8-16,10-10 16,9-19-1,10-8-15,-1-19 16,0-19-16,1-8 15,-57 27 1,273-296-16,-273 296 16,9-18-16,0-1 15,1 1 1,-1-1-16,1 10 16,-10-9-1,0 9-15,0 9 16,0 0-16,0 0 15,0 0 1,0 0-16,-10 0 16,-9 9-1,1 9-15,8 1 16,-9 8 0,10 1-16,9 0 15,0-1 1,9-8-16,1-10 15,9 0-15,-1-9 16,11-9 0,-1-9-16,0-1 15,0-8 1,1-10-16,-11 9 16,-8 9-16,-1 10 15,1 9 1,-1-18-16,0 18 15,10 0 1,9 18-16,20-9 16,8 10-1,19-1-15,-75-18 16</inkml:trace>
  <inkml:trace contextRef="#ctx0" brushRef="#br0" timeOffset="253.76">13989 554 0,'0'0'0,"0"0"16,0 18-16,-10 10 15,10 0-15,-9 27 16,0 28-1,-10 19 1,0-10-16,0-18 16,0-10-16,10-18 15,0-18 1,9-28-16</inkml:trace>
  <inkml:trace contextRef="#ctx0" brushRef="#br0" timeOffset="467.41">13565 646 0,'0'0'0,"0"0"15,0 0 1,10 9-16,9 10 16,28 27-1,28 0-15,19 28 16,19 0-16,-10-28 15,20 9 1,-123-55-16</inkml:trace>
  <inkml:trace contextRef="#ctx0" brushRef="#br0" timeOffset="2002.75">15155 378 0,'0'0'0,"10"56"15,-10 64 1,9-19-16,-9-36 16,0 9-16,0 0 15,10-1 1,-1-45-16,-9 0 16,0-10-1,0-9-15,0 1 16,0-10-1,0 0-15,0 0 16,9-10-16,20-17 16,8-19-1,10 0-15,-9 9 16,-10 9 0,0 9-16,-9 19 15,0-18 1,0 18-16,9 18 15,0-8-15,0 27 16,10-10 0,0 19-16,9-18 15,-10 0-15,1-10 16,0-9 0,9-9-16,-10 0 15,10-9 1,0-9-16,0-10 15,0-18 1,0 0-16,-9 0 16,0-10-16,-19 29 15,-10-1 1,-9-9-16,0 28 16,-9-19-1,-1 19-15,-9 0 16,-9 9-16,0 9 15,0 9 1,-1 19-16,1 19 16,9-10-1,10 0-15,9 0 16,19 9 0,9-27-16,28 18 15,39-37-15,36-9 16,-27-9-1,-1-18-15,-18-1 16,-29-9 0,1 0-16,-29 19 15,0-19-15,-9 9 16,-10 19 0,1-19-16,-10 19 15,0 0 1,0 9-16,0 0 15,-10 0 1,-8 9-16,-11 28 16,1-10-16,9 20 15,19-10 1,0-1-16,10-26 16,9 8-1,9 1-15,0-19 16,0 0-1,0-10-15,10-8 16,0-1-16,-1-8 16,1-1-1,0 10-15,-10-10 16,-9 19 0,-1-1-16,11 10 15,-1 0-15,10 0 16,9 0-1,18 10-15,1-20 16,0-8 0,-9-10-16,-10 1 15,-10-20 1,-18 20-16,0-1 16,0 10-16,-10 18 15,-9 0 1,0 0-16,0 0 15,0 0 1,0 46-16,10 46 16,-10 10-16,9 45 15,0-8 1,1-29-16,-1 1 16,-9-18-1,0-20-15,0-26 16,0-11-1,0-17-15,0-19 16,0 0-16,0-9 16,-9-47-1,-19-36-15,28 92 16</inkml:trace>
  <inkml:trace contextRef="#ctx0" brushRef="#br0" timeOffset="2233.27">17733 535 0,'0'0'0,"47"0"16,19 19-16,47-1 15,-29 19 1,-55-18-16,8 27 16,-9-19-16,-18 20 15,-20 26 1,-27-8-16,-48 18 15,-47 9 1,-18-18-16,-38 0 16,-29 9-16</inkml:trace>
  <inkml:trace contextRef="#ctx0" brushRef="#br0" timeOffset="2693.37">12107 2040 0,'0'0'15,"19"0"-15,38-9 16,55-1 0,48 1-16,10 9 15,18 0 1,38 0-16,37-9 15,10 0-15,19-1 16,-1 1 0,1 0-16,-29-10 15,-28 10 1,19-9-16,-75 9 16,19 9-1,-57 0-15,-19 0 16,0 0-1,-122 0-15</inkml:trace>
  <inkml:trace contextRef="#ctx0" brushRef="#br0" timeOffset="5865.81">2408 3535 0,'0'0'0,"0"0"15,0 0 1,10-9-16,18-1 16,0 1-1,10 9-15,9 0 16,19 9-1,9 10-15,0-1 16,29 10 0,27 0-16,10-19 15,10 0-15,18-9 16,-9-9 0,10 0-16,8-10 15,-18 1-15,47-1 16,-28 1-1,37-10-15,-9 10 16,0-10 0,10 10-16,-10-10 15,9 19 1,-37 0-16,37-10 16,-28 10-16,0 9 15,-9-9 1,-10-1-16,10 1 15,-9 0 1,-1 0-16,-19-10 16,-9 1-1,-9 9-15,-10-10 16,-9 1-16,0 8 16,-37 1-1,18 0-15,9-10 16,-18 10-1,-19 0-15,-1 0 16,-8 9-16,-1 0 16,-9 0-1,-9 0-15,0 0 16,-10 0 0,0-9-16,0-1 15,-9 1-15,-9 0 16,-1 0-1,0-10-15,1 1 16,-1-10 0,-9-9-16,0 0 15,0-18 1,-9-19-16,-1-9 16,1-9-16,0 9 15,-1 9 1,-9-19-16,10 20 15,-10-1 1,10 0-16,-1 0 16,-9 0-1,1 10-15,-1-1 16,9 10-16,-8-1 16,-1 10-1,0 9-15,0 0 16,-9 0-1,0 10-15,-10-1 16,-18 0-16,-1 10 16,-9 9-1,-28-1-15,-9 10 16,-10 0 0,-9 10-16,-1 8 15,-18 1-15,0-1 16,0 0-1,-28 10-15,-1-9 16,10-1 0,-9 10-16,0-1 15,-38 1-15,19 0 16,-1-10 0,-18-9-16,38 1 15,-28-10 1,18 0-16,10 0 15,-20 0 1,29-10-16,1 1 16,-1 0-16,28 0 15,0 0 1,-9-1-16,19 1 16,-10-9-1,-9 8-15,19 1 16,18 9-1,-9 0-15,19 0 16,-9 9-16,9 1 16,0 8-1,9 1-15,10 8 16,9 1 0,-9 9-16,18 0 15,10 0 1,0 9-16,9 0 15,1 9-15,-1 10 16,10 9 0,0 9-16,9 0 15,0 18 1,10-8-16,-1-1 16,1-9-16,9 0 15,-10 0 1,10-9-16,0-9 15,0-10 1,10 0-16,-1 10 16,1 46-1,-10-111-15</inkml:trace>
  <inkml:trace contextRef="#ctx0" brushRef="#br0" timeOffset="11548.38">20010 1412 0,'0'0'0,"0"0"0,-10 9 16,-9 1-16,-28 27 16,-37 36-1,-20 38-15,-37 46 16,19-9-16,-1 9 16,-18 27-1</inkml:trace>
  <inkml:trace contextRef="#ctx0" brushRef="#br0" timeOffset="12317.17">20819 1680 0,'0'0'0,"0"0"16,0 0-1,0 0-15,9 0 16,19-9-16,19-19 16,19-27-1,28-19 1,0-9-16,-18 9 16,-20 0-16,-9 0 15,-9 19 1,-10-1-16,-9 10 15,-10 9-15,0 10 16,-9 8 0,0 10-16,-9 0 15,-10 9 1,0 0-16,-9 9 16,9 9-16,1 19 15,18 19 1,18 8-16,29 10 15,38 18 1,0-18-16,-19-9 16,-19-19-1,-19-9-15,-9 0 16,-19-9-16,-10-1 16,-9 1-1,-9 0-15,-9-1 16,-10-8-1,47-19-15</inkml:trace>
  <inkml:trace contextRef="#ctx0" brushRef="#br0" timeOffset="12932.07">22145 1144 0,'0'0'0,"0"10"16,0 8-16,-9 38 15,-1 17 1,-9 20-16,19-10 16,0-19-16,10-8 15,-1-19 1,10-19-16,0-9 15,0-9 1,-1-9-16,11-9 16,-1-1-16,0-18 15,0 0 1,-9 10-16,9-10 16,-9 9-1,0 10-15,0-1 16,0 10-1,-1 9-15,11 9 16,-1 10-16,0 8 16,0 19-1,1 1-15,-1 8 16,-9-18 0,-10-9-16,0-10 15,1 0 1,-1-8-16,1-10 15,-1 0-15,0-10 16,10 1 0,0-9-16,0-19 15,0-9 1,9-28-16,-9 9 16,9 10-16,0 0 15,0-1 1,-28 56-16</inkml:trace>
  <inkml:trace contextRef="#ctx0" brushRef="#br0" timeOffset="13808.24">23575 1264 0,'0'0'0,"0"0"15,9-9-15,1 0 16,-1 0-16,1 0 16,-1-10-1,0 1-15,-9 8 16,-9 1 0,0 0-16,-10 0 15,-19 9 1,1 9-16,-20 9 15,10 10-15,0 9 16,9 9 0,10 10-16,19-10 15,9-9 1,9 0-16,19-10 16,1-8-16,8-10 15,1-9 1,-1-9-16,1-10 15,0-8 1,-19-1-16,-1 9 16,1 1-1,-9-1-15,-1 10 16,0 0-16,1 0 16,-10 9-1,9 0-15,1 9 16,8 9-1,1 10-15,9 9 16,10 0-16,0-9 16,-10-19-1,10 0-15,-1-18 16,10-10 0,-9-8-16,0-1 15,-10-9 1,0-9-16,0 0 15,-9 9-15,-10 9 16,1 10 0,-1-1-16,1 10 15,-10 9 1,0 0-16,0 0 16,0 0-16,0 28 15,9 18 1,0 28-16,1 18 15,-10 0 1,0 19-16,0-28 16,0-9-1,0-9-15,0-10 16,0-9-16,0-18 16,0-10-1,0-18-15,0 0 16,0 0-1</inkml:trace>
  <inkml:trace contextRef="#ctx0" brushRef="#br0" timeOffset="14136.51">24130 1357 0,'0'0'16,"-9"-19"-16,-1 1 15,1-1-15,-1 1 16,10-1-1,0-8-15,10-1 16,18-9 0,19 0-16,28 0 15,10 10 1,-19 8-16,-10 19 16,-9 0-16,-18 9 15,-11 1 1,-8-1-16,-10 9 15,-10 19 1,-18 9-16,-38 19 16,-18 0-1,18-19-15,-10-9 16,76-37-16</inkml:trace>
  <inkml:trace contextRef="#ctx0" brushRef="#br0" timeOffset="15365.19">26096 1163 0,'0'0'0,"0"0"16,10-9 0,-1-1-16,10 1 15,0-9 1,-10-1-16,0 1 16,-9-1-1,0 1-15,-9-1 16,-10 10-1,-9-18-15,-10 8 16,1 10-16,-1 9 16,0 0-1,-9 18-15,0 19 16,10-18-16,9 18 16,9 0-1,9 9-15,10-9 16,10 0-1,9-10-15,9-8 16,0-1 0,10 1-16,9-19 15,9-10-15,-18 1 16,-1-9 0,1-1-16,-10 1 15,-9-1 1,0 10-16,0 0 15,-10 0 1,0-1-16,1 1 16,-10 9-16,0 0 15,0 0 1,0 0-16,9 0 16,1 9-1,8 10-15,1 9 16,10 8-16,-1-8 15,0 0 1,0-10-16,10 1 16,9-10-1,-47-9-15</inkml:trace>
  <inkml:trace contextRef="#ctx0" brushRef="#br0" timeOffset="15907.43">27197 461 0,'0'0'15,"0"0"-15,0 0 16,0 0 0,-19 0-16,-9 0 15,-29 0 1,1 19-16,18-19 16,-9 28-1,19-10-15,0 10 16,9-10-16,0 38 15,19-29 1,0 38-16,0-10 16,10 19-1,-1 0-15,0 18 16,-9-9 0,0 10-16,0-1 15,10 0-15,-1-9 16,1-18-1,-1 0-15,0-19 16,1 0 0,9-19-16,-1-8 15,1-1-15,9-8 16,10-10 0,19-28-16,-57 28 15</inkml:trace>
  <inkml:trace contextRef="#ctx0" brushRef="#br0" timeOffset="16432.53">27376 1015 0,'0'0'0,"0"0"16,0 0-16,0 0 16,0 0-1,0 9-15,0 19 16,0 0-16,0 9 16,0 9-1,0 0-15,9 0 16,10-9-1,9 0-15,0-9 16,10-10-16,-1 1 16,11-10-1,-11-9-15,1-9 16,-1-10 0,-8 1-16,-1-1 15,0-8 1,-9-10-16,-10 9 15,-9 0-15,0-9 16,-19 0 0,-9 1-16,-19-1 15,-19 9 1,1 9-16,-1 10 16,19 9-16,9 9 15,19 1 1,19-10-16</inkml:trace>
  <inkml:trace contextRef="#ctx0" brushRef="#br0" timeOffset="17016.75">28015 646 0,'0'0'0,"10"0"16,27 0-16,29-9 15,19 9 1,-1 0-16,-18 9 15,-19-9-15,-9 9 16,-19-9 0,-10 19-16,1-19 15,-1 18 1,0 10-16,-9 9 16,-9 27-1,0 1-15,9 9 16,0 9-16,0 9 15,9 1 1,-9-20-16,0 1 16,0 0-1,-9-9-15,-1-1 16,1-18-16,-10 1 16,0-11-1,-9 1-15,0-9 16,0 0-1,-1-1-15,1-8 16,9-10 0,-9-9-16,9 0 15,10 0-15,-1-9 16,10 9 0</inkml:trace>
  <inkml:trace contextRef="#ctx0" brushRef="#br0" timeOffset="17415.39">29436 1504 0,'0'0'16,"0"10"-16,-10 17 16,-8 47-1,-39 46-15,-9 9 16,-18 28 0,-1-27-16,0-29 15,85-101-15</inkml:trace>
  <inkml:trace contextRef="#ctx0" brushRef="#br0" timeOffset="18234.36">29981 960 0,'0'0'15,"0"0"-15,0 0 16,0 0-16,0 0 16,0 0-1,-9-9-15,-19-1 16,-10-17-1,-9 8-15,0 10 16,0 0 0,0 9-16,0 9 15,0 10 1,9-1-16,-9 19 16,10 0-16,8 9 15,11 9 1,8-9-16,10 1 15,10-10 1,18-1-16,19-17 16,19-10-16,0-18 15,-1-10 1,-8-8-16,-20-1 16,1 0-1,-10 10-15,1-1 16,-11 10-1,-8 9-15,-1-18 16,1 9-16,-10 9 16,0 0-1,0 0-15,9 9 16,0 9-16,1 19 16,-1 9-1,10 10-15,0-10 16,0-9-1,9-10-15,10-8 16,9-10 0,18-9-16,-65 0 15</inkml:trace>
  <inkml:trace contextRef="#ctx0" brushRef="#br0" timeOffset="18770.23">30809 600 0,'0'0'16,"0"0"-16,-9 0 15,-10 0 1,-9 9-16,0 10 16,-1-19-1,1 18-15,0 10 16,0-10 0,-1 19-16,11 0 15,-1 0 1,9 9-16,1 19 15,0-1-15,9 1 16,9 0 0,0-1-16,1 1 15,-1-1-15,1 1 16,-1-10 0,0-8-16,1-11 15,-1 1 1,1-9-16,-1 0 15,1-10 1,-1 1-16,10-1 16,9-9-16,10 1 15,27-10 1,30-19-16,-95 19 16</inkml:trace>
  <inkml:trace contextRef="#ctx0" brushRef="#br0" timeOffset="19534.7">31110 1015 0,'0'0'0,"0"0"16,0 19-16,0 18 15,0 27 1,-9 10-16,-1 18 16,1-18-1,0-9-15,9-19 16,0-9-16,0-9 15,0-19 1,0 0-16,0-9 16,0 0-1,0 0-15,0 0 16,0 0-16,0-9 16,9-28-1,10-18-15,0-10 16,0-9-1,-1 9-15,1 10 16,0 0 0,0 18-16,-10 9 15,1 10-15,-1-1 16,0 10 0,10 9-16,0 0 15,0 9 1,0 10-16,-1 8 15,-8 19 1,-1 19-16,1 9 16,-1 0-16,-9 0 15,10-10 1,-10-8-16,9-19 16,10-1-16,-19-36 15</inkml:trace>
  <inkml:trace contextRef="#ctx0" brushRef="#br0" timeOffset="19915.86">31910 1458 0,'0'0'0,"0"0"16,0 0-16,0 0 15,0 0-15,0 0 16,9 0-1,10-9-15,9 0 16,10 0 0,0-1-16,9-8 15,0-1 1,0 1-16,0-10 16,0 10-1,-47 18-15</inkml:trace>
  <inkml:trace contextRef="#ctx0" brushRef="#br0" timeOffset="20241.75">32578 988 0,'0'0'0,"0"0"16,0 9-1,9 28-15,1 9 16,-1 28 0,0 18-16,-18 0 15,9 1-15,-9-10 16,-1-19-1,10-18-15,0-9 16,0-18 0,0-1-16,0-18 15,0 0-15</inkml:trace>
  <inkml:trace contextRef="#ctx0" brushRef="#br0" timeOffset="20783.58">32691 794 0,'0'0'16,"28"0"-16,28 0 16,10 9-1,0 9-15,-19-18 16,-9 10 0,-10-1-16,-9 0 15,-10 10-15,1-19 16,-1 27-1,-9 19-15,-9 1 16,-1 8 0,1 19-16,-1 0 15,10 9-15,0 0 16,0 0 0,10 0-16,-1-9 15,10 0 1,-10-1-16,1-8 15,-10-10 1,0 1-16,-10-10 16,-8 0-16,-29 9 15,-38 1 1,-66 18-16,-103-28 16,19-9-1</inkml:trace>
  <inkml:trace contextRef="#ctx0" brushRef="#br1" timeOffset="82093.67">2070 13614 0,'0'0'0,"0"0"0,18 0 16,20 0-1,19 0-15,18-9 16,9-1-1,11-8-15,-1-1 16,18 1 0,20-10-16,9 10 15,19-1 1,0 1-16,9-10 16,1 10-16,-1 8 15,19 1 1,-18 9-16,8 0 15,20-9 1,-1 0-16,10 9 16,-37 0-16,37 0 15,-38 0 1,0 0-16,10 0 16,-28-9-1,18-1-15,0 1 16,-28-19-1,19 10-15,10-10 16,-39 10-16,29-1 16,0 1-1,-28-1-15,28 1 16,-19-1 0,0 1-16,19 9 15,-9 0-15,-20 9 16,20 0-1,-1 0-15,-18 0 16,19 0 0,-1-10-16,-9 10 15,0-9 1,10 9-16,-20-9 16,-8 0-16,8-1 15,-8 1 1,-20 0-16,-9 0 15,0 9 1,0-10-16,-9 1 16,-10 0-1,1 0-15,18 0 16,0-1-16,0 1 16,-9 0-1,-10 0-15,-9 9 16,9 0-1,-9 0-15,0-10 16,-19 10-16,0 0 16,-10 0-1,-8 0-15,-11 0 16,1 0 0,-9 0-16,-1 0 15,0 0-15,1 10 16,-1-10-1,1 9-15,-1 0 16,0 10 0,-9 8-16,10 10 15,-10 9 1,0 19-16,0 9 16,0 0-1,9 9-15,-9 9 16,0-9-16,10 0 15,-1-9 1,-9 0-16,0 0 16,0-10-1,0-8-15,0-1 16,0-18-16,0 0 16,0-9-1,0-10-15,0 0 16,0-8-1,0-1-15,-9 0 16,-1 0-16,1 1 16,-1-1-1,-8 0-15,-20 0 16,-18 1 0,-20-1-16,-18 0 15,0 0-15,-38 0 16,10 1-1,-10 8-15,-37 10 16,0-10 0,-1-9-16,-18 10 15,10-1 1,-39 1-16,20-1 16,-29 1-1,28-1-15,-27 10 16,27 0-16,-9-10 15,0 1 1,0-1-16,-28 0 16,37 1-1,-27-1-15,27 1 16,-18-10-16,18 0 16,-28 1-1,29 8-15,-38-9 16,28 0-1,-19 10-15,19-10 16,0 0-16,-9 1 16,18-1-1,-9 9-15,28-8 16,-18-10 0,18 9-16,-9-9 15,0 0-15,18 0 16,1 0-1,18 0-15,20 0 16,-10 0 0,18 0-16,10 0 15,10-9 1,0 9-16,18 0 16,10 0-1,9 0-15,9 0 16,20 9-16,-1-9 15,10 9 1,9 0-16,19-9 16</inkml:trace>
  <inkml:trace contextRef="#ctx0" brushRef="#br1" timeOffset="82959.64">10009 13152 0,'0'0'16,"0"0"0,0 0-16,0 0 15,0 0-15,0 19 16,0 18 0,10 27-16,-1 19 15,1 10 1,-1 36-16,-9-9 15,10 0-15,-10 9 16,0-18 0,0 0-16,0-38 15,0-8 1,0-10-16,0-18 16,0 0-1,0-9-15,0-10 16,9-8-16,0-1 15,1-9 1,-10 0-16</inkml:trace>
  <inkml:trace contextRef="#ctx0" brushRef="#br1" timeOffset="83566.95">10311 13678 0,'0'0'0,"0"0"16,0 0-16,0 0 15,18 0 1,11 0-16,18 0 16,9-9-1,19 0-15,1 0 16,-11-1-16,1 1 15,-19 0 1,-9 0-16,-10 0 16,0 9-1,-9 0-15,-9 0 16,-1 0 0,0 0-16,-9 0 15,0 0-15,0 0 16,0 9-1,0 0-15,10 19 16,-10-1 0,0 10-16,0 9 15,0 1-15,0-1 16,0 9 0,0-9-16,9 10 15,1 8 1,-1 1-16,-9-65 15</inkml:trace>
  <inkml:trace contextRef="#ctx0" brushRef="#br1" timeOffset="93562.62">20565 2769 0,'0'0'16,"0"9"-16,9 37 15,0 47 1,1 36-16,9 28 16,-10 18-16,0 0 15,1-8 1,-10-29-16,9-36 15,1-29 1,-10-36-16,0-9 16,0-10-1,0-18-15,0 0 16,0 0-16,9-18 16,19-28-1,10-19-15,9-18 16,0 0-1,0 9-15,-9 19 16,-10-1 0,0 29-16,-9 8 15,9 10-15,-9 9 16,0 19 0,9 17-16,-9 20 15,0 27-15,-1-9 16,1 0-1,0-19-15,9-9 16,1-27 0,8-1-16,10-9 15,10-18 1,18-19-16,0-18 16,10-18-16,-19-1 15,-10-9 1,-9-9-16,-9-9 15,-19-1 1,-19 1-16,-10 28 16,1 17-1,-10 20-15,10 8 16,-10 19-16,0 10 16,-9 8-1,-1 28-15,1 19 16,9 27-1,10 0-15,9-18 16,19 0 0,9-9-16,19-10 15,0-18-15,19-19 16,9-8 0,19-29-16,-9-9 15,9-18 1,-9-18-16,-10-10 15,-19-9-15,-9-19 16,-9 10 0,-19 9-16,-19 28 15,0 18 1,-9 9-16,-10 9 16,-10 10-16,-8 18 15,-10 28 1,-10 19-16,10 18 15,19-1 1,9-8-16,10-19 16,9-18-1,9-10-15,10-8 16,9-10-16,10-19 16,18-18-1,1-9-15,-20 9 16,1 0-1,0 0-15,-19 19 16,-1 9 0,-8-1-16,-1 10 15,1 0-15,8 10 16,11 17 0,18 10-16,9 0 15,19-9 1,19-10-16,-9-27 15,-10-19-15,-18 1 16,-10-10 0,-10 0-16,-18 0 15,0 0 1,-9 19-16,-1 8 16,-9 10-16,0 0 15,0 10 1,0 26-16,9 66 15,1 46 1,-1 27-16,-9 10 16,10-10-1,-10-18-15,0-46 16,0-38 0,0-26-16,0-20 15,0-27-15,0 0 16,0 0-1</inkml:trace>
  <inkml:trace contextRef="#ctx0" brushRef="#br1" timeOffset="93818.25">23105 3249 0,'0'0'16,"9"-19"-16,10 1 15,18-1 1,29 1-16,28 18 15,10 18-15,-1 10 16,-27 9 0,-29 0-16,-10 9 15,-18 0 1,-19 10-16,-19 8 16,-18 10-1,-1-19-15,0-8 16,20-29-16,18-18 15</inkml:trace>
  <inkml:trace contextRef="#ctx0" brushRef="#br1" timeOffset="94018.29">24186 3230 0,'0'0'0,"0"0"16,0 10-1,-9 27-15,-10 27 16,0 47-16,1 18 16,8 19-1,10-37-15,10-47 16,-10-64 0</inkml:trace>
  <inkml:trace contextRef="#ctx0" brushRef="#br1" timeOffset="94149.9">24064 3249 0,'0'0'0,"0"-9"15,-9-10 1,9-9-16,0-8 16,0 36-16</inkml:trace>
  <inkml:trace contextRef="#ctx0" brushRef="#br1" timeOffset="94606.07">24995 2658 0,'0'0'0,"0"0"16,-9 0-1,-10 19-15,-18 18 16,-10 18-16,0 28 16,0 28-1,9 9-15,19 9 16,10 37 0,9 0-16,9 0 15,10 0 1,-10-36-16,1-20 15,-1-8-15,-9-37 16,-9-19 0,9-19-16,0-17 15,-10-10 1,-9-19-16,-18-36 16,-1-1-1,1 10-15,-1 0 16,0 9-16,10 0 15,9 10 1,0-1-16,10-9 16,9 37-1</inkml:trace>
  <inkml:trace contextRef="#ctx0" brushRef="#br1" timeOffset="95084.25">25221 3433 0,'0'0'0,"10"-9"16,8 0-1,-8 9-15,-1 0 16,1 0-16,-1 9 16,1 10-1,-1 8-15,-9 19 16,0 1 0,0-1-16,0-9 15,9-10 1,1-8-16,9-1 15,37-18-15,19-18 16,1-10 0,-11-18-16,-8-9 15,-1-1 1,-18 1-16,-10-10 16,-9 10-1,-10 18-15,-9 9 16,0 10-16,0 18 15,0 0 1,0 0-16,0 28 16,0 45-1,10 47-15,-1 37 16,19 9-16,-9-18 16,-19-9-1,-9-1-15,-10-9 16,-19-9-1,-37 9-15,75-129 16</inkml:trace>
  <inkml:trace contextRef="#ctx0" brushRef="#br1" timeOffset="95535.37">24478 3775 0,'0'0'0,"9"-9"16,1-10-1,18-8-15,38-38 16,47-27 0,-113 92-16</inkml:trace>
  <inkml:trace contextRef="#ctx0" brushRef="#br1" timeOffset="96910.78">27347 2649 0,'0'0'16,"0"0"-16,0 0 15,0 0 1,0 0-16,0 0 16,0 0-1,0 0-15,0 0 16,0 0-1,0 0-15,0 0 16,-9 0-16,-10 9 16,-19 0-1,-18 19-15,-19 18 16,-10 19 0,19 9-16,0 27 15,10 10-15,9 9 16,9 18-1,1 10-15,27-37 16,10 9 0,10-9-16,8-38 15,11-8-15,18-10 16,19-18 0,9-9-16,-75-28 15</inkml:trace>
  <inkml:trace contextRef="#ctx0" brushRef="#br1" timeOffset="98901.72">28241 3295 0,'0'0'0,"0"0"16,-19 0 0,-9 0-16,-19 9 15,-19 10-15,-9 18 16,0 18-1,-1 19-15,20 0 16,18-1 0,10-8-16,19-10 15,9-18-15,18-9 16,20-9 0,28-10-16,19-28 15,9-27 1,-10-9-16,10-47 15,-18-9-15,-1-8 16,-19-20 0,-18 10-16,0-19 15,-20 19 1,-8 37-16,-1 9 16,1 18-1,-10 28-15,0 19 16,0 18-16,0 0 15,-10 9 1,-9 46-16,-9 47 16,-9 27-1,8 28-15,11 0 16,8 0 0,10-28-16,19-18 15,19-10-15,9-27 16,9-19-1,10-18-15,19-27 16,-1-20 0,1-17-16,-10-20 15,-9 1-15,0-9 16,-10 0 0,-9-1-16,-9 1 15,-10 9 1,-9 9-16,-10 18 15,-9 1-15,0 18 16,0 0 0,0 0-16,-9 18 15,-19 19 1,0 19-16,-1 17 16,20-17-1,9-1-15,9-18 16,10 0-16,9-9 15,19-10 1,10-9-16,9-18 16,-10-9-1,1-10-15,-10-18 16,-10-10-16,-8-17 16,-20-20-1,-18-8-15,-20 18 16,-18 9-1,-9 19-15,-1 18 16,1 9 0,9 19-16,9 9 15,10 9 1,9 9-16,10 1 16,9-1-16,19 19 15,37 9 1,48 1-16,8-1 15,-17-9 1,-20-10-16,-9 10 16,-10-9-16,-18 0 15,-10-1 1,0 1-16,-9 9 16,0-9-1,-10-10-15,1-9 16,-1 0-16,10-9 15,9-9 1,10-9-16,9-19 16,9-9-1,-9 0-15,0-1 16,-19 20 0,1 8-16,-11 1 15,-8 9-15,-1 9 16,1 9-1,-1 9-15,10 1 16,-10 8 0,1-8-16,9-1 15,-10-8 1,10-10-16,9 0 16,0-10-16,10-8 15,-1-10 1,-8 1-16,-1 8 15,0 1 1,0-1-16,-9 1 16,-9 8-16,8 10 15,11 10 1,18 8-16,19 19 16,-10 0-1,0-9-15,-27-10 16,-1-9-1,0-18-15,0-19 16,1-27-16,-1-19 16,-9-9-1,-1 0-15,1 18 16,-9 19 0,8 9-16,1 19 15,-9 18-15,18 9 16,19 28-1,0 18-15,-9 10 16,-20 0 0,-8-10-16,-1-18 15,-9-9 1,10-19-16,-10-9 16,9 0-16,10-19 15,9-8 1,10-19-16,9-1 15,0 1 1,-19 19-16,10 17 16,18 38-16,38 46 15,28 74 1,-65-38-16,-57-110 16</inkml:trace>
  <inkml:trace contextRef="#ctx0" brushRef="#br1" timeOffset="99136.56">32521 2787 0,'19'28'15,"47"92"-15,28 102 16,-37 36 0,-48 28-16,-37-74 15,-38 56 1,-28-93-16,-10 38 16</inkml:trace>
  <inkml:trace contextRef="#ctx0" brushRef="#br1" timeOffset="99600.84">29351 3969 0,'0'0'0,"-19"-9"15,-9 9-15,0 9 16,-10 9 0,1 28-16,-1 56 15,19 27 1,29 65-16,27 0 16,10-10-16,-19-18 15,10-18 1,-19-65-16,-10-9 15,1-28-15,-10-27 16,-10-10 0,10-9-16</inkml:trace>
  <inkml:trace contextRef="#ctx0" brushRef="#br1" timeOffset="100167.4">29012 5021 0,'0'0'0,"0"0"16,0 0-16,0 0 15,0 0 1,19-19-16,57-8 16,74-10-1,29 9-15,0 19 16,-48 18 0,-56 0-16,-18 10 15,-19-1-15,-20 1 16,-8-1-1,-10 10-15,-10 0 16,1-10 0,-10 1-16,0-10 15,1-9 1,8 0-16,1-19 16,9-18-16,28-18 15,28-19 1,29 0-16,19 10 15,-10 18-15,-19 27 16,-28 19 0,-9 9-16,-1 10 15,-9 8 1,-9 1-16,0 0 16,-10 0-1,1-10-15,-1-9 16,-9-9-16,0 0 15,0 0 1,-9-9-16,-10-9 16,-9-10-1,-10 0-15,1 0 16,8 1 0,1 8-16,9-8 15,19 27-15</inkml:trace>
  <inkml:trace contextRef="#ctx0" brushRef="#br1" timeOffset="100688.36">30941 4587 0,'0'0'0,"0"28"16,9 9-16,1 9 15,-10 0 1,0-9-16,0-9 15,0-10-15,0-9 16,0-9 0,0 0-16,0 0 15,9-18 1,1-10-16,18-9 16,9 0-1,20-9-15,18 9 16,10 10-1,-10 17-15,-18 1 16,-29 0-16,-9 9 16,-10 0-1,-9 0-15,0 0 16,0 0-16,0 0 16,0 0-1,0 0-15,0-9 16,0-10-1,9-8-15,10-1 16,9-9 0,1 9-16,18 10 15,9 9-15,19 36 16,1 19 0,-1 28-16,-28 19 15,-28 8 1,-19-18-16,0-83 15</inkml:trace>
  <inkml:trace contextRef="#ctx0" brushRef="#br1" timeOffset="101751.19">29445 5852 0,'0'0'16,"10"0"-16,27 0 15,48 9 1,47 9-16,9 19 15,-19 0-15,-37 9 16,-19 0 0,-19-9-16,-29-9 15,-8 0 1,-10-10-16,-10 1 16,1-10-1,-10 0-15,10 0 16,-1-9-16,1 0 15,0-9 1,18-37-16,29-56 16,46-18-1,48 10-15,9 8 16,10 38-16,-48 27 16,-37 18-1,-19 19-15,-19 19 16,0 27-1,-18 18-15,-20 19 16,-8 19 0,-1-19-16,9-37 15,10-18-15,0-19 16,0-9 0,10 0-16,-1-9 15,1-10 1,-1-8-16,0-10 15,1-9-15,-1-10 16,1-18 0,-1-9-16,10 10 15,9 8 1,10 10-16,9 27 16,28 9-1,19 29-15,38 45 16,-1 37-16,-36 1 15,-30-1 1,-18 9-16,-18-27 16,-11-18-16,-8-19 15,-1-10 1,1-8-16,-1-10 16,-9-9-1,0 0-15,0-19 16,-9-17-1,-1-29-15,-9-9 16,-18-9-16,-1 0 16,-9 9-1,0 0-15,47 74 16</inkml:trace>
  <inkml:trace contextRef="#ctx0" brushRef="#br1" timeOffset="101985.98">32418 5132 0,'0'18'0,"9"56"15,1 55 1,-1 74-16,10-9 15,0-19 1,18-27-16,-18-65 16,-19-83-1</inkml:trace>
  <inkml:trace contextRef="#ctx0" brushRef="#br1" timeOffset="102117.35">32249 6147 0,'0'0'16,"0"0"-1,0-9-15,9-10 16,29-27-16,65-37 16,95-28-1,9 1-15</inkml:trace>
  <inkml:trace contextRef="#ctx0" brushRef="#br2" timeOffset="142125.22">18147 5353 0,'0'0'0,"0"0"16</inkml:trace>
  <inkml:trace contextRef="#ctx0" brushRef="#br2" timeOffset="-186742.45">12662 1541 0,'0'0'0,"0"0"0,-9 10 16,0-1 0,-1 0-16,1 0 15,-1 10 1,1-1-16,0 10 15,18 0 1,10-1-16,18 1 16,48 9-16,28-9 15,47-10 1,9-9-16,-9-9 16,9 0-1,1 0-15,9 9 16,18 1-1,1-10-15,-1 9 16,10-9-16,10 0 16,18 0-1,-19 0-15,0-9 16,-9-1 0,-37-8-16,-1 0 15,-28-1-15,-9-9 16,-19 1-1,-10 8-15,-27 1 16,-11-1 0,-8 10-16,-1-9 15,-56 18 1</inkml:trace>
  <inkml:trace contextRef="#ctx0" brushRef="#br2" timeOffset="-183907.22">21054 2307 0,'0'0'16,"19"0"-16,28 0 16,28 0-1,19 0-15,0 0 16,10 0-16,8 0 16,20 0-1,-19 0-15,0 0 16,19 0-1,-20 0-15,1 0 16,0 0-16,0-9 16,-9 0-1,9 9-15,-1-9 16,20-1 0,-19 1-16,0 0 15,9 0-15,-9 0 16,9-1-1,1 1-15,-10 0 16,-1 0 0,11-1-16,8-8 15,1 9 1,-10-10-16,10 1 16,0-1-16,0 10 15,-1 0 1,1 0-16,-19-1 15,19 1 1,-1 0-16,1 0 16,-19 0-1,19-1-15,-10 1 16,10 0-16,-20 0 16,11-1-1,-1 1-15,-9 9 16,-10-9-1,10 0-15,0-1 16,0 1-16,0 0 16,-19 0-1,10 0-15,-10-1 16,0 1 0,0 0-16,0 0 15,9-1 1,-9 1-16,-9 9 15,0 0-15,9-9 16,0 9 0,0-9-16,-9 9 15,-10 0 1,10 0-16,-10 0 16,0 0-16,-9 0 15,0 0 1,0 0-16,-10 0 15,0 9 1,10 0-16,0-9 16,-9 0-1,-1 0-15,-9 0 16,10 0-16,-1 0 16,0 0-1,1 9-15,-1-9 16,-9 0-1,10 0-15,-10 0 16,0 0-16,0 0 16,0 0-1,-9 0-15,-1 0 16,1 0 0,9 0-16,-9 0 15,-1 0 1,1 0-16,-10 0 15,10 0-15,-1 0 16,-37 0 0</inkml:trace>
  <inkml:trace contextRef="#ctx0" brushRef="#br2" timeOffset="-183074.9">30527 2234 0,'0'0'0,"9"0"16,20 0-1,8 9-15,20 0 16,9 9-16,28 1 16,9-1-1,1 1-15,9-10 16,9 0-1,0 1-15,-9-1 16,-10-9 0,10 0-16,-19 9 15,1 0-15,-20-9 16,-9 0 0,-1 0-16,1 0 15,-66 0 1</inkml:trace>
  <inkml:trace contextRef="#ctx0" brushRef="#br2" timeOffset="-167525.19">10151 12848 0,'0'0'0,"0"0"0,0 9 16,0 9-16,0 1 16,0 18-1,0 9-15,0 18 16,0 10-16,0 19 16,0 8-1,0 10-15,0 9 16,0 9-1,0-18-15,9 9 16,-9 0-16,9-28 16,10 0-1,-9-18-15,-1-9 16,0-19 0,1 0-16,-1-9 15,1-9 1,-10-10-16,9 1 15,0-1-15,1 1 16,-10-19 0</inkml:trace>
  <inkml:trace contextRef="#ctx0" brushRef="#br2" timeOffset="-157202.31">22013 5021 0,'10'0'0,"27"0"0,76 0 16,47 9-1,19-9-15,9 0 16,10 0-16,-1-9 16,10 0-1,-19-10-15,38 10 16,-28-19 0,-1 1-16,-18-1 15,-10 0 1,1-9-16,-29 10 15,-10-1-15,-8 0 16,-10 10 0,-19-1-16,-19-8 15,-9 8 1,0 1-16,-10-1 16,-9 1-16,-9-1 15,-38 19 1</inkml:trace>
  <inkml:trace contextRef="#ctx0" brushRef="#br2" timeOffset="-106367.73">2164 13863 0,'0'0'0,"0"9"16,-10 10-16,1-1 16,-10 19-1,10 0-15,-1 18 16,1 1 0,-10 18-16,10 9 15,-10 9-15,0 9 16,0-8-1,10-1-15,-1-18 16,1-10 0,9 1-16,9-28 15,1-9-15,-10-28 16</inkml:trace>
  <inkml:trace contextRef="#ctx0" brushRef="#br2" timeOffset="-105922.53">2117 13798 0,'0'0'0,"0"0"16,0 10-16,0 8 16,0 10-1,0 9-15,0 27 16,0 19 0,0 0-16,0 10 15,0 8 1,9 1-16,-9-102 15</inkml:trace>
  <inkml:trace contextRef="#ctx0" brushRef="#br2" timeOffset="-105424.35">2051 13844 0,'0'0'16,"0"19"-16,0 18 15,0 37-15,-10 36 16,1 10 0,9 10-16,-19-1 15,10-9 1,-1-28-16,10-92 15</inkml:trace>
  <inkml:trace contextRef="#ctx0" brushRef="#br2" timeOffset="-102891.06">2032 13724 0,'0'0'0,"0"0"16,0 0 0,0 0-16,19 10 15,9-1-15,19 9 16,0-8 0,19-1-16,9 0 15,0-9 1,1 0-16,18 0 15,0-9 1,0 0-16,0-10 16,0 1-16,19-1 15,0 1 1,-10-1-16,1-8 16,9 8-1,-10 1-15,-9-1 16,10 10-1,9 0-15,0 0 16,-10-1-16,1 1 16,8 0-1,1-10-15,0 10 16,-19-9 0,0 9-16,0-1 15,-9 1 1,0 0-16,-10 0 15,0 9-15,10-10 16,-10 10 0,10 0-16,-10-9 15,0 0 1,10 0-16,0 9 16,-1-10-16,-8 1 15,18 0 1,-10 0-16,1 0 15,9-10 1,-9 10-16,9 0 16,-9-1-16,9-8 15,9-1 1,-9 1-16,-9 9 16,9-10-1,0 1-15,9 9 16,-8-1-1,-1 1-15,9 0 16,10-10-16,-10 10 16,1-9-1,-1-1-15,1 10 16,-10 0 0,0 0-16,0-1 15,-9 1 1,9 0-16,0 0 15,0-1-15,0 10 16,19 0 0,0 0-16,0-9 15,9 0 1,10 0-16,-1 0 16,-8-1-1,-10 1-15,0 9 16,-1-9-16,-18 0 15,1 9 1,8-10-16,-18 10 16,-1-9-1,-18 9-15,9 0 16,1 0-16,-1 0 16,0 0-1,-9 0-15,0 0 16,-10 0-1,-9 9-15,0-9 16,1 10-16,-1-10 16,-10 9-1,1-9-15,-1 9 16,-8 0 0,-1 1-16,0-1 15,0 0 1,1 0-16,-1 0 15,-9 1-15,9-1 16,0 9 0,0 1-16,0-1 15,1 1 1,-10 8-16,9 10 16,0 10-1,-9-1-15,0 0 16,-1 9-16,1 1 15,-9-10 1,-1 9-16,0 10 16,1-10-1,-1 10-15,1-10 16,-10-9-16,0 0 16,0 10-1,0-10-15,-10 0 16,1 0-1,-1-9-15,-8 9 16,-1-9-16,-9 0 16,-1-9-1,1 0-15,-9-1 16,-11 1 0,-8 0-16,-19-1 15,0 1 1,-1-10-16,-18 1 15,-9-10-15,-10 10 16,0-10 0,0 9-16,-19 1 15,-9-1 1,10 1-16,-1 8 16,-19-8-16,10-1 15,9 1 1,-27-1-16,17-9 15,1 1 1,-19-1-16,19 0 16,0-9-16,-9 9 15,18 1 1,-9-1-16,-19 0 16,19 0-1,0 0-15,-10 1 16,19-1-1,-9 0-15,-19 0 16,19 1 0,10-1-16,-1 0 15,-19-9-15,20 0 16,-1 0 0,-9 0-16,0 9 15,9-9 1,-28 0-16,10 10 15,9-1-15,-29 0 16,20 0 0,18 0-16,-37 1 15,28-1 1,9 0-16,0-9 16,10 0-16,0 0 15,-10 0 1,10 9-16,9-9 15,9 0 1,-9 0-16,0 10 16,0-1-1,19 0-15,-9-9 16,-1 9-16,1 0 16,18 1-1,10-1-15,0 0 16,0 0-1,-1-9-15,1 10 16,9-10-16,10 0 16,-1 0-1,1 0-15,9 9 16,0 0 0,0-9-16,0 9 15,9 1 1,0-1-16,10 0 15,0 0-15,0 0 16,18 1 0,10-10-16</inkml:trace>
  <inkml:trace contextRef="#ctx0" brushRef="#br2" timeOffset="-92507.84">3189 13817 0,'0'0'0,"0"0"0,0 0 16,0 0 0,0 0-16,0 0 15,-9 9 1,-10 9-16,0 10 15,-9 9 1,-10 9-16,-9 10 16,10-1-1,-1 10-15,10-10 16,-1-9-16,11 10 16,-1-10-1,0 0-15,10-9 16,9 0-16,9-10 15,0-8 1,10-1-16,0-9 16,19-9-1,-1 0-15,10-9 16,0-9 0,-9-1-16,-10 10 15,-9 0-15,0 0 16,-10-1-1,1 1-15,-1 0 16,-9 0 0,0-1-16,0 1 15,-9 0 1,-1 0-16,-18 0 16,-10-1-16,1 10 15,-1 0 1,1 10-16,-1-1 15,0 9 1,10 1-16,0-1 16,18 1-1,10-19-15</inkml:trace>
  <inkml:trace contextRef="#ctx0" brushRef="#br2" timeOffset="-91773.8">3707 13254 0,'0'0'15,"0"0"-15,0 0 16,0 0-16,0 0 16,0 0-1,0-9-15,0 9 16,0 0-1,0 0-15,0 9 16,-10 18 0,1 38-16,-1 27 15,1 56 1,-1 9-16,10 9 16,0 19-16,19-1 15,0 47 1,9-9-16,1-1 15,8 28 1,20-36-16,8 8 16</inkml:trace>
  <inkml:trace contextRef="#ctx0" brushRef="#br2" timeOffset="-90474.34">4666 14029 0,'0'0'0,"0"0"16,0 0-16,0 0 16,0 0-1,0 0-15,0 0 16,-9 19-16,-1 17 16,-18 20-1,0 18-15,-10 9 16,1-9-1,8-10-15,11-8 16,8-20 0,1-8-16,-1 0 15,10-10-15,0-8 16,10-1 0,9 0-16,18 0 15,1-9 1,9 0-16,9-9 15,1 0-15,-1 0 16,1-1 0,-1 1-16,-9 0 15,-19 0 1,1-10-16,-29 19 16</inkml:trace>
  <inkml:trace contextRef="#ctx0" brushRef="#br2" timeOffset="-90222.43">4694 14371 0,'0'0'15,"0"0"-15,0 9 16,10 18-1,-1 10-15,10 28 16,0 18 0,0 0-16,-1 9 15,-8-8-15,-1-20 16,10-9 0,-19-55-16</inkml:trace>
  <inkml:trace contextRef="#ctx0" brushRef="#br2" timeOffset="-89742.92">5080 12977 0,'0'0'0,"0"0"16,0 0-1,0 28-15,0 27 16,0 46-1,0 29-15,0 27 16,9 27-16,10 1 16,-9 27-1,8-18-15,1 9 16,9-9 0,1-10-16,-1-27 15,0-28 1,-9-18-16,0-28 15,-10-18-15,1-19 16,-1-9 0,0-19-16,1 1 15,-1-19 1,-9 0-16</inkml:trace>
  <inkml:trace contextRef="#ctx0" brushRef="#br2" timeOffset="-89173.82">5993 13743 0,'0'0'0,"0"0"15,0 0 1,0 0-16,0 9 15,-10 19 1,1 9-16,9 18 16,-10 19-16,10 18 15,10-9 1,-1-9-16,1 0 16,8 0-1,1-10-15,0-8 16,0-19-16,-19-37 15</inkml:trace>
  <inkml:trace contextRef="#ctx0" brushRef="#br2" timeOffset="-88774.11">6557 12663 0,'0'0'15,"0"28"1,0 36-16,0 47 15,0 37 1,0 36-16,9-8 16,1 45-16,-1-27 15,1 0 1,8-19-16,1 1 16,-9-1-1,-1-27-15,0-19 16,10-9-16,0-28 15,0-18 1,0-19-16,-19-55 16</inkml:trace>
  <inkml:trace contextRef="#ctx0" brushRef="#br2" timeOffset="-88208.24">7272 13946 0,'0'0'16,"0"0"-16,0 0 15,0 0-15,-9-9 16,9 9 0,0-9-16,0-10 15,18-9 1,11-9-16,8 1 16,1 8-16,-1 9 15,-8 10 1,-1 9-16,-9 9 15,0 19 1,-19 18-16,-19 47 16,-10 17-1,-18-8-15,10-10 16,9-27-16,-1-19 16,20-18-1,0-10-15,9-9 16,0-9-1,9 0-15,29-9 16,18-19 0,29-9-16,18-18 15,-9 0-15,0-1 16,19-27 0,-19 0-16,-94 83 15</inkml:trace>
  <inkml:trace contextRef="#ctx0" brushRef="#br2" timeOffset="-87887.77">8147 12654 0,'0'0'15,"0"0"1,9 28-16,19 45 16,10 38-16,0 37 15,-10 46 1,-9 18-16,0 28 16,-10 0-1,-9-19-15,0 1 16,9-28-1,1-10-15,9-36 16,-1-56 0,11-9-16,-29-83 15</inkml:trace>
  <inkml:trace contextRef="#ctx0" brushRef="#br2" timeOffset="-87207.02">8777 13586 0,'0'0'0,"0"0"16,0 0-16,0 0 15,0 0 1,0 0-16,10-9 16,8 0-1,11 9-15,8 0 16,1 0-1,-1 9-15,-8 9 16,-1 1 0,-9 8-16,-10 1 15,-9 9-15,0 0 16,-9-9 0,-1-1-16,1-8 15,9-10 1,0 0-16,0-9 15,0 9-15,0-9 16,0 0 0,0 0-16,9 0 15,20 10 1,-1-1-16,19 0 16,0 0-1,0 10-15,-10-1 16,-8 10-16,-10 9 15,-1 9 1,-18 0-16,-9 10 16,-10-1-1,-19 0-15,-18 1 16,-10-10-16,-18 0 16,-29 0-1,113-46-15</inkml:trace>
  <inkml:trace contextRef="#ctx0" brushRef="#br2" timeOffset="-85584.51">10141 13494 0,'0'0'0,"0"0"16,0 0 0,0 0-16,0 0 15,0 0 1,0 0-16,0 0 15,0 0 1,0 0-16,10 9 16,8 0-16,11 10 15,27 8 1,10-8-16,0-1 16,-10-8-1,10-1-15,-9 0 16,-1 0-1,0-9-15,1 9 16,-1 1-16,-18-10 16,0 0-1,-10 0-15,-9 0 16,-10 0 0,0 0-16,1 0 15,-10 0 1,0 0-16,0 0 15,0 0 1,9 9-16,-9-9 16,0 9-16,0 10 15,10 8 1,-10 19-16,-10 10 16,1 8-16,-1 29 15,1-1 1,0-9-16,-10-9 15,0-9 1,10-10-16,-1-9 16,1-9-1,-1-9-15,10-10 16,0-9-16,0 1 16,0-1-1,0-9-15</inkml:trace>
  <inkml:trace contextRef="#ctx0" brushRef="#br2" timeOffset="-84424.07">10085 11223 0,'0'0'15,"0"0"-15,0 9 16,0 28-16,9 56 16,1 27-1,-1 27 1,-9 29-16,0-1 15,9 28-15,-9 9 16,10 19 0,9 0-16,-1 9 15,1 0-15,0 18 16,0-36 0,18 18-16,-8-28 15,-1 19 1,0-47-16,0 19 15,1-36-15,-11-11 16,1-8 0,-9-19-16,-1-18 15,0-19 1,1-9-16,-1-18 16,1-19-1,-10-18-15,0-10 16,0-8-16,0-10 15,0 0 1</inkml:trace>
  <inkml:trace contextRef="#ctx0" brushRef="#br2" timeOffset="-83792.92">9850 11085 0,'0'0'0,"0"18"16,9 19-16,19 65 15,10 45 1,-10 20-16,10 17 15,-10 28 1,0 1-16,-9 8 16,9 10-16,-18 0 15,-1 18 1,0-9-16,1 28 16,-1-19-1,1-9-15,-1 0 16,0-10-1,1-17-15,-1-29 16,1-18-16,8-9 16,-8-27-1,9-20-15,-1-17 16,1-29 0,0-8-16,0-10 15,-10-19 1,1-8-16,-1-10 15,-9-9-15,0 0 16</inkml:trace>
  <inkml:trace contextRef="#ctx0" brushRef="#br2" timeOffset="-83207.78">9821 11020 0,'0'0'0,"0"19"16,-9 45 0,0 56-16,9 46 15,9 37-15,10 10 16,0-1-1,9 19-15,0-19 16,10 28 0,-10-37-16,9 37 15,-8-46-15,8 37 16,-8-38 0,-1 10-16,0-27 15,0-10 1,0 19-16,-9-38 15,9-8 1,-9-1-16,0-27 16,0-19-16,-10-18 15,10 0 1,0-10-16,0 1 16,-10 9-1,-9-74-15</inkml:trace>
  <inkml:trace contextRef="#ctx0" brushRef="#br2" timeOffset="-60474.23">22352 9673 0,'0'0'0,"0"0"15,0 0-15,0 0 16,9-10-1,10 1-15,9-9 16,19-1 0,10-8-16,-1 8 15,1-9 1,9-8-16,-66 36 16</inkml:trace>
  <inkml:trace contextRef="#ctx0" brushRef="#br2" timeOffset="-52273.71">2719 15321 0,'0'0'0,"0"0"15,0 0-15,0 0 16,9 9 0,10 10-16,19 27 15,9 9 1,18 19-16,1-9 16,0-1-16,9-8 15,-9-10 1,0-18-16,0-19 15,9-18 1,1-10-16,-1-18 16,-9-9-1,-1-9-15,1-10 16,-19 10 0,0 9-16,-9 9 15,9 0-15,0 9 16,10 10-1,8 8-15,-8 10 16,9 28 0,18 46-16,1 28 15,-10 17-15,-9 11 16,-19-29 0,0-36-16,0-19 15,0-18 1,0-19-16,29-28 15,8-36 1,1-10-16,-10-8 16,-9-10-16,0-1 15,0 1 1,-10 19-16,-9 18 16,0 9-1,10 9-15,-10 10 16,0 18-16,9 18 15,19 28 1,1 19-16,-1 9 16,10 27-1,-19 1-15,-10-19 16,10 0-16,-19-37 16,0 0-1,0-18-15,-9-19 16,9-9-1,18-18-15,-8-19 16,9-19 0,-10 1-16,1 9 15,-1 0-15,1-1 16,-10 11 0,0 8-16,0 9 15,0 10 1,19 0-16,9 18 15,0 10 1,0 8-16,10 10 16,-10 9-16,0 10 15,-9-10 1,-9-9-16,-1-9 16,-18-10-1,-1-9-15,1-9 16,0-9-16,9-28 15,0-9 1,0-9-16,9-1 16,1 1-1,-10-1-15,-10 10 16,1 9 0,0 10-16,-1-1 15,1 10-15,9 8 16,9 10-1,1 10-15,9 17 16,-10 10 0,1 0-16,-1 0 15,-9-9-15,-9-10 16,-1-9 0,1-9-16,0 0 15,-1-9 1,1-9-16,-1-1 15,-8 1 1,8-10-16,-8 0 16,-1 1-16,0 8 15,0 1 1,0 9-16,1-1 16,8 10-1,1 0-15,18 10 16,1 8-16,-1 0 15,1 10 1,-1 0-16,10-10 16,-10 1-1,-9-10-15,1-9 16,-1-9 0,-10-10-16,1-8 15,-10-10-15,0-9 16,-9-1-1,-10 1-15,1 9 16,-10 0 0,0 37-16</inkml:trace>
  <inkml:trace contextRef="#ctx0" brushRef="#br2" timeOffset="-41171.96">20414 2243 0,'0'0'15,"19"9"-15,47 19 16,56 9-1,29-19-15,27 1 16,10-10 0,29-9-16,-20 0 15,20 0-15,-1 0 16,19 9 0,29 0-16,-20 0 15,29-9 1,9 0-16,-9-9 15,9 9 1,19-9-16,-18 0 16,18-10-16,-10 1 15,-8-1 1,18 1-16,-19-1 16,-19 10-1,29-9-15,-29 9 16,10-1-16,19-17 15,-20 8 1,20-8-16,-38-1 16,19 0-1,-10 10-15,-9-1 16,-9 10-16,-10-9 16,-28 18-1,19 0-15,-29 0 16,10 0-1,-28 0-15,0 0 16,-10 9 0,-9 0-16,-9 0 15,-20 0-15,1 1 16,0-1 0,-10 0-16,-9 0 15,19 1 1,-19-1-16,-10-9 15,10 9-15,-10-9 16,-9 0 0,1-9-16,-20 0 15,0-1 1,-9 1-16,9-9 16,-9-1-1,-10-8-15,1-1 16,-1-28-16,1 10 15,-1-18 1,-18-1-16,9-9 16,-19 10-1,-9-1-15,0-9 16,-10 10 0,-9-1-16,-9-9 15,-10 0-15,0 0 16,-19 1-1,-9-20-15,-18 20 16,-20-11 0,-9 11-16,-28 8 15,-29-9-15,-9 19 16,-47-19 0,0 28-16,-19-10 15,-9 10 1,-9 28-16,-20-10 15,-9 0-15,-9-8 16,-9 26 0,-1-8-16,-19 9 15,1-10 1,-10-9-16,-9 28 16,0 0-1,-10 0-15,-9 0 16,0 0-16,9 0 15,-9 0 1,0 10-16,0-10 16,9 18-1,10 1-15,0-19 16,0 27-16,9-27 16,0 28-1,19-10-15,9 10 16,10 0-1,9-10-15,19 28 16,0-18 0,19 18-16,0-18 15,28 18-15,9-18 16,19 18 0,76-18-16,-19-1 15,-1 10 1,11 0-16,17 0 15,11 18 1,9-8-16,-10 26 16,28-17-16,1 18 15,9 18 1,0 19-16,19 9 16,18-19-1,10 28-15,28 1 16,29 36-16,28 55 15,-1 1 1</inkml:trace>
  <inkml:trace contextRef="#ctx0" brushRef="#br2" timeOffset="-37272.27">22004 2409 0,'0'0'16,"0"0"-16,28 0 15,29 0 1,37 0-16,28 0 16,10 9-16,28-9 15,-19 0 1,9 0-16,10 9 16,-19 1-1,29-1-15,-1-9 16,38 0-16,-28 9 15,46-9 1,-18 0-16,19 0 16,9-9-1,-9 9-15,9-19 16,19 10 0,-9 0-16,28 0 15,-10-1-15,1-8 16,-1-10-1,0 10-15,1-10 16,-20 0 0,20 1-16,-38 8 15,9-8 1,-28 17-16,0-8 16,-19 9-16,0 0 15,-19 9 1,19 0-16,-18 0 15,8 9 1,-18 0-16,10 0 16,-10 0-16,0 1 15,-19-1 1,9 9-16,1-8 16,-20-1-1,-8 0-15,-10 9 16,18-8-1,-18-1-15,-19 0 16,19 0-16,-19 1 16,10-1-1,-1-9-15,-18 0 16,9 0 0,9 0-16,-8-9 15,-20-1-15,-9 1 16,-1 0-1,11-10-15,-10-8 16,-1-1 0,-8 0-16,-1-8 15,1-20 1,-1 1-16,1-10 16,-10 1-16,-10-1 15,1 10 1,-10-10-16,10-55 15,-19 46 1,-10 19-16,-9-10 16,-9-9-16,-1 10 15,-27-10 1,-10 9-16,18 19 16,-37-9-1,-18-1-15,-29 1 16,0 9-16,-19 0 15,-37 9 1,9 9-16,-19-9 16,1 28-1,-39-10-15,1 1 16,-1 9 0,-18-10-16,-9 10 15,-10 0-15,-10 0 16,1 9-1,-19-19-15,-19 19 16,-19-9 0,0 9-16,-38 0 15,1 0 1,9 0-16,-28 0 16,-10 0-16,0 0 15,29 9 1,-20 10-16,29-19 15,0 0 1,-9 0-16,18 0 16,19 0-16,29 0 15,-29 0 1,38 0-16,-1 0 16,20 18-1,0-9-15,-10 10 16,38 8-1,-29 1-15,38 0 16,1 9-16,46-10 16,0 20-1,19-10-15,10 18 16,18 0 0,0 10-16,19-1 15,10 20 1,9 17-16,19 10 15,18 27-15,38 28 16,38 56 0,9 9-16</inkml:trace>
  <inkml:trace contextRef="#ctx0" brushRef="#br2" timeOffset="-34638.36">9850 11140 0,'0'0'0,"0"0"16,0 0-16,0 0 15,9 19 1,10 18-16,18 18 16,10 56-1,-9 36-15,0 38 16,-29 36 0,-9 29-16,10-1 15,-20 28-15,10-10 16,10-8-1,-1-10-15,0 0 16,1 0-16,-1-18 16,1 0-1,-10 0-15,0-28 16,9 0 0,0-28-16,1-18 15,-1-28-15,1-18 16,8-19-1,1-27-15,-9-28 16,-1-19 0,-9-18-16</inkml:trace>
  <inkml:trace contextRef="#ctx0" brushRef="#br2" timeOffset="-34156.72">9859 11389 0,'0'0'16,"0"0"-16,0 0 16,0 19-1,-9 45-15,9 47 16,18 46 0,11 37-16,-1 37 15,0 27 1,0 56-16,-9 0 15,0-19-15,0 47 16,-10-1 0,10-18-16,-28-9 15,-1 0 1,1-37-16,-1-65 16,-9-37-1,1-36-15,-1-38 16,9-36-16,10-19 15,0-9 1,0-37-16</inkml:trace>
  <inkml:trace contextRef="#ctx0" brushRef="#br2" timeOffset="-31868.79">22992 2455 0,'56'-9'0,"151"-19"15,113-18 1,-38 9-16,10-9 15,84 9-15,-56 9 16,0 1 0,18-10-16,20 18 15,-1-18 1,-8 28-16,-20-19 16,19 10-16,-19 9 15,-9-10 1,19 10-16,-48 0 15,1 0 1,-10 18-16,-18-28 16,18 19-16,-19-9 15,-18-9 1,-10-1-16,-9 10 16,-1-9-1,-46-1-15,9 10 16,-9 0-1,-38-1-15,-9 10 16,-10 0-16,-18 0 16,-29 0-1,0 0-15,-75 0 16</inkml:trace>
  <inkml:trace contextRef="#ctx0" brushRef="#br2" timeOffset="23850.43">27187 14223 0,'0'0'0,"0"0"16,0 0-16,0 0 15,0 0 1,0 0-16,0 0 16,0 0-1,0 0-15,0 0 16,0 0-16,0 0 16,0 0-1,0 0-15,0 0 16,0 0-1,0 0-15,0 0 16,0 0-16,0 0 16</inkml:trace>
  <inkml:trace contextRef="#ctx0" brushRef="#br2" timeOffset="38945.04">31007 14592 0,'0'0'16,"0"0"0,0 0-16,0 0 15,9 9-15,10 1 16,9 8-1,19 19-15,19 9 16,9 0 0,1 10-16,8 8 15,-8-18-15,-11 0 16,-8 1 0,-10-10-16,-9-1 15,-10 1 1,0 0-16,-28-37 15</inkml:trace>
  <inkml:trace contextRef="#ctx0" brushRef="#br2" timeOffset="49235.15">2841 16244 0,'0'0'16,"-9"9"-16,-10 19 15,0 9 1,-9 18-16,0 10 16,-1 0-1,1 8-15,0 1 16,9-9-16,10-10 15,-1-9 1,10-9-16,0-9 16,10 0-1,8-10-15,11 1 16,8-10-16,29-9 16,9-9-1,10-10-15,9 1 16,-9-1-1,-10 10-15,0-9 16,1-1 0,-11 1-16,-65 18 15</inkml:trace>
  <inkml:trace contextRef="#ctx0" brushRef="#br2" timeOffset="49512.02">3048 16687 0,'0'0'0,"0"0"16,0 0-1,0 0-15,9 19 16,1 8-16,18 29 15,10-1 1,-1 19-16,10 9 16,-18-9-1,8-10-15,-9-8 16,-28-56 0</inkml:trace>
  <inkml:trace contextRef="#ctx0" brushRef="#br2" timeOffset="50412.15">4553 16780 0,'0'0'16,"0"0"-16,0 0 15,0-10 1,0-8-16,0-10 16,10-9-1,8-9-15,1 9 16,9-9-1,1 9-15,8 0 16,-8 9-16,-1 19 16,-9 9-1,-1 0-15,1 19 16,-9 8 0,-10 29-16,0 36 15,-10-9 1,-9-9-16,1-9 15,8-19-15,1-9 16,-1-19 0,10 1-16,0-10 15,0-9 1,0 0-16,19 0 16,19-9-16,18-10 15,1 1 1,-20 8-16,1 1 15,0 9 1,-10 9-16,-9 1 16,-1-1-1,-8 9-15,-1 10 16,1 0-16,-10 9 16,-10 9-1,-18 9-15,-10 1 16,-9-1-1,0-9-15,-9 0 16,18-18-16,1-10 16,8-8-1,1-1-15,9-9 16,1-9 0,-1-1-16,19 10 15</inkml:trace>
  <inkml:trace contextRef="#ctx0" brushRef="#br2" timeOffset="50950.93">6237 16410 0,'0'0'0,"0"0"15,0 0-15,0 0 16,-9 0 0,-1 10-16,1-1 15,-1 9-15,1 10 16,0 9-1,9 9-15,0 28 16,0 18 0,9-9-16,0 0 15,1 0 1,-1-9-16,1 0 16,-1-9-16,1-19 15,-1-9 1,0-10-16,1 1 15,-10-28 1</inkml:trace>
  <inkml:trace contextRef="#ctx0" brushRef="#br2" timeOffset="52279.46">7328 16678 0,'0'0'15,"10"-9"-15,9-10 16,9 1-1,0-1-15,19 1 16,0-1-16,0 10 16,-9 9-1,-1 9-15,-8 1 16,-11 8 0,1 19-16,-19 37 15,-19 9-15,-9 0 16,-9-9-1,-1-10-15,19-27 16,0 0 0,10-18-16,0-1 15,9-9-15,0-9 16,0 0 0,9 0-16,10 0 15,18-9 1,10 0-16,19-9 15,0-1 1,0 1-16,0-1 16,-10 10-1,10 0-15,-9-1 16,-10 1-16,-47 9 16</inkml:trace>
  <inkml:trace contextRef="#ctx0" brushRef="#br2" timeOffset="52979.04">9219 16041 0,'0'0'15,"0"0"1,0 0-16,0 0 15,0 0-15,0 0 16,-9 9 0,-10 19-16,-9 9 15,-10 37 1,-9 27-16,0 10 16,19 0-1,-10 37-15,19-19 16,10-19-1,9-8-15,9-10 16,10-36-16,9-10 16,1-18-1,8-1-15,1-18 16,9-9 0,9-9-16,10-18 15,-9-1-15,-20 0 16,-8 0-1,-11 1-15,1 8 16,-9 1 0,-10-10-16,0 10 15,-19-10 1,-9-9-16,-10 9 16,-9 1-16,-10 8 15,-8 10 1,18 9-16,9 0 15,10 0 1,9 9-16,19-9 16</inkml:trace>
  <inkml:trace contextRef="#ctx0" brushRef="#br2" timeOffset="53825.99">10922 16318 0,'0'0'16,"0"0"-16,0 0 15,0 0 1,0 0-16,0 0 16,0 0-1,0 0-15,19 0 16,9-9-16,19 0 15,19-10 1,9 1-16,0-1 16,-28 10-1,1 0-15,-20-1 16,0 10-16,-9 0 16,0 0-1,-10 0-15,0 0 16,1 10-1,-1 8-15,10 28 16,-10 10-16,1 8 16,-10 10-1,0 18-15,0-8 16,-10-11 0,10-17-16,0-1 15,0-9 1,-9-9-16,9 0 15,0-9 1,0-1-16,0-8 16,0-1-16,0-8 15,0-1 1,0 0-16,0 0 16,0 1-1,0-1-15,-9 0 16,-1 0-16,1 10 15,9-19 1</inkml:trace>
  <inkml:trace contextRef="#ctx0" brushRef="#br2" timeOffset="54920.28">8420 14777 0,'0'0'16,"0"0"-1,0 0-15,0 0 16,0 9 0,0 19-16,0 18 15,9 18 1,0 19-16,1 10 16,-1-1-16,10 28 15,0 9 1,-10-9-16,10 9 15,0 19 1,-10-19-16,1 10 16,-1 8-16,1-17 15,-10-20 1,9 20-16,0-20 16,-9 1-1,0-19-15,10 1 16,-1-1-16,1-9 15,-1-9 1,0 0-16,-9 0 16,10-1-1,-1 1-15,1-9 16,-1-19 0,-9-9-16,9 0 15,1-9-15,-10-1 16,9-8-1,-9-1-15,0-9 16,0 1 0,0-1-16,0 0 15,0 0-15,0-9 16,0 0 0,0 0-16,0 10 15,0-10 1</inkml:trace>
  <inkml:trace contextRef="#ctx0" brushRef="#br2" timeOffset="55628.46">8485 15146 0,'0'0'16,"0"0"-16,0 0 15,0 9 1,0 19-16,0 9 15,-9 27 1,9 29-16,0-1 16,0 0-16,9 10 15,-9 27 1,19-18-16,-9-1 16,9 20-1,-1-1-15,1 0 16,0-9-1,0 19-15,-10-10 16,1-19-16,8 1 16,-8 0-1,-1-9-15,10-10 16,-10-18-16,1-1 16,-1 1-1,1-9-15,-1 0 16,-9-19-1,0 0-15,0-9 16,0-10 0,0-8-16,0-10 15,0-9-15</inkml:trace>
  <inkml:trace contextRef="#ctx0" brushRef="#br0" timeOffset="138147.41">12446 13106 0,'0'0'0,"0"0"16,0 0-1,9 19-15,1 27 16,9 28-1,-1 18-15,1 19 16,-9-1-16,-1-8 16,0-38-1,1-8-15,-1-19 16,-9-37 0</inkml:trace>
  <inkml:trace contextRef="#ctx0" brushRef="#br0" timeOffset="138417.18">12239 13208 0,'0'0'0,"9"-19"16,20-18-16,8 0 15,10 0 1,10 10-16,-1 8 15,-18 19 1,-10 9-16,0 1 16,-9 8-1,-9 19-15,-20 37 16,-9 0-16,-9 0 16,0-19-1,28-55-15</inkml:trace>
  <inkml:trace contextRef="#ctx0" brushRef="#br0" timeOffset="138631.06">13029 13143 0,'0'0'0,"0"0"15,10 28-15,8 36 16,11 29 0,8 27-1,10 27-15,-47-147 16</inkml:trace>
  <inkml:trace contextRef="#ctx0" brushRef="#br0" timeOffset="139114.75">12041 15884 0,'0'0'0,"0"0"16,0 0 0,0 0-16,10 19 15,-1 18-15,10 36 16,9 47 0,1 19-16,-1-10 15,0-9 1,-19-18-16,1-47 15,-1-18 1,-9-37-16</inkml:trace>
  <inkml:trace contextRef="#ctx0" brushRef="#br0" timeOffset="139399.01">12013 16106 0,'0'0'15,"0"0"-15,10-9 16,8-1-16,11 1 16,8-9-1,-8 8-15,-1 1 16,0 9-1,-9 9-15,0 10 16,-1 9 0,-8 18-16,-1 18 15,-9-8 1,-9 8-16,-10-18 16,19-46-16</inkml:trace>
  <inkml:trace contextRef="#ctx0" brushRef="#br0" timeOffset="139780.07">12531 16410 0,'0'0'16,"0"0"-16,0 0 15,9-9 1,0 0-16,20-10 16,-10 1-1,-1 9-15,1-1 16,0 10-16,0 0 16,-10 10-1,1 8-15,-1 19 16,-9 9-1,0 0-15,0-9 16,0-9 0,0-10-16,9-8 15,20-10-15,55-19 16,86-64 0,37-28-16</inkml:trace>
  <inkml:trace contextRef="#ctx0" brushRef="#br0" timeOffset="154631.54">16218 12543 0,'0'0'15,"0"9"-15,0 19 16,10 18 0,-1 28-16,1 18 15,-10 10 1,0-10-16,0 0 15,0-9-15,0-18 16,0-10 0,0-27-16,0-9 15,0-19 1</inkml:trace>
  <inkml:trace contextRef="#ctx0" brushRef="#br0" timeOffset="154921.68">16256 12571 0,'0'0'16,"0"0"-16,0 0 15,0-9 1,0-1-16,9 1 16,10-9-1,9-10-15,10 9 16,-10 10-1,1 0-15,-1 9 16,-9 0-16,-1 9 16,-8 10-1,-10 18-15,-10 9 16,-8 9 0,-11 19-16,1 0 15,28-74-15</inkml:trace>
  <inkml:trace contextRef="#ctx0" brushRef="#br0" timeOffset="155520.57">16595 12912 0,'0'0'16,"0"0"-16,0 0 15,9 0 1,10-9-16,9 0 16,0 0-1,10-1-15,0 10 16,-10 10-1,-9-1-15,-1 0 16,-8 10-16,-1 8 16,-18 19-1,-10 0-15,0 1 16,0-10 0,1-10-16,-1 1 15,9-19 1,10 0-16,0-9 15,10 0-15,9 0 16,18-9 0,38-9-16,1-1 15,-10 1 1,-19 18-16,-19 0 16,-9 9-1,-10 0-15,-9 19 16,-9 0-16,-10 9 15,0-1 1,-9-8-16,0 0 16,-1-10-16,1-8 15,9-1 1,-9-9-16,28 0 16</inkml:trace>
  <inkml:trace contextRef="#ctx0" brushRef="#br0" timeOffset="156789.64">18937 12737 0,'0'0'16,"0"0"-16,0 0 16,0 0-1,0-9-15,10-10 16,-1 1-16,19-10 16,10 0-1,9 1-15,-10 8 16,1 10-1,-10 0-15,-9 9 16,-9 0-16,-1 9 16,0 0-1,-9 19-15,-9 9 16,-19 18 0,9 1-16,0-19 15,10-10 1,-1-8-16,10-1 15,0-9-15,10 1 16,18-1 0,38 0-16,28-9 15,0 0 1,-28 0-16,-10 0 16,-18 9-1,-19 10-15,-10-1 16,-9 19-16,-19 18 15,-28 10 1,-28 0-16,0-10 16,18-18-1,1-9-15,18-10 16,10-9-16,9-9 16,10 0-1,9 0-15</inkml:trace>
  <inkml:trace contextRef="#ctx0" brushRef="#br0" timeOffset="157431.37">20884 12617 0,'0'0'15,"0"0"1,0 0-16,0 0 16,0 0-16,10-9 15,9-1 1,9-8-16,10 0 16,9-1-1,0 10-15,-10 9 16,-9 0-1,-9 9-15,-9 0 16,-10 19-16,-10 18 16,-18 28-1,-19 9-15,0-18 16,0-1 0,9-8-16,10-19 15,9-10-15,10-8 16,9-10-1,0 0-15,9 0 16,19 1 0,29-10-16,18 0 15,0-10 1,1 1-16,-1-9 16,0-1-16,10 1 15,-85 18 1</inkml:trace>
  <inkml:trace contextRef="#ctx0" brushRef="#br0" timeOffset="157680.37">22173 12414 0,'0'0'0,"0"9"15,10 28-15,8 28 16,1 18 0,0 9-16,0 19 15,19 0-15,-38-111 16</inkml:trace>
  <inkml:trace contextRef="#ctx0" brushRef="#br0" timeOffset="158416.15">23989 12257 0,'0'0'0,"0"0"16,-10 18-16,-8 19 15,-20 28 1,0 0-16,-9 8 15,0 10-15,0-9 16,10-9 0,-1-10-16,10-9 15,9-18 1,10 0-16,9-10 16,0 1-1,9-1-15,10-9 16,18 10-16,29-10 15,19 0 1,9-9-16,0 0 16,-19-9-1,1 0-15,-20 0 16,-18-1 0,-10-8-16,-9-10 15,-19 28-15</inkml:trace>
  <inkml:trace contextRef="#ctx0" brushRef="#br0" timeOffset="158654.29">23998 12682 0,'0'0'0,"0"0"16,0 0 0,0 0-16,0 0 15,0 18 1,0 19-16,0 18 15,0 19-15,0 0 16,10 18 0,-1 1-16,-9-20 15,10-8 1,-1 0-16,10-10 16,-19-55-1</inkml:trace>
  <inkml:trace contextRef="#ctx0" brushRef="#br0" timeOffset="159848.25">25757 12174 0,'0'0'0,"0"0"16,0 0-16,0 0 16,0 0-1,0 0-15,-9 18 16,-19 29-16,-29 36 15,10 9 1,-9 9-16,9 10 16,9 9-1,19-28-15,10-18 16,18 0-16,10-19 16,0-18-1,19 0-15,18-18 16,10-19-1,-10-9-15,-9-19 16,-9 0 0,-10-9-16,-9-9 15,-19 0-15,-9 9 16,-10 0 0,-9 9-16,-19 10 15,-10 18 1,-9 18-16,10 10 15,9 9 1,9 0-16,38-37 16</inkml:trace>
  <inkml:trace contextRef="#ctx0" brushRef="#br0" timeOffset="160297.65">26877 11962 0,'0'0'15,"0"0"-15,19 0 16,28 0 0,47-10-16,0-8 15,0-1 1,-19 10-16,-28 0 16,-9 0-16,-19 9 15,-10 0 1,1 0-16,-1 0 15,-9 0 1,0 0-16,9 27 16,-9 38-16,0 46 15,0 55 1,0 19-16,-18 36 16,8-36-1,-9 45-15,1 1 16</inkml:trace>
  <inkml:trace contextRef="#ctx0" brushRef="#br0" timeOffset="161034.81">18279 11952 0,'0'0'0,"0"10"16,18 27-16,11 36 16,-1 75-1,0 37-15,-9 36 16,9 47 0,-9 9-16,-10-19 15,1 10 1,-1-1-16,-9-63 15,0-38-15,0-46 16,0-56 0,0-27-16,0-18 15,0-19 1,0 0-16,0-47 16,-9-91-16,9 138 15</inkml:trace>
  <inkml:trace contextRef="#ctx0" brushRef="#br0" timeOffset="162270.94">18288 11934 0,'0'0'16,"19"-9"-16,37-1 16,57-8-1,47 9-15,38 0 16,18-1 0,57-8-16,9 9 15,38-10-15,28 1 16,-9-10-1,-1-9-15,20 0 16,27-9 0,1 9-16,-38-9 15,38 0 1,-10 0-16,-28 9 16,29 0-16,-39 0 15,20 9 1,-10 1-16,-28-1 15,18 0 1,-55 0-16,18 1 16,-19-1-16,-19 0 15,1 1 1,-48-1-16,-18 0 16,-48 10-1,-18 9-15,-29-1 16,-27 1-1,-29 9-15,0 0 16,-19 9-16,-9 10 16,-1 9-1,1 8-15,10 20 16,-11 18 0,-8 18-16,-1 37 15,-9 0-15,0 1 16,0 17-1,0 1-15,0 9 16,0-9 0,-9 8-16,9 1 15,-10-27-15,1 8 16,9-9 0,-9-27-16,-1-19 15,-9-9 1,0 9-16,-9-19 15,-9 1 1,-10 0-16,-10-10 16,-9 10-1,-28-1-15,-19-8 16,-18-1-16,-39 0 16,-27-9-1,-10-18-15,-28 0 16,-38 0-1,-9-1-15,-57-8 16,38 8-16,-47-8 16,-10 9-1,10 8-15,-9 1 16,9-9 0,-10-9-16,10 17 15,-9 1-15,27 0 16,-18 0-1,10 0-15,46-9 16,19-1 0,-18-8-16,55-10 15,1 0 1,38 1-16,-1-10 16,29 0-16,18 0 15,20 0 1,18 0-16,19 0 15,18 0 1,10 0-16,19 0 16,10 0-1,18 0-15,10 0 16,-1-10-16,10 10 16</inkml:trace>
  <inkml:trace contextRef="#ctx0" brushRef="#br0" timeOffset="163058.04">22503 10310 0,'0'0'16,"0"0"-16,0 0 16,0 0-1,0 0-15,0 0 16,9 9-1,10 9-15,9 19 16,0 19-16,0 17 16,1 29-1,-1 9-15,0 18 16,0 37 0,-9 0-16,0 56 15,9 18-15,0 27 16,1 19-1,-1 10-15,0 18 16,0-1 0,0-27-16,-9-27 15,0-1 1,-9-64-16,8-9 16,-8-28-16,-10-28 15,9-18 1,1-19-16,-1 0 15,0-27 1,1-10-16,-10-9 16,9 0-16,-9-9 15,0-18 1,0-1-16,0-8 16,0-1-1,0-9-15,0 0 16,0 0-1</inkml:trace>
  <inkml:trace contextRef="#ctx0" brushRef="#br0" timeOffset="167007.31">16153 15367 0,'0'0'0,"0"0"0,0 0 15,0 0 1,0 0-16,0 0 16,0 0-1,0 19-15,18 36 16,11 28-16,-1 0 16,0 19-1,0 9-15,-9-38 16,-10 1-1,1-28-15,-1-9 16,1-18-16,-10-1 16,0-18-1,0 0-15,0 0 16</inkml:trace>
  <inkml:trace contextRef="#ctx0" brushRef="#br0" timeOffset="167314.37">16115 15146 0,'0'0'16,"9"-9"-16,38-19 15,29-9 1,8 9-16,-8 10 15,-20 18 1,-9 9-16,-9 19 16,-20 18-1,-27 28-15,-29 55 16,-37 19-16,0-38 16,0 1-1,18-37-15,20-9 16,37-65-1</inkml:trace>
  <inkml:trace contextRef="#ctx0" brushRef="#br0" timeOffset="167735.46">17037 15358 0,'0'0'0,"0"0"16,0 0-16,0 0 16,0 9-16,-10 19 15,1 27 1,-10 10-16,0 18 15,-9 9 1,9-27-16,10 0 16,0-19-1,9-19-15,0 1 16,9-9-16,19-10 16,29 0-1,27-18-15,-8 0 16,8-19-1,-9 0-15,-9 1 16,-9-1-16,-20 0 16,-37 28-1</inkml:trace>
  <inkml:trace contextRef="#ctx0" brushRef="#br0" timeOffset="167932.3">17159 15773 0,'0'0'0,"0"0"0,10 28 16,18 46 0,19 64-16,19 65 15,9 28 1,-9-9-16</inkml:trace>
  <inkml:trace contextRef="#ctx0" brushRef="#br0" timeOffset="197166.4">7121 4135 0,'0'0'16,"0"0"-16,0 0 15,0 0 1,0 9-16,0 19 15,0 18 1,0 28-16,0 18 16,10 10-1,-1-10-15,1-9 16,8-9-16,1-19 16,0-18-1,-19-37-15</inkml:trace>
  <inkml:trace contextRef="#ctx0" brushRef="#br0" timeOffset="197585.11">7027 5492 0,'0'0'0,"0"0"15,0 0 1,-9-10-16,9 10 16,-9 0-16,-20 10 15,-27 27 1,-29 27-16,-9 28 16,28 1-1,0-10-15,10 0 16,18-9-1,10-19-15,28-55 16</inkml:trace>
  <inkml:trace contextRef="#ctx0" brushRef="#br0" timeOffset="198288.2">6030 6922 0,'0'0'0,"0"0"16,0 0 0,0 0-16,10-18 15,-1-1 1,10-8-16,9-10 15,10 0 1,9 0-16,-10 18 16,1 1-1,-10 9-15,0 9 16,-9 9-16,0 19 16,-10 9-1,-18 36-15,-19 29 16,-19 9-1,-10-10-15,20-18 16,-1-9-16,10-19 16,9-18-1,10-9-15,-1-9 16,10-10 0,0 0-16,10-9 15,18 0-15,19-9 16,19-10-1,0 1-15,-1-1 16,1 1 0,-9 9-16,-10-1 15,-10 1 1,1 9-16,-10 0 16,0 0-16,-9 0 15,-9 0 1,-1 0-16,0 0 15,-9 0 1,10 0-16,-10 0 16,0 0-16,0 0 15,0 0 1,0 0-16,9 0 16,-9 0-1,0 0-15</inkml:trace>
  <inkml:trace contextRef="#ctx0" brushRef="#br0" timeOffset="200015.15">7479 3766 0,'0'0'16,"0"0"0,-10 0-16,1 0 15,-10 0-15,-9 0 16,-10 0 0,-9 9-16,-18 0 15,-11 10 1,1 8-16,-10 1 15,10 9 1,-19 9-16,9 9 16,19 1-16,1 8 15,-1 1 1,9 9-16,10 9 16,10 9-1,8 1-15,11-20 16,8 29-16,10-10 15,10 0 1,8-18-16,11 9 16,8-9-1,1-18-15,0-10 16,18 0 0,0-9-16,10-19 15,0-8-15,9-10 16,1-10-1,18-27-15,9 0 16,10-18 0,-19-19-16,19-18 15,-9-10 1,8 1-16,-27-1 16,-19 1-16,-19 9 15,-19 8 1,-9 1-16,-10 19 15,-18-1 1,0 10-16,-20-10 16,1 10-16,-9 9 15,-1 0 1,0 9-16,-9 9 16,0 0-1,10 10-15,-10-1 16,-10 1-1,10 9-15,0 9 16,0 0-16,0 0 16,0 9-1,9 9-15,-9 10 16,47-28 0</inkml:trace>
  <inkml:trace contextRef="#ctx0" brushRef="#br0" timeOffset="200982.25">4252 7679 0,'0'0'15,"0"0"-15,0 0 16,0 0 0,0 9-16,0 1 15,0-1 1,0-9-16,0 0 16,0 0-16,19-9 15,9-10 1,10-27-16,-1-28 15,-8 0 1,-20 10-16,0-10 16,-9 9-1,-9 10-15,0 9 16,-1 9 0,1 9-16,-1 10 15,1 8-15,9 1 16,0 9-1,0 0-15,-9 9 16,-1 19 0,10 27-16,10 10 15,-1 18-15,0 9 16,10-9 0,0 1-16,0-20 15,0-18 1,9 0-16,0-18 15,10 0-15,-1-19 16,10-18 0,-47 9-16</inkml:trace>
  <inkml:trace contextRef="#ctx0" brushRef="#br0" timeOffset="201302.45">4882 6913 0,'0'0'16,"0"0"-16,0 0 16,0 0-1,0 0-15,-9 9 16,0 10-1,-10 27-15,9 9 16,-8 28-16,8 0 16,1 10-1,9-10-15,9-19 16,19 1 0,19-19-16,29-27 15,74-38-15,-150 19 16</inkml:trace>
  <inkml:trace contextRef="#ctx0" brushRef="#br0" timeOffset="202222.15">8279 6433 0,'0'0'15,"0"0"-15,0 9 16,9 10 0,10 8-16,9 20 15,10 26 1,-1-8-16,1-10 15,-1 1 1,1-1-16,-38-55 16</inkml:trace>
  <inkml:trace contextRef="#ctx0" brushRef="#br0" timeOffset="202499.06">8937 6728 0,'0'0'0,"0"0"16,0 0-1,-28 19-15,-10 9 16,-9 18-1,-28 18-15,0 10 16,9 0-16,9-19 16,10-8-1,47-47-15</inkml:trace>
  <inkml:trace contextRef="#ctx0" brushRef="#br0" timeOffset="202722.25">8288 6618 0,'0'0'16,"0"0"-16,9 0 15,20-10 1,27 20-16,38 17 16,19 10-1,-10 19-15,20 8 16,-29 10-16,-10 0 15,-27-9 1,-10-19-16,-47-46 16</inkml:trace>
  <inkml:trace contextRef="#ctx0" brushRef="#br0" timeOffset="205097.99">4619 8888 0,'0'9'16,"-9"19"-16,-10 18 15,9-9 1,1 0-16,9-9 15,0-10-15,0-9 16,0-9 0,9-9-16,38-74 15,19-65 1,-9-18-16,-20 19 16,-18 36-1,0 9-15,-10 29 16,-9 8-16,0 28 15,-9 9 1,0 10-16,-1 9 16,1 9-1,-10 18-15,-9 28 16,-10 47-16,10 27 16,9 18-1,19 10-15,9-28 16,10-28-1,0-18-15,9-28 16,1-18-16,18-19 16,18-18-1,11-28-15,-10-19 16,-1-8 0,-8-10-16,-29 9 15,0-9-15,-18 19 16,-1 9-1,-9 9-15,-9 9 16,-1 10 0,1 9-16,-1 9 15,-8 9 1,-11 9-16,1 28 16,0 19-16,9 0 15,10-1 1,9-8-16,9-19 15,1-19 1,8-9-16,1-18 16,28-28-1,0-18-15,-9-10 16,-10 10-16,0-1 16,-9 10-1,-9 19-15,-1 8 16,0 10-1,1 0-15,-10 9 16,9 0-16,10 9 16,0 0-1,18 10-15,1-1 16,0 0 0,9-8-16,9-10 15,19-19-15,1-18 16,-20-9-1,-18 0-15,-19 9 16,-10 0 0,-9 0-16,-9 10 15,-20-1 1,1 9-16,-9 1 16,8 9-16,11-1 15,8 10 1,10 0-16,0 0 15,0 0 1,10 0-16,18 0 16,28 0-1,10 10-15,9 17 16,-18 10-16,-1 9 16,-9 19-1,-9-10-15,-10 10 16,0-10-1,-9-18-15,-9 0 16,-1-9-16,0-10 16,1 1-1,-10-10-15,0 0 16,0 1 0,0-10-16,0 0 15,0 9 1,0-9-16,0 9 15,0-9-15,9 9 16,-9-9 0,0 0-16,0 0 15,0 0 1,0 0-16,0 0 16,0 0-16,0 0 15,0 0 1,0 0-16,0 0 15,0 0 1,0 0-16,0 0 16</inkml:trace>
  <inkml:trace contextRef="#ctx0" brushRef="#br0" timeOffset="206165.8">6990 6544 0,'0'0'15,"0"0"-15,-10-9 16,-9-1-1,1 1-15,-11-9 16,1-1-16,-9 1 16,-10-1-1,0 1-15,-1-1 16,-8 10 0,0 0-16,-10 9 15,0 9 1,-9 0-16,-10 19 15,10 9-15,18 0 16,-9 18 0,1 10-16,8 18 15,1 9 1,9 10-16,18 9 16,1-1-16,19 10 15,-1-9 1,10 0-16,10-10 15,-1-8 1,10-10-16,0-9 16,9-19-16,0 0 15,0-18 1,10-9-16,9-10 16,10-8-1,27-20-15,20-27 16,9-18-1,-19-10-15,-10-8 16,-8-20-16,-20 1 16,-9 0-1,-9 9-15,-10 0 16,-9 0 0,-10-1-16,-9 11 15,-9 8-15,-10 10 16,0 8-1,0 11-15,-9-1 16,0 9 0,0 9-16,9 1 15,-9 0-15,9 8 16,0 1 0,0 0-16,19 9 15</inkml:trace>
  <inkml:trace contextRef="#ctx0" brushRef="#br0" timeOffset="207129.21">7526 4006 0,'0'0'0,"-9"0"16,-1 0 0,-9 0-16,-18 0 15,-10 9-15,-10 19 16,-18 9 0,-10 9-1,-9 18-15,0 1 16,0 18-16,0-9 15,9 0 1,1-10-16,8 10 16,20-19-1,9 1-15,9-1 16,10 1-16,19 8 16,-1 1-1,20-1-15,8-8 16,11-1-16,18 1 15,28-10 1,19-9-16,10-19 16,18-9-1,19-36-15,9-20 16,1-26 0,-19-10-16,-10-19 15,-28 10-15,-28 18 16,-19 0-1,-9 9-15,-20 1 16,-8 8 0,-1 1-16,-18-10 15,-1 1-15,-18-10 16,0 19 0,-10-1-16,-9 10 15,0 9 1,0 10-16,10-1 15,-1 9 1,10 10-16,-1 9 16,1 0-16,0 0 15,0 9 1,9 1-16,-9-1 16,9 0-1,10 0-15,-1 1 16,1-1-1,-1 0-15,10 0 16,0 0-16,0 1 16,0-1-1,0 0-15,0-9 16</inkml:trace>
  <inkml:trace contextRef="#ctx0" brushRef="#br0" timeOffset="208067.31">6482 6341 0,'0'0'15,"0"0"-15,-10 0 16,1 0-1,-10-9-15,0 9 16,-9 0 0,0 0-16,0 9 15,-1 0-15,-18 19 16,-9 18 0,-1 9-16,1 10 15,0 18 1,9 9-16,-1 0 15,20 10 1,0 18-16,9-9 16,10 0-16,9 18 15,9-19 1,10-8-16,0-10 16,9 1-1,-9-29-15,9 1 16,0-28-16,10-10 15,9-8 1,28-28-16,10-28 16,0-9-1,-1-19-15,1-18 16,-19-9-16,-10 9 16,-9-1-1,-9 1-15,-10 0 16,-9-9-1,-10 0-15,-9 18 16,-9 0-16,-10 19 16,0-1-1,-9 1-15,-10 9 16,1 9 0,9 18-16,-19 1 15,9 9 1,-9-1-16,47 10 15</inkml:trace>
  <inkml:trace contextRef="#ctx0" brushRef="#br0" timeOffset="208373.08">6933 4236 0,'0'0'15,"0"0"-15</inkml:trace>
  <inkml:trace contextRef="#ctx0" brushRef="#br0" timeOffset="-214174.14">19417 15690 0,'0'0'0,"0"0"15,0 0 1,9-9-16,1-9 16,-1-1-1,10 1-15,0-1 16,18-8-1,1 8-15,0 10 16,-1 0-16,1 9 16,-10 9-1,0 0-15,-9 10 16,0 8 0,-10 1-16,-9 18 15,-9 0 1,-10 19-16,-9-10 15,0 10-15,-10-10 16,0-9 0,1 1-16,9-10 15,9-10 1,0-8-16,10-10 16,-1 0-1,1 0-15,9-9 16,0 0-16,9 0 15,10 0 1,9 0-16,19 0 16,19-9-1,9-9-15,10-10 16,0 0-16,-19 10 16,-1-1-1,1 1-15,0-1 16,9 1-1,-75 18-15</inkml:trace>
  <inkml:trace contextRef="#ctx0" brushRef="#br0" timeOffset="-213624.75">21157 15497 0,'0'0'0,"0"0"16,0 0-16,0 0 15,0 0 1,0 0-16,0 0 16,0 0-1,10 9-15,-1 19 16,10-1 0,0 29-16,0-1 15,-1 19-15,1 9 16,-9-9-1,-1-10-15,-9-8 16,0-10 0,0-9-16,0-10 15,0-27 1</inkml:trace>
  <inkml:trace contextRef="#ctx0" brushRef="#br0" timeOffset="-212481.79">22625 15700 0,'0'0'16,"0"0"-16,0 0 16,0 0-1,0 0-15,0 0 16,0 0-16,9-10 16,10 1-1,9-9-15,0 8 16,1 1-1,-1 0-15,0 0 16,0 9-16,-9 0 16,0 0-1,0 9-15,0 0 16,-10 0 0,-9 1-16,0 17 15,-19 20 1,-9 8-16,-10 0 15,1-9-15,9-9 16,-1-9 0,20-9-16,-1-10 15,1 0 1,9-9-16,0 0 16,19 9-16,19 0 15,18-9 1,0 0-16,1 10 15,-10-1 1,-9 0-16,-10 0 16,0 1-1,-19-1-15,1 9 16,-1 10-16,-9 9 16,-19 9-1,-9 0-15,-9-9 16,-11 0-1,1-9-15,0-10 16,10-9-16,9 1 16,-1-1-1,11-9-15,8-9 16,10 9 0</inkml:trace>
  <inkml:trace contextRef="#ctx0" brushRef="#br0" timeOffset="-211895.32">24412 15201 0,'0'0'0,"0"0"15,0 0-15,-9 9 16,-1 10-16,1 9 16,-10 9-1,-9 9-15,0 9 16,0 0 0,-1 10-16,1-10 15,9-8 1,0-11-16,10-8 15,0 0-15,-1-10 16,10 1 0,0-10-16,10 0 15,8 0 1,20 1-16,28-1 16,0-9-16,9 0 15,0-9 1,10-10-16,-10 1 15,-9 9 1,-19-10-16,-47 19 16</inkml:trace>
  <inkml:trace contextRef="#ctx0" brushRef="#br0" timeOffset="-211612.44">24506 15460 0,'0'0'15,"0"0"-15,0 0 16,0 0 0,0 0-16,0 9 15,10 28-15,-1 18 16,10 28-1,0 28 1,0-19-16,-1 10 16,11-19-16,-1 0 15,0-18 1,-28-65-16</inkml:trace>
  <inkml:trace contextRef="#ctx0" brushRef="#br0" timeOffset="-210961.33">26200 14943 0,'0'0'16,"0"0"-16,0 0 15,0 0-15,0 0 16,0 0-1,0 0-15,-10 18 16,-9 19 0,-18 19-16,-1 27 15,1 0 1,-1 27-16,10-8 16,9-19-16,9 0 15,10 0 1,10-18-16,9-10 15,9-9 1,19-9-16,9-9 16,10-19-16,-9-18 15,18-10 1,-9-8-16,-19-1 16,-10 0-1,-8 10-15,-20-1 16,0 1-1,-9 9-15,-9-10 16,-10 1-16,-9-1 16,-28 10-1,-29 9-15,-19 19 16,10-1 0,10-9-16,84-9 15</inkml:trace>
  <inkml:trace contextRef="#ctx0" brushRef="#br0" timeOffset="-210430.73">27470 14906 0,'0'0'0,"0"0"16,0 0-1,0 0-15,0 0 16,9 0-16,10 0 15,9-9 1,19-1-16,10 1 16,-10 0-1,0 0-15,-10 0 16,1-1 0,0 1-16,-10 0 15,-9 9-15,-10 0 16,0 0-1,1 0-15,-10 0 16,9 9 0,1 10-16,-1 17 15,0 29 1,-9 18-16,10 37 16,-10 28-16,0-19 15,9 65 1,1-28-16,-1 65 15</inkml:trace>
  <inkml:trace contextRef="#ctx0" brushRef="#br0" timeOffset="-209691.53">18881 15570 0,'0'10'0,"0"17"15,-10 19-15,1 28 16,9 46-1,9 10-15,10 17 16,0 10 0,9-18-16,0 17 15,1-17-15,-1-28 16,-9-10 0,-1-18-16,1-37 15,-9-27 1,-10-19-16</inkml:trace>
  <inkml:trace contextRef="#ctx0" brushRef="#br0" timeOffset="-208084.43">18994 15598 0,'0'0'0,"9"-9"16,10 0-1,18-10-15,29-8 16,19-1-1,28 9-15,0 10 16,28 0-16,28 0 16,-9 9-1,28 0-15,0 0 16,48-19 0,-1 1-16,19-10 15,28 10-15,10-19 16,9 9-1,-10 10-15,-9-10 16,10 9 0,-28 1-16,-1 9 15,-18-1 1,9 10-16,-29 0 16,29 10-16,-47-1 15,28-9 1,-18 0-16,9 0 15,-1-9 1,11-19-16,-29 0 16,18 1-1,-37-10-15,19 0 16,-18-9-16,-30 9 16,11 0-1,-20 0-15,1 0 16,-1 0-1,-37 9-15,10 1 16,-11-1-16,1 0 16,-9-9-1,-20 10-15,-8-1 16,-10 10 0,-10-1-16,0 1 15,-18 8-15,-10 1 16,-9 0-1,0 9-15,-10 0 16,1 0 0,-1 0-16,1 0 15,-10 0 1,0 0-16,9 0 16,0 9-16,1 0 15,-1 10 1,1 9-16,-1-1 15,0 10 1,1 9-16,-1 19 16,1 9-1,-1 18-15,0 10 16,1 8-16,9 29 16,9-19-1,0 37-15,-9-19 16,0-27-1,-10 9-15,1-9 16,-1-19-16,-9-28 16,0-8-1,0-10-15,-9 0 16,-1-9 0,-9 0-16,1 18 15,-20-8 1,-9-1-16,-19 18 15,-28-8-15,0-10 16,-28-9 0,-29-10-16,-9-8 15,-28-10 1,0 0-16,-29 1 16,-8-1-16,-10 9 15,-10 1 1,-9 8-16,9 1 15,-27 0 1,27-10-16,-47 1 16,19-1-1,1-9-15,-29 10 16,28-1-16,0 10 16,-28 0-1,56 9-15,-56 0 16,47-10-1,10-8-15,9-1 16,9-9-16,19 10 16,9-10-1,29 0-15,-10 10 16,10-10 0,37 9-16,0-8 15,1-1 1,37 0-16,9 0 15,10 1-15,9-1 16,9 0 0,10-9-16,10 0 15,9 0 1,18 0-16,1 0 16,9 0-16,0 0 15</inkml:trace>
  <inkml:trace contextRef="#ctx0" brushRef="#br0" timeOffset="-203831.41">21637 14518 0,'0'0'0,"0"0"0,0 9 16,9 19-16,10 37 16,0 27-1,9 56 1,1 18-16,8 28 15,-9 27-15,10-9 16,0 19 0,-10-9-16,0-28 15,10-28-15,-1 9 16,-8-46 0,8-18-16,-18-19 15,9 1 1,-9-29-16,-10-8 15,1-1 1,-1 0-16,1 1 16,-10 18-16,9-1 15,0-8 1,1-28-16,-10-9 16,9-10-1,-9-18-15</inkml:trace>
  <inkml:trace contextRef="#ctx0" brushRef="#br0" timeOffset="-189492.52">14553 3489 0,'0'0'15,"0"0"-15,-19 0 16,1 0 0,-1 0-16,0 0 15,0 0-15,10 0 16,-1-9 0,1-1-16,9 1 15,9-9 1,10-10-16,19-9 15,9 0 1,9 9-16,10 10 16,-19 18-16,-9 9 15,-10 10 1,-9 8-16,-10 29 16,-18 36-1,-19 19-15,-19 0 16,0-10-1,-10-9-15,19-18 16,10-28-16,9-9 16,10-18-1,9-10-15,0-9 16,9 9-16,20-9 16,37-18-1,37-10-15,19-9 16,1 0-1,-1 0-15,-19 10 16,-27 8 0,-11 10-16,-27 9 15,-38 0 1</inkml:trace>
  <inkml:trace contextRef="#ctx0" brushRef="#br0" timeOffset="-189142.36">14619 4495 0,'0'0'0,"0"0"15,0 0 1,-9 9-16,-1 10 16,-27 17-1,-20 20-15,-9 8 16,-18 29 0,18-10-16,9-19 15,10-8-15,10-19 16,9 0-1,9-19-15,0-9 16,19-9 0,0 0-16</inkml:trace>
  <inkml:trace contextRef="#ctx0" brushRef="#br0" timeOffset="-188747.17">13302 5621 0,'0'0'16,"0"0"-16,0 0 16,0 0-1,0 0-15,0 0 16,0 18-16,9 28 16,1 28-1,-1 19-15,1-1 16,-1 19-1,1-1-15,-10-17 16,9-19-16,0 18 16,1 0-1,-10-92-15</inkml:trace>
  <inkml:trace contextRef="#ctx0" brushRef="#br0" timeOffset="-187730">12578 5012 0,'0'0'0,"0"0"15,0 0-15,0 0 16,0 0-1,0-10-15,0-17 16,9-1 0,1-9-16,8-18 15,11-10 1,18-9-16,0 1 16,18-20-16,1 10 15,0 19 1,9 8-16,-9 10 15,-9 9-15,-10 19 16,-10-1 0,-8 10-16,-11 9 15,1 0 1,-19 0-16</inkml:trace>
  <inkml:trace contextRef="#ctx0" brushRef="#br0" timeOffset="-187397.26">13123 3876 0,'0'0'0,"0"0"16,0 0-1,19 0-15,19 0 16,18 10 0,10-1-16,-9 0 15,-1 10-15,-9-1 16,-19 10 0,-9-1-16,-10 1 15,-9 9 1,-9 9-16,-19 10 15,0-1-15,-1-18 16,29-37 0</inkml:trace>
  <inkml:trace contextRef="#ctx0" brushRef="#br0" timeOffset="-186851.1">15165 4652 0,'0'0'0,"0"0"16,0 0-1,0 9-15,0 9 16,0 19 0,-10 19-16,-8 8 15,-11 19 1,-8 10-16,-20-1 16,1-9-16,-10 0 15,9-18 1,1-10-16,0 0 15,18-18 1,0-9-16,10 0 16,9-19-16,0 0 15,10-9 1,9 0-16,0 0 16</inkml:trace>
  <inkml:trace contextRef="#ctx0" brushRef="#br0" timeOffset="-186114.13">14788 5464 0,'0'0'0,"0"0"16,-9 9 0,-19 10-16,-10 18 15,-18 27 1,-20 19-16,-18 19 15,-9-10-15,18-9 16,10-9 0,19-28-16,18-18 15,38-28 1</inkml:trace>
  <inkml:trace contextRef="#ctx0" brushRef="#br0" timeOffset="-185777.22">14026 5602 0,'0'0'15,"0"0"-15,0 0 16,0 10-16,0 8 16,0 10-1,0 9-15,0 9 16,0 9 0,0 10-16,10-1 15,9 1 1,18 0-16,10-19 15,66-9-15,85-37 16,37 9 0</inkml:trace>
  <inkml:trace contextRef="#ctx0" brushRef="#br0" timeOffset="-184580.47">18166 4015 0,'0'0'0,"0"0"16,0 0-16,0 0 16,0 0-1,0 0-15,0 0 16,9 0-16,1 9 16,8 19-1,1 18-15,9 9 16,1 38-1,-11 8-15,-8-9 16,-1 1 0,1-29-16,-1 1 15,0-10-15,1-9 16,-1-18 0,1-9-16,-10-19 15</inkml:trace>
  <inkml:trace contextRef="#ctx0" brushRef="#br0" timeOffset="-183908.2">18551 5058 0,'0'0'0,"0"0"16,0 0-16,0 0 15,0 0 1,0 0-16,-9 9 16,-19 10-16,-19 27 15,-10 18 1,1 10-16,-19 28 15,9-1 1,-10 19-16,11-9 16,-1-10-1,19-27-15,-10 9 16,20-18-16,-1-10 16,10-18-1,9-9-15,0 0 16,10-19-1,-1 0-15,10 0 16,0-9-16</inkml:trace>
  <inkml:trace contextRef="#ctx0" brushRef="#br0" timeOffset="-183244.59">17441 6987 0,'0'0'0,"0"0"16,0 0 0,0 0-16,0 0 15,0 0 1,0-9-16,0-10 16,10 1-1,-1-1-15,19-8 16,10-1-1,0 9-15,-1 10 16,-9 0-16,1 9 16,-10 0-1,-1 9-15,1 10 16,-9 8 0,-1 19-16,-9 10 15,-19 8 1,-18 10-16,-1 0 15,-9 0-15,0-9 16,9-10 0,10-18-16,9-9 15,0-1 1,10-8-16,0-10 16,9 0-16,0-9 15,18 9 1,20-9-16,37-9 15,19-9 1,0-1-16,10-8 16,-10 8-16,0 1 15,-94 18 1</inkml:trace>
  <inkml:trace contextRef="#ctx0" brushRef="#br0" timeOffset="-181879.43">15607 5353 0,'0'0'0,"0"0"15,0 0-15,19 0 16,9 9 0,28 1-16,20 8 15,18 1-15,19 8 16,18-8-1,20-1-15,-1 10 16,20 0 0,-10-1-16,37-8 15,1-1-15,27 1 16,1-10 0,28 0-16,-9 0 15,28 1 1,-1-10-16,20 9 15,-10 0 1,-18 0-16,18 0 16,-19 10-16,-9-1 15,-37-8 1,-10-1-16,-38 0 16,-18-9-1,-29 0-15,-28 0 16,-9 0-1,-20 0-15,-18 0 16,-9 0-16,-19 0 16,-19 0-1</inkml:trace>
  <inkml:trace contextRef="#ctx0" brushRef="#br0" timeOffset="-176023.33">18645 3655 0,'0'0'0,"0"0"0,0 0 16,-9-9 0,0-1-16,-1 1 15,-9 0-15,-18 0 16,-10 9 0,-10 0-16,-18 9 15,-10 19 1,-9 9-16,0 9 15,0 9-15,19 1 16,9 8 0,0 19-16,0 0 15,19 10 1,10-1-16,8 9 16,20-8-1,9 8-15,19-8 16,9-1-1,10-9-15,9-9 16,19 9-16,-1-19 16,11-17-1,-1-20-15,10-8 16,-1-19 0,29-10-16,0-17 15,-9-19-15,-10-10 16,19-18-1,-10-9-15,-18 9 16,-19-9 0,-10-9-16,-28 18 15,0 0-15,-9 1 16,-9 8 0,-10 10-16,-10-1 15,1 10 1,-10-9-16,-9 9 15,0-1 1,-10 11-16,0-1 16,-9 0-16,10 9 15,-1 10 1,0-1-16,10 10 16,0 0-1,9-1-15,0 10 16,1 0-1,8 0-15,-9 10 16,0-1-16,19-9 16</inkml:trace>
  <inkml:trace contextRef="#ctx0" brushRef="#br0" timeOffset="-170129.46">17714 10153 0,'0'0'16,"0"18"-16,0 28 16,10 28-16,8 37 15,-8 0 1,9-1-16,-1 1 15,-8-19 1,-1-18-16,1-18 16,-1-19-16,-9-37 15</inkml:trace>
  <inkml:trace contextRef="#ctx0" brushRef="#br0" timeOffset="-169804.58">17761 9839 0,'0'0'15,"19"-9"-15,9-1 16,19-8-1,0 18-15,0 0 16,-9 9 0,0 10-16,-20 8 15,1 19 1,-19 19-16,-19 27 16,-9 1-16,0-20 15,0-8 1,9-19-16,19-46 15</inkml:trace>
  <inkml:trace contextRef="#ctx0" brushRef="#br0" timeOffset="-169373.41">18758 9691 0,'0'0'16,"0"0"-16,0 0 16,-9 9-1,-10 1-15,0 17 16,1 1-16,-11 18 16,1 0-1,9 0-15,10 1 16,9-11-1,9 1-15,10 0 16,9-9 0,1 0-16,8-1 15,10 1-15,-9 0 16,-10-10 0,-9 10-16,0 0 15,-10 9 1,-9 9-16,-19 9 15,-9 0-15,-10 1 16,10-19 0,0-10-16,0-17 15,28-10 1</inkml:trace>
  <inkml:trace contextRef="#ctx0" brushRef="#br0" timeOffset="-169197.63">18617 9599 0,'0'0'0,"10"-9"15,8-1-15,48-27 16,66-9-16,56-9 16,66-19-1,-28 0-15</inkml:trace>
  <inkml:trace contextRef="#ctx0" brushRef="#br0" timeOffset="-168377.88">21091 8602 0,'0'0'0,"0"0"16,0 0-16,0 0 15,0 0 1,0 0-16,0 0 16,10 9-16,9 19 15,9 27 1,0 19-16,0 28 16,-9-10-1,0 0-15,9 19 16,-9-19-16,0-18 15,0-9 1,-10-1-16,10 1 16,-19-65-1</inkml:trace>
  <inkml:trace contextRef="#ctx0" brushRef="#br0" timeOffset="-166577.56">22606 8510 0,'0'0'15,"0"0"-15,0 0 16,0-9 0,9-1-16,10-8 15,9-10-15,29-9 16,18 0-1,19 0-15,-28 19 16,0 9 0,-10 9-16,-9 9 15,-18 0 1,-1 10-16,-9 18 16,-10 9-16,-9 18 15,-9 19 1,-20 19-16,-8-10 15,-1-18 1,10 0-16,9-19 16,10-18-1,-1-9-15,10-10 16,10-8-16,9-1 16,18 0-1,20-18-15,18 0 16,19-19-1,-9 0-15,-10 0 16,0 1 0,-18-1-16,-10 10 15,-10-1-15,1 10 16,0 0 0,-1-1-16,10 1 15,-47 9 1</inkml:trace>
  <inkml:trace contextRef="#ctx0" brushRef="#br0" timeOffset="-165713.25">25043 8187 0,'0'0'15,"0"0"1,0 0-16,9-19 15,10 1-15,9-1 16,19 1 0,9-1-16,-9 10 15,-9 9-15,-10 0 16,-9 9 0,0 1-16,-10 8 15,-9 10 1,0 18-16,-18 28 15,-20 9 1,0-9-16,1-19 16,18-9-16,9-18 15,10 0 1,0-10-16,10-9 16,18 0-1,10 1-15,9-1 16,0-9-1,0 0-15,-10 0 16,1 0-16,-10 9 16,-9 0-1,-9 1-15,-1 8 16,-9 19 0,-19 18-16,-19 10 15,-18 18-15,-19-9 16,0 0-1,-1-19-15,1-9 16,0-9 0,28-18-16,9-10 15,10 0 1,9-9-16,10-9 16,9 9-16</inkml:trace>
  <inkml:trace contextRef="#ctx0" brushRef="#br0" timeOffset="-165179.65">27451 7633 0,'0'0'15,"0"0"-15,-10 9 16,-8 19-1,-20 27-15,-9 28 16,-19 37 0,-9 0-16,0 0 15,9 0 1,9-18-16,10-19 16,19-28-16,9-9 15,0-9 1,10-9-16,9-10 15,9 1 1,20-1-16,18 1 16,18-10-16,11 0 15,-1-9 1,0-9-16,-9 0 16,-9 0-1,-10-10-15,-10-9 16,-37 28-16</inkml:trace>
  <inkml:trace contextRef="#ctx0" brushRef="#br0" timeOffset="-164896.75">27423 8251 0,'0'0'0,"0"0"15,0 0-15,0 0 16,-10 10-1,1 17-15,-1 10 16,1 28 0,0 18-16,-10 28 15,9-1-15,10 1 16,-9-9 0,9-10-16,-9-18 15,18-19 1,-9-18-16,9-9 15,1-10-15,-1-9 16,-9-9 0</inkml:trace>
  <inkml:trace contextRef="#ctx0" brushRef="#br0" timeOffset="-164230.59">29163 7476 0,'0'0'0,"0"0"16,0 0 0,0 0-16,-19 18 15,-9 29 1,-19 36-16,0 18 15,-10 19 1,-8 9-16,8 1 16,10-1-16,9-9 15,20-9 1,8-19-16,10-18 16,0-19-1,19-9-15,0-18 16,9-10-1,0 1-15,10-19 16,0-9-16,9-10 16,-10 1-1,1-19-15,-1-28 16,-8-18 0,-10 0-16,-19 9 15,-10 19-15,1 18 16,-10 9-1,-19 1-15,1 8 16,-29 10 0,0 18-16,0 19 15,10 9-15,18 0 16,38-37 0</inkml:trace>
  <inkml:trace contextRef="#ctx0" brushRef="#br0" timeOffset="-163794.28">29812 7596 0,'0'0'16,"0"0"-16,9 0 16,10 9-1,38 0-15,56 1 16,18-20 0,10 1-16,-18 0 15,-29-9-15,-28 8 16,-19 1-1,-10 9-15,-8 0 16,-11 9 0,-8 1-16,-1 17 15,1 19-15,-10 37 16,-10 47 0,-9 8-16,1 28 15,-11 10 1,11 8-16,-11 1 15,1 46 1</inkml:trace>
  <inkml:trace contextRef="#ctx0" brushRef="#br0" timeOffset="-163244.51">20075 8214 0,'0'0'15,"0"19"-15,-9 36 16,0 56 0,9 18-16,9 47 15,0 27 1,20 9-16,8 9 16,10 19-16,0-9 15,0-9 1,-18-65-16,8-1 15,-9-54 1,-9-28-16,0-37 16,0-19-1,-10-18-15,-9 0 16</inkml:trace>
  <inkml:trace contextRef="#ctx0" brushRef="#br0" timeOffset="-161946.18">19953 8104 0,'0'-10'0,"28"-17"16,29-19 0,65-28-16,38 0 15,28 19-15,29 8 16,8 1 0,20 9-16,47 0 15,-1 0 1,38 1-16,10-1 15,-10-10 1,19 1-16,48-9 16,-11 0-16,10-1 15,-9 1 1,9-1-16,-19 1 16,1 9-1,18 0-15,-19 18 16,-18-9-1,18 9-15,-28 10 16,0 0-16,-9-1 16,-19 1-1,-19 8-15,0 1 16,-38 0 0,-9 0-16,-9 18 15,-48-9 1,-27 9-16,-11 0 15,-36 1-15,-20 8 16,-18 1 0,-10 8-16,-9 1 15,-10 9-15,-18 0 16,0 0 0,-10 9-16,-9 9 15,0 10 1,-1-1-16,1 19 15,0 19 1,-10-10-16,10 19 16,-9 0-16,8 0 15,-8-1 1,9 1-16,-10 0 16,-9 9-1,-9-9-15,-10-1 16,0 1-1,-9-9-15,-10-1 16,-18-9-16,-10-8 16,-9-11-1,-10 1-15,-28 0 16,-19-9 0,-9-10-16,-37 0 15,-29-8 1,-19 8-16,-19-9 15,-46 9-15,8-8 16,-46-1 0,-28-19-16,27 1 15,-18-9 1,-9 17-16,-38-8 16,9-9-16,-9 8 15,-28-8 1,65-1-16,-28 1 15,-37 8 1,37 1-16,-28 0 16,38-1-1,28-8-15,19 9 16,0-1-16,-10 1 16,57-10-1,-10 10-15,19 0 16,38-10-1,-10 1-15,67-1 16,8-9-16,20 1 16,37-10-1,47-10-15,19 1 16,9 0 0,20 0-16,-1-47 15,19 56 1</inkml:trace>
  <inkml:trace contextRef="#ctx0" brushRef="#br0" timeOffset="-161303.43">21900 6645 0,'0'0'16,"0"0"-16,0 0 16,0 0-1,0 0-15,-9 10 16,0 8 0,-1 37-16,-9 28 15,1 28-15,8 0 16,1 9-1,9 9-15,0 28 16,9-9 0,10 18-16,0 0 15,0 0-15,9 46 16,9-18 0,-8 19-16,8-10 15,1 9 1,-10-18-16,0-19 15,-9 0 1,0-27-16,-10-9 16,1-10-16,-1-28 15,1-36 1,-1-19-16,0-9 16,1-9-1,-10-10-15,0-9 16,0 1-1,0-10-15</inkml:trace>
  <inkml:trace contextRef="#ctx0" brushRef="#br0" timeOffset="-154957.35">8862 9719 0,'0'0'0,"0"18"0,0 28 15,19 28 1,18 19-16,10 17 16,0 1-1,-9-9-15,0 8 16,-20-27-1,1-18-15,0-19 16,-10-18-16,-9-19 16,0-9-1,0 0-15,-9 0 16,-19-18 0,-10-19-16,1-19 15,8-17-15,1-11 16,0 1-1,9 10-15,10 8 16,9 10 0,9 8-16,0 10 15,10 1 1,9 8-16,10 0 16,9 10-16,0 8 15,10 10 1,8 19-16,1-1 15,-9 19 1,-10 9-16,-10 10 16,1 8-16,-10 10 15,1-9 1,-1-10-16,0-18 16,-9-9-1,-19-28-15</inkml:trace>
  <inkml:trace contextRef="#ctx0" brushRef="#br0" timeOffset="-154747.32">9925 9811 0,'0'0'0,"0"0"15,0 0-15,0 0 16,0 0-1,9 0-15,10-9 16,19-10 0,56-27-16,56-37 15,-150 83-15</inkml:trace>
  <inkml:trace contextRef="#ctx0" brushRef="#br0" timeOffset="-154479.22">10433 8630 0,'0'0'15,"0"0"-15,0 0 16,9 9-16,19 28 15,19 46 1,29 55-16,18 19 16,9 37-1,-9-37-15,10 18 16,9 28 0</inkml:trace>
  <inkml:trace contextRef="#ctx0" brushRef="#br0" timeOffset="-154212.22">11929 8288 0,'0'-9'0,"0"-9"16,-10-10 0,1 0-16,-10-9 15,-9 0 1,-19-9-16,-29 0 16,76 46-16</inkml:trace>
  <inkml:trace contextRef="#ctx0" brushRef="#br0" timeOffset="-153630.22">10724 8104 0,'-47'18'0,"-84"28"16,-57 28-16,-1 0 16,-8 0-1,18 18-15,10 0 16,-1 10-16,29 9 16,-19 27-1,29-9-15,8 28 16,11 0-1,27-18-15,10 17 16,18 1 0,20 0-16,18-9 15,9-19-15,20 0 16,9 1 0,18-10-16,10-19 15,10-18 1,27 9-16,29 1 15,9-19 1,20-19-16,36-18 16,20-28-16,37-18 15,-9-28 1,28-37-16,9-37 16,19-36-1,-37-19-15,-10-19 16,-28-9-1,-28 0-15,-29-18 16,-37 46-16,-28-19 16,-19 19-1,-19 9-15,-19 0 16,-9 10 0,-10 8-16,-18-8 15,-10 17-15,-9 29 16,-10-10-1,-18 10-15,-19 8 16,-48-8 0,-55 27-16,-39-18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4T08:27:30.13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16190 13272 0,'0'0'0,"0"9"16,0 19-16,0 37 16,10 46-1,18 55-15,0 9 16,0 37-1,0-18-15,1-9 16,-11-28-16,-8-47 16,-10-36-1,0-37-15,0-37 16</inkml:trace>
  <inkml:trace contextRef="#ctx0" brushRef="#br0" timeOffset="282.1">15748 13872 0,'0'0'0,"-19"-9"0,0-10 16,1 1 0,-1 9-16,9-10 15,10 1 1,10-10-16,18-18 15,38-19 1,37-18-16,38-18 16,29 9-16,-20 8 15,10 11 1,-19 17-16,-28 1 16,-113 55-1</inkml:trace>
  <inkml:trace contextRef="#ctx0" brushRef="#br0" timeOffset="598.28">17582 12838 0,'0'0'0,"0"10"15,-18 17-15,-20 29 16,-9 45 0,-9 28-16,-1 10 15,1 9 1,-1 36-16,20-36 16,18 9-16,9-19 15,29-9 1,19-18-16,18-19 15,29-27 1,18-28-16,-103-37 16</inkml:trace>
  <inkml:trace contextRef="#ctx0" brushRef="#br0" timeOffset="1085.78">18194 13734 0,'0'0'0,"0"9"16,9 19-16,1 18 16,-1 28-1,1 18-15,-1-37 16,-9-9-1,0-18-15,0-9 16,0-19 0,0 0-16,-9-19 15,-1-18 1,1-27-16,9-29 16,9-17-16,10 8 15,9 10 1,10-1-16,18 20 15,1 17 1,9 19-16,-1 10 16,1 27-16,0 18 15,19 28 1,-19 19-16,-10 36 16,-18 19-1,-10 0-15,-19-9 16,-9-28-16,-9-37 15,0-27 1,9-19-16</inkml:trace>
  <inkml:trace contextRef="#ctx0" brushRef="#br0" timeOffset="1382.1">18777 12866 0,'0'0'0,"10"-9"16,8 0 0,20-1-16,37 20 15,19 8 1,19 28-16,10 28 16,-20 28-16,-18 27 15,-38 0 1,-10 28-16,-27 9 15,-20-18 1,-8-28-16,-1-28 16,0-37-16,10-36 15,9-19 1</inkml:trace>
  <inkml:trace contextRef="#ctx0" brushRef="#br0" timeOffset="1598.25">19963 13365 0,'0'0'0,"0"0"0,0 0 16,0 0-1,18 0-15,20-10 16,56-8-1,10-1-15,-10-8 16,-94 27 0</inkml:trace>
  <inkml:trace contextRef="#ctx0" brushRef="#br0" timeOffset="1797.94">20010 13632 0,'0'0'16,"0"0"-16,0 0 15,28-9 1,38-9-16,56-19 16,47-46-1,38-19-15</inkml:trace>
  <inkml:trace contextRef="#ctx0" brushRef="#br0" timeOffset="2631.75">21129 11168 0,'0'-9'15,"0"-19"-15,-9 0 16,-1 1 0,1 8-16,-10 1 15,-9-1-15,-19 19 16,-29 9 0,-8 10-16,9 18 15,18 0 1,10 9-16,19-9 15,9 9 1,19 0-16,19 19 16,18 18-16,29 18 15,10 1 1,-11 9-16,1 27 16,-9-9-1,-20 19-15,-8 9 16,-20 0-16,-18 18 15,-20-9 1,1-37-16,-9-9 16,-11-9-1,1-37-15,10-28 16,9-9-16,9-18 16,9-10-1,1 0-15,9-9 16,0 0-1,0 0-15,19 0 16,18-9 0,29 9-16,28 0 15,10 18-15,-10 19 16,0 9 0,9 47-16,1 36 15,-29 18 1,-28 47-16,-19 46 15,-37 28 1,-29 18-16,1-18 16,-1-10-16,-9-18 15,19-46 1,9-37-16,10-19 16,9-36-1,9-28-15,19-10 16,19 1-16,47 18 15,29-18 1,37-1-16,37-18 16,-18-27-1,-10-47-15,66-18 16</inkml:trace>
  <inkml:trace contextRef="#ctx0" brushRef="#br0" timeOffset="3423.02">21581 11906 0,'0'0'15,"0"0"-15,0 0 16,-10-9-16,1 0 16,9 0-1,0-1-15,9-8 16,19-10 0,19-9-16,0 10 15,10 8 1,-19 10-16,-1 9 15,-9 18-15,1 10 16,-20 9 0,-9 28-16,-9 8 15,-29 20 1,-9-1-16,0-9 16,9-18-1,10-19-15,9-9 16,10-10-16,-1-8 15,10-10 1,10 0-16,-1 1 16,29-1-1,9-9-15,28-9 16,29-10-16,-1 1 16,-9-10-1,10-18-15,-104 46 16</inkml:trace>
  <inkml:trace contextRef="#ctx0" brushRef="#br0" timeOffset="3715.46">22775 11426 0,'0'0'0,"0"10"16,10 17-16,9 29 15,9 17 1,-9 11-16,9 17 16,-9-18-16,-1-9 15,1-19 1,-9-9-16,-10-18 15,0-19 1,0-9-16</inkml:trace>
  <inkml:trace contextRef="#ctx0" brushRef="#br0" timeOffset="3956.81">22183 11565 0,'0'0'16,"0"0"-16,18-19 16,30-18-1,46-18-15,56-10 16,1 1 0,9 8-16,-1 10 15,-27 0-15,-10 0 16,-9 0-1,-19 9-15,-94 37 16</inkml:trace>
  <inkml:trace contextRef="#ctx0" brushRef="#br0" timeOffset="4281.75">23970 10208 0,'0'0'16,"0"0"-16,-9 18 15,-1 19 1,-18 37-16,-19 28 16,-9 18-1,9 9-15,9 9 16,0 1-16,10-10 15,19 0 1,9-18-16,9 0 16,10-28-1,18-9-15,20-10 16,9-8 0,18-29-16,-84-27 15</inkml:trace>
  <inkml:trace contextRef="#ctx0" brushRef="#br0" timeOffset="4831.54">24318 10919 0,'0'0'0,"0"0"16,0 0-16,10 18 15,8 19 1,11 37-16,-11 0 16,1 0-1,-9-1-15,-1-26 16,-9-20-16,0-8 16,0-10-1,0-9-15,0 0 16,-9-9-1,-1-10-15,-9-18 16,1-27-16,8-1 16,1-9-1,9 10-15,0 8 16,9 10 0,10 9-16,9 0 15,-9 10-15,19 8 16,-1 10-1,10 9-15,0 9 16,0 10 0,0 18-16,-9 9 15,0 9 1,-10 19-16,-19 0 16,1-10-16,-10-8 15,0-10 1,0-9-16,0-19 15,0-18 1</inkml:trace>
  <inkml:trace contextRef="#ctx0" brushRef="#br0" timeOffset="5170.25">25174 9922 0,'0'0'0,"0"0"15,19 18-15,9 28 16,10 38 0,0 36-16,-1 27 15,1 38-15,-10-19 16,-19 9-1,1-18-15,-10-18 16,0-19 0,0-19-16,0-27 15,-10-9 1,10-28-16,0-10 16,0-8-16,0-19 15,0 0 1</inkml:trace>
  <inkml:trace contextRef="#ctx0" brushRef="#br0" timeOffset="5649.14">25720 11029 0,'0'0'0,"0"-9"15,0-9 1,9-10-16,1 0 16,8-18-1,1 9-15,10 0 16,8-9 0,1 9-16,-10 19 15,10-1-15,-1 10 16,1 9-1,-10 19-15,0 8 16,-9 10 0,-9 28-16,-20 18 15,-9 0-15,-9-18 16,0-10 0,9-9-16,0-18 15,10-1 1,9-8-16,0-10 15,9 0 1,19 1-16,29-10 16,18-10-16,19-8 15,0-19 1,10-28-16,-104 65 16</inkml:trace>
  <inkml:trace contextRef="#ctx0" brushRef="#br0" timeOffset="6008.95">26077 9811 0,'0'0'0,"0"0"16,10 0-1,27 0-15,20 9 16,37 19 0,38 37-16,9 18 15,-10 18 1,-18 1-16,-9 27 16,-38 0-16,-19 0 15,-19 10 1,-28 27-16,-19-37 15,-9 0 1,-10-18-16,1-19 16,8-36-1,11-28-15,8-19 16,10-9-16</inkml:trace>
  <inkml:trace contextRef="#ctx0" brushRef="#br0" timeOffset="6302.19">27865 9793 0,'0'0'0,"9"18"15,10 19-15,0 18 16,9 47 0,-9 18-16,-10-9 15,1 18-15,-10 0 16,-10-18 0,1-19-16,-1-18 15,1-28 1,9-46-16</inkml:trace>
  <inkml:trace contextRef="#ctx0" brushRef="#br0" timeOffset="6549.06">27281 10448 0,'0'0'0,"0"0"15,19 0 1,28 0-16,47-9 16,48-10-1,27 1-15,-9-19 16,0-9 0,-10-10-16,-27 1 15,-123 55-15</inkml:trace>
  <inkml:trace contextRef="#ctx0" brushRef="#br0" timeOffset="7099.23">28796 9654 0,'0'0'0,"0"0"15,9 19 1,1 27-16,9 28 15,-10 27-15,1 19 16,-20-9 0,1 0-16,-1-19 15,1-37 1,-1-8-16,1-20 16,0-8-1,-1-10-15,10-9 16,0 0-16,0 0 15,0-9 1,0-28-16,0-28 16,10-27-1,8 0-15,11-10 16,8 10-16,1 9 16,9 9-1,0 9-15,9 19 16,10 9-1,10 9-15,-11 19 16,-8 18 0,9 19-16,-10 18 15,-18 10-15,-1 27 16,1 18 0,-19-8-16,0 8 15,0-9 1,-1-18-16,11-9 15,18-10-15,0-9 16,-47-46 0</inkml:trace>
  <inkml:trace contextRef="#ctx0" brushRef="#br0" timeOffset="8220.24">23688 14315 0,'0'0'15,"0"0"-15,0 0 16,0 0-16,0 0 15,-10-9 1,1 0-16,-19-10 16,-10 1-1,-18 9-15,-10 9 16,0 9 0,10 0-16,-10 19 15,9 9-15,1 18 16,9 10-1,19 8-15,-1 11 16,20-11 0,9-8-16,9-10 15,10 1 1,9-10-16,-9-18 16,9-10-16,10-9 15,19-18 1,8-9-16,-8-19 15,-10 0 1,0-9-16,-9-1 16,-10-8-16,0 9 15,-9 9 1,0 0-16,-10 9 16,0 1-1,1 8-15,-1 1 16,-9 9-1,0-1-15,0 1 16,0 9-16,0 0 16,0 0-1,10 9-15,8 10 16,11 18 0,18 18-16,19 10 15,28-10 1,19-18-16,75-46 15,94-120-15,-75 36 16</inkml:trace>
  <inkml:trace contextRef="#ctx0" brushRef="#br0" timeOffset="9232.62">30452 13051 0,'0'0'0,"0"0"16,0 0-1,0 9-15,9 9 16,1 19-1,-1 19-15,0-1 16,-9-9 0,0-18-16,0-10 15,0-8-15,0-10 16,0 0 0,0 0-16,0 0 15,0-28 1,0-27-16,0-38 15,10 19-15,-1 19 16,10 0 0,0 18-16,9 9 15,10 10 1,-1 8-16,20 20 16,-1 27-16,1-1 15,-1 29 1,-9 9-16,-19 0 15,-9-19 1,0-27-16,-10-10 16,-9-18-1</inkml:trace>
  <inkml:trace contextRef="#ctx0" brushRef="#br0" timeOffset="9437.09">31167 12811 0,'0'0'15,"0"0"-15,28 0 16,28-9 0,38-10-16,29 1 15,-10-1 1,0 1-16,-113 18 15</inkml:trace>
  <inkml:trace contextRef="#ctx0" brushRef="#br0" timeOffset="9656.07">31458 13014 0,'0'0'0,"0"0"16,10 9-16,18 0 15,19 0 1,28 1-16,38-10 16,-113 0-1</inkml:trace>
  <inkml:trace contextRef="#ctx0" brushRef="#br0" timeOffset="9901.03">32521 12312 0,'0'0'0,"0"0"15,0 0-15,0 10 16,0 36 0,-9 37-16,0 46 15,-1 9 1,-9-8-16,10 8 16,9-138-16</inkml:trace>
  <inkml:trace contextRef="#ctx0" brushRef="#br0" timeOffset="11682.52">30649 9562 0,'0'0'0,"0"0"0,10-9 15,9-1 1,9-8-16,0-19 15,19-37 1,0-27-16,-9-28 16,-19 18-1,-10 9-15,0 28 16,-9 1-16,-9 17 16,0 19-1,-1 10-15,1 17 16,-1 1-1,-9 9-15,-9 9 16,-9 28 0,-10 28-16,9 18 15,10 0-15,0 9 16,18 1 0,20-1-16,8-18 15,20-19 1,0-9-16,9-9 15,18-18-15,20-10 16,9-18 0,-9-28-16,9-28 15,-9-27 1,-10-10-16,0-27 16,-9-19-1,-19 1-15,-9-1 16,-1 0-16,-8 19 15,-11 28 1,-8 18-16,-1 18 16,-9 28-1,0 9-15,0 10 16,0 9-16,0 9 16,0 0-1,-9 18-15,-1 19 16,1 28-1,-10 27-15,10 19 16,-1 9 0,1 0-16,-1 9 15,1-9-15,0-28 16,-1 0 0,10-18-16,10-18 15,-1-10 1,10-9-16,0-10 15,9-8 1,0-10-16,10 0 16,9-18-16,19-9 15,-10-10 1,10-27-16,0-28 16,-10-1-1,-9 1-15,-9-9 16,-10 9-16,-9 18 15,-10 19 1,-9 19-16,0-1 16,0 19-1,0 9-15,0 0 16,0 0-16,-9 9 16,9 0-1,0 19-15,9 9 16,10 9-1,0 9-15,9 10 16,0-1 0,-9 1-16,0 0 15,-10-1-15,1 1 16,-1-19 0,1-18-16,-1-1 15,10-8 1,0-10-16,18-9 15,1-9 1,18-19-16,-9-9 16,1-9-16,-1 0 15,-10 0 1,-9-10-16,-9 20 16,0 8-1,-10 9-15,-9 10 16,0 0-16,0 9 15,0 0 1,0 0-16,0 0 16,0 0-1,0 9-15,10 10 16,18 8 0,29 10-16,27 0 15,20-9 1,103 36-16</inkml:trace>
  <inkml:trace contextRef="#ctx0" brushRef="#br0" timeOffset="13449.08">31120 10143 0,'0'0'0,"0"0"16,0 19-1,9 18-15,10 18 16,0 19 0,0 18-16,-10-18 15,0-9-15,1-28 16,-1-10 0,-9-17-16,0-10 15,0 0 1,10-19-16,8-9 15,11-18 1,-1-9-16,0 0 16,10-10-16,-1 19 15,1 9 1,0 9-16,-1 19 16,1 0-16,9 18 15,9 9 1,-9 1-16,10-1 15,-10 10 1,0-10-16,0 1 16,-9-10-1,-10-9-15,9-9 16,-8 0-16,-1-10 16,0-18-1,-9-18-15,-10-10 16,1-27-1,-1 9-15,-9 0 16,0 9 0,0 0-16,0 10 15,10 8-15,-10 10 16,0 9 0,0 9-16,0 10 15,0 9 1,0 9-16,0 0 15,-10 9-15,1 9 16,-1 29 0,1 26-16,9 20 15,9-1 1,1 0-16,-1-9 16,1-9-1,-1-9-15,0-19 16,1-9-16,-1-19 15,1 1 1,-1-10-16,-9-9 16,0 0-1,9 0-15,1 0 16,9-9-16,-1 0 16,1-1-1,0 1-15,0 0 16,9 0-1,10 9-15,-1-10 16,10 10 0,10-9-16,9-9 15,9-10-15,-9 0 16,-10-9 0,-9 10-16,-9-1 15,-10 0 1,-9 10-16,-10 9 15,1-1-15,-10 1 16,0 9 0,0 0-16,0 0 15,-10 0 1,1 0-16,0 9 16,-1 10-16,10 9 15,0-1 1,10 1-16,-1 0 15,0-10 1,1 1-16,9-10 16,-10 0-1,10-9-15,-10 0 16,10-9-16,0 0 16,0-10-1,-1 1-15,1-1 16,0 10-1,0 0-15,9 0 16,0 9 0,10 0-16,0 0 15,65 18-15,-46-18 16,-10 0 0,0 0-16,-19-9 15,-9-10 1,-1 1-16,1-1 15,-19 1-15,0-1 16,-9-8 0,-10-1-16,-9 10 15,-10 8 1,10 20-16,0 8 16,9 19-16,19 46 15,28-9 1,10-9-16,18 36 15</inkml:trace>
  <inkml:trace contextRef="#ctx0" brushRef="#br0" timeOffset="13641.84">32757 10863 0,'0'0'0,"0"0"16</inkml:trace>
  <inkml:trace contextRef="#ctx0" brushRef="#br0" timeOffset="15899.2">19445 2658 0,'0'0'0,"0"9"15,0 10-15,0-10 16,10 10-16,-1-10 16,0 0-1,-9 0-15,0 0 16,0-9 0,0 10-16,-9-1 15,-19 9 1,-38 29-16,-66 54 15,-37 37-15,18 1 16,10 18 0,28 9-16,29-9 15,18 9 1,38-28-16,28-8 16,28-20-1,9-27-15,39-9 16,46-28-16,57-36 15,46-56 1,39-65-16,37-74 16,-85 19-1,-56 9-15,-28-9 16,-38 9-16,-47 9 16,-28 1-1,-38-1-15,-37 19 16,-48-10-1,-18 38-15,-48 27 16,11 28-16,-39 37 16,19 36-1,29 20-15,18 17 16,29 19 0,37-18-16,28 9 15,29 36 1,27-17-16,39 8 15,46 1-15,39-1 16,46-8 0,56-29-16,29-27 15,47-37 1,-66-46-16,-19 0 16</inkml:trace>
  <inkml:trace contextRef="#ctx0" brushRef="#br0" timeOffset="16198.67">21421 2234 0,'0'0'0,"0"0"16,0 0-16,-10 9 16,-9 18-1,-18 38-15,-38 37 16,-10 64-1,10 9-15,9 37 16,28 1 0,29 17-16,28-17 15,28-10-15,18-56 16,39 20 0,9-47-16,37-37 15,38-28 1,66-73-16,-18 8 15</inkml:trace>
  <inkml:trace contextRef="#ctx0" brushRef="#br0" timeOffset="16764.97">22408 2880 0,'0'0'0,"0"27"16,0 29 0,0 27-16,0 0 15,0-9 1,0-19-16,0-18 15,0-9-15,0-19 16,0-9 0,10-19-16,9-64 15,18-27 1,1-10-16,9 0 16,0 18-16,0 28 15,0 28 1,-9 28-16,9 8 15,9 29 1,10 36-16,0 38 16,0 36-1,-19-18-15,9-28 16,-56-83-16</inkml:trace>
  <inkml:trace contextRef="#ctx0" brushRef="#br0" timeOffset="17708.72">24008 1957 0,'0'0'15,"0"0"-15,-10 37 16,-18 64-1,9 47-15,-9 36 16,9 56 0,19-18-16,19-19 15,9-37 1,10-55-16,-10-56 16,0-46-16,10-27 15,28-47 1,0-27-16,-10-19 15,-9 10 1,-9 8-16,-10 20 16,-9 27-1,-10 18-15,1 9 16,-1 10-16,-9 9 16,19 19-1,9 18-15,19 18 16,19 9-1,19-8-15,18-19 16,29-37 0,18-37-16,-37-9 15,-38-10-15,-18-8 16,-10-19 0,-38 9-16,-9 0 15,-28 19 1,-9-1-16,-20 19 15,1 19-15,-1 9 16,-9 27 0,19 10-16,0 18 15,28 9 1,19-18-16,19-9 16,38 9-1,74-28-15,39-37 16,8-36-16,-55 8 15,-29 10 1,-38 9-16,-18 10 16,-10 8-1,-18 10-15,-1 0 16,-9 9-16,9 9 16,1 28-1,9 37-15,-1 36 16,20 47-1,9 28-15,10-10 16,-10 19 0,-19-37-16,-9 0 15,-19-9-15,-10-38 16,-9-27 0,1-27-16,-11-10 15,1-9 1,9-19-16,0-18 15,-18-46-15,37 46 16</inkml:trace>
  <inkml:trace contextRef="#ctx0" brushRef="#br0" timeOffset="18148.71">26482 2547 0,'0'0'16,"19"-9"-16,9 9 15,28 19 1,10 18-16,0 36 16,0 38-1,-10 9-15,-18-28 16,-19-27-16,-10-28 16,1-9-1,-10-19-15,0-9 16,0 0-1,0-19-15,0-18 16,0-27-16,0-47 16,18-9-1,20 0-15,0 19 16,18 18 0,10 9-16,9 18 15,0 29-15,20 27 16,-11 27-1,-18 29-15,9 64 16,-28 9 0,-18 46-16,-29-18 15,-10-28 1,1-46-16,9-83 16</inkml:trace>
  <inkml:trace contextRef="#ctx0" brushRef="#br0" timeOffset="18416.77">27479 1357 0,'0'0'15,"38"9"-15,46 37 16,57 46-1,38 47-15,-9 27 16,-11 37-16,-17 0 16,-20 28-1,-47-10-15,-47 47 16,-65 9 0,-67 37-16,-140 101 15,150-249 1</inkml:trace>
  <inkml:trace contextRef="#ctx0" brushRef="#br1" timeOffset="65414.37">22503 12986 0,'0'0'0,"0"0"15,0 0 1,9 0-16,0 0 16,10 0-1,19 0-15,9 0 16,9 0-16,1-9 15,18 0 1,0-1-16,10-8 16,9 0-1,0-1-15,19-9 16,0-9-16,0 10 16,9-10-1,10 9-15,-1-9 16,1 10-1,19-10-15,-20 9 16,-8 0-16,-1 1 16,10-1-1,-10 0-15,-9 0 16,9 1 0,0-10-16,-9 9 15,10 1 1,-1-10-16,-9 9 15,-10 0-15,10-9 16,-9 10 0,-10-1-16,0 0 15,-10 1 1,11-1-16,-11 0 16,1 0-1,-10 1-15,-9 8 16,0 1-16,0-1 15,-10 1 1,-9 9-16,-9-1 16,-1 1-1,-8 9-15,-11 0 16,-8 0 0,-10 0-16,0 0 15,0 0-15</inkml:trace>
  <inkml:trace contextRef="#ctx0" brushRef="#br1" timeOffset="66253.73">22559 13365 0,'0'0'0,"0"0"16,0 0-1,0 0-15,9 0 16,20 0-1,18 0-15,18-10 16,20-8-16,19-1 16,-1-8-1,19-10-15,1 0 16,-1 0 0,-9 0-16,0 9 15,9 1 1,0-10-16,1 0 15,8 0-15,20 0 16,-10-9 0,10 0-16,-1 0 15,-18-1 1,-10 10-16,10 1 16,-29 8-1,10 0-15,-19 0 16,10 1-16,9-10 15,-10 9 1,1-9-16,8 0 16,1-9-16,-19 9 15,10 0 1,-10 0-16,19 1 16,-10 8-1,-18 0-15,-10 0 16,-9 10-1,-9 0-15,-10-1 16,0 1-16,-10 8 16,-9 1-1,-9 0-15,-19 9 16</inkml:trace>
  <inkml:trace contextRef="#ctx0" brushRef="#br1" timeOffset="123588.83">23217 13263 0,'10'-9'0,"56"-19"16,84-18-16,10 0 15,19 0 1,9-1-16,0 11 15,0-11 1,-28 20-16,19-10 16,-28 0-1,-20 0-15,10 0 16,-18 0-16,-29 9 16,-10 1-1,-8 8-15,-10-8 16,-19 8-1,-19 1-15,-9-10 16,-19 28-16</inkml:trace>
  <inkml:trace contextRef="#ctx0" brushRef="#br1" timeOffset="123967.15">23613 12922 0,'0'0'16,"-10"9"-16,1 0 16,9 0-16,0 0 15,9 1 1,19 8-16,29-9 15,65-9 1,47-27-16,48-29 16,-1-18-1,66-27-15,-46 18 16,8 9-16,-46 9 16,28-8-1,-57 26-15,19 1 16,-28 9-1,9 10-15,-37 8 16,-132 19-16</inkml:trace>
  <inkml:trace contextRef="#ctx0" brushRef="#br1" timeOffset="-107173.33">22841 12866 0,'0'0'0,"0"0"15,0 0-15,0 0 16,0 0 0,0 0-16,0 0 15,0 0 1,0 0-16,0 0 16,19 9-1,37 1-15,39-10 16,17-19-16,67-18 15,-10-9 1,-9 0-16,19-9 16,-10-1-1,1 1-15,-1-1 16,-9 1 0,9 0-16,1-1 15,-29 10-15,9 9 16,-27 0-1,-10 10-15,9-1 16,-9 0 0,-10 1-16,-18-1 15,-10 0 1,0 0-16,-9 10 16,-19 0-16,-9 8 15,-10 1 1,-18 9-16,-10 0 15,0 0 1</inkml:trace>
  <inkml:trace contextRef="#ctx0" brushRef="#br1" timeOffset="-106675.58">22804 13281 0,'9'0'0,"19"-18"16,47-28-1,38-10-15,19-8 16,37-1 0,10-9-16,19-9 15,-1 10 1,-18 8-16,19-9 15,-20 19-15,29-10 16,-37 0 0,8 1-16,-8 9 15,-20 8 1,1 1-16,-29 9 16,-19 10-1,-18-1-15,-10 0 16,-37 19-16,-38 9 15</inkml:trace>
  <inkml:trace contextRef="#ctx0" brushRef="#br1" timeOffset="-106286.06">23293 13291 0,'0'0'0,"0"0"16,-10 0-16,10 0 15,0 0 1,10 0-16,56-28 15,75-27-15,47-28 16,47-10 0,0 1-16,19-19 15,-28 19 1,-10 18-16,-9 9 16,-19 1-16,-37 8 15,0 10 1,-20 19-16,-18 8 15,-9 19 1,-104 0-16</inkml:trace>
  <inkml:trace contextRef="#ctx0" brushRef="#br1" timeOffset="-20873.85">23415 12811 0,'0'0'0,"0"0"0,0 0 15,0 0 1,0 0-16,0 0 15,9 0-15,10-9 16,9-1 0,10 1-16,19-9 15,18-1 1,28-18-16,10 0 16,9-18-1,10 0-15,28-10 16,-19 10-16,10-10 15,-1 10 1,1-1-16,9 10 16,-19-9-1,19 9-15,0-1 16,-10-8 0,-9 9-16,-18 9 15,8-9-15,-18 9 16,-9 9-1,-10 0-15,-28 10 16,-19 0 0,-19 8-16,-9 1 15,-19 9-15</inkml:trace>
  <inkml:trace contextRef="#ctx0" brushRef="#br1" timeOffset="-20257.04">23227 13041 0,'0'0'15,"0"0"-15,0 0 16,0 0-1,0 0-15,9 0 16,20 0-16,18-9 16,28-9-1,38-10-15,0-9 16,47-9 0,-19-9-16,9-10 15,1 0 1,9 10-16,-10-10 15,1 1-15,-10 8 16,0 1 0,19 0-16,-29 9 15,-18-1 1,0 11-16,-9-1 16,-20 0-1,-18 9-15,-9 10 16,-1-1-16,-9 1 15,-9-1 1,-1 1-16,-8-1 16,-29 19-1</inkml:trace>
  <inkml:trace contextRef="#ctx0" brushRef="#br1" timeOffset="-19655.3">23321 13217 0,'0'0'16,"0"0"-16,0 0 16,0 0-16,0 0 15,0 0 1,0 0-16,9 0 15,10 0 1,19 0-16,28-9 16,18-10-1,20-9-15,18-8 16,19-1-16,-9-10 16,9-8-1,10-9-15,-20 8 16,10-8-1,-9 8-15,-10 1 16,1 9-16,-10-1 16,-1 1-1,-17 9-15,-20 0 16,-9 10 0,-10-1-16,-9 10 15,-9-1-15,-1 10 16,-18 0-1,-9 0-15,-1 9 16,-9 0 0</inkml:trace>
  <inkml:trace contextRef="#ctx0" brushRef="#br1" timeOffset="-18619.41">23923 13143 0,'0'0'0,"0"0"16,0 0-1,9 0-15,20-9 16,27-10-16,10 1 16,37-19-1,29-9-15,-19 0 16,19-10 0,9-8-16,-9 18 15,9-10 1,-10 1-16,-8-1 15,-1 10-15,-9 0 16,-10 9 0,-18 0-16,-19 10 15,-19-1 1,-9 9-16,-10 10 16,0 0-16,-9 0 15,-10 9 1,1-9-16,-10 9 15,0 0 1,0 0-16,0 0 16,0 0-1,0 0-15,0 0 16,0 0-16,0 0 16,0 0-1,0 0-15,0 0 16,0 0-1,0 0-15,0 0 16,0 0-16,0 0 16,0 0-1,0 0-15,0 0 16,0 0 0,0 0-16,0 0 15,0 0-15,0 0 16,0 0-1,0 0-15,0 0 16,0 0 0,0 0-16,0 0 15,0 0 1,0 0-16,0 0 16,0 0-16,0 0 15,0 0 1,0 0-16,0 0 15,0 0 1,0 0-16,0 0 16,0 0-1,0 0-15,0 0 16,0 0-16,0 0 16,0 0-1,0 0-15,0 0 16,0 0-1,0 0-15,0 0 16,9 0-16,0 9 16,10 9-1,9 10-15,-28-28 16</inkml:trace>
  <inkml:trace contextRef="#ctx0" brushRef="#br1" timeOffset="-17043.88">21148 4984 0,'0'0'0,"0"0"15,0 0 1,0 0-16,0 0 16,9 9-1,10 0-15,9 1 16,29-1-1,37-9-15,56-9 16,20-10-16,-1-8 16,10-10-1,9 0-15,38-9 16,-38 9 0,47-10-16,-9 1 15,0 0-15,-1 0 16,11 0-1,18 0-15,28 9 16,-9 0 0,-19 0-16,18 9 15,-18 1 1,0 8-16,-28 1 16,0 8-16,0-8 15,-19 0 1,-19-1-16,0 1 15,-19-10 1,-37 9-16,0 1 16,-19 0-1,-38-1-15,-19 10 16,-18 0-16,-10-1 16,-9 1-1,-10 9-15,1-9 16,-10 9-1,0 0-15,0 0 16</inkml:trace>
  <inkml:trace contextRef="#ctx0" brushRef="#br1" timeOffset="-16196.26">22032 5206 0,'0'0'0,"28"-10"16,57-8-16,66-19 16,27 0-1,29 0-15,28 0 16,1-9-1,8 0-15,10 9 16,-19-9-16,29 0 16,-10 9-1,19 0-15,-29 0 16,20-9 0,-20 0-16,10-1 15,-19 1-15,1 0 16,-29 0-1,-38 18-15,-19-9 16,10 0 0,-28 10-16,-19 8 15,-28 1 1,-20-1-16,1 1 16,-9 9-16,-20-1 15,-8 1 1,-11 0-16,-8 9 15,-1 0 1,1 0-16,-1 0 16,-9 0-1,0 0-15,0 0 16,0 0-16,0 0 16,0 0-1,0 0-15,0 0 16,0 0-1,0 0-15,0 0 16,0 0-16,0 0 16,0 0-1,0 0-15,0 0 16,0 0 0,0 0-16,0 0 15,9 0 1,-9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4:14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11505 11814 0,'0'0'0,"0"0"15,0 0-15,0 0 16,0 9-1,19 10-15,-19-19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11T05:24:35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3010 4329 0,'0'0'15,"0"0"1,0 0-16,0 0 16,0 0-16,0 0 15,0 0 1,-9 18-16,-19 10 15,-10 18 1,-9 9-16,9 1 16,10-19-1,0 0-15,9-10 16,10-8-16,-1-1 16,10-9-1,0 1-15,10-1 16,9 0-1,9 0-15,9 1 16,10-1-16,-9 0 16,0 9-1,-1 10-15,-8 18 16,-11 0 0,-8 19-16,-20 9 15,-27 18 1,-10 10-16,0-19 15,-10-19 1,1-8-16,-1-19 16,10-10-16,0-8 15,10-10 1,-1-9-16,0-9 16,1-10-16,37 19 15</inkml:trace>
  <inkml:trace contextRef="#ctx0" brushRef="#br0" timeOffset="394.28">2738 4476 0,'0'0'0,"0"0"16,0 0-16,0 0 15,9-9 1,10 0-16,18-10 15,10 1-15,19-10 16,19 1 0,18 8-16,-8-9 15,-1 10 1,-19 0-16,-9 8 16,0 10-16,-19 0 15,-10 0 1,-37 0-16</inkml:trace>
  <inkml:trace contextRef="#ctx0" brushRef="#br0" timeOffset="1199.44">5409 4504 0,'0'0'0,"0"0"15,0 0-15,0 0 16,0 9 0,0 1-16,10 17 15,-1 10-15,10 9 16,0 19 0,0 27-16,-10 0 15,0 1 1,1 8-16,-1 10 15,1-19-15,-10-18 16,0-9 0,0-10-16,0-55 15</inkml:trace>
  <inkml:trace contextRef="#ctx0" brushRef="#br0" timeOffset="1900.05">6011 4836 0,'0'0'15,"0"0"-15,0 0 16,0 0 0,0-9-16,0 0 15,0-19 1,10-9-16,18-9 15,10-9-15,9-1 16,18 1 0,-8 18-16,-1 9 15,-9 10 1,0 9-16,-9 18 16,0 9-16,-1 10 15,-8 18 1,-11 19-16,-18 27 15,-9 0 1,-19 10-16,0-1 16,-1-17-1,1-20-15,0-8 16,0-20-16,18-8 16,1-9-1,-1-10-15,10 0 16,0-9-1,0 0-15,10 0 16,18 0 0,28-9-16,20-10 15,8 1-15,10-10 16,-9 10 0,-10-1-16,1 1 15,-1 9 1,0-1-16,-75 10 15</inkml:trace>
  <inkml:trace contextRef="#ctx0" brushRef="#br0" timeOffset="2881.96">9041 4550 0,'0'0'15,"0"0"-15,0 0 16,0 0-16,0 0 15,0 0 1,9 0-16,19-9 16,19 9-1,19-9-15,28-10 16,0 1 0,-9-1-16,-10 10 15,-9 0-15,-10 0 16,-18 9-1,0 0-15,-10 0 16,-9 0 0,0 0-16,-10 0 15,0 9 1,1 0-16,-1 10 16,-9 8-16,0 10 15,-9 19 1,-10-1-16,0 19 15,0 9 1,0 0-16,1 0 16,-1-9-16,0 0 15,10-10 1,-1 1-16,10-10 16,0-9-1,0 1-15,0-47 16</inkml:trace>
  <inkml:trace contextRef="#ctx0" brushRef="#br0" timeOffset="3583.93">12286 4375 0,'0'0'0,"0"0"16,0 0-1,0 0-15,9 9 16,1 19 0,-1 27-16,1 10 15,-1 27-15,1 19 16,-1 0 0,-9-10-16,0 10 15,0-19 1,0-9-16,0-18 15,9-1-15,-9-17 16,0-20 0,10-8-16,-1-10 15,-9-9 1</inkml:trace>
  <inkml:trace contextRef="#ctx0" brushRef="#br0" timeOffset="4266.41">13227 4403 0,'0'0'0,"0"0"16,0 0-16,0 0 16,0 0-1,0 0-15,0 9 16,-10 9 0,1 10-16,-10 18 15,-9 0 1,0 10-16,0-1 15,-10 19 1,10-10-16,-1 10 16,1 0-16,19-9 15,-1-1 1,20 10-16,9-9 16,-1-10-1,20 1-15,0-10 16,9-9-16,0-10 15,9-8 1,1-10-16,-1-9 16,-9-9-1,-9-1-15,-10-8 16,0 0-16,0-1 16,-9 1-1,-9-10-15,-1 0 16,-9 1-1,-9-1-15,-20-9 16,-8 0 0,-10 9-16,-10 1 15,-9 8-15,-9 10 16,0 9 0,9 9-16,10 0 15,27 10 1,29-19-16</inkml:trace>
  <inkml:trace contextRef="#ctx0" brushRef="#br0" timeOffset="5033.03">16115 4264 0,'0'0'0,"0"0"15,0 0 1,0 0-16,9 0 16,1 0-1,18 19-15,0 27 16,0 18-16,1 29 15,-11-1 1,-8 9-16,-10 10 16,-10-19-1,1-8-15,0-11 16,9 1 0,9-9-16,-9-10 15,9-9 1,1-9-16,9 9 15,-19-46-15</inkml:trace>
  <inkml:trace contextRef="#ctx0" brushRef="#br0" timeOffset="5895.92">19859 4190 0,'0'0'0,"0"0"16,0 0-16,0 0 15,-9 9 1,-20 19-16,-18 18 16,-18 19-1,-20 27-15,-9 10 16,-19-10-16,28-9 15,10-18 1,9-10-16,19-18 16,19-9-1,9-10-15,10-9 16,9 1-16,0-10 16,0 0-1,9 9-15,29 0 16,28 0-1,37 1-15,10-1 16,-19 9 0,19-9-16,0 10 15,-38-1-15,-9-8 16,-19-1 0,-9 0-16,-10 0 15,-9-9 1,-19 0-16</inkml:trace>
  <inkml:trace contextRef="#ctx0" brushRef="#br0" timeOffset="6177.79">19784 4836 0,'0'0'16,"0"0"-1,0 0-15,0 0 16,0 0-16,0 0 15,0 0 1,0 0-16,0 10 16,0 17-1,0 19-15,-10 10 16,1 8-16,0 10 16,-1 0-1,10 0-15,0-9 16,0 8-1,10 10-15,8 0 16,-18-83 0</inkml:trace>
  <inkml:trace contextRef="#ctx0" brushRef="#br0" timeOffset="7268.6">23810 4098 0,'0'0'16,"0"0"-16,0 0 15,0 0 1,0 0-16,0 0 16,0 0-16,-9 9 15,-10 10 1,-9 18-16,-10 9 16,0 9-1,-9 19-15,-9 9 16,9 0-1,-10 9-15,10 1 16,10-1-16,-1 9 16,19-27-1,10 0-15,0 0 16,18-9 0,10-10-16,9 0 15,0-18-15,10 0 16,9-9-1,0-10-15,0-8 16,0-10 0,19 0-16,-10-10 15,-9-8 1,0-1-16,-18 1 16,-1 0-16,-9-10 15,-1 0 1,-8 10-16,-1-10 15,-9 0 1,-9 1-16,-1-10 16,-8 9-16,-11-9 15,-18 0 1,0 9-16,0 10 16,-28 9-1,-28 18-15,8 56 16,95-65-1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4T08:41:54.30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2173 4486 0,'0'0'16,"0"0"-16,0 9 15,0 19-15,10 36 16,-1 28 0,10 56-16,-10 18 15,-9 19 1,0-10-16,0 10 15,0-19-15,-9-28 16,-1-8 0,1-38-16,0-18 15,9-37 1,0-10-16,0-17 16,0-10-1,0 0-15</inkml:trace>
  <inkml:trace contextRef="#ctx0" brushRef="#br0" timeOffset="1003.83">2183 4236 0,'0'0'15,"0"0"-15,9-9 16,0 0 0,1 0-16,9-1 15,9 1 1,0 0-16,10 0 15,18 0-15,19-1 16,38 1 0,0 0-16,19 0 15,18-1 1,20-8-16,-20 0 16,-9-1-16,-9 1 15,0 8 1,-38 10-16,-19 0 15,-9 10 1,-19-1-16,-9 9 16,-10 10-1,-9 9-15,-10 0 16,0 27-16,-9 10 16,-9 19-1,0-1-15,-1-9 16,1 9-1,-1 0-15,10 10 16,-9 0-16,0-1 16,-1 1-1,-9 8-15,1-8 16,-1-10 0,0 10-16,0-10 15,0-9 1,-9 0-16,9-18 15,-9-10-15,0 1 16,0-1 0,-10 0-16,0-9 15,1-9 1,-10 0-16,-10 0 16,1-9-16,-20-10 15,1 1 1,-19-1-16,0-9 15,-19 1 1,0-10-16,10 0 16,-1-10-1,10 1-15,0 0 16,0 0-16,9 0 16,20-1-1,-1 1-15,19 0 16,0 0-1,9-1-15,10 1 16,9 9-16,19 0 16,0 0-1,0 0-15,0 0 16,0 0 0,9-9-16,48 0 15,-57 9 1</inkml:trace>
  <inkml:trace contextRef="#ctx0" brushRef="#br0" timeOffset="2117.55">5748 7236 0,'0'0'0,"0"0"15,0 0 1,0 0-16,0 0 16,0 0-16,9-9 15,20-19 1,18-18-16,9-28 16,0-9-1,10-18-15,-19 8 16,0-8-16,-9 18 15,-10 0 1,0 0-16,1-1 16,-10 1-1,-10 19-15,0 8 16,-9 10 0,0 0-16,0 9 15,0 0-15,-9 10 16,0 8-1,-1 1-15,1-1 16,-1 10 0,1 9-16,-1 0 15,1 0-15,-10 9 16,0 19 0,1 18-16,8 19 15,1 27 1,9 0-16,9 19 15,1 0 1,8-10-16,11 10 16,-11-19-16,1-9 15,10 0 1,-1-9-16,0 0 16,10-18-1,-1-1-15,-9-18 16,10 0-1,0-10-15,-10-8 16,10-1-16,-1-8 16,1-1-1,-1 0-15,1 0 16,0-9 0,18 0-16,-56 0 15</inkml:trace>
  <inkml:trace contextRef="#ctx0" brushRef="#br0" timeOffset="3270.61">23114 6239 0,'0'0'0,"0"0"16,9 0-1,10 9-15,9 1 16,19 8-16,19 1 16,10 8-1,27 10-15,-28-9 16,10 9-1,-10 0-15,-18 9 16,-1 0-16,-18 0 16,-10 0-1,-9 0-15,0 10 16,-10-19 0,-9 0-16,0 0 15,0-10 1,0-8-16,0-1 15,0-9-15,0 1 16,0-10 0,0 0-16,0 0 15,0 0 1,-9-10-16,9-8 16,0-28-16,9-28 15,19-18 1,0 9-16,20-10 15,-1 1 1,0 9-16,9 9 16,0 10-1,-8 17-15,-11 10 16,1 1-16,-10 17 16,-9 1-1,-10 8-15,-9 10 16,0 0-1</inkml:trace>
  <inkml:trace contextRef="#ctx0" brushRef="#br0" timeOffset="6974.02">2860 5889 0,'0'0'0,"0"0"16,0 0-16,0 0 15,0 0 1,0 0-16,0 0 16,0 0-16,0 0 15,0 0 1,0 0-16</inkml:trace>
  <inkml:trace contextRef="#ctx0" brushRef="#br0" timeOffset="15899.63">25052 6202 0,'0'0'0,"0"0"0,-28 10 16,-38 8-16,-28 10 16,-38 9-1,-18 0-15,-20 18 16,-9 0 0,-56 28-16,19-9 15,-29 18-15,29 1 16,9-1-1,19-9-15,37-9 16,20-9 0,37-10-16,28-18 15,19-19 1,18-8-16,11-1 16,-1 0-16,9-9 15,10 0 1,0 0-16,0 0 15</inkml:trace>
  <inkml:trace contextRef="#ctx0" brushRef="#br0" timeOffset="16689.5">19473 6488 0,'0'0'0,"10"0"16,9 10 0,-1-1-16,11 9 15,18 10 1,0 9-16,0 9 16,9 19-1,1-10-15,-10 10 16,-10-1-16,-9-8 15,-9-10 1,-9 0-16,-1-9 16,-9-9-1,0-10-15,0 1 16,0-10-16,0-9 16,0 0-1,0 0-15,0 0 16,0-9-1,0-19-15,0-18 16,0-19 0,19-18-16,9-19 15,10 10-15,18-9 16,10 8 0,0 10-16,0 9 15,-19 19 1,0 9-16,-19 18 15,-9 10 1,0 9-16,-10-1 16,-9 10-16</inkml:trace>
  <inkml:trace contextRef="#ctx0" brushRef="#br0" timeOffset="23918.18">6068 7882 0,'0'0'0,"0"0"16,0 0 0,19-9-16,37 0 15,38-10-15,38 10 16,9 0-1,-141 9-15</inkml:trace>
  <inkml:trace contextRef="#ctx0" brushRef="#br0" timeOffset="24568.68">19502 7559 0,'18'0'0,"67"-9"16,37 0-16,10-1 15,-10 10 1,-9 0-16,-19-9 15,-9 0 1,-10 9-16,-75 0 16</inkml:trace>
  <inkml:trace contextRef="#ctx0" brushRef="#br0" timeOffset="25542.36">6999 4356 0,'0'0'0,"0"0"15,-9 10 1,-20 8-16,-46 37 16,-28 29-1,-38 8-15,-29 9 16,1 1-16,9 9 15,0-10 1,19-18-16,19-9 16,28-19-1,9-8-15,19-10 16,19-10 0,9 1-16,20-19 15,-1 10-15,9-10 16,1 0-1,9-9-15,0 0 16</inkml:trace>
  <inkml:trace contextRef="#ctx0" brushRef="#br0" timeOffset="26401.85">6181 3350 0,'0'0'16,"0"0"-16,0 0 15,0 0 1,0 0-16,0 0 15,0 0-15,0 0 16,-10 19 0,1 9-16,-1 8 15,-8 11 1,-11 8-16,1 10 16,0-1-1,0-8-15,9-10 16,0-9-16,10-10 15,-1-8 1,1-1-16,9-9 16,0 1-1,0-10-15,0 9 16,9 0-16,10 0 16,9-9-1,10 0-15,9 0 16,9 0-1,10 0-15,0-9 16,-9 0-16,-1 9 16,-9-9-1,0-1-15,0 1 16,-9 0 0,-10 9-16,-9-9 15,0 0 1,-10 9-16,-9 0 15</inkml:trace>
  <inkml:trace contextRef="#ctx0" brushRef="#br0" timeOffset="26718.52">6322 3673 0,'0'0'16,"0"0"-16,0 0 15,0 0 1,0 0-16,0 0 16,0 0-1,0 10-15,0-1 16,0 19-16,0 8 16,9 20-1,1 8-15,-1 1 16,0 9-1,-9 0-15,10-10 16,-1 1 0,1-10-16,-10 1 15,9-19-15,-9-37 16</inkml:trace>
  <inkml:trace contextRef="#ctx0" brushRef="#br0" timeOffset="27717.65">19210 4375 0,'0'0'0,"0"0"15,0 0-15,9 18 16,10 10 0,19 18-16,18 10 15,10 8-15,-9 1 16,18 9 0,-9-10-16,-1 1 15,1-10 1,-19-9-16,0-9 15,-9-9 1,-10 0-16,0-10 16,1 1-16,-10-10 15,18 0 1,-37-9-16</inkml:trace>
  <inkml:trace contextRef="#ctx0" brushRef="#br0" timeOffset="28150.93">19379 2769 0,'0'0'0,"0"0"15,0 0 1,0 0-16,10 18 15,8 19-15,1 19 16,10 27 0,-11 9-16,1 10 15,0-10 1,0-9-16,0 0 16,-10-9-16,0-10 15,1-27 1,-1-9-16,-9-28 15</inkml:trace>
  <inkml:trace contextRef="#ctx0" brushRef="#br0" timeOffset="28723.76">19897 2953 0,'0'0'15,"0"0"-15,0 0 16,0 0 0,0 0-16,0 0 15,0 0-15,0-9 16,9 0-1,0 0-15,1 0 16,-1-1 0,10 1-16,-9 9 15,-1 0 1,10 0-16,0 0 16,-1 9-16,11 10 15,-1 18 1,-9 18-16,-10 10 15,-9-1 1,-19 10-16,0 0 16,1-9-1,-1-10-15,0-9 16,10-18-16,-1-10 16,10-9-1,0 1-15,0-10 16,19 0-1,28 0-15,56-19 16,20-8-16,-10-10 16,37 0-1,-9 0-15,-141 37 16</inkml:trace>
  <inkml:trace contextRef="#ctx0" brushRef="#br0" timeOffset="35069.17">8965 7301 0,'0'0'0,"0"0"16,0 0-16,0 0 16,0 0-16,0 0 15,0 0 1,10-10-16,27-26 16,20-29-1,9-27-15,-10-1 16,10-8-1,-10-10-15,-9 9 16,-9 10-16,0 9 16,-10 9-1,-9 0-15,-1 10 16,-8 18 0,-1 0-16,-9 9 15,0 0-15,0 9 16,-9 10-1,-1-1-15,-8-9 16,-1 10 0,0 9-16,-9 9 15,-10 0 1,-9 18-16,10 10 16,-1 9-16,0 9 15,10 19 1,9 8-16,10 1 15,9 9 1,19 10-16,-1-1 16,20 9-1,9-8-15,10-1 16,-1-9-16,0-9 16,1-9-1,-10-10-15,0-9 16,-9-9-1,-1-9-15,1-10 16,-1 1-16,20-10 16,-57-9-1</inkml:trace>
  <inkml:trace contextRef="#ctx0" brushRef="#br0" timeOffset="36112.86">7009 6138 0,'0'0'15,"0"0"-15,0 0 16,0 0-16,0 0 16,-19 0-1,-19 9-15,-56 37 16,-38 28-1,-37 18-15,-29 28 16,10 9 0,0 1-16,19-10 15,28-10-15,9-8 16,19-10 0,28-27-16,20-19 15,18-9 1,9-9-16,19-10 15,0-9 1,10 0-16,-1 1 16,1-1-16,9-9 15,0 9 1,0 0-16,0 1 16,0-10-1</inkml:trace>
  <inkml:trace contextRef="#ctx0" brushRef="#br0" timeOffset="45018.54">20950 6488 0,'0'0'0,"0"0"0,0 0 16,-9 0-16,-19 0 15,-10 0 1,-18 10-16,-29-1 15,0 0 1,-9 10-16,-9-1 16,-10 1-16,-9 8 15,9 1 1,-10 0-16,-8 8 16,18 1-1,0 10-15,19-20 16,0 10-1,9-9-15,19 0 16,10-1 0,18-8-16,0-1 15,10-9-15,0 1 16,9-1 0,0 0-16,1 0 15,-1 1 1,19-10-16</inkml:trace>
  <inkml:trace contextRef="#ctx0" brushRef="#br0" timeOffset="57418.65">15720 6876 0,'0'0'0,"0"0"16,0 0-16,0 0 15,0 0 1,19 0-16,18 0 16,29 9-16,28 1 15,28 8 1,10 19-16,-28 0 15,-29 0 1,-19 0-16,-9 0 16,-9 0-1,-19-1-15,-10 1 16,-9 0-16,-9 0 16,-1-9-1,1 0-15,0-10 16,-1-9-1,1-9-15,-1 0 16,1-9 0,0-9-16,-1-10 15,10-27-15,10-19 16,18-19 0,9-8-16,10-1 15,10 10 1,-1 9-16,-9 28 15,-9 8-15,0 11 16,-10 8 0,-9 9-16,-1 1 15,1 9 1,0-1-16,0 10 16,0 0-1,9 0-15,0 10 16,10-1-16,9 9 15,-47-18 1</inkml:trace>
  <inkml:trace contextRef="#ctx0" brushRef="#br0" timeOffset="60268.92">9041 8048 0,'0'0'0,"0"0"0,0 0 15,0 0 1,0 0-16,0 0 16,0 0-16,0 0 15</inkml:trace>
  <inkml:trace contextRef="#ctx0" brushRef="#br0" timeOffset="60830.11">16661 8196 0,'0'0'0,"0"0"15,0 0 1,0 0-16,0 0 16,0 0-1,0 0-15,0 0 16,0 0-16,0 0 15,0 0 1,0 0-16,0 0 16,0-9-1,0 9-15</inkml:trace>
  <inkml:trace contextRef="#ctx0" brushRef="#br0" timeOffset="61575.78">10405 4181 0,'0'0'0,"0"0"16,0 0-16,0 0 15,-19 9 1,-9 19-16,-29 18 15,-18 19-15,-38 36 16,-28 10 0,0 0-16,0-1 15,-19 10 1,28-9-16,19-18 16,19-10-16,28-28 15,10-9 1,18-9-16,10-9 15,9-19 1,10 0-16,-1 0 16,10-9-1,0 0-15</inkml:trace>
  <inkml:trace contextRef="#ctx0" brushRef="#br0" timeOffset="62215.68">9238 3157 0,'0'0'0,"0"0"15,0 0 1,0 0-16,9 9 16,1 9-1,-1 10-15,1 18 16,-1 19-1,1 9-15,-10-1 16,9 20-16,-9-10 16,0-9-1,-9-1-15,9-8 16,0-10 0,0 1-16,0-19 15,0 0-15,0-10 16,0-8-1,0-1-15,0-9 16,0 1 0,0-1-16,0-9 15,0 0-15,0 0 16</inkml:trace>
  <inkml:trace contextRef="#ctx0" brushRef="#br0" timeOffset="62984.94">16830 4264 0,'0'0'16,"0"0"-16,0 0 15,0 0 1,0 0-16,0 0 15,-10 9 1,-8 1-16,-29 17 16,-19 19-1,-19 19-15,-18 18 16,-1 0-16,1-9 16,9 9-1,9 0-15,19-18 16,10-10-1,18-9-15,10-9 16,9-9 0,0-10-16,10-8 15,-1-1-15,10 0 16,0-9 0,0 0-16</inkml:trace>
  <inkml:trace contextRef="#ctx0" brushRef="#br0" timeOffset="63668.82">15917 3092 0,'0'0'0,"0"0"15,0 0-15,0 0 16,0 0-1,0 0-15,0 0 16,0 0-16,10 0 16,27 9-1,29 0-15,19-9 16,0 0 0,-20-9-16,-8 0 15,-10 9 1,-19-9-16,0 9 15,-9 0-15,-9 0 16,-1 0 0,0 0-16,1 0 15,-1 0 1,-9 0-16,10 0 16,-10 0-16,9 0 15,0 9 1,1 9-16,-1 10 15,1 18 1,-10 19-16,-10 9 16,1 18-1,-1 0-15,-8 1 16,-1-10-16,9-10 16,1-8-1,0-10-15,-1-8 16,1-10-1,9-1-15,0-36 16</inkml:trace>
  <inkml:trace contextRef="#ctx0" brushRef="#br0" timeOffset="71256.61">10273 6332 0,'0'0'0,"-19"0"16,-37 9-16,-48 28 15,-37 18 1,-19 19-16,-47 27 16,19 10-16,-10 9 15,1 0 1,28 0-16,18-9 15,19-28 1,38-9-16,28-19 16,19-18-16,19-18 15,9-10 1,10 0-16,9-9 16,28 0-1,-28 0-15</inkml:trace>
  <inkml:trace contextRef="#ctx0" brushRef="#br0" timeOffset="72688.45">12615 7374 0,'0'0'0,"0"0"16,0 0-16,0 0 15,0 0 1,0 0-16,0 0 16,0 0-1,0 0-15,10-9 16,-1-9-16,19-28 16,10-19-1,9-9-15,9-18 16,-8 9-1,-1 0-15,0-19 16,0 10 0,-10 18-16,1-18 15,0 9-15,-10 0 16,-19 18 0,1 19-16,-1 9 15,-9 9 1,0 1-16,-9 8 15,9 10-15,-10 0 16,-9 9 0,1 0-16,-11 18 15,1 10 1,0 18-16,-10 28 16,10-10-16,9 1 15,0 27 1,19 1-16,10-20 15,9 11 1,-1-1-16,1-10 16,9 1-1,1 0-15,8-18 16,1-1-16,0-9 16,-1 0-1,1-9-15,-10-9 16,0-1-1,0-8-15,1-1 16,-10-8 0,-1-1-16,-8-9 15,-1 0-15,1 0 16,-10 0 0,0 0-16,0 0 15,0 0 1,0 0-16,0 0 15,0 0-15,0 0 16,0 0 0,0 0-16,0 0 15,0 0 1,0 0-16,0 0 16,0 0-16,0 0 15,0 0 1,0 0-16,0 0 15,0 0 1,0 0-16,0 0 16,9 0-1,-9 0-15,0 0 16,0 0-16,0 0 16,0 0-1,0 0-15,0 0 16,0 0-1,0 0-15,0 0 16,0 0 0,0 0-16,9 9 15,-9-9-15,0 0 16,0 0 0,0 0-16,0 0 15,0 0 1,0 0-16,0 0 15,0 0 1,0 0-16,10 9 16,-10-9-16</inkml:trace>
  <inkml:trace contextRef="#ctx0" brushRef="#br0" timeOffset="81568.56">17714 6452 0,'0'0'0,"0"0"0,0 0 16,0 0-1,0 0-15,0 0 16,0 0 0,0 0-16,0 0 15,-9 0 1,-10 0-16,-19 0 15,-18 9-15,-19 9 16,-10 1 0,-37 18-16,-10 0 15,10 18 1,-38 9-16,-19 10 16,10 9-16,-10 10 15,10-10 1,18 0-16,-9 0 15,38-18 1,28-10-16,18-9 16,20-9-1,18-19-15,10 1 16,9-10 0,10 0-16,0 1 15,-1-10-15,1 9 16,9-9-1,0 0-15,0 0 16,0 0 0,0 9-16,0-9 15</inkml:trace>
  <inkml:trace contextRef="#ctx0" brushRef="#br0" timeOffset="82760.36">11421 6811 0,'0'0'0,"0"0"16,0 0-1,0 0-15,0 0 16,9 10-16,10-1 15,0 9 1,9 10-16,9 9 16,1 0-1,-10 0-15,1 0 16,-11 0 0,1 9-16,-9-9 15,-1 0-15,-9-10 16,0 1-1,0-9-15,0-10 16,0 0 0,0-9-16,0 0 15,0 0-15,0 0 16,0-9 0,9-37-16,20-37 15,8-10 1,10-8-16,-9 8 15,0 1 1,-10 18-16,9 10 16,-8 18-16,-11 9 15,1 0 1,0 9-16,-10 10 16,1-1-1,-1 10-15,1 0 16,-10 9-1,0 0-15,0 0 16,0 0-16,0 0 16,0 0-1,0 0-15,0 0 16,0 0 0,0 0-16,0 0 15,9 0-15,-9 0 16</inkml:trace>
  <inkml:trace contextRef="#ctx0" brushRef="#br0" timeOffset="85191.05">12343 6424 0,'0'0'0,"-10"0"16,-18 9-16,-29 19 15,-27 18 1,-10 19-16,-29 8 15,-8 10-15,-1 10 16,0-1 0,1 0-16,27-18 15,10-9 1,9-10-16,20-9 16,17-9-1,11-9-15,9-10 16,9-8-16,9-1 15,1 0 1,0 0-16,-1-9 16,10 0-1</inkml:trace>
  <inkml:trace contextRef="#ctx0" brushRef="#br0" timeOffset="86302.5">9050 8261 0,'0'0'15,"0"0"-15,0 0 16,0 0-1,0 0-15,0 0 16,0 0 0,0-10-16,0 1 15,0 0-15,0 9 16,0-9 0,0-1-16,9 1 15,1 0 1,9 0-16,9-1 15,19 1 1,9 9-16,1 9 16,9 10-1,-1 9-15,-8-1 16,-10 10-16,-9 9 16,-10 1-1,-9 8-15,-10 0 16,0 1-1,-9-1-15,0-18 16,-9 0-16,9-9 16,-9-10-1,9-9-15,0-9 16,0 0 0,0 0-16,0-9 15,-10-9-15,10-19 16,10-28-1,8-27-15,1-1 16,9-8 0,1 9-16,-1 9 15,0-1 1,0 11-16,1 8 16,-1 19-16,0 0 15,0 0 1,0 9-16,1 0 15,8-9 1,-37 46-16</inkml:trace>
  <inkml:trace contextRef="#ctx0" brushRef="#br0" timeOffset="88510.87">9784 8925 0,'0'0'0,"0"0"15,0 0 1,0 0-16,0 0 16,0 0-1,0 0-15,0 0 16</inkml:trace>
  <inkml:trace contextRef="#ctx0" brushRef="#br0" timeOffset="88913.81">13462 8131 0,'0'0'16,"0"0"-16,0 0 15,0 0 1,0 0-16,-9 0 15,9 0 1</inkml:trace>
  <inkml:trace contextRef="#ctx0" brushRef="#br0" timeOffset="89535.86">9680 9220 0,'0'0'16,"0"0"-16,0 0 15,0 0-15,10 0 16,37-9 0,28 0-16,38-19 15,9-9 1,-18 10-16,-20 8 16,-18 1-1,-19-1-15,-19 10 16,-9 0-1,-9 9-15,-10 0 16,0 0-16,0 0 16,-10 9-1,-27 10-15,-10 8 16,-10 1 0,-9 0-16,10-10 15,-1 1-15,10-1 16,10-9-1,37-9-15</inkml:trace>
  <inkml:trace contextRef="#ctx0" brushRef="#br0" timeOffset="90252.62">12803 8381 0,'0'0'15,"0"0"-15,0 0 16,10-10-16,-1 1 16,1 0-1,9 0-15,18-1 16,20 1-1,18-9-15,10-1 16,-10 1 0,-9-1-16,-10 10 15,-18 0-15,-10 0 16,0-1 0,-18 10-16,-1 0 15,-9 0 1,0 0-16,0 0 15,0 0-15,-28 10 16,-29 8 0,-18 19-16,0 0 15,0 0 1,27-9-16,11-10 16,9 0-1,9 1-15,9-10 16,1 0-16,0 1 15,9-10 1,0 0-16,37 0 16,48-19-1,18-9-15,1 1 16,-10 8-16,-9 1 16,-20 18-1,-65 0-15</inkml:trace>
  <inkml:trace contextRef="#ctx0" brushRef="#br0" timeOffset="90953.07">10019 9331 0,'0'0'16,"0"0"-16,0 0 15</inkml:trace>
  <inkml:trace contextRef="#ctx0" brushRef="#br0" timeOffset="91336.51">13707 8556 0,'0'0'0,"0"0"15,0 0 1</inkml:trace>
  <inkml:trace contextRef="#ctx0" brushRef="#br0" timeOffset="92398.9">13594 8768 0,'0'0'0,"0"0"15,0 0-15,0 0 16,0 0 0,0 0-16,0 0 15,0 0-15,0 0 16,0 0 0,0 0-16,-10-9 15,10 9 1,0 0-16,0 0 15,-9-9 1,9 9-16,0 0 16,0 0-16,0 0 15,0 0 1,0 0-16,0 0 16,0 0-1,0 0-15,0 0 16,0 0-16,0 0 15,0 0 1,0 0-16,0 0 16,0 0-1,-10 0-15,10 0 16,0 0 0,0 0-16,0 0 15,0 0-15,-9 0 16,9 0-1</inkml:trace>
  <inkml:trace contextRef="#ctx0" brushRef="#br0" timeOffset="95185.87">6134 13134 0,'0'0'0,"0"0"15,0 0-15,0 0 16,0 0-1,0 0-15,0-9 16,28-28 0,66-83-16,19-37 15,-10 0 1,-9 0-16,-9 9 16,-10 10-16,-9 9 15,-9 9 1,-10 9-16,-10 19 15,-18 18 1,0 18-16,-10 10 16,1 19-16,-10 8 15,0 10 1,-10 9-16,-27 18 16,-29 28-1,-19 38-15,10-1 16,28 0-1,19-10-15,18-8 16,20-10-16,18 1 16,19-10-1,28 0-15,10-9 16,9 0 0,-9 0-16,-10 9 15,-19 0-15,-18 0 16,-10 10-1,-9-1-15,-19 10 16,-9-1 0,-1-18-16,-9-9 15,10-18 1,-1-10-16,1 0 16,9-9-16,-9-9 15,-1-9 1,10-10-16,0-27 15,10-1 1,-1 10-16,10 0 16,-10 9-16,1 9 15,9 10 1,-1 9-16,1-1 16,0 10-1,9 19-15,19 18 16,0 9-1,0 9-15,0 1 16,-9-1-16,-10-18 16,0-19-1,-9-8-15,9-20 16,29-36 0,9-28-16,0-27 15,-10 9-15,0-1 16,-18 29-1,0 8-15,-10 19 16,-9 10 0,9 8-16,-9 10 15,9 9 1,0 9-16,10 10 16,9 18-16,-9 18 15,9 19 1,-10-10-16,1-17 15,-1-11 1,-8-8-16,-10-9 16,-1-10-1,-8-9-15,-1 0 16,1-9-16,8-19 16,1-9-1,0-18-15,-10-1 16,1-8-1,9-10-15,-1-9 16,-8 18-16,-10 65 16</inkml:trace>
  <inkml:trace contextRef="#ctx0" brushRef="#br0" timeOffset="95969.45">9313 11962 0,'0'0'0,"0"0"15,0 0 1,0 0-16,0 0 16,0 0-16,-9-10 15,0 1 1,-1 0-16,1 0 15,-10-1 1,-9 10-16,-1 10 16,-8 17-1,-1 20-15,1 8 16,18-18-16,9 0 16,10-19-1,10-9-15,9 1 16,9-20-1,19-8-15,9-19 16,1-18-16,-1-1 16,-9 10-1,-9 0-15,-19 18 16,-1 10 0,-8 9-16,-1 9 15,10 9 1,0 28-16,9 37 15,10 9-15,-1-9 16,1-19 0,18-9-16,20-27 15,27-29 1,-9-27-16,-9-9 16,-19 0-16,0-9 15,-19-1 1,-10 10-16,-8 9 15,-11 10 1,1 8-16,-9 10 16,-1 0-1,0 9-15,1 9 16,18 37-16,0 28 16,0 27-1,1 38-15,-11-10 16,-8 0-1,-1-18-15,-9-19 16,10-27-16,-10-10 16,0-18-1,0-28-15,0-9 16</inkml:trace>
  <inkml:trace contextRef="#ctx0" brushRef="#br0" timeOffset="96239.58">10282 11537 0,'0'0'16,"10"-9"-16,-1 0 16,19-10-16,10 10 15,18 0 1,1 9-16,9 18 15,-10 19 1,-9 9-16,-19 19 16,-18 9-1,-20 27-15,-8-18 16,-20 0-16,-9-18 16,47-65-1</inkml:trace>
  <inkml:trace contextRef="#ctx0" brushRef="#br0" timeOffset="96560.32">11270 10716 0,'0'0'0,"0"0"15,0 0-15,0 9 16,0 28 0,0 55-16,-19 56 15,0 18 1,-9 46-16,9-9 16,19-9-16,0-28 15,29 0 1,8-18-16,10-28 15,19-9 1,28-28-16,-94-83 16</inkml:trace>
  <inkml:trace contextRef="#ctx0" brushRef="#br0" timeOffset="97152.58">12851 11251 0,'0'0'0,"0"0"15,0 0-15,-10-9 16,1-1-1,-1 1-15,1 9 16,-29 9 0,-37 28-16,-10 28 15,10 9 1,19 0-16,18 0 16,19-19-16,10 0 15,9-18 1,9-9-16,10-10 15,28-8 1,38-20-16,-1-17 16,10-29-1,-18 1-15,-10-10 16,-19 10-16,-19 18 16,0 9-1,-19 10-15,1-1 16,-1 10-1,-9 9-15,0 0 16,10 0-16,-1 9 16,10 10-1,9 18-15,19 9 16,0 0 0,10-9-16,18-9 15,19-10 1,9-27-16,-103 9 15</inkml:trace>
  <inkml:trace contextRef="#ctx0" brushRef="#br0" timeOffset="97641.79">14205 10171 0,'0'0'0,"0"0"16,0 0-16,0 0 15,0 0 1,-19 0-16,-28 19 16,-19 8-1,-9 10-15,9 0 16,19 0-1,10-9-15,8-1 16,1 10-16,9 0 16,10 9-1,9 10-15,9 8 16,1 10 0,9 9-16,9 10 15,0 8 1,0 1-16,1-1 15,-1 1-15,9 8 16,1-17 0,-10-19-16,10-1 15,-10-26 1,0-11-16,10-8 16,9 0-16,9-19 15,29-27 1,-85 18-16</inkml:trace>
  <inkml:trace contextRef="#ctx0" brushRef="#br0" timeOffset="98222.51">14713 10836 0,'0'0'0,"0"0"15,0 0-15,0 0 16,0 0-1,10 0-15,18 0 16,19 9 0,19 9-16,9 10 15,-9 9 1,0 0-16,-19 9 16,0 9-16,-19-9 15,-9-9 1,0 0-16,-10 0 15,-9-9 1,0 0-16,0-10 16,0-9-16,0-9 15,0 0 1,0 0-16,0 0 16,-9-9-1,-1-9-15,10-19 16,19-46-1,9-19-15,29-9 16,-1 19-16,1 0 16,-1 18-1,10 0-15,0 9 16,-66 65 0</inkml:trace>
  <inkml:trace contextRef="#ctx0" brushRef="#br0" timeOffset="99152.45">15889 10143 0,'0'0'0,"0"0"15,0 0-15,0 0 16,10 0 0,-1 0-16,0 0 15,1 0-15,-1 0 16,1 0 0,-1 0-16,0 0 15,1 0 1,-10 0-16,0 0 15,0 0-15,0 0 16,9 0 0,1 0-16,-1 0 15,10-9 1,9 0-16,10 0 16,18-1-1,10 1-15,-10 0 16,-9 9-16,-9 0 15,-10 9 1,1 0-16,-11 10 16,1 9-1,-9 27-15,-1 19 16,-9 18 0,0 10-16,0-10 15,0-9-15,0 0 16,9-9-1,1 0-15,-1-10 16,-9-17 0,0-11-16,0 1 15,0 0 1,0-9-16,-9-10 16,-1 1-16,1-10 15,0 0 1,-20 1-16,29-10 15</inkml:trace>
  <inkml:trace contextRef="#ctx0" brushRef="#br0" timeOffset="99356.14">17065 10928 0,'0'0'16,"9"18"-16,1 29 15,-10 45 1,-19 37-16,-19 19 16,-9 9-1,0 0-15,10-38 16,-1-17 0,38-102-16</inkml:trace>
  <inkml:trace contextRef="#ctx0" brushRef="#br0" timeOffset="99888.4">18297 10753 0,'0'0'16,"0"-10"-16,10 1 15,-1-9 1,1-1-16,-10 1 15,0 8-15,0 1 16,-10 0 0,1 9-16,-29 9 15,-9 10 1,-9 18-16,-10 18 16,9 0-1,20 1-15,-1 8 16,19-17-16,10-11 15,9-8 1,9-9-16,10-10 16,9 0-1,10-18-15,9-10 16,9-18 0,1-18-16,-1-10 15,-9 10-15,-9 9 16,-10 9-1,0 19-15,-9-1 16,0 10 0,0 9-16,9 18 15,10 10-15,18 18 16,19 10 0,1-10-16,55 0 15,1-37 1,-132-9-16</inkml:trace>
  <inkml:trace contextRef="#ctx0" brushRef="#br0" timeOffset="100303.62">19699 9728 0,'0'0'0,"0"0"16,0 0-16,-9 0 16,-10-9-1,-28 0-15,-28-1 16,-1 10-16,-27 19 16,28 18-1,-10 18-15,19-9 16,10 10-1,18 8-15,10 10 16,18 0 0,20 18-16,9 1 15,18 8-15,10 10 16,0-10 0,10-8-16,-10-10 15,9 0 1,1-9-16,-1-10 15,1-8-15,37-20 16,-94-36 0</inkml:trace>
  <inkml:trace contextRef="#ctx0" brushRef="#br0" timeOffset="100599.01">20423 10236 0,'0'0'0,"0"0"16,0 0-1,0 18-15,0 19 16,0 28-16,10 36 16,-10 19-1,0 9-15,9-9 16,1-9-1,-10-37-15,0-9 16,0-29 0,0-8-16,0-9 15,0-19-15,0 0 16,0 0 0</inkml:trace>
  <inkml:trace contextRef="#ctx0" brushRef="#br0" timeOffset="100875.56">20226 10503 0,'0'0'0,"0"-9"16,0-9 0,9-1-16,10-8 15,19-10 1,37-10-16,29 1 16,46 9-1,10 10-15,-19 8 16,-9 19-16,-38 9 15,-38 1 1,-18-1-16,-29 0 16,-9 19-1,-28 18-15,-57 37 16,-37 9-16,0-27 16,9-19-1,113-46-15</inkml:trace>
  <inkml:trace contextRef="#ctx0" brushRef="#br0" timeOffset="101390.19">21308 9590 0,'0'0'0,"0"0"16,9-10 0,1-8-16,27-10 15,20-9 1,9 10-16,9-10 16,-9 9-16,-19 10 15,-10 8 1,-8 1-16,-11 9 15,1 9 1,0 1-16,0 8 16,0 19-1,-10 18-15,10 19 16,0 0-16,-1 18 16,11 10-1,-1-1-15,0 1 16,0-1-1,-9 1-15,-9-1 16,-20 10 0,1-19-16,-19 10 15,-10-10-15,-9-9 16,0-9 0,-10-9-16,1-19 15,-1-37 1,57-9-16</inkml:trace>
  <inkml:trace contextRef="#ctx0" brushRef="#br0" timeOffset="102042.34">21628 8990 0,'0'0'0,"9"0"16,10-10-1,28-8-15,28 9 16,47-10-16,10 10 16,-19 0-1,0 9-15,-19 9 16,-19 0-1,-18 10-15,-20-1 16,1 10-16,0 18 16,-10 28-1,-9 9-15,-1 9 16,1 1 0,0-1-16,0 9 15,0-8 1,0-1-16,-1 0 15,11 1 1,-1-10-16,0 0 16,-9-19-16,0 1 15,-10 0 1,-9-1-16,-9 1 16,-10-10-1,-9 10-15,-10-1 16,-9 1-16,-10 0 15,-18-1 1,0 1-16,-10-1 16,1-8-1,-10-1-15,9-9 16,0-9 0,1 0-16,8 0 15,1-9-15,0 9 16,-19-10-1,-10-8-15,104-19 16</inkml:trace>
  <inkml:trace contextRef="#ctx0" brushRef="#br0" timeOffset="102552.06">22352 9230 0,'9'9'15,"10"19"-15,19 36 16,9 19-1,0 28-15,0 18 16,0 0-16,0-9 16,-9 0-1,-10-18-15,-9-28 16,0 9 0,-10-9-16,-9-10 15,-9 1-15,-1-10 16,-9 1-1,-18-1-15,-10 10 16,47-65 0</inkml:trace>
  <inkml:trace contextRef="#ctx0" brushRef="#br1" timeOffset="108486.14">4111 3784 0,'0'0'0,"0"0"15,0 0 1,0 0-16,0 0 16,-9 9-1,-20 1-15,-8 17 16,-29 29-16,-28 27 15,-38 28 1,0-1-16,-27 29 16,-1-1-1,28-27-15,10-10 16,9 10 0,-10 0-16,29-28 15,10-9-15,-1-10 16,19 1-1,10-10-15,-1-8 16,20-20 0,8 1-16,11-10 15,-1 1-15,9-1 16,1-8 0,9-10-16</inkml:trace>
  <inkml:trace contextRef="#ctx0" brushRef="#br1" timeOffset="109135.66">2888 6636 0,'0'0'0,"0"0"16,0 0-1,0 0-15,0 0 16,0 0 0,0 0-16,0 9 15,-9 10 1,-1 18-16,10 18 16,-9 19-16,-1 18 15,1 1 1,9-1-16,0-18 15,0 0 1,0-1-16,0 1 16,0-18-16,0-10 15,0 0 1,0-9-16,0-10 16,9 1-1,1 9-15,-10-37 16</inkml:trace>
  <inkml:trace contextRef="#ctx0" brushRef="#br1" timeOffset="110396.19">9878 3277 0,'0'0'0,"0"0"16,0 0-16,-10 0 15,-27 18 1,-20 19-16,-37 28 15,-37 27 1,8 9-16,1 1 16,9-10-1,0 0-15,28-18 16,20-9-16,8-10 16,10-9-1,19-18-15,9-9 16,19-19-1</inkml:trace>
  <inkml:trace contextRef="#ctx0" brushRef="#br1" timeOffset="111036.37">10762 2427 0,'0'0'16,"-9"10"-16,-10 8 16,-9 28-16,-1 19 15,1 9 1,9 0-16,10-10 16,9 1-1,9-19-15,1 0 16,9-9-1,-1-9-15,11-10 16,18 1-16,0-1 16,0-9-1,9 0-15,-9 1 16,0-1 0,0 9-16,0 1 15,-9-1-15,0 10 16,-10 9-1,0 9-15,-19 9 16,-9 10 0,-18 18-16,-20 9 15,-9-18 1,-19 0-16,10-19 16,-1-18-1,10-18-15,0-10 16,19-9-16,0-18 15,28 18 1</inkml:trace>
  <inkml:trace contextRef="#ctx0" brushRef="#br1" timeOffset="111419.75">10706 2760 0,'0'0'0,"0"0"15,0 0-15,0 0 16,0-10 0,0-8-16,18-10 15,20-18-15,19-9 16,27-10-1,20-9-15,9 10 16,-1-1 0,-8 10-16,-10-1 15,-19 19 1,-9 10-16,-9-1 16,-20 10-16,1 8 15,-10 1 1,0 0-16,0 9 15,-28 0 1</inkml:trace>
  <inkml:trace contextRef="#ctx0" brushRef="#br1" timeOffset="114726.63">15635 12709 0,'0'0'0,"0"0"0,0 0 16,0 0-1,0 0-15,0 0 16,0 0-1,0 0-15,0 0 16,0 0 0,0 0-16,10 19 15,-1 18-15,0 9 16,1 18 0,-1 10-16,-9 18 15,0 1 1,-9-1-16,-1-18 15,1-9-15,0-1 16,-1-18 0,1-18-16,-1-10 15,10 1 1,0-19-16,0 0 16</inkml:trace>
  <inkml:trace contextRef="#ctx0" brushRef="#br1" timeOffset="115745.46">15400 12635 0,'0'0'0,"0"0"15,0 0-15,0 0 16,0 0-16,9 0 16,20 0-1,27-9-15,19 0 16,48-19 0,-11 1-16,1-1 15,10 0-15,8-9 16,-18 10-1,19-1-15,9 9 16,0 1 0,-9 9-16,18 9 15,-9 0 1,-46 9-16,-1 0 16,-19 10-16,-19-1 15,-18 10 1,-10-1-16,-9 20 15,0 8 1,-10 19-16,-18 18 16,-1-9-1,1 10-15,-10-1 16,10-9-16,9 9 16,0-18-1,0 0-15,9 0 16,1-10-1,-1 1-15,-9-10 16,0-9-16,0-9 16,0 0-1,-9-9-15,9 0 16,-10-10 0,1 1-16,-1-1 15,1 0 1,-10 1-16,0-10 15,-9 10-15,-10-1 16,1-9 0,-20 10-16,-8-10 15,-1 0 1,-10 0-16,-18-9 16,-9 10-16,-1-10 15,10 0 1,0-10-16,0 10 15,10-9 1,8 0-16,1 0 16,9 0-1,-9-1-15,9 1 16,0 0-16,10 0 16,-1-1-1,10 1-15,10 0 16,8 0-1,11-1-15,-1 1 16,0 0-16,10 0 16,-1 0-1,1-1-15,9 10 16,0 0 0,0-37-16,0 37 15</inkml:trace>
  <inkml:trace contextRef="#ctx0" brushRef="#br1" timeOffset="116319.3">16585 12875 0,'0'0'0,"0"0"16,0 0-1,0 0-15,-9 10 16,-1-1-1,-18 9-15,-9 19 16,18-9-16,0-10 16,10 1-1,-1-1-15,10 1 16,0-10 0,10 0-16,8 10 15,20-1-15,18 10 16,1-1-1,-10 1-15,-9-9 16,-10 8 0,-9 1-16,-1 9 15,-8 9 1,-10 9-16,-19 19 16,-19-9-16,-18 9 15,9-28 1,0-9-16,0-10 15,-10-8 1,10-10-16,0-18 16,47 9-1</inkml:trace>
  <inkml:trace contextRef="#ctx0" brushRef="#br1" timeOffset="116569.67">16416 13115 0,'0'0'0,"0"0"15,0 0-15,9-9 16,10 0 0,9-19-16,38-18 15,57-28 1,-1 0-16,0 1 15,10 8-15,-10 10 16,-9 18 0,-113 37-16</inkml:trace>
  <inkml:trace contextRef="#ctx0" brushRef="#br1" timeOffset="117736.62">17695 13521 0,'0'0'16,"0"0"-16,10 0 16,9 0-16,9 0 15,19 0 1,19 10-16,37-1 15,10 0 1,9 0-16,29 10 16,-19-1-1,9 1-15,0-10 16,-10 9-16,-27 1 16,-29-10-1,0 0-15,-9 1 16,-9-1-1,-10 9-15,-19-9 16,0 1-16,-9-1 16,0 9-1,0-8-15,-10 8 16,1 1 0,-10-19-16</inkml:trace>
  <inkml:trace contextRef="#ctx0" brushRef="#br1" timeOffset="118753.27">19963 14278 0,'0'0'15,"0"0"-15,0 10 16,0 8 0,0 10-16,-10 9 15,1 27-15,9 19 16,0 10-1,0-1-15,0 0 16,0 0 0,9-18-16,-9-18 15,0-10 1,0-9-16,10-10 16,-1-8-16,-9-19 15</inkml:trace>
  <inkml:trace contextRef="#ctx0" brushRef="#br1" timeOffset="119485.58">20696 14011 0,'0'0'0,"0"0"15,0 0-15,-9 18 16,-1 19 0,-8 18-16,-11 28 15,1 19 1,-9-1-16,-1 10 15,10-18-15,9-10 16,0 9 0,10-18-16,9 0 15,0-10 1,9-8-16,10-1 16,0-9-1,0-18-15,9-1 16,9 1-16,1-9 15,0-10 1,-1 0-16,10-18 16,-9 0-1,0-1-15,-1-8 16,-9-1-16,1 1 16,-11 0-1,-8-1-15,-1 1 16,1-1-1,-10-9-15,0 10 16,-10-10-16,1 10 16,-10-10-1,0 0-15,0 1 16,-9 8 0,-9-8-16,-1 8 15,10 10 1,0 0-16,-1 0 15,1 9-15,0 0 16,0 0 0,-1 0-16,11 9 15,-1 0 1,9 0-16,1 0 16,9-9-16</inkml:trace>
  <inkml:trace contextRef="#ctx0" brushRef="#br1" timeOffset="120405.66">23199 14038 0,'0'0'15,"0"0"-15,0 0 16,0 0 0,0 0-16,0 0 15,0 0 1,0 0-16,0 0 15,18-9 1,20 0-16,28-10 16,9-8-16,-9 8 15,-9 1 1,-10 9-16,0-10 16,-10 10-1,-9 0-15,1 9 16,-11 0-1,1 0-15,0 0 16,-9 0-16,-1 0 16,0 0-1,1 0-15,-1 0 16,1 0 0,-1 0-16,0 0 15,1 0-15,-1 0 16,1 0-1,-10 0-15,9 9 16,-9-9 0,9 9-16,-9-9 15,0 9 1,0 10-16,10 8 16,-10 20-16,0 17 15,0 10 1,0 28-16,0 8 15,-10 1 1,10 0-16,0 0 16,0-19-16,0-18 15,0-10 1,0-18-16,0-18 16,0 0-1,0-10-15,10-8 16,-1-10-1,-9 0-15</inkml:trace>
  <inkml:trace contextRef="#ctx0" brushRef="#br1" timeOffset="120935.97">26350 13771 0,'0'0'0,"0"0"16,0 0-16,0 0 16,0 0-1,0 0-15,0 0 16,0 9-1,10 9-15,-1 19 16,0 9-16,1 10 16,-1 8-1,1 1-15,-10 0 16,0-1-16,0 1 16,0-1-1,0 1-15,0-10 16,0-8-1,0-11-15,0-8 16,9-9 0,-9-19-16</inkml:trace>
  <inkml:trace contextRef="#ctx0" brushRef="#br1" timeOffset="121606.93">27065 13891 0,'0'0'15,"0"0"1,0 0-16,0 0 16,0 0-1,0 0-15,0 0 16,0 0-1,0 0-15,10-10 16,8-8-16,1-1 16,9-8-1,1 8-15,-1 1 16,0-1 0,-9 10-16,0 0 15,-1 0-15,1 9 16,0 0-1,0 9-15,0 9 16,-10 10 0,1 9-16,-1 18 15,-18 10 1,-10 9-16,0-10 16,-9-8-16,-1-1 15,1-9 1,0-9-16,9-9 15,0-10 1,10 1-16,0-10 16,9 0-16,0-9 15,0 0 1,0 0-16,0 0 16,9 10-1,10-10-15,18 0 16,29 0-1,10-10-15,-1 1 16,0 0-16,-9 0 16,9-1-1,0 1-15,20-9 16,-1-1 0,-94 19-16</inkml:trace>
  <inkml:trace contextRef="#ctx0" brushRef="#br1" timeOffset="122452.71">30245 12580 0,'0'0'16,"0"0"-16,0 0 15,0 0 1,-10 18-16,1 29 16,-10 26-1,-9 11-15,-10 8 16,-9 19 0,10-1-16,-1 1 15,0-9-15,10-1 16,0-9-1,9-8-15,10-11 16,9 1 0,0-9-16,9-10 15,10 1-15,0-20 16,0 1 0,-1-9-16,11-9 15,-1-1 1,0-9-16,10 0 15,-1-9 1,1 0-16,0-9 16,-1-9-16,1-1 15,-1-8 1,-8 8-16,-10-9 16,-1 10-1,-8 0-15,-1-1 16,1 1-16,-10-1 15,0 1 1,0-1-16,0 1 16,-10-1-1,1-8-15,-10-1 16,-9-9 0,-19 0-16,0 0 15,-10 10-15,10 8 16,-9-9-1,9 10-15,0 9 16,-19-1 0,-28 1-16,94 9 15</inkml:trace>
  <inkml:trace contextRef="#ctx0" brushRef="#br1" timeOffset="123332.95">15663 13521 0,'0'0'0,"0"0"16,0 0 0,0 0-16,0 0 15,0 0 1,0 0-16,0 0 16,0 0-16,-9 0 15,0 0 1,-1 0-16,-18 10 15,-19-1 1,-28 19-16,-38 9 16,9 9-1,1 0-15,-10 9 16,-9 1-16,9-20 16,19 1-1,0 0-15,-10 0 16,29-9-1,0 0-15,9-1 16,9 10-16,1-9 16,-1 0-1,10-1-15,0 1 16,10-10 0,8 1-16,1-1 15,0 1 1,9-10-16,0 0 15,10 1-15,0-1 16,-1 0 0,10-9-16,0 0 15,0 0 1</inkml:trace>
  <inkml:trace contextRef="#ctx0" brushRef="#br1" timeOffset="124336.5">7046 14998 0,'0'0'0,"0"0"16,0 0 0,0 0-16,0 0 15,0 0 1,0 19-16,0 27 15,0 28 1,0 46-16,0-10 16,0 1-16,-9-9 15,9-1 1,0-18-16,0-27 16,-10-1-1,10-18-15,-9 0 16,9-19-16,0 1 15,0-10 1,0 0-16,0 0 16,0-9-1,0 0-15,0 0 16</inkml:trace>
  <inkml:trace contextRef="#ctx0" brushRef="#br1" timeOffset="125169.69">9812 14915 0,'0'0'16,"0"0"-16,0 0 16,0 0-1,0 0-15,0 0 16,0 0-1,0 0-15,0 0 16,0 0-16,-9 9 16,-1 1-1,-9 17-15,-9 10 16,-10 19 0,1 17-16,-1 1 15,-18 19 1,18-20-16,0 1 15,1-18-15,9-10 16,9-9 0,0-10-16,10-8 15,-1-1 1,10-9-16,0 1 16,0-1-16,0-9 15,10 9 1,8 0-16,11 1 15,8-10 1,29 9-16,0-9 16,19 0-1,-1-9-15,1 9 16,-19-10-16,0 1 16,0 0-1,-19 9-15,9 0 16,-18-9-1,-10-1-15,-28 10 16</inkml:trace>
  <inkml:trace contextRef="#ctx0" brushRef="#br1" timeOffset="125538.75">9934 15266 0,'0'0'0,"0"0"15,0 0 1,0 0-16,0 9 16,0 37-16,10 28 15,-1 9 1,0 9-16,10 10 15,0-10 1,-10-27-16,1-10 16,-1-9-1,1-9-15,-1 0 16,1-9-16,-1-10 16,-9-8-1,9 8-15,1-9 16,9 10-1,-19-19-15</inkml:trace>
  <inkml:trace contextRef="#ctx0" brushRef="#br1" timeOffset="127052.59">14280 14168 0,'0'0'0,"0"0"16,0 0-1,0 0-15,0 0 16,0 0-1,0 0-15,0 0 16,-9 9-16,-10 0 16,-9 9-1,-19 10-15,-28 0 16,-10 9 0,-18 9-16,-1 0 15,-28 9-15,1 1 16,18-10-1,-19 9-15,-9 1 16,19-1 0,18 0-16,1 1 15,9-10 1,9 0-16,29-9 16,8 0-16,1-9 15,19-10 1,9 1-16,1-10 15,8 0 1,10-9-16</inkml:trace>
  <inkml:trace contextRef="#ctx0" brushRef="#br1" timeOffset="128019.25">17752 13392 0,'0'0'16,"0"0"-16,0 0 16,0 0-1,0 0-15,0 0 16,0 0 0,0 0-16,0 0 15,9 0 1,10 0-16,9 9 15,10 1 1,18-1-16,10-9 16,0 9-16,19 0 15,-1 1 1,10-1-16,0 0 16,10 10-1,-10-1-15,19 10 16,0-1-16,19 1 15,-29 9 1,10 9-16,-10-9 16,-18-9-1,-19-1-15,-10-8 16,-18-1-16,-10 1 16,0-10-1,1 0-15,-1 0 16,-28-9-1</inkml:trace>
  <inkml:trace contextRef="#ctx0" brushRef="#br1" timeOffset="131207.44">27338 9894 0,'0'0'0,"0"19"0,0 73 16,-9 74-16,-1 46 15,1 19 1,-20 9-16,11-28 15,-1 1 1,0-75-16,-9-18 16,9-37-16,0-37 15,19-46 1</inkml:trace>
  <inkml:trace contextRef="#ctx0" brushRef="#br1" timeOffset="131525.37">26886 10346 0,'0'0'0,"19"-27"16,28-29 0,47-8-16,38-10 15,28 28-15,0 18 16,19 28-1,-38 19-15,-38 8 16,-46 1 0,-20 0-16,-18 9 15,-19 9-15,-28 18 16,-38 19 0,-9-9-16,-10 0 15,10-28 1,18-27-16,57-19 15</inkml:trace>
  <inkml:trace contextRef="#ctx0" brushRef="#br1" timeOffset="131810.21">28956 10005 0,'0'9'16,"9"28"-16,1 28 16,18 27-1,-9 19-15,9 0 16,-9-38-1,-10-27-15,1-9 16,-10-18 0,0-19-16</inkml:trace>
  <inkml:trace contextRef="#ctx0" brushRef="#br1" timeOffset="132019.99">28655 9673 0,'0'0'16,"0"0"-16,9-10 15,38-8 1,66-28-16,47-10 16,0 1-16,0 0 15,-38 18 1,-122 37-16</inkml:trace>
  <inkml:trace contextRef="#ctx0" brushRef="#br1" timeOffset="132303.41">28805 10679 0,'0'0'15,"10"0"-15,28 0 16,9 0 0,9-10-16,10 1 15,9 0 1,19-9-16,19-1 15,-9 1 1,-10-1-16,-94 19 16</inkml:trace>
  <inkml:trace contextRef="#ctx0" brushRef="#br1" timeOffset="132703.47">27460 12109 0,'0'0'16,"0"0"-1,0 0-15,0 0 16,0 0 0,0 0-16,0 0 15,19 0-15,56-18 16,48-19 0,112-37-16,-9 0 15,37-9-15,-37 9 16,-19 10-1,0-1-15,-29 10 16,-27 9 0,-38 9-16,-113 37 15</inkml:trace>
  <inkml:trace contextRef="#ctx0" brushRef="#br1" timeOffset="133019.6">27705 12266 0,'0'0'0,"0"0"15,0 0-15,0 0 16,0 0-1,19 0-15,46-18 16,48-10-16,38-9 16,28-9-1,-1-9-15,-27 8 16,18-17 0,1 8-16,18-17 15,-19-10-15,38-19 16</inkml:trace>
  <inkml:trace contextRef="#ctx0" brushRef="#br1" timeOffset="134303.34">1373 9414 0,'0'0'16,"0"0"-16,0 0 15,0 0 1,10 9-16,9 10 16,0 46-1,28 36-15,0 28 16,0 19 0,0 0-16,-10-19 15,-8 0-15,-1-18 16,-9-19-1,-1-37-15,-18-8 16,0-47 0</inkml:trace>
  <inkml:trace contextRef="#ctx0" brushRef="#br1" timeOffset="134669.69">1185 9405 0,'0'0'16,"0"-9"-16,10-10 16,18-8-1,0-20-15,10 1 16,28-9-16,-10 9 15,1 9 1,-10 18-16,0 10 16,-10 9-1,-9 9-15,1 10 16,8 36 0,-27 38-16,-10-1 15,-10 9-15,10 1 16,-18-10-1,18-27-15,0-65 16</inkml:trace>
  <inkml:trace contextRef="#ctx0" brushRef="#br1" timeOffset="134904.14">2230 9562 0,'0'0'16,"0"0"-16,0 0 16,0 0-16,9 9 15,0 10 1,10 8-16,9 19 16,1 1-1,-11-1-15,1-9 16,0 0-1,-19-37-15</inkml:trace>
  <inkml:trace contextRef="#ctx0" brushRef="#br1" timeOffset="135083.17">2041 9100 0,'0'0'0,"0"0"16,10 0-1,-10 0-15</inkml:trace>
  <inkml:trace contextRef="#ctx0" brushRef="#br1" timeOffset="135820.54">2484 9377 0,'0'0'16,"0"0"-16,9 19 16,10-1-1,9 19-15,10 9 16,18 10-16,-9 8 15,0-8 1,-9-19-16,-10-10 16,-9-8-1,0-1-15,-1-9 16,-8 1-16,-10-10 16,0 0-1,9-10-15,1 1 16,-10 0-1,9-9-15,-9-1 16,0-9 0,0 1-16,9-1 15,-9 10-15,10-10 16,-1 9 0,1 1-16,-1-1 15,10 1 1,-10 9-16,1 0 15,9-1 1,9 10-16,0 0 16,0 10-16,0-1 15,1 0 1,-1-9-16,0 0 16,10-9-1,-10 0-15,0-10 16,0 1-16,-9-10 15,0-18 1,-10-10-16,1 10 16,-10 0-1,0 9-15,-10 0 16,1 19 0,0-1-16,-10 10 15,0 9-15,-9 9 16,0 10-1,-1 9-15,1-1 16,9 1 0,19-28-16</inkml:trace>
  <inkml:trace contextRef="#ctx0" brushRef="#br1" timeOffset="136107.12">3462 8214 0,'0'0'0,"0"0"16,0 0-1,19 10-15,9 17 16,19 29-16,9 18 15,1-1 1,-10-8-16,9 27 16,1 1-1,-20-29-15,-8-8 16,-1-10-16,-28-46 16</inkml:trace>
  <inkml:trace contextRef="#ctx0" brushRef="#br1" timeOffset="136286.71">3565 8842 0,'0'0'0,"0"0"16,19-18-16,38-38 15,56-45 1,46-47-16,1 0 15,19-9-15</inkml:trace>
  <inkml:trace contextRef="#ctx0" brushRef="#br1" timeOffset="137457.71">2324 11436 0,'0'0'0,"0"0"16,-10-10-1,1 1-15,-1 0 16,1 9 0,0 0-16,-10 0 15,-19 18 1,-37 38-16,9 8 16,0 19-1,19 0-15,19 0 16,9-18-16,19-19 15,0-9 1,10-9-16,8-19 16,11 0-1,8-27-15,20-19 16,18-28-16,-19 1 16,-9-1-1,-9 1-15,-10-1 16,-9 19-1,-10 9-15,1 9 16,-1 10-16,-9 8 16,10 1-1,-10 9-15,0 0 16,0 0 0,9 9-16,0 10 15,10 9 1,10 9-16,-1-10 15,0 1-15,0-10 16,0-8 0,1-1-16,8-9 15,1-19 1,9-18-16,-9-9 16,-1-37-1,-9 0-15,1-9 16,-11 0-16,-8-1 15,-10 1 1,0 27-16,-10 10 16,1 9-1,0 9-15,-1 0 16,1 9-16,-1 10 16,10-1-1,0 10-15,0 9 16,0 0-1,0 0-15,0 0 16,0 0 0,0 0-16,0 0 15,19 19-15,9 27 16,10 18 0,0 29-16,9-10 15,0 0 1,0-9-16,-10-10 15,1 1-15,0-19 16,-1-9 0,1-9-16,-10-19 15,-28-9 1</inkml:trace>
  <inkml:trace contextRef="#ctx0" brushRef="#br1" timeOffset="137675.76">2954 11196 0,'0'0'0,"0"0"15,9-10-15,20-36 16,55-46-1,48-47-15,9 10 16,-141 129-16</inkml:trace>
  <inkml:trace contextRef="#ctx0" brushRef="#br1" timeOffset="138253.57">3951 10116 0,'0'0'0,"0"0"15,0 0 1,0 0-16,0 0 15,0 0 1,10 9-16,8 19 16,11 18-16,8 18 15,-9 10 1,1 0-16,-11 0 16,1-19-1,-9-9-15,-1-18 16,-9 0-1,0-10-15,0-9 16,0-9-16,0 0 16,0 0-1,0-9-15,9-18 16,10-10 0,0 0-16,9-9 15,10-1-15,-10 20 16,0 8-1,-9 10-15,0 0 16,-10 9 0,1 9-16,-1 0 15,1 19 1,-10 9-16,-19 9 16,0-9-16,19-37 15</inkml:trace>
  <inkml:trace contextRef="#ctx0" brushRef="#br1" timeOffset="139086.79">4704 10097 0,'0'0'0,"0"0"15,0 0 1,9 0-16,1 0 16,18-9-1,9-19-15,10-9 16,-9 0 0,0-9-16,-10-9 15,-9 0-15,-10 8 16,1 1-1,-10 9-15,-10 10 16,1-1 0,-1 10-16,1 8 15,9 1 1,-10 0-16,1 9 16,0 0-16,-1 9 15,-9 10 1,1 17-16,8 1 15,10 10 1,19 8-16,0-9 16,9 0-1,10-9-15,-1 0 16,10-9-16,0-10 16,0-18-1,10-9-15,9-10 16,0-17-1,-1-20-15,-8-18 16,-10-18-16,0-9 16,-9-29-1,-20-17-15,-8 8 16,-10 19 0,0 37-16,-10 28 15,-8 18-15,-1 18 16,0 10-1,0 18-15,0 10 16,-9 27 0,9 9-16,10 28 15,9 19 1,9-1-16,20 1 16,8 9-16,10 0 15,10-10 1,-1 28-16,10 19 15,-19-28 1,0 0-16,-9-9 16,-10-1-1,0-17-15,-28-93 16</inkml:trace>
  <inkml:trace contextRef="#ctx0" brushRef="#br1" timeOffset="139235.31">5898 10743 0,'0'0'0,"0"0"16,0 0 0,0 0-16</inkml:trace>
  <inkml:trace contextRef="#ctx0" brushRef="#br1" timeOffset="184204.89">28091 2123 0,'0'0'0,"0"0"0,28 0 16,9 18-1,20 19-15,18 37 16,-9 9-1,-10 37-15,-18 0 16,-19 9 0,-29 19-16,-8-37 15,-1-37 1,-9-19-16,9-18 16,0-9-16,0-19 15,10-9 1,-1 0-16,-9-28 15,10-46 1,28-83-16,28-18 16,28 0-1,10 8-15,9 29 16,-9 27-16,9 19 16,-28 27-1,-10 10-15,-9 18 16,-9 9-1,-10 19-15,-9 0 16,9 9-16,-9 9 16,9 10-1,0-1-15,0 10 16,1-1 0,-1-8-16,0-1 15,0 1-15,0-10 16,-9 0-1,0-9-15,-9 0 16,-1 0 0,0 0-16,-9 0 15,0 0 1,0 0-16,0 0 16,0 0-16,0 0 15,-9 0 1,-19 19-16,-19 8 15,-19 20 1,0 8-16,10 0 16,8 1-16,20-1 15,9-9 1,10-9-16,0-9 16,9 0-1,9-10-15,10-9 16,9 0-1,10-9-15,18-9 16,1-18-16,-1-10 16,-9 0-1,0-9-15,-19-1 16,-9 10 0,0 10-16,-10 8 15,1 1-15,-1 9 16,1-1-1,-10 10-15,0 0 16,9 10 0,0 8-16,10 10 15,0-1 1,0-8-16,0-1 16,-1 1-16,1-10 15,10-9 1,-1-9-16,0-10 15,10 1 1,-1-10-16,-9-9 16,1 0-16,-11 10 15,1-1 1,0 10-16,-9-1 16,-1 10-1,0 0-15,-9 9 16,0 0-1,0 18-15,0 19 16,0 9-16,0 0 16,-9-9-1,9-9-15,0-10 16,0-8 0,0-1-16,0-9 15,0 0-15,0 0 16,9-9-1,10-19-15,19-18 16,9-10 0,-10 10-16,1 9 15,-10 10 1,1-1-16,-11 10 16,1 8-16,-9 1 15,-1 9 1,0 0-16,10 9 15,0 10 1,9 18-16,10 18 16,-1 0-1,20 1-15,-1-19 16,20-10-16,18-17 16,0-29-1,-10-9-15,-8-8 16,-20 8-1,-18 0-15,-10 10 16,-9-1-16,0 10 16,-10 0-1,0 0-15,-9 9 16,0 0 0,-9 0-16,-10 9 15,-18 9-15,-10 19 16,0 9-1,-1 0-15,20-9 16,0 0 0,19-9-16,-1 0 15,10-10 1,10-9-16,-1 1 16,19-10-16,0-10 15,29-8 1,18-28-16,19-56 15,-18-18 1,8-37-16,-9-36 16,-18 8-1,-19 56-15,-20 18 16,-8 46-16,-1 19 16,-9 19-1,0 8-15,0 10 16,0 0-1,0 9-15,0 0 16,-19 37-16,-9 46 16,-10 55-1,1 37-15,9-8 16,9 8 0,9-27-16,10-38 15,10-17 1,-1-20-16,19-8 15,10-19-15,9-9 16,0-18 0,0-10-16,0-9 15,-9-9 1,-1-1-16,1-8 16,0-10-16,-10 10 15,-9-10 1,0-9-16,-1-18 15,-8-1 1,-10 19-16,0 10 16,0 8-16,0 10 15,0 9 1,0 0-16,0 0 16,0 9-1,0 19-15,0 0 16,0-1-1,9 1-15,10-9 16,19 8-16,18-8 16,10-10-1,0-18-15,-10-10 16,1-8 0,-10-1-16,-10-9 15,-8 0 1,-1-9-16,-19-9 15,-9-1-15,-9 1 16,-10-1 0,0 19-16,-9 1 15,0 8 1,0 9-16,-1 10 16,1 9-1,0 0-15,9 9 16,0 1-16,10-1 15,9 9 1,9 1-16,10 8 16,19 1-1,18 9-15,1 0 16,-1-9-16,-9-1 16,-9 1-1,-10 0-15,-9-10 16,0 10-1,-10-10-15,0 1 16,-9-10 0,0 0-16,0-9 15,0 0-15,0 0 16,19-27 0,28-75-16,19-18 15,0 9 1,0 19-16,0 18 15,-10 19-15,-18 18 16,-1 9 0,-8 19-16,-11 9 15,1 9 1,0 10-16,0 8 16,-10 19-16,1 1 15,-10-1 1,9-19-16,-9-8 15,9-1 1,-9-18-16,10 0 16,9-9-1,9-19-15,19-18 16,0 0-16,-9 0 16,-1 9-1,29-37-15,-38 56 16,0 9-1,-9 9-15,0 9 16,0 46-16,-28 56 16,-10-10-1,-10 10-15</inkml:trace>
  <inkml:trace contextRef="#ctx0" brushRef="#br1" timeOffset="185337.19">32512 720 0,'0'0'16,"0"0"-16,-9-19 16,-29 1-1,-66-19-15,-65-9 16,-47-19-16,-19 19 16,-10 18-1,-18 19-15,-10 9 16,-19 28-1,-9 0-15,-9 18 16,-1 28-16,-150 27 16,188-9-1,-28 10-15,10 9 16,37-1 0,19 10-16,37 0 15,19 10 1,48-20-16,8 29 15,20-10-15,9 10 16,9 8 0,19 10-16,19 9 15,10 10 1,18 17-16,19-26 16,9 8-16,29 0 15,9-9 1,28-9-16,19-9 15,10-19 1,46 0-16,10-18 16,28-19-1,19 1-15,10-29 16,27-8-16,-37-19 16,47-10-1,-19-17-15,0-10 16,1 0-1,-20-10-15,38-8 16,-28-10 0,37-9-16,-28-9 15,19 0-15,-18-9 16,36-19 0,-27 0-16,-10-9 15,-9 0 1,0-9-16,-38 8 15,-9 1-15,-29 0 16,-37 9 0,0-9-16,-10-9 15,39-37 1,-39-10-16,-18-8 16,-19-1-1,-29 10-15,1-10 16,-10 28-16,0-9 15,-9-10 1,-10 10-16,-9 9 16,0-9-1,0 9-15,0 9 16,-18 10-16,-1-10 16,0 9-1,-9 10-15,-19-19 16,-10 10-1,-46-10-15,-57-9 16,-38-9-16,-93 0 16,27 27-1,1-9-15</inkml:trace>
  <inkml:trace contextRef="#ctx0" brushRef="#br1" timeOffset="187793.4">3246 1726 0,'0'0'0,"0"0"15,0 0 1,0 0-16,0 0 16,0 0-16,9 0 15,10 0 1,9 9-16,10 0 15,18 10 1,1-1-16,-10-8 16,9 8-1,19 0-15,19 1 16,-18-10-16,-1 0 16,19 1-1,19-10-15,0 0 16,0 0-1,9-19-15,28-9 16,-8 1 0,17-19-16,39-10 15,-38-8-15,37-10 16,-27 18 0,-20 1-16,20 9 15,-10 18 1,-10 10-16,10 9 15,-28 18-15,-1 18 16,20 10 0,-29 10-16,-9 17 15,9 19 1,-9 0-16,10-9 16,8-9-16,20-10 15,18-18 1,1-28-16,8-27 15,-8-10 1,27-27-16,-28-1 16,-9 1-1,-18 0-15,8 8 16,-28 20-16,10-1 16,0 10-1,-1 8-15,1 1 16,-10 18-1,10 10-15,0-1 16,0 10 0,-1 0-16,10-10 15,0 1-15,29-1 16,-29-18 0,19-18-16,19-19 15,-19-9 1,28-28-16,0-9 15,-9-10-15,-10 10 16,0 0 0,1 0-16,-11 28 15,30 9 1,-20 18-16,19 28 16,0 9-16,0 37 15,-18 10 1,-1 27-16,-9 18 15,-9 1 1,-10-1-16,0-8 16,9-10-1,29-10-15,19-17 16,27-19-16,20-28 16,-29-18-1,38-28-15,-19-9 16,1 0-1,-29-1-15,18 1 16,-18 9 0,29 0-16,-39 19 15,10 0-15,-19 18 16,0 18 0,10 10-16,-10-1 15,10 20 1,-1 17-16,29 1 15,-28-1-15,18 1 16,10-10 0,-10-9-16,0-9 15,20-18 1,-11-10-16,-27-9 16,9-18-1,-28 8-15,-1 1 16,-8 0-16,-10 9 15,-10 0 1,-9 0-16,10 18 16,-1 19-1,-9 0-15,1 19 16,8 8-16,-28 1 16,10 9-1,0 9-15,-29-9 16,-9-1-1,-9-8-15,-10 0 16,0-1 0,-9 1-16,0-10 15,0 1-15,0-1 16,-10-9 0,10 0-16,-9-9 15,-1 0 1,1 0-16,-1-9 15,10 36-15,-66-64 16</inkml:trace>
  <inkml:trace contextRef="#ctx0" brushRef="#br1" timeOffset="204671.43">27018 1403 0,'0'0'0,"0"0"16,0 9-16,9 19 15,1 18 1,-1 28-16,10 37 15,9 18 1,1 28-16,-1 9 16,0 0-16,-9 9 15,-10 19 1,1-28-16,-1 10 16,0-1-1,-9-27-15,10 9 16,-1-28-16,1-18 15,-10-1 1,9-17-16,10-1 16,-10-18-1,10-10-15,0 1 16,0-10 0,9-9-16,0 10 15,0-10-15,1-9 16,8 0-1,1-9-15,0-1 16,9 1 0,9 0-16,19-1 15,1-17 1,18-1-16,0 0 16,9-9-16,19 0 15,-9 0 1,10 0-16,8 0 15,1-9 1,0 0-16,-1-1 16,11 10-16,-1 0 15,-10 0 1,10 0-16,1 0 16,-1 0-1,9-9-15,-9 0 16,19 0-1,0-1-15,-9-8 16,-1-10-16,29-9 16,-10 0-1,1 0-15,-1 1 16,-28-1 0,10 0-16,-10 0 15,0 0-15,-28 9 16,18 0-1,-8 1-15,-20-10 16,19 0 0,-9 9-16,10 1 15,-29-1-15,-10 0 16,1 10 0,-10-10-16,-9 10 15,38-19 1,-57 18-16,0-8 15,-19-1 1,-28 28-16</inkml:trace>
  <inkml:trace contextRef="#ctx0" brushRef="#br1" timeOffset="205677.84">27507 1311 0,'0'0'0,"0"0"16,0 0-16,-9 0 15,9 0-15,0 0 16,0 0 0,9-10-16,29-8 15,47-19 1,84-18-16,47-1 16,48-8-1,8 8-15,30-18 16,27 1-16,-38-1 15,20 9 1,9 10-16,-10 9 16,-9-19-1,-37 28-15,8-9 16,1 18 0,-19 10-16,-19-1 15,-28 10-15,-28 9 16,-28 28-1,-20-10-15,-37 10 16,0 0 0,-37-1-16,18 10 15,0 19-15,-37-38 16,19 19 0,-1 0-16,10 9 15,37 28 1,-46-28-16,-20-9 15,-8 18-15,-1 1 16,-9 18 0,-1 9-16,-8 18 15,-1 10 1,1 9-16,8 28 16,11 8-1,-1 20-15,10 8 16,-10 1-16,0 0 15,0-1 1,-28-8-16,0-1 16,0-18-1,0-37-15,-9 0 16,9-28-16,-10-37 16,1-8-1,0-1-15,-1-9 16,1-10-1,-1 1-15,10-28 16</inkml:trace>
  <inkml:trace contextRef="#ctx0" brushRef="#br1" timeOffset="209700.72">3057 5076 0,'0'0'0,"0"0"0,0 0 15,0 0 1,0 0-16,0 0 16,0 0-16,0 0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4T08:20:38.6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3537 4523 0,'0'0'0,"0"0"16,0 0-16,0 0 15,0 0 1,0 0-16,0 0 16,0 9-16,-9 18 15,-19 20 1,-10-1-16,-9 9 16,19-9-1,-1 0-15,1 1 16,9-20-16,19 1 15,10-10 1,9-8-16,18-1 16,39 0-1,18 0-15,18 1 16,-17-1 0,-20 0-16,-38 9 15,-8 1-15,-20 18 16,-28 27-1,-37 29-15,-38 18 16,-19-10 0,9-18-16,39-37 15,-1-9 1,9-18-16,20-10 16,37-9-16</inkml:trace>
  <inkml:trace contextRef="#ctx0" brushRef="#br0" timeOffset="235.05">3293 4670 0,'0'0'16,"0"0"-16,28 0 15,47-9 1,66-19-16,47-18 16,57-18-1,-38 8-15,-28 1 16,46-10 0</inkml:trace>
  <inkml:trace contextRef="#ctx0" brushRef="#br0" timeOffset="1114.83">7874 4264 0,'0'0'0,"0"0"15,0 0 1,0 0-16,0 9 16,0 28-16,-9 37 15,9 37 1,0 0-16,0 18 16,9 9-1,-9-18-15,0-9 16,0 0-1,0-19-15,0-27 16,0-10 0,0-9-16,0-9 15,0-9-15,0-1 16,0-27 0</inkml:trace>
  <inkml:trace contextRef="#ctx0" brushRef="#br0" timeOffset="2098.31">10301 4384 0,'0'0'15,"0"0"1,0 0-16,0 0 16,0 0-1,19 0-15,19 0 16,56-18-16,28-1 15,28-9 1,-27-8-16,-20 8 16,-18 9-1,-19 1-15,-19 9 16,-10 9-16,-8 0 16,-11 0-1,1 0-15,-9 9 16,-1 9-1,-9 38-15,0 36 16,-19 10 0,-9 8-16,0 10 15,0 0-15,-10 0 16,10-9 0,9-19-16,0-18 15,0-9 1,10-10-16,-1-9 15,1-9-15,9-9 16,0-10 0,0 1-16,0-10 15,0-9 1</inkml:trace>
  <inkml:trace contextRef="#ctx0" brushRef="#br0" timeOffset="3166.85">11759 4190 0,'0'0'0,"0"0"16,0 0 0,0 0-16,0 0 15,10 9 1,-1 19-16,0 9 16,1 18-1,-1 19-15,1 19 16,-1-1-16,-9 19 15,0 9 1,-9-10-16,-1-27 16,1 10-1,-1-10-15,1-19 16,9-8-16,0-19 16,0 0-1,0-19-15,0 1 16,0-10-1,0-9-15</inkml:trace>
  <inkml:trace contextRef="#ctx0" brushRef="#br0" timeOffset="4318.8">15513 3996 0,'0'0'15,"0"0"-15,0 0 16,-10 28 0,-18 18-16,-9 28 15,-20 0-15,1 18 16,-1-9 0,20-9-16,8-18 15,1-1 1,9-18-16,10-9 15,9-1-15,0-8 16,0-1 0,9 1-16,10-10 15,9 9 1,29-9-16,9 1 16,18-1-1,10 0-15,10 0 16,-10 1-16,-19-10 15,-9 0 1,0 0-16,-66 0 16</inkml:trace>
  <inkml:trace contextRef="#ctx0" brushRef="#br0" timeOffset="4614.46">15597 4375 0,'0'0'0,"0"0"16,0 0 0,0 18-16,10 19 15,-1 28 1,1 27-16,-10 28 15,9 9 1,1-18-16,-10 9 16,9-28-16,0-36 15,1-10 1,-10-46-16</inkml:trace>
  <inkml:trace contextRef="#ctx0" brushRef="#br0" timeOffset="5231.46">16416 4283 0,'0'0'15,"0"0"-15,0 0 16,-9 9 0,-10 18-16,-19 29 15,0 18 1,1 9-16,-10 18 15,9 1-15,19 9 16,10-28 0,9-10-16,19-8 15,9-19 1,10-9-16,9-9 16,9-19-1,1-9-15,18-18 16,-9-1-16,-1-18 15,-8-9 1,-10-9-16,-9-10 16,-10 10-1,-9-1-15,-19-8 16,0-1-16,-19 1 16,0-1-1,-9 10-15,-10 8 16,1 10-1,-11 10-15,-8 8 16,0 19-16,-10 19 16,0 8-1,9 10-15,57-37 16</inkml:trace>
  <inkml:trace contextRef="#ctx0" brushRef="#br0" timeOffset="6799.42">19586 3969 0,'0'0'15,"0"0"-15,0 0 16,0 0 0,0 0-16,0 0 15,0 0 1,0-9-16,0-1 16,10-8-1,8-10-15,20-9 16,0 10-16,9-1 15,0 9 1,0 1-16,-10 18 16,1 0-1,0 9-15,-10 10 16,0-1-16,-9 19 16,-10 9-1,-9 10-15,-9-1 16,-10 10-1,-9-10-15,0 0 16,-1-9 0,11-9-16,-1-18 15,9-1-15,1-9 16,9-9 0,0 0-16,0 0 15,9 10 1,10-1-16,0 0 15,9 0 1,1 1-16,-1-1 16,9 9-16,1 10 15,-10 0 1,0-1-16,-9 10 16,-9 0-1,-1 0-15,-9 0 16,-19 0-16,-9 9 15,-19 0 1,-28 0-16,-19-9 16,9-9-1,10-10-15,-1-8 16,11-10 0,8-10-16,10 1 15,10 0-15,8 0 16,20-10-1,9 19-15</inkml:trace>
  <inkml:trace contextRef="#ctx0" brushRef="#br0" timeOffset="7985.64">23142 3960 0,'0'0'15,"0"0"-15,0 0 16,0 0-16,10-10 15,8-8 1,20-10-16,19 0 16,18 1-1,0 8-15,10 10 16,-19 9 0,-10 0-16,0 19 15,1 8-15,-19 10 16,-1 19-1,-9-1-15,-9 10 16,-19-1 0,-19 10-16,-9 9 15,-9-9 1,-1 0-16,-9-10 16,-10-8-16,10-10 15,10-9 1,9-10-16,9-8 15,0-10 1,9 0-16,1 1 16,9-10-16,0 0 15,19 9 1,28-9-16,28 0 16,19-9-1,0 9-15,0 0 16,-18-10-16,-1 1 15,-9 0 1,-10 0-16,-9 9 16,0 0-1,0-10-15,-9 1 16,-38 9 0</inkml:trace>
  <inkml:trace contextRef="#ctx0" brushRef="#br0" timeOffset="8364.7">24864 3581 0,'0'0'0,"0"0"15,0 0 1,9 19-16,1 27 16,-1 28-1,0 36-15,-9 20 16,-9-1-16,-10 0 15,10 28 1,-1-28-16,1-9 16,9 0-1,0-28-15,9 1 16,-9-93 0</inkml:trace>
  <inkml:trace contextRef="#ctx0" brushRef="#br0" timeOffset="11430.84">28166 3683 0,'0'0'0,"0"0"0,0 0 15,0 0-15,0 27 16,0 19-1,9 28-15,-9 28 16,-9-1 0,9 10-16,0 0 15,-10-19-15,1-9 16,0-18 0,9-19-16,0-9 15,0 0 1,0-19-16,0-8 15,9-1-15,-9-9 16</inkml:trace>
  <inkml:trace contextRef="#ctx0" brushRef="#br0" timeOffset="11783.3">28664 3673 0,'0'0'15,"0"0"-15,0 0 16,0 19-1,0 18-15,10 27 16,-10 19-16,0 28 16,0 0-1,-10-10-15,1 10 16,9-18 0,0-1-16,0-18 15,0-10 1,9 1-16,-9-65 15</inkml:trace>
  <inkml:trace contextRef="#ctx0" brushRef="#br0" timeOffset="24214">27347 3240 0,'0'0'0,"0"0"15,10 18-15,-10 10 16,9 18 0,1 9-16,-1 19 15,0 0 1,1 27-16,-10 10 15,0 0 1,0 9-16,0-9 16,0 18-16,-10 0 15,1 0 1,0-9-16,-1 0 16,1 0-1,9-18-15,-10-19 16,10-9-16,0-28 15,0-9 1,0-9-16,0-19 16,0-9-1,0 0-15</inkml:trace>
  <inkml:trace contextRef="#ctx0" brushRef="#br0" timeOffset="24520.53">27338 3221 0,'0'0'16</inkml:trace>
  <inkml:trace contextRef="#ctx0" brushRef="#br0" timeOffset="25466.82">27263 3129 0,'0'0'0,"0"0"15,0 0 1,0 0-16,0 0 16,0 0-1,0 0-15,0 0 16,9 0-1,19 0-15,10 0 16,37-9-16,0-1 16,20-8-1,17-1-15,20-8 16,-10 8 0,10 1-16,0-1 15,0 10 1,-20 9-16,1 0 15,0 0-15,0 9 16,-28 1 0,-19-1-16,-1 9 15,1 1 1,-19-1-16,0 10 16,-9 0-16,0-1 15,-1 10 1,-9 9-16,1 1 15,-10 8 1,-1 10-16,1-1 16,0 19-1,-10 9-15,1 1 16,-1-1-16,1 10 16,-1-1-1,0 1-15,10-1 16,-9-9-1,-1 10-15,0-10 16,1 1 0,-1-10-16,1-10 15,-1 1-15,-9 0 16,0-9 0,0-10-16,-9 1 15,-1-10 1,1-9-16,-1-10 15,-8 10-15,-11-9 16,-8 0 0,-10-1-16,-10 1 15,-18 0 1,-19-1-16,-19-8 16,-19-10-1,1 0-15,8 0 16,-8 1-16,8-10 15,10 0 1,1 0-16,-1 0 16,9 0-1,10 0-15,9 0 16,10 0-16,0-10 16,9 10-1,19 0-15,9 0 16,1 0-1,9 0-15,18 0 16,1 0 0,9 0-16,-10-9 15,10 9-15</inkml:trace>
  <inkml:trace contextRef="#ctx0" brushRef="#br0" timeOffset="26027.18">28025 1384 0,'0'0'0,"0"0"15,0 0-15,0 10 16,9 17 0,0 29-16,10 18 15,0 27-15,0 19 16,0 0-1,-10 9-15,1-27 16,-10-10 0,0-9-16,0-18 15,0-1 1,0-27-16,0 0 16,0-18-16,0-1 15,0-18 1,0 0-16</inkml:trace>
  <inkml:trace contextRef="#ctx0" brushRef="#br0" timeOffset="26481.84">27921 1421 0,'0'0'0,"0"0"16,0 0-16,0 0 15,19 0-15,9 0 16,10 0-1,9 0-15,9 10 16,10-1 0,0 0-16,-10 10 15,1-1 1,-19 0-16,-1 10 16,1 0-16,-19 0 15,-1-1 1,1 10-16,-9 0 15,-10 9 1,-10 0-16,-9 0 16,-18 10-16,-10-10 15,-38 9 1,85-55-16</inkml:trace>
  <inkml:trace contextRef="#ctx0" brushRef="#br0" timeOffset="29381.94">23707 5944 0,'0'0'0,"0"0"16,0 0 0,0 0-16,9 0 15,10 0 1,9 9-16,10 0 16,18 1-16,1-1 15,-1 9 1,1 1-16,-10 8 15,-10 1 1,1 9-16,-10 0 16,0 0-16,-9 0 15,0 0 1,-10 0-16,1 0 16,-10-1-1,0-8-15,0 0 16,-10-10-1,1-8-15,9-1 16,0-9-16,0 0 16,-10 0-1,1-9-15,0-1 16,-10-17 0,0-1-16,10-18 15,-1 0 1,10-10-16,10 1 15,-1 9-15,10-10 16,9 10 0,0 0-16,1 9 15,8 0 1,10-9-16,-9 9 16,-38 37-16</inkml:trace>
  <inkml:trace contextRef="#ctx0" brushRef="#br0" timeOffset="31665.66">3189 7282 0,'0'0'16,"0"0"-16,0 0 16,0 0-16,0 0 15,0 0 1,10 9-16,-1-9 15,19 0 1,10-9-16,18-28 16,19-18-1,-9-10-15,-9 1 16,-10-1-16,-10 0 16,1 1-1,-10-1-15,-9 1 16,0 8-1,-10 1-15,-9 9 16,0 0 0,0 9-16,-9 0 15,0 9-15,-1 0 16,1 1 0,-1 8-16,1 1 15,-10 9-15,10-1 16,-10 1-1,0 9-15,-9 0 16,0 9 0,-10 10-16,0 8 15,10 10 1,0 10-16,0 17 16,-1 10-16,11-9 15,18 8 1,9-8-16,0 9 15,10 0 1,9 0-16,1-1 16,18 1-1,-10-18-15,10-1 16,0-9-16,0-9 16,10-9-1,18-10-15,0-9 16,-75-9-1</inkml:trace>
  <inkml:trace contextRef="#ctx0" brushRef="#br0" timeOffset="34781.5">3688 3498 0,'0'0'0,"0"0"16,0 0-16,0 0 15,0 0 1,0-9-16,-10 0 16,1-1-1,-1 1-15,1 0 16,0 0-16,-1-1 16,-9 1-1,10 9-15,-10 0 16,0 0-1,-9 9-15,0 1 16,0 8 0,0 10-16,9-1 15,0 10-15,0 0 16,10 0 0,9 0-16,0 9 15,9-9 1,10 0-16,0 0 15,0-9-15,18-1 16,1-8 0,9-1-16,-10-8 15,1-10 1,0 0-16,-1-10 16,-8 1-16,-1 0 15,-9 0 1,-1-1-16,1-8 15,-9 0 1,-1-1-16,0 1 16,-9-1-1,0 1-15,0-1 16,0-8-16,-9 8 16,0-9-1,-1 10-15,1-10 16,-10 1-1,0-1-15,0 0 16,1 10 0,-1-1-16,0 1 15,0 9-15,0-1 16,-9 1 0,0 9-16,-10 9 15,1 10 1,37-19-16</inkml:trace>
  <inkml:trace contextRef="#ctx0" brushRef="#br0" timeOffset="35682.01">7921 3203 0,'0'0'15,"0"0"-15,0 0 16,0 0-16,0 0 16,0 0-1,0 0-15,0 0 16,0 0-1,0 0-15,0 9 16,0 9 0,0 19-16,0 19 15,0 8 1,9 10-16,1 0 16,-1 9-16,1-9 15,-1-10 1,0-8-16,10-19 15,-19-37 1</inkml:trace>
  <inkml:trace contextRef="#ctx0" brushRef="#br0" timeOffset="36469.87">10771 3009 0,'0'0'0,"0"0"15,10-9 1,9-1-16,18-8 15,10-1 1,19 1-16,9 0 16,1 8-1,-10 10-15,-10 0 16,-18 10-16,-10-1 16,-9 18-1,-10 1-15,-9 18 16,-9 10-1,-20-1-15,1 0 16,0-8 0,9-10-16,10-10 15,-1-8-15,1-1 16,9-9 0,9 1-16,10-1 15,19 0 1,28 0-16,18-9 15,20-9-15,9-9 16,9-10 0,19-9-16,10-9 15,-151 46 1</inkml:trace>
  <inkml:trace contextRef="#ctx0" brushRef="#br0" timeOffset="37415.43">16068 2114 0,'0'0'0,"0"0"16,0 0-16,0 0 15,0 0 1,0 0-16,0 0 15,0 0 1,9 0-16,19-10 16,29-8-16,18-10 15,-9 10 1,0-1-16,0 10 16,-10 9-1,-18 0-15,-10 9 16,-9 1-1,-10 17-15,-9 19 16,-19 19-16,-18 9 16,-10 9-1,0-9-15,9-19 16,10 0 0,9-18-16,10-9 15,9 0 1,0-10-16,18 1 15,11-1-15,8 1 16,20-1 0,-1 10-16,-18-10 15,-1 10 1,-8-10-16,-1 1 16,-9 9-16,-10-1 15,-9 10 1,-19 9-16,-9-9 15,-10 9 1,-18 0-16,0-18 16,-20 0-16,1-10 15,9-8 1,10-10-16,9 0 16,9-10-1,10 1-15,0-9 16,28 18-1</inkml:trace>
  <inkml:trace contextRef="#ctx0" brushRef="#br0" timeOffset="37914.83">19304 1837 0,'0'0'0,"0"0"0,0 0 16,0 0 0,0 18-16,-9 19 15,-10 9 1,0 19-16,-9 9 16,0 0-1,-1-1-15,10-17 16,10-10-1,9 0-15,0-9 16,9 0-16,10-9 16,28 8-1,10-8-15,18 0 16,0-10 0,1-8-16,-11-1 15,11-9-15,-1-9 16,-75 9-1</inkml:trace>
  <inkml:trace contextRef="#ctx0" brushRef="#br0" timeOffset="38165.74">19605 2363 0,'0'0'15,"0"0"1,0 0-16,0 9 16,0 19-16,0 27 15,0 28 1,-9 9-16,9 19 16,0-9-1,-10-19-15,10-9 16,10-28-16,-10-46 15</inkml:trace>
  <inkml:trace contextRef="#ctx0" brushRef="#br0" timeOffset="38767.51">23519 1809 0,'0'0'16,"0"0"-16,0 0 16,0 0-1,-10 9-15,1 0 16,-1 10-16,1 18 15,-1 0 1,10 18-16,10 1 16,9-1-1,9-9-15,10 0 16,9 0-16,0 0 16,0 1-1,0-10-15,-10-1 16,-8 1-1,-11-9-15,-8 0 16,-10 9 0,-10 9-16,-8 0 15,-11 0-15,-18 0 16,-9 0 0,-10-27-16,10-19 15,56 0 1</inkml:trace>
  <inkml:trace contextRef="#ctx0" brushRef="#br0" timeOffset="38982.71">23406 1947 0,'0'0'0,"0"0"16,9 0-16,19-9 15,57-18 1,37-1-16,10-9 16,28 0-1,-10 0-15,-150 37 16</inkml:trace>
  <inkml:trace contextRef="#ctx0" brushRef="#br0" timeOffset="39932.01">27479 1301 0,'0'0'0,"0"0"16,0 0-16,0 0 15,0 0-15,0 0 16,0 0-1,0 10-15,-9 17 16,-10 19 0,0 10-16,-9 18 15,0 0 1,-1-1-16,11 10 16,-11-9-16,10-9 15,10 9 1,0-10-16,9-8 15,9-1 1,0 0-16,10-8 16,10-11-16,-1-8 15,9 0 1,10-10-16,-9-8 16,0-1-1,-1-9-15,-8-9 16,-1-1-16,0-8 15,-9-1 1,0 1-16,-1-10 16,-8 1-1,-10 8-15,0-9 16,-10 10 0,1 0-16,-19-1 15,-29 1-15,-37 8 16,-9 10-1,-29 19-15,132-19 16</inkml:trace>
  <inkml:trace contextRef="#ctx0" brushRef="#br0" timeOffset="42285.25">2267 4606 0,'0'0'0,"0"0"16,0 0-16,0 0 16,0 0-1,0 0-15,10 0 16,8 0 0,11 0-16,8-10 15,29 10 1,9-9-16,1 0 15,27-10-15,1 10 16,-1 0 0,10 0-16,0 0 15,0-1 1,0 1-16,18 0 16,1-10-16,0 10 15,9-9 1,0-1-16,-9 10 15,-1-9 1,1 8-16,0 1 16,-1-9-16,1-1 15,0 1 1,-19 8-16,0 1 16,9 0-1,-9-9-15,0 8 16,18-8-1,-18-1-15,0 1 16,0 9-16,0-1 16,0 1-1,0 0-15,0 0 16,0 9 0,-1 0-16,1-9 15,10 9 1,-1 0-16,0 0 15,10 0-15,9 0 16,-9-10 0,-1 10-16,1 0 15,0 0 1,0 0-16,9 0 16,0-18-1,0 9-15,28-1 16,-28-8-16,10 0 15,-1 8 1,-9-8-16,10 9 16,-10-1-1,0 1-15,10 9 16,-10-18-16,9 18 16,-9-10-1,10 10-15,-19-9 16,28 0-1,-29 9-15,20-9 16,9 9 0,-29 0-16,29 0 15,-18 0-15,17 0 16,-8 0 0,18 0-16,-18-9 15,-10-1 1,19 10-16,-10-9 15,20-9-15,8-1 16,-8-9 0,-1 10-16,10-10 15,0 1 1,-10-1-16,0 0 16,1 10-16,-29-1 15,19 10 1,0-9-16,-19 8 15,0 1 1,19 0-16,-10-10 16,-9 10-1,0-9-15,10-1 16,-19 1-16,9-10 16,9 0-1,-9 10-15,1-10 16,17 10-1,-27-10-15,19 10 16,9-1 0,0-8-16,9-1 15,0 0-15,10 10 16,18-1 0,-8-8-16,-1 8 15,9-9 1,1 10-16,-10 0 15,10-10-15,-1 9 16,-9 1 0,19-10-16,-19 1 15,29 8 1,-20 1-16,1-1 16,-1 10-16,1 0 15,-10 9 1,0-10-16,10 10 15,-10-9 1,28 9-16,-37 0 16,28 0-1,-28 0-15,9-9 16,-19 0-16,1 9 16,-20-9-1,10-1-15,0 1 16,-19 0-1,0 0-15,0-1 16,0 1 0,-9 0-16,19 9 15,-20-9-15,-18 0 16,10-1 0,-20 10-16,-9 0 15,-19-9 1,-9 9-16,-66 0 15</inkml:trace>
  <inkml:trace contextRef="#ctx0" brushRef="#br0" timeOffset="45024.4">2484 8574 0,'0'0'0,"0"0"0,9 0 15,19 0 1,10 10-16,18-10 16,20-10-16,-1 1 15,-9 0 1,-10 9-16,-9-9 16,0-1-1,-9 1-15,-38 9 16</inkml:trace>
  <inkml:trace contextRef="#ctx0" brushRef="#br0" timeOffset="45351.91">3029 8408 0,'0'0'15,"0"0"-15,0 0 16,0 0 0,0 0-16,0 9 15,0 1 1,0-1-16,0 0 16,0 10-16,0-1 15,0-9 1,0 10-16,0-1 15,-9 1 1,-1-1-16,-8 1 16,-20 17-16,-28 11 15,66-47 1</inkml:trace>
  <inkml:trace contextRef="#ctx0" brushRef="#br0" timeOffset="48499.94">27507 5575 0,'0'0'16,"0"0"-1,0 0-15,0 0 16,0 0-16,0 0 16,0 0-1,0-10-15,0-8 16,-9 0 0,-1-19-16,1-10 15,9-8-15,0 0 16,-9-10-1,9 1-15,0-10 16,0-19 0,0 10-16,0 0 15,0 0 1,0-9-16,0 0 16,-10 9-16,1-1 15,9 11 1,-10-10-16,10 9 15,0 0 1,0 0-16,0 9 16,0 10-16,0 0 15,0 9 1,0-1-16,0-8 16,0 9-1,10 0-15,-1 9 16,-9 0-1,0 0-15,10 0 16,-1 9 0,0 1-16,-9-1 15,10 10-15,-1-1 16,1 1 0,-1-1-16,10 1 15,0-1 1,0 1-16,-1-1 15,1 1-15,0-1 16,9 1 0,10-1-16,9-8 15,9-1 1,10 10-16,19-10 16,28 9-16,0 1 15,18 0 1,-18-1-16,0 10 15,0 0 1,-28-1-16,-1 20 16,-8-1-1,-11 0-15,1 10 16,-9-1-16,-10 0 16,-10 1-1,-8-1-15,-1 1 16,0-1-1,-9 10-15,0 0 16,-10-1-16,0 1 16,1 0-1,-1 9-15,1 9 16,-1 9 0,1 1-16,-1 8 15,10 1 1,0-1-16,-1 10 15,1 9-15,0-9 16,9 18 0,-9-8-16,9 8 15,-9 0 1,0 0-16,0 1 16,0-1-16,-10-18 15,0 18 1,-9 0-16,0-18 15,-9 0 1,0 0-16,-1-9 16,-9-1-1,0 1-15,-9-10 16,9-9-16,-9 0 16,0-9-1,-10 0-15,1-9 16,-1 0-1,0-10-15,-9 1 16,0-1 0,-9-9-16,-10 0 15,-9 1-15,-19-10 16,19 0 0,-20 0-16,1-10 15,10 10 1,-10-9-16,18 0 15,1 0-15,9 0 16,10 9 0,9-10-16,9 10 15,1-9 1,-1 0-16,10 9 16,28 0-1</inkml:trace>
  <inkml:trace contextRef="#ctx0" brushRef="#br0" timeOffset="51298.94">3857 8934 0,'0'0'0,"0"0"16,-9-9 0,-1 0-16,-9-10 15,1 1-15,-1 9 16,0 9-1,0 0-15,-9 18 16,-10 19 0,-9 18-16,10 19 15,8 0 1,1 0-16,19-9 16,9-10-16,9-18 15,10-9 1,9-10-16,10-18 15,9-9-15,0 0 16,-9-10 0,-10 10-16,-9 0 15,-1-10 1,-8 10-16,-1 0 16,1-1-1,-1 1-15,0 0 16,-9 9-16,0 0 15,0 0 1,0 0-16,0 0 16,0 0-1,10 0-15,-1 18 16,10 1-16,0-1 16,0 1-1,9-1-15,10-8 16,9-10-1,-47 0-15</inkml:trace>
  <inkml:trace contextRef="#ctx0" brushRef="#br0" timeOffset="51782.08">4657 8205 0,'0'0'0,"0"0"16,0 0-1,0 0-15,-19 0 16,-9 0-16,-10 9 15,-18 10 1,9 9-16,-10-1 16,19 1-1,1 0-15,-1 9 16,19-10-16,1 10 16,-1 9-1,9 10-15,10 17 16,10 11-1,-1 8-15,10 0 16,0 0 0,0 10-16,9 0 15,0-1 1,0-36-16,10-1 16,0-8-16,18-1 15,0-27 1,-56-28-16</inkml:trace>
  <inkml:trace contextRef="#ctx0" brushRef="#br0" timeOffset="52315.84">4901 9451 0,'0'0'0,"0"0"15,0 0-15,0 0 16,10-18-16,27-38 16,10-18-1,-9-9-15,9-9 16,-9 0-1,-10 0-15,0-10 16,-9 28 0,-10 10-16,1 8 15,-10 19-15,0 0 16,0 19 0,0-1-16,0 10 15,0 9 1,-10 0-16,-9 19 15,-18 27-15,-1 18 16,10 38 0,9-10-16,10 1 15,9-1 1,9 0-16,10-18 16,0-9-1,9-19-15,10 0 16,18-18-16,10-19 15,9-28 1,-75 19-16</inkml:trace>
  <inkml:trace contextRef="#ctx0" brushRef="#br0" timeOffset="52852.87">5353 8436 0,'0'0'0,"0"0"16,0 0-1,9-9-15,10-1 16,19-8 0,28 0-16,-10-1 15,19 10 1,-9 0-16,0 9 15,-19 0-15,-9 0 16,-1 9 0,-9 0-16,1 10 15,-11-10 1,1 9-16,-9 1 16,-1-1-1,1 1-15,-1 18 16,0-1-16,1 1 15,-1 0 1,10 19-16,-10-10 16,1 0-1,-10 0-15,0 9 16,0-8 0,-10 8-16,1 0 15,-10-8-15,-9 8 16,0 0-1,-10 1-15,10-19 16,-10-1 0,1-8-16,8 0 15,1-10-15,28-18 16</inkml:trace>
  <inkml:trace contextRef="#ctx0" brushRef="#br0" timeOffset="53315.12">6961 8482 0,'0'0'0,"0"0"16,0 0-1,-18 9-15,-11 10 16,-18 18-16,-9 9 16,-10 9-1,10 1-15,-1-1 16,10-9-1,10-9-15,18-9 16,0-10 0,10 1-16,9-10 15,0 9-15,9 1 16,0-1 0,10 1-16,19-1 15,18 10 1,1 0-16,9-10 15,-1 0 1,1 1-16,-66-19 16</inkml:trace>
  <inkml:trace contextRef="#ctx0" brushRef="#br0" timeOffset="53601.86">7357 8565 0,'0'0'0,"0"0"16,0 0-1,9 0-15,10-9 16,18 0-1,29-10-15,10 1 16,18-10 0,0 10-16,-19 8 15,-37 1-15,-38 9 16</inkml:trace>
  <inkml:trace contextRef="#ctx0" brushRef="#br0" timeOffset="53820.38">7498 9064 0,'0'0'0,"0"0"16,0 0-16,19 0 15,18 0 1,48 0-16,28-19 15,0-9 1,-10-9-16,-103 37 16</inkml:trace>
  <inkml:trace contextRef="#ctx0" brushRef="#br0" timeOffset="54471.7">8909 8316 0,'0'0'0,"0"0"15,0 0-15,0 0 16,0 0-1,0 0-15,0 0 16,0 0 0,-19 0-16,-9 9 15,-10 0 1,1 10-16,-11 9 16,1 8-16,0 1 15,10 10 1,9-1-16,-1 0 15,11 0 1,18-9-16,0-9 16,9-1-1,19-8-15,0-10 16,19-9-16,10-19 16,-1-8-1,1-10-15,-1 0 16,1-9-1,-20 9-15,-9 0 16,-9 9-16,0 19 16,-9-9-1,-1 8-15,-9 10 16,9 0 0,1 10-16,-1 8 15,10 10 1,0 9-16,0 0 15,-1-1-15,11 1 16,-1-9 0,19-9-16,9-19 15,-56 0 1</inkml:trace>
  <inkml:trace contextRef="#ctx0" brushRef="#br0" timeOffset="54934.2">9925 7762 0,'0'0'16,"0"0"-16,0 0 16,0 0-1,0 0-15,-10 0 16,-8 0-1,-29 0-15,-10 9 16,-9 10-16,10-1 16,9 10-1,9 0-15,1-1 16,8 10 0,20 0-16,-1 19 15,10 8-15,10 10 16,9 18-1,0 10-15,-1-19 16,1 9 0,9 0-16,-9-8 15,9-1 1,1-10-16,8-17 16,1-10-16,9-9 15,19-19 1,-10-18-16,19-18 15,1-28 1,-76 46-16</inkml:trace>
  <inkml:trace contextRef="#ctx0" brushRef="#br0" timeOffset="55265.75">10320 8279 0,'0'0'0,"0"0"16,0 0-1,0 0-15,0 0 16,0 0-16,0 18 16,9 29-1,1 17-15,-1 10 16,1 18 0,-1-9-16,0-18 15,1-10 1,-1-18-16,-9-18 15,0-1-15,0-18 16,0 0 0,0 0-16,0 0 15,-9-18 1,-10-28-16,0-37 16,-18-19-16,37 102 15</inkml:trace>
  <inkml:trace contextRef="#ctx0" brushRef="#br0" timeOffset="55504.45">10329 8021 0,'0'0'0,"0"0"16,10 0-16,18 0 16,10 0-1,18 0-15,-9 0 16,0 9-1,-9 0-15,-10 9 16,-9 10 0,-10 0-16,-9 27 15,-28 19-15,-28 18 16,-10-9 0,-10-9-16,76-74 15</inkml:trace>
  <inkml:trace contextRef="#ctx0" brushRef="#br0" timeOffset="55898.71">10762 8076 0,'0'0'0,"9"0"16,20-9-16,18-10 15,19-8 1,18-1-16,1 9 16,0 1-16,-20 9 15,-18 9 1,-9 0-16,-19 9 16,0 9-1,-10 19-15,1 28 16,-10 27-1,-10 10-15,10-1 16,0 1-16,0-1 16,0 1-1,10-1-15,-10-8 16,0-10 0,-10 0-16,-9 9 15,-18-18-15,37-74 16</inkml:trace>
  <inkml:trace contextRef="#ctx0" brushRef="#br0" timeOffset="60366.4">7451 7291 0,'0'0'0,"0"0"0,0 0 16,9 0 0,10-9-16,9-9 15,29-19 1,18-28-16,-9-9 16,-10-9-16,-9 0 15,-9 0 1,-10 0-16,0 9 15,-9 0 1,-10 10-16,-9 8 16,0 10-1,0 0-15,-9 9 16,0 0-16,-1 10 16,1-1-1,9 9-15,-10 1 16,10 9-1,0 9-15,0 0 16,0 0 0,0 0-16,0 0 15,-9 9-15,0 9 16,-1 19 0,10 10-16,0-1 15,0 9 1,10 10-16,-1 9 15,0-1-15,1 1 16,-1 0 0,10-9-16,0-1 15,0 1 1,-1-1-16,11-8 16,-1-10-1,0 0-15,0-9 16,10 0-16,-10-9 15,10-1 1,-1-8-16,11-10 16,8-9-1,19-9-15,10-28 16,-85 37-16</inkml:trace>
  <inkml:trace contextRef="#ctx0" brushRef="#br0" timeOffset="64001.15">27084 8196 0,'0'0'0,"0"9"15,0 28-15,-9 28 16,9 9 0,0-1-16,0-8 15,9-10 1,0-9-16,1-18 16,-10-28-16</inkml:trace>
  <inkml:trace contextRef="#ctx0" brushRef="#br0" timeOffset="64619.71">27432 7688 0,'0'0'0,"0"0"0,0 0 15,0 0 1,-9 0-16,-20 10 16,-8-1-1,-29 18-15,-19 10 16,-9 0 0,0 9-16,28 1 15,0 17-15,10-8 16,-1 8-1,20 1-15,9 9 16,18 9 0,10 0-16,10-9 15,18-1 1,9 1-16,11-18 16,8-1-16,0-18 15,10-9 1,0-10-16,0-18 15,9-9 1,-9-10-16,9-18 16,1-9-16,-11-18 15,-8-10 1,-19-9-16,-10 9 16,-9 0-1,-10 0-15,-18 10 16,-1-1-1,1 10-15,-10 9 16,0 9-16,0 9 16,0 10-1,-9 8-15,0 1 16,0 9 0,28 0-16</inkml:trace>
  <inkml:trace contextRef="#ctx0" brushRef="#br0" timeOffset="65299.37">28542 7891 0,'0'0'16,"0"0"-16,0 0 16,-9 10-1,-20 8-15,-8 28 16,-20 19-1,1 9-15,9-10 16,9 10 0,1-19-16,18-8 15,9-10-15,10-10 16,10-8 0,18-1-16,10 1 15,9-1 1,9-9-16,-9 1 15,-9-1 1,-10 0-16,-9 0 16,-10 0-16,1 10 15,-10-1 1,-10 10-16,-9 9 16,-28 18-1,-9 1-15,9-19 16,-10-10-1,57-27-15</inkml:trace>
  <inkml:trace contextRef="#ctx0" brushRef="#br0" timeOffset="65499.28">28203 8011 0,'0'0'0,"0"0"16,10 0 0,27-9-16,58 0 15,74-10 1,38 10-16,28-9 16</inkml:trace>
  <inkml:trace contextRef="#ctx0" brushRef="#br0" timeOffset="65982.45">29887 7956 0,'0'0'0,"0"0"16,-9 9-16,-10 10 16,-19 27-1,-18 9-15,-19 19 16,0 0 0,-1 0-16,1-10 15,9 1-15,10-19 16,18-18-1,10-10-15,9 1 16,0-10 0,10 0-16,9-9 15,0 0-15,0 0 16,0 9 0,9 1-16,19 8 15,19 10 1,19-1-16,28 20 15,10 8 1,18 0-16,-28-9 16,-9-9-16,-10-9 15,0 0 1,-75-28-16</inkml:trace>
  <inkml:trace contextRef="#ctx0" brushRef="#br0" timeOffset="66284.92">30141 8417 0,'0'0'16,"0"0"0,0 0-16,0 0 15,29-9-15,27-9 16,38-1 0,10 1-16,-1-1 15,-9 10 1,-19 0-16,-75 9 15</inkml:trace>
  <inkml:trace contextRef="#ctx0" brushRef="#br0" timeOffset="66505.92">30499 8814 0,'0'0'16,"0"0"-16,0 0 16,9 0-1,19 0-15,19 0 16,19 10-16,38-20 16,-104 10-1</inkml:trace>
  <inkml:trace contextRef="#ctx0" brushRef="#br0" timeOffset="66765.89">31543 8150 0,'0'0'0,"0"0"15,0 0 1,0 0-16,0 9 15,0 28-15,-9 18 16,-1 38 0,-9 17-16,1-8 15,-1 9 1,9-38-16,1-8 16,0-10-1,9-55-15</inkml:trace>
  <inkml:trace contextRef="#ctx0" brushRef="#br0" timeOffset="66982.02">31825 8141 0,'0'0'0,"0"9"15,10 18-15,8 47 16,11 46-16,18 83 16,0 19-1,0 92-15,-10-93 16</inkml:trace>
  <inkml:trace contextRef="#ctx0" brushRef="#br0" timeOffset="69049.55">4675 6470 0,'0'0'0,"0"0"16,-18 0 0,-39 9-16,-56 28 15,-75 55 1,-47 47-16,0 9 15,18-1 1,10 10-16,29-18 16,37-19-1,18-19-15,29-18 16,28-18-16,10-10 16,18-9-1,10-18-15,9 0 16,19-19-1,0-9-15</inkml:trace>
  <inkml:trace contextRef="#ctx0" brushRef="#br0" timeOffset="69516.06">5052 7125 0,'0'0'0,"0"0"15,9 0 1,10-9-16,19 9 16,9 0-1,9 0-15,19 0 16,29-9-1,9 9-15,0-9 16,28-10-16,-10 1 16,-8-1-1,-10 1-15,-19-1 16,-19 10 0,-19-9-16,-9 8 15,-47 10-15</inkml:trace>
  <inkml:trace contextRef="#ctx0" brushRef="#br0" timeOffset="69866.05">6444 6728 0,'0'0'0,"0"0"15,0 0-15,9 0 16,20 10 0,-1-1-16,10 9 15,-1 1 1,1-1-16,-10 1 16,0 8-1,-9 1-15,0 9 16,-10 0-16,-9 9 15,-9 0 1,-10 0-16,-9 10 16,-29 8-1,-8 1-15,-30 9 16,95-74 0</inkml:trace>
  <inkml:trace contextRef="#ctx0" brushRef="#br0" timeOffset="72921.92">26990 9913 0,'0'0'0,"9"0"16,38 18-16,10 10 15,-10 9 1,9 18-16,-28-9 16,-9 10-1,-19 8-15,-9 10 16,-19 0-1,-10 0-15,-9-10 16,0 1-16,9-19 16,10-18-1,9-1-15,10-17 16,9-1 0,0 0-16,19 0 15,28-9 1,28-18-16,38-19 15,19-18-15,-20-1 16,-27 1 0,-19 0-16,-10-1 15,-18 10 1,-19 0-16,0-10 16,-10 10-16,-9-9 15,-9 0 1,-20-10-16,-27-18 15,-19 9 1,-19 9-16,-10 19 16,10 9-16,-9 19 15,-1 18 1,10 9-16,9 10 16,10 18-1,9-1-15,19 11 16,10 17-1,8 19-15,20 28 16,18-19-16,20 19 16,8 0-1,29-10-15,28-8 16,19-20 0,0-17-16,9-19 15,1-10 1,-11-17-16,-17-20 15,-20-8-15,0-10 16,-19 1 0,-8-10-16,-11-9 15,-9-1 1,-9 10-16,-9 1 16,-1-1-16,-9 0 15,-9 0 1,-10 0-16,0 9 15,19 28 1</inkml:trace>
  <inkml:trace contextRef="#ctx0" brushRef="#br0" timeOffset="73455.22">29003 10042 0,'0'0'16,"0"0"-16,0 0 15,0 0 1,0 9-16,9 28 15,1 18 1,-1 19-16,1 19 16,-1-1-1,0 0-15,-9-18 16,0 0-16,0 0 16,10-10-1,-10-8-15,0-10 16,0-9-16,0-10 15,0 1 1,9-9-16,1-10 16,-10-9-1</inkml:trace>
  <inkml:trace contextRef="#ctx0" brushRef="#br0" timeOffset="73965.48">30141 10208 0,'0'0'0,"0"0"16,0 0 0,0 0-16,0 0 15,-9 18 1,-19 1-16,-10 18 16,-9 0-1,-9 9-15,9-9 16,0-9-16,-1-1 15,11 1 1,9-10-16,9-8 16,9-1-1,1 0-15,0 0 16,9 0 0,0 1-16,9-1 15,10 9-15,9 1 16,10 9-1,18-1-15,19 10 16,19 0 0,-9-9-16,-85-28 15</inkml:trace>
  <inkml:trace contextRef="#ctx0" brushRef="#br0" timeOffset="74251.19">30781 10420 0,'0'0'0,"0"0"16,0 0-16,0 0 15,0 0 1,0 0-16,19-9 16,28 0-1,28 0-15,10-1 16,-19 10-16,-66 0 16</inkml:trace>
  <inkml:trace contextRef="#ctx0" brushRef="#br0" timeOffset="74516">30856 10909 0,'0'0'15,"0"0"-15,10 0 16,9 10 0,18-1-16,29 9 15,9-8 1,1-1-16,8 0 16,-9-18-16,-75 9 15</inkml:trace>
  <inkml:trace contextRef="#ctx0" brushRef="#br0" timeOffset="74904">31901 10457 0,'0'0'15,"0"0"1,0 0-16,0 9 15,0 19-15,0 27 16,0 10 0,9 9-16,-9 0 15,0 0 1,-9-1-16,9-17 16,0-19-1,0 0-15,9-19 16,-9-18-16</inkml:trace>
  <inkml:trace contextRef="#ctx0" brushRef="#br0" timeOffset="75238.78">32343 10439 0,'0'0'16,"0"0"-1,0 0-15,0 0 16,0 0-16,0 0 16,0 0-1,9 18-15,0 19 16,-9 18 0,0 10-16,0 9 15,0 0 1,0 9-16,-9-19 15,0 1-15,9-10 16,-10-8 0,1-11-16,9-8 15,-10 0 1,1-10-16,9-18 16</inkml:trace>
  <inkml:trace contextRef="#ctx0" brushRef="#br0" timeOffset="76853.88">8871 6230 0,'0'0'16,"0"0"-1,0 0-15,0 0 16,-9-9-16,-1 9 15,-18 0 1,-28 9-16,-29 19 16,-28 18-1,-9 18-15,-19 10 16,9 9 0,0 0-16,10 10 15,-10-10-15,19-9 16,29-19-1,9 0-15,18-18 16,19-9 0,10-10-16,9 1 15,10-10-15,9-9 16</inkml:trace>
  <inkml:trace contextRef="#ctx0" brushRef="#br0" timeOffset="77765.95">10687 7448 0,'0'0'15,"0"0"-15,0 0 16,0 0 0,0 0-16,0 0 15,19-18 1,28-28-16,9-10 16,1-8-16,-1-19 15,-9 9 1,-19 9-16,10-9 15,-10-9 1,-9 0-16,0 0 16,0 9-1,-10 1-15,0 8 16,-9 10-16,0 8 16,0 10-1,0 10-15,0 8 16,0 1-1,0 9-15,0-1 16,0 10-16,-9 0 16,0 0-1,-1 10-15,1 8 16,-10 10 0,10 9-16,-1 18 15,1 0 1,9 1-16,0 8 15,9-8-15,1-1 16,-1 1 0,10-1-16,0 0 15,9 1 1,0-10-16,19 9 16,9-9-16,-56-46 15</inkml:trace>
  <inkml:trace contextRef="#ctx0" brushRef="#br0" timeOffset="80769">27789 12395 0,'0'0'0,"0"0"15,0 0 1,10 10-16,18-1 16,38 0-1,28 0-15,10 1 16,18-1-16,-9-9 16,-29-9-1,-18 9-15,-9-10 16,-20 10-1,-8 0-15,-11 0 16,-8 0-16,-1 0 16,1 0-1,-1 10-15,-9 17 16,0 19 0,-9 19-16,-1 18 15,-18 9 1,-10 1-16,10-1 15,0-9-15,0-9 16,9-10 0,0-17-16,10-10 15,9-10 1,0-8-16,9-10 16,0-9-16,10 0 15,-19 0 1</inkml:trace>
  <inkml:trace contextRef="#ctx0" brushRef="#br0" timeOffset="81133.23">29455 12432 0,'0'0'0,"0"0"16,0 0-16,0 10 16,0 8-1,0 10-15,0 9 16,9 18 0,-9 19-16,0 0 15,0 9 1,0 0-16,0-9 15,0-10-15,0-8 16,0-10 0,0-9-16,0 0 15,0 0 1,-9-10-16,9 10 16,0-37-16</inkml:trace>
  <inkml:trace contextRef="#ctx0" brushRef="#br0" timeOffset="81782.84">30678 12488 0,'0'0'16,"-29"18"-16,-27 28 16,-29 19-16,-9 0 15,0-1 1,19 1-16,18-19 16,10-9-1,19-9-15,9-10 16,10 0-16,9-8 15,0-1 1,9 0-16,29 19 16,18-1-1,29 10-15,19 0 16,8 9-16,-8 1 16,-10-10-1,0-10-15,0 1 16,-94-28-1</inkml:trace>
  <inkml:trace contextRef="#ctx0" brushRef="#br0" timeOffset="82038.6">31091 12728 0,'0'0'0,"0"0"16,0 0-16,0 0 15,0 0 1,10-10-16,28 1 16,27 0-1,48 0-15,28 0 16,-37 9-16,-104 0 15</inkml:trace>
  <inkml:trace contextRef="#ctx0" brushRef="#br0" timeOffset="82278.8">31204 13208 0,'0'0'16,"0"0"0,0 0-16,10 9 15,-1 9-15,10-8 16,9-1 0,19 9-16,19-9 15,28-18 1,-94 9-16</inkml:trace>
  <inkml:trace contextRef="#ctx0" brushRef="#br0" timeOffset="82552.67">32164 12580 0,'0'0'16,"0"0"-16,0 0 15,0 0 1,0 9-16,0 19 16,0 27-1,0 28-15,-9 28 16,-1 18 0,1-27-16,-1-28 15,1-19-15,9-27 16,0-10-1,0-18-15</inkml:trace>
  <inkml:trace contextRef="#ctx0" brushRef="#br0" timeOffset="82749.73">32559 12359 0,'0'0'15,"0"0"-15,0 9 16,9 37 0,1 65-16,9 73 15,-1 130 1,-8-19-16,-1-64 16</inkml:trace>
  <inkml:trace contextRef="#ctx0" brushRef="#br0" timeOffset="83872.42">28439 11546 0,'0'0'0,"0"0"15,9 10-15,29 8 16,37 28-16,47 37 16,38 28-1,28 18-15,10 0 16,18 19-1,29-9-15,9-1 16,9 0 0,10-8-16,-10-10 15,29 0-15,-10 0 16,-103-56 0,47 19-16</inkml:trace>
  <inkml:trace contextRef="#ctx0" brushRef="#br0" timeOffset="84316.12">31270 12017 0,'-9'0'0,"-48"18"16,-74 19 0,-48 19-16,-47 36 15,-47 19 1,-28 18-16,-75 83 15,-76 65-15,302-185 16</inkml:trace>
  <inkml:trace contextRef="#ctx0" brushRef="#br0" timeOffset="92095.03">24431 7024 0,'0'0'0,"0"0"15,0 0-15,0 0 16,0 0 0,0 0-16,0 0 15,0 0-15</inkml:trace>
  <inkml:trace contextRef="#ctx0" brushRef="#br0" timeOffset="93533.14">4948 11334 0,'0'0'16,"0"0"-16,0 0 15,0 0 1,0 0-16,0 0 16,0 0-16,-9-9 15,-1 0 1,-8-1-16,-11 1 15,-18 0 1,-9 9-16,-10 9 16,0 10-1,-9 17-15,9 20 16,10 18 0,9 9-16,18-9 15,11-10-15,8-8 16,20-20-1,8-8-15,11-9 16,18-19 0,19-28-16,18-27 15,-9-10-15,-9 0 16,-9 10 0,-20 9-16,-18 18 15,0 10 1,-10-1-16,1 10 15,-10 9 1,0 0-16,9 9 16,10 19-16,0 9 15,9 0 1,10 9-16,-1-18 16,29-10-1,19-18-15,9-18 16,-94 18-16</inkml:trace>
  <inkml:trace contextRef="#ctx0" brushRef="#br0" timeOffset="93999.48">5776 10706 0,'0'0'0,"0"0"16,0 0-1,0 0-15,0 0 16,-9 0 0,-1 0-16,-8 0 15,-11 0-15,-18 0 16,0 10 0,-9 8-16,18 1 15,1-1 1,8 0-16,10 10 15,1 0-15,8 9 16,1 18 0,-1 19-16,10 0 15,10 18 1,-1 0-16,10 10 16,0-10-1,0-9-15,9-9 16,0 0-16,0-19 15,10 1 1,0-10-16,9-18 16,9-10-1,1-9-15,-1-18 16,0-28 0,-56 37-16</inkml:trace>
  <inkml:trace contextRef="#ctx0" brushRef="#br0" timeOffset="94466.73">6002 11076 0,'0'0'0,"0"0"16,0 0-16,0 0 15,0 0-15,0 0 16,9 9 0,1 0-16,18 9 15,10 10 1,9 9-16,-10-9 16,1 9-1,-10 0-15,-9 0 16,-10-1-16,1-8 15,-10 0 1,0 0-16,0-10 16,0-9-1,-10 0-15,10-9 16,0 0 0,0 0-16,-9-9 15,9-18-15,0-20 16,9-17-1,20-10-15,-1 0 16,0 19 0,0-1-16,-28 56 15</inkml:trace>
  <inkml:trace contextRef="#ctx0" brushRef="#br0" timeOffset="94971.07">6425 10771 0,'0'0'0,"0"0"16,0 0-16,0 0 15,19 0 1,19 0-16,28-9 16,28-10-1,0 1-15,0-1 16,-28 10-16,-29 0 15,-9 9 1,-18 0-16,-1 0 16,1 0-1,-10 0-15,0 0 16,0 0-16,0 0 16,0 9-1,9 10-15,1-1 16,-1 10-1,10 18-15,0 0 16,-1 19 0,1-1-16,-9 10 15,-10 0-15,0 9 16,-10 0 0,-9 9-16,-9-18 15,0-9 1,0-1-16,-1-17 15,1-1-15,0-9 16,0-10 0,9-8-16,10-10 15,9-9 1</inkml:trace>
  <inkml:trace contextRef="#ctx0" brushRef="#br0" timeOffset="95444.04">7601 10716 0,'0'0'0,"0"0"16,0 0-1,10 9-15,8 0 16,20 0 0,28 1-16,9-10 15,0 0-15,1 0 16,-1 0 0,-19 0-16,-18 0 15,0 9 1,-10 0-16,-9 0 15,-10 19-15,0 0 16,-18 36 0,-29 10-16,-18 9 15,-10 9 1,0-9-16,-9 10 16,9-19-1,19-19-15,10-9 16,18-18-16,0 0 15,9-10 1,10-18-16,0 0 16</inkml:trace>
  <inkml:trace contextRef="#ctx0" brushRef="#br0" timeOffset="95700.72">8655 10789 0,'0'0'15,"0"0"-15,0 0 16,0 0 0,9 0-16,10-9 15,28-9 1,28-10-16,19 0 15,0 1 1,-18 8-16,-29 10 16,-47 9-16</inkml:trace>
  <inkml:trace contextRef="#ctx0" brushRef="#br0" timeOffset="95917.15">8890 11112 0,'0'0'0,"0"0"15,0 0 1,0 0-16,19 10 16,18-1-1,29-18-15,38-10 16,27-27-1,-131 46-15</inkml:trace>
  <inkml:trace contextRef="#ctx0" brushRef="#br0" timeOffset="96449.89">9925 10642 0,'0'0'15,"0"0"1,0 0-16,0 0 15,0 0-15,0 0 16,0 0 0,0 0-16,0 0 15,0 0 1,0 0-16,0 0 16,-10 0-16,-18 9 15,0 0 1,-10 10-16,1-1 15,-1 10 1,10 0-16,0-1 16,9-8-1,9-1-15,1 1 16,9-10-16,9 0 16,20-9-1,18-9-15,19-10 16,-10-8-1,-9-1-15,-9-9 16,-10 9-16,-9 1 16,-10 17-1,0 1-15,1 0 16,-10 9 0,9 9-16,1 10 15,18 18 1,0 18-16,10 19 15,18 0-15,10-19 16,9-18 0,-75-37-16</inkml:trace>
  <inkml:trace contextRef="#ctx0" brushRef="#br0" timeOffset="96904.52">10875 10171 0,'0'0'0,"0"0"15,0 0 1,0 0-16,0 0 16,-19 0-1,-18 0-15,-11 9 16,-8 10-1,9-1-15,0 1 16,9-1 0,10 1-16,9-1 15,10 1-15,-1 8 16,10 1 0,10 9-16,9 18 15,9 10 1,10 9-16,9-1 15,-19-17-15,9 18 16,-8-19 0,-1 0-16,0-8 15,-9-10 1,0-10-16,0-8 16,9-10-16,9-18 15,20-28 1,-57 37-16</inkml:trace>
  <inkml:trace contextRef="#ctx0" brushRef="#br0" timeOffset="97190.1">11289 10476 0,'0'0'0,"0"0"15,0 0-15,0 0 16,0 9-1,9 19-15,10 18 16,0 9-16,9 0 16,-9 19-1,0 0 1,0 0-16,-10-9 16,0-10-16,-9-9 15,0-9 1,0-9-16,0-19 15,0-9-15,0 0 16,0 0 0</inkml:trace>
  <inkml:trace contextRef="#ctx0" brushRef="#br0" timeOffset="97488.87">11289 10494 0,'0'0'0,"0"0"15,0 0 1,9-9-16,10 0 16,19-1-1,18 1-15,1 0 16,-1 0-16,-9 9 16,-9 0-1,-19 9-15,-10 0 16,0 10-1,-18 8-15,-10 19 16,-18 19-16,-11-10 16,-8 1-1,18-19-15,1-10 16,37-27 0</inkml:trace>
  <inkml:trace contextRef="#ctx0" brushRef="#br0" timeOffset="97932.89">11769 10180 0,'0'0'16,"0"0"-16,18-9 15,1 0 1,10-10-16,18 1 15,0 9 1,0-1-16,-10 10 16,-18 0-1,0 0-15,0 10 16,-10 8-16,1 10 16,-1 9-1,0 0-15,-9 9 16,10 9-1,-1 10-15,1-1 16,8 10-16,1-9 16,0 9-1,0-19-15,-10 10 16,1-1 0,-10-8-16,0-1 15,-10-9-15,-9 0 16,-18 10-1,-48 36-15,85-92 16</inkml:trace>
  <inkml:trace contextRef="#ctx0" brushRef="#br0" timeOffset="101350.12">26924 14731 0,'0'0'0,"0"0"0,0 0 16,0 0-1,0 0-15,0 0 16,9 0-16,20-10 15,18-17 1,19 8-16,-10 1 16,-18 8-1,-1 1-15,-9 9 16,-18 0-16,-1 0 16,-9 9-1,-9 19-15,-19 18 16,-10 10-1,-28 27-15,10-28 16,9-9 0,18-9-16,11-18 15,8-1-15,1-9 16,9 1 0,0-10-16,9 9 15,29 0 1,18-9-16,20 0 15,27-9-15,10 0 16,0-1 0,-19-8-16,-9-10 15,-85 28 1</inkml:trace>
  <inkml:trace contextRef="#ctx0" brushRef="#br0" timeOffset="101582.82">27987 14527 0,'0'0'15,"0"0"-15,0 0 16,0 0-16,0 10 16,9 8-1,1 19-15,-1 28 16,10 27-1,-10 19-15,1-19 16,9 0 0,-19-92-16</inkml:trace>
  <inkml:trace contextRef="#ctx0" brushRef="#br0" timeOffset="102479.23">28918 14481 0,'0'0'15,"0"0"-15,0 0 16,10 0 0,9 10-16,18 8 15,10 10 1,19-1-16,9 10 16,-9-9-1,-9-10-15,-20 1 16,-8-10-1,-1 0-15,-9 1 16,-10-10-16,0 9 16,-9-9-1,0 9-15,-9 10 16,-10 8 0,-28 10-16,-28 19 15,0 8-15,9-9 16,9 1-1,10-19-15,10-10 16,8-8 0,20-10-16,0 0 15,9-9 1,0 0-16</inkml:trace>
  <inkml:trace contextRef="#ctx0" brushRef="#br0" timeOffset="102883.95">29897 15155 0,'0'0'16,"0"0"-16,0 0 16,0 0-1,0 0-15,0 0 16,-10 9 0,-8 1-16,-11-1 15,-27 9-15,-29 1 16,-28 8-1,-9 1-15,0 9 16,28-9 0,28-10-16,9-9 15,20 1 1,-1-1-16,19-9 16,10 0-16,9 0 15</inkml:trace>
  <inkml:trace contextRef="#ctx0" brushRef="#br0" timeOffset="103799.25">30489 14260 0,'0'0'0,"0"0"15,0 0-15,0 9 16,0 10 0,0 17-16,0 29 15,0 27 1,10 19-16,-10-19 16,0 10-16,0-28 15,0-10 1,0-27-16,0-9 15,0-28 1</inkml:trace>
  <inkml:trace contextRef="#ctx0" brushRef="#br0" timeOffset="104049.19">30997 14361 0,'0'0'16,"0"0"-16,0 0 16,10 19-1,-1 8-15,10 29 16,0 8 0,-10 38-16,1 27 15,-10 0-15,9-36 16,0-19-1,-9-74-15</inkml:trace>
  <inkml:trace contextRef="#ctx0" brushRef="#br0" timeOffset="107016.18">25061 5861 0,'0'0'0,"0"0"15,0 0-15,-18 9 16,-20 10-1,-56 8-15,-57 19 16,-37 10-16,-47 18 16,0 18-1,9 9-15,10 19 16,46-18 0,10-10-16,-37 28 15</inkml:trace>
  <inkml:trace contextRef="#ctx0" brushRef="#br0" timeOffset="107849.58">20010 6304 0,'0'0'0,"0"0"15,0 0-15,0 0 16,0 0 0,0 0-16,0 0 15,0 0 1,0 0-16,0 0 15,0 0-15,0 0 16,9 0 0,19 9-16,19 0 15,10 10 1,-10 8-16,0 1 16,-10 9-1,-8 0-15,-11 9 16,-8 0-16,-1 10 15,-9-19 1,-9-1-16,-1-8 16,1-9-1,0-10-15,-1-9 16,1 0 0,-1-9-16,1-10 15,0-27-15,18-28 16,29-37-1,18-9-15,0 19 16,20-1 0,8 1-16,-8 18 15,-76 83 1</inkml:trace>
  <inkml:trace contextRef="#ctx0" brushRef="#br0" timeOffset="110066.35">26256 12432 0,'0'0'0,"0"0"16,0 0-16,0 0 16,0 0-1,0 0-15,0 0 16,9-9-1,10-9-15,10-1 16,8 1-16,1-1 16,-10 10-1,0 0-15,-9 9 16,-10 0 0,-9 9-16,0 10 15,-9 8-15,-19 19 16,0 0-1,-1 1-15,11-10 16,8-1 0,10 1-16,10 0 15,18 0 1,19 9-16,19 10 16,0-1-16,-19-9 15,-10 0 1,-9 1-16,-18-1 15,-10 0 1,-28 18-16,-10-8 16,-18-10-1,-10-9-15,-10-9 16,-8-19-16,8-18 16,1-19-1,9-9-15,1-9 16,8-10-1,10-8-15,0-38 16,19-18-16,18-55 16,20 9-1,37 18-15,19 1 16,18 27 0,1 36-16,18 1 15,1 28 1,-1 27-16,1 19 15,9 18-15,-29 19 16,11 27 0,-20 19-16,-19 37 15,-9 27 1,-28 1-16,-19 18 16,-19 0-16,-18-10 15,-10-17 1,-10-10-16,-9-28 15,-18 0 1,84-92-16</inkml:trace>
  <inkml:trace contextRef="#ctx0" brushRef="#br0" timeOffset="110817.34">25720 14574 0,'0'0'16,"0"0"-16,0 0 15,0 0 1,0 0-16,0 0 15,0 0 1,0 9-16,-10 19 16,1 8-16,-19 11 15,0-1 1,-10 9-16,10-9 16,9-9-1,10-9-15,-1-10 16,10 1-1,10-1-15,18 1 16,9-10-16,20 0 16,-10-9-1,-10 0-15,1 0 16,-10-9 0,-9 9-16,-9 0 15,-1 0-15,-9 0 16,0 0-1,0 0-15,0 0 16,0 0 0,0 0-16,0 0 15,0 9-15,0 10 16,0 8 0,9 10-16,-9 9 15,10 19 1,-10 18-16,-10-9 15,10-19 1,0-55-16</inkml:trace>
  <inkml:trace contextRef="#ctx0" brushRef="#br0" timeOffset="111420.14">25503 15487 0,'-9'0'16,"-10"10"-16,-18 8 16,-10 1-1,9-10-15,10 0 16,0-9 0,-10 0-16,10-9 15,-1 0 1,1-10-16,0 1 15,0-19-15,9 0 16,-9-28 0,9-36-16,10-66 15,18 1-15,0 37 16,29 9 0,0 9-16,9 10 15,9 27 1,1 0-16,-1 19 15,19 9 1,10 9-16,9 18 16,0 19-16,0 19 15,0 18 1,10 9-16,-10 18 16,-10 29-1,-27-1-15,-20 10 16,1 18-16,-28-10 15,-20-8 1,-18 9-16,-29-10 16,-18 1-1,0-29-15,-10 1 16,-18-9 0,-10-19-16,0-9 15,10-19-15,-20-8 16,-8-38-1,131 28-15</inkml:trace>
  <inkml:trace contextRef="#ctx0" brushRef="#br0" timeOffset="113289.06">13904 11639 0,'0'0'15,"0"0"-15,0 0 16,0 0-1,0 0-15,0 0 16,0 0-16,0 0 16,-9 9-1,-10 9-15,-19 19 16,1 9 0,8-9-16,11 0 15,8-9 1,10 0-16,10-1 15,8 1-15,11 0 16,18 9 0,0-1-16,-10-8 15,-8 9 1,-11 9-16,-8 19 16,-20-1-16,-8 1 15,-11-10 1,1-18-16,28-37 15</inkml:trace>
  <inkml:trace contextRef="#ctx0" brushRef="#br0" timeOffset="114016.75">13678 12026 0,'0'-9'0,"0"-9"15,10-19-15,-1-10 16,10 1-1,0 0-15,9 0 16,19-9 0,19-10-16,19-9 15,-1 0-15,-8 1 16,-11 8 0,-27 19-16,-19 0 15,-10-1 1,-9 1-16,-19-9 15,1 18-15,-20 0 16,-28 0 0,0 19-16,-28-1 15,0 29 1,-19 26-16,-9 29 16,9 27-16,0 38 15,0 26 1,38-8-16,9 18 15,19 0 1,19 1-16,28-1 16,19-28-1,18-9-15,20-9 16,-10-37-16,19-9 16,28-28-1,9-18-15,29-28 16,37-37-1,19-37-15,-18-18 16,-29-10 0,-38 1-16,-18-10 15,-10-9-15,-18-9 16,-20 9 0,-18 0-16,-19 9 15,-9 1 1,-10 26-16,-9 11 15,-1 17-15,-8 10 16,-10 0 0,0 18-16,-19 10 15,-9 9 1,-10 18-16,0 18 16,1 20-16,84-47 15</inkml:trace>
  <inkml:trace contextRef="#ctx0" brushRef="#br0" timeOffset="114832.81">15522 11528 0,'0'0'0,"0"0"15,0 0 1,0-9-16,0-10 16,0 1-16,19-1 15,9-8 1,29-10-16,9 9 15,-10 9 1,-9 19-16,-9 0 16,-10 10-16,-9 8 15,-10 10 1,-9 27-16,-19 10 16,0 9-1,-9-10-15,0-8 16,9-1-1,10-18-15,9-9 16,9-1-16,10 1 16,19-10-1,9 1-15,28-1 16,0 1 0,-18-1-16,-1 1 15,-18-1-15,-19 1 16,-10 8-1,-9 10-15,-9 9 16,-29 10 0,-9-1-16,-10 1 15,1-10 1,0-9-16,-1-19 16,19 1-16,1-10 15,-1 0 1,10-9-16,0 0 15,9 0 1,10 0-16,-1 0 16,10 0-16</inkml:trace>
  <inkml:trace contextRef="#ctx0" brushRef="#br0" timeOffset="115468.93">16886 11269 0,'0'0'0,"0"0"0,0 0 16,0 0 0,0 0-16,10 19 15,18-1 1,19 10-16,28 0 16,10-10-1,-10 1-15,10-1 16,-19-9-16,-19 1 15,-10-1 1,-18 0-16,0 0 16,-10 10-1,1-1-15,-20 10 16,-8 18 0,-20 9-16,-19 1 15,-8 8-15,8-8 16,1-1-1,9-18-15,9 0 16,10-9 0,9-1-16,0-8 15,19-19-15</inkml:trace>
  <inkml:trace contextRef="#ctx0" brushRef="#br0" timeOffset="115844.27">18137 11934 0,'0'0'16,"0"0"-16,0 0 15,0 0 1,0 0-16,-18 9 16,-20 10-1,-18 18-15,-38 9 16,-10 9 0,-28 19-16,19 0 15,10-10-15,28-8 16,9-10-1,19-9-15,19-19 16,9-9 0,9 1-16,10-10 15,0 0 1</inkml:trace>
  <inkml:trace contextRef="#ctx0" brushRef="#br0" timeOffset="116186.15">18758 11140 0,'0'0'16,"0"0"-16,0 0 15,0 0 1,0 0-16,0 9 16,10 19-1,-1 18-15,-9 28 16,0 28 0,0 8-16,0-8 15,0-19-15,-9-9 16,9-28-1,0-9-15,9-19 16,-9-18 0</inkml:trace>
  <inkml:trace contextRef="#ctx0" brushRef="#br0" timeOffset="116417.78">19172 11085 0,'0'0'0,"0"0"16,0 9-16,0 19 15,10 27 1,9 56-16,9 64 16,0 47-1,10-19-15,18 92 16,-9-73-16</inkml:trace>
  <inkml:trace contextRef="#ctx0" brushRef="#br0" timeOffset="117615.92">20122 10789 0,'0'0'0,"-9"10"15,-19 8-15,-47 38 16,-57 54-1,-66 66-15,-93 73 16,-10 19 0,-57 45-16,29 29 15,0 18 1,46-19-16,161-184 16</inkml:trace>
  <inkml:trace contextRef="#ctx0" brushRef="#br0" timeOffset="118083.28">18815 10559 0,'0'0'0,"9"0"16,29 18-16,56 38 15,38 45 1,56 28-16,-9 19 16,18 18-16,1 9 15,-1-8 1,1-10-16,-1 9 15,10-9 1,0-1-16,38 11 16,-57-29-16</inkml:trace>
  <inkml:trace contextRef="#ctx0" brushRef="#br0" timeOffset="129749.93">6548 15054 0,'0'0'0,"0"0"0,0 0 15,0 0 1,0 0-16,9-28 16,19-18-1,10-28-15,-1 0 16,10-27-16,-9-1 15,-10 10 1,-9 9-16,0-10 16,-10 1-1,-9 18-15,0 0 16,-9 10-16,0 18 16,-10-1-1,9 11-15,1 17 16,0 1-1,-1 8-15,1 1 16,-10 9 0,0 9-16,-9 10 15,0 27-15,-1 19 16,1 8 0,9 1-16,10 9 15,9 0 1,0 0-16,9-9 15,20 0 1,-1-9-16,0-19 16,10-9-16,9 0 15,9-10 1,1-8-16,-57-19 16</inkml:trace>
  <inkml:trace contextRef="#ctx0" brushRef="#br0" timeOffset="130483.64">7883 13844 0,'0'0'0,"0"0"15,0 0-15,0 0 16,-9 19-16,0 9 16,-10 9-1,-9 9-15,-10 9 16,0 10-1,1-19-15,-1 0 16,10-9-16,0 0 16,9-9-1,0-1-15,0-8 16,10-1 0,-1 1-16,10 8 15,0 1 1,10 0-16,18-1 15,28 10-15,10-9 16,10-10 0,-1-8-16,0-1 15,10-18 1,-85 9-16</inkml:trace>
  <inkml:trace contextRef="#ctx0" brushRef="#br0" timeOffset="130733.82">8156 14029 0,'0'0'15,"0"0"-15,0 0 16,0 0-1,19-9-15,9 0 16,19-10-16,19 1 16,0-10-1,-10 0-15,-56 28 16</inkml:trace>
  <inkml:trace contextRef="#ctx0" brushRef="#br0" timeOffset="130949.18">8279 14454 0,'0'0'0,"0"0"16,0 0-16,0 0 15,9 0 1,19 0-16,19-10 15,28-17 1,20-29-16,-95 56 16</inkml:trace>
  <inkml:trace contextRef="#ctx0" brushRef="#br0" timeOffset="131416.68">8834 13863 0,'0'0'0,"0"0"16,0 0-1,0 0-15,0 0 16,18-9 0,20-1-16,9 1 15,19 0-15,0 9 16,0 9-1,-10 10-15,-18-1 16,-1 1 0,-18 8-16,0 10 15,-10-9-15,1 0 16,-10-1 0,-10 1-16,1-10 15,0-8 1,-1-1-16,1 0 15,-1-9 1,1 0-16,-1-9 16,-8-37-16,8-19 15,10-27 1,19-10-16,28-18 16,19 0-1,19 19-15,-10 27 16,19-9-16,-94 83 15</inkml:trace>
  <inkml:trace contextRef="#ctx0" brushRef="#br0" timeOffset="131983.87">10659 13125 0,'0'0'0,"0"0"16,0 0 0,0 0-16,-10-10 15,10 1 1,0 0-16,0 0 16,0-10-1,0-9-15,19 1 16,9-10-1,10 9-15,9 1 16,-9 8-16,-1 10 16,1 9-1,-10 9-15,-9 10 16,0 8 0,-1 10-16,-8 18 15,-10 19-15,-10 9 16,-8-9-1,-1 9-15,9-9 16,1 0 0,9-9-16,9-19 15,10-9 1,-19-37-16</inkml:trace>
  <inkml:trace contextRef="#ctx0" brushRef="#br0" timeOffset="132262.1">11402 14472 0,'0'0'15,"0"0"-15,0 0 16,0 0-16,9-28 16,-9 28-1</inkml:trace>
  <inkml:trace contextRef="#ctx0" brushRef="#br0" timeOffset="137817.26">9398 15404 0,'0'0'0,"0"0"0,0 0 16,0 0 0,0 0-16,9 10 15,10-1-15,9 9 16,10 1 0,0-1-16,-1 1 15,20-1 1,9-9-16,9-27 15,28-28 1,1-28-16,18-28 16,10-36-1,0-1-15,-10-8 16,-19 18-16,1 9 16,-20 18-1,-27 28-15,-10 19 16,-9 18-1,-20 18-15,1 10 16,-19 9-16</inkml:trace>
  <inkml:trace contextRef="#ctx0" brushRef="#br0" timeOffset="139834.47">11167 14961 0,'-10'0'0,"-9"9"16,-18 10-1,-10 9-15,0-1 16,0 1-16,18 0 16,1-1-1,9 1-15,10 0 16,9-10 0,9 1-16,10 8 15,19 1 1,9 0-16,-10-10 15,1 10-15,-10 0 16,-9-1 0,-9 19-16,-20 10 15,-9 8 1,-28 10-16,-19 0 16,1-9-16,-1-19 15,9-9 1,1-19-16,18-9 15,1-9 1,8-9-16,1-9 16,28 18-1</inkml:trace>
  <inkml:trace contextRef="#ctx0" brushRef="#br0" timeOffset="140537.07">11289 15275 0,'0'0'16,"0"0"-16,0 0 15,0 0-15,0 0 16,9 9-1,1 19-15,18 18 16,0 19 0,10 9-16,-1-19 15,1-9 1,-10-9-16,0-19 16,-9-8-16,0-1 15,0-9 1,0 0-16,0-9 15,-1-1 1,1-8-16,-9 0 16,-1-1-1,0 1-15,1-1 16,-1 1-16,1 9 16,-1-1-1,0 1-15,-9 9 16,0 0-1,10 0-15,-1 0 16,10 9-16,0 1 16,0 8-1,0 0-15,9-8 16,-9-1 0,-1 0-16,1-9 15,0 0 1,0-9-16,9-19 15,0-18-15,0-19 16,-9-27 0,-9 0-16,-10 0 15,9 18 1,-9 28-16,0 9 16,0 9-16,10 19 15,-10 9 1,9 0-16,-9 0 15</inkml:trace>
  <inkml:trace contextRef="#ctx0" brushRef="#br0" timeOffset="141336.37">12653 15247 0,'0'0'0,"0"0"15,0 0-15,0 0 16,0 0-1,0 0-15,0 0 16,0 0-16,-9-9 16,-10 0-1,-19-10-15,-18 10 16,-1 0 0,10 9-16,0 9 15,10 10 1,-1 8-16,10 10 15,9-9-15,9 9 16,20-9 0,-1-10-16,10 1 15,9-10 1,1 0-16,8-9 16,1-9-16,-10 0 15,0-1 1,0-8-16,1-1 15,-11 10 1,-8 0-16,-1 9 16,1 0-16,-1 0 15,10 9 1,-10 0-16,10 10 16,0-1-1,0-8-15,0-1 16,-1 0-1,11-9-15,8-18 16,1-10-16,-10 0 16,10-18-1,-10 0-15,0 0 16,-9 9 0,0 0-16,-10 9 15,1 10 1,-1 8-16,-9 1 15,0 9-15,0 0 16,9 9 0,1 19-16,9 28 15,-1 17 1,1 29-16,0-10 16,0-9-16,-10-9 15,1-9 1,-1-19-16,-9-18 15,10-10 1,-10-9-16,0-9 16,0 0-16,0 0 15</inkml:trace>
  <inkml:trace contextRef="#ctx0" brushRef="#br0" timeOffset="141583.81">12935 15266 0,'0'0'16,"0"-19"-1,0-8-15,10-1 16,8 0-16,1-9 16,9 10-1,10-1-15,0 10 16,-1 8 0,1 10-16,-10 10 15,0 17-15,-9 19 16,0 19-1,-19 9-15,0-10 16,-9-27 0,9-37-16</inkml:trace>
  <inkml:trace contextRef="#ctx0" brushRef="#br0" timeOffset="141900.94">14008 14288 0,'0'0'0,"0"0"16,0 0-16,0 0 16,0 9-1,-19 18-15,-9 38 16,-1 37-1,1 18-15,0 0 16,9 9-16,19 0 16,10-9-1,8-19-15,20 1 16,9-28 0,-9-28-16,18-9 15,19-19-15,-75-18 16</inkml:trace>
  <inkml:trace contextRef="#ctx0" brushRef="#br0" timeOffset="142483.87">14760 14491 0,'0'0'0,"0"0"16,-9-10-16,-1 1 15,1 9 1,-10-9-16,-9 9 16,-28 9-1,-29 37-15,-9 19 16,9 18-1,19 0-15,19 0 16,10-9-16,18-19 16,9-18-1,10-9-15,10-10 16,18-8 0,19-10-16,9-10 15,10-17 1,-9-1-16,-10-9 15,-10 9-15,10-9 16,1-9 0,-11 0-16,-9 9 15,-9 19 1,0-1-16,-10 10 16,1 0-16,-1 9 15,1 0 1,8 9-16,11 10 15,-1 17 1,10 11-16,9 8 16,0-9-16,9-9 15,0-19 1,-56-18-16</inkml:trace>
  <inkml:trace contextRef="#ctx0" brushRef="#br0" timeOffset="142901.81">15532 14066 0,'0'0'0,"0"0"16,0 0 0,0 0-16,0 0 15,-10 0-15,-9-9 16,-9 0-1,-9 9-15,-10 0 16,9 9 0,10 0-16,-1 0 15,11 0 1,-1 1-16,9-1 16,1 9-16,9 1 15,0 9 1,9 27-16,1 10 15,9 8 1,9 38-16,0-9 16,10-10-16,-1 0 15,1-9 1,9-9-16,0-19 16,0-18-1,10-27-15,-57-10 16</inkml:trace>
  <inkml:trace contextRef="#ctx0" brushRef="#br0" timeOffset="143419.34">15936 14906 0,'0'0'0,"0"0"16,0 0-1,0 0-15,0 0 16,0 0 0,0 0-16,0 0 15,0 0-15,19-19 16,0-8 0,9-19-16,-9-10 15,0-18 1,-1-9-16,-8 9 15,-10 1 1,0-20-16,-10 1 16,-8 0-1,8 18-15,1 19 16,-10 8-16,10 20 16,-1-1-1,1 19-15,-1 0 16,1 9-1,-10 9-15,0 18 16,-9 29-16,9 18 16,10 0-1,9 18-15,19 0 16,9-9 0,0-9-16,19-9 15,10-19 1,-1-9-16,10-19 15,-66-18-15</inkml:trace>
  <inkml:trace contextRef="#ctx0" brushRef="#br0" timeOffset="143633.81">16529 14537 0,'0'0'0,"0"0"16,0 0-16,0 0 15,9 9 1,1 19-16,-1 18 16,-9 28-16,0 36 15,-9-8 1,-1-10-16,10-18 16,0-74-1</inkml:trace>
  <inkml:trace contextRef="#ctx0" brushRef="#br0" timeOffset="144233.87">17366 14011 0,'0'0'0,"0"0"15,0 0 1,0 0-16,0 0 15,0 0 1,0 0-16,0 0 16,-19 0-16,-18 9 15,-29 28 1,0 27-16,9-8 16,20-10-1,9 0-15,9-18 16,9-10-16,10 1 15,10-10 1,9-9-16,9 0 16,9-9-1,1-10-15,9-18 16,-9 0 0,-1-9-16,1-9 15,-19 27-15,0 0 16,-1 19-1,-8 9-15,9 9 16,9 10 0,19 18-16,9 9 15,1 9 1,-57-55-16</inkml:trace>
  <inkml:trace contextRef="#ctx0" brushRef="#br0" timeOffset="144667.18">18326 13614 0,'0'0'0,"0"0"16,0 0-16,0 0 16,0 0-1,0 0-15,0 0 16,-10 0-16,-9 9 15,1 0 1,-11 0-16,11 1 16,-1-1-1,0 0-15,10 10 16,-1-1 0,10 0-16,0 19 15,0 0-15,10 9 16,-1 19-1,10 0-15,-10-10 16,10 0 0,0 1-16,9-10 15,0 0-15,10-9 16,-1-9 0,20-10-16,-1-27 15,10-9 1,-9-10-16,-57 28 15</inkml:trace>
  <inkml:trace contextRef="#ctx0" brushRef="#br0" timeOffset="145016.78">18834 13835 0,'0'0'16,"0"0"-16,0 0 16,0 0-1,0 0-15,0 0 16,0 0-16,9 0 15,10-9 1,9 9-16,10 0 16,-10 9-1,0 0-15,0 10 16,-9 9 0,0 9-16,-10 9 15,-9 0-15,-9-9 16,0-10-1,-1-8-15,1-10 16,9-9 0,0 0-16,0 0 15,0 0-15,0-28 16,9-45 0,10-38-16,9 19 15,-28 92 1</inkml:trace>
  <inkml:trace contextRef="#ctx0" brushRef="#br0" timeOffset="145433.69">19332 13374 0,'0'0'0,"0"0"16,0 0-16,0 0 15,0 0 1,10 0-16,8 0 16,11 0-1,-1 0-15,0 0 16,-9 0 0,0 0-16,-10 0 15,1 9-15,-1 0 16,10 0-1,0 10-15,-1 9 16,1 9 0,0-1-16,0 20 15,-10-10 1,1 19-16,-10-10 16,-10 10-16,1 8 15,-19 10 1,-19 1-16,-19-11 15,-28-8 1,94-65-16</inkml:trace>
  <inkml:trace contextRef="#ctx0" brushRef="#br0" timeOffset="146084.78">16341 13706 0,'0'0'16,"0"0"0,0 0-16,0 0 15,0 0-15,0 0 16,-10-9 0,10 9-16,0 0 15,0 0 1,0-9-16,10-1 15,-1 1-15,10-9 16,0 8 0,0 1-16,-10 9 15,0 0 1,1 0-16,-1 9 16,1 10-1,-1 9-15,-9 8 16,0 20-16,9 8 15,1 10 1,-1 0-16,-9 0 16,0 0-1,0 0-15,0 0 16,0-10 0,0 1-16,0-10 15,-9-9-15,-1 0 16,1-9-1,0 0-15,-1-9 16,-9 9 0,1-9-16,18-28 15</inkml:trace>
  <inkml:trace contextRef="#ctx0" brushRef="#br0" timeOffset="146734.07">19285 13088 0,'0'0'0,"0"0"16,10 0-16,8 0 16,11-10-1,27 1-15,10-9 16,0 8 0,-10 1-16,-9 9 15,-9 0 1,-10 0-16,-9 0 15,-10 0-15,10 9 16,-9-9 0,8 10-16,1-1 15,0 0 1,0 0-16,9 10 16,0 9-16,10 8 15,-10 1 1,0 19-16,1 18 15,-11 9 1,-18 27-16,-18 20 16,-29 45-1,-57 83-15,19-45 16</inkml:trace>
  <inkml:trace contextRef="#ctx0" brushRef="#br0" timeOffset="150286.41">12625 4218 0,'0'0'0,"0"0"0,0 0 16,0 0 0,0 0-16,0 0 15,0 0-15,0 0 16,-10 9 0,1 0-16,-10 10 15,0-1 1,-18 10-16,-10 0 15,0-1-15,-29 20 16,-18-1 0,0 0-16,10-9 15,-20 9 1,-9 9-16,0 1 16,0-10-16,-9 9 15,19-9 1,-1 0-16,19 1 15,1-10 1,9-1-16,-1 1 16,20 0-1,-10-9-15,0 9 16,19-9 0,0-1-16,0 1 15,-9 0-15,9-1 16,-1-8-1,1-1-15,0 1 16,10-1-16,-10 1 16,9-1-1,0-9-15,10 1 16,0-1 0,0 9-16,0-9 15,-1 1 1,1-1-16,28-9 15</inkml:trace>
  <inkml:trace contextRef="#ctx0" brushRef="#br0" timeOffset="153890.03">12502 4772 0,'0'0'0,"0"0"0,0 0 16,0 0-16,0 0 15,0 0 1,-9 0-16,9 0 15,0 0 1,0 0-16,0 0 16,0 0-16,0 0 15,9-10 1,1 1-16,9 0 16,9-9-1,0 8-15,0 1 16,-9 9-1,9 0-15,-9 0 16,0 0-16,-10 9 16,10 1-1,-9 8-15,-1 10 16,-9-1 0,-9 20-16,-10-1 15,0-9-15,0-10 16,0 1-1,10-10-15,0 1 16,-1-10 0,10 0-16,0-9 15,0 0 1,10 10-16,-1-10 16,10 0-16,9 0 15,10 9 1,-1-9-16,1 9 15,-19 0 1,0 1-16,-1-1 16,-8 0-16,-1 0 15,1 10 1,-10 8-16,0 1 16,0 0-1,-10-1-15,1 1 16,-10 0-1,0 0-15,-19-1 16,-9 1-16,-18 0 16,-11-1-1,10-8-15,1-10 16,-1 0 0,-9 0-16,-10-9 15,85 0-15</inkml:trace>
  <inkml:trace contextRef="#ctx0" brushRef="#br0" timeOffset="155468.04">20386 3738 0,'0'0'0,"0"0"15,0 0-15,0 0 16,0 0-1,0 0-15,0 9 16,0 0 0,0 10-16,0-1 15,-10 1-15,1 9 16,-10 8 0,-18 11-16,-20 8 15,1 10 1,-20-1-16,-18 19 15,0 0 1,-9 19-16,18-1 16,10 10-16,-10-9 15,1 8 1,8-8-16,10-19 16,10-18-1,0-10-15,18-9 16,10-18-16,-1 0 15,11-10 1,8-9-16,1 0 16,-1 1-1,10-10-15</inkml:trace>
  <inkml:trace contextRef="#ctx0" brushRef="#br0" timeOffset="156403.67">20725 4384 0,'0'0'16,"0"0"0,0 0-16,0 0 15,0 0 1,0 0-16,0 0 15,0 0-15,0 0 16,18 0 0,11 0-16,18 0 15,9 0 1,0-9-16,1 0 16,-10 9-1,-9 0-15,-10 0 16,0 0-16,-9 0 15,-10 0 1,1 0-16,-10 0 16,0 0-1,0 0-15,0 0 16,0 9-16,-10 19 16,1 8-1,-10 11-15,0 8 16,0 0-1,1 10-15,-1 9 16,0-10 0,0 1-16,10 0 15,-1-10-15,1 0 16,9-18 0,0-9-16,0-10 15,0-8 1,0-10-16</inkml:trace>
  <inkml:trace contextRef="#ctx0" brushRef="#br0" timeOffset="156916.97">21646 4283 0,'0'0'0,"0"0"16,0 0-16,0 0 16,0 0-1,0 0-15,0 9 16,0 0 0,0 9-16,0 10 15,10 9-15,-1 0 16,1 9-1,-1 10-15,-9-1 16,9 10 0,-9 8-16,0 1 15,-9 0 1,0-9-16,-1-10 16,1-9-16,-1-9 15,-8 9 1,8-9-16,10-37 15</inkml:trace>
  <inkml:trace contextRef="#ctx0" brushRef="#br0" timeOffset="161438.7">7601 16189 0,'-28'0'0,"-47"0"0,-85-19 16,19 1 0,9 9-16,0-10 15,-9-8-15,0-1 16,-28-9 0,-10-9-16,-19-10 15,-9-8 1,0-10-16,10 0 15,-19-9-15,-1-9 16,-18-10 0,0 1-16,28-10 15,-28-9 1,47-9-16,-19-19 16,47 37-16,-19-27 15,19 9 1,19-1-16,0-26 15,18 8 1,20-9-16,9-18 16,19-19-16,18 9 15,10 1 1,19 17-16,9-45 16,19-9-1,10-1-15,8 28 16,20 0-1,0 10-15,9 9 16,18-1-16,-8 19 16,-1 19-1,1 18-15,-10 9 16,-10 19 0,-8 18-16,8 0 15,-8 19 1,-1 9-16,-9 9 15,9-19-15,-9-8 16,-19 64 0</inkml:trace>
  <inkml:trace contextRef="#ctx0" brushRef="#br0" timeOffset="162278.94">2653 9857 0,'0'0'0,"0"0"15,0 0-15,9 0 16,20-9-1,18-9-15,18-1 16,20-9-16,28 1 16,-10-1-1,1 0-15,-10 10 16,-9-1 0,9 1-16,-28 9 15,-10 9 1,-18 9-16,-10 9 15,0 1-15,-9 9 16,0 18 0,-10 0-16,1 9 15,-1 10 1,-9 9-16,0 0 16,-9 9-16,-10 0 15,0 9 1,0 0-16,0 1 15,0-20 1,1 1-16,8-18 16,-9-1-1,10-18-15,0-9 16,-1-10-16,1 1 16,9-10-1,0 0-15,0 0 16,-10 0-1,10 1-15,0-10 16,0 0 0,0 9-16,0 0 15,0-9-15,0 0 16,0 0 0,0 0-16,0 0 15,0 0 1,0 0-16,0 9 15,0-9-15,10 10 16,-10-10 0,9 9-16,-9-9 15,0 0 1,0 0-16,0 0 16,10 0-1,-1 0-15,0 0 16,-9 0-16</inkml:trace>
  <inkml:trace contextRef="#ctx0" brushRef="#br0" timeOffset="165686.06">15325 15672 0,'0'0'0,"0"0"0,0 0 16,0 0-1,0 0-15,0 0 16,0 0-16,0 0 15,0 0 1,-10 18-16,1 10 16,-10 27-1,-9 19-15,0 19 16,9-10 0,-9 9-16,9 0 15,9 1-15,10-20 16,10-8-1,9-10-15,-1-18 16,11-9 0,-1-10-16,0-8 15,10-1-15,-1-9 16,-8-9 0,-1-1-16,0-8 15,-9 0 1,0-1-16,-10 1 15,0 8 1,1-8-16,-10 9 16,0-1-16,-10 1 15,1 0 1,-10 0-16,-9 0 16,-10-1-1,10 10-15,0 0 16,18 0-16,1 0 15,9 0 1,0 0-16</inkml:trace>
  <inkml:trace contextRef="#ctx0" brushRef="#br0" timeOffset="166508.15">15908 15469 0,'0'0'0,"0"0"16,0 0 0,0 0-16,-9-9 15,-1-1 1,1 1-16,-10 0 15,-9 0 1,-10 0-16,-9 9 16,-9 9-16,-10 9 15,-10 10 1,-18 9-16,19 9 16,9 0-1,0 9-15,1 10 16,8 0-1,10 9-15,0 9 16,9-10-16,1 29 16,9-10-1,9 1-15,9-1 16,10-9 0,0 9-16,10 1 15,9-20-15,-1-8 16,1-10-1,9-9-15,1-9 16,-1-9 0,19 0-16,9-10 15,10-9-15,0-9 16,0-9 0,0-18-16,0-10 15,-1-10 1,1-8-16,-9-9 15,-1 8-15,1-18 16,-10-9 0,0-18-16,0-10 15,-10 9 1,-8 1-16,-11-1 16,1 10-1,-9 18-15,-1 10 16,-9 8-1,0 10-15,0 0 16,-9 9-16,-10-9 16,0 9-1,-9 0-15,-10 0 16,-9 9 0,-47-8-16,94 36 15</inkml:trace>
  <inkml:trace contextRef="#ctx0" brushRef="#br0" timeOffset="169181.25">17027 15506 0,'0'0'0,"0"0"16,0 0-16,0 0 16,0 0-1,0 0-15,0 0 16,0 0-16,0 0 15,0 0 1,0-9-16,10-1 16,9-8-1,9-1-15,19-8 16,-9 8-16,-1 1 16,-9 9-1,1-1-15,-1 1 16,-9 9-1,-10 0-15,0 9 16,1 1 0,-10 8-16,0 10 15,0 9-15,-10 0 16,1 0 0,0-1-16,-1-8 15,1-9 1,-1-1-16,10-9 15,0 0-15,0 1 16,0-1 0,0-9-16,10 9 15,-1 0 1,19-9-16,10 0 16,9 0-1,0 10-15,0-1 16,-9 0-16,-10 0 15,0 1 1,-9-1-16,0 0 16,0 0-1,-10 10-15,1-1 16,-10 10 0,-10 0-16,-9 8 15,-9 11-15,-10-10 16,-9 9-1,-9-9-15,9-10 16,9-8 0,1-1-16,8-9 15,11 1-15,-1-1 16,9-9 0,1 0-16,0 0 15,9 0 1,0 0-16,0 0 15,0 0-15,0 0 16</inkml:trace>
  <inkml:trace contextRef="#ctx0" brushRef="#br0" timeOffset="170051.1">18721 15183 0,'0'0'16,"0"0"-16,0 0 15,0 0 1,0 0-16,0 0 15,0 0 1,0 0-16,0 0 16,0 0-1,0 0-15,0 9 16,-10 0-16,-8 10 16,-1 8-1,-10 10-15,1 0 16,0 9-1,0-9-15,0 9 16,9-18-16,-9 9 16,9-9-1,0-10-15,0 10 16,0 0 0,10-10-16,-1 0 15,1 1-15,0-1 16,-1-8-1,10-1-15,0 0 16,0 0 0,0 1-16,10-1 15,8 0 1,11 0-16,18 0 16,9-9-16,1 0 15,8 0 1,1-9-16,0-9 15,-66 18 1</inkml:trace>
  <inkml:trace contextRef="#ctx0" brushRef="#br0" timeOffset="170333.45">19022 15220 0,'0'0'0,"0"0"15,0 0-15,0 0 16,9 0 0,19-10-16,19-8 15,10 0-15,9-1 16,9-18-1,-19 9-15,-18 10 16,0 0 0,-10-1-16,-28 19 15</inkml:trace>
  <inkml:trace contextRef="#ctx0" brushRef="#br0" timeOffset="170560">19229 15681 0,'0'0'0,"0"0"16,0 0-16,9 0 16,19-9-1,29-10-15,9-8 16,18-19-1,-8 0-15,8-10 16,-84 56-16</inkml:trace>
  <inkml:trace contextRef="#ctx0" brushRef="#br0" timeOffset="170901.28">20010 14980 0,'0'0'0,"0"0"16,0 0-16,0 0 15,0 0 1,0 0-16,9 18 15,0 10 1,10 9-16,0 9 16,0 9-16,0 1 15,-10-1 1,0 0-16,1-18 16,-1 0-1,1-18-15,-10-19 16</inkml:trace>
  <inkml:trace contextRef="#ctx0" brushRef="#br0" timeOffset="171217.91">20414 14740 0,'0'0'0,"0"0"15,0 0-15,9 9 16,1 9 0,9 10-16,0 18 15,-1 10 1,1-1-16,0 10 16,0-10-16,-10-9 15,1-9 1,-1 0-16,0-9 15,1-1 1,-1-8-16,1-1 16,8 1-16,-18-19 15</inkml:trace>
  <inkml:trace contextRef="#ctx0" brushRef="#br0" timeOffset="173887.96">21750 14324 0,'0'0'16,"9"-9"0,1-9-16,9-10 15,9-9 1,9 0-16,20-18 16,9 18-1,0 9-15,-10 10 16,0 18-16,-18 9 15,0 19 1,-10 9-16,-9 36 16,-10 29-1,-18 9-15,-1-1 16,-8 1-16,-1-9 16,9-10-1,10-92-15</inkml:trace>
  <inkml:trace contextRef="#ctx0" brushRef="#br0" timeOffset="174039.16">22314 15118 0,'0'0'0,"0"0"16,0 0-1,10-18-15,27-47 16,-37 65-1</inkml:trace>
  <inkml:trace contextRef="#ctx0" brushRef="#br0" timeOffset="174301.07">22634 14214 0,'0'0'0,"0"0"16,10-10-16,8-8 15,11-19 1,8 9-16,10 1 16,0 8-16,0 19 15,0 9 1,0 19-16,-9 28 16,0 27-1,-19 27-15,-19 20 16,-10-1-1,-9 18-15,19-147 16</inkml:trace>
  <inkml:trace contextRef="#ctx0" brushRef="#br0" timeOffset="174430.81">23039 15183 0,'0'0'0,"0"0"15,0 0-15,0 0 16,0 0-1,9-9-15,-9 9 16</inkml:trace>
  <inkml:trace contextRef="#ctx0" brushRef="#br0" timeOffset="175442.73">11929 5999 0,'0'0'0,"0"0"16,0 0-1,-10 10-15,-9-1 16,-9 9 0,-28 19-16,-10 18 15,-28 19 1,-19 19-16,-28 17 15,18-8-15,1 18 16,0-19 0,18 1-16,10-19 15,19-18 1,19-19-16,9-9 16,18-19-16,1 1 15,9-10 1,10 0-16,0 0 15,-1 1 1,10-10-16,0 0 16</inkml:trace>
  <inkml:trace contextRef="#ctx0" brushRef="#br0" timeOffset="176507.07">15259 6673 0,'0'0'15,"0"0"-15,0 0 16,0 0-16,0 0 16,9 0-1,10 0-15,19 0 16,18-18-1,1-19-15,8-28 16,1 0 0,-9-8-16,-10-1 15,-10-9-15,1 9 16,-10 9 0,0-9-16,1-9 15,-11 10 1,-8-1-16,-10 18 15,0 1-15,0 18 16,0 9 0,-10 1-16,10 8 15,0 10 1,-9 0-16,9 9 16,0 0-1,-9 0-15,9 0 16,-10 9-16,1 9 15,-10 19 1,0 9-16,10 10 16,-1 18-1,1 0-15,0 18 16,9 9 0,0-8-16,0-1 15,9-18-15,0 0 16,10 9-1,0-19-15,9 1 16,0-19 0,10 0-16,0-18 15,9 0-15,0-10 16,9-9 0,10-18-16,-66 9 15</inkml:trace>
  <inkml:trace contextRef="#ctx0" brushRef="#br0" timeOffset="178317.68">16134 17601 0,'0'0'15,"0"0"-15,0 0 16,0 0-1,0 0-15,19-9 16,9-1-16,0-8 16,19 0-1,0-1-15,0 1 16,10-1 0,-10 1-16,-10-1 15,-9 10 1,1 0-16,-1 9 15,-9 0-15,-10 9 16,0 0 0,1 19-16,-1 9 15,-9 27 1,0 10-16,-9-9 16,-1 0-16,10-1 15,0 1 1,0-1-16,0-8 15,10-19 1,-1-10-16,-9-27 16</inkml:trace>
  <inkml:trace contextRef="#ctx0" brushRef="#br0" timeOffset="179224.73">16773 17001 0,'0'0'0,"0"0"15,0 0-15,0 0 16,0 0 0,0 0-16,-9-9 15,0 0-15,-10-1 16,-9 1-1,-10 0-15,-9 9 16,-10 0 0,-8 9-16,-1 10 15,0 8 1,0 10-16,10 0 16,-1 9-16,20-9 15,-11 19 1,11-1-16,9 0 15,-1 19 1,20 0-16,0 0 16,9 0-16,0-1 15,9-8 1,0-10-16,1 10 16,9-10-1,9 1-15,0-10 16,10-9-16,9 0 15,0-10 1,0-8-16,9-1 16,1-8-1,-1-1-15,19-9 16,-9-9 0,10-19-16,-11 0 15,-18-9-15,10-9 16,-1-9-1,1-10-15,-10-9 16,-10 1 0,-8-1-16,-1 9 15,-9 0 1,-10 1-16,0-1 16,-9 1-16,-9-1 15,-10 0 1,0 1-16,1-1 15,-1 10 1,-9 9-16,9 9 16,0 9-16,0 0 15,-9 10 1,0-1-16,-1 10 16,1 0-1,-9 0-15,-1 9 16,10 9-1,0-9-15,9 9 16,9-9-16,1 9 16,0 1-1,-1-1-15,10-9 16</inkml:trace>
  <inkml:trace contextRef="#ctx0" brushRef="#br0" timeOffset="180122.06">18391 16696 0,'0'0'0,"0"0"16,0 10-16,0 8 15,0 10 1,0 18-16,0 19 16,-9 18-16,0 18 15,-1 1 1,-9-10-16,10-18 15,0-19 1,-1-9-16,1-18 16,9 0-1,0-10-15,0-9 16,9 1-16,10-1 16,9 0-1,29-9-15,9-9 16,9 0-1,0-10-15,0-9 16,-18 10 0,-10 0-16,-10-1 15,-8 1-15,-11-10 16,-8 10 0,-10 18-16</inkml:trace>
  <inkml:trace contextRef="#ctx0" brushRef="#br0" timeOffset="180350.93">18580 17158 0,'0'0'0,"0"0"15,0 0 1,0 0-16,0 9 16,9 10-16,0 8 15,20 19 1,8 28-16,10 19 15,10 17 1,-1-17-16,-9-20 16,-19-17-1,1-28-15,-29-28 16</inkml:trace>
  <inkml:trace contextRef="#ctx0" brushRef="#br0" timeOffset="180884.92">19041 16955 0,'0'0'0,"0"0"16,0 0-16,0 0 15,0 0-15,0 0 16,0 9-1,9 19-15,0 18 16,1 9 0,-1 1-16,1-19 15,-1-10 1,0 1-16,1-10 16,9-8-16,9-1 15,0-9 1,10-9-16,9-19 15,0-9 1,0-18-16,0-10 16,-19 0-1,-9 1-15,-10 8 16,-9 10-16,-9 0 16,0 9-1,-1 19-15,1-1 16,-10 1-1,0 9-15,-9-1 16,0 1 0,-10 9-16,0 9 15,-9 19-15,0 9 16,0 9 0,19-9-16,28-37 15</inkml:trace>
  <inkml:trace contextRef="#ctx0" brushRef="#br0" timeOffset="181417.96">20471 16115 0,'0'0'0,"0"0"16,0 0-1,0 0-15,0 0 16,0 0-1,0 0-15,-19 28 16,-19 18-16,-9 18 16,-19 19-1,0-9 1,19-9-16,0-19 16,19-9-16,9-9 15,10-10-15,-1-9 16,1 1-1,9-1-15,0-9 16,9 9 0,10 0-16,28 1 15,19-1 1,0 0-16,9 0 16,-9 0-16,9 1 15,10-1 1,-10-9-16,-75 0 15</inkml:trace>
  <inkml:trace contextRef="#ctx0" brushRef="#br0" timeOffset="181718.13">20866 16336 0,'0'0'0,"0"0"15,0 0-15,0 0 16,0 0 0,9-9-16,10 0 15,9 0-15,10-10 16,9-8-1,9-1-15,1 0 16,-1 1 0,-9-10-16,-47 37 15</inkml:trace>
  <inkml:trace contextRef="#ctx0" brushRef="#br0" timeOffset="181968.11">21120 16623 0,'0'0'0,"0"0"16,0 0-1,9 0-15,19 0 16,0-10-1,20 1-15,8-9 16,0-1-16,10-8 16,0-1-1,-66 28-15</inkml:trace>
  <inkml:trace contextRef="#ctx0" brushRef="#br0" timeOffset="182349.36">21938 15921 0,'0'0'16,"0"0"-16,0 0 15,0 0 1,0 0-16,0 0 16,0 0-16,9 9 15,1 10 1,-1 9-16,10 18 16,0 9-1,0 19-15,0 0 16,-1 0-1,-8-19-15,-1 0 16,1-18-16,-1 0 16,0-28-1,-9-9-15,0 0 16</inkml:trace>
  <inkml:trace contextRef="#ctx0" brushRef="#br0" timeOffset="182655.22">22267 15893 0,'0'0'0,"0"0"15,10 10-15,-1-1 16,1 0 0,-1 10-16,0-1 15,1 10 1,-1 9-16,1 9 15,-1 0 1,0 0-16,1 0 16,-1-9-16,1 0 15,-1-9 1,0-10-16,1 1 16,-1-1-1,1 1-15,-1-1 16,-9-18-16</inkml:trace>
  <inkml:trace contextRef="#ctx0" brushRef="#br0" timeOffset="183256.75">23236 15930 0,'0'0'16,"0"0"-16,0 0 15,0 0 1,0 0-16,0 0 16,0 0-16,0-9 15,10-9 1,-1-10-16,10-9 15,0-9 1,0 9-16,-1 9 16,1 1-1,-9 8-15,-1 10 16,0 0 0,1-1-16,-1 10 15,10 0-15,0 10 16,0 8-1,-1 28-15,1 10 16,-9 8 0,-1 1-16,-9 9 15,0 9-15,0-9 16,0-19 0,0-18-16,0-37 15</inkml:trace>
  <inkml:trace contextRef="#ctx0" brushRef="#br0" timeOffset="183466.92">23725 16438 0,'0'0'0,"0"0"16,0 0-16,0 0 15,0 0 1,0 0-16,0 0 16,0 0-1,0 0-15</inkml:trace>
  <inkml:trace contextRef="#ctx0" brushRef="#br0" timeOffset="183984.81">23678 15100 0,'0'0'16,"0"0"-16,0 0 16,-9 9-1,-19 28-15,-29 55 16,-37 47-16,-19 36 16,-18 28-1,-20 37-15,-9 18 16,19-36-1,9-28-15,20-56 16,17-18-16,30-37 16,18-37-1,18-27-15,1-19 16,28 0 0</inkml:trace>
  <inkml:trace contextRef="#ctx0" brushRef="#br0" timeOffset="184451.28">22239 15478 0,'0'0'0,"0"0"15,0 0 1,0 0-16,10 0 16,27 19-1,29 8-15,37 19 16,10 10-1,0 8-15,19 29 16,18 8-16,-18-18 16,19 0-1,-1 0-15,-18-9 16,0-18 0,-19-10-16,-19-9 15,-29-19 1,-8 1-16,-10-1 15,-9-9-15,-10 1 16,9 17 0,-37-27-16</inkml:trace>
  <inkml:trace contextRef="#ctx0" brushRef="#br0" timeOffset="193318.87">25052 16595 0,'0'0'0,"0"0"15,0 0-15,-9-19 16,-1 1 0,1-10-16,-10 1 15,0-1 1,-9 9-16,-10 1 15,1 9 1,-10 9-16,0 0 16,-1 9-16,1 9 15,10 10 1,18 0-16,0 0 16,10-1-1,9 1-15,9 0 16,10-10-16,19 10 15,18-1 1,1 1-16,-1 0 16,-9 0-1,0-1-15,-19 1 16,0-10 0,-18 1-16,-10 8 15,-10 10-15,1 0 16,-10-9-1,-18 0-15,-1-10 16,0 1 0,10-10-16,9 0 15,1-9-15,8 0 16,10 0 0,0-18-16,19-29 15,19-26 1,9-10-16,0 9 15,-10 9 1,1 10-16,-10-1 16,-9 19-16,0 1 15,-10-1 1,1-10-16,-10-17 16,-10-10-1,-18-37-15,-10 19 16,10 18-16,-10 19 15,10 18 1,0 9-16,-10 10 16,1 8-1,-1 1-15,-9 18 16,-9 10 0,-10 18-16,-19 27 15,0 29-15,10 17 16,9 20-1,19-29-15,10 1 16,8 9 0,20-19-16,9 9 15,9 1-15,20-10 16,8 10 0,1-19-16,9-19 15,0 1 1,0-19-16,0-9 15,10-9 1,8-19-16,11-9 16,18-28-16,0-9 15,0-18 1,9-19-16,-9-9 16,-18 0-1,-10 0-15,-19 9 16,-10 19-16,-9-10 15,-9 10 1,0 9-16,-10-1 16,-9 1-1,0 0-15,0 9 16,0 0 0,-9 0-16,0 10 15,-10-10 1,-19-9-16,-9 9 15,-9 9-15,-20 0 16,76 28 0</inkml:trace>
  <inkml:trace contextRef="#ctx0" brushRef="#br0" timeOffset="194319.33">26265 16161 0,'0'0'0,"0"0"16,0 0-16,0 0 15,0 0 1,0 0-16,0 0 16,10 0-1,28 0-15,9 0 16,28 0-1,0-9-15,0 0 16,-18-1-16,-10 10 16,-10 0-1,-8 0-15,-11 0 16,-8 0 0,-1 0-16,1 0 15,-10 0 1,9 10-16,-9 17 15,0 19-15,0 28 16,-9 19 0,-1 8-16,1 10 15,-1-28 1,1-9-16,0-19 16,9-9-16,0-9 15,0-9 1,0-10-16,0-8 15,0-10 1,0 0-16,0 0 16</inkml:trace>
  <inkml:trace contextRef="#ctx0" brushRef="#br0" timeOffset="194703.71">27281 16050 0,'0'0'0,"0"0"16,0 0-1,0 0-15,0 10 16,10-1 0,-1 0-16,1 10 15,-1 27 1,1 18-16,-1 10 15,0 9 1,1-9-16,-10-19 16,0-8-16,0-11 15,0 1 1,0-9-16,0 0 16,0-10-16,0 1 15,0-1 1,0-9-16,0 10 15,0-1 1,0 1-16,9-1 16,-9-18-1</inkml:trace>
  <inkml:trace contextRef="#ctx0" brushRef="#br0" timeOffset="195324.19">28175 16013 0,'0'0'0,"0"0"16,0 0-16,0 0 15,10 10 1,-1-1-16,10 9 15,28 10 1,9 0-16,20-1 16,-11-8-1,-8-1-15,-10 1 16,-9-10-16,-10 0 16,0 0-1,-9 1-15,-10-1 16,1 0-1,-10 0-15,0 10 16,-19 9-16,-9 8 16,-38 29-1,-28 18-15,9-9 16,10 0 0,9-19-16,9-9 15,10-9-15,19-18 16,9-1-1,10-9-15,9-9 16,0 0 0,0 0-16</inkml:trace>
  <inkml:trace contextRef="#ctx0" brushRef="#br0" timeOffset="195689.51">29765 16226 0,'0'0'16,"0"0"-16,0 0 15,-9 9 1,-10 0-16,-9 0 16,-19 10-1,-38-1-15,-19 10 16,-18 0 0,37-1-16,1 1 15,9 0-15,18-10 16,19-9-1,20-9-15,8 0 16,10 0 0</inkml:trace>
  <inkml:trace contextRef="#ctx0" brushRef="#br0" timeOffset="195984.92">30019 16678 0,'0'0'16,"-19"0"-16,-28 9 16,-47 0-1,0 1-15,9-1 16,-9 9-16,0 1 15,0-10 1,28 0-16,10 1 16,9-1-1,19-9-15,18 0 16,10 0 0</inkml:trace>
  <inkml:trace contextRef="#ctx0" brushRef="#br0" timeOffset="196565.24">30772 15949 0,'0'0'16,"0"0"-1,0 0-15,0 0 16,0 0-16,0 0 16,0 0-1,0 0-15,0 0 16,0 18-1,0 19-15,-10 9 16,1 19 0,-1 9-16,1 0 15,-10-10 1,10-18-16,-1-9 16,1-9-16,0 0 15,9-10 1,0-9-16,0-9 15,0 0-15,18-18 16,-18 18 0</inkml:trace>
  <inkml:trace contextRef="#ctx0" brushRef="#br0" timeOffset="196890.33">31176 15866 0,'0'0'0,"0"9"15,0 0 1,0 19-16,0 0 16,0 18-1,0 9-15,0 10 16,0 9 0,0-10-16,-9 1 15,-1-10-15,10-9 16,-9 0-1,0-9-15,9 0 16,0 0 0,0-9-16,0-10 15,0 1-15,0-1 16,0 1 0,0-1-16,0 1 15,0-19 1</inkml:trace>
  <inkml:trace contextRef="#ctx0" brushRef="#br0" timeOffset="197518.45">31797 15958 0,'0'0'0,"0"0"15,0 0-15,0 0 16,0 0-1,0 0-15,0 0 16,0 9-16,9 10 16,1 18-1,9 9-15,-1 0 16,-8-18 0,9-10-16,0 1 15,-1-10 1,11 0-16,8-9 15,1 0-15,9-18 16,9-1 0,10-9-16,9-8 15,10-11 1,0 1-16,-10 0 16,0 0-16,1 9 15,-20 9 1,10 1-16,-10-1 15,-18 9 1,0 10-16,-1-9 16,-9 9-1,-9-1-15,-9 1 16,-1 0-16,-9 0 16,-19-28-1,19 37-15</inkml:trace>
  <inkml:trace contextRef="#ctx0" brushRef="#br0" timeOffset="198501.66">21430 5741 0,'0'0'0,"0"0"15,0 0 1,0 0-16,-9 9 15,-29 10 1,-37 17-16,-48 29 16,-36 27-1,-39 10-15,0-1 16,1 1 0,18-10-16,0 1 15,29-10-15,37-19 16,28-18-1,19-9-15,19-9 16,10-10 0,9-8-16,9-10 15,0 0-15,0-10 16,-9-8 0,28 18-16</inkml:trace>
  <inkml:trace contextRef="#ctx0" brushRef="#br0" timeOffset="199302.03">16830 6101 0,'0'0'16,"0"0"-16,0 0 15,-10 0-15,1 0 16,0 0-1,9 0-15,0 0 16,0 0 0,0 0-16,0 0 15,9 0 1,19 9-16,38 0 16,38 10-16,-1 8 15,-28 1 1,1 9-16,-20-9 15,-18 9 1,-10 0-16,-9-10 16,-19 19-1,0-9-15,-10 9 16,-9 1-16,-9-10 16,0-10-1,0-8-15,9-10 16,0-9-1,0-9-15,1-10 16,8-18-16,1-37 16,18-18-1,19-19-15,1 10 16,8 9 0,10-1-16,-9 19 15,0 10 1,-1 18-16,-9 9 15,-28 37-15</inkml:trace>
  <inkml:trace contextRef="#ctx0" brushRef="#br0" timeOffset="202273.92">25560 17795 0,'0'0'15,"0"0"-15,0 0 16,0 0-16,-9 0 16,-1 0-1,-9-9-15,-9-10 16,0 1 0,0-1-16,-10 1 15,0 8 1,1 1-16,-10 9 15,9 9-15,0 1 16,10 8 0,0 10-16,0 9 15,9 9 1,0 0-16,10-18 16,9-10-1,0 1-15,9-10 16,1-9-16,18 0 15,9-9 1,1-1-16,0 1 16,-1-9-1,1 9-15,-10-1 16,0 1-16,1 0 16,-1 9-1,-9 0-15,-1 9 16,1 10-1,9 17-15,-9 20 16,0-1-16,-9 10 16,-10 9-1,0 9-15,-10-19 16,10-27 0,-9-9-16,9-19 15,0-9-15,0 0 16</inkml:trace>
  <inkml:trace contextRef="#ctx0" brushRef="#br0" timeOffset="203252.76">25757 17610 0,'0'0'0,"0"0"16,0 0-16,0 0 16,0 0-1,0 0-15,0 0 16,-9-9-16,-10-10 16,-9-8-1,-19-19-15,-9-1 16,-1 11-1,10-1-15,-9 18 16,-1 1 0,1 9-16,-1 9 15,1 9-15,-1 9 16,-8 19 0,8 0-16,-9 18 15,0 10 1,10-10-16,9 1 15,19-10-15,-1 0 16,11 0 0,8 0-16,1 1 15,9-1 1,0 0-16,9 0 16,10 0-1,0 0-15,9 0 16,10 10-16,-1-10 15,1-9 1,9 0-16,0 0 16,0 0-1,0-10-15,66 19 16,-57-18-16,-8-9 16,-1-10-1,-10-9-15,10 0 16,0 0-1,-19-9-15,20-10 16,-1 1 0,0-1-16,0-18 15,-10 10-15,-18 8 16,9-9 0,1-8-16,-1-20 15,-9 10 1,-1-9-16,-8 18 15,-1 0-15,1 0 16,-1 0 0,-9 9-16,0 1 15,-9-10 1,-1 9-16,1 0 16,-1-9-1,-8 0-15,-1 1 16,0-11-16,0 10 15,-9 1 1,9 8-16,0 0 16,0 0-1,1 10-15,-1 0 16,-9 8-16,-1 1 16,29 9-1</inkml:trace>
  <inkml:trace contextRef="#ctx0" brushRef="#br0" timeOffset="204218.97">26877 17582 0,'0'0'0,"0"0"16,0 0 0,0 0-16,0 0 15,0 0 1,0 0-16,0 10 16,-9 17-1,-10 20-15,-9 8 16,-10 0-16,0 19 15,1-18 1,-1-1-16,19-18 16,0 0-1,10-10-15,9-8 16,9-1 0,20 10-16,18 0 15,18-1-15,20 1 16,19-9-1,-20-10-15,10-18 16,-18-1 0,-20 1-16,-18-9 15,-38 18-15</inkml:trace>
  <inkml:trace contextRef="#ctx0" brushRef="#br0" timeOffset="204476.28">27009 17906 0,'0'0'0,"0"9"16,-10 0-16,1 9 15,-1 1 1,10 9-16,0 9 16,10 9-1,-1 18-15,10 38 16,9 27-16,1-37 15,-1 28 1,-9-83-16,-10-18 16,-9-19-1,19-28-15,-19 28 16</inkml:trace>
  <inkml:trace contextRef="#ctx0" brushRef="#br0" timeOffset="204988.22">27376 17822 0,'0'0'0,"0"0"15,0 0-15,0 0 16,0 0 0,0 0-16,0 0 15,0 0 1,0 10-16,-10 8 15,1 19-15,-1 0 16,10 9 0,0-9-16,0-9 15,10-1 1,-1-17-16,10-1 16,9 0-16,10-9 15,-10 0 1,0-18-16,10-1 15,0-8 1,-1-20-16,-9 1 16,1-9-1,-11 18-15,-8 0 16,-1 9 0,-9 10-16,0-1 15,-9 1-15,-1 9 16,-8-1-1,-11 1-15,-8 0 16,-1 9 0,0 9-16,1 0 15,-1 10-15,19-1 16,19-18 0</inkml:trace>
  <inkml:trace contextRef="#ctx0" brushRef="#br0" timeOffset="205518.2">28109 17518 0,'0'0'0,"0"0"16,0 0-16,0 0 16,0 0-1,10 9-15,18 0 16,19 10-1,19-1-15,0 1 16,0-10-16,-19 0 16,-10 0-1,-9 1-15,1-1 16,-11 0 0,1 0-16,-9-9 15,-10 10 1,0-1-16,-10 18 15,-18 20-15,-28 17 16,-10 1 0,0-1-16,9-8 15,10-19 1,10-10-16,9 1 16,9-9-1,0-10-15,19-9 16</inkml:trace>
  <inkml:trace contextRef="#ctx0" brushRef="#br0" timeOffset="205825.1">28862 18118 0,'0'0'16,"0"0"-16,0 0 15,-19 9-15,0 0 16,-18 10 0,-10-1-16,-10 10 15,-27 0 1,-1-1-16,19-8 15,0 8-15,10 1 16,27-19 0,29-9-16</inkml:trace>
  <inkml:trace contextRef="#ctx0" brushRef="#br0" timeOffset="206346.24">29295 17407 0,'0'0'0,"0"0"15,0 0-15,0 0 16,0 0 0,0 9-16,0 10 15,-10 18 1,1 18-16,-1 19 16,10 18-16,0 1 15,0-10 1,0-19-16,0-18 15,0-27 1,0-19-16,0 0 16,19-37-1,9-37-15,-28 74 16</inkml:trace>
  <inkml:trace contextRef="#ctx0" brushRef="#br0" timeOffset="206551.78">29615 17527 0,'0'0'0,"0"9"16,9 19-1,0 9-15,1 9 16,-1 19 0,1 9-16,-1 36 15,0-36-15,-9-28 16,10-18-1,-10-28-15</inkml:trace>
  <inkml:trace contextRef="#ctx0" brushRef="#br0" timeOffset="207439.92">30348 17195 0,'0'0'0,"0"0"15,0 0-15,10 9 16,-1 0 0,1 1-16,-1 8 15,10 0 1,0 10-16,9 18 15,0-9-15,0-9 16,0 0 0,-9-10-16,9-9 15,1 0 1,18-9-16,19-18 16,-1-10-1,11-9-15,18-9 16,19-9-16,-19 0 15,28-1 1,0 1-16,1 9 16,-1 9-1,-28 18-15,0 10 16,-19 0 0,-9 0-16,-19 9 15,-9 0-15,-10 0 16,0 0-1,-9 0-15,0 0 16,-10 0 0,1 0-16,-10 0 15,0 0-15,0 0 16,0 0 0,0 0-16,0 0 15,0 0 1,0 0-16,0 0 15,-19-10 1,-19-17-16,38 27 16</inkml:trace>
  <inkml:trace contextRef="#ctx0" brushRef="#br0" timeOffset="208468.89">17686 6055 0,'-28'18'0,"-95"74"16,-84 84-1,10-1-15,37-9 16,19 0-16,37-36 16,39-29-1,65-101-15</inkml:trace>
  <inkml:trace contextRef="#ctx0" brushRef="#br0" timeOffset="209368.95">12681 6470 0,'0'0'0,"0"0"15,0 0-15,0 0 16,10 0-1,8 9-15,20 0 16,18 10 0,10 18-16,10 0 15,-1 18 1,-28-9-16,0 0 16,-19 1-16,-9-11 15,0 11 1,-10-10-16,-9 9 15,0 0 1,-9-18-16,-1-1 16,-8-8-1,-1-1-15,0-9 16,0-9-16,0-9 16,0-19-1,1-18-15,8-18 16,20-47-1,18 9-15,10 1 16,-1 18-16,1 0 16,-1 18-1,10 1-15,-9 17 16,-38 47 0</inkml:trace>
  <inkml:trace contextRef="#ctx0" brushRef="#br0" timeOffset="213324.91">18391 18201 0,'0'0'0,"0"0"15,0 0-15,0 0 16,0 0-16,0 0 16,0 0-1,0 0-15,0 9 16,0 19 0,0 9-16,0 18 15,10 0 1,9 10-16,18 55 15,-18-74-15,0-18 16,-19-28 0,0 0-16</inkml:trace>
  <inkml:trace contextRef="#ctx0" brushRef="#br0" timeOffset="213734.8">18702 18192 0,'0'0'0,"0"0"16,0 0-16,0 0 16,0 9-1,0 0-15,0 19 16,0-1-16,0 10 16,9 19-1,1-10-15,-1 0 16,19 19-1,-9-47-15,0 1 16,0-19 0,9-10-16,-9-8 15,9-1-15,-9-8 16,-10 8 0,1 1-16,-10 9 15,0-1 1,0 1-16,-10-9 15,-9-1-15,1 1 16,-20-10 0,10 10-16,-10-1 15,10 10 1,28 9-16</inkml:trace>
  <inkml:trace contextRef="#ctx0" brushRef="#br0" timeOffset="214551.84">18965 18099 0,'0'0'16,"0"0"-1,10 0-15,-1 0 16,-9 0-16,0 0 16,0 0-1,0 0-15,0 0 16,0-9-1,-19-19-15,-18-18 16,-10 0 0,0 9-16,0 10 15,-10 8-15,10 10 16,0 9 0,0 0-16,0 0 15,0 9 1,9 10-16,-9 8 15,10 10-15,-1 9 16,0 19 0,10 9-16,0 0 15,9-1 1,10 10-16,9-9 16,0 56-1,0-29-15,9-46 16,19 19-16,1-28 15,8 10 1,1-19-16,28 0 16,9-10-1,-19-8-15,-56-19 16,132 0-16,-75 0 16,8 0-1,1-19-15,-9-8 16,-1-10-1,-9 0-15,-9 0 16,9-37 0,-19 28-16,-9-9 15,-10-1-15,1 1 16,-1-1 0,-9-8-16,-9-1 15,9 37 1,0-8-16,-10-1 15,1 0-15,-1 0 16,1 9 0,-10 0-16,0 1 15,1 8 1,-11 1-16,1-1 16,0 10-16,-10 0 15,10 9 1,0 0-16,9 9 15,19-9 1</inkml:trace>
  <inkml:trace contextRef="#ctx0" brushRef="#br0" timeOffset="-213962.96">19831 18016 0,'0'0'16,"0"0"-1,0 0-15,0 0 16,0 0-1,0 0-15,9-9 16,19 0-16,10-10 16,0 1-1,-1-1-15,1 1 16,-10 9 0,0 9-16,-9 0 15,-9 0-15,-1 0 16,-9 9-1,9 19-15,-9 18 16,-9 9 0,0 10-16,-1-10 15,1-18 1,-1-9-16,10-10 16,0-9-1,10 1-15,-1-1 16,19 0-16,10 0 15,0 1 1,18-1-16,-9 0 16,-9 0-1,-10 1-15,-9-1 16,0 9-16,-1 1 16,-8 8-1,-1 1-15,-9 27 16,-19-8-1,1-10-15,-29 9 16,9-9-16,0-19 16,1 1-1,9-10-15,9 0 16,9-9 0,10 0-16,0 0 15,0 0-15,0 0 16,0 0-1</inkml:trace>
  <inkml:trace contextRef="#ctx0" brushRef="#br0" timeOffset="-212870.56">20913 17684 0,'0'0'0,"0"0"16,0 0-1,0 0-15,0 0 16,0 0 0,0 0-16,0 0 15,0 0 1,0 0-16,0 0 16,0 0-1,0 0-15,0 0 16,0 0-16,0 0 15,0 0 1,0 0-16,0 9 16,0-9-1,0 0-15,0 9 16,0-9 0,0 0-16,0 0 15,9 10-15,0-1 16,1 0-1,9 0-15,9 1 16,10 8 0,18 1-16,0-10 15,1 0-15,-1 0 16,10 0 0,-9-9-16,-10 0 15,0 0 1,-10 10-16,-18-10 15,0 0 1,-10 0-16,-9 0 16,0 0-16,0 9 15,-9 9 1,-10 19-16,-18 19 16,-11 18-1,-17 18-15,8-18 16,10-10-16,10-8 15,8-10 1,10-19-16,10-8 16,0-10-1,9-9-15,0 0 16,0 0-16,9-18 16,-9 18-1</inkml:trace>
  <inkml:trace contextRef="#ctx0" brushRef="#br0" timeOffset="-212311.5">22361 17592 0,'0'0'0,"0"0"16,0 0 0,0 0-16,0 0 15,0 0 1,0 0-16,0 0 16,-9 9-16,-19 19 15,-29 27 1,-9 10-16,-9-1 15,9 1 1,19-1-16,19-17 16,19-20-1,-1-8-15,10-19 16,10 0-16,27-9 16,-37 9-1,442-148-15,-423 139 16,19-1-1,28-8-15,0 9 16,-29 9 0,-9 9-16,-9 0 15,-9 0-15,-1 19 16,-18 9 0,-10 18-16,-28 10 15,-28 9 1,-10 0-16,-28 27 15,28-18 1,-75 65-16</inkml:trace>
  <inkml:trace contextRef="#ctx0" brushRef="#br0" timeOffset="-212061.49">23076 17324 0,'0'0'15,"0"9"-15,10 10 16,-1 8-16,-9 38 16,0 46-1,-19 46-15,1 83 16,27 27-1,-9-101-15,0 65 16</inkml:trace>
  <inkml:trace contextRef="#ctx0" brushRef="#br0" timeOffset="-211711.58">23763 17195 0,'0'0'0,"0"0"15,0 0 1,0 9-16,0 0 15,0 19 1,-9 9-16,-29 37 16,-18 46-1,-29 27-15,0 10 16,1-9-16,18-56 16,9-18-1,20-37-15,8-28 16,29-9-1</inkml:trace>
  <inkml:trace contextRef="#ctx0" brushRef="#br0" timeOffset="-211512.09">22916 17167 0,'0'0'0,"0"9"16,10 1-1,9 17-15,28 10 16,56 37 0,85 46-16,48 46 15,74 93 1,-150-121-16</inkml:trace>
  <inkml:trace contextRef="#ctx0" brushRef="#br0" timeOffset="-207326.54">6707 15367 0,'0'0'0,"-18"0"0,-29-18 16,0-1-16,0-8 15,-10-10 1,-9-19 0,0-17-16,1-20 15,8-8-15,10-10 16,0-9 0,9 9-16,10 1 15,9 8-15,1-9 16,8 10-1,10-10-15,10 0 16,18-9 0,19 9-16,19-8 15,28-11-15,9 10 16,10 10 0,28-1-16,-9 9 15,9 19 1,19-9-16,0 18 15,0 19 1,9-1-16,-9 10 16,0 9-16,9 0 15,-18 0 1,18 0-16,-9 10 16,-28 8-1,18 10-15,1 9 16,-38 0-16,18 9 15,1 10 1,-10 8-16,1 1 16,-10 0-1,9 9-15,-9 0 16,-19 0 0,0 18-16,-9 10 15,-10 8-15,-9-8 16,-10 9-1,-9 9-15,0 0 16,-9 0 0,0-9-16,-10-9 15,0 8 1,-9 1-16,0-9 16,-10 9-16,-9-1 15,0 1 1,-9 0-16,-1 0 15,-9 9 1,-9-18-16,-9 9 16,-11 9-16,1-10 15,-9 1 1,-10 9-16,0-9 16,-9 0-1,0-9-15,-10-1 16,-9 1-1,0-10-15,0 1 16,0-1-16,-28 0 16,18-9-1,-9 1-15,0-1 16,-9 0 0,9-9-16,0-9 15,-9 8-15,9-8 16,0-9-1,10-1-15,-1-9 16,-9 1 0,19-1-16,10-9 15,-1-9 1,0-1-16,-9 1 16,9 0-16,10 0 15,9-1 1,0-8-16,-9-1 15,0 1 1,0 0-16,9-1 16,9 1-1,-8-10-15,8 9 16,-9-8-16,10-1 16,-1 0-1,1 1-15,9-1 16,-10-18-1,57 46-15</inkml:trace>
  <inkml:trace contextRef="#ctx0" brushRef="#br0" timeOffset="-202877.76">11882 11795 0,'0'0'0,"0"0"0,0 0 15,-10 10-15,-27 36 16,-29 55 0,-28 56-16,-19 37 15,0-9-15,0 36 16,0-27-1,28-28-15,20-18 16,17-37 0,11-19-16,9-37 15,9-18 1,9-18-16,10-19 16</inkml:trace>
  <inkml:trace contextRef="#ctx0" brushRef="#br0" timeOffset="-202411.7">10358 12155 0,'0'0'16,"0"0"-16,9 0 15,19 10-15,29 27 16,46 9-1,38 28-15,0 9 16,0-10 0,29 11-16,-1-1 15,10 9-15,0-9 16,-10 0 0,10-9-16,-1 0 15,-55-19 1,18 10-16,-28-10 15,-19 0 1,9 10-16,1 18 16,-104-83-16</inkml:trace>
  <inkml:trace contextRef="#ctx0" brushRef="#br0" timeOffset="-190294.97">14723 9710 0,'0'0'0,"0"0"0,0 0 15,0 0 1,9-10-16,19-17 15,38-38 1,38-27-16,27-47 16,1 10-16,-19 0 15,-28 18 1,-29 19-16,-9 9 16,-19 18-1,-9 19-15,-10 9 16,-9 9-1,0 10-15,-9 9 16,0 9-16,-20 9 16,1 9-1,-9 19-15,18 0 16,9 9 0,20 10-16,18-1 15,19 10-15,9-1 16,10 10-1,10 0-15,-20 0 16,-18-10 0,-10 1-16,-9 0 15,-19-1 1,-10 1-16,-9-10 16,1-9-16,-1-18 15,0-19 1,10-9-16,-1 0 15,1-18 1,9-19-16,9-28 16,19-18-16,19 0 15,0 9 1,-9 28-16,-10 19 16,1 8-1,-1 10-15,-9 9 16,9 18-1,0 19-15,0 9 16,0 1-16,-9-11 16,0 1-1,0-9-15,0-9 16,0-10 0,-1-9-16,1-9 15,9-10-15,1-18 16,8-18-1,1-1-15,-10 1 16,0 9 0,-9 18-16,9 10 15,-9 9-15,0-1 16,19 10 0,9 19-16,-10-1 15,10 19 1,0 0-16,-9-9 15,-10-10 1,-9-9-16,0 1 16,-10-10-16,1 0 15,-1-10 1,0-8-16,1-10 16,9-18-1,0 0-15,-10 0 16,0-10-1,1 10-15,9 9 16,-1-9-16,-18 46 16</inkml:trace>
  <inkml:trace contextRef="#ctx0" brushRef="#br0" timeOffset="-189529.18">17874 8787 0,'0'0'16,"0"0"-16,0 0 15,-9 0-15,-10 0 16,-9 0 0,-19 9-16,-19 9 15,-10 10 1,1 9-16,0 0 15,9 0 1,19 9-16,9-9 16,10-9-16,19-1 15,9-8 1,0-10-16,9 0 16,19-9-1,19-9-15,29-10 16,-10 1-1,-19 0-15,-10-1 16,-9 1-16,-9 8 16,0 10-1,0 0-15,-10 10 16,10 8 0,0 1-16,0 17 15,9 11-15,0-10 16,0-10-1,1-8-15,8-19 16,10-19 0,10-18-16,9-18 15,-19-19 1,0 0-16,0 0 16,-10 1-16,-18 26 15,0 10 1,-10 10-16,1 8 15,-1 10 1,-9 9-16,0 0 16,10 19-16,-1 27 15,-9 28 1,9 36-16,1 1 16,-10 0-1,9 0-15,-9-19 16,0-28-1,10-8-15,-10-10 16,0-18-16,0-10 16,0-18-1,0 0-15</inkml:trace>
  <inkml:trace contextRef="#ctx0" brushRef="#br0" timeOffset="-189243.5">18062 8833 0,'0'0'0,"10"-9"15,8-10-15,29-9 16,19-9 0,28 1-16,10-1 15,-1 9 1,-9 9-16,-28 10 15,-19 9 1,-18 9-16,-11 10 16,-18 18-1,-28 37-15,-57 27 16,-9 1-16,-18-10 16,112-92-1</inkml:trace>
  <inkml:trace contextRef="#ctx0" brushRef="#br0" timeOffset="-188692.81">19596 8242 0,'0'0'16,"-19"28"-16,-19 46 16,-18 27-1,-20 28-15,1 19 16,19 18 0,9-18-16,19-19 15,18-9-15,29-28 16,28-9-1,19-18-15,-66-65 16</inkml:trace>
  <inkml:trace contextRef="#ctx0" brushRef="#br0" timeOffset="-188160.82">20254 8713 0,'0'-9'15,"0"-1"1,0-17-16,-9 8 16,-1-9-1,-8 1-15,-11 8 16,-8 10-16,-20 9 15,-9 9 1,-9 19-16,19 9 16,-1 0-1,20 9-15,8-9 16,20 0-16,9-9 16,9-10-1,20 0-15,18-8 16,9-10-1,10-19-15,-10 1 16,-18-1 0,0 10-16,-20 0 15,1 0-15,-9 9 16,-1 0 0,0 9-16,10 9 15,0 10 1,19 9-16,-1 0 15,10 0-15,10-10 16,18-17 0,-9-20-16,-66 10 15</inkml:trace>
  <inkml:trace contextRef="#ctx0" brushRef="#br0" timeOffset="-187794.77">20913 8353 0,'0'-9'0,"0"-10"15,0-9 1,0 1-16,0 8 16,0 1-1,-10 9-15,1-1 16,-1 1-16,-8 9 16,-1 0-1,-9 9-15,-10 10 16,10-1-1,0 10-15,9 0 16,0 9-16,0 9 16,19 9-1,0 1-15,9-1 16,1 9 0,9 10-16,0 0 15,9 0 1,0-9-16,10-10 15,9 0-15,0-18 16,28-9 0,-75-28-16</inkml:trace>
  <inkml:trace contextRef="#ctx0" brushRef="#br0" timeOffset="-187322.5">21430 8851 0,'0'0'0,"0"0"16,0 0-16,0 0 16,0 0-1,0 0-15,19-18 16,9-19-1,10-28-15,-10-18 16,0-9 0,-18 9-16,-1 9 15,-9 9-15,0 19 16,0 0 0,-9 18-16,-1 10 15,1 9 1,-1-1-16,1 10 15,-10 10-15,0 17 16,-9 20 0,0 26-16,18 1 15,1 0 1,18 9-16,10-18 16,10-1-1,8 1-15,10-19 16,0-18-16,10-10 15,-57-18 1</inkml:trace>
  <inkml:trace contextRef="#ctx0" brushRef="#br0" timeOffset="-186895.01">21806 7984 0,'0'0'0,"0"0"16,0 0-16,0 0 16,10-10-1,9 1-15,18-9 16,29-1 0,0 1-16,-19 9 15,-19 9 1,0 0-16,-18 0 15,-1 9 1,1 9-16,-10 28 16,-10 19-16,1 18 15,-1 19 1,1-1-16,9 10 16,0-19-1,9 10-15,-9-10 16,0 0-16,-9-27 15,-10 0 1,0-10-16,1-18 16,-1-9-1,9-19-15,10-9 16</inkml:trace>
  <inkml:trace contextRef="#ctx0" brushRef="#br0" timeOffset="-186677.97">22775 8648 0,'0'0'0,"-9"19"16,-10 27 0,-19 28-16,-18 27 15,0 19 1,9-9-16,9-28 15,19-28-15,10-18 16,9-37 0</inkml:trace>
  <inkml:trace contextRef="#ctx0" brushRef="#br0" timeOffset="-185922.54">23368 8187 0,'0'0'0,"0"0"16,9-10-1,1 1-15,-10 0 16,9 0-16,-9 0 16,0-1-1,0 10-15,0 0 16,0 0 0,0 0-16,0 0 15,0 0-15,0 0 16,0-9-1,0 9-15,0 0 16,0 0 0,0 0-16,0 0 15,0 0 1,0 0-16,-19 0 16,-18 0-16,-20 9 15,-9 10 1,1 8-16,8 10 15,1 0 1,9 9-16,9 1 16,10-1-1,18-9-15,10 0 16,19-19-16,28-18 16,19-28-1,19-27-15,-19-10 16,-10 10-1,-9-19-15,-9 19 16,-10 9 0,-9 18-16,-10 9 15,1 10-15,-10 9 16,0 0 0,9 19-16,10 27 15,9 28-15,0 9 16,1-9-1,18-10-15,18-8 16,11-38 0,-76-18-16</inkml:trace>
  <inkml:trace contextRef="#ctx0" brushRef="#br0" timeOffset="-185526.72">24233 7559 0,'0'0'0,"0"0"16,0 0-16,0 0 16,0 0-1,0 0-15,0 0 16,-9-9-16,-10 0 16,-9-1-1,-10 10-15,1 0 16,-10 0-1,9 10-15,-9 8 16,9 10-16,10 9 16,0 9-1,9 18-15,10 29 16,28 18 0,9-10-16,19 10 15,0-10 1,-9-18-16,-1-27 15,-9-10-15,1-18 16,-1-10 0,19-18-16,-47 0 15</inkml:trace>
  <inkml:trace contextRef="#ctx0" brushRef="#br0" timeOffset="-185294.7">24582 7651 0,'0'0'0,"0"0"16,0 10-16,0 17 15,0 29 1,0 36-16,0 19 16,0 18-1,0 9-15,0-8 16,9-20-1,0-27-15,1-27 16,-1-38-16,-9-18 16</inkml:trace>
  <inkml:trace contextRef="#ctx0" brushRef="#br0" timeOffset="-185023.02">24337 8085 0,'0'0'0,"-9"-9"16,9 0-1,0-10-15,0 1 16,9-1 0,10 1-16,28-1 15,28 1-15,29 9 16,-10 9 0,-29 9-16,-27 0 15,-10 0 1,-18 1-16,-1 8 15,-18 10 1,-10-1-16,-9 1 16,-1-9-16,1-19 15,28 0 1</inkml:trace>
  <inkml:trace contextRef="#ctx0" brushRef="#br0" timeOffset="-184611.05">24948 7485 0,'0'0'0,"0"0"15,0 0-15,10 0 16,9 0 0,9 0-16,10 0 15,9 9 1,-10 1-16,1-1 15,-10 9-15,-9 1 16,0 9 0,-10 8-16,-9 11 15,-9 17 1,-1 10-16,1 9 16,-1 0-1,10 9-15,0-8 16,0-1-16,0 9 15,0-18 1,-9 0-16,-10-10 16,0-8-1,-9-1-15,0-9 16,-10-18-16,1-19 16,37-9-1</inkml:trace>
  <inkml:trace contextRef="#ctx0" brushRef="#br0" timeOffset="-183311.44">25137 6895 0,'0'0'0,"9"0"16,19 9 0,10 9-16,18 10 15,1 18 1,9 9-16,-1 29 16,1 8-16,0 28 15,-9 9 1,-20 9-16,-18 1 15,-19-1 1,-38 10-16,-27 9 16,-11-9-16,-27 9 15,-57 27 1,9-36-16,-56 9 16,-9-10-1,-47 10-15,-29-28 16,-9-9-1,-57 19-15,29-28 16,-19-10-16,-28-9 16,-19 1-1,-19-10-15,-28 0 16,9-9 0,-9 0-16,0-1 15,9-8-15,10 0 16,27-19-1,11-9-15,8-10 16,48-8 0,-19-10-16,56 0 15,1-18 1,18-9-16,38-19 16,0-19-16,37 1 15,10-19 1,37-9-16,20 0 15,-1-19 1,29 1-16,8-1 16,30 1-1,-1-28-15,19-1 16,19-8-16,18-28 16,10 9-1,19 9-15,19 1 16,9 17-1,28-17-15,28-1 16,10 10 0,38-10-16,27 0 15,20 19-15,37 9 16,-18 9 0,18 1-16,38-1 15,-48 28 1,39 9-16,-10 9 15,19 10-15,-19 9 16,18 0 0,20 9-16,-19 9 15,47 0 1,-19 1-16,19 8 16,-1 1-16,1-1 15,0 1 1,-19-1-16,19 1 15,9 9 1,-9-10-16,0 10 16,19 9-1,-19-9-15,18 18 16,-9 0-16,-46 0 16,-20 10-1,10-1-15,-47 10 16,-19 9-1,-47 0-15,-29 9 16,-18 0 0,-19 10-16,-28-1 15,-19 0-15,-9 1 16,-10 8 0,-9 1-16,-10 9 15,-9 9 1,-19 0-16,-28 18 15,-19 1-15,66-102 16</inkml:trace>
  <inkml:trace contextRef="#ctx0" brushRef="#br1" timeOffset="-179775.07">15024 4569 0,'0'0'0,"9"0"16,10 9-1,18 9-15,29 10 16,47 18-1,10-9-15,36 9 16,39 10 0,-19-10-16,47 0 15,-20 0 1,1-9-16,-18-9 16,-1-1-16,-19-8 15,-37-1 1,9 1-16,-28-10 15,-10 0 1,-27 0-16,-1 10 16,0-10-16,-19-9 15,-56 0 1</inkml:trace>
  <inkml:trace contextRef="#ctx0" brushRef="#br1" timeOffset="-179110.77">27470 4015 0,'0'0'0,"0"0"16,0 0-16,9 9 16,19 10-1,38 8-15,66 29 16,65-1-1,39-9-15,8 0 16,-9-9 0,-28 0-16,0-9 15,-28-10-15,-28-8 16,-29-20 0,-9 1-16,-113 9 15</inkml:trace>
  <inkml:trace contextRef="#ctx0" brushRef="#br1" timeOffset="-178677.09">30640 3452 0,'0'0'0,"0"0"16,-9 18-16,-10 19 16,-10 37-1,-8 18-15,-1 19 16,1 0-1,-1-10-15,19-17 16,0-11-16,10-8 16,9-10-1,9-9-15,10 1 16,28 8 0,28-9-16,20-9 15,17-9 1,11-19-16,-10-9 15,-29-18-15,-8-19 16,-76 37 0</inkml:trace>
  <inkml:trace contextRef="#ctx0" brushRef="#br1" timeOffset="-178455.22">31016 4024 0,'0'0'0,"-9"0"16,-19 0-16,9 0 15,0 9 1,-9 10-16,0 18 16,-1 27-1,1 47-15,0 18 16,0 19 0,9 0-16,0-1 15,10-36-15,-1-19 16,10-36-1,0-56-15</inkml:trace>
  <inkml:trace contextRef="#ctx0" brushRef="#br1" timeOffset="-177910.88">31694 4080 0,'0'0'0,"0"0"16,0 9 0,0 0-16,0 19 15,-10-1 1,1 10-16,-1 9 15,1 28 1,0 19-16,9-10 16,9-10-1,0-8-15,10 9 16,9-19-16,10-9 16,9-9-1,28-9-15,1-10 16,18-18-1,-29-9-15,1-18 16,-9-1-16,-10-9 16,-10 0-1,-8 0-15,-11 0 16,-8-9 0,-20-9-16,-8-10 15,-29 10 1,-10-1-16,-18 10 15,-19 0-15,0 9 16,0 0 0,9 9-16,85 28 15</inkml:trace>
  <inkml:trace contextRef="#ctx0" brushRef="#br1" timeOffset="-177025.01">14647 2815 0,'0'0'0,"0"0"16,0 0-16,0 0 16,0 0-1,0 28-15,0 18 16,0 37 0,10 28-16,-1 18 15,10 0 1,-10 0-16,10 1 15,-9-20-15,-1-27 16,10-18 0,0-19-16,-10-27 15,-9-19 1</inkml:trace>
  <inkml:trace contextRef="#ctx0" brushRef="#br1" timeOffset="-176688.01">15287 2861 0,'0'0'0,"0"0"16,0 0-16,0 0 16,0 0-1,0 9-15,9 19 16,10 27 0,0 38-16,9 36 15,1 37 1,-1 19-16,0 27 15,10-9-15,-1 28 16</inkml:trace>
  <inkml:trace contextRef="#ctx0" brushRef="#br1" timeOffset="-175210.57">13697 2427 0,'0'0'0,"-9"-9"16,9 9-1,0 0-15,0 0 16,0 0 0,9 9-16,10 10 15,28 27-15,19 28 16,9 37 0,-18 9-16,-10 27 15,-29 10 1,-8 9-16,-10 28 15,-10 0 1,1 0-16,0-19 16,-1 0-16,10-8 15,10-20 1,-1-17-16,0-20 16,1-36-1,-10-28-15,0-27 16,0-19-1</inkml:trace>
  <inkml:trace contextRef="#ctx0" brushRef="#br1" timeOffset="-174260.72">13443 2335 0,'0'0'16,"0"0"-16,0 0 15,0 0 1,0 0-16,0 0 15,10 0-15,37 9 16,56-9 0,66 0-1,29-18-15,9-10 16,0 0-16,-19-8 16,-19 8-1,-18 9-15,-29 10 16,-9 18-16,-19 10 15,-9-1 1,-19 10-16,-10 9 16,10 0-1,-10 9-15,10 9 16,-9 10 0,-1 18-16,-9-9 15,0 18-15,-9 10 16,-19 8-1,-10 1-15,1 9 16,-1 9 0,0 1-16,-9-20 15,10 1-15,-1 0 16,1 0 0,-1-19-16,0 0 15,1-18 1,-1-9-16,-9-1 15,0 1 1,0-19-16,0-9 16,0 0-16,0-9 15,0-1 1,-9-8-16,-1-1 16,1 1-1,-10-1-15,-18 10 16,-20 0-16,-9-10 15,-9 0 1,-19 1-16,-28-10 16,-10 10-1,0-10-15,0 0 16,-9-9 0,19 9-16,-10 0 15,10-9 1,19 0-16,9 0 15,18 0-15,1 0 16,9 10 0,10-10-16,-1 9 15,-18 19 1,75-28-16</inkml:trace>
  <inkml:trace contextRef="#ctx0" brushRef="#br1" timeOffset="-171090.59">4252 4227 0,'0'0'0,"-9"-9"16,-10 0-16,-19-1 15,-9 1 1,-28 0-16,-10 18 16,-28 0-1,-9 19-15,0 9 16,0 18-16,-10 19 15,0 9 1,10 19-16,18 9 16,29-1-16,9 1 15,19-9 1,28-10-16,10 0 16,18 1-1,20-20-15,8-8 16,29 0-1,19-10-15,18 0 16,20 1-16,-1-29 16,19-8-1,-9-10-15,-1-9 16,1-18 0,-19-1-16,9-18 15,-18-9-15,9-9 16,-10-19-1,-9-9-15,0-19 16,-28 10 0,9-28-16,-18 19 15,-20 8 1,-8-8-16,-20-10 16,-9 0-16,-9 19 15,-10 18 1,-9 9-16,-10 10 15,-9 9 1,-9 18-16,-29 10 16,-19 18-1,-9 18-15,-18 28 16,-10 10-16,18 8 16,29 10-1,10 19-15,27-20 16,57-73-1</inkml:trace>
  <inkml:trace contextRef="#ctx0" brushRef="#br1" timeOffset="-170177.9">8495 4513 0,'0'0'0,"0"-9"16,-10-9-16,1-10 15,0 0 1,-1-9-16,-9 0 16,1 0-1,-11 10-15,1-1 16,-19 0-1,-28 1-15,-19 17 16,-19 10-16,-28 19 16,-29 9-1,39 9-15,-1-1 16,10 20 0,9 18-16,19 0 15,19 9 1,-1 9-16,10 37 15,19-9-15,19 9 16,28 10 0,10-19-16,18-10 15,19-26-15,19-1 16,18-10 0,10-17-16,10-10 15,-1-18 1,29-19-16,0-18 15,-10-19 1,19-18-16,10-28 16,-38-9-16,9-19 15,-19-18 1,-9 10-16,-18-10 16,-20 0-1,-28 18-15,-9-9 16,-9 1-1,-20-10-15,-9 18 16,-9 19-16,-19 0 16,-9 0-1,-1 18-15,-9 1 16,-9 18 0,-19 9-16,0 18 15,-9 28-15,-1 10 16,1 18-1,37 0-15,19 9 16,47-46 0</inkml:trace>
  <inkml:trace contextRef="#ctx0" brushRef="#br1" timeOffset="-169227.27">13180 4523 0,'0'0'0,"0"0"16,0 0 0,0 0-16,0 0 15,0 0-15,-19 0 16,-9 0 0,-10 0-16,-18-10 15,-20 10 1,-8 0-16,-20 10 15,1-1 1,-1 18-16,20 1 16,-20 18-16,19 0 15,10 19 1,9 18-16,10 0 16,9 19-1,9 8-15,10 20 16,19-20-16,9 1 15,9 0 1,0 0-16,20-19 16,-1-9-1,10-9-15,-1-9 16,20-10-16,-1-18 16,0-10-1,20 1-15,8-19 16,-8-18-1,8-9-15,1-10 16,9-18 0,0-19-16,0-27 15,0-10-15,-18 1 16,-11-1 0,-8-18-16,-10 10 15,-19 8 1,-9 10-16,-10 0 15,-18-1-15,-10 19 16,-9-9 0,-10 9-16,-18 1 15,-38-10 1,-10 18-16,-37 19 16,-85 37-1,-9-10-15</inkml:trace>
  <inkml:trace contextRef="#ctx0" brushRef="#br1" timeOffset="-167238.99">21684 4006 0,'0'0'0,"-9"0"15,-20-10-15,-27 1 16,0 0 0,-20 9-16,-27 9 15,9 10-15,-19 18 16,0 9-1,-19 9-15,10 10 16,9 9 0,10 9-16,9 18 15,9 1 1,19-1-16,19 1 16,19-1-16,9 1 15,19-1 1,9-8-16,10-10 15,19 0 1,9-9-16,9-19 16,10 10-1,19-19-15,18-9 16,10-19-16,0-18 16,19-18-1,-19-19-15,9-19 16,0-18-1,1-18-15,-11 0 16,1-10-16,-9-18 16,-20 10-1,-18 8-15,-19 1 16,-18 18 0,-11-10-16,-18 19 15,-9 1 1,-19-1-16,-19 9 15,-19 0-15,-19 1 16,-28 9 0,0 8-16,10 20 15,18 8 1,19 19-16,19 0 16,19 0-16,28 0 15</inkml:trace>
  <inkml:trace contextRef="#ctx0" brushRef="#br1" timeOffset="-166344.02">24582 3553 0,'0'0'16,"18"-18"0,-8-10-16,-1 1 15,1-10-15,-10 0 16,-10-9-1,-9-1-15,-9 1 16,-28-9 0,-29 18-16,-28 9 15,-19 19 1,-37 18-16,9 19 16,0 18-16,-9 19 15,18 9 1,20 18-16,-1 19 15,19-1 1,19 20-16,9-1 16,20 0-16,17 9 15,11 1 1,18-10-16,19-18 16,19 9-1,18-9-15,11-10 16,8-9-1,38 10-15,0-19 16,19-9-16,38 0 16,18-19-1,0-27-15,19-10 16,-28-18 0,-19-18-16,0-19 15,-18-18 1,-1-10-16,-9-9 15,-10-18-15,-18-1 16,-19 1 0,-10-9-16,-18-19 15,0-28 1,-20 19-16,1-19 16,-19-9-16,0 19 15,-19 9 1,-9-10-16,-9 28 15,-20 1 1,-9 27-16,0 9 16,-9 9-1,-19 0-15,9 29 16,10 8-16,19 9 16,18 10-1,19 0-15,19 9 16</inkml:trace>
  <inkml:trace contextRef="#ctx0" brushRef="#br1" timeOffset="-165184.98">31242 3037 0,'0'0'0,"0"0"0,-9-10 16,-10 1-1,-9 0-15,-10 0 16,-28-1-1,-9 10-15,-10 10 16,-18 8 0,-20 19-16,20 0 15,-1 9-15,10 19 16,10-1 0,8 19-16,1 10 15,19 17 1,-1-8-16,10 18 15,10 28 1,8-19-16,20 9 16,9 19-16,19-9 15,9-19 1,10 19-16,9-19 16,19-9-1,18 9-15,10-9 16,10-18-16,18-1 15,10-9 1,-1-8-16,39-11 16,-20-8-1,20 0-15,27-10 16,-37-27 0,0-10-16,-9-9 15,-20-9-15,1-18 16,-10-19-1,1-18-15,-11-19 16,1-19 0,0-17-16,-9-20 15,-29 1-15,0-18 16,-18-1 0,-10 19-16,-10-10 15,-18 1 1,-19-1-16,-9 10 15,-19 0 1,-20 0-16,-27-10 16,-28 10-16,-29 0 15,-56-10 1,-19 29-16,-66-1 16,-47 9-1,-56 10-15,-85 37 16,-94 27-1,-141 65-15,-113 55 16,743-83-16</inkml:trace>
  <inkml:trace contextRef="#ctx0" brushRef="#br1" timeOffset="-146177.29">10132 905 0,'0'0'0,"0"0"0,0 0 15,0 0 1,0 0-16,19-10 16,37-8-1,19-10-15,1 0 16,-1 1 0,-9-10-16,-19 28 15,-10-19-15,-8 28 16,-11 0-1,1 0-15,-9 0 16,-1 0-16,10 28 16,0 18-1,-10 28-15,0 9 16,1 0 0,-10 18-16,0 1 15,0-10 1,0-18-16,0-9 15,0-29-15,9-8 16,-9-28 0</inkml:trace>
  <inkml:trace contextRef="#ctx0" brushRef="#br1" timeOffset="-145377.5">11308 655 0,'0'0'16,"0"0"-16,0 0 16,-10-9-1,-9-9-15,1-10 16,-20 0-1,-65-36-15,27 36 16,-8-18-16,-20 27 16,-9 10-1,38 9-15,-10 0 16,-18 9 0,-1 10-16,20 8 15,8 1 1,-8 9-16,9 9 15,-1 10-15,48-47 16,-19 28 0,0 9-16,9 28 15,1-19 1,-1 19-16,19 0 16,0 0-16,10-1 15,0 20 1,18-10-16,10 0 15,9 0 1,0-9-16,19 0 16,19 9-1,0-28-15,0-9 16,28 0-16,9-18 16,10-19-1,0-18-15,0-9 16,28-29-1,-9 1-15,0-18 16,-10-1-16,0-9 16,-28-9-1,-9-9-15,-19 0 16,-19 9 0,-10-10-16,-18 10 15,-19 0 1,-9 19-16,-10-1 15,-28 19-15,-38-19 16,-37 19 0,-28 37-16,-48 9 15,29 9 1,-48 37-16,-8 0 16</inkml:trace>
  <inkml:trace contextRef="#ctx0" brushRef="#br1" timeOffset="-144790.5">7046 1292 0,'0'0'0,"0"0"16,10 9-16,8 1 15,11 27 1,8 9-16,-18 9 15,0 10-15,0 27 16,-10-18 0,-9-19-16,0-27 15,0-10 1,0-18-16,0 0 16,9-18-16,1-38 15,9-27 1,0-27-16,9 8 15,0 19 1,0 9-16,0 19 16,1 18-1,-11 18-15,11 10 16,8 9-16,20 19 16,-1 18-1,10 36-15,-19 11 16,0-1-1,-9-10-15,-10-8 16,0-19-16,-9-18 16,-19-28-1</inkml:trace>
  <inkml:trace contextRef="#ctx0" brushRef="#br1" timeOffset="-144534">8166 1061 0,'0'0'16,"0"0"-16,0 0 15,0 0 1,18 10-16,11-1 16,18 0-16,37-9 15,39-18 1,8-19-16,-8 0 15,-48 0 1,-19 18-16,-27-8 16,-20 18-16,-9 9 15</inkml:trace>
  <inkml:trace contextRef="#ctx0" brushRef="#br1" timeOffset="-144356.39">8382 1523 0,'0'0'0,"9"0"15,38 9-15,57-9 16,56-18 0,37-19-16,39 0 15,-1 0 1</inkml:trace>
  <inkml:trace contextRef="#ctx0" brushRef="#br1" timeOffset="-142077.28">26322 8740 0,'0'0'16,"0"0"0,0 0-16,19-9 15,28-9-15,56-28 16,48-37 0,37-19-16,-19 10 15,-46 18 1,-1 0-16,-122 74 15</inkml:trace>
  <inkml:trace contextRef="#ctx0" brushRef="#br1" timeOffset="-139292.37">20057 17758 0,'0'0'0,"0"0"16,0 0 0,0 0-16,0 0 15,-10 0 1,1 0-16,-10-9 15,-9-1 1,0 1-16,-10 0 16,-9 9-16,-10-9 15,-8 9 1,-20 0-16,-28 0 16,0 0-1,0 9-15,0-9 16,-28 9-1,28 0-15,0 1 16,19 8-16,-19 1 16,10-1-1,0 10-15,-1-1 16,29 1 0,-10 9-16,10 0 15,18 0 1,10 0-16,10-10 15,-1 10-15,10 0 16,0 0 0,18 0-16,1 0 15,-1 9 1,10 0-16,10 0 16,9 1-16,9 8 15,47 47 1,-18-29-16,-1-8 15,10-19 1,9-9-16,10-19 16,9-18-1,0 0-15,0 0 16,0-9-16,19 9 16,0-9-1,-19 0-15,19-10 16,-10 1-1,20 9-15,-20-10 16,1 10-16,-1 0 16,19-10-1,-9 1-15,-9-10 16,9 10 0,9-10-16,-9 10 15,-19 8 1,9-8-16,10-1 15,0 10-15,-9-9 16,-20-1 0,1 10-16,28-9 15,-28-1 1,9 10-16,-57 0 16,29-1-16,9 1 15,10 0 1,9 0-16,-19-1 15,10 1 1,0 0-16,9 0 16,-10 0-1,-8-1-15,8-8 16,1-1-16,-10 10 16,1 0-1,-1-10-15,0 1 16,-9 0-1,9-1-15,-9 1 16,0-1-16,-10-9 16,-9 1-1,-9 8-15,9-8 16,-19-1 0,0 0-16,1 10 15,-11-10 1,1 0-16,-9 10 15,-1-10-15,1 1 16,-10-1 0,0 0-16,0 1 15,-10-10 1,1 9-16,-10 0 16,-9-9-16,-19 0 15,0 0 1,-19 10-16,-10-1 15,1 0 1,-9 10-16,-20-1 16,1 1-1,-10 0-15,9-1 16,-27 1-16,-1-1 16,10 10-1,-10 0-15,-9 0 16,9 9-1,0 0-15,-9 9 16,0 0 0,0 0-16,-10 0 15,-8 10-15,8-1 16,-18 1 0,9 8-16,-10 1 15,-8-9 1,8 8-16,-55 1 15,-1 0-15,-66-1 16,-47 10 0,114-9-16</inkml:trace>
  <inkml:trace contextRef="#ctx0" brushRef="#br1" timeOffset="-134780.18">17423 655 0,'0'0'0,"0"0"0,0 0 16,0 0-16,0 0 16,0 0-1,0 0-15,0 0 16,0 0-1,9 19-15,0-10 16,10 56-16,-9 8 16,-10 1-1,0 19-15,0-20 16,0 1 0,0-18-16,0-19 15,0-10 1,0-8-16,0-10 15,0-9-15,0 0 16,0 0 0,0 0-16,0-19 15,0-8 1,9-29-16,10-17 16,0-11-1,9 1-15,9 10 16,1-1-16,0 9 15,9 19 1,-10 9-16,1 19 16,0-10-1,-1 28-15,1 0 16,-10 0-16,0 9 16,-9 19-1,9 9-15,1 18 16,-11 10-1,1-10-15,-9-9 16,-1 0 0,0-27-16,-9-10 15,0-9-15</inkml:trace>
  <inkml:trace contextRef="#ctx0" brushRef="#br1" timeOffset="-134460.02">16613 452 0,'0'0'16,"0"0"-16,19 0 16,19 0-16,18 0 15,29 0 1,19 9 0,18 10-16,10 9 15,-1-28-15,-8 0 16,-11 0-1</inkml:trace>
  <inkml:trace contextRef="#ctx0" brushRef="#br1" timeOffset="-134209.81">18561 240 0,'0'0'16,"0"0"-16,0 18 15,-10 10 1,1 27-16,-10 38 16,0 8-1,-9 10-15,19-65 16,9-46-16</inkml:trace>
  <inkml:trace contextRef="#ctx0" brushRef="#br1" timeOffset="-132819.89">19088 831 0,'0'0'0,"0"0"15,0 0 1,0 0-16,0 0 15,0 0 1,9 0-16,29 9 16,18-9-16,19 0 15,10-9 1,-10-1-16,-9-8 16,0 9-1,-10-10-15,-9 10 16,-9 0-16,-10 0 15,-28 9 1</inkml:trace>
  <inkml:trace contextRef="#ctx0" brushRef="#br1" timeOffset="-132376.95">19398 341 0,'0'0'15,"0"0"-15,9 19 16,20 27 0,-1 0-16,10 37 15,-20 19 1,-8-47-16,-1 47 16,1-10-1,-1 10-15,0 8 16,10-27-16,-9-9 15,-1-18 1,0-10-16,1-9 16,-1-10-1,-9-8-15,0-10 16,10 0-16,-10-9 16</inkml:trace>
  <inkml:trace contextRef="#ctx0" brushRef="#br1" timeOffset="-131226.96">21044 609 0,'0'0'0,"0"0"16,0 0 0,0 0-16,0 0 15,-9-9 1,0-10-16,-20-8 15,1-1 1,0 10-16,-19-10 16,9 28-16,-18-19 15,9 19 1,0 19-16,0 9 16,9 18-1,0 0-15,20-18 16,-1-1-16,0 38 15,10-10 1,9 10-16,9-10 16,10-9-1,9-9-15,0 0 16,10-28 0,-1 1-16,11-10 15,-11-10-15,10 1 16,0-28-1,0 0-15,-19 1 16,10-1 0,-10 0-16,-9 9 15,0 0-15,0 1 16,-10 8 0,1 10-16,-1-10 15,0 10 1,-9 9-16,0 0 15,0 0 1,10 9-16,-1 10 16,10 27-16,0 9 15,9 10 1,10-10-16,28-18 16,28 0-1,-94-37-15</inkml:trace>
  <inkml:trace contextRef="#ctx0" brushRef="#br1" timeOffset="-123459.8">16886 388 0,'0'0'0,"0"0"0,0 0 15,10-10 1,-10 10-16,0 0 15,19-18 1,-1 18-16,1 0 16,0 18-16,19-8 15,-1 17 1,29 10-16,0-28 16,9 10-1,47-19-15,-18 0 16,9 0-16</inkml:trace>
  <inkml:trace contextRef="#ctx0" brushRef="#br1" timeOffset="-123143.1">18871 92 0,'0'0'16,"0"0"-16,-9 0 15,-19 28 1,-29 46-16,1 18 15,9 0 1,-10 10-16,10-10 16,0-18-16,28-46 15,19-28 1</inkml:trace>
  <inkml:trace contextRef="#ctx0" brushRef="#br1" timeOffset="-121258.58">22465 1624 0,'0'0'0,"-10"0"15,-8 10-15,-29 8 16,-29 1 0,-46 8-16,-19-8 15,-28-1 1,-29-9-16,10 1 16,-28-1-1,9-9-15,-38 18 16,10-8-16,-19 8 15,9 10 1,-28-1-16,1 1 16,8 0-1,-9-1-15,48 1 16,-20-9 0,29-1-16,18 1 15,10-1-15,9 0 16,29-8-1,18-10-15,10-10 16,9 1 0,19-9-16,9-10 15,0-9-15,10-9 16,-10-19 0,10 1-16,0-10 15,18 0 1,1-18-16,9-10 15,0-8-15,19-20 16,0 1 0,18 0-16,1 9 15,9 0 1,0 9-16,9 10 16,10-47-1,-10 46-15,10 56 16,0 0-1,19 18-15,9 1 16,37-10-16,10 28 16,19 9-1,19-19-15,9 19 16,10 0 0,9 0-16,9 0 15,-9 19-15,28-19 16,-9 9-1,18 9-15,1-18 16,18 0 0,1 0-16,-1 0 15,10 0-15,28 19 16,0-19 0,28 0-16,-9 9 15,-10-9 1,-9 0-16,-19 0 15,-18 18 1,-20-18-16,-18 28 16,-29-28-16,-27 28 15,-57-10 1,-19 10-16,0 18 16,-19 0-1,0 10-15,-18 8 16,-10-8-1,0 17-15,-10 20 16,10-66-16,0 38 16,-9 0-1,9 9-15,0-1 16,-10 1 0,1 9-16,0-18 15,-1-1-15,1 1 16,-1-10-1,1 1-15,-1-19 16,1 9 0,-10 0-16,10-9 15,-10 0-15,0 0 16,19-37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4T09:16:11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19078 11528 0,'0'0'0,"-9"0"16,-10 0 0,0 0-16,-18-9 15,8 9 1,1 0-16,0 0 16,0 0-1,-1 0-15,11 0 16,-1 0-16,9 0 15,1 0 1,0 0-16,-1 0 16,10 0-1,0 0-15,0 0 16,0 9-16,10 19 16,8 8-1,20 29-15,9 9 16,10 27-1,-1 10-15,-9 0 16,-9 0 0,-1 9-16,-9-28 15,1-9-15,-10-28 16,-10-18 0,0-9-16,1-10 15,-10-8 1,0-10-16,0 0 15,0 0-15</inkml:trace>
  <inkml:trace contextRef="#ctx0" brushRef="#br0" timeOffset="305.08">18090 11777 0,'0'0'0,"0"0"16,-9 0-16,9 0 16,0 0-1,0 0-15,0-9 16,28-19-16,66-36 16,66-29-1,10-8-15,-1 27 16,0 9-1,-37 19-15,-19 9 16,-19 9 0,-9 10-16,-10-10 15,-75 28-15</inkml:trace>
  <inkml:trace contextRef="#ctx0" brushRef="#br0" timeOffset="672.54">19878 10346 0,'0'0'16,"0"0"-16,0 0 15,-10 19 1,1 36-16,-10 56 15,-18 27 1,-1 29-16,0 36 16,10 9-1,9 0-15,10-27 16,9-10-16,19-27 16,9-19-1,10-18-15,9-28 16,0-18-1,9-19-15,10-19 16,0-17-16,0-29 16,-10-45-1,-56 64-15</inkml:trace>
  <inkml:trace contextRef="#ctx0" brushRef="#br0" timeOffset="1233.08">20169 11389 0,'0'0'0,"0"0"16,0 0 0,0 0-16,0 0 15,0 0 1,10 10-16,18 36 16,19 37-1,0 18-15,10 1 16,-29-19-16,0-9 15,-9-28 1,-10-18-16,-9-10 16,0-9-1,0 1-15,0-10 16,0 0-16,0 0 16,0-10-1,0-8-15,0-10 16,0 0-1,0-8-15,0-1 16,0 0 0,10 0-16,-1 9 15,1 0-15,8-8 16,1 8 0,0 9-16,9 1 15,0-1 1,1 10-16,-1 9 15,9 9-15,1 10 16,0 9 0,-1 9-16,1 18 15,0 9 1,-10-8-16,-9-1 16,-10-18-1,0-9-15,-9-19 16,0-9-16</inkml:trace>
  <inkml:trace contextRef="#ctx0" brushRef="#br0" timeOffset="1569.83">20612 10633 0,'0'0'15,"0"0"-15,0 0 16,9 0-16,29 0 16,28 18-1,46 19-15,20 37 16,0 27 0,0 56-16,-48 0 15,-18 37 1,-38-9-16,-28 8 15,0-27-15,-19-36 16,10-10 0,0-37-16,9-37 15,0-18 1,0-28-16,0 0 16</inkml:trace>
  <inkml:trace contextRef="#ctx0" brushRef="#br0" timeOffset="1759.9">21947 11057 0,'0'0'16,"0"0"-16,0 0 16,0 0-1,0 0-15,19 0 16,47-18-1,56-19-15,-122 37 16</inkml:trace>
  <inkml:trace contextRef="#ctx0" brushRef="#br0" timeOffset="1992.06">22211 11685 0,'0'0'0,"9"0"16,20-9-16,55-19 15,95-46 1,28-28-16,0 1 15</inkml:trace>
  <inkml:trace contextRef="#ctx0" brushRef="#br0" timeOffset="3005.79">23001 8307 0,'0'0'16,"-9"9"-16,-29 9 15,-9 29 1,-9 17-16,-1 19 16,10 19-1,19-1-15,18 10 16,29 0-16,19 0 15,28 9 1,28-1-16,19-8 16,18 9-1,11 9-15,-30 1 16,-8 17 0,-1 19-16,-37-9 15,-9 46-15,-29 0 16,-28 10-1,-19 8-15,-19-18 16,1-27 0,-1-10-16,10-37 15,9-18 1,10-37-16,9-28 16,0-9-16,9-10 15,1-8 1,8-1-16,11 1 15,18-1 1,19 1-16,9-1 16,28 10-16,1 18 15,9 28 1,-10 37-16,-18 18 16,-1 37-1,-18 9-15,-19 19 16,-9-28-1,-10-9-15,0-28 16,1-18-16,-1-9 16,0-29-1,10-17-15,-1-1 16,-8-18 0,18 0-16,0-18 15,9-10-15,19-37 16,19-55-1,-94 83-15</inkml:trace>
  <inkml:trace contextRef="#ctx0" brushRef="#br0" timeOffset="3655.59">23716 8768 0,'0'0'16,"0"0"0,0-9-16,0 0 15,0-1-15,0 1 16,9-9-1,10-1-15,19-8 16,18-1 0,1 9-16,-1 19 15,-9 0 1,0 19-16,-9 9 16,-10 18-16,0 28 15,-28 9 1,-18 18-16,-11 1 15,-8-1-15,-1-8 16,10-29 0,9-27-16,10-9 15,-1-10 1,10-9-16,0 1 16,10-1-1,18 0-15,19-9 16,19-9-16,37-10 15,10-17 1,9-20-16,-122 56 16</inkml:trace>
  <inkml:trace contextRef="#ctx0" brushRef="#br0" timeOffset="3938.41">25090 8094 0,'0'0'16,"0"0"-16,0 0 15,9 10 1,0 27-16,10 36 15,9 47-15,1 10 16,-11 8 0,1-27-16,-9-10 15,-1-36 1,-9-65-16</inkml:trace>
  <inkml:trace contextRef="#ctx0" brushRef="#br0" timeOffset="4205.39">24506 8381 0,'0'0'0,"0"0"15,0 0-15,0 0 16,10-19-1,37-36-15,47-38 16,38-8 0,9-1-16,-10 10 15,1 9-15,9-9 16,-19 9 0,-122 83-16</inkml:trace>
  <inkml:trace contextRef="#ctx0" brushRef="#br0" timeOffset="4555.92">25889 6858 0,'0'0'0,"0"9"15,-9 28 1,-1 37-16,1 46 16,-19 9-16,9 37 15,-9 0 1,-1 37-16,20-18 16,9-1-1,0 10-15,19-55 16,9-10-1,10-9-15,-1-28 16,10-27 0,10-10-16,18-18 15,-9-28-15,-66-9 16</inkml:trace>
  <inkml:trace contextRef="#ctx0" brushRef="#br0" timeOffset="5128.42">26256 7919 0,'0'0'16,"0"0"-16,0 0 16,0 0-16,0 0 15,9 19 1,1 17-16,9 20 15,0 8 1,-1-8-16,-8-10 16,-10-9-1,0-19-15,0-8 16,0-1-16,0-9 16,0 0-1,0 0-15,-10-9 16,1-10-1,0-9-15,9-9 16,0 1-16,0-11 16,0 1-1,0 0-15,9 9 16,10 0 0,0 0-16,-1 10 15,1-1 1,0 10-16,0-1 15,9 10-15,0 0 16,0 9 0,1 9-16,-1 9 15,0 10 1,0 9-16,1 18 16,-1 1-16,0-1 15,-9-9 1,0-9-16,-10-18 15,-9-19 1</inkml:trace>
  <inkml:trace contextRef="#ctx0" brushRef="#br0" timeOffset="5439.13">26868 6682 0,'0'0'15,"0"0"-15,9 9 16,10 28 0,9 46-16,19 74 15,-9 0 1,-10 56-16,0-10 15,-18 18-15,-10-55 16,9-9 0,0-28-16,-9-36 15,0-38 1,0-55-16</inkml:trace>
  <inkml:trace contextRef="#ctx0" brushRef="#br0" timeOffset="5922.63">27319 7984 0,'0'0'0,"0"0"16,0 0-16,0 0 15,0-10 1,0 1-16,0 9 16,0-9-1,19-19-15,-19 28 16,216-295-1,-206 295-15,18-9 16,10-1-16,-1 10 16,-9 0-1,1 0-15,-20 0 16,0 10 0,1 8-16,-1 10 15,-18 18 1,-1 9-16,-8 1 15,-11 8-15,11-8 16,-1-19 0,0-10-16,10-8 15,-1-1 1,10-9-16,0 1 16,0-10-16,10 9 15,8-9 1,11 0-16,36-19 15,39-36 1,28-28-16,-29-9 16,-9-19-1,-94 111-15</inkml:trace>
  <inkml:trace contextRef="#ctx0" brushRef="#br0" timeOffset="6222.57">27799 6387 0,'0'0'15,"0"0"-15,0 0 16,0 0 0,0 0-16,9 0 15,1 0 1,37 18-16,47 19 15,19 28 1,18 36-16,1 29 16,-28 17-16,-20 10 15,-37 9 1,-37 47-16,-39 27 16,-65 27-16,-84 38 15,65-111 1</inkml:trace>
  <inkml:trace contextRef="#ctx0" brushRef="#br0" timeOffset="7227.02">16341 11860 0,'0'9'0,"-19"37"15,-9 56-15,-10 46 16,-9-19-1,0 0-15,-10-9 16,20-28 0,18-18-16,10-18 15,-1-10 1,10-9-16,0-10 16,10 1-16,-1-9 15,19-1 1,0 0-16,10 1 15,0-1 1,9 10-16,9 0 16,1-1-16,-10 10 15,0 9 1,-10 1-16,-8 8 16,-1 0-1,0 1-15,-9-10 16,0 0-16,-1 0 15,1-9 1,0 0-16,0 0 16,0 0-1,-10 0-15,1 0 16,-1 18-16,-18 0 16,-20 29-1,-27 8-15,56-92 16</inkml:trace>
  <inkml:trace contextRef="#ctx0" brushRef="#br0" timeOffset="7586.04">16124 11814 0,'0'0'0,"10"-9"16,-1-1-1,10 1-15,0 0 16,0 0-16,-10 0 16,-9 9-1</inkml:trace>
  <inkml:trace contextRef="#ctx0" brushRef="#br0" timeOffset="8389">28928 6941 0,'0'0'16,"0"0"-16,0 0 15,0 0 1,0 0-16,0 0 15,0 0-15,0 0 16,0 0 0,0 0-16,28-10 15,38-17 1,47-10-16,0-9 16,-10 9-1,-28 9-15,1-9 16,-20 0-16,-9 0 15,-19 0 1,-28 37-16</inkml:trace>
  <inkml:trace contextRef="#ctx0" brushRef="#br0" timeOffset="8639.19">29342 6193 0,'0'0'0,"0"0"16,0 0-1,0 0-15,0 0 16,0 9 0,0 10-16,19 27 15,9 37-15,0 19 16,10 18 0,-10 9-1,-9 9-15,-10-27 16,-9 0-16,9-19 15,1-9 1,-10-83-16</inkml:trace>
  <inkml:trace contextRef="#ctx0" brushRef="#br0" timeOffset="9493.21">30132 5990 0,'0'0'0,"0"0"15,9 9-15,10 19 16,0 9 0,9 18-16,-9 10 15,0 9-15,0 0 16,-10-1 0,0-8-16,-9-10 15,0-18 1,0-9-16,0-10 15,0 1-15,0-10 16,0-9 0,0 0-16,0 0 15,0 0 1,0 0-16,0-18 16,-9-10-1,9-18-15,0-10 16,0-8-16,9-1 15,1 1 1,9-1-16,-1 0 16,1 19-1,10-9-15,-1 18 16,0 9-16,0 1 16,0 8-1,1 10-15,-11 0 16,1 9-1,0 0-15,9 9 16,1 19 0,-1 9-16,9 18 15,1 19 1,0 0-16,-1-1 16,-9-8-16,1 0 15,-1-1 1,-9-8-16,0-1 15,-1-9 1,1-9-16,-9-9 16,-1-1-16,0-8 15,1-10 1,-1 0-16,1 1 16,-10-10-1,9 9-15,-9-9 16,9 9-16,-9-9 15</inkml:trace>
  <inkml:trace contextRef="#ctx0" brushRef="#br0" timeOffset="10222.34">13895 14721 0,'0'0'15,"0"0"-15,9 0 16,19 10-1,38-1-15,28 9 16,19 1 0,38-10-16,-1 9 15,-9-18 1,19 0-16,-9 0 16,-20 0-1,-18 0-15,-113 0 16</inkml:trace>
  <inkml:trace contextRef="#ctx0" brushRef="#br0" timeOffset="10639.1">13754 14786 0,'0'0'0,"0"0"16,0 0 0,0 0-16,0 0 15,18 0-15,39 0 16,37 9-1,28 0-15,10 10 16,9-1 0,0 1-16,0-1 15,-9 1-15,-19-1 16,-10-9 0,-27 1-16,-11-1 15,-8-9 1,-19 9-16,-10-9 15,-9 0 1,-19 0-16</inkml:trace>
  <inkml:trace contextRef="#ctx0" brushRef="#br0" timeOffset="10922.57">13979 14767 0,'0'0'15,"0"0"-15,19 0 16,19 0-1,28 0-15,37 10 16,29-1 0,37 19-16,66-1 15</inkml:trace>
  <inkml:trace contextRef="#ctx0" brushRef="#br0" timeOffset="11592.47">16077 14675 0,'0'0'0,"0"0"16,0 0-16,0 0 16,0 0-1,0 0-15,0 0 16,0 0-16,-9 0 16,-1 9-1,-18 19-15,-9 27 16,8 29-1,1 8-15,0 0 16,19 19 0,9-10-16,18-18 15,1-18-15,9 0 16,1-19 0,8-18-16,10-10 15,10-9 1,-1-9-16,10-18 15,-10-10 1,-9-9-16,-9-18 16,0-10-16,-10-9 15,-9 0 1,-10-9-16,1 10 16,-10 8-1,-10-9-15,1 19 16,-1 9-16,-8-1 15,8 20 1,-9-1-16,1 10 16,-1-1-1,0 10-15,-19 9 16,1 18 0,-10 19-16,47-37 15</inkml:trace>
  <inkml:trace contextRef="#ctx0" brushRef="#br0" timeOffset="12007.11">16999 14269 0,'0'0'16,"0"0"-16,0 0 16,0 0-16,0 0 15,0 28 1,-19 55-16,1 28 15,-1 18 1,9 18-16,1-8 16,9-10-1,0 0-15,9-18 16,20-28 0,-1-9-16,9-19 15,10-8-15,10-20 16,-1-18-1,-9-18-15,-47 9 16</inkml:trace>
  <inkml:trace contextRef="#ctx0" brushRef="#br0" timeOffset="12522.72">17375 14786 0,'0'0'0,"0"0"16,10 28 0,-1 9-16,1 9 15,9 0 1,-10 0-16,0-9 16,1-9-16,-10-10 15,0-9 1,0 0-16,0-9 15,0 0 1,0 0-16,0 0 16,0 0-1,0-18-15,0-10 16,9 1 0,1-1-16,-1 0 15,0 1-15,10-1 16,0 0-1,9 1-15,10-10 16,-1 9 0,20 0-16,-1 19 15,1 9-15,-10 9 16,0 19 0,0 27-16,-9 19 15,-10 9 1,-19-9-16,1 18 15,-1-18-15,-9-37 16,0-37 0</inkml:trace>
  <inkml:trace contextRef="#ctx0" brushRef="#br0" timeOffset="12772.24">18175 14241 0,'0'0'0,"0"0"15,0 0-15,0 0 16,19 10-16,28 27 16,38 64-1,-1 37-15,1 84 16,-38 27-1,-9 93-15,-38 45 16,0-174-16</inkml:trace>
  <inkml:trace contextRef="#ctx0" brushRef="#br0" timeOffset="13888.99">16068 11352 0,'0'0'0,"0"0"15,9 0-15,19 10 16,1 8-16,18 38 16,-10 17-1,1 38 1,-29 18-16,-9 28 16,-9-9-16,0 0 15,9-28 1,0-10-16,9-36 15,10 0-15,9 0 16,0-19 0,10-9-16,9 1 15,9-1 1,1 0-16,-1 0 16,-9 9-1,10 19-15,-20 9 16,-8 19-16,-11 9 15,1 45 1,9 66-16</inkml:trace>
  <inkml:trace contextRef="#ctx0" brushRef="#br0" timeOffset="15308.16">32145 5436 0,'0'0'16,"0"0"-16,0 0 16,0 0-1,0 0-15,0 0 16</inkml:trace>
  <inkml:trace contextRef="#ctx0" brushRef="#br0" timeOffset="16407.84">31562 4218 0,'0'0'0,"0"0"15,9 18 1,19 10-16,29 37 15,-1 9 1,1 18-16,-10-9 16,-10 0-16,-8-18 15,-10-10 1,-10-18-16,0-19 16,-9-8-1,0-1-15,0-9 16,0 0-1,0 0-15,-9-19 16,0-18-16,-1-27 16,1-10-1,9 0-15,0 0 16,9 10 0,1 8-16,-1 10 15,0 9 1,1 0-16,-1 19 15,1-10-15,-1 10 16,10 8 0,0 1-16,-1 9 15,11 0 1,-1 9-16,0 10 16,0 9-16,10 9 15,-10-1 1,-9-8-16,0 9 15,0-9 1,-10-19-16,-9-9 16</inkml:trace>
  <inkml:trace contextRef="#ctx0" brushRef="#br0" timeOffset="16822.59">32117 3618 0,'0'0'15,"0"0"-15,0 0 16,9 0 0,10 0-16,19 9 15,28 0-15,9 1 16,0-1-1,-18 0 1,-10 0-16,-10 1 16,1-1-16,-19 0 15,9 0 1,-9 1-16,0 8 16,-1 0-16,-8 1 15,-1 9 1,-9 9-16,0 9 15,-9 0 1,-1 9-16,-8 10 16,-1-10-1,-10 10-15,1-10 16,9-9-16,19-46 16</inkml:trace>
  <inkml:trace contextRef="#ctx0" brushRef="#br0" timeOffset="17106.14">33095 3018 0,'0'0'0,"0"0"16,0 0-16,10 19 15,8 36 1,20 56-16,9 64 16,28 56-16,1 9 15,-10 9 1</inkml:trace>
  <inkml:trace contextRef="#ctx0" brushRef="#br0" timeOffset="19125.59">25946 11408 0,'0'0'15,"-10"0"-15,-9 9 16,-9 0-16,-9 19 16,-20 0-1,1 18-15,-10 18 16,-9 20 0,9-1-16,19 0 15,9 0 1,10 0-16,9-9 15,10-1-15,18-17 16,10-10 0,0-18-16,18-1 15,10-17 1,10-20-16,18-17 16,0-19-1,1-28-15,-20-19 16,10-8-16,-19-1 15,0-8 1,-9-1-16,-1 19 16,-9 18-1,-9 9-15,-9 10 16,-1 18-16,0 9 16,1 10-1,-10 8-15,0 1 16,0 9-1,0 0-15,9 9 16,19 19 0,10 18-16,0 19 15,9 9-15,9 0 16,1-10 0,-1-8-16,29-1 15,-1-27 1,48-19-16,9-46 15,-141 37-15</inkml:trace>
  <inkml:trace contextRef="#ctx0" brushRef="#br0" timeOffset="20000.5">30678 9627 0,'0'0'0,"0"0"16,0 9-16,-10 28 15,10 9-15,-9 28 16,9 18 0,9 19-1,-9-19-15,0-18 16,0-10-16,0-27 15,-9-9 1,9-9-16,0-10 16,0-9-1,0 0-15,0 0 16,-10-9-16,1-10 16,0-9-1,9-9-15,0 1 16,0-20-1,9-18-15,10-55 16,9 9-16,0 28 16,19 0-1,19 8-15,0 29 16,0 18 0,0 9-16,-1 10 15,11 18-15,-10 9 16,-10 10-1,0 8-15,1 20 16,-10 17 0,0 10-16,-19 0 15,0 0-15,-9-1 16,0-8 0,-10-10-16,1-8 15,-1-10 1,-9-10-16,0-18 15,0-9 1</inkml:trace>
  <inkml:trace contextRef="#ctx0" brushRef="#br0" timeOffset="20529.28">31938 9368 0,'0'0'16,"0"0"-16,0 0 15,0 0 1,0 0-16,0 0 16,0 0-16,10 0 15,-1 0 1,-9 0-16,0 0 16,0 0-1,0 0-15,0 0 16,0 0-16,0 0 15,0 0 1,0 0-16,0 0 16</inkml:trace>
  <inkml:trace contextRef="#ctx0" brushRef="#br0" timeOffset="21305.49">31233 9783 0,'0'0'0,"0"0"16,0 0-16,0 0 15,0 0 1,0 0-16,-10 0 15,1 0 1,-10 0-16,-9 10 16,0-1-1,-10 0-15,-9 10 16,-10 17-16,10 1 16,0 0-1,0 19-15,19-10 16,0 0-1,18 0-15,10 0 16,10-9 0,9 0-16,18 0 15,20-9-15,27-19 16,20-9 0,9-28-16,0-9 15,9-18 1,-19-10-16,-27 1 15,-20 8 1,-18 1-16,-10 0 16,-9 8-16,-10 11 15,-9-1 1,-9 0-16,-10-9 16,-19-1-1,-18 1-15,-1 0 16,-8 9-16,-1 19 15,9 9 1,1 9-16,-1 18 16,10 19-1,10 9-15,37-46 16</inkml:trace>
  <inkml:trace contextRef="#ctx0" brushRef="#br0" timeOffset="21690.16">32145 8436 0,'0'0'16,"0"28"-16,10 64 15,8 56 1,20 36-16,-10 38 16,0-56-1,-18 37-15,-1-65 16,-9-138-16</inkml:trace>
  <inkml:trace contextRef="#ctx0" brushRef="#br0" timeOffset="22589.28">31957 9608 0,'0'0'0,"0"0"16,0 0-16,0 0 15,9-9 1,1-10-16,27-8 15,48-56-15,37-37 16,-18 9 0,-19 28-16,-10-9 15,-9 8 1,-10 11-16,-18 17 16,-10 1-16,-9 18 15,-10 9 1,1 1-16,-10 8 15,0 1 1,0 8-16,0 1 16,0 9-16,0 0 15,-10 0 1,1 9-16,-10 10 16,0 27-1,10 28-15,-1 27 16,20 10-1,9 9-15,-1-18 16,1-10-16,0-18 16,0 9-1,-10-28-15,1 1 16,-1-19 0,0-19-16,-9-9 15,0 0-15,0-9 16,0 0-1,10-9-15,9-9 16,-1-10 0,1 0-16,0-9 15,-10 10 1,10-1-16,-9 10 16,-1-1-16,1 10 15,-1 0 1,0-1-16,10 1 15,0 0 1,0 0-16,9 0 16,0-10-16,0 1 15,1-1 1,-1 1-16,-9-1 16,0 1-1,-1-10-15,1 0 16,-9 10-1,-1-10-15,0 1 16,1-1-16,-1 9 16,1-8-1,8-1-15,11 19 16,18 18 0,37 37-16,20 10 15</inkml:trace>
  <inkml:trace contextRef="#ctx0" brushRef="#br0" timeOffset="23172.75">30762 11177 0,'0'0'16,"0"0"-16,10 28 16,8 18-1,20 28-15,-10-10 16,1-17 0,8-1-16,-18-19 15,9-8-15,10-19 16,18-37-1,10-28-15,28-36 16,-28 18 0,9 9-16,-18 9 15,-10 19-15,-10 9 16,-8 19 0,-1-1-16,-9 10 15,-1 18 1,1 10-16,10-1 15,-1 10 1,0-10-16,0 1 16,0-10-16,-28-9 15</inkml:trace>
  <inkml:trace contextRef="#ctx0" brushRef="#br0" timeOffset="23376.25">31741 10383 0,'0'0'16,"0"0"0,0 0-16,9 0 15,10 0-15,18 0 16,29 0-1,-66 0-15</inkml:trace>
  <inkml:trace contextRef="#ctx0" brushRef="#br0" timeOffset="23822.91">32155 10568 0,'0'0'15,"0"9"-15,-10 10 16,1 8 0,-1 1-16,1 9 15,9 0 1,0 9-16,9 0 15,10 10 1,9-1-16,-9-9 16,0-9-16,-10-9 15,1-1 1,-10 1-16,0-10 16,0-8-1,0-1-15,0-9 16,0 0-16,0 0 15,0-9 1,9-19-16,19-27 16,19-19-1,0 0-15,-9 28 16,0 0-16,-19 18 16,-1 10-1,-8 8-15,-1 1 16,-9 9-1,0 0-15,0 0 16,10 9 0,18 10-16,28 8 15,38 10-15,29-9 16,-123-28 0</inkml:trace>
  <inkml:trace contextRef="#ctx0" brushRef="#br0" timeOffset="30439.79">19022 2326 0,'0'0'0,"0"0"16,0 0-16,0 0 16,-10-9-1,1-1-15,0 1 16,-1 0 0,1 9-16,-19 0 15,-1 9 1,-8 10-16,-10 18 15,-10 18-15,1 19 16,-1 37 0,1 9-16,9 9 15,9 37 1,10 0-16,19 19 16,18-19-1,19-9-15,10-28 16,9-28-16,9-8 15,29-19 1,28-28-16,28-37 16,47-55-1,-19-37-15,-18-19 16,-10-27 0,-19-10-16,-28 19 15,-28 1-15,-19 17 16,-18 10-1,-11 9-15,-18 0 16,-9-1 0,-19-8-16,-48-55 15,-27-1-15,-10 37 16,10 37 0,-10 28-16,9 18 15,1 19 1,-20 28-16,-8 8 15,-1 19 1,29 10-16,-1 18 16,1 18-16,37-9 15,9 0 1,29 0-16,28 0 16,28 0-1,29 0-15,37 0 16,47-18-16,28-19 15,29-27 1,-1-29-16,-18-17 16,38-29-1,-48-17-15,28-47 16,1 0-16</inkml:trace>
  <inkml:trace contextRef="#ctx0" brushRef="#br0" timeOffset="30755.79">21007 1588 0,'0'0'0,"0"0"16,0 0 0,0 0-16,-19 18 15,-28 37 1,-10 47-16,-8 36 15,-1 38-15,19-10 16,9 37 0,19-9-16,19 0 15,19-10 1,19-27-16,28-9 16,9-28-1,28-28-15,20-18 16,18-47-16,28-36 15,66-9 1</inkml:trace>
  <inkml:trace contextRef="#ctx0" brushRef="#br0" timeOffset="31277.35">22013 2640 0,'0'0'0,"0"0"15,0 0-15,0 0 16,0 0-1,0 0-15,0 0 16,0 0 0,0 0-16,-9 27 15,0 10-15,-1 19 16,1-1 0,-1-9-16,1-18 15,-1-19 1,10 0-16,0-9 15,0 0 1,-9-18-16,9-19 16,0-9-16,9-10 15,10 1 1,0 9-16,0 0 16,9 9-1,-9 9-15,0 10 16,0 8-16,9 1 15,9 9 1,1 0-16,19 19 16,18 8-1,0 20-15,-9 17 16,-19 1 0,0-1-16,-9 10 15,-10 0-15,-9-9 16,-1-10-1,1-18-15,0-9 16,0-19 0,-19-9-16</inkml:trace>
  <inkml:trace contextRef="#ctx0" brushRef="#br0" timeOffset="32373.08">23274 1458 0,'0'0'16,"0"0"-16,0 0 15,0 10 1,0 26-16,-9 57 16,9 36-1,0 46-15,0 28 16,0-9-16,9 18 15,10-55 1,0 0-16,9-46 16,0-37-1,10-28-15,-10-28 16,0-8 0,10-10-16,-1-10 15,-8 1-15,8-9 16,-9-10-1,1 0-15,-1 1 16,-9-1 0,-1 10-16,1-1 15,-9 1-15,-1 8 16,1 1 0,-1 0-16,10 0 15,18 0 1,10-1-16,10 10 15,18 0-15,10-9 16,-10 0 0,-9-10-16,-10 1 15,-9-10 1,-9 10-16,-10-10 16,0-9-1,1-9-15,-11-9 16,-8 8-16,-10 1 15,0 0 1,-10 9-16,-8 0 16,-11 10-1,-18-1-15,-18 9 16,-1 19-16,0 10 16,9 17-1,20-8-15,9 9 16,9-10-1,9 0-15,20 1 16,18 9 0,38-10-16,56-9 15,10-18-15,18-9 16,1-19 0,-38 0-16,-38 0 15,-19 9 1,-18 0-16,-10 10 15,-9 0 1,-9 8-16,-1 1 16,0 0-16,-9 9 15,0 0 1,0 0-16,-9 9 16,0 10-1,-10 17-15,0 20 16,9 27-16,10 18 15,10 10 1,18-9-16,0 18 16,1 0-1,-1-19-15,-9 1 16,-10 9-16,-18-10 16,-10-18-1,0 0-15,-19-9 16,1-19-1,37-55-15</inkml:trace>
  <inkml:trace contextRef="#ctx0" brushRef="#br0" timeOffset="32896">25899 2058 0,'0'0'0,"9"9"16,0 28-16,10 28 16,-9 18-1,-1 9-15,0-9 16,-9-18-16,0-28 15,0-9 1,0-19-16,0-9 16,0 0-1,29-46-15,18-47 16,9-17 0,1 8-16,-10 10 15,0 18-15,-10 9 16,1 10-1,0 9-15,-10 9 16,0 9 0,0 10-16,10 9 15,18 27-15,10 28 16,19 37 0,-19 37-16,0 0 15,-19-28 1,0 10-16,-10-28 15,-9-19 1,-9-27-16,-19-28 16</inkml:trace>
  <inkml:trace contextRef="#ctx0" brushRef="#br0" timeOffset="33190.75">27488 905 0,'0'0'16,"47"36"-16,48 57 16,17 64-1,11 55-15,-10 28 16,-29 28-1,-46-10-15,-38 56 16,-66-10 0,-66-8-16,-93 82 15,-67 28-15,179-258 16</inkml:trace>
  <inkml:trace contextRef="#ctx0" brushRef="#br0" timeOffset="34893.82">20386 4541 0,'0'0'16,"0"0"-16,0 9 15,-10 10-15,-8 27 16,-11 18-1,-8 29-15,-20 45 16,1 1 0,-1 27-16,10-28 15,0 1 1,19-10-16,19 0 16,9-18-16,9-19 15,10-27 1,9-10-16,10-9 15,18-9 1,10-18-16,19-19 16,-10-19-1,0-18-15,19-18 16,-9-19-16,-19-18 16,-10-1-1,-9-8-15,-9-1 16,-19 1-1,-10-10-15,-9 0 16,-9 1-16,-19-10 16,-19 9-1,-10 9-15,1 19 16,-1 19 0,1 18-16,9 9 15,-10 9 1,1 19-16,-10 18 15,10 9-15,9 10 16,47-28 0</inkml:trace>
  <inkml:trace contextRef="#ctx0" brushRef="#br0" timeOffset="35255.86">21759 3969 0,'0'0'0,"-9"27"0,-19 47 15,-10 46 1,-18 56-16,9 8 16,9-18-1,19 19-15,19 0 16,19-29 0,19-26-16,37-1 15,19-37-15,38-27 16,28-28-1,65 18-15</inkml:trace>
  <inkml:trace contextRef="#ctx0" brushRef="#br0" timeOffset="35536.41">23932 4661 0,'0'0'16,"0"18"-16,0 29 15,-9 17 1,0 1-16,-1-1 16,10-64-1</inkml:trace>
  <inkml:trace contextRef="#ctx0" brushRef="#br0" timeOffset="35722.68">24186 4283 0,'0'0'16,"0"0"-16,0 0 15,0 18-15,10 47 16,9 64 0,18 102-1,-8-1-15</inkml:trace>
  <inkml:trace contextRef="#ctx0" brushRef="#br0" timeOffset="37022.56">17234 1883 0,'0'0'0,"0"0"15,0 0-15,10 0 16,9 0 0,28 0-16,66 0 15,46-9 1,48-19-16,19-18 16,-38 0-16,-37-10 15,-29 1 1,-56 18-16,-10-9 15,-27 18 1,-11 0-16,-8 1 16,-10-1-16,-10 0 15,1-9 1,-19-18-16,0 9 16,-19-9-1,9 8-15,10 1 16,0-9-1,9-1-15,9 20 16,10-1-16,10 0 16,-1 9-1,19 10-15,10-19 16,0 27 0,-1-8-16,1 18 15,-1 18-15,11-8 16,-1 27-1,-10 36-15,1 1 16,-19-9 0,-1 27-16,-8-18 15,-1-9 1,1-19-16,8-9 16,1-10-1,19-8-15,28-10 16,65-18-16,48-37 15,9-28 1,29-9-16</inkml:trace>
  <inkml:trace contextRef="#ctx0" brushRef="#br0" timeOffset="37973.35">21054 341 0,'0'0'15,"-10"19"1,-8 27-16,8 56 16,1 18-16,9-56 15,9 65 1,19-9-16,19 10 16,19-20-1,-66-110-15</inkml:trace>
  <inkml:trace contextRef="#ctx0" brushRef="#br0" timeOffset="38510.24">21665 600 0,'0'0'15,"0"0"-15,0 0 16,10 28 0,-1 36-16,0 38 15,1-47-15,-1 1 16,1-10 0,-1-9-16,1-10 15,-10-27 1,0 0-16,0 0 15,9-18 1,0-1-16,10-8 16,0-10-16,0 0 15,9-9 1,-9 18-16,0 19 16,-10-19-1,10 10-15,0 18 16,-10-19-1,10 10-15,19 9 16,-1 9-16,10 10 16,0 27-1,0-19-15,10 29 16,-20-19 0,1 0-16,-10-10 15,0 10-15,1-37 16,8 0-1,10-18-15,-47 18 16</inkml:trace>
  <inkml:trace contextRef="#ctx0" brushRef="#br0" timeOffset="39406.43">22757 434 0,'0'-19'0,"0"-36"16,9 9-16,-9 18 15,0 10 1,0 8-16,0 10 15,0 0 1,0 0-16,0 28 16,0 46-16,0 27 15,-9 10 1,-1 9-16,20-55 16,-1-1-1,10 10-15,0 0 16,-1-28-1,11-9-15,-1-9 16,19-10-16,0-8 16,9-20-1,1-8-15,-10-1 16,0-8 0,-10 8-16,1-18 15,-10 19 1,-9-1-16,-9 19 15,-1-18-15,-9 18 16,0 0 0,9 18-16,10-8 15,0 17 1,0 10-16,18-18 16,1 8-16,28-8 15,-10-10 1,1-9-16,-10-9 15,0 0 1,-9-10-16,-1 1 16,1-1-1,-19-18-15,9 10 16,-9-10-16,-10 0 16,-9 9-1,-19 0-15,-9-18 16,-10 28-1,-18 9-15,-10-10 16,10 19-16,9 19 16,9-19-1,19 9-15,19-9 16,0 0 0,47-9-16,66-38 15,47-8 1,19 9-16,-10 9 15,10 9-15,-38 19 16,-38 37 0,-27-10-16,-20 10 15,-37 0 1,9 27-16,0 28 16,-18 19-16,-10-1 15,-10 28 1,-8-18-16,-1-19 15,0-18 1,0-9-16,19-65 16</inkml:trace>
  <inkml:trace contextRef="#ctx0" brushRef="#br0" timeOffset="40039.51">25767 748 0,'0'0'0,"0"9"16,9 28 0,1 9-16,-10 9 15,9-9 1,-9-9-16,0 0 15,0-9 1,0-10-16,0-8 16,0-10-16,0 0 15,0 0 1,0 0-16,10-10 16,8-17-1,1-10-15,9-9 16,-9 9-16,9-9 15,1 9 1,8 0-16,1-9 16,0 18-1,-1 0-15,-9 19 16,1 0 0,-1 9-16,-9 9 15,9 28-15,0-9 16,0 27-1,1 10-15,-1-19 16,0 0 0,0-9-16,-28-37 15</inkml:trace>
  <inkml:trace contextRef="#ctx0" brushRef="#br0" timeOffset="40289.08">26708 18 0,'0'0'0,"47"28"15,47 46-15,9 28 16,1 54-16,-10 29 15,-28 46 1,-29 92-16,-74 18 16,8-119-1</inkml:trace>
  <inkml:trace contextRef="#ctx0" brushRef="#br0" timeOffset="40906.3">26962 3553 0,'0'0'15,"0"0"-15,9 10 16,10 8-16,28 37 16,38 47-1,-1 46 1,20 18-16,-20 46 16,-27-9-16,-29 9 15,-37-9 1,-38 28-16,-47 0 15,-48 37-15,-55-19 16,56-74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4T08:54:43.0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7705 3886 0,'0'0'0,"0"0"16,0 0-16,0 0 15,0 0 1,0 0-16</inkml:trace>
  <inkml:trace contextRef="#ctx0" brushRef="#br0" timeOffset="2130.38">5814 1541 0,'0'0'15,"0"0"-15,0 0 16,0 0 0,0 0-16,0 0 15,0 10-15,0 17 16,-10 29 0,1 17-16,9 11 15,-9-1 1,9-10-16,0-8 15,0-10-15,0-8 16,9-10 0,0-10-16,1-18 15,9 1 1,-19-10-16</inkml:trace>
  <inkml:trace contextRef="#ctx0" brushRef="#br0" timeOffset="2446.61">6284 1384 0,'0'0'0,"0"0"15,0 0-15,0 0 16,0 10-1,0 8-15,-9 10 16,-1 18 0,10 9-16,0 19 15,10 0 1,-1-9-16,1-1 16,-1-18-16,10 10 15,0-10 1,-1 0-16,1 0 15,-19-46-15</inkml:trace>
  <inkml:trace contextRef="#ctx0" brushRef="#br0" timeOffset="3179.66">9511 1394 0,'0'0'0,"0"0"16,0 0-16,-10 9 15,-8 0 1,-11 10-16,1-1 16,0 10-16,9-1 15,0 1 1,10 0-16,0-10 16,9 1-1,9-1-15,19 1 16,29-1-1,8 1-15,11-1 16,-10 0-16,-19 1 16,-10 9-1,-18-1-15,-10 10 16,-9 19 0,-28 17-16,-38 20 15,-9-19-15,-10-10 16,85-64-1</inkml:trace>
  <inkml:trace contextRef="#ctx0" brushRef="#br0" timeOffset="3396.59">9304 1514 0,'0'0'0,"0"0"15,0 0-15,19 0 16,37-10 0,57-8-16,28-10 15,38-9 1,18-9-16,-27 0 16,56-9-1</inkml:trace>
  <inkml:trace contextRef="#ctx0" brushRef="#br0" timeOffset="4230.42">13406 905 0,'0'0'0,"0"0"15,-10 9-15,-9 18 16,-18 10-16,-20 46 16,-18 37-1,0 19-15,9-1 16,9 1-1,20-19-15,27-19 16,1-27 0,18-9-16,10-28 15,9 0-15,19-10 16,19-18 0,0-18-16,0-9 15,0-1 1,-19-8-16,0-1 15,-19 0-15,0 1 16,-18-1 0,-1 0-16,-9 0 15,0 10 1,-9 0-16,-10-1 16,-19 10-1,-18 0-15,-1 9 16,-18 9-16,9 9 15,19-8 1,10-1-16,8-9 16,29 0-1</inkml:trace>
  <inkml:trace contextRef="#ctx0" brushRef="#br0" timeOffset="4846.79">13819 1283 0,'0'0'16,"0"0"-16,0 0 15,0 0 1,0 0-16,10-9 15,28-19-15,18-9 16,10 0 0,9 0-16,-18 10 15,-1 8 1,-18 10-16,-1 9 16,-9 0-16,-18 9 15,-1 10 1,-9 17-16,-9 20 15,-19 18 1,-1-10-16,11-8 16,-1-10-1,9-18-15,10-1 16,10-8-16,9-1 16,18 1-1,20-1-15,18 1 16,10-1-1,-10 0-15,-19 1 16,-18-1-16,-10 1 16,-9 8-1,-10 10-15,-9 10 16,-28 17 0,-19 1-16,-28-10 15,0-9 1,-1-9-16,10-18 15,19-10-15,0 0 16,19-18 0,28 9-16</inkml:trace>
  <inkml:trace contextRef="#ctx0" brushRef="#br0" timeOffset="5593.65">17451 1218 0,'0'0'0,"0"0"15,0 0 1,0 0-16,0 0 16,9 0-16,19 0 15,38-9 1,47-9-16,0-10 15,19 0 1,-19 10-16,-38-1 16,-19 10-1,-9 0-15,-9 0 16,-10 9-16,-9 0 16,-10 0-1,1 9-15,-10 9 16,-10 28-1,-8 38-15,-11 36 16,1-10-16,0 10 16,0 9-1,9-27-15,9-10 16,1-18 0,0-9-16,9-10 15,0-9 1,0-9-16,0-9 15,0-10-15,0 1 16,0-10 0,0-9-16</inkml:trace>
  <inkml:trace contextRef="#ctx0" brushRef="#br0" timeOffset="6447.51">21421 1255 0,'0'0'16,"0"0"-16,0 0 16,0 0-16,0 0 15,0 0 1,9 0-16,10-9 16,19 0-1,18 0-15,0-1 16,1 10-16,-20 10 15,1 8 1,-10 0-16,-9 10 16,-9 18-1,-20 19-15,-27 18 16,-39 9-16,-8-9 16,-1-9-1,10-18-15,18-20 16,20-17-1,18-10-15,9 0 16,10-9 0,0 0-16,10 0 15,27-9-15,39 0 16,27-10 0,1 1-16,-10 9 15,0 0 1,0-10-16,-9 1 15,-85 18 1</inkml:trace>
  <inkml:trace contextRef="#ctx0" brushRef="#br0" timeOffset="6697.12">22380 1015 0,'0'0'0,"0"0"15,10 19-15,-1 55 16,0 55-16,10 28 16,0 9-1,0 0-15,0-18 16,9 9-1,10 64-15</inkml:trace>
  <inkml:trace contextRef="#ctx0" brushRef="#br0" timeOffset="7497.29">25917 969 0,'0'0'0,"-9"9"15,-10 28 1,-28 19-16,-38 45 15,1 1 1,9-1-16,9 1 16,9-10-16,20-27 15,18-10 1,0-9-16,19-18 16,0-10-1,9 1-15,20-1 16,18 1-1,28-1-15,19-9 16,-19-9-16,1-9 16,-11-9-1,-8-10-15,-57 28 16</inkml:trace>
  <inkml:trace contextRef="#ctx0" brushRef="#br0" timeOffset="7714.04">25823 1504 0,'0'0'0,"0"10"16,0 27-16,10 46 15,-1 27 1,-9 20-16,0 27 15,0-47 1,10-8-16,-10-102 16</inkml:trace>
  <inkml:trace contextRef="#ctx0" brushRef="#br0" timeOffset="8163.37">26538 1052 0,'0'0'0,"0"9"16,-9 28 0,-10 28-16,0 18 15,0 0-15,1 9 16,8 1 0,1-19-16,9-1 15,0-17 1,9-1-16,10-9 15,19 0 1,9-9-16,19 0 16,18-9-16,-9-19 15,1 0 1,-10-18-16,-10 0 16,-9-19-1,-47 28-15</inkml:trace>
  <inkml:trace contextRef="#ctx0" brushRef="#br0" timeOffset="8350.64">26773 1468 0,'0'0'0,"0"0"15,0 27-15,-9 47 16,9 46-1,0 18-15,0 47 16,-9-28 0,-1 64-16</inkml:trace>
  <inkml:trace contextRef="#ctx0" brushRef="#br0" timeOffset="10563.5">29144 1246 0,'0'0'0,"0"0"15,0 0-15,0 0 16,0 0 0,0 0-16,0 0 15,0 0-15,0 0 16,0 0 0,0 0-16,0 0 15,0 0 1,0 0-16,0 0 15,0 0 1,0 0-16,19-9 16,9-10-16,38-8 15,9-1 1,1 9-16,-1 10 16,0-18-1,-9 17-15,-10 1 16,-18 9-1,0 0-15,-10 0 16,-9 0-16,-10 0 16,0 0-1,-9 0-15,0 0 16,10 9 0,-1 1-16,1 17 15,-10 1-15,0 46 16,0 18-1,-10 19-15,10 0 16,-9 9 0,-1-28-16,1 0 15,0 0-15,-1-18 16,1-9 0,9-19-16,0-9 15,0 0 1,0-9-16,0-28 15</inkml:trace>
  <inkml:trace contextRef="#ctx0" brushRef="#br0" timeOffset="12367.37">28815 1135 0,'0'0'0,"0"0"16,0 0-1,0 0-15,0 0 16,0 0 0,-10 9-16,1 1 15,0 8 1,-10 10-16,0 9 15,10 18-15,-1 19 16,1 0 0,-1 37-16,10-1 15,-9 1 1,9-9-16,-9 8 16,-1-17-16,1-19 15,-1-10 1,10-18-16,-9 0 15,9-18 1,0 0-16,0-10 16,0-9-16,0-9 15,0 0 1</inkml:trace>
  <inkml:trace contextRef="#ctx0" brushRef="#br0" timeOffset="13970.48">31957 1301 0,'0'0'0,"0"0"15,0 0-15,0 0 16,0 0-1,0 0-15,0 10 16,0-1 0,0 19-16,0 8 15,-9 11-15,-1 26 16,1 29 0,-10 9-16,10 9 15,-1 0 1,10 0-16,0-19 15,0-27-15,0-19 16,0-8 0,0-47-16</inkml:trace>
  <inkml:trace contextRef="#ctx0" brushRef="#br0" timeOffset="29930.27">19229 2114 0,'0'0'0,"-10"0"0,-18 9 16,-10 0 0,-18 19-16,-10-1 15,-9 1-15,-10 0 16,-9 9-1,-19 0-15,10 0 16,-10-1 0,-19 11-16,1 8 15,-20 0 1,10 1-16,-28 8 16,-1-8-16,-9 8 15,-18 1 1,28-10-16,-38 10 15,18 9 1,1-10-16,-9 10 16,27-18-1,1-1-15,9 0 16,28-8-16,-9-11 16,28 1-1,10 0-15,9-9 16,9 0-1,19-10-15,1 1 16,18-1 0,-1 0-16,20-8 15,9-1-15,1 0 16,8-9 0,1 0-16,-1 0 15,10 0-15,0 0 16,0 0-1</inkml:trace>
  <inkml:trace contextRef="#ctx0" brushRef="#br0" timeOffset="31102.78">19191 2141 0,'0'0'16,"0"0"-16,10 10 16,8 8-1,20 10-15,18 9 16,20-1-16,-1 1 16,10-9-1,18 0-15,1 9 16,-10-10-1,9 10-15,10 0 16,0 0 0,0 9-16,-10 0 15,20 10-15,8-10 16,1 9 0,9 1-16,10-1 15,-1-9 1,1 10-16,18-1 15,-19-9-15,10 0 16,29 10 0,-30-10-16,20 0 15,-9 0 1,-20 0-16,38 0 16,-47-9-1,19 9-15,-9 1 16,-1-10-16,-18-10 15,9 10 1,-28-18-16,0-1 16,0 10-1,0-10-15,-29-9 16,-8 1 0,-11 8-16,-18-9 15,-9 1-15,-10-10 16,1 0-1,-11 0-15,-8 0 16,-1 0 0,-9 0-16,0 0 15</inkml:trace>
  <inkml:trace contextRef="#ctx0" brushRef="#br0" timeOffset="32382.01">6275 4753 0,'0'0'16,"0"0"-16,0 0 16,0 0-16,0 0 15,0 0 1,0 0-16,0 0 15,0 0 1,0 0-16,-10 9 16,1 10-1,9 27-15,-9 19 16,-1-1-16,10 10 16,0 9-1,0 10-15,10-20 16,-1 1-1,0-9-15,-9-10 16,10-9 0,-1-9-16,1-9 15,-1 0-15,0-19 16,-9-9 0</inkml:trace>
  <inkml:trace contextRef="#ctx0" brushRef="#br0" timeOffset="32884.44">7225 4486 0,'0'0'0,"0"0"16,0 0-1,0 0-15,0 9 16,0 19-1,0 18-15,0 9 16,9 28-16,1 9 16,-1 10-1,10-1-15,0-8 16,-10-1 0,1-18-16,-1 0 15,0-10-15,1-18 16,-1-9-1,1 0-15,-1-18 16,-9-1 0,9 1-16,-9-10 15,10 0 1,-1 0-16,-9-9 16</inkml:trace>
  <inkml:trace contextRef="#ctx0" brushRef="#br0" timeOffset="33930.71">10207 4643 0,'0'0'0,"0"0"16,-9 9-1,-10 18-15,0 10 16,-9 19 0,0 8-16,9-8 15,0 8 1,10-8-16,9-10 15,9-9 1,0-10-16,10 1 16,9 0-16,10-10 15,18 1 1,1-1-16,-1 1 16,1-10-1,-1 9-15,-18-8 16,-10 8-16,-9 1 15,-10 8 1,-9 10-16,-19 18 16,-18 10-1,-29 0-15,-9-1 16,9-18 0,9-9-16,1-9 15,9-19-15,9-9 16,38 0-1</inkml:trace>
  <inkml:trace contextRef="#ctx0" brushRef="#br0" timeOffset="34301.78">10085 4744 0,'0'0'0,"0"0"16,9-9-16,10-10 16,19 1-1,27-19-15,20 0 16,19-9-16,-1 0 15,1 0 1,-10 9-16,-10 9 16,-8 0-1,-11 10-15,-18-1 16,0 10-16,-9 0 16,-10 0-1,1-1-15,-1 10 16,-28 0-1</inkml:trace>
  <inkml:trace contextRef="#ctx0" brushRef="#br0" timeOffset="35080.51">13387 4236 0,'-10'10'0,"-18"27"16,-38 46 0,-28 37-16,10-10 15,-1 29-15,28-1 16,10-9-1,29-18-15,8-18 16,20-29 0,18-8-16,9-10 15,1-19 1,28-8-16,0-10 16,-10-18-16,-9 0 15,-9-1 1,-1-8-16,-18-1 15,0 1 1,0 0-16,-10-10 16,-9 0-1,0 10-15,-9-10 16,-10 0-16,-19 10 16,-18-1-1,-10 10-15,10 0 16,9 9-1,9 0-15,19-9 16,19 9-16</inkml:trace>
  <inkml:trace contextRef="#ctx0" brushRef="#br0" timeOffset="35700.94">13801 4375 0,'0'0'16,"0"0"-16,0 0 15,9 0 1,19-9-16,10-1 15,0 1 1,-10 0-16,0 9 16,-9 0-16,-10 0 15,1 9 1,-10 10-16,-10 8 16,-18 19-1,0 1-15,-10 8 16,10-18-16,9-9 15,10-10 1,9 1-16,0-10 16,9 0-1,19 0-15,19 10 16,0-1 0,0 1-16,-18-1 15,-1 0-15,-9 1 16,0-1-1,-10 10-15,-9 9 16,-9 18 0,-10 1-16,-19-1 15,-9 1-15,0-10 16,0-9 0,9-10-16,1-8 15,8-10 1,11 0-16,-1-9 15,9 0 1,10 0-16</inkml:trace>
  <inkml:trace contextRef="#ctx0" brushRef="#br0" timeOffset="36432.67">15936 4283 0,'0'0'0,"0"0"16,0 9-16,0 0 15,0 0 1,10 0-16,-1 1 16,29-1-1,27-9-15,1-9 16,10-1-16,-11 1 15,-18 0 1,-9 0-16,0 0 16,-10 9-1,-9 0-15,0 0 16,-10 9-16,0 0 16,1 19-1,-10 9-15,0 27 16,-10 10-1,1 0-15,0 9 16,-10 9 0,9-18-16,-8 0 15,8-9 1,1-10-16,-1 0 16,10-9-16,0-9 15,0 19 1,0-1-16,0-55 15</inkml:trace>
  <inkml:trace contextRef="#ctx0" brushRef="#br0" timeOffset="37730.28">22051 4366 0,'0'0'16,"9"0"-16,20 0 16,8 0-1,20 0-15,9 9 16,-10 9-1,0 10-15,-18 18 16,-10 10-16,-9 8 16,-19 1-1,-9 9-15,-20 9 16,-8-10 0,-10 1-16,9-9 15,1-19-15,18-18 16,0-10-1,9-9-15,1 1 16,9-1 0,0-9-16,9 0 15,20 9-15,18-9 16,28 0 0,10-9-16,-1 0 15,-18-1 1,-9 1-16,-10 0 15,0-9 1,-10-1-16,1-9 16,0-9-16,-38 37 15</inkml:trace>
  <inkml:trace contextRef="#ctx0" brushRef="#br0" timeOffset="38064.42">23152 4329 0,'0'0'0,"0"0"15,0 0-15,0 18 16,0 19-1,0 28-15,0 9 16,0 18-16,0 9 16,-10-8-1,1 8-15,-1-18 16,10 0 0,-9-9-16,9-18 15,0-10 1,9-9-16,-9-37 15</inkml:trace>
  <inkml:trace contextRef="#ctx0" brushRef="#br0" timeOffset="38636.55">25381 4098 0,'0'0'16,"0"0"-16,0 0 15,-9 9 1,-10 19-16,-9 9 15,-10 9-15,-9 28 16,-9 9 0,9-9-16,0 9 15,9-9 1,10-10-16,9-8 16,9-20-1,1 1-15,9-9 16,9-9-16,10-1 15,10 10 1,27-1-16,19-8 16,0-10-1,20-9-15,-20 0 16,0-9-16,-75 9 16</inkml:trace>
  <inkml:trace contextRef="#ctx0" brushRef="#br0" timeOffset="38902.51">25428 4643 0,'0'0'0,"0"9"16,-9 9-16,-1 19 15,-8 28-15,-1 27 16,-9 19 0,9 0-16,0-10 15,10-27 1,9-19-16,0-18 16,0-18-16,0-19 15</inkml:trace>
  <inkml:trace contextRef="#ctx0" brushRef="#br0" timeOffset="39330.6">25993 4319 0,'0'0'0,"0"0"16,0 0 0,0 10-16,-10 17 15,1 10-15,-10 19 16,0 8-1,10 1-15,-1 0 16,10-10 0,10-9-16,-1-9 15,10 0 1,9 0-16,19 0 16,0-10-16,10-8 15,-10-10 1,9-9-16,-18-9 15,18-10 1,-56 19-16</inkml:trace>
  <inkml:trace contextRef="#ctx0" brushRef="#br0" timeOffset="39555.43">26115 4679 0,'0'0'0,"0"0"16,0 10-16,0 8 16,0 19-1,-9 28-15,9 18 16,0 18 0,0 19-16,0-18 15,9-10-15,0-37 16,-9-55-1</inkml:trace>
  <inkml:trace contextRef="#ctx0" brushRef="#br0" timeOffset="40031.68">28025 4209 0,'0'0'15,"0"0"-15,0 0 16,0 0-16,0 9 16,-10 9-1,1 19-15,-10 28 16,0 27-1,0 10 1,1-10-16,-1 10 16,0-1-16,10-27 15,-1-9-15,10-19 16,0-9 0,0-19-16,0-18 15</inkml:trace>
  <inkml:trace contextRef="#ctx0" brushRef="#br0" timeOffset="40588.64">28439 4236 0,'0'0'15,"0"0"-15,9 0 16,10-9-16,9 0 16,10 0-1,-1 9-15,1 0 16,0-10-1,-10 10-15,0 0 16,-9 0 0,-10 0-16,1 0 15,-10 0-15,0 0 16,0 10 0,0-1-16,0 9 15,-10 19 1,1 0-16,-1 19 15,-8 17 1,-11 1-16,11-9 16,-11 0-16,1 8 15,0 1 1,9-18-16,0-10 16,10-9-1,-1-10-15,1-8 16,9-1-16,0 1 15,9-10 1,1-9-16,-10 0 16</inkml:trace>
  <inkml:trace contextRef="#ctx0" brushRef="#br0" timeOffset="41081.68">30856 4006 0,'0'0'0,"0"0"15,0 0 1,0 18-16,-9 19 15,-1 18 1,1 19-16,-10 19 16,0 17-1,1 1-15,-1-19 16,9 10-16,-8-10 16,8 0-1,10-27-15,-9 0 16,9-10-1,0 0-15,-10-8 16,10-47-16</inkml:trace>
  <inkml:trace contextRef="#ctx0" brushRef="#br0" timeOffset="46924.35">11270 6064 0,'0'0'0,"0"0"0,0 0 15,0 0 1,0 0-16,0 0 16,0 0-1,0 0-15,-9 0 16,-10 9-16,-19 10 16,-18 8-1,-38 10-15,-29 9 16,1 0-1,-10 10-15,-28 8 16,10 1 0,-1 0-16,-18-1 15,28 10-15,9-9 16,1-1 0,-11 1-16,30-10 15,-1 1 1,19-10-16,0 0 15,18-9-15,1 0 16,19 0 0,9-10-16,0 1 15,9-9 1,10-10-16,9 0 16,9 0-1,1 1-15,9-10 16,0 0-16</inkml:trace>
  <inkml:trace contextRef="#ctx0" brushRef="#br0" timeOffset="47652.57">11439 5815 0,'0'0'16,"0"0"-16,0 0 15,0 0 1,0 0-16,0 0 15,0 9 1,0 9-16,10 1 16,9 9-1,9-1-15,9 10 16,20 0-16,18 9 16,19 0-1,0 0-15,19 1 16,10 8-1,8 0-15,1 1 16,0-10-16,-1 9 16,1 1-1,19 8-15,-20-8 16,-8-1 0,-20 0-16,1-8 15,-10-11 1,-19 1-16,-19-9 15,1 0-15,-20-10 16,-8 1 0,-11-10-16,1 0 15,0 0 1,-10 1-16,1-1 16,-10-9-1,0 0-15</inkml:trace>
  <inkml:trace contextRef="#ctx0" brushRef="#br0" timeOffset="48664.74">5089 7947 0,'0'0'16,"0"0"-1,0 0-15,0 0 16,0 18-16,0 10 15,0 27 1,10 10-16,-10 27 16,9 0-1,-9 1-15,10-1 16,-10-9-16,0-9 16,0-28-1,0-46-15</inkml:trace>
  <inkml:trace contextRef="#ctx0" brushRef="#br0" timeOffset="49001.18">5400 8021 0,'0'0'0,"0"0"16,0 0 0,0 0-16,9 9 15,1 9 1,-1 19-16,-9 9 16,0 10-16,0 27 15,0 9 1,-9-18-16,-1 9 15,10-9 1,0-10-16,0-8 16,0-19-1,10-10-15,-10-8 16,0-19-16</inkml:trace>
  <inkml:trace contextRef="#ctx0" brushRef="#br0" timeOffset="49868.77">8109 8039 0,'0'0'0,"0"0"16,0 0-1,0 0-15,-9 9 16,-1 0 0,-8 10-16,-1 18 15,0 0-15,0 0 16,0 0 0,10 0-16,9-10 15,9-8 1,1 8-16,9-8 15,18-1-15,10 1 16,0-1 0,0 1-16,-9-1 15,0 1 1,-10-1-16,-9 10 16,-10-1-1,-9 20-15,-9 17 16,-20 1-1,-8 9-15,-10-10 16,-10-8-16,10-19 16,0-10-1,10-18-15,37-9 16</inkml:trace>
  <inkml:trace contextRef="#ctx0" brushRef="#br0" timeOffset="50214.61">7921 8113 0,'0'0'0,"0"0"15,0 0 1,19-9-16,37-19 15,20-18-15,27 0 16,10-10 0,0 1-16,-10 9 15,-18 0 1,-10 9-16,-9 9 16,-19 10-1,-9 8-15,-10 1 16,0 0-16,-9 9 15,0 0 1,-10 0-16,-9 0 16</inkml:trace>
  <inkml:trace contextRef="#ctx0" brushRef="#br0" timeOffset="51181.25">13368 7291 0,'0'0'0,"0"0"15,0 0 1,0 0-16,0 0 15,0 0-15,0 10 16,-9 17 0,-1 10-16,-9 19 15,-9 17 1,-10 20-16,10-1 16,0 10-16,0 18 15,9-28 1,10-18-16,9-10 15,0-8 1,9-19-16,10-10 16,0-8-1,9-1-15,0-9 16,-9-9-16,9-9 16,-9 0-1,0 0-15,0 0 16,-10-1-1,0 1-15,1-9 16,-10-1-16,0 1 16,-10-1-1,1 10-15,-19-9 16,-10 8 0,0 10-16,-18 0 15,9 10-15,9-1 16,38-9-1</inkml:trace>
  <inkml:trace contextRef="#ctx0" brushRef="#br0" timeOffset="51782.25">13660 7762 0,'0'0'0,"0"0"16,9-9-16,10 0 16,0-1-1,9 1-15,0 0 16,0 0-1,0 9-15,-9 0 16,-9 9-16,-1 0 16,-9 0-1,0 10-15,0 9 16,-9-1 0,-1 1-16,10-10 15,0 1-15,0-1 16,0-8-1,10-1-15,-1 0 16,19 10 0,1-1-16,8-9 15,-9 10 1,1-10-16,-1 9 16,-9 1-16,-10-1 15,-9 19 1,-9 0-16,-10 9 15,-19 10 1,1-1-16,-10-9 16,9-9-16,0-9 15,10-10 1,0 1-16,9-10 16,10-9-1,9 0-15</inkml:trace>
  <inkml:trace contextRef="#ctx0" brushRef="#br0" timeOffset="52514.49">16153 7633 0,'0'0'0,"0"0"15,0 0-15,0 0 16,0 0-16,0 0 15,0 0 1,0 0-16,9-9 16,29-10-1,18-8-15,0-10 16,1 9 0,-1 0-16,-9 10 15,-9 9-15,-10-1 16,0 1-1,-9 9-15,0 0 16,-10 0 0,1 9-16,-1 1 15,1 8-15,-1 19 16,1 18 0,-10 19-16,0 9 15,-10 10 1,1 17-16,-1-17 15,1-10 1,-1-10-16,1 1 16,0-9-16,9-19 15,0 0 1,0 10-16,0-56 16</inkml:trace>
  <inkml:trace contextRef="#ctx0" brushRef="#br0" timeOffset="54556.39">26576 5796 0,'0'0'0,"0"0"16,-19 9-1,-9 10-15,-29 36 16,-18 1-16,-19 18 15,-19 18 1,-18 0-16,-11 10 16,-18-1-1,10-9-15,-10 1 16,10-19 0,-1 9-16,19-19 15,10 1-15,28-10 16,19-9-1,18-9-15,10 0 16,10-18 0,8-1-16,11-9 15,8 1-15,1-1 16,-1 0 0,10-9-16,0 0 15,0 0 1,0 0-16,0 0 15</inkml:trace>
  <inkml:trace contextRef="#ctx0" brushRef="#br0" timeOffset="55236.25">26783 5519 0,'0'0'0,"0"0"16,0 0-16,0 0 15,0 0 1,0 0-16,9 19 15,1-1-15,18 19 16,19 0 0,28 9-16,19 10 15,29 8 1,27 1-16,10-1 16,9-8-1,1-1-15,-1 10 16,19-1-16,0 1 15,0 0 1,10 8-16,-10-8 16,-18 0-1,-1-10-15,-47-9 16,-9 0-16,-19-9 16,-19-9-1,-18 0-15,-20-10 16,-8 1-1,-11-1-15,-8-9 16,-1 0 0,1 10-16,-20-1 15,10-18-15</inkml:trace>
  <inkml:trace contextRef="#ctx0" brushRef="#br0" timeOffset="56148.34">21656 7845 0,'0'0'0,"0"0"15,0 0 1,0 0-16,0 0 15,19 0 1,28-9-16,37-9 16,10-1-16,1 10 15,-20 0 1,-9 9-16,-19 9 16,-19 0-1,-9 10-15,0 8 16,-19 10-1,-10 37-15,-28 9 16,-18 9-16,-19 1 16,9-10-1,9-28-15,10 0 16,19-27 0,9 0-16,10-10 15,9-8-15,9-1 16,10 0-1,38-9-15,18-9 16,19-10 0,0 1-16,-19-1 15,10-8 1,-10-1-16,1 0 16,-76 28-16</inkml:trace>
  <inkml:trace contextRef="#ctx0" brushRef="#br0" timeOffset="56417.7">22691 7762 0,'0'0'15,"0"0"-15,0 0 16,0 9-1,0 10-15,9 27 16,0 19-16,1 8 16,9 29-1,0-1-15,-1 1 16,1-10 0,0-9-16,0 0 15,9 0-15,-28-83 16</inkml:trace>
  <inkml:trace contextRef="#ctx0" brushRef="#br0" timeOffset="57081.74">24450 7744 0,'0'0'0,"0"0"0,-10 9 16,1 9 0,-19 19-16,-10 19 15,-9 18 1,0 9-16,9-10 15,10 1-15,9-18 16,10-10 0,9 0-16,0-9 15,9-9 1,20 8-16,8-8 16,20 0-1,9-10-15,9-8 16,0-20-16,10-8 15,-19-1 1,-66 19-16</inkml:trace>
  <inkml:trace contextRef="#ctx0" brushRef="#br0" timeOffset="57331.35">24600 8113 0,'0'0'0,"0"0"16,0 0-16,0 18 16,-9 10-1,9 18-15,-9 28 16,-1 9 0,1 9-16,-1-9 15,10-9 1,0-9-16,10-19 15,-1-18-15,-9-28 16</inkml:trace>
  <inkml:trace contextRef="#ctx0" brushRef="#br0" timeOffset="57747.91">24911 7734 0,'0'0'0,"0"0"15,0 0-15,0 10 16,0 8-1,0 10-15,0 9 16,0 9-16,0 9 16,0 1-1,0-10-15,0 0 16,0-9 0,9 0-16,1-10 15,8 1 1,11 0-16,8-10 15,10-8-15,19-1 16,-9-9 0,-10-9-16,-10-1 15,-37 10 1</inkml:trace>
  <inkml:trace contextRef="#ctx0" brushRef="#br0" timeOffset="57964.44">25014 7956 0,'0'0'0,"0"0"16,0 9-16,0 19 16,0 9-1,0 27-15,0 29 16,10-1-1,-1 0-15,10 1 16,9-10-16,-28-83 16</inkml:trace>
  <inkml:trace contextRef="#ctx0" brushRef="#br0" timeOffset="58647.47">28627 7328 0,'0'0'16,"0"0"-16,9 10 15,10 17 1,0 19-16,18 47 15,-8 8 1,-1 19-16,-9 9 16,-10-18-16,10 0 15,0-19 1,0-36-16,-19-56 16</inkml:trace>
  <inkml:trace contextRef="#ctx0" brushRef="#br0" timeOffset="59118.88">29163 7439 0,'0'0'0,"19"-9"15,18-10-15,10 1 16,10-1 0,-1 1-16,-9 0 15,-9 8 1,-10 1-16,-9 9 15,0 0 1,-10 0-16,1 9 16,-1 1-16,0 8 15,1 19 1,-10 18-16,0 19 16,-10 18-1,1 1-15,0-1 16,9 0-16,0-18 15,0-18 1,0-10-16,9-9 16,0 0-1,1-19-15,-10-18 16</inkml:trace>
  <inkml:trace contextRef="#ctx0" brushRef="#br0" timeOffset="59499.14">31195 7245 0,'0'0'16,"0"0"-16,0 10 16,0 17-16,0 47 15,0 37 1,0 18-1,0 0-15,9 10 16,-9-1-16,10-9 16,-1 1-1,1-29-15,-10-101 16</inkml:trace>
  <inkml:trace contextRef="#ctx0" brushRef="#br0" timeOffset="66534.95">6651 9156 0,'0'0'0,"0"0"16,0 0-16,-9 0 15,-1 9 1,-9 0-16,1 1 16,-11 8-1,-8 10-15,-10 18 16,-19 9-16,-9 10 16,-10 9-1,-9 18-15,0 0 16,0-9-1,-10 0-15,29-27 16,0-1-16,9-9 16,9-9-1,10-9-15,19-10 16,0 1 0,19-10-16,-1-9 15,10 0-15</inkml:trace>
  <inkml:trace contextRef="#ctx0" brushRef="#br0" timeOffset="67145.73">6463 9045 0,'0'0'16,"0"0"-16,0 0 16,0 0-1,0 0-15,0 0 16,9 0 0,20 9-16,8 1 15,20 17-15,-1 1 16,19 18-1,1 0-15,-11 10 16,1 8 0,0 1-16,28-1 15,-9 1-15,0 0 16,-1-1 0,1-8-16,0-1 15,-10-9 1,0-9-16,-19 0 15,-8-9 1,-11-10-16,-9 1 16,1-1-16,-20-9 15,0 0 1,1 1-16,-10-10 16,0 0-1</inkml:trace>
  <inkml:trace contextRef="#ctx0" brushRef="#br0" timeOffset="67764.92">4431 10457 0,'0'0'0,"0"0"16,0 0-16,0 9 16,9 19-1,1 18-15,-1 10 16,10-1-1,-10 10-15,10-1 16,-9 10-16,-1-19 16,0-8-1,1-1-15,-1-19 16,-9-27 0</inkml:trace>
  <inkml:trace contextRef="#ctx0" brushRef="#br0" timeOffset="68047.97">4657 10420 0,'0'0'15,"0"0"-15,0 0 16,0 0-16,9 10 15,0 8 1,10 10-16,0 9 16,9 27-16,10 10 15,-10 0 1,0 9-16,-9 9 16,0-18-1,0-9-15,-19-65 16</inkml:trace>
  <inkml:trace contextRef="#ctx0" brushRef="#br0" timeOffset="68799.39">7611 10466 0,'0'0'15,"0"0"-15,0 0 16,-10 10-1,1 8-15,-10 19 16,10 0 0,-1 18-16,1-9 15,9-9-15,9 0 16,10-9 0,0 0-16,9-10 15,10 1 1,-1-1-16,1 1 15,0-1 1,-10-9-16,0 0 16,-9 10-16,0-1 15,-10 10 1,-9 9-16,-9 9 16,-20 0-1,1 0-15,-9-18 16,37-28-16</inkml:trace>
  <inkml:trace contextRef="#ctx0" brushRef="#br0" timeOffset="69064.75">7545 10522 0,'0'0'0,"0"0"16,0 0 0,19 0-16,28 0 15,47-19 1,19 1-16,18-10 16,-8 1-16,-1-10 15,-19 0 1,-18 9-16,-85 28 15</inkml:trace>
  <inkml:trace contextRef="#ctx0" brushRef="#br0" timeOffset="70787.23">15033 8722 0,'0'0'16,"0"0"-1,0 0-15,0 0 16,0 0-16,0 0 16,0 0-1,0 0-15,0 0 16,-19 9-1,-9 10-15,-28 18 16,-20 18-16,-18 28 16,-9 0-1,-38 28-15,9-10 16,0 10 0,1 0-16,-11 0 15,30-19-15,8 10 16,10-29-1,9-8-15,19 0 16,19-19 0,10-9-16,18-19 15,0 1 1,10-1-16,-1-9 16,10-9-16,0 0 15,0 0 1</inkml:trace>
  <inkml:trace contextRef="#ctx0" brushRef="#br0" timeOffset="71370.25">15033 8667 0,'0'0'15,"0"0"-15,0 0 16,0 0 0,0 0-16,0 18 15,9 10-15,1-1 16,9 29 0,9-1-16,19 10 15,0 9 1,9 0-16,20 18 15,-10-9 1,9-9-16,0 0 16,0-10-16,10 10 15,-10 0 1,-9-19-16,0 1 16,0-1-1,-10-9-15,-9-9 16,0 0-1,-9-9-15,-10-10 16,-9 1-16,-10-10 16,1 0-1,-10 0-15,0-9 16</inkml:trace>
  <inkml:trace contextRef="#ctx0" brushRef="#br0" timeOffset="72138.27">13086 10226 0,'0'0'0,"0"0"15,0 0-15,0 0 16,-10 19-1,1 18-15,-19 27 16,-10 20 0,-9 17-16,0 10 15,9 0-15,10 9 16,9-37 0,10-10-16,9-17 15,9-19 1,1-10-16,9-8 15,9-1-15,9-8 16,1-10 0,0-10-16,-1-8 15,-9-1 1,1 1-16,-10-10 16,-10 10-1,0-10-15,-9 0 16,-9 10-16,0-10 15,-20 10 1,1-1-16,-10 1 16,-9 18-1,10 0-15,-1 9 16,1 0-16,37-9 16</inkml:trace>
  <inkml:trace contextRef="#ctx0" brushRef="#br0" timeOffset="72780.12">13424 10402 0,'0'0'0,"0"0"16,0 0 0,10-9-16,9-1 15,-1 1 1,11 0-16,-1 0 16,0-1-16,-9 10 15,-10 0 1,1 0-16,-1 10 15,1 8 1,-1 19-16,-18 9 16,-1 10-1,-9-1-15,0-9 16,10-18-16,0-1 16,9-8-1,0-10-15,9 0 16,0 1-1,10-1-15,0 0 16,9 0 0,1 10-16,-1-1 15,0 1-15,-9-10 16,0 9 0,-1 1-16,-8 9 15,-10-1 1,-10 10-16,1 0 15,-10 0 1,-9 9-16,0-9 16,0-9-16,-1-10 15,11 1 1,-1-10-16,9 0 16,10-9-1,0 0-15</inkml:trace>
  <inkml:trace contextRef="#ctx0" brushRef="#br0" timeOffset="73498.56">15851 10236 0,'0'0'0,"0"0"16,0 0-16,0 0 15,0 0 1,0 0-16,0 0 15,0 0 1,10 0-16,9-10 16,18 1-1,1 0-15,9-9 16,0-1-16,-9 10 16,-1 0-1,-8 9-15,-1 0 16,0 0-1,-9 0-15,0 9 16,-10 0-16,0 10 16,1-1-1,-1 19-15,-9 9 16,0 9 0,-9 10-16,-1 0 15,1-1 1,0 1-16,-1-10 15,1 1-15,-1-10 16,1 0 0,0 0-16,9 19 15,0-65 1</inkml:trace>
  <inkml:trace contextRef="#ctx0" brushRef="#br0" timeOffset="74374.22">23217 8916 0,'0'0'16,"0"0"-16,-9 0 16,0 0-1,-20 9-15,-18 19 16,-9 9-1,-29 18-15,-9 10 16,-19 18 0,-9 18-16,19-18 15,-10 10-15,9-10 16,10 0 0,9-19-16,10 1 15,28-19 1,10-9-16,8-9 15,10-19 1,10 9-16,0-8 16,-1-1-16,1 0 15,9-9 1,0 0-16</inkml:trace>
  <inkml:trace contextRef="#ctx0" brushRef="#br0" timeOffset="74789.35">23321 9064 0,'0'0'0,"0"0"16,0 0 0,19 9-16,18 18 15,20 20 1,-1-1-16,20 9 15,-11-9-15,11 10 16,-10-10 0,-10 0-16,-9-9 15,0 0 1,-9 0-16,-10 0 16,-9 0-1,0-10-15,-19-27 16</inkml:trace>
  <inkml:trace contextRef="#ctx0" brushRef="#br0" timeOffset="75488.8">20997 10411 0,'0'0'0,"0"0"16,10 0-16,9 0 15,9 0 1,19 0-16,-10 0 16,1 0-16,0 9 15,-10 1 1,-9 8-16,0 10 16,-10-1-1,-9 10-15,-9 0 16,-10 9-1,-9 0-15,9 1 16,0-10-16,0-10 16,10 1-1,-1-10-15,1-8 16,9-1 0,0-9-16,0 0 15,9 9-15,19-9 16,20 0-1,17-18-15,20-1 16,-10-9 0,1-18-16,-20 9 15,-56 37 1</inkml:trace>
  <inkml:trace contextRef="#ctx0" brushRef="#br0" timeOffset="75731.28">21778 10273 0,'0'0'16,"0"0"-16,0 0 15,0 0 1,0 18-16,0 10 16,0 27-1,0 19-15,0 9 16,-9 9-1,9 1-15,0-1 16,9-18-16,10-10 16,-19-64-1</inkml:trace>
  <inkml:trace contextRef="#ctx0" brushRef="#br0" timeOffset="76318.33">23932 10254 0,'0'0'0,"0"0"15,0 0-15,0 0 16,0 0-16,-9 9 15,0 10 1,-10 9-16,-9 8 16,-19 20-1,9-1-15,0 1 16,1-1 0,-1 0-16,10-9 15,9-9-15,0-9 16,10 0-1,9-1-15,0-8 16,0-1 0,9 1-16,10-1 15,9 1-15,19-1 16,19-9 0,9 1-16,1-10 15,-1-10 1,0-8-16,-18 0 15,-57 18 1</inkml:trace>
  <inkml:trace contextRef="#ctx0" brushRef="#br0" timeOffset="76553.45">24036 10623 0,'0'0'0,"0"0"15,0 0 1,0 19-16,0 8 16,0 20-1,-9 17-15,9 19 16,0 0 0,0-9-16,0-18 15,9-10-15,10-19 16,-19-27-1</inkml:trace>
  <inkml:trace contextRef="#ctx0" brushRef="#br0" timeOffset="76968.92">24506 10328 0,'0'0'0,"0"0"15,0 9 1,0 10-16,0 8 16,0 10-1,0 19-15,0-1 16,0-9-16,0 10 15,0-10 1,0-9-16,0 0 16,10-10-1,-1 1-15,1-10 16,8 1 0,1-1-16,19 1 15,18-10-15,10 0 16,0-18-1,-19 0-15,9-19 16,-9 0 0,-47 28-16</inkml:trace>
  <inkml:trace contextRef="#ctx0" brushRef="#br0" timeOffset="77184.2">24798 10651 0,'0'0'15,"0"0"1,0 0-16,0 9 16,9 10-16,1 18 15,-1 27 1,-9 29-16,0 8 16,0-9-1,0 1-15,0-10 16,10-9-16,-10-74 15</inkml:trace>
  <inkml:trace contextRef="#ctx0" brushRef="#br0" timeOffset="77913.55">29379 8611 0,'0'0'0,"0"0"15,0 0-15,0 0 16,0 9-16,-9 19 16,-19 18-1,-19 19-15,-19 18 16,-19 19 0,0-1-16,-18 19 15,18-28 1,1 1-16,18-10 15,9-9 1,1-10-16,18-18 16,10-9-16,9-9 15,0-10 1,10 1-16,0-10 16,9 0-16,0-9 15,0 0 1</inkml:trace>
  <inkml:trace contextRef="#ctx0" brushRef="#br0" timeOffset="78298.38">28994 8750 0,'0'0'15,"0"0"-15,9 0 16,10 9 0,28 19-16,28 18 15,29 37 1,9 0-16,-1 0 15,20 0-15,9 0 16,-9-9 0,-10-9-16,-18-10 15,-10-9 1,-10 0-16,-18 0 16,-9-9-16,-10 0 15,-10 0 1,-37-37-16</inkml:trace>
  <inkml:trace contextRef="#ctx0" brushRef="#br0" timeOffset="78770.35">28100 10559 0,'0'0'0,"0"18"16,9 19-16,1 28 15,-1 27 1,1 10-16,-1-29 16,-9-8-16,9 0 15,-9-29 1,10-8-16,-1-19 16,-9-9-1</inkml:trace>
  <inkml:trace contextRef="#ctx0" brushRef="#br0" timeOffset="79315.16">28373 10356 0,'0'0'0,"0"0"15,0 0-15,0 0 16,0 0-1,0 0-15,0 0 16,0 0 0,19-10-16,18 1 15,10 0 1,0 0-16,0 0 16,-9-1-16,0 10 15,-10 0 1,-9 0-16,-10 0 15,10 0 1,-10 0-16,1 0 16,-10 0-16,9 10 15,0-1 1,1 0-16,-1 9 16,1 10-1,-1 9-15,0 18 16,-9 1-1,-9-1-15,0 1 16,-1-1-16,1 0 16,-1-9-1,1-9-15,9 0 16,0-9-16,0 0 16,9-1-1,1 1-15,9-9 16,9-1-1,-28-18-15</inkml:trace>
  <inkml:trace contextRef="#ctx0" brushRef="#br0" timeOffset="79731.55">30612 10374 0,'0'0'16,"0"0"-16,0 0 16,0 0-1,0 0-15,0 0 16,0 0-16,0 0 16,0 0-1,0 0-15,0 19 16,0 18-1,9 27-15,10 19 16,-10 37 0,20 28-16,-29-148 15</inkml:trace>
  <inkml:trace contextRef="#ctx0" brushRef="#br0" timeOffset="83103">2342 1311 0,'-9'18'0,"0"65"16,-10 46-1,9 19-15,10 18 16,19-9 0,0-28-16,19 37 15,-1-46-15,10 0 16,19 28 0,-19-28-16,0-9 15,0 0 1,0 9-16,-9 0 15,0-10 1,-10 19-16,-9 19 16,-19 9-16,-19 9 15,-19 28 1,-18 18-16,-20 1 16,-8-10-1,-1 9-15,10-37 16,9-9-16,19-18 15,9-37 1,20-28-16,8-18 16,10-19-1,19-9-15,0-10 16,18-8-16,29-1 16,0-9-1,19 1-15,9 8 16,-19 1-1,0 8-15,1 29 16,-11 17 0,-17 38-16,-20 37 15,-28 18 1,-28 56-16,-1-38 16,-18 10-16,10-19 15,8-18 1,11-28-16,-1 1 15,9-20 1,1-26-16,9-11 16,0 1-16,0-9 15,9-10 1,1 10-16,-1 9 16,10 9-1,0 9-15,0 19 16,-1 18-1,1 37-15,0 9 16,-10 10-16,-9 37 16,0-10-1,0 19-15,-9-28 16,0 27 0,9-45-16,0 27 15,9-46-15,0-18 16,10-28-1,0-28-15,9-18 16,19-9 0,19-10-16,-66-55 15</inkml:trace>
  <inkml:trace contextRef="#ctx0" brushRef="#br0" timeOffset="99002.52">4346 11519 0,'0'0'0,"0"0"0,0 0 16,0 0 0,0 0-16,0 0 15,0 0 1,0 0-16,0 0 15,10 0-15,8 0 16,11 0 0,8-10-16,10 1 15,19-9 1,-9-1-16,-1 10 16,10 0-16,-10 0 15,-9 9 1,-9 0-16,0 0 15,-1 0 1,-8 0-16,-1 0 16,0 0-1,-9 0-15,9 9 16,-28-9-16</inkml:trace>
  <inkml:trace contextRef="#ctx0" brushRef="#br0" timeOffset="99819.21">7150 11565 0,'0'0'0,"0"0"15,0 0-15,9 0 16,10-9 0,9-1-16,0 1 15,10 0-15,9 0 16,0-1 0,9-8-16,1 9 15,-1-10 1,10 1-16,-9 9 15,-10-1-15,0 1 16,-10 0 0,-8 9-16,-1 0 15,-9 0 1,-10 0-16,0 0 16,1 0-1,-10 0-15,0 0 16,0 0-16,0 0 15,0 0 1</inkml:trace>
  <inkml:trace contextRef="#ctx0" brushRef="#br0" timeOffset="100848.88">5146 11740 0,'0'0'0,"0"0"15,0 0 1,0 0-16,0 0 16,0 0-16,0 0 15,0 0 1,0 0-16,0 9 15,0 1 1,9 8-16,10 0 16,19 19-1,28 10-15,9-1 16,9 0 0,-8 0-16,18 0 15,0 0-15,0 0 16,-9-9-16,-1 0 15,-8 0 1,-1 0-16,0 9 16,-18-9-1,-10-9-15,-10-10 16,-9 1 0,1-1-16,-11-9 15,1 1-15,-9-1 16,-1 0-1,10 0-15,0-9 16,9 0 0,-28 0-16</inkml:trace>
  <inkml:trace contextRef="#ctx0" brushRef="#br0" timeOffset="101482.03">7338 11565 0,'0'0'16,"0"0"0,0 0-16,0 0 15,0 0-15,0 0 16,0 0-1,0 0-15,0 0 16,0 0 0,-10 9-16,-8 0 15,-11 10-15,-18 8 16,-9 10 0,-1 9-16,-8 1 15,-1-1 1,0 18-16,-9 1 15,18-10 1,1 1-16,-1-1 16,10-9-16,-9 10 15,9-10 1,9 0-16,0 0 16,10-9-1,9-9-15,1-10 16,8 1-1,1-10-15,-1 0 16,1 0-16,9 0 16,0-9-1</inkml:trace>
  <inkml:trace contextRef="#ctx0" brushRef="#br0" timeOffset="107498.36">5193 11749 0,'0'0'0,"0"0"16,0 0-16,0 0 16,0 0-1,0 0-15,0 0 16,0 10-1,0-1-15,0 0 16,9 0-16,1 0 16,-1 1-1,1-1-15,-1 0 16,0 10 0,1-1-16,9 10 15,-1-1 1,20 10-16,0 0 15,-1 0-15,1-9 16,9 9 0,-9-9-16,-1-1 15,10 10 1,0 0-16,-9-9 16,9 9-1,-19-10-15,0 1 16,1 0-16,-1-10 15,-9 1 1,-1-1-16,1-9 16,0 1-1,0-1-15,-10 0 16,10 0-16,-9 0 16,8 1-1,1-1-15,0 0 16,0 0-1,9 1-15,-9-10 16,9 9 0,0-9-16,0 0 15,10 0-15,-38 0 16</inkml:trace>
  <inkml:trace contextRef="#ctx0" brushRef="#br0" timeOffset="108512.51">7686 11426 0,'0'0'0,"0"0"15,0 0-15,0 0 16,0 0-16,0 0 16,0 0-1,0 0-15,0 0 16,-10 0 0,-8 10-16,-11 8 15,-18 10-15,-9 9 16,-10 9-1,-9 9-15,-19 10 16,0-1 0,18-8-16,-8 18 15,8-10 1,1 1-16,0-10 16,9 1-16,10-10 15,9 0 1,0-9-16,9 0 15,0 0 1,10-10-16,0 1 16,0 0-16,9-10 15,0 1 1,10-10-16,-1 0 16,1 0-1,-1 0-15,1 1 16,0-10-1,9 0-15,0 0 16,0 0-16,0 0 16,0 0-1,0 0-15,0 0 16,0 0 0,0 0-16,0 0 15,0 0 1,0 0-16,0 0 15,0 0-15,0 0 16,0 0 0,0 0-16,0 0 15,-10 9 1,10-9-16,0 0 16,0 0-16,0 0 15,0 0 1,0 0-16,0 0 15,0 0 1,0 0-16,0 0 16,0 0-1,0 0-15,0 0 16,0 0-16,0 0 16</inkml:trace>
  <inkml:trace contextRef="#ctx0" brushRef="#br0" timeOffset="111315.46">5183 12857 0,'0'0'15,"0"0"-15,0 0 16,0 0 0,-9 18-16,0 1 15,-10 9 1,0 8-16,-9 11 16,9-11-1,0 1 1,10-9-16,-1-9 0,10-1 15,0-9 1,0 0-16,0 1 16,10-1-1,-1 0-15,19-9 16,1 9-16,8 1 16,10-1-1,0 9-15,-9 1 16,0 8-1,-10 10-15,-9 0 16,-10 9 0,-9 19-16,-9 9 15,-10-19-15,0 1 16,-9-10 0,-10-9-16,10-10 15,0-8 1,9-10-16,0-9 15,19 0-15</inkml:trace>
  <inkml:trace contextRef="#ctx0" brushRef="#br0" timeOffset="111699.22">5118 12903 0,'0'0'16,"0"0"-16,0 0 16,0 0-1,0 0-15,0 0 16,9-9-1,29-10-15,28 1 16,9-10-16,9 10 16,-18-1-1,-19 10-15,-9 0 16,0 9 0,-10 0-16,0 0 15,0 0 1,0 9-16,10 0 15,-38-9-15</inkml:trace>
  <inkml:trace contextRef="#ctx0" brushRef="#br0" timeOffset="112699.32">6736 13032 0,'0'0'15,"0"0"-15,0 0 16,0 0 0,0 0-16,0 0 15,0 0 1,0 0-16,9 9 15,1 10-15,-1 18 16,10 18 0,-10 10-16,1-1 15,-1 1 1,0 9-16,1-9 16,-10-1-1,0-8-15,0-20 16,0 1-16,0-18 15,0-19 1</inkml:trace>
  <inkml:trace contextRef="#ctx0" brushRef="#br0" timeOffset="113017.22">7103 12811 0,'0'0'0,"0"0"15,0 0-15,0 0 16,0 0 0,0 9-16,0 9 15,0 19 1,0 10-16,0 17 15,0 19-15,9 9 16,10-8 0,-10-11-16,10 1 15,0 9 1,0 10-16,-1-10 16,-18-83-1</inkml:trace>
  <inkml:trace contextRef="#ctx0" brushRef="#br0" timeOffset="114091.06">4365 12598 0,'0'0'16,"0"10"-16,-9-1 16,-1 19-1,1 9-15,-10 27 16,10 19-16,-10 10 15,9 26 1,1 11-16,0-1 16,9 0-1,0 0-15,0-9 16,0-9-16,0-9 16,0-19-1,0-28-15,0-9 16,0-9-1,0-9-15,0-19 16,0-9 0,0 0-16</inkml:trace>
  <inkml:trace contextRef="#ctx0" brushRef="#br0" timeOffset="115305.28">4196 12580 0,'0'0'0,"0"0"16,0 0-16,9 0 15,29-9 1,18 0-16,38-1 16,19 10-1,0 0-15,9 0 16,19-9-16,-9 0 16,9 0-1,29-10-15,-10 1 16,9-1-1,10 1-15,-1-1 16,20 1-16,-29 9 16,-9-1-1,-9 1-15,-10 0 16,-10 9 0,20-9-16,-38 0 15,-10-1 1,1 1-16,-10 9 15,0-9-15,-28 0 16,-10 9 0,-9 0-16,-9 0 15,-10 0 1,0 0-16,-9 0 16,0 0-1,-10 0-15,1 9 16,-1 0-16,1 10 15,-1 17 1,-9 11-16,0 8 16,0 19-1,9 9-15,1 9 16,-1 10-16,1-10 16,-1 9-1,1 10-15,-1-18 16,-9-1-1,0-18-15,0 0 16,0-1 0,-9-8-16,9-19 15,0 0-15,-10-9 16,1-9 0,-1 0-16,1-10 15,-1 0 1,1 1-16,-10-1 15,-9 1 1,-10-1-16,-18 10 16,-29 0-16,-9-1 15,0-8 1,-19-1-16,-9 1 16,-10 8-1,1-8-15,-20-1 16,10 1-16,-19-1 15,-19 1 1,19-1-16,-18-9 16,-11 10-1,20-1-15,-19-18 16,28 10-16,10-10 16,-10 0-1,28 0-15,0 0 16,0 0-1,20 0-15,18 0 16,18 0 0,10-10-16,10 10 15,0 0-15,8-9 16,20 9 0,0 0-16,19 0 15,-1-9 1,10-19-16,0 28 15</inkml:trace>
  <inkml:trace contextRef="#ctx0" brushRef="#br0" timeOffset="115865.08">5927 12395 0,'0'0'0,"0"0"0,0 0 16,0 0-1,0 0-15,0 10 16,0 8 0,0 10-16,0 9 15,0 18 1,0 19-16,9 37 15,0-1-15,1 1 16,-1 28 0,1-10-16,-1-9 15,10 9 1,-19 0-16,9-9 16,1-18-1,-1-28-15,1-10 16,-10-18-16,0-9 15,0-9 1,0-10-16,0 1 16,9-1-16,-9-18 15</inkml:trace>
  <inkml:trace contextRef="#ctx0" brushRef="#br0" timeOffset="118154.85">4384 7531 0,'0'0'16,"0"0"-16,0 0 16,0 0-1,0 0-15,0 0 16,0 19-16,9 18 15,-9 18 1,10 28-16,-10 28 16,9 18-1,-9 0-15,0 1 16,9-10-16,1-10 16,-1-27-1,1-9-15,-1-9 16,1-10-1,-1-18-15,0 0 16,10 0-16,0-9 16,0-1-1,0-8-15,-1-1 16,11 1 0,-1-1-16,9 1 15,11 8 1,17 1-16,1-9 15,0-1-15,9 0 16,1 1 0,8-10-16,20 0 15,9 1 1,-19-1-16,9-9 16,10 0-1,0 0-15,-10 0 16,10-9-16,0 9 15,0-10 1,0 10-16,-10 0 16,10 0-1,0 10-15,0-1 16,0 0-16,9 0 16,1 10-1,-20-10-15,10 0 16,0 0-1,0 1-15,-19-1 16,9 0 0,1-9-16,-1 0 15,-9 0 1,-18 0-16,-1 0 16,0 0-16,0-9 15,-9 9 1,-9 0-16,-10-9 15,-10-1 1,1 1-16,0 0 16,-10 0-16,0 0 15,0-1 1,-9 1-16,0-9 16,0-1-1,-10 1-15,10-19 16,0-9-1,0-10-15,-1 1 16,-8-10-16,-1-9 16,1-9-1,-10-9-15,9 9 16,0-9 0,-9 18-16,0-18 15,10-1-15,-1-8 16,1-1-1,-1 10-15,0 9 16,1 0 0,-10 9-16,9 9 15,-9 10 1,0 9-16,0 9 16,0 9-16,0 0 15,0 10 1,0 9-16,0 0 15,0-1 1,0 1-16,0 9 16,0-9-16,-9 0 15,-10-1 1,0 1-16,-9 0 16,-10 0-1,-9 0-15,-18-1 16,-30 1-16,1 0 15,-19 0 1,-18-10-16,-39 10 16,20 0-1,-29-1-15,10 1 16,18 0 0,-27 0-16,18 0 15,-19-1-15,0-8 16,0 9-1,-9-1-15,10 1 16,8 9 0,-9 0-16,10 0 15,0 9-15,28 1 16,0 8 0,9-9-16,0 1 15,38-1 1,0-9-16,28 0 15,10 0 1,9 0-16,18 0 16,1 0-16,9 0 15,10 0 1,9 0-16,0 0 16,0 0-1,0 0-15</inkml:trace>
  <inkml:trace contextRef="#ctx0" brushRef="#br0" timeOffset="118832.57">6707 6959 0,'0'0'0,"0"0"15,0 0-15,0 0 16,0 9 0,-9 10-16,-10 18 15,0 18 1,1 19-16,-11 18 16,11 28-1,-1 19-15,9-10 16,1 19-16,9-10 15,0-9 1,0 0-16,0-9 16,0-9-1,0-28-15,0 0 16,0-9 0,0-9-16,9-10 15,-9-9-15,10 0 16,-10-9-1,9 0-15,1-9 16,-10 0 0,0-10-16,0 1 15,0-1-15,0 1 16,0-1 0,0-9-16,0 0 15,0 1 1,9-1-16,0 9 15,1 1-15,-10-19 16</inkml:trace>
  <inkml:trace contextRef="#ctx0" brushRef="#br0" timeOffset="119664.47">6548 9460 0,'0'0'0,"0"0"16,0 0-1,0 0-15,-10 0 16,-9 10-1,1-1-15,-11 0 16,-8 10-16,-1-1 16,-9 10-1,-9 9-15,-1 0 16,1 9 0,-10 9-16,-9 0 15,-1 1 1,1-1-16,0 1 15,9-1-15,9 0 16,10-18 0,10-9-16,-1 0 15,10-10 1,19-9-16,-1 1 16,10-10-1,0 0-15,0 0 16</inkml:trace>
  <inkml:trace contextRef="#ctx0" brushRef="#br0" timeOffset="120195.5">6773 9285 0,'0'0'0,"0"0"16,0 0 0,10 9-16,9 0 15,9 10-15,9 18 16,20 18-1,18 1-15,29 8 16,8 19 0,-8 0-16,-1 0 15,10-9 1,-9 0-16,-20-19 16,1 10-16,-19-10 15,-10 1 1,1-1-16,-19-18 15,-10 0 1,0-9-16,-9-1 16,0-8-1,-10-1-15,0-8 16,1-1-16,-10-9 16,0 0-1,0 0-15,0 0 16,0 0-1,0 0-15,0 0 16</inkml:trace>
  <inkml:trace contextRef="#ctx0" brushRef="#br0" timeOffset="121115.83">5353 11943 0,'0'0'16,"0"0"-16,0 0 15,9 19 1,1-1-16,8 10 15,1-1 1,9 1-16,10 0 16,0 0-1,18 8-15,10 1 16,0 0-16,0 0 16,-10 0-1,1 0-15,-1 0 16,-9 0-1,0-9-15,-9-1 16,9 10-16,-10-18 16,10-1-1,-47-18-15</inkml:trace>
  <inkml:trace contextRef="#ctx0" brushRef="#br0" timeOffset="121603.4">7385 11565 0,'0'0'0,"0"0"15,0 0-15,0 0 16,0 0-16,-10 9 16,-18 19-1,-38 18-15,-28 28 16,10-10-1,-20 29-15,10-10 16,-9 9-16,18-9 16,10 0-1,-1 0-15,11-18 16,8-10 0,19-9-16,10-9 15,9-9 1,1-10-16,8-8 15,1-1-15,9 0 16,0-9 0,0 0-16,0 0 15</inkml:trace>
  <inkml:trace contextRef="#ctx0" brushRef="#br0" timeOffset="125720.62">13406 11648 0,'0'0'0,"0"0"0,9 0 15,10 9 1,9 19-16,28 9 16,10 9-1,10 0-15,18 9 16,28 19-16,-19-18 15,1-1 1,9 0-16,-10 1 16,-9-10-1,-9 0-15,-19-9 16,0 0-16,-10 0 16,1-10-1,-10 1-15,0-9 16,-10-1-1,1-9-15,9-9 16,-47 0 0</inkml:trace>
  <inkml:trace contextRef="#ctx0" brushRef="#br0" timeOffset="126140.3">15569 11445 0,'0'0'0,"0"0"16,0 0-16,0 0 15,0 0 1,-19 9-16,-18 28 15,-20 9 1,-18 9-16,0 19 16,-10 0-1,10 0-15,0 9 16,9 0-16,0-18 16,10 9-1,18-19-15,10-9 16,-1 0-1,11-9-15,8-9 16,1-10 0,-1 1-16,1-10 15,9 0-15,0-9 16,0 0 0,0 0-16</inkml:trace>
  <inkml:trace contextRef="#ctx0" brushRef="#br0" timeOffset="126899.26">12559 7458 0,'0'0'16,"-10"-19"-16,-8-18 15,-11-18-15,1 9 16,0 0-1,0-1-15,0 10 16,-1 1 0,11 8-16,-1 0 15,0 10 1,9-1-16,1 10 16,0 0-16,9 9 15,0 0 1,-10 9-16,1 19 15,-1 36 1,10 29-16,0 17 16,10 20-16,-1 8 15,1 0 1,-1 1-16,0-19 16,-9-9-1,0-1-15,0-27 16,0-9-1,0-9-15,0-19 16,0-9-16,0-9 16,0-10-1,0-9-15,0 1 16,0-10 0,0-28-16,0 28 15</inkml:trace>
  <inkml:trace contextRef="#ctx0" brushRef="#br0" timeOffset="128045.05">12286 6885 0,'0'0'0,"0"0"15,0 0 1,9 0-16,20 0 16,18 10-16,28-1 15,28 0 1,20 0 0,27 0-16,20-9 15,-1-9-15,29 0 16,-20 0-1,29 9-15,19-9 16,0 9-16,0-10 16,9 1-1,-9 0-15,37 0 16,-18-1 0,27 1-16,-46 9 15,19-9-15,-48 0 16,20-1-1,-48 1-15,-19 9 16,1 0 0,-38 0-16,-38 0 15,-9 9 1,-10 1-16,-18-1 16,-10 0-16,1 0 15,-11 10 1,1-1-16,0 19 15,0 9 1,0 10-16,-1-1 16,1 10-16,-9 9 15,-1 18 1,0-9-16,1 0 16,-10 0-1,-10 9-15,1-18 16,0 19-1,-10-20-15,0 1 16,0-9-16,-9-10 16,0 1-1,-10-10-15,-18 9 16,-10-9 0,-9 0-16,-10-9 15,-9 0 1,-19 0-16,-19-9 15,1-10-15,-1-8 16,-28-1 0,9-9-16,1 0 15,-19 0 1,18 0-16,-18 0 16,-1 0-16,1 0 15,-10 0 1,10 0-16,-10 0 15,-18 9 1,27 0-16,-27 10 16,18-10-16,10 9 15,-10-8 1,38-1-16,-10 9 16,1-9-1,27 1-15,1-1 16,9 0-1,19 0-15,10 1 16,8-1-16,10 0 16,19-9-1,10 9-15,-1-9 16,19 0 0,1 0-16,18 0 15,0 0-15,0 0 16</inkml:trace>
  <inkml:trace contextRef="#ctx0" brushRef="#br0" timeOffset="128725.42">14911 6655 0,'0'0'0,"0"0"15,0 0 1,0 0-16,0 0 16,0 0-1,0 0-15,0 18 16,0 10 0,0 9-16,0 18 15,-10 10-15,10 27 16,0-9-1,0 9-15,0 1 16,0 17 0,10 10-16,-10-27 15,0 17 1,0-8-16,9 9 16,-9-19-16,10-9 15,-1 0 1,0 0-16,1 0 15,-1-9 1,1-9-16,-1-10 16,0-9-1,-9-9-15,10-9 16,-10-1-16,0 1 16,0-9-1,0-1-15,0-9 16,0-9-1,0 10-15,0-10 16,0 0-16,0 0 16,0 0-1</inkml:trace>
  <inkml:trace contextRef="#ctx0" brushRef="#br0" timeOffset="129827.39">12521 12211 0,'0'0'15,"0"0"-15,0 0 16,0 0 0,10 18-16,8 19 15,11 28 1,-1 18-16,10 37 15,-20 9-15,1 10 16,-9 17 0,-1-8-16,-9-19 15,0-18 1,0 0-16,-9-37 16,9-10-16,0-18 15,0-18 1,0-9-16,0-10 15,0-9 1,0 0-16</inkml:trace>
  <inkml:trace contextRef="#ctx0" brushRef="#br0" timeOffset="130893.16">12559 12442 0,'0'0'15,"0"0"-15,19 0 16,28-10 0,28 10-16,38 0 15,19 0 1,18 10-16,1-10 15,27 9-15,-8 0 16,46 0 0,-18 0-16,18 10 15,10-10 1,9 10-16,-9-10 16,28 9-16,-19 1 15,0-1 1,-28-9-16,19 10 15,-57-10 1,1 10-16,-20-1 16,-28-9-16,-37 1 15,-10-1 1,-18 0-16,-20 0 16,-8-9-1,-11 0-15,-8 0 16,-1 0-1,-9 0-15,0 9 16,0 1-16,-9-1 16,-1 9-1,-8 10-15,-11 9 16,1 0 0,0 0-16,0 0 15,-1 0-15,1 0 16,0-1-1,9 1-15,0 0 16,1 0 0,-1-9-16,0 0 15,-9-1 1,-1 1-16,1 0 16,-9-1-16,-1 1 15,-18 0 1,-20-1-16,-8-8 15,-10-1 1,-10 1-16,-9-10 16,-19 0-16,1 1 15,-1-1 1,-18 0-16,18 0 16,-9 0-1,0 1-15,0-10 16,-1 9-1,-8 0-15,-1 10 16,20-10-16,-20 0 16,10 0-1,19 1-15,-10-1 16,-9 0 0,19 0-16,-1 0 15,1 1 1,9-1-16,19 0 15,19-9-15,9 0 16,19 0 0,9 0-16,10 0 15,9 0 1,10 0-16,-1-9 16,10 9-16</inkml:trace>
  <inkml:trace contextRef="#ctx0" brushRef="#br0" timeOffset="131332.72">14487 12571 0,'0'0'15,"0"0"-15,0 0 16,0 9-1,10 19-15,9 36 16,-1 29 0,1 17-16,0 20 15,-10 8-15,1-18 16,-10-9 0,0-19-16,0-27 15,0-10 1,0-18-16,0-9 15,0-19 1,0-9-16</inkml:trace>
  <inkml:trace contextRef="#ctx0" brushRef="#br0" timeOffset="132466.41">13029 12635 0,'0'0'15,"0"0"-15,0 0 16,0 0 0,0 0-16,19 0 15,28 10 1,28-10-16,19 0 16,10 0-1,-19 0-15,-20 0 16,-8 0-16,-19 0 15,-10 0 1,0 0-16,-9 9 16,0 0-1,-10 0-15,0 1 16,1-1-16,-1 9 16,1 10-1,-10 9-15,0 18 16,0 10-1,0 9-15,0-1 16,-10-8-16,10 0 16,0-10-1,0 0-15,0-8 16,0-10 0,0-1-16,0 1 15,0 0 1,0 0-16,0 0 15,10 0-15,-1-9 16,-9-28 0</inkml:trace>
  <inkml:trace contextRef="#ctx0" brushRef="#br0" timeOffset="133299.47">15268 12598 0,'0'0'16,"-9"10"-16,-1 8 15,-18 28 1,0 19-16,-10 27 16,1 19-16,-1 9 15,19-19 1,10-8-16,-1-10 16,20-19-1,-1-17-15,10-10 16,0-10-1,0-8-15,9-10 16,10 0-16,-1-9 16,-9 0-1,1-9-15,-1 0 16,-9-1 0,-1-8-16,-8 0 15,-1-10-15,1 0 16,-10 0-1,0 1-15,-10 8 16,1 1 0,-1-1-16,-8 1 15,-1 9 1,-9-1-16,-1 1 16,1 9-16,0 0 15,-10 9 1,38-9-16</inkml:trace>
  <inkml:trace contextRef="#ctx0" brushRef="#br0" timeOffset="134065.78">15626 13032 0,'0'0'0,"0"0"16,0 0-16,0 0 15,9-9-15,1 0 16,8-10 0,11-8-16,8-1 15,1 0 1,-10 10-16,-9-1 15,0 10 1,-1 0-16,-8 9 16,-1 0-16,1 0 15,-1 9 1,-9 0-16,0 10 16,0 9-1,-9-1-15,-10 10 16,0 0-16,0 0 15,0 0 1,10-9-16,0-10 16,9-9-1,0 0-15,0 1 16,9 8 0,10 1-16,9-1 15,10 1-15,-1-10 16,-8 9-1,-1 1-15,-9-10 16,-1 0 0,1 10-16,-9-1 15,-10 1-15,0-1 16,-10 0 0,-18 10-16,-19 9 15,-28 0 1,-29 9-16,-27-9 15,131-37-15</inkml:trace>
  <inkml:trace contextRef="#ctx0" brushRef="#br0" timeOffset="136054.17">21138 7485 0,'0'0'0,"0"9"15,0 10 1,0 27-16,0 28 16,0 27-1,0 29-15,0-1 16,0 0-16,0 19 15,0-28 1,10 9-16,-10-18 16,0-19-1,0-18-15,0-19 16,0-9-16,0-18 16,0-9-1,0-10-15,0-9 16,0 0-1</inkml:trace>
  <inkml:trace contextRef="#ctx0" brushRef="#br0" timeOffset="137168.19">20988 7338 0,'0'0'0,"0"0"16,28 0-1,38 0-15,47 0 16,47 0-16,9 0 15,10 0 1,9 0-16,-9 0 16,-10 0-1,19 0-15,-18 0 16,18 0-16,9 0 16,1 0-1,-1 9-15,10-9 16,0 9-1,-9 0-15,-10 0 16,0-9 0,-9 10-16,-10-1 15,-9-9-15,-9 0 16,-20 0 0,-8 0-16,-20 0 15,-28 0 1,-18 0-16,-10 0 15,-9 9-15,-20-9 16,1 9 0,-9 1-16,-1 8 15,-9 10 1,-9 9-16,-10 18 16,-9 0-16,-1 19 15,1-9 1,0 9-16,0-10 15,-1 1 1,11 0-16,-1-10 16,9 0-1,1-9-15,9 1 16,0-1 0,0 0-16,-9-9 15,9 0-15,0 0 16,-10 0-1,1-10-15,-10 1 16,0 0 0,-18 9-16,-11-1 15,-17 1-15,-20-9 16,-19 0 0,-27-1-16,-10 1 15,-19-9 1,-19-1-16,-9 1 15,-29 8 1,11-8-16,-39 8 16,19-8-16,-37-1 15,46-8 1,-27 8-16,27-9 16,-8-9-1,55 9-15,-8 1 16,27-1-1,19-9-15,19 0 16,38 0-16,19-9 16,9 9-1,9-10-15,19 10 16,0-9 0,10 0-16,0 0 15,18-28-15,-9 37 16</inkml:trace>
  <inkml:trace contextRef="#ctx0" brushRef="#br0" timeOffset="137683.14">23321 7181 0,'0'0'16,"0"0"-16,0 0 15,0 0 1,0 9-16,0 28 16,0 18-1,-9 28-15,-10 28 16,0 0 0,10 9-16,-1 9 15,1-18-15,-1-10 16,1-8-1,-1-10-15,10 0 16,0-19 0,0-8-16,0-10 15,0-9-15,10 0 16,-1 0 0,-9-10-16,10 1 15,-1 0 1,1 9-16,-10-37 15</inkml:trace>
  <inkml:trace contextRef="#ctx0" brushRef="#br0" timeOffset="139199.62">21590 11389 0,'0'0'16,"9"0"-16,20 10 15,18 8 1,37 28-16,20 10 15,28 8 1,-10 10-16,0-9 16,-9-1-16,9-8 15,-18-10 1,-20 0-16,-8-9 16,-1 0-1,-19-10-15,1 1 16,-1-9-1,1-1-15,-57-18 16</inkml:trace>
  <inkml:trace contextRef="#ctx0" brushRef="#br0" timeOffset="139607.22">23961 11436 0,'0'0'16,"0"0"-16,0 0 15,-10 9 1,-9 9-16,-18 10 15,-20 18 1,-18 28-16,-19 9 16,-9 0-1,-1 9-15,19-18 16,1 0-16,18-9 16,19-19-1,9-9-15,10-10 16,9-8-1,10-1-15,-1-8 16,1-1-16,9-9 16,0 9-1,0-9-15</inkml:trace>
  <inkml:trace contextRef="#ctx0" brushRef="#br0" timeOffset="140949.66">21392 12239 0,'0'0'15,"0"0"-15,0 0 16,0 9-16,-9 9 15,0 28 1,-1 28-16,1 28 16,9 27-1,0-9-15,0 0 16,0 9 0,0-18-16,9-28 15,-9-18-15,0-10 16,0-18-1,10-19-15,-10-18 16</inkml:trace>
  <inkml:trace contextRef="#ctx0" brushRef="#br0" timeOffset="141736.21">21411 12312 0,'0'0'16,"10"0"-16,18-9 15,19 0 1,38-10-16,46 1 16,29 0-16,38-1 15,-19 1 1,27-10-16,-27 0 15,0 10 1,-10-1-16,-28 10 16,10 0-1,-19 0-15,-29 9 16,-9 0-16,-9 9 16,-10 9-1,0 10-15,-18 0 16,-1 9-1,-9 0-15,-9 9 16,-10 0 0,0 9-16,-9 1 15,0 8-15,-10 10 16,1 0 0,-1 0-16,1-10 15,-1 10 1,0-9-16,1-1 15,-10 10-15,0-18 16,0-1 0,0 0-16,-10-9 15,1-9 1,-10 10-16,0-11 16,-9-8-1,-9 9-15,-10-9 16,-29-1-16,-18-8 15,-19-10 1,-18-9-16,-39 0 16,20 0-1,-20 0-15,29 0 16,-9 0 0,9 0-16,18 0 15,20 0-15,18 0 16,19 0-1,10 0-15,18-9 16,10 0 0,0-1-16,9 1 15,19 9-15</inkml:trace>
  <inkml:trace contextRef="#ctx0" brushRef="#br0" timeOffset="142269.54">21778 12700 0,'0'0'16,"0"0"-16,0 0 15,0 0 1,0 0-16,0 0 16,0 0-1,10 0-15,8-9 16,11 0-16,-1-1 16,0 10-1,-9 0-15,0 0 16,-10 0-1,0 10-15,1 8 16,-10 19-16,-10 9 16,-8 9-1,-20 1-15,10-10 16,0 0 0,9-9-16,0-9 15,10-10 1,9-9-16,0-9 15,0 0-15,9 10 16,10-1 0,9-9-16,10 0 15,18 0 1,1-9-16,8-10 16,-65 19-1</inkml:trace>
  <inkml:trace contextRef="#ctx0" brushRef="#br0" timeOffset="142500.6">22352 12700 0,'0'0'0,"0"0"16,0 0-1,0 0-15,0 9 16,0 19-1,-9 27-15,-1 28 16,-9 19 0,10 9-16,0-19 15,9-27-15,0-65 16</inkml:trace>
  <inkml:trace contextRef="#ctx0" brushRef="#br0" timeOffset="142969.57">22662 12008 0,'0'0'0,"0"0"16,0 0-1,0 9-15,0 19 16,0 27-1,10 37-15,-10 38 16,-10-1-16,1 18 16,-10-8-1,10-10-15,-1-18 16,1-10 0,0-27-16,-1-9 15,10-19 1,0-9-16,0-9 15,10-10-15,-1-9 16,0-9 0,-9 0-16</inkml:trace>
  <inkml:trace contextRef="#ctx0" brushRef="#br0" timeOffset="143351.97">22954 12497 0,'0'0'0,"0"0"15,0 0-15,-9 18 16,-1 10-1,-9 18-15,1 10 16,-1 8-16,0 1 16,10-10-1,9-9-15,0-9 16,0-9 0,9 0-16,0-10 15,10 1 1,19-1-16,9 0 15,9-8-15,1-10 16,-10 0 0,-10-10-16,-37 10 15</inkml:trace>
  <inkml:trace contextRef="#ctx0" brushRef="#br0" timeOffset="143599.56">23095 12885 0,'0'0'16,"0"0"-1,0 0-15,0 9 16,0 19-16,10 8 16,-1 38-1,0 19-15,-9-10 16,0-19-1,0 1-15,0-10 16,0-18-16,0-37 16</inkml:trace>
  <inkml:trace contextRef="#ctx0" brushRef="#br0" timeOffset="144053.34">23434 12626 0,'0'0'0,"0"0"15,0 0 1,0 0-16,0 9 15,0 10 1,0-1-16,0 19 16,0 0-1,0 0-15,0 0 16,0 0-16,0 0 16,0 0-1,0 0-15,0-10 16,0 1-1,0 0-15,0-10 16,9 1-16,1-1 16,8-9-1,1 1-15,0-1 16,9 0 0,10-9-16,0 0 15,-1-9-15,10-10 16,-47 19-1</inkml:trace>
  <inkml:trace contextRef="#ctx0" brushRef="#br0" timeOffset="144282.04">23707 12986 0,'0'0'0,"0"0"15,0 0 1,0 0-16,0 9 16,0 19-16,0 27 15,0 38 1,0 17-16,-10 112 16,1 9-1</inkml:trace>
  <inkml:trace contextRef="#ctx0" brushRef="#br0" timeOffset="146888.1">28448 11565 0,'0'0'0,"0"0"16,0 0 0,0 0-16,0 0 15,9 9 1,20 0-16,8 10 16,20 8-16,18 10 15,19 0 1,10 0-16,-1 0 15,0-9 1,1-1-16,-10-8 16,-9-1-1,-19-8-15,9-1 16,0-9-16,-75 0 16</inkml:trace>
  <inkml:trace contextRef="#ctx0" brushRef="#br0" timeOffset="147199.74">30292 11454 0,'0'0'15,"0"0"-15,-19 9 16,-9 19 0,-19 18-16,-10 19 15,-9 9 1,10-1-16,9 1 16,-9 9-16,18-18 15,0-10 1,10-9-16,0 1 15,28-47 1</inkml:trace>
  <inkml:trace contextRef="#ctx0" brushRef="#br0" timeOffset="147782.66">28222 12755 0,'0'10'15,"10"27"-15,-1 27 16,0 28-16,-9 19 15,0-9 1,0-10 0,0-9-16,0-18 15,0-19-15,0-18 16,0-19 0,0-9-16,0 0 15</inkml:trace>
  <inkml:trace contextRef="#ctx0" brushRef="#br0" timeOffset="148649.91">28072 12359 0,'0'0'0,"0"0"16,0 0 0,0 0-16,9-10 15,1 1 1,8 0-16,29 0 15,76-1-15,46 10 16,38-9 0,19 0-16,9-10 15,-9 1 1,-19-10-16,9 1 16,-18-1-1,-10 0-15,-19 1 16,29-1-16,-29 0 15,-9 19 1,-28 0-16,-1 9 16,-37 0-1,-9 18-15,-10 1 16,-18 8 0,-10 10-16,-19 19 15,-9 8-15,-19 10 16,-10 0-1,-8 9-15,-11-9 16,1 9 0,0-19-16,0 10 15,-1-18-15,1-1 16,9 0 0,10-8-16,-10 8 15,10-18 1,-1 0-16,1 0 15,0-10 1,-1 1-16,1 0 16,-1-1-16,1 1 15,-10-9 1,-18 8-16,-1-8 16,-19 8-1,-27-8-15,-29-1 16,-19 1-1,-37-1-15,-19-8 16,-10 8-16,-28 0 16,38 1-1,0-1-15,0 1 16,37-10 0,20-9-16,27 9 15,29-9-15,19 0 16,18 0-1,19 0-15,0 0 16,10 0 0,-1-9-16,1 0 15,0 0 1,9-10-16,0-36 16,0 55-16</inkml:trace>
  <inkml:trace contextRef="#ctx0" brushRef="#br0" timeOffset="148999.43">28871 12746 0,'0'0'0,"0"0"15,0 0 1,0 0-16,0 0 15,0 0 1,0 0-16,0 0 16,0 0-1,10 9-15,-1 1 16,1 17 0,-1 10-16,0 0 15,-9 9-15,10 0 16,-10 10-1,0-1-15,0-9 16,0 0 0,0 1-16,0-10 15,0-10 1,0-27-16</inkml:trace>
  <inkml:trace contextRef="#ctx0" brushRef="#br0" timeOffset="149532.43">29680 12349 0,'0'0'15,"0"0"-15,0 0 16,0 0-1,0 0-15,0 0 16,0 19 0,10 18-16,9 27 15,-1 10-15,1 18 16,-9 10 0,-1-1-16,0-8 15,-9 17 1,0 1-16,-9-18 15,0-1-15,-1-9 16,1-18 0,-1-1-16,1-18 15,0-9 1,-1-9-16,10-10 16,0-18-1,0 0-15</inkml:trace>
  <inkml:trace contextRef="#ctx0" brushRef="#br0" timeOffset="149904.26">30301 12792 0,'0'0'0,"0"0"16,0 0 0,0 0-16,0 10 15,0 8 1,10 10-16,-10 9 15,9 9-15,0 9 16,1 0 0,-10 1-1,9-10-15,-9-9 16,10 0-16,-1-19 16,1-8-16,-10-10 15</inkml:trace>
  <inkml:trace contextRef="#ctx0" brushRef="#br0" timeOffset="150436.99">30452 12654 0,'0'0'16,"0"0"-16,0 0 16,19-9-1,-1-1-15,11 1 16,18 0 0,0-10-16,0 10 15,0 0 1,-10 0-16,-8 0 15,-11 9-15,1 0 16,-9 0 0,-1 0-16,0 0 15,1 0 1,-1 0-16,1 0 16,-1 0-16,1 0 15,8 0 1,-8 0-16,-1 0 15,1 9 1,-1 0-16,0 0 16,1 0-1,-1 1-15,1-1 16,-1 9-16,-9 10 16,0 9-1,0 18-15,0 28 16,0 65-1,0-148-15</inkml:trace>
  <inkml:trace contextRef="#ctx0" brushRef="#br0" timeOffset="153085.31">27799 6968 0,'0'0'0,"0"0"0,0 0 15,0 0-15,9 10 16,10 27-1,9 27-15,10 28 16,0 28-16,-1 28 16,-18 0-1,-10 9-15,-9-10 16,0-17 0,-9-1-16,0-18 15,-1-28 1,1-19-16,-1-27 15,1-18-15,9-19 16,0 0 0</inkml:trace>
  <inkml:trace contextRef="#ctx0" brushRef="#br0" timeOffset="154052.75">27752 6848 0,'0'0'15,"9"0"-15,19 10 16,57-1-1,47 9-15,65-8 16,10-10-16,10 0 16,-20-19-1,-18 1-15,19-19 16,-29 9 0,38-9-16,-19 0 15,10 9 1,-20 1-16,-8 8 15,-10 1-15,0 18 16,-29 0 0,-18 9-16,-19 10 15,-19-1 1,10 10-16,-19-1 16,-10 10-16,1 0 15,-1 9 1,1 10-16,-20-10 15,1 0 1,-10 9-16,0 1 16,1 18-1,-11-10-15,1 1 16,-9 18-16,-10 9 16,0-9-1,0 0-15,0 0 16,-10-9-1,1 0-15,-1 0 16,1-9 0,0-1-16,-1-8 15,-9-1-15,1-9 16,-11-9 0,1 0-16,-9 0 15,-10-9 1,-19-1-16,-28 1 15,-19-10-15,0 1 16,-57-1 0,1 1-16,-19-1 15,0 1 1,-19-1-16,-19-9 16,19 1-16,-19-10 15,19 0 1,0 9-16,38-9 15,0 0 1,9 0-16,47 0 16,9 0-1,29 0-15,9 0 16,19 0-16,10-9 16,8 9-1,20-10-15,0-8 16,9 18-1</inkml:trace>
  <inkml:trace contextRef="#ctx0" brushRef="#br0" timeOffset="154449.87">29737 6636 0,'0'0'16,"0"0"-16,0 0 15,0 9 1,9 19-16,10 27 16,0 47-1,9 46-15,-9 9 16,0 46-16,-10 9 16,1 9-1,-1-18-15,0 28 16,-18-37-1,0 46-15,-1-9 16</inkml:trace>
  <inkml:trace contextRef="#ctx0" brushRef="#br0" timeOffset="156257.41">27498 9968 0,'0'0'0,"0"0"16,0 0-16,0 9 15,0 19 1,9 37-16,1 27 16,-1 28-1,10 18-15,0 1 16,0-10-16,-10-9 16,0-9-1,-9-37-15,0-19 16,0-18-1,10-10-15,-10-8 16,0-10 0,0 0-16,0-9 15,0 0-15,9-9 16,-9 9 0</inkml:trace>
  <inkml:trace contextRef="#ctx0" brushRef="#br0" timeOffset="157094.34">27517 9894 0,'0'0'0,"0"0"15,0 0 1,18-9-16,20 0 15,28-10 1,47 1-16,28-1 16,-9 10-16,28 0 15,-29 0 1,-18-1-16,-28 1 16,-10 9-1,-9-9-15,-10 9 16,-18 0-1,0 0-15,-1 0 16,-8 0-16,-11 0 16,1 9-1,0 0-15,0 1 16,0 8 0,-1 10-16,1 9 15,0 18 1,0 0-16,9 29 15,-9-1-15,0 9 16,0 0 0,-1 1-16,-8-1 15,-1-9 1,1 0-16,-1-9 16,0 0-1,1 9-15,-1-9 16,1-19-16,-10 0 15,0-9 1,0-9-16,-10 0 16,1 0-1,-1-9-15,-8 0 16,-1-10-16,-9 0 16,-1 1-1,-27-1-15,-10-8 16,-28-1-1,0-9-15,-19 0 16,-19-9 0,1-10-16,18 1 15,-10-1-15,1-8 16,28 8 0,19 1-16,9-1 15,0 1 1,28 8-16,10 1 15,9 0-15,10 0 16,0 0 0,9 9-16</inkml:trace>
  <inkml:trace contextRef="#ctx0" brushRef="#br0" timeOffset="157608.23">29963 10060 0,'0'0'0,"0"0"15,0 0 1,0 0-16,0 10 15,0 17-15,0 10 16,0 19 0,0 17-16,0 20 15,0 8 1,0-9-16,0 1 16,0-1-1,0-18-15,0 0 16,0-19-16,0-9 15,0-9 1,0-18-16,0-10 16,0-9-1,0 0-15</inkml:trace>
  <inkml:trace contextRef="#ctx0" brushRef="#br0" timeOffset="158300.21">30038 9885 0,'0'0'15,"9"0"1,10-9-16,38-10 15,46 1-15,0-1 16,10-8 0,10-1-16,-29 10 15,-10-1 1,-8 1-16,-20 8 16,-9 1-1,-9 9-15,-1 0 16,-18 0-16,0 9 15,0 1 1,-10 8-16,10 19 16,0 9-1,9 9-15,-9 10 16,9 18-16,0 0 16,1-9-1,-1 9-15,0 0 16,0 0-1,-9-9-15,0 0 16,-10 0 0,1 0-16,-10-10 15,-10 10-15,1-9 16,-10-10 0,-9 0-16,0 1 15,-10-10 1,-9-9-16,-9-9 15,-29-1-15,0-18 16,-28 1 0,0-20-16,19 1 15,19 0 1,9 0-16,0 0 16,19-1-16,10 1 15,8 0 1,29 9-16</inkml:trace>
  <inkml:trace contextRef="#ctx0" brushRef="#br0" timeOffset="159066.25">28222 11399 0,'0'0'15,"0"0"-15,0 0 16,0 0-16,0 0 15,0 0 1,0 0-16,0 0 16,0 0-1,10 0-15,8 9 16,20 0-16,28 19 16,9 9-1,19 18 1,0 0-16,19 1 15,-19-1-15,10 10 16,-20-19 0,1 0-16,0 0 15,-10 0-15,-19-9 16,1-9 0,-10 0-16,-9-10 15,9 1 1,0-1-16,0 1 15,-47-19 1</inkml:trace>
  <inkml:trace contextRef="#ctx0" brushRef="#br0" timeOffset="159466.31">30348 11583 0,'0'0'0,"0"0"16,0 0-16,0 0 16,-9 9-1,-1 10-15,-8 9 16,-11 9-1,-8 9-15,-10 0 16,-19 18 0,0 1-16,0 0 15,-9-10-15,9 0 16,0-8 0,19-1-16,19-19 15,9 1 1,0-9-16,10-1 15,0 0 1,-10 1-16,19-19 16</inkml:trace>
  <inkml:trace contextRef="#ctx0" brushRef="#br1" timeOffset="163286.09">7150 14112 0,'0'0'0,"0"0"15,0 0 1,0 0-16,0 0 16,0 0-16,9 9 15,10 10 1,9-1-16,10 1 15,18-1 1,10 10-16,9 0 16,19-1-16,10-8 15,-1-1 1,10 1-16,19 8 16,18 1-1,-8 0-15,27-1 16,0-8-16,1-1 15,8 1 1,-8-1-16,8-9 16,-8-9-1,-10 0-15,9 0 16,-37 0 0,-1 0-16,-8 0 15,-10 0-15,-19 0 16,-10 0-1,-8 10-15,8-1 16,-9 0 0,1 0-16,-20 1 15,10-10-15,0 9 16,0-9 0,9 0-16,-19-9 15,-56 9 1</inkml:trace>
  <inkml:trace contextRef="#ctx0" brushRef="#br1" timeOffset="163967.14">12756 13734 0,'0'0'15,"0"0"-15,0 0 16,0 0 0,0 0-16,0 0 15,0 0-15,0 0 16,-9 0 0,-10 0-16,0 0 15,-9 0 1,-9 0-16,-20 9 15,1 0 1,-20 10-16,-27 8 16,-1 10-16,1-9 15,-1 9 1,1 0-16,0 0 16,18-10-1,-19 10-15,29-9 16,-10 9-16,-9 9 15,0-9 1,10 0-16,8 9 16,11-9-1,-1 9-15,9-9 16,10-9 0,10-10-16,8 1 15,11-1-15,-1-9 16,0 1-1,0-1-15,0 9 16,-9 19 0,28-37-16</inkml:trace>
  <inkml:trace contextRef="#ctx0" brushRef="#br1" timeOffset="167708.46">4798 12035 0,'0'0'0,"0"0"0,0 19 16,0-1-1,9 10-15,1 9 16,-1 0-16,0 9 16,1 0-1,-1 10-15,1-19 16,-1-1-1,10 11-15,-10-11 16,-9-36 0</inkml:trace>
  <inkml:trace contextRef="#ctx0" brushRef="#br1" timeOffset="168284.13">4516 12359 0,'0'0'0,"0"0"16,0 0-16,0 0 15,9 9 1,0 0-16,10 9 16,0 1-1,0 9-15,9-1 16,0 1-1,10 0-15,-10-1 16,10 1 0,-10-10-16,0 1 15,0-10-15,1 0 16,-11 1 0,1-10-16,0 0 15,-10 0 1,1 0-16,-1 0 15,1 0-15,-1-10 16,1 1 0,-1-9-16,10-1 15,0-18 1,-1-9-16,1 0 16,9-9-16,-28 55 15</inkml:trace>
  <inkml:trace contextRef="#ctx0" brushRef="#br1" timeOffset="169518.43">12935 11795 0,'0'0'0,"0"0"16,0 10 0,0-1-16,10 9 15,-1 19-15,0 19 16,1-1-1,-1 19-15,1 0 16,-1-10 0,0 1-16,1 0 15,-1-19 1,1-9-16,-10-10 16,0-27-16</inkml:trace>
  <inkml:trace contextRef="#ctx0" brushRef="#br1" timeOffset="170083.12">12747 12202 0,'0'0'0,"0"0"16,0 0-16,0 0 16,9 0-1,10 9-15,0 0 16,0 10-1,9-1-15,0 10 16,1-1 0,-1 1-16,0 0 15,-9-1 1,0-8-16,-1-10 16,1 10-16,-9-10 15,-1 0 1,0-9-16,1 0 15,-1 0 1,1 0-16,-10 0 16,0 0-16,9-9 15,1 0 1,8-10-16,1 1 16,0-10-1,0 0-15,0 1 16,-1-1-1,-8 9-15,9-8 16,-19 27-16</inkml:trace>
  <inkml:trace contextRef="#ctx0" brushRef="#br1" timeOffset="175127.89">7620 15321 0,'0'0'0,"0"0"15,0 0-15,0 9 16,9 10 0,1 18-16,9 18 15,9 19 1,-9 0-16,9 18 16,-9-9-16,0 0 15,-10-9 1,0 0-16,-9-19 15,0 1 1,0-19-16,0-10 16,0-8-1,0-10-15,0-9 16,0 0-16</inkml:trace>
  <inkml:trace contextRef="#ctx0" brushRef="#br1" timeOffset="176676.66">7582 15303 0,'0'0'15,"0"0"-15,0 0 16,0 0-1,0 0-15,19 0 16,19-9 0,18-1-16,38 1 15,19 0 1,10-10-16,8-8 16,-18-1-16,19 0 15,28 1 1,-10-1-16,29-9 15,-10 0 1,29 0-16,-1 0 16,-8 10-1,-1-1-15,-19 9 16,29 1-16,-20 9 16,-8 0-1,8-10-15,-8 10 16,-29 0-1,28 9-15,-37-10 16,18 10-16,-18 0 16,-10-9-1,-18 0-15,9 0 16,-19-1 0,0 1-16,-19 0 15,-9 9 1,0 0-16,0 0 15,-10 0-15,-9 0 16,-9 9 0,0 0-16,9 1 15,-10-1 1,-9 0-16,1 10 16,-1-1-16,0 1 15,-9 8 1,0 1-16,9 18 15,-9 0 1,0 10-16,-1 8 16,-8 1-1,-1 9-15,1-1 16,-1-8-16,0 0 16,1-1-1,-1 1-15,-9-19 16,0 0-1,0 0-15,0-9 16,0 0-16,0-9 16,0 0-1,0-10-15,0 0 16,0 1 0,0-10-16,0 0 15,0 1 1,-9-1-16,-1 0 15,1 0-15,0 1 16,-10 8 0,0 0-16,-19 1 15,-9 9 1,-9-1-16,-19 1 16,-10 0-16,-19 9 15,1-10 1,-1 1-16,-18 9 15,9-9 1,0-10-16,-18 10 16,18-10-1,9 1-15,-18-10 16,9 0-16,10 0 16,9 1-1,-19-10-15,0 0 16,0 0-1,0 0-15,0 9 16,0-9-16,0 0 16,-9 9-1,9-9-15,-9 0 16,9 0 0,10 0-16,-20-9 15,10 9 1,0-9-16,10 9 15,-1-10 1,-8 10-16,18 0 16,-1 0-16,1 0 15,0 0 1,10 0-16,-10 0 16,28 0-1,-10 10-15,11-10 16,-11 0-16,10 0 15,10 0 1,0 0-16,18 0 16,0 0-1,10 0-15,0 0 16,9 0-16,0 0 16,10 0-1,9 0-15,-10 0 16,10 0-1</inkml:trace>
  <inkml:trace contextRef="#ctx0" brushRef="#br1" timeOffset="177223.89">8984 14980 0,'0'0'0,"0"0"15,0 0 1,0 0-16,0 0 16,0 0-1,0 9-15,0 28 16,0 9-16,9 19 16,1 8-1,9 11-15,0 8 16,-1-18-1,1 9-15,-9-9 16,8 9-16,-8-10 16,-1 1-1,1 0-15,-1 0 16,0-9 0,1-1-16,-1 1 15,-9-1 1,10-8-16,-1-1 15,-9-9-15,9 0 16,1-9 0,-10-37-16</inkml:trace>
  <inkml:trace contextRef="#ctx0" brushRef="#br1" timeOffset="177940.49">5118 13964 0,'0'0'0,"0"0"16,0 0-1,0 0-15,0 0 16,0 0-16,0 0 16,0 0-1,0 0-15,0 0 16,0 0-1,0 0-15</inkml:trace>
  <inkml:trace contextRef="#ctx0" brushRef="#br1" timeOffset="178653.29">13660 13429 0,'0'0'16,"0"0"-16,0 0 15,0 0 1,0 0-16,0 0 16,0 0-1</inkml:trace>
  <inkml:trace contextRef="#ctx0" brushRef="#br1" timeOffset="181303.76">8279 15580 0,'0'0'0,"0"0"16,0 0-1,0 0-15,0 0 16,0 0-16,0 0 16,0 0-1,0 0-15,0 0 16,0 0 0,0 9-16,0 0 15,-10 10-15,1 8 16,-1 1-1,1 0-15,9-10 16,0 1 0,0-10-16,9 0 15,1 0 1,-1 0-16,10 1 16,0-1-1,9 0-15,0 0 16,0 1-16,1-1 15,-1 9 1,-9 1-16,-10 8 16,0 1-1,-9 9-15,0 0 16,-9 0-16,-10-9 16,-9 9-1,0-10-15,0-8 16,28-19-1</inkml:trace>
  <inkml:trace contextRef="#ctx0" brushRef="#br1" timeOffset="181707.15">8307 15653 0,'0'0'0,"0"0"16,0 0-16,0 0 15,0 0 1,0 0-16,0 0 15,0 0 1,0 0-16,9-9 16,10-9-16,9-1 15,10-8 1,18-10-16,-9 9 16,0 0-1,0 1-15,-9-1 16,0 10-1,-1-1-15,1 1 16,-38 18-16</inkml:trace>
  <inkml:trace contextRef="#ctx0" brushRef="#br1" timeOffset="187718.48">4920 14195 0,'0'0'0,"0"0"16,0 0-16,0 0 15,0 0 1,9 0-16,10 0 15,10 0 1,-1 0-16,9-9 16,1 0-16,9 0 15,0-1 1,0 1-16,-9 0 16,9 0-1,-10-1-15,-8 1 16,-11 9-1,-8 0-15,-1 0 16,-9 0-16,0 0 16,0 0-1,0 0-15,0 0 16,-19 9 0,1 1-16,-11-1 15,-8 0-15,-1 0 16,1 1-1,8-1-15,1 0 16,0 0 0,9-9-16,0 0 15,10 0 1,-1 0-16,1 0 16,9 0-16,0 0 15,0 0 1,0 0-16,0 0 15,0 0 1,9 0-16,10 0 16,9 0-1,1 0-15,-1 0 16,0 0-16,0 0 16,1 0-1,-11 0-15,1 0 16,-9 0-1,-1 0-15,-9 0 16,0 0-16,0 0 16,0 0-1,0 0-15,-19 0 16,-9 9 0,0-9-16,0 0 15,9 10 1,0-10-16,0 0 15,10 0-15,-1 0 16,10 0 0,0 0-16</inkml:trace>
  <inkml:trace contextRef="#ctx0" brushRef="#br1" timeOffset="188928.55">7846 11648 0,'0'0'0,"0"0"15,0 0 1,0 0-16,0 0 15,0 0 1,0 0-16,0 0 16,0 0-1,0 0-15,0 0 16,-10 9-16,1 10 16,0 8-1,-1 10-15,-9 18 16,10 1-16,0-1 15,-1 1 1,1-1-16,-1-9 16,1 0-1,-1-9-15,1-9 16,9 0 0,-9-1-16,9-17 15,-10-1-15,10-9 16,0 0-1</inkml:trace>
  <inkml:trace contextRef="#ctx0" brushRef="#br1" timeOffset="189483.71">7394 11888 0,'0'0'16,"0"0"-16,0 0 15,0 0 1,0 0-16,0 0 16,0 0-1,10 9-15,8 9 16,1 10-16,0 9 15,9 0 1,1 0-16,-11-9 16,1-1-1,0 10-15,0-9 16,0 0 0,-1-10-16,1 1 15,-9-1-15,-1-9 16,0 0-1,1 1-15,-1-10 16,1 0 0,-1 0-16,10 0 15,0-10-15,9 1 16,0-9 0,0-1-16,1 1 15,-1-1 1,0 1-16,0-1 15,-9 10 1,0 0-16,-10 0 16,10 0-16,-19 9 15</inkml:trace>
  <inkml:trace contextRef="#ctx0" brushRef="#br1" timeOffset="190533.63">4770 11980 0,'0'0'0,"0"0"16,0 0-1,0 0-15,0 0 16,0 0-1,0 0-15,0 0 16,9-9-16,0 0 16,1-1-1,9 1-15,-1 0 16,11-10 0,-1-8-16,9-1 15,1 0 1,9-9-16,19 1 15,0-11-15,19 1 16,-1 9 0,20-9-16,-10 9 15,9 0 1,10 10-16,-9-1 16,-10 10-1,0-1-15,0 10 16,-10 0-16,-8 9 15,-1 0 1,-9 9-16,0 0 16,-10 0-1,1 1-15,-1 8 16,0 0-16,1 1 16,-10-1-1,0 1-15,-9-1 16,9 1-1,0-1-15,9 1 16,-9-1 0,0 1-16,-9-1 15,-10 1-15,0-1 16,-9 0 0,0-8-16,-19-10 15</inkml:trace>
  <inkml:trace contextRef="#ctx0" brushRef="#br1" timeOffset="190967.09">7206 11426 0,'0'0'0,"0"0"16,0 0-16,0 0 16,0 0-1,0 0-15,9 0 16,1 0-16,-1 10 16,1-1-1,-1 0-15,1 0 16,-1 0-1,0 10-15,1-1 16,-1 1 0,-9-10-16,0 0 15,0 1-15,-9 8 16,-1-9 0,1 10-16,-10-10 15,-9 9 1,-10 1-16,-9-1 15,-9 1-15,-10-1 16,66-18 0</inkml:trace>
  <inkml:trace contextRef="#ctx0" brushRef="#br1" timeOffset="194084.66">13594 13854 0,'0'0'16,"9"0"-16,10 0 16,9 0-16,10 0 15,-1 0-15,-8 0 16,-11 0-1,1 0-15,0 0 16,-10 0 0,1 0-16,-10 0 15,0 0 1,-19-10-16,-28-8 16,-19 9-16,-9 0 15,-10-1 1,-9 10-16,28 10 15,0-1 1,29-9-16,-1 9 16,19-9-1,10 0-15,9 0 16,0 0-16,9 0 16,20 0-1,18-9-15,9 0 16,10-1-1,-19 1-15,-9 0 16,-38 9 0</inkml:trace>
  <inkml:trace contextRef="#ctx0" brushRef="#br1" timeOffset="195067.58">6933 14334 0,'0'0'0,"0"0"16,0 0-16,0 0 15,0 0 1,0 0-16,0 0 16,0 0-1,0 0-15,0-10 16,10 1-16,-1-9 15,19-10 1,19-9-16,19-9 16,0 0-1,-10 9-15,1 0 16,-1 0-16,-18 19 16,-10-1-1,-9 10-15,0 0 16,-10-1-1,-9 10-15,0 0 16,0 0 0,0 0-16,0 0 15,-19 0-15,-18 10 16,-20-1 0,1 9-16,-1 1 15,10-1 1,10-8-16,-1-1 15,38-9-15</inkml:trace>
  <inkml:trace contextRef="#ctx0" brushRef="#br1" timeOffset="199279.77">9191 15460 0,'0'0'0,"0"0"0,0 0 15,0 0-15,0 0 16,0 0 0,0 0-16,0 0 15,9 0-15,1 0 16,9 0-1,9 0-15,10-10 16,-1 1 0,10 0-16,-9 0 15,-1 0 1,1-1-16,-10 1 16,1 0-16,-1 0 15,-9 9 1,-1 0-16,-8 0 15,9-10 1,-10 10-16,0 0 16,1 0-16,-1 0 15,1 0 1,-1 0-16,0 0 16,-9 0-1,10 0-15,-1 10 16,1-1-1,-1 9-15,0 10 16,1 9-16,-10 0 16,0 9-1,0 9-15,0 1 16,0 8 0,0 1-16,0-10 15,0-9 1,9-9-16,-9 0 15,0-9-15,0-10 16,0 1 0,0-10-16,0 0 15,0 1 1,0-10-16,0 0 16,0 0-16,0 0 15</inkml:trace>
  <inkml:trace contextRef="#ctx0" brushRef="#br1" timeOffset="200253.97">10094 14869 0,'0'0'0,"0"0"15,0 0 1,0 0-16,0 0 15,0 0 1,0 0-16,0 0 16,0 0-16,0 0 15,0 0 1,0 0-16,0 0 16,10 18-1,-10 10-15,0 9 16,9 9-16,0 10 15,-9 8 1,0 1 0,10-1-16,-1 10 15,-9 0-15,10 0 16,-1 0 0,0 0-16,-9-10 15,10 1 1,-1-10-16,1 1 15,-10-20-15,9 1 16,-9 0 0,0-9-16,0 0 15,0-1 1,0 1-16,0 0 16,0-1-16,0-8 15,0 9 1,9-10-16,-9 0 15,0 10 1,10-9-16,-10-1 16,9 1-16,-9 8 15,10-8 1,-1 8-16,0 1 16,1 0-1,-1-10-15,-9 10 16,10-10-1,-1 1-15,-9-10 16,0 0-16,0 1 16,0-1-1,0 0-15,0 0 16,0-9 0</inkml:trace>
  <inkml:trace contextRef="#ctx0" brushRef="#br1" timeOffset="203117.23">13293 13724 0,'0'0'0,"0"0"0,0 0 16,0 0-1,0 0-15,0 0 16,9 0-1,0-9-15,20 0 16,18-9 0,9-1-16,10-9 15,0 10 1,-10 0-16,-9-1 16,-9 10-16,-10 0 15,-9-1 1,0 1-16,-10 9 15,1 0 1,-10 0-16,0 0 16,0 0-16,0 0 15,0 0 1,0 0-16,-10 0 16,-27 0-1,-10 9-15,-29 10 16,1-1-16,0 10 15,9 0 1,10-10-16,8 1 16,11-1-1,9-9-15,9 0 16,9 1-16,1-10 16,9 0-1,0 0-15,0 0 16,9 0-1,20 0-15,8 0 16,20-10 0,9 1-16,-1 0 15,-8 0-15,-10 0 16,0-1 0,-9 1-16,-10 9 15,-9 0 1,-10 0-16,0 0 15,-9 0 1,0 0-16,0 0 16,0 0-16,0 0 15,-18 0 1,-11 0-16,-18 0 16,-19 9-1,10 1-15,9-10 16,19 9-16,0-9 15,9 0 1,9 0-16,10 0 16,0 0-1,0 0-15,0 0 16</inkml:trace>
  <inkml:trace contextRef="#ctx0" brushRef="#br1" timeOffset="203601.12">13311 11768 0,'0'0'0,"0"0"16,0 0-1,0 0-15,0 0 16,-9 9-16,-29 9 16,-37 19-1,-38 19-15,0 8 16,10 10-1,-1-9-15,1-1 16,28-8-16,75-56 16</inkml:trace>
  <inkml:trace contextRef="#ctx0" brushRef="#br1" timeOffset="204367.96">16171 11574 0,'0'0'15,"0"0"-15,0 0 16,0 0 0,0 9-16,0 10 15,0 8 1,0 20-16,-9 26 16,0 20-1,9-1-15,-10 0 16,1 10-16,-1-10 15,1-27 1,-1-10-16,10-9 16,-9-18-1,9-28-15</inkml:trace>
  <inkml:trace contextRef="#ctx0" brushRef="#br1" timeOffset="204900.67">15833 12128 0,'0'0'15,"0"0"1,0 0-16,0 0 15,0 0 1,9 9-16,0 0 16,10 10-16,10 8 15,-1 10 1,0 0-16,0 0 16,0 0-1,1 0-15,-1 0 16,-9-9-16,-1-10 15,1 0 1,-9-8-16,-1-1 16,1 0-1,-1-9-15,10 0 16,0 0-16,-1 0 16,11-9-1,-1-10-15,0 1 16,0-10-1,-9 1-15,9-10 16,-9 9 0,0 0-16,0 1 15,0-1-15,-1 0 16,1 1 0,-19 27-16</inkml:trace>
  <inkml:trace contextRef="#ctx0" brushRef="#br1" timeOffset="211017.77">10677 15367 0,'0'0'0,"0"0"0,0 0 16,0 0-1,0 0-15,0 0 16,0 0-1,0 0-15,0 0 16,0 0 0,0 10-16,0 8 15,0 10-15,0-1 16,0 10 0,0 0-16,0 0 15,0 9 1,0-9-16,0 0 15,0 9 1,0-9-16,10 0 16,-1-9-16,1 0 15,-1-10 1,0 0-16,-9-18 16</inkml:trace>
  <inkml:trace contextRef="#ctx0" brushRef="#br1" timeOffset="211590.94">10969 15432 0,'0'0'0,"0"0"15,0 0-15,0 0 16,0 0 0,0 0-16,0 0 15,0 0 1,0 0-16,0 0 15,0 0-15,0 0 16,0 0 0,0 0-16,0 0 15,0 0 1,0 0-16,0 9 16,0 10-1,0 8-15,9 1 16,-9 9-16,10 0 15,-1 0 1,1 9-16,-1 0 16,-9 0-1,9 0-15,-9-9 16,0 0 0,0-9-16,0-10 15,0 1-15,0-1 16,0-8-1,0-1-15,0 0 16,0 0 0,0-9-16</inkml:trace>
  <inkml:trace contextRef="#ctx0" brushRef="#br1" timeOffset="213295.99">11486 14767 0,'0'0'0,"0"0"16,0 0-16,0 0 16,0 0-1,0 0-15,0 0 16,0 10 0,10 8-16,-1 10 15,1 9 1,-10 9-16,0 9 15,9 1-15,0 8 16,-9 1 0,10-1-16,-10 10 15,9 0 1,1 9-16,-1-9 16,1 0-1,8 18-15,-8-9 16,9 0-16,-10-9 15,0 0 1,10 9-16,0 0 16,-10-9-1,1-9-15,-1-19 16,1 0-16,-1-9 16,0 0-1,1-10-15,-10-8 16,0-1-1,0-8-15,0-1 16,0 0-16,0 0 16,0-9-1,0 0-15,0 0 16,0 0 0,0 0-16,0 0 15,0 0 1,0 0-16</inkml:trace>
  <inkml:trace contextRef="#ctx0" brushRef="#br1" timeOffset="214484.43">8119 12248 0,'0'0'16,"0"0"-16,0 0 15,0 0-15,0 0 16,0-9 0,0-10-16,0-9 15,9-9 1,10-9-16,18-9 16,1 0-1,0 8-15,-1 1 16,1 9-16,-10 10 15,0 8 1,1 10-16,-1 0 16,0 9-1,0 0-15,1 9 16,8 9-16,-9 10 16,1 18-1,-1 10-15,-19-10 16,1 9-1,-1-9-15,0 10 16,1-10 0,-10-18-16,0-28 15</inkml:trace>
  <inkml:trace contextRef="#ctx0" brushRef="#br1" timeOffset="-214513.19">8664 11731 0,'0'0'0,"0"0"16,0 0-16,10 9 16,-1 10-1,10 8-15,9 10 16,0 0-16,1 9 16,-11-9-1,11 9-15,-11-9 16,-8-9-1,-1 0-15,1-1 16,-1-8-16,-9-1 16,0-9-1,0 1-15,-9-1 16,-1 9 0,-9-8-16,-9 8 15,0-9 1,0 1-16,-1-1 15,1 0-15,0-9 16,9 0 0,0 9-16,19-9 15</inkml:trace>
  <inkml:trace contextRef="#ctx0" brushRef="#br1" timeOffset="-212141.66">8692 12589 0,'0'0'0,"0"0"15,0 0 1,0 0-16,0 0 15,0 0 1,0 0-16,10 0 16,9 0-1,9-9-15,10 0 16,9-10-16,0 1 16,-10 9-1,-18-1-15,0 1 16,-10 9-1,1 0-15,-10 0 16,0 0-16,-10 9 16,-18 10-1,-19 18-15,-19 0 16,-9 18 0,9-9-16,10 0 15,9-9 1,9 0-16,10-9 15,9 0-15,9-10 16,1 1 0,9-10-16,9 0 15,10 0 1,19 0-16,9-9 16,19-18-1,0 0-15,9-10 16,-9 0-16,-19 10 15,-10-1 1,-8 10-16,-11 0 16,-8 0-1,-10 9-15,0 0 16,0 0 0,-28 9-16,-29 28 15,-18 0-15,-19 18 16,0 0-1,19-9-15,18 1 16,19-20-16,10-8 16,9-1-1,1-9-15,8 1 16,10-10 0,0 0-16,10 0 15,27-10 1,20-8-16,9 0 15,-10-1-15,0 1 16,-18 8 0,-10 1-16,-9 9 15,-9 0 1,-1 0-16,-9 0 16,0 9-1,-9 10-15,-20 27 16,-27 19-16,-1-10 15,1 0 1,18-8-16,-9 8 16,19-18-1,9-9-15,10-10 16,-1 0-16,10-8 16,0-1-1,10 0-15,-1-9 16,19 0-1,20 0-15,8-9 16,10-10 0,-10 1-16,1 9 15,-20 0-15,-8-1 16,-11 1 0,-8 9-16,-10 0 15,0 0 1,0 0-16,-28 19 15,-10 8 1,-19 10-16,1 9 16,9-9-16,9-9 15,20-10 1,-1-8-16,9-1 16,1-9-1,9 0-15,0 0 16,9-9-16,20-28 15,18-9 1,18-19-16,1 0 16,0 1-1,-19 18-15,-9-1 16,-10 10-16,-9 10 16,-10 8-1,1 1-15,-10 9 16,0-1-1,-10 1-15,-9 0 16,1 0 0,-20-1-16,0 10 15,10 0 1,0 0-16,9 0 16,10 0-16,-1 0 15,10 0 1,0-9-16,10-9 15,18-19 1,38-19-16,9 1 16,0 0-16,-75 55 15</inkml:trace>
  <inkml:trace contextRef="#ctx0" brushRef="#br1" timeOffset="-206133.69">8598 12958 0,'0'0'0,"0"0"16,0 0 0,29 0-16,46 10 15,-75-10 1</inkml:trace>
  <inkml:trace contextRef="#ctx0" brushRef="#br1" timeOffset="-203373.65">15061 13724 0,'0'0'16,"0"0"-16,0 0 15,0 0 1,0 0-16,0 0 16,0 0-1,0 0-15,0 0 16,0 0-16,0 0 16,0 0-1,0 0-15,0 0 16,0 0-1,0 0-15,0 0 16,0 0 0,0 0-16,0 0 15,0 10-15,0-10 16,0 9 0,10 0-16,-1 0 15,0 1 1,1-1-16,9 0 15,0 0-15,-1 1 16,1-1 0,0 0-16,9 0 15,10 0 1,-1-9-16,1 0 16,9 0-16,0 0 15,10 0 1,-10 0-16,9 0 15,1 0 1,-10 0-16,0 0 16,0 0-1,-10 10-15,1-1 16,0 0-16,-1 0 16,-9 10-1,1-10-15,-1 0 16,0 10-1,10-10-15,-10 0 16,10-9-16,-1 0 16,1 0-1,-1-9-15,1 0 16,-10 0 0,10-1-16,-10 1 15,0 0 1,1 0-16,-1-1 15,9 1-15,1 9 16,-10-9 0,10 9-16,-10 0 15,0 0 1,1 0-16,-1 0 16,0 0-16,0 0 15,0 0 1,1 0-16,-11 0 15,11 0 1,-1 0-16,0 0 16,10-9-1,-1 9-15,1-10 16,0 1-16,-1 0 16,1 0-1,0 0-15,-1-1 16,1 1-1,-1 0-15,-8 0 16,8-1 0,-8 1-16,8 9 15,1 0-15,-38 0 16</inkml:trace>
  <inkml:trace contextRef="#ctx0" brushRef="#br1" timeOffset="-202221.83">12211 14934 0,'0'0'0,"0"0"15,0 0 1,-10 0-16,1 0 16,0 0-1,-20 9-15,1 18 16,-9 10 0,-11 28-16,1 9 15,10 18 1,-1 10-16,10-10 15,9-9-15,0-18 16,10-10 0,9-9-16,0-9 15,9-9-15,1-1 16,-1-8 0,1-10-16,-1 0 15,0-9 1,10-9-16,9-9 15,1-1 1,-1-8-16,0-20 16,-9 1-16,0 0 15,-10 9 1,1 0-16,-1 10 16,-9 8-1,0 1-15,0-1 16,0 10-1,0 9-15,0 0 16,-9 0-16,-10 9 16,-10 10-1,-8 8-15,-1 10 16,10 0 0,9 0-16,19-37 15</inkml:trace>
  <inkml:trace contextRef="#ctx0" brushRef="#br1" timeOffset="-201374.6">12314 15118 0,'0'0'0,"0"0"15,0 0 1,0 0-16,0 0 16,0 0-1,10-9-15,18 0 16,10-10-16,9 1 16,9-1-1,-18 10-15,-10 0 16,0 0-1,0 9-15,-9 0 16,0 9 0,-10 9-16,1 1 15,-10 18-15,-10 9 16,-8 9 0,-20 1-16,10-10 15,-1-9 1,11-10-16,-1 1 15,9-9-15,1-10 16,9 0 0,0-9-16,0 0 15,0 0 1,0 0-16,9 9 16,1 0-1,9 1-15,9 8 16,0 1-16,-9-10 15,0 9 1,0 1-16,-1-1 16,-8 1-1,-1-1-15,1 1 16,-1-1-16,-9 10 16,0-1-1,-9 10-15,-10-9 16,0 0-1,0-1-15,-9 1 16,-10 0 0,10-10-16,-10 1 15,-18-10-15,56-9 16</inkml:trace>
  <inkml:trace contextRef="#ctx0" brushRef="#br1" timeOffset="-191479.51">23217 13789 0,'0'0'0,"0"0"15,0 0-15,0 0 16,0 0-1,0 0-15,0 0 16,0 0 0,19 9-16,0 1 15,9 8-15,10 0 16,18 10 0,1 0-16,9 0 15,0-1 1,-1-8-16,20 8 15,0 1 1,9 9-16,-10-9 16,11 9-16,-1 0 15,-10-10 1,10 10-16,0 0 16,10-9-1,-10-1-15,0 1 16,10 9-16,-10-9 15,0-10 1,0 1-16,-19-1 16,0 1-1,1-1-15,-11-9 16,-8 0-16,-1 1 16,-9-1-1,-9 0-15,0 0 16,-1 1-1,-9-1-15,1 0 16,-11 0 0,1 1-16,0-1 15,0 0 1,0 0-16,18-9 16,-37 0-16</inkml:trace>
  <inkml:trace contextRef="#ctx0" brushRef="#br1" timeOffset="-190790.5">27780 13771 0,'0'0'0,"0"0"15,0 0-15,0 0 16,0 0-1,0 0-15,0 0 16,0 0 0,0 0-16,0 0 15,0 0-15,-9 0 16,-10 9 0,-9 9-16,-10 1 15,-18-1 1,-1 10-16,-9 0 15,10-1-15,-10 1 16,-9 9 0,-1 0-16,-18 9 15,10-9 1,8 0-16,-8 0 16,-1 0-1,-9 0-15,0 0 16,0-1-16,19 1 15,-1-9 1,-8 0-16,18-1 16,9-8-1,10-1-15,10 1 16,9-10 0,-1 9-16,10-8 15,1-1-15,-1 0 16,0 0-1,-19 19-15,-27 27 16,65-55 0</inkml:trace>
  <inkml:trace contextRef="#ctx0" brushRef="#br1" timeOffset="-189471.79">22691 14721 0,'0'0'0,"0"0"16,0 0-1,0 0-15,0 0 16,0 0-16,9 10 15,0-1 1,1 9-16,-1 10 16,1 9-1,-1 9-15,1 19 16,-1 8-16,0-8 16,-9 9-1,0 0-15,0 0 16,-9-10-1,9-18-15,0 0 16,0-9 0,0-9-16,0-9 15,0-1-15,0-9 16,0-9 0,0 0-16,0 0 15</inkml:trace>
  <inkml:trace contextRef="#ctx0" brushRef="#br1" timeOffset="-187925.91">22757 14620 0,'0'0'16,"0"0"-1,9 0-15,19-9 16,19-1-16,28 1 16,20 0-1,17 0-15,1-1 16,19 10-1,0 0-15,9 0 16,19-9 0,-19 0-16,28-10 15,1 10-15,-1 0 16,38 0 0,-10 0-16,1 9 15,-10 0 1,0 0-16,-18 9 15,8 0-15,-8 9 16,-20 1 0,-18-1-16,9 1 15,-9-1 1,-10-8-16,-9 8 16,19 0-1,-20-8-15,-8-1 16,-10 0-16,-9 0 15,9-9 1,-19 0-16,-9 0 16,-19 0-1,0 0-15,-9 0 16,-1 0-16,-9 0 16,1 0-1,-11 0-15,1 0 16,-9 0-1,8 0-15,1 0 16,-9 0-16,9 0 16,-10 0-1,10 10-15,0-1 16,-10 0 0,10 0-16,-10 1 15,1-1 1,8 9-16,-8 10 15,9 9 1,-1 9-16,-8 9 16,-1 10-16,1-10 15,-10 1 1,0 8-16,0 1 16,0 0-1,0-1-15,0-8 16,0-10-16,0 0 15,0-9 1,0 0-16,0 0 16,0-10-1,-10-8-15,1-1 16,-1 1 0,1-1-16,0-9 15,-1 1-15,-9 8 16,-9 0-1,-9 10-15,-10 0 16,-19-10 0,-28 10-16,-10-10 15,1-8-15,-1-10 16,-18 0 0,0 0-16,9 0 15,0 0 1,-10 0-16,-18 0 15,19 0-15,-10 0 16,-9 0 0,0 0-16,9 0 15,-9 0 1,10 0-16,-1 0 16,-19 0-1,20 0-15,8 0 16,-8 0-16,-1 0 15,19-10 1,0 1-16,19 0 16,-9 0-1,9 0-15,18 9 16,1 0-16,0 0 16,-10 0-1,-9 0-15,28 0 16,-9 0-1,0 0-15,9 0 16,0 0 0,0 9-16,10-9 15,9 0-15,9 0 16,0 0 0,10 0-16,9 0 15,10 0 1,0 0-16,-1 0 15,10 0 1</inkml:trace>
  <inkml:trace contextRef="#ctx0" brushRef="#br1" timeOffset="-187506.72">24196 14795 0,'0'0'0,"0"0"15,0 0-15,0 0 16,0 19-16,0 18 16,0 18-1,0 28-15,0 9 16,0 1 0,-10-1-16,1 0 15,0-9 1,-1-9-16,10 0 15,0 0-15,0-10 16,-9-8 0,-1-10-16,1 0 15,9-46 1</inkml:trace>
  <inkml:trace contextRef="#ctx0" brushRef="#br1" timeOffset="-186778.83">21280 11676 0,'0'0'0,"0"0"15,0 0-15,0 0 16,0 0-1,0 0-15,9 9 16,0 0-16,1 9 16,9 10-1,-1 9-15,1 0 16,0 0 0,9 9-16,-9-9 15,0 0-15,9 9 16,-9-9-1,-10 0-15,1 0 16,-1-10 0,-9-27-16</inkml:trace>
  <inkml:trace contextRef="#ctx0" brushRef="#br1" timeOffset="-186225.59">21157 11934 0,'0'0'0,"0"0"15,0 0 1,10 9-16,-1 0 16,10 10-1,0 9-15,9-1 16,0 1 0,10 9-16,-1 0 15,1 0 1,9 0-16,-9-10 15,-1-8-15,-8-1 16,-1-9 0,0 1-16,-9-10 15,0 0-15,-1 0 16,-8 0 0,-1-10-16,1 1 15,-1 0 1,0 0-16,1-10 15,9-8 1,0-1-16,-10 0 16,0-9-16,10 0 15,-9 10 1,-1-10-16,10 0 16,-19 37-1</inkml:trace>
  <inkml:trace contextRef="#ctx0" brushRef="#br1" timeOffset="-185345.69">27884 11528 0,'0'0'0,"0"0"16,0 0-16,0 0 15,0 0 1,9 18-16,10 19 15,9 19 1,0 17-16,0 10 16,1-9-1,-1 0-15,0-9 16,-9-19-16,0-9 16,-19-37-1</inkml:trace>
  <inkml:trace contextRef="#ctx0" brushRef="#br1" timeOffset="-184853.67">27667 11980 0,'0'0'0,"0"0"16,10 0-16,8 9 15,20 10 1,18 8-16,10 10 16,10 0-16,-11 0 15,1-9 1,0-10-16,-19-8 15,-9-1 1,-10-9-16,0 0 16,-9 0-16,0 0 15,-10 0 1,1-9-16,-1-1 16,1 1-1,-1-9-15,0-1 16,1-8-1,-1-20-15,1 1 16,-1 0-16,0 0 16,1 9-1,9-9-15,-1-10 16,11 1 0,-29 55-16</inkml:trace>
  <inkml:trace contextRef="#ctx0" brushRef="#br1" timeOffset="-183990.14">22060 13531 0,'0'0'0,"0"0"15,0 0-15,0 0 16,0 0 0</inkml:trace>
  <inkml:trace contextRef="#ctx0" brushRef="#br1" timeOffset="-182004.87">23424 14924 0,'0'0'0,"0"0"16,0 0-16,0 0 15,0 0 1,0 0-16,0 0 16,0 0-1,0 0-15,0 0 16,-9 0 0,0 0-16,9 0 15,0 0 1,-10 10-16,1-1 15,-1 0-15,1 19 16,9-1 0,0 10-16,0 9 15,0 1 1,0-10-16,0 9 16,0-9-16,0 0 15,0-10 1,0-8-16,0-1 15,0-9 1,0 1-16,0-1 16,0-9-1,0 0-15,0 0 16</inkml:trace>
  <inkml:trace contextRef="#ctx0" brushRef="#br1" timeOffset="-180011.72">31505 11214 0,'0'0'0,"0"0"15,0 0-15,0 0 16,0 18-16,-9 10 16,0 0-1,9 18-15,-10 9 16,1 1 0,-1 8-16,1 1 15,0 0 1,-1-10-16,1 0 15,-1-18-15,-8 9 16,-1-18 0,9-9-16,10-19 15</inkml:trace>
  <inkml:trace contextRef="#ctx0" brushRef="#br1" timeOffset="-179436.58">31007 11556 0,'0'0'16,"0"0"-16,9 9 15,1 0 1,8 9-16,11 19 16,8 10-1,-8-11-15,-1 1 16,0 0 0,0 0-16,0 0 15,1-9-15,-11-10 16,1 1-1,0-1-15,-10-9 16,1 1 0,-1-1-16,1-9 15,-10 0 1,9 0-16,1 0 16,-1-9-16,10-1 15,0 1 1,9-9-16,9-10 15,-8 10 1,-1-10-16,0 0 16,0 0-16,1 10 15,-11 0 1,1-1-16,-9 10 16,-1 0-1,0-1-15,1 1 16,-10 9-16,0 0 15</inkml:trace>
  <inkml:trace contextRef="#ctx0" brushRef="#br1" timeOffset="-177591.53">21891 13605 0,'0'0'0,"0"0"15,0 0 1,0 0-16,0 0 15,0 0 1,0 0-16,0 0 16,0 0-16,0 0 15,0 0 1,0 0-16,0 0 16,0 0-1,0 0-15,0 0 16,0 0-1,0 0-15,0 0 16,0 0-16,0 0 16,0 0-1,0 0-15,0 0 16,0 0 0,0 0-16,0 0 15</inkml:trace>
  <inkml:trace contextRef="#ctx0" brushRef="#br1" timeOffset="-176559.66">30574 13485 0,'0'0'0,"0"0"15,0 0-15,0 0 16,0 0-16,0 0 16,0 0-1,0 0-15,0 0 16,0 0 0,0 0-16,0 0 15,0 0 1,0 0-16,0 0 15,0 0-15,0 0 16,0 0 0,0 0-16,0 0 15,0 0 1,0 0-16,0 0 16,0 0-1,0 0-15,0 0 16,0 0-16,0 0 15</inkml:trace>
  <inkml:trace contextRef="#ctx0" brushRef="#br1" timeOffset="-175371.83">24751 15137 0,'0'0'0,"0"0"16,0 0-16,0 0 16,0 0-1,0 0-15,0 0 16,0 0-1,0 0-15,0 0 16,0 0-16,0 9 16,-10 9-1,10 10-15,-9 9 16,0 18 0,9 1-16,0-1 15,0-9 1,-10 0-16,10-9 15,0-9-15,0-10 16,0 1 0,0-10-16,0-9 15,0 0 1,0 0-16</inkml:trace>
  <inkml:trace contextRef="#ctx0" brushRef="#br1" timeOffset="-174227.16">24920 15201 0,'0'0'15,"0"0"-15,0 0 16,0 0-16,0 0 16,0 0-1,0 0-15,0 0 16,0 0 0,0 0-16,10 0 15,-1 0 1,19 0-16,10-9 15,0 0-15,-1 0 16,1 9 0,-10-10-16,0 10 15,-9 0 1,0 0-16,-10 0 16,1 0-16,-1 0 15,-9 0 1,0 0-16,9 0 15,-9 0 1,0 0-16,0 0 16,0 0-1,0 0-15,0 0 16,0 0-16,0 10 16,0 8-1,0 10-15,0-1 16,0 10-1,0 0-15,0 0 16,0 9-16,0-18 16,0 9-1,0-9-15,0-10 16,0 1 0,0-1-16,0-9 15,0 0 1,0 1-16,0-1 15,0 0-15,0 0 16,0-9 0,0 10-16,0-10 15,0 0 1,0 0-16,0 9 16,0-9-1,0 0-15,0 9 16,0-9-16,0 0 15,0 0 1,0 9-16,0-9 16,0 0-1,0 9-15,0-9 16,0 0-16,0 10 16,0-10-1,0 0-15,0 0 16,0 9-1,0 0-15,0-9 16,0 9-16,0-9 16,0 0-1,0 0-15,0 10 16,0-10 0,0 9-16,0-9 15,0 9 1,0-9-16,0 0 15,0 0-15,0 0 16,0 0 0,0 0-16,0 0 15,0 0 1,0 0-16,0 0 16,0 0-1</inkml:trace>
  <inkml:trace contextRef="#ctx0" brushRef="#br1" timeOffset="-173370.72">25503 14481 0,'0'0'0,"0"0"16,0 0-16,0 0 16,0 0-1,0 0-15,0 10 16,10 8-1,-1 10-15,1-1 16,9 20-16,-1-1 16,-8 0-1,9 9-15,-10 10 16,10 9 0,0-1-16,-1-8 15,1 9 1,0 0-16,0 9 15,-10-9-15,1-10 16,-1 1 0,0-19-16,-9 0 15,0 0 1,0 0-16,0 1 16,0-10-16,0-1 15,0 1 1,0-9-16,0 0 15,0-10 1,0-9-16,0 1 16,0-1-16,0-9 15,0 0 1,0 0-16</inkml:trace>
  <inkml:trace contextRef="#ctx0" brushRef="#br1" timeOffset="-172406.82">31703 11962 0,'0'0'16,"0"0"-16,0 0 16,0 0-16,9-10 15,1-8 1,-1-1-16,10 1 15,19-10 1,-1 10-16,1 9 16,0-1-1,-1 10-15,1 0 16,-1 10-16,-8 8 16,-1 1-1,0-1-15,-9 10 16,0-1-1,0 1-15,-10 0 16,10-1-16,-19-27 16</inkml:trace>
  <inkml:trace contextRef="#ctx0" brushRef="#br1" timeOffset="-172040.73">32418 11888 0,'0'0'15,"0"0"1,9 9-16,1 0 16,9 10-16,-10-1 15,10 10 1,-10 0-16,1-10 15,-1 10 1,-9-10-16,0 10 16,-9 0-16,-10-1 15,-9-8 1,-10 8 0,-9-8-16,-10-1 15,1-8-15,0-10 16,-1 0-1,10-10-15,19 1 16,28 9-16</inkml:trace>
  <inkml:trace contextRef="#ctx0" brushRef="#br1" timeOffset="-171529.75">32474 11436 0,'0'0'0,"0"9"16,0 28-16,0 27 16,0 29-1,-9-1-15,0 19 16,-1-10 0,-9-9-16,10-18 15,0-18-15,9-19 16,-10-10-1,1-8-15,9-10 16,0-9 0,0 0-16</inkml:trace>
  <inkml:trace contextRef="#ctx0" brushRef="#br1" timeOffset="-171171.46">32079 11832 0,'0'0'16,"0"0"-16,0 0 15,0 0 1,0 0-16,0 0 16,10 10-16,8 17 15,11 10 1,18 19-16,0-1 16,0 0-1,0-8-15,-10-11 16,-8-8-16,-1-9 15,0-1 1,-9-9-16,0 1 16,-10-10-1,1 0-15,8 0 16,1-10 0,0 1-16,0-9 15,9-19-15,10-19 16,-10 1-1,10 9-15,-38 46 16</inkml:trace>
  <inkml:trace contextRef="#ctx0" brushRef="#br1" timeOffset="-169811.47">31750 12765 0,'0'0'0,"9"0"16,38 0-1,29 0-15,27 0 16,-9 9-16,0 0 16,0 0-1,-28 1-15,-19-1 16,-18 0 0,-11 0-16,-18-9 15,0 9 1,-18 1-16,-30 17 15,-27 1-15,-28 9 16,-10-9 0,19-1-16,9-8 15,19-1 1,19-9-16,10 1 16,18-10-1,9 0-15,1 0 16,9 0-16,0 0 15,28 9 1,38 9-16,66 10 16,-1 0-1,-27-1-15,-29-8 16,-28-1-16,-19 1 16,-9-1-1,-9-8-15,-10-1 16,0 9-1,-19 10-15,-19 9 16,1-9 0,-10-1-16,9 1 15,0 0-15,19-19 16,1 0 0,8 0-16,10 1 15,10-1 1,18 0-16,38 9 15,9 1-15,28-10 16,-27 0 0,-20-9-16,-28 0 15,-9 0 1,-9 0-16,-10 0 16,0 0-1,-29-9-15,-36-9 16,-30-10-16,11 10 15,-10-10 1,0 0-16,18 0 16,20 1-1,28-1-15,9 0 16,10 1-16,9-10 16,18-9-1,20-10-15,37-8 16,19-10-1,0 18-15,-28 20 16,-19-1 0,-19 18-16,-9 1 15,-19 8-15,-9 1 16,-19-9 0,-19-1-16,-19 10 15,-9 0 1,9 0-16,19 9 15,9 0-15,19 0 16,19 0 0,0 0-16,10-10 15,37-17 1,37 8-16,29 10 16,-19 9-1,-37 18-15,-38 10 16,-19 18-16,0-46 15</inkml:trace>
  <inkml:trace contextRef="#ctx0" brushRef="#br1" timeOffset="-168483.72">32042 12737 0,'0'0'16,"0"0"-16,0 0 15,-10 0 1,1 0-16,-10 0 16,0 0-1,0 9-15,1 0 16,-1 1-16,0-1 15,10 0 1,-1-9-16,10 0 16,0 0-1,0 0-15,19 9 16,37 1 0,38 8-16,19-9 15,-19 0-15,-47-9 16,-18 0-1,-11 0-15,-18 0 16,0 0 0,-18 10-16,-39 8 15,-27 1-15,-20 8 16,10-8 0,19-1-16,18 1 15,20-1 1,8-9-16,20 1 15,9-1 1,9 0-16,20 9 16,46 10-16,28 18 15,-18 0 1,-28-18-16,-29-9 16,-9-1-1,-10 1-15,-9 8 16,-9 1-16,-20 0 15,-8 9 1,-1-10-16,0 1 16,10-10-1,9-8-15,10-1 16,9-9 0,0 0-16</inkml:trace>
  <inkml:trace contextRef="#ctx0" brushRef="#br1" timeOffset="-165828.33">21345 13595 0,'0'0'0,"0"0"16,0 0-16,0 0 16,0 0-1,0 0-15,0 0 16,0 0 0,10 10-16,-1-1 15,1 0-15,-1 9 16,10 1-1,0-1-15,9 1 16,0-1 0,0 1-16,1-1 15,-1-9 1,0 1-16,10-1 16,-1-9-16,1-9 15,9-1 1,0-8-16,-9-1 15,-1 10 1,-9 0-16,1 0 16,8 0-16,-8 9 15,-1 9 1,0 0-16,0 9 16,0 1-1,1-1-15,-11 1 16,11-1-1,-1 1-15,0-1 16,-9-9-16,0 1 16,9-1-1,0-9-15,0 0 16,1 0 0,-1-9-16,-9-1 15,9 1-15,0 0 16,0 0-1,1 0-15,-1-1 16,-9 1 0,9 0-16,0 9 15,-9 0 1,9 0-16,0 0 16,-9 0-16,9 0 15,-9 0 1,9 0-16,-9 0 15,9 0 1,-9 0-16,9 0 16,1-9-1,-1-1-15,0 1 16,0-9-16,1-1 16,8-8-1,10-10-15,-9 9 16,-1 0-1,1 1-15,0 8 16,-10 10-16,0 0 16,-9-1-1,0 10-15,0 0 16,-1 10 0,11-1-16,-11 9 15,1 1-15,0-1 16,0 1-1,0-10-15,0 9 16,9-8 0,0-1-16,0-9 15,0 0 1,1 0-16,8-9 16,-8-1-16,8-17 15,-37 27 1</inkml:trace>
  <inkml:trace contextRef="#ctx0" brushRef="#br1" timeOffset="-163807.22">21853 13641 0,'0'0'0,"0"0"15,0 0-15,0 0 16,0 0-1,0 0-15,0 0 16,0 0-16,0 0 16,0 0-1,0 10-15,0 8 16,0 1 0,10 8-16,-1 1 15,10 0 1,0-10-16,0 1 15,9-1-15,0-9 16,0 0 0,10-9-16,0 0 15,-1-9 1,-9 9-16,10-9 16,0 9-1,-1 0-15,10 0 16,0 9-16,10 0 15,-1 1 1,1-1-16,-1-9 16,-9 0-1,0-9-15,10-1 16,-20 1-16,10-9 16,-9 9-1,0-10-15,-1 1 16,1-1-1,0 10-15,-1 0 16,1-1 0,9 1-16,19 0 15,0 0-15,9-10 16,0 10 0,0 0-16,-9-10 15,-9 10 1,-1-9-16,19-10 15,-75 28-15</inkml:trace>
  <inkml:trace contextRef="#ctx0" brushRef="#br1" timeOffset="-162735.98">26030 15183 0,'0'0'15,"0"0"-15,0 0 16,0 0 0,0 0-16,0 0 15,0 0-15,0 0 16,0 0-1,0 0-15,0 0 16,0 0 0,0 0-16,0 0 15,0 0-15,0 0 16,10 0 0,-10 0-16,0 0 15,0 0 1,0 0-16,0 9 15,0 19 1,-10-1-16,1 10 16,-1 0-16,-8 0 15,8-9 1,1-10-16,-1 1 16,10-10-1,0 0-15,0-9 16,0 0-16,10 9 15,9 1 1,9-10-16,0 0 16,10 0-1,9-10-15,0-8 16,-47 18 0</inkml:trace>
  <inkml:trace contextRef="#ctx0" brushRef="#br1" timeOffset="-162475.41">26416 15155 0,'0'0'0,"0"0"15,0 0 1,0 0-16,0 0 15,0 0-15,0 9 16,0 10 0,0 27-16,0 19 15,0 8 1,0 1-16,9-9 16,-9-65-1</inkml:trace>
  <inkml:trace contextRef="#ctx0" brushRef="#br1" timeOffset="-162011.54">26896 14767 0,'0'0'16,"0"0"-16,0 0 15,0 0 1,0 19-16,0 27 16,9 37-1,-9 19-15,0 18 16,-9 18-16,-1-18 15,1-9 1,0 9-16,-1-28 16,1-37-1,9-55-15</inkml:trace>
  <inkml:trace contextRef="#ctx0" brushRef="#br1" timeOffset="-161520.65">27225 15063 0,'0'0'0,"0"0"15,0 0 1,0 0-16,0 0 16,0 0-16,0 9 15,-9 9 1,-1 1-16,-9 18 15,10 0 1,0 0-16,-1-10 16,1 1-16,9 0 15,0-1 1,9-8-16,10-1 16,0 1-1,9-10-15,10 0 16,9 1-1,9-10-15,-9 0 16,-9-10-16,-10-8 16,-28 18-1</inkml:trace>
  <inkml:trace contextRef="#ctx0" brushRef="#br1" timeOffset="-161294.28">27413 15210 0,'0'0'0,"0"0"15,0 0-15,0 0 16,0 0 0,0 10-16,0-1 15,0 19 1,0 9-16,-9 18 16,-1 10-16,1-10 15,9 10 1,0-1-16,0 1 15,0-28 1,0-37-16</inkml:trace>
  <inkml:trace contextRef="#ctx0" brushRef="#br1" timeOffset="-160661.37">27667 15109 0,'0'0'16,"0"0"-16,0 0 15,0 0-15,0 9 16,0 0-1,0 1-15,-9 8 16,-1 1 0,10 8-16,0 1 15,0 0 1,0-1-16,0-8 16,0-1-16,0 1 15,0-10 1,10 9-16,9 1 15,-1-10 1,1 0-16,9 1 16,10-1-16,0-9 15,-1 0 1,-8-9-16,-11-1 16,1-8-1,-9-1-15,-1 1 16,-9-10-1,-9 10-15,-1-1 16,1 10-16,9 9 16,0 0-1,-10-9-15,10 9 16,0 0 0,0 0-16,-9 0 15,0 18-15,-10 38 16,-9 73-1,-10 92-15,0 10 16</inkml:trace>
  <inkml:trace contextRef="#ctx0" brushRef="#br1" timeOffset="-160028.68">25767 15275 0,'0'0'16,"0"0"-16,0 0 16,0 0-1,0 0-15,0 0 16,9 0-16,1 0 15,9 0 1,9 0-16,-28 0 16</inkml:trace>
  <inkml:trace contextRef="#ctx0" brushRef="#br1" timeOffset="-157876.45">32107 13715 0,'0'0'0,"0"0"15,0 0 1,0 0-16,10-9 16,9 0-1,18-10-15,29-8 16,9-1-16,1 0 15,-29 10 1,-19 9-16,-19-1 16,-9 10-1,0 0-15,-28-9 16,-38 9 0,-28 0-16,-19 0 15,0 0-15,29 0 16,27 0-1,20 0-15,18 0 16,9 0 0,1 0-16,9 0 15,0 0-15,0 0 16,19-9 0,19 0-16,18-1 15,0 1 1,-18 9-16,-19 0 15,-10 0 1,1 0-16,-10 0 16,0 0-16,-10 0 15,-9 9 1,1-9-16,-1 0 16,9 0-1,1 0-15,9 0 16,0 0-16,28-9 15,47-9 1,38-1-16,10 1 16,-10-1-1,-38 10-15,-75 9 16</inkml:trace>
  <inkml:trace contextRef="#ctx0" brushRef="#br1" timeOffset="-156611.33">21976 13586 0,'0'0'0,"0"0"0,0 0 15,0 0 1,0 0-16,0 0 16,0 0-1,0 0-15,0 0 16,0 9-16,0 1 15,9 8 1,10 10-16,9-1 16,10 1-1,-1-10-15,10 1 16,-9-1 0,0-8-16,-1-1 15,-8 0-15,8-9 16,-9 0-1,1 0-15,-1 0 16,-9 0 0,-1 0-16,11 0 15,-1 0 1,0 9-16,10 1 16,-1-1-16,10 9 15,0 1 1,1-1-16,-1 1 15,0-10 1,0 0-16,9-9 16,-9 0-16,0-9 15,-9 0 1,-1-1-16,-8 1 16,8 0-1,1 0-15,0-1 16,-1 10-1,-9 0-15,10 0 16,-10 10-16,0-1 16,1 0-1,-1 0-15,0 10 16,-28-19 0</inkml:trace>
  <inkml:trace contextRef="#ctx0" brushRef="#br1" timeOffset="-149670.65">12766 16106 0,'0'0'0,"0"0"0,0 0 16,0 0-1,0 0-15,0 0 16,0 0 0,0 0-16,0 0 15,0 0-15,9 0 16,10 0 0,9 9-16,1 0 15,18 0 1,9 1-16,10 8 15,19 1 1,9 8-16,9 1 16,19 9-16,1 9 15,8 0 1,20 10-16,-1-1 16,20 0-1,-1-9-15,10 1 16,0-1-16,9 0 15,9 0 1,10 0-16,-19-9 16,19-9-1,-19-1-15,1-17 16,-11-1-16,-8 0 16,-1-9-1,-18 9-15,-10 1 16,9-10-1,-18 9-15,-19-9 16,9 0 0,-9 0-16,-19 0 15,-19-9-15,-9-1 16,-9 10 0,8 0-16,-18-9 15,1 0 1,-11 9-16,10-9 15,19-10-15,-66 19 16</inkml:trace>
  <inkml:trace contextRef="#ctx0" brushRef="#br1" timeOffset="-148961.89">22427 15497 0,'0'0'16,"0"0"-16,0 0 15,0 0 1,0 0-16,0 0 15,0 0-15,0 0 16,0 0 0,0 0-16,-9 9 15,-19 0 1,-19 10-16,-29 8 16,-18 10-1,-28 9-15,-19 0 16,-28 10-16,-10-1 15,-9 10 1,-10-1-16,-9 10 16,0 0-1,0 0-15,-19 0 16,19-10-16,-9 10 16,37-9-1,-18-1-15,27-8 16,20-10-1,-19 0-15,46-9 16,10-9 0,10-1-16,18 1 15,1 0-15,27-10 16,20-9 0,-1 10-16,-19-1 15,57-18 1</inkml:trace>
  <inkml:trace contextRef="#ctx0" brushRef="#br1" timeOffset="-148142.6">12869 17176 0,'0'0'0,"0"0"15,0 0-15,0 0 16,0 0-16,0 0 15,10 28 1,9 37-16,9 36 16,9 47-1,1 9-15,0-10 16,-10 20-16,0-38 16,-9 0-1,0-27-15,-10-29 16,1-17-1,-1 18-15,-9-47 16,0-8 0,0-19-16,0 0 15</inkml:trace>
  <inkml:trace contextRef="#ctx0" brushRef="#br1" timeOffset="-147076.95">12709 17389 0,'0'0'15,"0"0"-15,0 0 16,0 0-16,19 0 15,28 0 1,47 0-16,29 9 16,37 0-1,9 0-15,19 1 16,19 8 0,9-18-16,57 9 15,-19-18-15,0 0 16,19 0-1,0-10-15,9 10 16,-9 9 0,-10-9-16,-9-1 15,10 10-15,-29-9 16,9 9 0,-37 0-16,29-9 15,-29 9 1,28-18-16,-38 8 15,38-17-15,-46-1 16,18 0 0,-29-9-16,10 10 15,-9-1 1,-19 9-16,9-8 16,1 8-1,-10 10-15,9 0 16,-18 0-16,-10 9 15,28-10 1,-9 1-16,-10 9 16,20-9-1,-1 9-15,10 0 16,-10 0 0,1 0-16,8 0 15,-8 9-15,-20-9 16,19 9-1,-9 1-15,-18-10 16,8 0-16,-18 0 16,-1-10-1,1 1-15,-19 0 16,-9 0 0,-20-1-16,10 1 15,-28 0 1,0 0-16,-19 0 15,-9 9 1,-10 0-16,0 0 16,-9 0-16,-10 0 15,1 0 1,-1 0-16,-9 0 16,10 9-1,-1 9-15,0 10 16,1 18-16,-10 9 15,9 19 1,1 0-16,-1 9 16,0 9-1,-9-8-15,10 17 16,-10 28 0,0 28-16,9 37 15,1 55-15,-1-18 16</inkml:trace>
  <inkml:trace contextRef="#ctx0" brushRef="#br1" timeOffset="-145777.83">13377 18745 0,'0'0'0,"0"0"16,-9 0-16,0 0 15,9 0-15,0 0 16,0 0 0,0 0-16,0 0 15,0 0 1,28 10-16,38-10 16,28 0-16,0 0 15,19 0 1,9 9-16,0 0 15,1 0 1,18 1-16,9-1 16,10-9-1,19 18-15,0-9 16,18 1-16,10-1 16,9-9-1,1 9-15,-1-9 16,10 9-1,0-18-15,-10 9 16,10-9 0,0-19-16,-10 10 15,10-10-15,-10 0 16,1-18 0,-20 9-16,19 0 15,-18 1 1,0 8-16,-10 0 15,-10 0-15,1 10 16,0 9 0,0-10-16,-1 19 15,-8-9 1,9 9-16,-10 0 16,10-9-16,-48 18 15,67-9 1,-19 0-16,-10 0 15,-9 0 1,0 0-16,-10 0 16,1 0-1,9 0-15,-19 9 16,0-9-16,9 0 16,1 10-1,-10-1-15,10 0 16,9-9-1,-1 9-15,11 0 16,-20 1 0,1-1-16,-10-9 15,0 0-15,-28 0 16,-19 0 0,10 0-16,-29 0 15,-19 0 1,-18 0-16,-10 0 15,-9 0-15,0 0 16,-19 0 0</inkml:trace>
  <inkml:trace contextRef="#ctx0" brushRef="#br2" timeOffset="-141251.55">7714 14435 0,'0'0'0,"0"0"16,0 0-16,0 0 15,0 0 1,0 0-16,0 0 15,0 0-15,0 0 16,0 0 0,0 0-16,0 0 15,0 9 1,0 10-16,0-1 16,0 19-1,9 0-15,1 0 16,-1 18-16,10 1 15,0 8 1,0 20-16,0-11 16,-1 1-1,1-9-15,-19-65 16</inkml:trace>
  <inkml:trace contextRef="#ctx0" brushRef="#br2" timeOffset="-140769.56">7413 14832 0,'0'0'0,"0"0"16,0 0 0,0 0-16,0 0 15,0 0 1,9 9-16,20 19 16,27 27-1,1 10-15,-1 0 16,0-10-16,-18-9 15,0-9 1,-10-9-16,0-10 16,-9 1-1,0-10-15,0-9 16,-1-9 0,11-10-16,8-18 15,1-18-15,9-19 16,-9 9-1,9-18-15,0 10 16,-10-1-16,1 9 16,-38 65-1</inkml:trace>
  <inkml:trace contextRef="#ctx0" brushRef="#br2" timeOffset="-139794.12">23142 14103 0,'0'0'0,"10"18"15,-1 29-15,0 17 16,1 10 0,-1 0-16,10 0 15,0-1 1,9-26-16,-9-20 15,-19-27-15</inkml:trace>
  <inkml:trace contextRef="#ctx0" brushRef="#br2" timeOffset="-139325.47">22775 14537 0,'0'0'16,"0"0"-16,0 0 16,0 0-1,10 0-15,18 0 16,10 9-1,18 9-15,10 1 16,0-1-16,-10 1 16,-9-1-1,0 1-15,-9-10 16,-10 0 0,0-9-16,-9 9 15,0-9 1,0 0-16,-10 0 15,10-9-15,0 0 16,0-10 0,-1-8-16,1-1 15,9-9 1,1 0-16,-1 0 16,0 0-16,0 0 15,10 1 1,-38 36-16</inkml:trace>
  <inkml:trace contextRef="#ctx0" brushRef="#br2" timeOffset="-136289.4">14327 17407 0,'0'0'0,"0"0"15,0 0 1,0 0-16,0 0 16,0 0-16,0 0 15,0 9 1,0 28-16,0 19 15,0 36 1,0 9-16,0 1 16,-9 9-16,0-28 15,-1-19 1,10 1-16,0-10 16,0-18-1,0 0-15,0-9 16,0-10-1,0 10-15,0 0 16,0-28-16</inkml:trace>
  <inkml:trace contextRef="#ctx0" brushRef="#br2" timeOffset="-135744.31">13481 17776 0,'0'0'16,"0"0"-16,0 0 16,0 0-1,0 0-15,0 0 16,0 0 0,0 0-16,0 19 15,9 8-15,1 20 16,-1 17-1,0 1-15,1-1 16,-10-17 0,9-11-16,1 11 15,-1-10 1,-9-37-16</inkml:trace>
  <inkml:trace contextRef="#ctx0" brushRef="#br2" timeOffset="-134224.04">14431 18164 0,'0'0'0,"0"0"16,0 0-16,0 0 15,0 0 1,0 0-16,0 0 15,0 0-15,0 0 16,0 0 0,0 9-16,-9 10 15,-1-1 1,1 10-16,-1 9 16,1 9-1,0 0-15,-1 9 16,10-8-1,0 36-15,0-37 16,0-19-16,0 1 16,0-9-1,0-10-15,0 0 16,0 10-16,0-1 16,0-18-1</inkml:trace>
  <inkml:trace contextRef="#ctx0" brushRef="#br2" timeOffset="-132894.31">24873 13217 0,'0'0'0,"0"0"15,0 0 1,0 0-16,0 0 16,0 0-16,0 9 15,10 10 1,-1 17-16,0 20 15,1-1 1,-10 19-16,0 0 16,0 0-16,-10 0 15,10-10 1,0-8-16,0-1 16,0 0-1,10 1-15,-10-1 16,0-9-1,0 0-15,0-9 16,0 0-16,-10-9 16,10-28-1</inkml:trace>
  <inkml:trace contextRef="#ctx0" brushRef="#br2" timeOffset="-132323.89">24600 13946 0,'0'0'0,"0"0"16,0 0-16,0 0 15,0 0 1,10 9-16,9 0 16,9 10-16,9 9 15,10 9 1,-9-1-16,0-8 16,-1 9-1,-8-9-15,-1-1 16,0-8-1,0-1-15,-9 1 16,0-10-16,-10 0 16,1 1-1,-1-1-15,1 0 16,-10-9 0,9 0-16,0 0 15,1 0 1,-1-9-16,10 0 15,0-10-15,0-9 16,9-9 0,9-9-16,-8 9 15,-1-9 1,0 9-16,0 0 16,1 0-16,-1-9 15,0-9 1,-28 55-16</inkml:trace>
  <inkml:trace contextRef="#ctx0" brushRef="#br2" timeOffset="-130187.65">8382 16420 0,'0'0'0,"0"0"16,0 0-1,0 0-15,0 0 16,0 0-1,0 0-15,0 0 16,0 0 0,0 0-16,0 0 15,0 0 1,0 0-16,0 0 16,0 0-16,0 0 15,0 0 1,0 0-16,0 0 15</inkml:trace>
  <inkml:trace contextRef="#ctx0" brushRef="#br2" timeOffset="-127592.84">14892 17675 0,'0'0'0,"0"0"16,0 0-16,0 0 16,0 0-1,0 0-15,0 9 16,-9 9-16,-1 10 15,-9 18 1,0 10-16,1 18 16,8-1-1,1-17-15,9-19 16,0 0-16,0-19 16,0 0-1,9-8-15,1-1 16,8 0-1,11-9-15,-1 0 16,0 0 0,0 0-16,10 9 15,-10 1-15,0-1 16,1 9 0,-1 10-16,-9 9 15,0 9 1,-10 0-16,-9 0 15,-9 10-15,-29 27 16,10-37 0,-1-9-16,1-9 15,0-10 1,9-9-16,0-9 16,-18-9-16,-57-19 15</inkml:trace>
  <inkml:trace contextRef="#ctx0" brushRef="#br2" timeOffset="-127256.83">14694 18035 0,'0'0'0,"0"0"16,0-9-16,10-10 16,9-9-1,18-9-15,20-9 16,18 0 0,-9 0-16,0 0 15,9 0 1,-19 18-16,10 0 15,-9 10-15,-20 9 16,1-1 0,0 1-16,-1 9 15,-37 0 1</inkml:trace>
  <inkml:trace contextRef="#ctx0" brushRef="#br2" timeOffset="-126625.61">15682 17361 0,'0'0'0,"0"0"16,0 0 0,0 9-16,0 10 15,0 27 1,10 28-16,-1 18 16,0 9-1,-9 10-15,0 0 16,0 0-16,0-19 15,0-18 1,0-10-16,0-8 16,0-10-16,0-9 15,0-9 1,0-1-16,-9 29 16,9-19-1,-9-10-15,9 10 16,0 19-1,9 17-15,-9 20 16,9 17-16,1-73 16,-1-9-1,-9-9-15,0-19 16</inkml:trace>
  <inkml:trace contextRef="#ctx0" brushRef="#br2" timeOffset="-125623.58">9012 13752 0,'0'0'0,"0"0"15,0 0 1,10 9-16,-1 10 16,10 9-1,9 27-15,0 28 16,1 28 0,-1-10-16,0 19 15,0 0 1,0-9-16,-9-9 15,0-19-15,0-10 16,0-17 0,0-1-16,-10-18 15,0-18 1,-9-19-16</inkml:trace>
  <inkml:trace contextRef="#ctx0" brushRef="#br2" timeOffset="-125093.75">8805 14537 0,'0'0'15,"0"0"-15,0 0 16,0 0-16,0 0 16,0 0-1,10 0-15,18 9 16,19 19 0,0-1-16,9 10 15,1 9-15,-1 1 16,-18-11-1,0 1-15,-1-9 16,-9 0 0,-9-10-16,0 1 15,0-10 1,0 0-16,0-9 16,-1 0-16,1-9 15,9-10 1,1 1-16,-1-10 15,9-18 1,-8 0-16,-1 0 16,-9 9-1,0 0-15,-10 9 16,0 1-16,10 8 16,-19 19-1</inkml:trace>
  <inkml:trace contextRef="#ctx0" brushRef="#br2" timeOffset="-119225.84">16162 17850 0,'0'0'0,"0"0"15,0 0-15,0 0 16,0 0 0,0 0-16,0 0 15,0 0 1,0 0-16,0 0 15,0 0 1,0 0-16,9 0 16,10 0-16,9 0 15,10 0 1,9-9-16,0 0 16,10-1-1,-10 1-15,0-9 16,-10 9-16,-9-1 15,-9 10 1,0 0-16,-10 0 16,1 0-1,-1 0-15,-9 0 16,0 0 0,0 0-16,0 0 15,0 10-15,0 8 16,0 0-1,0 19-15,0 0 16,0 19 0,-9 8-16,-1-8 15,10-1 1,-9-9-16,0-9 16,-1 0-16,10-9 15,0-10 1,0-9-16,0 1 15,0-1 1,0 0-16,0-9 16,0 9-16,0-9 15,0 0 1,0 10-16,0-10 16,0 0-1</inkml:trace>
  <inkml:trace contextRef="#ctx0" brushRef="#br2" timeOffset="-118575.56">16999 17352 0,'0'0'16,"0"0"-16,0 0 15,0 0 1,0 0-16,0 0 15,0 0-15,0 0 16,0 0 0,0 0-16,0 9 15,10 9 1,-10 1-16,9-1 16,0 10-1,-9 9-15,0 9 16,0 28-16,0 9 15,0 9 1,0 19-16,10 18 16,-10-18-1,0 0-15,9 9 16,-9-19 0,10 38-16,-1-56 15,-9-37-15,0-9 16,0-9-1,0-10-15,0 0 16,0 1 0,0-1-16,0-18 15,0 10 1,0-10-16,0 0 16,0 0-16,0 0 15,0 0 1,0 0-16</inkml:trace>
  <inkml:trace contextRef="#ctx0" brushRef="#br2" timeOffset="-117427.27">10612 13457 0,'0'0'15,"0"0"-15,0 0 16,0 0 0,0 0-16,0 0 15,0 18 1,0 10-16,9 18 16,0 28-1,1 18-15,-1 19 16,1 0-16,8 0 15,1-10 1,0 10-16,0-19 16,0 10-1,-1-10-15,-8-18 16,9-10 0,-10-8-16,1-19 15,-1 0-15,0-19 16,-9-9-1,0-9-15</inkml:trace>
  <inkml:trace contextRef="#ctx0" brushRef="#br2" timeOffset="-116910.74">10423 14204 0,'0'0'0,"0"0"15,0 0 1,0 0-16,0 0 16,0 0-1,0 0-15,10 10 16,9 8-16,-1 10 15,20 9 1,0 9-16,-1 0 16,1 0-1,0 0-15,-1 0 16,1-9 0,-10-9-16,-9 0 15,0-10-15,0 1 16,-1-10-1,-8 0-15,9 0 16,-10-9 0,0 0-16,10-18 15,0-1-15,0-8 16,9-19 0,0-1-16,-9 1 15,0 9 1,-10 0-16,1 10 15,-1 8 1,10-8-16,-19 27 16</inkml:trace>
  <inkml:trace contextRef="#ctx0" brushRef="#br2" timeOffset="-110310.66">17573 17675 0,'0'0'0,"0"0"16,0 0-16,0 0 15,0 0-15,0 0 16,-9-9-1,9 9-15,0 0 16,0 0 0,0 0-16,0 0 15,0 0 1,0 0-16,0 0 16,0 9-16,0 9 15,0 19 1,0 0-16,0 18 15,0 10 1,0 0-16,0-1 16,0-18-16,0-9 15,0-9 1,0-10-16,0-8 16,0-1-1,0-9-15,0 0 16,9-9-1,-9 9-15</inkml:trace>
  <inkml:trace contextRef="#ctx0" brushRef="#br2" timeOffset="-109877.31">17724 17582 0,'0'0'0,"0"0"16,0 0 0,0 0-16,0 0 15,0 0 1,0 0-16,0 0 16,0 0-16,0 10 15,9 8 1,0 19-16,-9 9 15,10 10 1,-1-1-16,-9 0 16,10 1-1,-10-1-15,0-9 16,0-9-16,0-9 16,0 0-1,0-1-15,0 1 16,0-10-1,0 1-15,9 9 16,0-1-16,1 1 16,-1 0-1,-9-28-15</inkml:trace>
  <inkml:trace contextRef="#ctx0" brushRef="#br2" timeOffset="-109087.86">18062 17259 0,'0'0'0,"0"0"15,0 0 1,0 0-16,0 0 16,0 0-1,0 10-15,10-1 16,-1 9 0,0 10-16,10 18 15,0 0-15,-10 0 16,1 1-1,-1 8-15,1 0 16,-1 1 0,1 8-16,-1-8 15,0 8 1,1 10-16,-10 9 16,0-9-16,0 0 15,0 0 1,0-19-16,0 1 15,0-10 1,0-9-16,0 0 16,0 9-1,0-9-15,0-10 16,0 1-16,0-10 16,0 1-1,0-1-15,0 1 16,0 9-16,0-10 15,0 0 1,0 1-16,0-19 16,0 9-1,0-9-15,0 0 16,0 0 0,0 0-16,0 0 15,0 0-15</inkml:trace>
  <inkml:trace contextRef="#ctx0" brushRef="#br2" timeOffset="-108083.91">11844 13521 0,'0'0'0,"0"0"15,0 0-15,0 0 16,0 0-16,0 0 15,0 0 1,0 0-16,9 19 16,10 18-1,9 27-15,10 29 16,-10-1 0,0 10-16,1 8 15,-1-17 1,-9-20-16,0-8 15,-1 0-15,-8-10 16,-1-18 0,1 0-16,-1-9 15,0-10 1,1 0-16,-10-8 16,0-10-16,0 0 15,0 0 1</inkml:trace>
  <inkml:trace contextRef="#ctx0" brushRef="#br2" timeOffset="-107560.83">11693 14204 0,'0'0'16,"0"0"-16,0 0 16,0 0-1,0 0-15,10 10 16,9-1 0,9 9-16,0 10 15,19 18-15,0 0 16,0 0-1,0 10-15,10-1 16,-10 1 0,-10-10-16,-8-9 15,-1-10 1,-9-8-16,-1-1 16,1-8-16,-9-1 15,-1-9 1,0 0-16,1 0 15,-1-9 1,10-10-16,9-18 16,1 0-16,-1-9 15,-9 9 1,-1 0-16,1 10 16,0-1-1,-10 9-15,1 1 16,9-1-1,-19 19-15</inkml:trace>
  <inkml:trace contextRef="#ctx0" brushRef="#br2" timeOffset="-99340.74">18683 17767 0,'0'0'0,"0"0"0,0 0 16,0 0-16,0 0 15,0 0 1,0 0-16,0 0 15,0 0-15,0 0 16,0 0 0,0 0-16,0 0 15,0 0 1,0 0-16,0 0 16,0 9-16,0 10 15,0 8 1,0 10-16,0 28 15,0 9 1,0-10-16,0-8 16,0-10-1,0-9-15,0-19 16,0 1 0,0-19-16,0 0 15,0 0-15</inkml:trace>
  <inkml:trace contextRef="#ctx0" brushRef="#br2" timeOffset="-96872.77">18975 17619 0,'0'0'0,"0"0"16,0 0-16,-10 0 15,1 0 1,9 0-16,0 0 16,0 0-1,0 0-15,0 0 16,0 0-1,9 10-15,10-1 16,9 0-16,1 0 16,8 10-1,20-1-15,-57-18 16</inkml:trace>
  <inkml:trace contextRef="#ctx0" brushRef="#br2" timeOffset="-95821.97">19050 17656 0,'0'0'0,"0"0"16,0 0-16,0 0 15,9 0 1,1 0-16,9 0 16,-1 0-1,11 0-15,8-9 16,1 0-16,0 0 16,-1-1-1,-9 10-15,1 0 16,-11 0-1,1 0-15,-9 0 16,-1 0-16,0 0 16,-9 0-1,0 0-15,0 0 16,0 0 0,0 10-16,0 8 15,-9 10 1,0 9-16,-1 9 15,1 0-15,-1 9 16,-8 10 0,8 0-16,1-1 15,9-8 1,0-1-16,0 0 16,0-18-1,0-9-15,0-10 16,0-18-16</inkml:trace>
  <inkml:trace contextRef="#ctx0" brushRef="#br2" timeOffset="-95119.83">19756 16872 0,'0'0'0,"0"0"15,0 0 1,0 0-16,0 0 16,0 0-16,0 9 15,0 9 1,9 19-16,0 19 15,1 27 1,-1 9-16,1-9 16,-1 10-1,-9-1-15,0 19 16,0-19-16,0 0 16,0-9-1,-9-9-15,-1 9 16,1-18-1,9-10-15,0 0 16,0-18-16,0 10 16,0-11-1,0-8-15,0 0 16,0 0 0,0 8-16,9 20 15,10-1 1,19 74-16,-20-64 15,-8-28-15,-1-19 16,-9-18 0,0 0-16,0 0 15,0 0 1,0 0-16</inkml:trace>
  <inkml:trace contextRef="#ctx0" brushRef="#br2" timeOffset="-94125.97">24967 15857 0,'0'0'16,"0"0"-16,0 0 15,0 0 1,0 0-16,0 0 16,0 0-16,0 0 15,0 0 1</inkml:trace>
  <inkml:trace contextRef="#ctx0" brushRef="#br2" timeOffset="-93856.05">25127 15949 0,'0'0'0,"0"0"15,0 0 1,0 0-16,10 0 16,-1 0-1,-9 0-15,0 0 16,0 0 0,9 0-16,-9 0 15,0 0-15,0 0 16,0 0-1,0 0-15,0 0 16,0 0 0,0 0-16,0 0 15,0 0 1,0 0-16,0 0 16,0 0-16</inkml:trace>
  <inkml:trace contextRef="#ctx0" brushRef="#br2" timeOffset="-92610.47">26331 13245 0,'0'0'0,"0"0"16,0 0 0,0 0-16,0 0 15,0 0 1,0 0-16,0 0 15,0 0 1,0 0-16,0 0 16,0 0-16,0 0 15,0 0 1,0 0-16,0 0 16,0 0-1,0 0-15,0 0 16,0 0-1,-9 18-15,0 19 16,-1 28 0,-9 45-16,10 38 15,-1 0-15,20 18 16,-10-37 0,0-37-16,0-18 15,0-18 1,0-20-16,0-8 15,0-9-15,0-10 16,-10 0 0,1-9-16,-10-9 15,-9-19 1,-10-18-16,38 46 16</inkml:trace>
  <inkml:trace contextRef="#ctx0" brushRef="#br2" timeOffset="-92156.65">25739 13835 0,'0'0'0,"0"0"15,0 0 1,0 0-16,0 0 16,0 0-1,9 0-15,10 9 16,0 1-1,18 17-15,10 29 16,19 8-16,-9 10 16,-1-18-1,-9-10-15,0-9 16,-9 0 0,-10-19-16,0 1 15,-9-10 1,0 0-16,0 0 15,-10-9-15,1 0 16,-1 0 0,10 0-16,0-9 15,-1 0 1,1-10-16,9 1 16,1-10-16,-1 0 15,0 1 1,0-1-16,1 10 15,-1-1 1,-28 19-16</inkml:trace>
  <inkml:trace contextRef="#ctx0" brushRef="#br2" timeOffset="-86243.99">20169 17499 0,'0'0'0,"0"0"15,0 0 1,10 0-16,9 0 16,9 0-1,0-9-15,10 0 16,-1 0-16,1 9 15,0 0 1,-10 0-16,-9 0 16,0 9-1,-10 0-15,0 10 16,-9 8-16,-9 10 16,0 9-1,-20 10-15,-8-10 16,8-9-1,-8 0-15,9-10 16,9-8 0,9-10-16,1 0 15,9-9-15,0 0 16,0 0 0,19 0-16,9 0 15,19 0 1,9-9-16,-8 0 15,8 0-15,0-1 16,-9 1 0,0 0-16,-9-9 15,0-1 1,-38 19-16</inkml:trace>
  <inkml:trace contextRef="#ctx0" brushRef="#br2" timeOffset="-85943.41">20847 17379 0,'0'0'0,"0"0"16,0 0-16,0 0 16,0 0-1,0 10-15,9-1 16,1 19-1,-1 8-15,0 20 16,1 8 0,-1 10-16,-9 0 15,0 0-15,0 0 16,-9 0 0,9-10-16,0-18 15,0-18 1,0-28-16</inkml:trace>
  <inkml:trace contextRef="#ctx0" brushRef="#br2" timeOffset="-85260.55">21082 17056 0,'0'0'0,"0"0"16,0 0-16,0 0 16,0 0-1,0 10-15,0 8 16,0 19-1,0 9-15,9 19 16,1-10-16,-1 10 16,1 9-1,-1-1-15,0 1 16,1 0 0,-1 0-16,10-9 15,-10-1 1,1-8-16,-1-1 15,1-9 1,-10 0-16,0-9 16,0 0-16,0-9 15,0-1 1,0-8-16,0-1 16,0 1-16,0-10 15,0 0 1,0 0-16,0-9 15,0 10 1,0-10-16,0 9 16,0-9-1,0 0-15,0 9 16,0-9-16,0 9 16,0-9-1,0 0-15,0 10 16,0-1-1,0-9-15,0 9 16,0-9-16,0 9 16,0-9-1,0 0-15</inkml:trace>
  <inkml:trace contextRef="#ctx0" brushRef="#br2" timeOffset="-84443.03">27479 13724 0,'0'0'0,"0"0"16,0 0 0,0 0-16,9 10 15,1-1 1,-1 19-16,1-1 16,-1 19-1,10 19-15,-10 9 16,1 9-1,-10 0-15,0-18 16,0-1-16,0-8 16,0-1-1,0-18-15,0 0 16,0-9-16,0-10 16,0-9-1,0 0-15,0-9 16,0 0-1</inkml:trace>
  <inkml:trace contextRef="#ctx0" brushRef="#br2" timeOffset="-83840.66">27187 14204 0,'0'0'0,"0"0"15,0 0 1,0 0-16,0 0 16,0 10-16,10 8 15,-1 10 1,10 9-16,0 0 16,0 0-1,9 9-15,0-9 16,0 0-1,1-10-15,-11 1 16,1-10-16,0 1 16,0-1-1,0-8-15,-1-1 16,-8 0 0,-1 0-16,10 0 15,0-9-15,0 0 16,0-9-1,-1 0-15,1-9 16,9-1 0,1-9-16,-1 1 15,9-10-15,1 0 16,-10 9 0,1 0-16,-1 1 15,-9 8 1,-1 1-16,1-1 15,0 1 1,-10 9-16,1 0 16,-1-1-16,1 1 15,-1 0 1,0 0-16,-9-1 16,10-8-1,-10 18-15</inkml:trace>
  <inkml:trace contextRef="#ctx0" brushRef="#br2" timeOffset="-81273.69">21618 17389 0,'0'0'0,"0"0"16,0 0-16,0 0 16,0 0-1,0 0-15,0 0 16,0 0-1,0 0-15,0 0 16,0 0-16,-9 18 16,-1 10-1,-8 9-15,-1 18 16,-9 0 0,9 10-16,0-10 15,0-8-15,0-1 16,10-19-1,9-8-15,0-1 16,0-8 0,0-1-16,0 0 15,9 0 1,1 1-16,9-10 16,18 0-16,1 0 15,9 0 1,0 0-16,0-10 15,-19 1 1,0 0-16,-9 0 16,-19 9-1</inkml:trace>
  <inkml:trace contextRef="#ctx0" brushRef="#br2" timeOffset="-81006.95">21628 17564 0,'0'0'0,"0"0"15,0 0 1,0 0-16,0 0 16,0 9-1,0 10-15,0 8 16,9 10 0,0 19-16,1 8 15,9 10-15,-10 0 16,0-19-1,1-8-15,-10-11 16,0-8 0,0-9-16,0-19 15,0 0 1</inkml:trace>
  <inkml:trace contextRef="#ctx0" brushRef="#br2" timeOffset="-80257.83">21929 17518 0,'0'0'0,"0"0"16,0 0-16,0 0 15,0 0 1,0 0-16,0 9 16,0 0-1,0 1-15,0 8 16,0 0 0,-10 10-16,10 9 15,0 0-15,0 0 16,0-9-1,0-1-15,0 1 16,10-10 0,-1 10-16,10-9 15,9-1 1,10 1-16,-1-1 16,10 0-16,-9-8 15,-10-1 1,0-9-16,1 0 15,-10 0 1,-1 0-16,-8-9 16,-1-1-16,1-8 15,-1 0 1,-9-19-16,0 0 16,0 9-1,0 0-15,0 10 16,0-1-1,0 10-15,0 0 16,0 9-16,0 0 16,0 0-1,0 0-15,0 0 16,0 18 0,0 38-16,0 36 15,0 0 1,0-9-16,-9-9 15,-1-9-15,10-28 16,-9 0 0,-1-19-16,10-9 15,0-9 1</inkml:trace>
  <inkml:trace contextRef="#ctx0" brushRef="#br2" timeOffset="-79239.41">28288 15183 0,'0'0'16,"0"0"-16,0 0 16,0 0-16,0 0 15,0 0 1,0 0-16</inkml:trace>
  <inkml:trace contextRef="#ctx0" brushRef="#br2" timeOffset="-77372.83">28410 13983 0,'0'0'16,"0"0"-16,0 0 15,0 9 1,0 28-16,10 37 16,-1 37-1,10 46-15,-10-1 16,1-45-16,-1-18 16,1-29-1,-1-27-15,0-18 16,-9-10-1,0-9-15,0 0 16,0-19 0,-9-8-16,-10-10 15,-9 9-15,0 0 16,0 1 0,-1 8-16,1 10 15,0 0 1,9 9-16,0 0 15,10 0 1,-1 9-16,1 0 16,9 0-16,0 1 15,0 8 1,9 1-16,10 8 16,0 1-1,0 0-15,9-10 16,-9 1-16,0-10 15,0 0 1,-10 0-16,10 0 16,0-9-1,9 0-15,9-9 16,10-9 0,10-10-16,-1 0 15,1-9-15,-1 10 16,1-1-1,-20 10-15,1-1 16,-10 10 0,-9 0-16,0-1 15,-10 10-15,-9 0 16</inkml:trace>
  <inkml:trace contextRef="#ctx0" brushRef="#br2" timeOffset="-76315.71">29163 15127 0,'0'0'0,"0"0"15,0 0-15,-9 0 16,-10 0-1,-9 0-15,-10 10 16,-28-1-16,-9 0 16,-19 0-1,9 1-15,10-1 16,9 0 0,19 0-16,9 0 15,19 1 1,10-10-16,9 0 15,0 0 1,9 0-16,20 0 16,37 9-16,9 0 15,-9-9 1,-19 0-16,-10 0 16,-18 9-1,-9-9-15,-1 0 16,-9 0-16,-9 19 15,-10 9 1,-19 8-16,0 1 16,1-9-1,18-9-15,0-10 16,10 0-16,9-9 16,0 0-1,19 9-15,18 10 16,20-1-1,-10-9-15,-10 1 16,1-1-16,-19 0 16,-10-9-1,1 9-15,-10 1 16,-19 17 0,-28 10-16,-10 9 15,10-9 1,10-9-16,18-10 15,0-8-15,10-1 16,9-9 0,0 0-16,18 9 15,29 0 1,10 0-16,-1-9 16,-9 0-1,-9 0-15,-19 0 16,0-9-16,-19 9 15,0-9 1,-10-9-16,-18-10 16,-19-9-1,0 9-15,9 1 16,10 8 0,9 10-16,10-10 15,9-8-15,19-29 16,-19 56-1</inkml:trace>
  <inkml:trace contextRef="#ctx0" brushRef="#br2" timeOffset="-75092.76">22841 17056 0,'0'0'16,"0"0"-16,0 0 15,0 0 1,0 0-16,-9 10 15,-1-1-15,1 19 16,0 18 0,-1 18-16,-9 29 15,1 17 1,8 20-16,-9-10 16,0-28-1,10-18-15,0 0 16,-1-19-16,1-18 15,-1 0 1,10-10-16,0-8 16,0-1-1,0 1-15,0-1 16,0 28-16,0 10 16,0-56-1</inkml:trace>
  <inkml:trace contextRef="#ctx0" brushRef="#br2" timeOffset="-73287.54">12220 16355 0,'0'0'0,"0"0"15,0 0-15,0 0 16,0 0-1,10 9-15,8 0 16,1 1-16,0 8 16,9 1-1,10 8-15,-10-8 16,10-1 0,-10 1-16,10-10 15,-1 0-15,1-9 16,0-9-1,-1 0-15,10-10 16,0 1 0,0-10-16,-9 10 15,0-1 1,-1 1-16,1-1 16,-10 10-16,0 0 15,10-1 1,-1 1-16,1 9 15,0 0 1,-10 0-16,0 0 16,0 0-1,-9 0-15,0 0 16,0 0-16,9-9 16,-9 0-1,0 0-15,0-1 16,-1 1-1,1 0-15,9 0 16,-9-1 0,0 1-16,0 9 15,9-9-15,0 0 16,10 9 0,-10-10-16,10 1 15,9-9 1,0-1-16,9-8 15,-9-1-15,10-9 16,-57 37 0</inkml:trace>
  <inkml:trace contextRef="#ctx0" brushRef="#br2" timeOffset="-71840.13">23208 17462 0,'0'0'16,"0"0"-16,0 0 16,0 0-16,0 10 15,0-1 1,0 0-16,-9 10 16,-1 18-1,1-1-15,-10 20 16,10-10-1,-10 9-15,9 10 16,1 0-16,9-1 16,9-8-1,1-10-15,-1-19 16,1 1 0,8-9-16,1-1 15,9-9 1,10 0-16,0-9 15,9-9-15,0-9 16,-10-1 0,-8-8-16,-11-1 15,1 10 1,-9-1-16,-1 1 16,1 8-16,-10 1 15,0 0 1,0 9-16,-10-9 15,1-1 1,-10 1-16,-9 9 16,-10 0-16,0 0 15,1 0 1,9 9-16,-1 1 16,1-1-1,28-9-15</inkml:trace>
  <inkml:trace contextRef="#ctx0" brushRef="#br2" timeOffset="-71075.96">23575 17527 0,'0'0'16,"0"0"-16,0 0 15,0 0 1,0 0-16,0 0 16,0 0-16,9 0 15,10-9 1,0 0-16,0-1 16,0 10-1,-1-9-15,-8 9 16,-1 0-1,1 0-15,-1 0 16,0 0 0,-9 0-16,10 9 15,-10 1-15,0 17 16,0 10 0,0-9-16,0 0 15,0-1-15,0-8 16,0-10-1,0 0-15,0 0 16,9 1 0,1-1-16,9 0 15,9 0 1,9-9-16,1 10 16,0-1-16,-10-9 15,0 0 1,-9 9-16,-10 0 15,1 1 1,-1-1-16,-9 0 16,0 0-16,0 10 15,-9 18 1,-10 18-16,-19 0 16,-18 1-1,-19-1-15,75-55 16</inkml:trace>
  <inkml:trace contextRef="#ctx0" brushRef="#br2" timeOffset="-68725.43">24873 17564 0,'10'0'0,"18"0"15,28-18-15,48-10 16,27-18 0,11 9-16,-1-9 15,-19 9-15,-37 9 16,-29 10 0,-56 18-16</inkml:trace>
  <inkml:trace contextRef="#ctx0" brushRef="#br2" timeOffset="-68475.89">24638 17859 0,'0'0'0,"0"0"16,0 0-16,19 10 15,28-10 1,47-10-16,19-17 16,19-1-1,9-9-15,-19 0 16,-9 9-16,-29 1 16,-84 27-1</inkml:trace>
  <inkml:trace contextRef="#ctx0" brushRef="#br2" timeOffset="-68089.46">25071 17250 0,'0'0'0,"0"0"16,0 0-1,0 0-15,-10 9 16,-8 19 0,-11 18-16,-8 28 15,-20 18 1,1-9-16,-1-9 16,10-18-16,10-10 15,8-18 1,11-10-16,8-9 15,10 0 1,0 1-16,0-1 16,19 9-1,19 1-15,37 18 16,19 18-16,19 19 16,9-19-1,-122-55-15</inkml:trace>
  <inkml:trace contextRef="#ctx0" brushRef="#br2" timeOffset="-67458.94">26868 16724 0,'0'0'15,"0"0"1,0 0-16,0 0 16,0 0-16,0 0 15,0 0 1,0 0-16,-10 9 16,-18 10-1,-19 27-15,-10 9 16,1 1-1,18-10-15,10-9 16,9-10-16,10-8 16,0-1-1,9-8-15,0-1 16,9 0 0,0 10-16,10-1 15,0 0-15,0 1 16,0-1-1,-10 1-15,0 9 16,-9 8 0,-18 29-16,-29 0 15,-10 8 1,1-17-16,9-19 16,0-19-16,9-18 15,38 0 1</inkml:trace>
  <inkml:trace contextRef="#ctx0" brushRef="#br2" timeOffset="-67032.66">26962 17056 0,'0'0'15,"0"0"-15,0 0 16,0 10-16,0-1 15,9 9 1,0 19-16,1 9 16,-1 1-1,1-11-15,-1 1 16,10-18 0,0-1-16,0-8 15,9-1 1,9-9-16,1-9 15,-10-10-15,0 1 16,-9-10 0,0 0-16,-10 10 15,1-1 1,-10 10-16,0 0 16,0 0-16,-10-1 15,-8 1 1,-11 0-16,-8 0 15,-1-1 1,10 10-16,28 0 16</inkml:trace>
  <inkml:trace contextRef="#ctx0" brushRef="#br2" timeOffset="-66403.53">27385 16964 0,'0'0'0,"0"0"15,9 0 1,10 0-16,19 9 16,-1 1-1,10-1-15,10 0 16,-1 9 0,1 1-16,-10-1 15,-10 1 1,-8-1-16,-10 10 15,-10 0-15,-9-1 16,0-8 0,-9-1-16,-1 1 15,1-1 1,-1-9-16,1 1 16,9-10-16,0 0 15,0 0 1,0-19-16,19-27 15,18-28 1,10-18-16,10 0 16,-20-1-16,1 20 15,-10 8 1,-9 0-16,0 19 16,0 0-1,-10 18-15,-9 1 16,0 17-1,0 1-15,0 0 16,0 9-16,0 0 16,0 0-1,0 0-15,0 9 16,0 28 0,10 37-16,-1 18 15,-9 10 1,9 27-16,-9-18 15,10-19-15,-10-46 16,0-9 0,0-37-16</inkml:trace>
  <inkml:trace contextRef="#ctx0" brushRef="#br2" timeOffset="-65359.57">27940 16973 0,'0'0'16,"0"0"-16,0 0 15,0 0 1,0 0-16,0 0 16,0 0-16,19 0 15,28-9 1,28-9-16,29-10 16,18-9-1,-37 9-15,-10-9 16,-9 10-1,-19 8-15,-10 1 16,-8-1-16,-11 10 16,1 0-1,-9 0-15,-10 9 16,0 0 0,0 0-16,0 0 15,-10 0 1,-9 0-16,1 0 15,-11 9-15,1 9 16,0 19 0,0 9-16,18 10 15,10 8 1,10 1-16,18-10 16,10-8-16,27-11 15,20-26 1,0-29-16,9-18 15,-10-9 1,-8-9-16,-1-10 16,-9 1-1,-19-1-15,-10 19 16,-18 18-16,-9 10 16,-1-1-1,-9 10-15,0 9 16,-9 0-1,-20 9-15,-8 10 16,-10 8-16,-10 20 16,10-1-1,19 0-15,0 0 16,18-18 0,1-10-16,18 1 15,1-10-15,18-9 16,29-19-1,18-8-15,0-20 16,-9-8 0,0-9-16,-10 8 15,-9-18 1,-9 10-16,0 8 16,-10 1-16,-9 9 15,-10 9 1,0 0-16,1 9 15,-10 10 1,0 9-16,0-1 16,0 1-16,0 9 15,0 0 1,-10 0-16,-8 9 16,-11 19-1,1 18-15,0 28 16,9 0-1,10 18-15,-1 0 16,20-8 0,8 8-16,11-9 15,18-9-15,9-19 16,-56-55 0</inkml:trace>
  <inkml:trace contextRef="#ctx0" brushRef="#br2" timeOffset="-63477.05">30790 16309 0,'0'0'16,"0"0"-16,0 0 15,0 0 1,0 0-16,0 0 16,0 0-1,0 0-15,0 0 16,-18 0-1,-29 9-15,-10 9 16,1 1-16,9-1 16,0 10-1,9 0-15,0 9 16,10 0 0,9 18-16,10 0 15,9-8-15,9-20 16,1-8-1,18-1-15,10-18 16,9-9 0,9-19-16,10-18 15,-19-9 1,0-1-16,-9 1 16,-10 0-16,-9 18 15,-10 9 1,0 9-16,1 1 15,-1 9 1,-9 9-16,0 0 16,0 0-16,0 9 15,10 9 1,-1 1-16,1-1 16,-1 10-1,10-9-15,0-1 16,9-9-1,0-9-15,0 0 16,10-9-16,-1-9 16,1-19-1,0-19-15,-1-18 16,-8-18 0,-20 18-16,-9 0 15,-9 19 1,-10 9-16,9 18 15,1 19-15,0 0 16,-1 0 0,10 9-16,0 0 15,0 0 1,0 0-16,19 9 16,9 9-16,0 1 15,1-1 1,18 19-16,-10 0 15,-8-9 1,-1-1-16,-9 1 16,-1 0-1,1-10-15,-9-9 16,-1 1-16,10-1 16,0 0-1,-1-9-15,1 0 16,0-9-1,9-10-15,-9 1 16,0-10-16,0-9 16,9-18-1,-9 9-15,0 0 16,-1 9 0,1 9-16,-9 10 15,-1 8 1,0 1-16,1 9 15,9 9-15,-1 19 16,11 9 0,-1 9-16,0 0 15,-9-9 1,0-9-16,0-10 16,9 1-16,0-10 15,0-9 1,0-9-16,1 0 15,-1-10 1,0 1-16,-9-1 16,0 1-16,0-10 15,-1 0 1,-8 1-16,-10 8 16,0 10-1,0 0-15,-10 0 16,1 9-1,0 0-15,-10 18 16,0 0 0,-9 1-16,18-1 15,1-8-15,9-1 16,0-9 0,0 0-16,28 0 15,0-9 1,10-1-16,9 1 15,-9 0 1,-1 0-16,-8-1 16,-1 10-16,-9 0 15,-1 10 1,1-1-16,0 0 16,0 0-16,0 10 15,-1-10 1,-8 0-16,9 1 15,-1-1 1,1 0-16,10-9 16,-1-9-1,0-10-15,19-36 16,-9-10-16,-1-18 16,-9 9-1,-9 19-15,0 18 16,-9 19-1,-1 8-15,0 10 16,1 10 0,9 27-16,9 55 15,0 37-15,-9 83 16,-10 65 0,1-46-16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5T04:13:07.7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4073 6978 0,'0'0'0,"0"0"16,-9 27-16,0 29 15,-1 18-15,10 36 16,10 56-1,-1-18-15,0-19 16,10 1 0,-9-57-16,-10-73 15</inkml:trace>
  <inkml:trace contextRef="#ctx0" brushRef="#br0" timeOffset="545.29">3876 7310 0,'0'0'15,"0"0"-15,9-9 16,10-10-16,19-8 15,18-10 1,10 0-16,9 0 16,1 0-1,-20 18-15,-9 10 16,-19 9-16,-9 9 16,-10 19-1,-18 18-15,-10 10 16,-18 27-1,-10-10-15,9-8 16,10-19 0,18-18-16,1-10 15,9-8 1,9-1-16,20 0 16,27 0-16,19 1 15,-18 8 1,-10 0-16,-10 10 15,-18 0-15,-9 18 16,-20 9 0,-18 1-16,-10 8 15,-9-8 1,10-19-16,-1-10 16,0-8-1,10-10-15,19-9 16,9 0-1</inkml:trace>
  <inkml:trace contextRef="#ctx0" brushRef="#br0" timeOffset="978.83">5033 7384 0,'0'0'16,"0"9"0,-9 9-16,-10 19 15,-9 9-15,9 10 16,0-1 0,9-9-16,1-9 15,9-9 1,9-10-16,20-8 15,18-10-15,37-28 16,20-37 0,-19 1-16,-38-1 15,-19 10 1,-9-1-16,-10 1 16,-18 9-1,-10-9-15,-9 18 16,-19 0-16,-19 18 15,-38 19 1,-9 28-16,0 27 16,-18 28-1,131-83-15</inkml:trace>
  <inkml:trace contextRef="#ctx0" brushRef="#br0" timeOffset="2117.55">9426 7033 0,'0'0'16,"0"0"0,0 0-16,-9 0 15,-1 0-15,-8 9 16,8-9 0,1 9-16,-1 1 15,-8 8 1,-1 19-16,9 18 15,1 29 1,9 26-16,9-17 16,1-1-16,9-28 15,-1-17 1,-18-47-16</inkml:trace>
  <inkml:trace contextRef="#ctx0" brushRef="#br0" timeOffset="2550.36">9370 7042 0,'0'0'0,"9"0"15,10-9-15,9 0 16,10 0-1,-10 9-15,-9 0 16,0 9 0,-10 9-16,-9 10 15,0 9-15,-19 9 16,0-9 0,1 0-16,8-19 15,1 1 1,9-1-16,9-9 15,10 10-15,19-1 16,-1 1 0,-8-1-16,-11 10 15,-8 18 1,-20 19-16,-8 9 16,-29 9-1,-19-10-15,9-17 16,1-19-16,56-37 15</inkml:trace>
  <inkml:trace contextRef="#ctx0" brushRef="#br0" timeOffset="2779.2">9915 6931 0,'0'0'16,"0"0"0,10 19-16,-1 46 15,1 45-15,8 47 16,11 28 0,-1-28-16,28 9 15,10 55 1</inkml:trace>
  <inkml:trace contextRef="#ctx0" brushRef="#br0" timeOffset="3301.41">14130 7144 0,'0'0'0,"0"-9"15,-9-10 1,9-9-16,0 10 15,0-1-15,0 10 16,0 9 0,0 0-16,0 19 15,0 27 1,-10 28-16,1 36 16,-1 1-16,1-28 15,-1-18 1,10-28-16,0-37 15</inkml:trace>
  <inkml:trace contextRef="#ctx0" brushRef="#br0" timeOffset="3715.26">13885 7199 0,'0'0'0,"0"0"16,0-9-1,10-10-15,18-8 16,19-1-16,0 0 16,9 10-1,1 9-15,-10 9 16,-9 9 0,-10 0-16,-9 10 15,-10 8-15,-18 10 16,-10 9-1,-9 1-15,-1-1 16,1-9 0,9-10-16,10-8 15,9-19 1,0 0-16,19 0 16,28 0-16,19 9 15,-19 0 1,-19 10-16,-9-1 15,-19 19 1,-29 18-16,-36 19 16,65-74-1</inkml:trace>
  <inkml:trace contextRef="#ctx0" brushRef="#br0" timeOffset="4112.64">14450 7153 0,'0'0'0,"0"0"16,19-9-16,9-10 15,28-8-15,29 8 16,9 1-1,-19 18-15,-28 9 16,-9 9 0,-10 19-16,-18 19 15,-29 18 1,-38 45-16,10-17 16,10-28-16,8-19 15,11-18 1,18-18-16,9-10 15,47 9 1,76-27-16,113-37 16,37-28-1,-56 9-15</inkml:trace>
  <inkml:trace contextRef="#ctx0" brushRef="#br0" timeOffset="4329.22">18072 7291 0,'0'0'15,"0"0"-15,9 0 16,-9 0 0</inkml:trace>
  <inkml:trace contextRef="#ctx0" brushRef="#br0" timeOffset="4509.82">20085 7181 0,'0'0'0,"37"0"15,39 9 1,18-9-16,47 0 16,-141 0-1</inkml:trace>
  <inkml:trace contextRef="#ctx0" brushRef="#br0" timeOffset="4645.57">22427 6922 0,'19'-9'0,"66"-9"16,112-38-1</inkml:trace>
  <inkml:trace contextRef="#ctx0" brushRef="#br0" timeOffset="4983.96">28072 6027 0,'0'0'0,"9"18"16,10 56-16,9 46 15,-9 37 1,9 9-16,-9-9 16,9-37-1,0-37-15,-28-83 16</inkml:trace>
  <inkml:trace contextRef="#ctx0" brushRef="#br0" timeOffset="5479.23">27912 6064 0,'0'0'0,"0"0"16,0 0-16,28 0 15,47 0 1,66 18-16,19 10 15,-37 0 1,-29-1-16,-28 1 16,-29-9-16,-18-1 15,-10 0 1,-9 1-16,-9 9 16,-19-1-1,-10 10-15,0-9 16,10-10-16,19 1 15,-1-1 1,10-8-16,19 17 16,38 29-1,37 8-15,-10-8 16,-18-1-16,-28-18 16,-19-9-1,-19 8-15,-28 11 16,-38 8-1,-38-9-15,-46-9 16,9-37 0,18-9-16,20-19 15,103 28-15</inkml:trace>
  <inkml:trace contextRef="#ctx0" brushRef="#br0" timeOffset="6296.35">30151 6082 0,'0'0'16,"0"0"-16,0 0 16,0 0-1,-10-9-15,-8 0 16,-20 0 0,-19-1-16,-27 10 15,-10 10 1,0 8-16,18 1 15,1 8-15,19-8 16,18 8 0,10 1-16,18 0 15,10-10 1,10 10-16,9 0 16,18-1-16,20-8 15,9-10 1,9-9-16,0-9 15,0-19 1,-9 0-16,-9 1 16,-10-10-1,-10 18-15,-8 1 16,-11 9-16,-8-1 16,-1 10-1,-9 0-15,10 10 16,-1 8-1,0 19-15,1 9 16,-10 19-16,0 9 16,0 18-1,0-18-15,0 0 16,0-10 0,0-8-16,0-1 15,-10 10 1,-8 8-16,18-73 15</inkml:trace>
  <inkml:trace contextRef="#ctx0" brushRef="#br0" timeOffset="8849.66">3020 8676 0,'0'0'16,"0"0"-16,-10 18 16,1 28-1,0 19-15,9 37 16,0 8-1,0 38-15,9-10 16,10 10-16,0 28 16,-1-10-1,1 37-15,0-19 16,-19 19 0,0 28-16,-9-28 15,-10 19-15,-9-10 16,-1 9-1,11-36-15,8 9 16,-9 9 0,10-9-16,0-28 15,-1-9-15,1-28 16,9-9 0,0-28-16,0-9 15,0-18 1,0-10-16,-10-9 15,10-9 1,0-9-16,0 0 16,0-10-16,0 1 15,0-1 1,0-9-16,10 1 16,-1-1-1,10 0-15,0 0 16,9 1-1,19-1-15,9 0 16,1 0-16,9 0 16,9 1-1,0-1-15,19 9 16,0-8 0,0 8-16,1-9 15,8 1-15,19-1 16,-9 0-1,0 0-15,28-9 16,-9 0 0,0 0-16,-1 0 15,1 0 1,-10 0-16,-9 0 16,-19 0-16,0 0 15,-28 0 1,-9 0-16,-10 0 15,-10 0 1,-8 0-16,-11 0 16,-8 0-16,-1 0 15,1 0 1,-1 0-16,0-9 16,10-9-1,0-19-15,0-28 16,-10-27-1,1-19-15,-10-28 16,0-8-16,0-10 16,0-9-1,-10 0-15,1-28 16,-10 0 0,0-18-16,0-37 15,10 18-15,0 0 16,-10-9-1,9 9-15,-8-27 16,8 36 0,-9-18-16,19 37 15,-9-9 1,9 27-16,-9 19 16,9 28-16,-10 9 15,1 36 1,-1 1-16,1 27 15,9 10 1,-10 18-16,10 10 16,0 8-16,0 19 15</inkml:trace>
  <inkml:trace contextRef="#ctx0" brushRef="#br0" timeOffset="9488.44">2888 12248 0,'0'0'0,"0"0"15,0 0 1,0 0-16,9 0 16,20 0-1,8 0-15,29 9 16,28 0-1,38 0-15,28-9 16,9 0-16,38-9 16,10 0-1,-20 0-15,29 0 16,-47-1-16,9 10 16,-19 0-1,-18 10-15,-10-1 16,-28 0-1,-29 0-15,-27 0 16,-10 1 0,-19-1-16,-9-9 15,-19 0-15,0 0 16</inkml:trace>
  <inkml:trace contextRef="#ctx0" brushRef="#br0" timeOffset="9945.31">3029 11020 0,'0'0'16,"0"0"-16,10 0 16,37 0-1,28 0-15,28 0 16,38 0-1,29 0-15,-1 9 16,19 1 0,-18-1-16,27 9 15,-27-8-15,-1-1 16,-9 9 0,-29-9-16,-18 1 15,0-1 1,-19-9-16,-28 0 15,0-9 1,-66 9-16</inkml:trace>
  <inkml:trace contextRef="#ctx0" brushRef="#br0" timeOffset="11294.72">8279 8602 0,'0'0'0,"0"9"16,0 37-16,-10 47 15,10 54 1,0 20-16,-9 36 15,-1 0 1,-9 55-16,1-18 16,-11 0-1,11 46-15,8-55 16,-9 27-16,19-27 16,0 0-1,0-37-15,0 9 16,0-37-1,0 28-15,-9-37 16,9-19-16,-9 0 16,9-18-1,0-27-15,9-10 16,0-28 0,1-18-16,-1-9 15,1-10-15,8 1 16,1-1-1,0-9-15,0 1 16,9-1 0,10 0-16,9-9 15,28 9 1,0-9-16,19 0 16,10 0-16,28 0 15,9 0 1,-10 0-16,39 0 15,-20 9 1,20-9-16,-1-9 16,-9 9-16,-10-9 15,-9 9 1,-9 0-16,0 0 16,-10 0-1,-9-9-15,-9 0 16,-29-1-1,-9-8-15,-10-1 16,1-8-16,-20 8 16,1-18-1,-1-9-15,-8-28 16,-11-27 0,-8-19-16,-10-37 15,-10 19 1,-8-29-16,-11 10 15,1 10-15,0-19 16,0 0 0,0-1-16,9-17 15,0-28 1,9-19-16,1 9 16,-10-8-1,10 36-15,-1-28 16,1 38-16,0 17 15,-10 1 1,9 37-16,10 9 16,0 9-1,0 10-15,0 27 16,0 19-16,0 8 16,0 20-1,0 8-15,0 10 16,0 9-1</inkml:trace>
  <inkml:trace contextRef="#ctx0" brushRef="#br0" timeOffset="11787.24">8664 11925 0,'0'0'15,"0"0"1,10-10-16,18 1 16,28 0-16,48 0 15,27 9 1,20 0-16,37 0 16,10 0-1,18-9-15,-18-1 16,-1 1-1,-18-9-15,-38-1 16,0 1-16,-28 8 16,-19 1-1,-37 0-15,-20 0 16,-9 0 0,-9 9-16,-9 0 15,-10-19 1,0 19-16</inkml:trace>
  <inkml:trace contextRef="#ctx0" brushRef="#br0" timeOffset="12161.94">8241 10826 0,'0'0'15,"38"-9"-15,65-9 16,66-10-1,38 10-15,10-1 16,8 10-16,1 9 16,-19 0-1,19 0-15,-19 9 16,19 0 0,-19 1-16,28-1 15,0-18-15,0 9 16</inkml:trace>
  <inkml:trace contextRef="#ctx0" brushRef="#br0" timeOffset="13275.73">13434 8150 0,'0'0'0,"0"0"16,9 27-1,10 38-15,9 64 16,10 28-1,-1 55-15,-8 28 16,-10 28 0,-10-19-16,0 28 15,-9 0-15,0-18 16,-9 36 0,0-27-16,18-10 15,-9 10 1,-9-28-16,-1-10 15,1-45 1,-1 9-16,1-37 16,-1-28-16,10 0 15,0-46 1,10-18-16,-1-10 16,1-18-1,9-9-15,-1-10 16,20-9-16,9-9 15,28-9 1,10-9-16,9-10 16,0-9-1,10 0-15,18 0 16,10 10 0,-1-1-16,20 9 15,18-17-15,-9 8 16,9-9-1,-28 9-15,-9 1 16,-10-10 0,-9 0-16,-9-9 15,-29-1-15,-18-8 16,-1-10 0,-9-8-16,0-20 15,-19-17 1,-18-20-16,-10-27 15,-19-9 1,-19 0-16,-9-37 16,0 28-16,-19-38 15,0-8 1,1-47-16,-1 19 16,9-37-1,20 55-15,-10 0 16,9 19-16,0 28 15,10 27 1,0 18-16,0 38 16,9 36-1,10 19-15,-1 9 16,1 19 0,9 8-16,0 10 15,0 0-15</inkml:trace>
  <inkml:trace contextRef="#ctx0" brushRef="#br0" timeOffset="13712.48">13754 11629 0,'0'0'16,"0"0"-16,37-9 15,57-19 1,47-8-16,48-11 16,18-8-1,-10 9-15,1 0 16,-57 18-16,0 0 16,-9 10-1,-38-1-15,-19 1 16,-19-1-1,-18 10-15,-19 0 16,0-9-16,-19 18 16</inkml:trace>
  <inkml:trace contextRef="#ctx0" brushRef="#br0" timeOffset="14045.15">13763 10586 0,'0'0'0,"0"0"16,9 0-16,29-9 15,75-9 1,47-19-16,66-9 16,-10 0-1,10 9-15,-38 0 16,19 9-16,-10 0 16,1 10-1,0-1-15,-1 10 16,38 0-1</inkml:trace>
  <inkml:trace contextRef="#ctx0" brushRef="#br0" timeOffset="15396.2">28674 7679 0,'0'0'0,"0"0"16,0 0-1,0 9-15,-10 28 16,1 37 0,9 46-16,-9 37 15,9 37-15,0 9 16,9 46 0,-9-27-16,19 36 15,0-37 1,18 47-16,1-19 15,-1-18 1,1 9-16,-10-18 16,1-10-16,-11-9 15,-8-19 1,-1 1-16,-9-28 16,0-9-1,0-19-15,0-9 16,0-28-16,10-9 15,-1-9 1,0-9-16,1-19 16,9-9-1,-1-10-15,1 1 16,9-9 0,10-1-16,9 0 15,19-8-15,19-1 16,9 0-1,19 0-15,18-9 16,1 0 0,28 0-16,0 10 15,-10-1-15,20 0 16,-10 0 0,-29-9-16,1 10 15,0-10 1,-19 0-16,-38-10 15,-9-8 1,-10-1-16,1-8 16,-10-1-1,-10-18-15,1-9 16,-10-29-16,-9-26 16,-10-20-1,-9-17-15,-9-19 16,-19-19-1,9 0-15,-9-36 16,9 18-16,0-19 16,0 1-1,-9-28-15,0-1 16,9 11 0,0-1-16,0 46 15,10-9-15,-10 27 16,0 19-1,10 10-15,0 18 16,-10 27 0,9 28-16,1 19 15,0 18 1,-1 9-16,1 10 16,-1 8-16,10 10 15</inkml:trace>
  <inkml:trace contextRef="#ctx0" brushRef="#br0" timeOffset="15812.17">29022 11491 0,'0'0'0,"9"-9"16,29-1-1,65 1-15,38 0 16,57 0 0,37 0-16,-18 9 15,18-10-15,-19 1 16,1 0 0,-58 0-16,-8-1 15,-38 1 1,-19-9-16,-19-19 15,-75 37 1</inkml:trace>
  <inkml:trace contextRef="#ctx0" brushRef="#br0" timeOffset="16162.29">28730 10522 0,'0'0'0,"0"0"15,19-9-15,47-19 16,66-18-1,112 0-15,38 9 16,57 0 0,-57 9-16,-47 0 15,1 1 1,-67 17-16,-18 1 16,-39 9-16,-36 0 15,-76 0 1</inkml:trace>
  <inkml:trace contextRef="#ctx0" brushRef="#br0" timeOffset="18012.38">3123 4698 0,'0'0'0,"0"0"16,0 9-16,0 19 15,10 18 1,-1 28-16,-9 27 16,0 1-1,0 9-15,9-38 16,1-17-16,-10-56 16</inkml:trace>
  <inkml:trace contextRef="#ctx0" brushRef="#br0" timeOffset="18412.24">2813 4993 0,'0'0'0,"0"0"15,0 0-15,0 0 16,9 9 0,1 1-16,18 8 15,0 10-15,10 9 16,-1-10 0,1 1-16,9 0 15,0-10 1,-9-8-16,-10-1 15,0 0-15,0 0 16,-9-9 0,0 0-16,0 0 15,9-9 1,10-9-16,18-19 16,19-28-1,10-9-15,-85 74 16</inkml:trace>
  <inkml:trace contextRef="#ctx0" brushRef="#br0" timeOffset="21183.19">2738 5279 0,'0'0'0,"0"0"0,0 0 16,0 0-1,0 0-15,0 0 16,-10-9 0,1 0-16,-1 0 15,1-1 1,0 1-16,-1 0 16,-9 0-1,0 0-15,1-1 16,-11 10-16,-8 0 15,-1 10 1,1-1-16,-1 9 16,10 1-1,-10 18-15,10 9 16,0 0-16,9 9 16,0 1-1,10 8-15,9 1 16,9 9-1,0 0-15,10-19 16,0 10 0,0-1-16,0-8 15,-1-1-15,1 0 16,0-9 0,0-9-16,0-9 15,0 0 1,9-10-16,0 1 15,0-10 1,10 0-16,-1-9 16,1-9-16,9 0 15,-9-10 1,-1 1-16,1-1 16,0-8-1,-1-1-15,-8 0 16,-1 0-16,0 1 15,-9-1 1,0 0-16,-1-8 16,1-1-1,-9 0-15,8-9 16,-8-1-16,-1 10 16,-9 1-1,0-1-15,0 0 16,-9-9-1,-1 9-15,1-10 16,-10-8 0,0 9-16,1 0 15,-11 0-15,1 9 16,0 0 0,-10 0-16,1 9 15,-10 1 1,-19 8-16,-9 10 15,75 9-15</inkml:trace>
  <inkml:trace contextRef="#ctx0" brushRef="#br0" timeOffset="24831.58">8777 12432 0,'0'0'0,"0"0"0,0 0 16,0 0-16,0 0 15,0 0 1,0 0-16,0 10 16,0 8-1,0 0-15,0 10 16,0 0-16,0 9 16,0 0-1,10 18-15,-1 10 16,0-10-1,-9 0-15,10-18 16,-1-9-16,-9-28 16</inkml:trace>
  <inkml:trace contextRef="#ctx0" brushRef="#br0" timeOffset="25513.71">9069 12312 0,'0'0'0,"0"0"15,9-18 1,1-1-16,8 1 16,11 0-1,-1-1-15,0 10 16,0 0-1,0 9-15,1 9 16,-10 0-16,-10 10 16,0 17-1,-9 11-15,-9-1 16,0-9 0,-1 0-16,1-1 15,-1-17-15,10-1 16,0-8-1,0-1-15,10 0 16,9 0 0,9 1-16,19-10 15,0 9 1,-10 0-16,-8 9 16,-1 1-1,-9-1-15,-10 10 16,-9 9-16,-19 18 15,-18 1 1,-1-10-16,0-9 16,1-9-16,9-10 15,9-9 1,9-9-16,1 0 16,9 0-1</inkml:trace>
  <inkml:trace contextRef="#ctx0" brushRef="#br0" timeOffset="25996.95">9991 12395 0,'0'0'0,"0"0"16,0 0 0,0 0-16,0 0 15,-10 10 1,-9 17-16,1 10 16,-11 19-16,11 17 15,-1 1 1,9 0-16,20-28 15,9 0 1,-1-18-16,11-9 16,8-10-1,10-9-15,19-28 16,0-9-16,-19 0 16,-9-9-1,-10 0-15,-9 0 16,-10-10-1,1 1-15,-20 0 16,-9 9-16,0 18 16,-18 0-1,-29 19-15,-47 27 16,113-18 0</inkml:trace>
  <inkml:trace contextRef="#ctx0" brushRef="#br0" timeOffset="27522.72">7065 12626 0,'0'0'0,"0"0"16,0 0 0,-9-9-16,-1 0 15,1-1 1,9 1-16,-10 0 15,10 9 1,0-9-16,0 0 16,0-1-16,0 1 15,0 9 1,0 0-16,0 0 16,10-9-1,-10 9-15</inkml:trace>
  <inkml:trace contextRef="#ctx0" brushRef="#br0" timeOffset="29713.1">5334 4190 0,'0'0'0,"0"0"16,0 0-16,0 9 15,9 19 1,10 28-16,0 17 16,0 20-16,0-1 15,-1 19 1,11 9-16,-10-28 15,-1-37 1,-8-8-16,-10-47 16</inkml:trace>
  <inkml:trace contextRef="#ctx0" brushRef="#br0" timeOffset="30146.18">5024 4818 0,'0'0'15,"0"0"-15,0 0 16,18 0-1,11 0-15,8 9 16,1 0 0,9 1-16,9 8 15,1 0 1,-10 1-16,-10-1 16,-8 1-16,-1-10 15,-9 0 1,0 1-16,-1-10 15,1 0 1,9-10-16,10-17 16,9-10-1,9-19-15,10 1 16,0-10-16,-9-8 16,-57 73-1</inkml:trace>
  <inkml:trace contextRef="#ctx0" brushRef="#br0" timeOffset="31245.78">19398 6876 0,'0'0'0,"0"9"16,0 10-16,-9 27 15,-1 28-15,10 18 16,-9-9-1,9 28-15,0-10 16,0-18 0,0-18-16,0-19 15,0-18 1,0-28-16</inkml:trace>
  <inkml:trace contextRef="#ctx0" brushRef="#br0" timeOffset="31763">19201 6922 0,'0'0'15,"9"-9"-15,29-9 16,37-10-1,0 9-15,0 10 16,-9 0-16,-19 9 16,-19 0-1,1 9-15,-11 0 16,-8 1 0,-10 8-16,-10 19 15,1 0 1,-10 9-16,10-9 15,-1 0-15,10-9 16,10-1 0,-1 1-16,19 0 15,29-1 1,-1 1-16,-9 0 16,-9-1-16,-19 1 15,-10 9 1,-9 0-16,-37 18 15,-29 10 1,-9-10-16,-1-9 16,1-18-1,19-9-15,18-10 16,19-9-16,19 0 16</inkml:trace>
  <inkml:trace contextRef="#ctx0" brushRef="#br0" timeOffset="32313.72">20198 6941 0,'0'0'0,"0"0"15,0 0-15,9 9 16,1 9-1,-1 10-15,0 0 16,1 9 0,-1 9-16,-9 9 15,0 1 1,0-1-16,0-9 16,10 0-16,-1-9 15,0-9 1,10 0-16,19-10 15,28-9 1,9-9-16,0-9 16,0-19-1,-28 1-15,-18 8 16,-20 1-16,-9-1 16,0 10-1,-19-9-15,-9-1 16,-19 10-1,9 9-15,1 0 16,9 9-16,9 0 16,9 1-1,1 8-15,0 10 16,9 27 0,0 28-16,0 19 15,9 18 1,-9 9-16,9-9 15,-9-120-15</inkml:trace>
  <inkml:trace contextRef="#ctx0" brushRef="#br0" timeOffset="33559.31">19191 8362 0,'0'0'0,"0"0"16,0 0 0,0 0-16,0 19 15,-9 17-15,-1 38 16,1 28-1,-1 27-15,10 28 16,-9-9 0,0 27-16,-1-18 15,1 9 1,-1 0-16,1-9 16,-10 18-16,10-27 15,-1 9 1,1 28-16,0-19 15,-1 18 1,-9 1-16,1-10 16,8 10-16,1-19 15,-1-18 1,1-1-16,9-17 16,-9-10-1,9-10-15,0-8 16,9-38-1,0 1-15,1-19 16,-1-9-16,1-9 16,-1-10-1,0 1-15,1-1 16,-1-9 0,1 1-16,-1-1 15,10 0 1,0 0-16,18-9 15,20 0-15,18 0 16,0-9 0,10 0-16,0-10 15,9 10-15,19-9 16,-10 8 0,0 1-16,1 0 15,-1 0 1,-8 0-16,-11-1 15,-9 1 1,1 0-16,-1 0 16,0-1-16,-9-8 15,-9 9 1,-10-10-16,-10 1 16,-9-10-1,1-9-15,-1-18 16,0-19-1,-9-18-15,-10-28 16,-9-10-16,0-17 16,0-19-1,-9 9-15,-1-28 16,1-18 0,0-9-16,9-19 15,-10-46 1,1 37-16,9-27 15,-10 36-15,-8-9 16,8 46 0,1 19-16,-1 27 15,1 19 1,0 27-16,-1 28 16,1 19-16,-1 18 15,1 9 1,9 10-16,0 9 15,0 9 1</inkml:trace>
  <inkml:trace contextRef="#ctx0" brushRef="#br0" timeOffset="34096.4">19097 11279 0,'0'0'15,"0"0"-15,0 0 16,0 0 0,0 0-16,0 0 15,0 0 1,9-10-16,29 1 15,56-19 1,47-8-16,10 8 16,9-9-16,-19 9 15,19-9 1,-10 10-16,-18-1 16,-19 10-1,-10-1-15,-18 10 16,-19 9-16,-10 0 15,-18 9 1,-10 0-16,-9 1 16,-19-10-1</inkml:trace>
  <inkml:trace contextRef="#ctx0" brushRef="#br0" timeOffset="34595.78">19492 11509 0,'0'0'0,"0"0"16,0 0-16,0 0 15,0 10 1,-9 8-16,-1 19 16,-8 9-1,-11 10-15,10-1 16,1-9-16,-1 0 15,0-18 1,10 0-16,9-1 16,0-8-1,9-1-15,10 1 16,9-1-16,10 1 16,-1-10-1,10 0-15,0 0 16,0-9-1,0 0-15,-9 0 16,-10 0 0,-9-9-16,-19 9 15</inkml:trace>
  <inkml:trace contextRef="#ctx0" brushRef="#br0" timeOffset="34830.25">19586 11786 0,'0'0'16,"0"0"-16,0 0 15,0 9 1,10 19-16,-1 28 16,0 17-1,10 29-15,-9 9 16,8-1-16,-8-17 15,-1-19 1,1-38-16,-10-36 16</inkml:trace>
  <inkml:trace contextRef="#ctx0" brushRef="#br0" timeOffset="35129.08">20010 11749 0,'0'0'16,"0"0"-16,0 0 15,0 0 1,0 19-16,0 18 15,0 18-15,0 19 16,0 9 0,0-9-1,0-10-15,0-17 16,0-29-16,0-18 16</inkml:trace>
  <inkml:trace contextRef="#ctx0" brushRef="#br0" timeOffset="35646.41">20132 11712 0,'0'0'0,"0"0"16,0 0-1,0 0-15,19-9 16,9-9-16,10-1 16,-1 1-1,1 9-15,-1-1 16,-8 1 0,-11 9-16,1 9 15,-9 1 1,-1 8-16,0 10 15,-9 9-15,0 0 16,-9-1 0,0 1-16,9 0 15,0-9 1,0-10-16,9 1 16,0-10-1,10 10-15,0-10 16,0 9-16,0-8 15,0 8 1,-10 0-16,0 1 16,-9 9-1,-9 9-15,-19 18 16,-29 19-16,-37 9 16,94-83-1</inkml:trace>
  <inkml:trace contextRef="#ctx0" brushRef="#br0" timeOffset="39466.33">7150 4458 0,'0'0'0,"0"0"16,0 0-16,0 9 15,9 19 1,10 18-16,0 28 16,-1 37-1,1 18-15,-9-18 16,-1-19-1,1-9-15,-10-37 16,0-46-16</inkml:trace>
  <inkml:trace contextRef="#ctx0" brushRef="#br0" timeOffset="39829.44">6820 4947 0,'0'0'0,"0"0"15,0 0-15,0 0 16,10 9 0,9 1-16,18 8 15,10 10 1,10 9-16,9-10 15,-19 1 1,-10-10-16,1-8 16,-10-1-1,-9 0-15,0-9 16,9 0-16,0 0 16,0-18-1,19-19-15,29-28 16,27-36-1,1 8-15,-10-8 16,-94 101-16</inkml:trace>
  <inkml:trace contextRef="#ctx0" brushRef="#br0" timeOffset="41749.83">14130 12054 0,'0'0'0,"0"0"15,0 0 1,0 0-16,0 0 16,0 0-1,0 0-15,0 0 16,0 0-16,19-9 16,0-1-1,9 1-15,0 0 16,0 9-1,-9 0-15,0 9 16,-10 10-16,-9 8 16,-9 20-1,-29 26-15,-18 20 16,9-19 0,9-10-16,0-18 15,20-18 1,8-10-16,10-8 15,0-1-15,10 0 16,8 0 0,20-9-16,9 0 15,19-18 1,0-1-16,-66 19 16</inkml:trace>
  <inkml:trace contextRef="#ctx0" brushRef="#br0" timeOffset="42184.08">14403 12063 0,'0'0'0,"0"0"15,9 0-15,10 0 16,0 0-16,9 0 16,-9 9-1,0 1-15,-1 8 16,1 10 0,-9 9-16,-10 18 15,0 0 1,-10 1-16,-9-10 15,10-9-15,0 0 16,9-10 0,0-8-16,0-10 15,9 0 1,10 1-16,9-1 16,10-9-16,28-9 15,9-10 1,0 1-16,0-10 15,-75 28 1</inkml:trace>
  <inkml:trace contextRef="#ctx0" brushRef="#br0" timeOffset="42630.07">15061 11648 0,'0'0'15,"0"0"-15,0 0 16,0 9-1,0 10-15,0 17 16,0 11 0,-9 26-16,-1 1 15,1 0 1,0 0-16,-1-19 16,10 1-16,0-19 15,0 0 1,10-10-16,8-8 15,1-1 1,19-9-16,9 1 16,9-10-16,1 0 15,-10-10 1,-10 1-16,-37 9 16</inkml:trace>
  <inkml:trace contextRef="#ctx0" brushRef="#br0" timeOffset="42815.16">15325 12091 0,'0'0'0,"0"0"16,0 0 0,0 0-16,-10 18 15,10 28-15,-9 74 16,9 56-1,9 45-15,10 10 16</inkml:trace>
  <inkml:trace contextRef="#ctx0" brushRef="#br0" timeOffset="43915.5">9586 4006 0,'0'0'16,"0"0"-16,0 27 15,0 29 1,0 54-16,0 38 16,0-9-1,10-10-15,-10-28 16,0-101-16</inkml:trace>
  <inkml:trace contextRef="#ctx0" brushRef="#br0" timeOffset="44264.15">9182 4578 0,'0'0'0,"18"9"16,29 19-16,29 18 15,18 28-15,0 18 16,-19-18 0,-9-9-16,-10-29 15,-18-8 1,-10-19-16,1-9 15,-11-9 1,11-9-16,8-38 16,10-27-16,0-9 15,0-10 1,0 1-16,10 18 16,-57 83-1</inkml:trace>
  <inkml:trace contextRef="#ctx0" brushRef="#br0" timeOffset="44979.05">8796 11066 0,'0'0'15,"0"0"-15,0 0 16,0 0 0,0 10-16,9 17 15,1 19-15,-1 19 16,1 18-1,-1 9-15,0-9 16,1-18 0,-1-19-16,-9-46 15</inkml:trace>
  <inkml:trace contextRef="#ctx0" brushRef="#br0" timeOffset="45429.88">9219 11223 0,'0'0'0,"0"0"15,0 0-15,0 9 16,0 19-1,0 18-15,0 19 16,0-10-16,0-9 16,0-9-1,10-9-15,-1-19 16,0 1 0,1-10-16,9 0 15,9-19-15,10-9 16,-1-9-1,1 1-15,-19 8 16,-1 0 0,-8 10-16,-1-1 15,-9 10 1,-9 0-16,-1 0 16,-8-1-16,-11 1 15,1 9 1,9 0-16,19 0 15</inkml:trace>
  <inkml:trace contextRef="#ctx0" brushRef="#br0" timeOffset="45930.15">9962 11085 0,'0'0'15,"0"0"-15,0 0 16,0 9-16,-9 0 16,0 10-1,-10 18-15,0 18 16,-9 28-1,0 19-15,9-29 16,9 1 0,10-18-16,0-19 15,10 0 1,-1-10-16,10 1 16,9-10-16,10-8 15,-1-10 1,1 0-16,0-10 15,-10 1 1,0-9-16,0-1 16,-9-8-1,-9-1-15,-10 0 16,-10 0-16,-9 10 16,-9 0-1,-19 8-15,-28 20 16,-10 17-16,85-27 15</inkml:trace>
  <inkml:trace contextRef="#ctx0" brushRef="#br0" timeOffset="48112.88">8730 4956 0,'0'0'16,"0"0"-16,0 0 15,0 0 1,0 0-16,-9 10 15,-1 8 1,-9 10-16,1-1 16,-1 1-1,-9 18-15,9 0 16,0 10-16,10-1 16,-1 19-1,1 0-15,9 0 16,9 9-1,1 9-15,-1-18 16,0 9-16,1-9 16,-1-10-1,10 10-15,-10-9 16,10-10 0,-9-9-16,8 0 15,1-9-15,0-9 16,0 0-1,0-10-15,9 1 16,0-10 0,10 0-16,-1-18 15,10-10 1,0-8-16,1-10 16,-1-9-16,-10-10 15,1 1 1,-10 9-16,-9-19 15,0 1 1,-10-10-16,-9 0 16,0 0-1,-9 0-15,-1 0 16,-9 1-16,1-11 16,-11 11-1,1 8-15,0 10 16,-10-1-1,1 1-15,-10 9 16,0 9 0,0 9-16,-19 10 15,-47 18-15,113 0 16</inkml:trace>
  <inkml:trace contextRef="#ctx0" brushRef="#br0" timeOffset="49663.44">11374 4153 0,'0'0'0,"0"0"15,0 10 1,9 26-16,0 20 16,1 36-16,-1 37 15,1-18 1,-1 18-16,0-18 16,1-19-1,-1-36-15,-9-56 16</inkml:trace>
  <inkml:trace contextRef="#ctx0" brushRef="#br0" timeOffset="50097.14">11007 4873 0,'0'0'0,"0"0"16,0 0 0,9 0-16,19 9 15,10 19-15,18 9 16,10 0 0,0 0-16,9 0 15,-18 0 1,-10-19-16,0 1 15,-19-10 1,0 0-16,-9 0 16,0-9-16,-10 0 15,1 0 1,9-9-16,-1 0 16,1-19-1,19-27-15,18-28 16,1 0-16,-1 9 15,10-9 1,9 0-16,19 18 16,-94 65-1</inkml:trace>
  <inkml:trace contextRef="#ctx0" brushRef="#br0" timeOffset="51567.14">29605 11906 0,'0'0'0,"0"0"15,0 0-15,0 0 16,0 0-1,0 0-15,0 0 16,0 0 0,0 0-16,0 0 15,0 0 1,0-9-16,-9 0 16,-10-10-16,0 1 15,-9-1 1,-19 1-16,0 9 15,-10-1 1,10 10-16,10 0 16,-1 10-16,10 8 15,0 1 1,9 8-16,0 1 16,10 0-1,-1-1-15,10 1 16,10-9-16,8-1 15,20 0 1,9-8-16,0-10 16,0-10-1,0-8-15,-9 0 16,-1-1 0,-18 1-16,0 8 15,-10 1-15,1 0 16,-1 0-1,1 9-15,-1 0 16,0 9 0,1 19-16,-1 18 15,1 18 1,-10 10-16,0 19 16,-10-10-16,1-10 15,-1-17 1,1-10-16,0-9 15,9-19 1,0-18-16</inkml:trace>
  <inkml:trace contextRef="#ctx0" brushRef="#br0" timeOffset="52213.39">29756 12119 0,'0'0'0,"0"0"15,0 0 1,0 0-16,0 0 15,0 0-15,9-10 16,10 1 0,9 0-16,0 0 15,1-1 1,-1 1-16,-9 9 16,-1 0-1,-8 9-15,9 10 16,-10-1-16,-9 19 15,0 19 1,-9-1-16,-10 0 16,0 1-1,10-19-15,-1 0 16,10-10 0,0-8-16,10-1 15,-1-9-15,19 1 16,29-1-1,37-18-15,9-19 16,1-18 0,-104 46-16</inkml:trace>
  <inkml:trace contextRef="#ctx0" brushRef="#br0" timeOffset="52696.66">30461 11869 0,'0'0'16,"0"0"-1,10 0-15,8-9 16,20 9-16,0 0 15,-1 0 1,1 9-16,-10 1 16,-9-1-1,-10 9-15,1 1 16,-10 8-16,-10 10 16,-8 0-1,-1 0-15,0-9 16,10 0-1,-1-10-15,10 0 16,10 1 0,-1-1-16,19 10 15,10 0-15,-1-1 16,1 1 0,-19-9-16,0-1 15,-10 10 1,-9-1-16,-28 20 15,-57 17-15,85-64 16</inkml:trace>
  <inkml:trace contextRef="#ctx0" brushRef="#br0" timeOffset="53679.92">13114 3996 0,'0'0'0,"0"0"16,0 10-16,9 8 15,1 19-15,9 18 16,9 38 0,9 45-16,-18-9 15,0 10 1,0 18-16,0-37 16,-1-10-1,-8-26-15,-1-20 16,1-27-16,-10-37 15</inkml:trace>
  <inkml:trace contextRef="#ctx0" brushRef="#br0" timeOffset="54119.61">12916 4929 0,'0'0'0,"0"0"16,0 0 0,0 0-16,0 0 15,10 0-15,18 9 16,10 0 0,18 10-16,-9-1 15,0 10 1,0-1-16,-9-8 15,-1-1-15,1 1 16,-10-1 0,1 1-16,-11-10 15,1 0 1,0 0-16,9-9 16,0-9-1,10-9-15,0-19 16,9-19-16,0-8 15,-10-1 1,1 1-16,9-1 16,-19 19-1,10-10-15,0 10 16,-38 46 0</inkml:trace>
  <inkml:trace contextRef="#ctx0" brushRef="#br0" timeOffset="55499.83">19502 9922 0,'0'0'0,"0"0"16,0 0-1,0 0-15,0 0 16,-10 9-16,1 10 15,-10 8 1,-19 29-16,-9-1 16,10 10-1,-1-1-15,10-18 16,9-9-16,10-9 16,-1-10-1,10 1-15,0-10 16,10 0-1,8 1-15,11-1 16,8 0 0,20 0-16,-1-9 15,-9 0-15,0-9 16,-47 9 0</inkml:trace>
  <inkml:trace contextRef="#ctx0" brushRef="#br0" timeOffset="55736.95">19558 10263 0,'0'0'16,"0"0"-16,0 0 16,0 0-16,0 19 15,0 18 1,0 18-16,0 37 15,-9 19 1,-1 0-16,1 0 16,-1-37-1,20-19-15,-10-55 16</inkml:trace>
  <inkml:trace contextRef="#ctx0" brushRef="#br0" timeOffset="56118.25">19934 10217 0,'0'0'16,"0"0"-16,0 0 15,0 0-15,-9 9 16,-1 1 0,1 8-16,9 10 15,0 0 1,9-1-16,1 10 16,9 0-16,0 9 15,-1-9 1,1 9-16,-9 0 15,-1 1 1,-9-1-16,0-9 16,-9 0-1,-1-10-15,-9-8 16,19-19-16</inkml:trace>
  <inkml:trace contextRef="#ctx0" brushRef="#br0" timeOffset="56702.28">19746 10328 0,'0'0'15,"10"-9"-15,37-19 16,37-9 0,20-9-16,-10 0 15,0 0 1,-19 9-16,-28 9 15,-9 10-15,-10-1 16,-9 10 0,-10 0-16,1-1 15,-1 1 1,0 0-16,-9 9 16,0 0-16,0 0 15,0 9 1,0 19-16,-9 27 15,0 19 1,-1 9-16,1 10 16,-1-1-1,10 0-15,10-9 16,-1-18-16,10-10 16,0-18-1,0-9-15,0-10 16,-1-9-1,11-9-15,-11 0 16,-8 0 0,-1-9-16,1-9 15,-1-1-15,-9-8 16,0-10 0,-9 9-16,-10 0 15,-19 1 1,-9 8-16,-19 10 15,-18 27-15,-1 10 16,85-28 0</inkml:trace>
  <inkml:trace contextRef="#ctx0" brushRef="#br0" timeOffset="57430.38">18890 9700 0,'0'0'16,"0"0"-16,0 0 16,0 0-16,9 0 15,20 0 1,27 0-16,29 10 16,56-10-1,28 0-15,1 0 16,8-19-1,-27 1-15,9-1 16,-10 1-16,-18-1 16,-19 1-1,-10 9-15,-27-1 16,-11 1 0,-17 0-16,-11 0 15,-9 9 1,-9 0-16,-19 0 15,0 0-15</inkml:trace>
  <inkml:trace contextRef="#ctx0" brushRef="#br0" timeOffset="58167.96">14958 3858 0,'0'0'0,"0"0"15,0 0 1,9 28-16,1 18 15,8 28 1,1 27-16,-9 28 16,-1 28-1,0-27-15,1-1 16,-1 0-16,-9-18 16,0-28-1,0-28-15,0-18 16,0-37-1</inkml:trace>
  <inkml:trace contextRef="#ctx0" brushRef="#br0" timeOffset="58579.88">14591 4624 0,'0'0'0,"0"0"16,9 0 0,20 9-16,36 19 15,11 9 1,8 0-16,-8 18 16,-11 1-1,-8-10-15,-10-9 16,-19 0-16,0-10 15,-9-8 1,-9-10-16,-1 0 16,0 0-1,1-9-15,-1 0 16,1-9-16,8-9 16,11-38-1,8 1-15,1-28 16,9 9-1,0-9-15,0 9 16,-47 74-16</inkml:trace>
  <inkml:trace contextRef="#ctx0" brushRef="#br0" timeOffset="60113.02">16200 8473 0,'0'0'16,"0"0"-16,0 0 15,0 0 1,18 9-16,11 10 15,18 17 1,0 1-16,-10 19 16,10 36-1,-18 10-15,-1 8 16,-9 29-16,-10 18 16,-9-10-1,0 19-15,9 10 16,-9-1-16,0 37 15,0-36 1,0 27-16,-9 9 16,9 19-1,-9-28-15,-1 0 16,10 0 0,10-18-16,-1-1 15,10-18-15,9 1 16,-9-29-1,0-18-15,-1-9 16,1-28 0,-9-19-16,-1-8 15,1-19 1,-1 0-16,0-10 16,1-8-16,-1-1 15,1-9 1,-1 1-16,10-1 15,9-9 1,0 0-16,19-9 16,29-10-16,18-8 15,0-1 1,0 0-16,9 0 16,10-8-1,0-1-15,-10 9 16,10-9-1,-9 9-15,-10 10 16,-28-1-16,-10 1 16,10 9-1,-19-10-15,-9 10 16,9-9 0,-19-1-16,0 10 15,-9-10-15,0 1 16,0-10-1,-1-9-15,1-18 16,-9-19 0,-10-18-16,0-19 15,-10-18 1,-9 0-16,1-28 16,-1 0-16,0-9 15,-9-19 1,9 1-16,-9-38 15,9 10 1,-9-56-16,0 28 16,-1-18-16,1 27 15,0 0 1,0 28-16,-1 9 16,1 28-1,9 18-15,1 19 16,-1 19-1,9 36-15,1 0 16,0 18-16,9 1 16,0 18-1,0 9-15,0 28 16</inkml:trace>
  <inkml:trace contextRef="#ctx0" brushRef="#br0" timeOffset="60713.44">16717 11436 0,'0'0'15,"19"-10"-15,28-17 16,37-10-16,39 0 16,-1 0-1,0 0-15,1 9 16,8 1 0,-18 8-16,-9 1 15,-1-1 1,-9 10-16,-18 9 15,-20 0-15,-18 0 16,-10 9 0,-28-9-16</inkml:trace>
  <inkml:trace contextRef="#ctx0" brushRef="#br0" timeOffset="61430.17">16745 11906 0,'0'0'16,"0"0"-16,0 0 15,0 0 1,0 0-16,10-9 15,8-9-15,11-10 16,-1 0 0,9 0-16,1 10 15,0 0 1,-10 8-16,-9 1 16,-10 9-1,-9 0-15,0 0 16,0 0-16,0 9 15,-9 19 1,-1 0-16,1 9 16,9-10-1,0 1-15,0 0 16,9-1-16,1-8 16,9 9-1,9-10-15,0 10 16,0-1-1,0-8-15,-9 9 16,-9-1-16,-1 1 16,-9 9-1,-19 9-15,-9 0 16,-10 0 0,10-18-16,9-10 15,1-8 1,-1-1-16,19-9 15</inkml:trace>
  <inkml:trace contextRef="#ctx0" brushRef="#br0" timeOffset="61880.84">17197 11943 0,'0'0'0,"0"0"16,0 0-1,19-9-15,-1 0 16,11-1-16,-1 1 16,9 0-1,1 0-15,-10 9 16,1 0-1,-11 0-15,1 9 16,-9 19 0,-10 9-16,-10 18 15,-9 0-15,1 1 16,-11-1 0,10-9-16,10-9 15,0-9 1,9-10-16,0 1 15,9-10-15,0 0 16,20 1 0,8-10-16,20-19 15,-1 1 1,-9-10-16,-47 28 16</inkml:trace>
  <inkml:trace contextRef="#ctx0" brushRef="#br0" timeOffset="62085.37">17827 11639 0,'0'0'15,"0"0"-15,0 0 16,0 9-1,9 46-15,10 74 16,19 93 0,9 9-16</inkml:trace>
  <inkml:trace contextRef="#ctx0" brushRef="#br0" timeOffset="64163.28">17281 3803 0,'0'0'0,"0"9"15,0 46 1,0 47-16,0 27 15,0 37 1,-9 0-16,9 0 16,9-18-1,-9-19-15,10-36 16,-10-93-16</inkml:trace>
  <inkml:trace contextRef="#ctx0" brushRef="#br0" timeOffset="64613.25">16867 4559 0,'0'0'0,"0"0"15,0 0-15,0 0 16,0 0-1,0 10-15,10-1 16,9 19 0,18-1-16,10 10 15,10 0 1,-1 0-16,-9 0 16,0 0-16,-9-9 15,-10-1 1,0 1-16,1 0 15,-1-10 1,0 1-16,0-10 16,1-9-16,8-9 15,10-10 1,-9-9-16,9-9 16,-10 1-1,11-11-15,-11 1 16,10-9-1,-9 9-15,-10 0 16,0-1-16,0 11 16,-9-1-1,0 9-15,-19 28 16</inkml:trace>
  <inkml:trace contextRef="#ctx0" brushRef="#br0" timeOffset="87464.87">16378 6045 0,'0'0'0,"0"0"0,0 0 15,0 0-15,0 0 16,0 0 0,0 0-16,0 0 15,0 0 1,0 10-16,10-1 16,-1 0-16,10 0 15,-10 1 1,10-1-16,0-9 15,0 0 1,9 9-16,0 0 16,0-9-1,10 0-15,0 0 16,-10 0-16,0 0 16,0 0-1,-9 0-15,0 0 16,9 0-1,0 0-15,-9 0 16,9 0 0,1 0-16,8 0 15,1 0-15,-10 0 16,0 0 0,1 0-16,-1 0 15,-9 0 1,-10 0-16,0 0 15,1 0-15,-1 0 16,1 0 0,-1 0-16,1 0 15,-1 0 1,10 0-16,-10 0 16,10 0-16,-10 0 15,1 0 1,-1 0-16,1 0 15,-10 0 1,0 0-16,9 0 16,-9 0-1</inkml:trace>
  <inkml:trace contextRef="#ctx0" brushRef="#br0" timeOffset="110897.86">3838 12608 0,'0'0'0,"0"0"0,-9 0 15,-1 0 1,-8 0-16,-11 0 15,1 0 1,0 0-16,-10 9 16,1 9-1,-1 10-15,0 18 16,10 0-16,9 10 16,10-1-1,9 1-15,0-20 16,9-8-1,10 0-15,9-19 16,29-9 0,9-18-16,0-10 15,-1-18-15,-8 0 16,-20 9 0,-8 0-16,-10 9 15,-10 0 1,-9 10-16,0-1 15,-9 1-15,-10 9 16,-10 0 0,-8-1-16,-1 10 15,-9 19 1,0-1-16,10 10 16,8 0-16,29-28 15</inkml:trace>
  <inkml:trace contextRef="#ctx0" brushRef="#br0" timeOffset="111351.75">4337 12820 0,'0'0'15,"0"0"-15,-10 9 16,1 0-16,0 10 16,-1 9-1,-9-1-15,1 10 16,8-9 0,1 0-16,-1-1 15,10-8 1,0-10-16,0-9 15,10 0-15,18-9 16,28-28 0,20-28-16,-20 10 15,-18 18 1,-19 9-16,-10 1 16,0 8-1,-9 10-15,-9 0 16,-10-1-16,-28 10 15,-9 19 1,-10 18-16,0 0 16,10 0-1,56-37-15</inkml:trace>
  <inkml:trace contextRef="#ctx0" brushRef="#br0" timeOffset="111964.65">4685 12792 0,'0'0'15,"0"0"-15,0 0 16,0-9 0,9-9-16,10-10 15,9-9 1,10 0-16,-10 19 16,0-1-16,-9 10 15,0 9 1,-10 0-16,1 18 15,-1 10 1,-9 9-16,-9 18 16,-10 10-1,0-10-15,0-8 16,10-20-16,0-8 16,9-1-1,0-9-15,0 1 16,9-10-1,10 0-15,9 0 16,10 9 0,-1-9-16,-8 9 15,-1 0-15,-9 0 16,-10 10 0,0 18-16,-18 9 15,-19 19 1,-29 8-16,1-8 15,-10-19-15,-9-9 16,-10 0 0,85-37-16</inkml:trace>
  <inkml:trace contextRef="#ctx0" brushRef="#br0" timeOffset="113339.81">19426 3655 0,'0'0'0,"0"9"15,10 19-15,9 36 16,-1 38 0,-8 27-16,-10 28 15,0 28 1,0-19-16,0-9 15,-10-19 1,1-46-16,9-18 16,0-74-16</inkml:trace>
  <inkml:trace contextRef="#ctx0" brushRef="#br0" timeOffset="113821.87">19088 4375 0,'0'0'16,"0"0"-16,0 0 16,0 0-1,9 9-15,10 19 16,9-1-1,19 20-15,19-1 16,0 0 0,-10 0-16,-9-9 15,-9 0 1,-10-9-16,0 8 16,-9 1-16,0-9 15,0 0 1,-10-10-16,1-9 15,-1 1 1,-9-10-16,9 0 16,10-10-16,19-26 15,18-20 1,10-36-16,9-28 16,-9 18-1,-9 10-15,-10 9 16,9 9-16,10 10 15,-9 8 1,-57 56-16</inkml:trace>
  <inkml:trace contextRef="#ctx0" brushRef="#br0" timeOffset="114513.69">24008 6627 0,'0'0'0,"0"0"15,0 9 1,0 19-16,-10 27 15,1 28-15,9 37 16,0 9 0,0 1-16,0 17 15,9-27 1,1-37-16,-10-36 16,0-47-16</inkml:trace>
  <inkml:trace contextRef="#ctx0" brushRef="#br0" timeOffset="115033.17">23951 6793 0,'0'0'0,"0"0"16,0 0-1,0 0-15,10 0 16,8 0-1,20 0-15,28 9 16,19-9-16,9 9 16,-28 1-1,-10-1-15,-9 0 16,-19 10 0,-9-1-16,-10 10 15,-9 9 1,-18 18-16,-11 10 15,-18-1-15,10-18 16,18-9 0,10-18-16,9-1 15,9 1 1,19-10-16,19 9 16,10-8-16,-1-1 15,-18 0 1,-1 0-16,-8 10 15,-11-1 1,-8 1-16,-20 18 16,-18 9-1,-28 9-15,-29 10 16,-18-19-16,9-9 16,18-19-1,29-18-15,47 0 16</inkml:trace>
  <inkml:trace contextRef="#ctx0" brushRef="#br0" timeOffset="115463.79">24967 6572 0,'0'0'0,"0"0"15,0 0-15,-9 18 16,-1 28 0,-18 28-16,0 37 15,-10 18 1,10-9-16,9-9 16,19-1-16,10-36 15,9 0 1,9-28-16,0-9 15,10-9 1,18-10-16,1-18 16,-10 0-16,-10-9 15,-9 0 1,1 0-16,-11-1 16,-8 1-1,-10 9-15,0 0 16,-19-9-1,-37 9-15,-29 18 16,-19 10 0,104-28-16</inkml:trace>
  <inkml:trace contextRef="#ctx0" brushRef="#br0" timeOffset="115942.5">22004 10143 0,'0'0'0,"0"0"15,0 0-15,0 0 16,9 10-1,1-10-15,-10 0 16</inkml:trace>
  <inkml:trace contextRef="#ctx0" brushRef="#br0" timeOffset="116114.35">22399 9950 0,'0'0'15,"0"0"1,0 0-16,9 9 16,20 0-16,27 9 15,-56-18 1</inkml:trace>
  <inkml:trace contextRef="#ctx0" brushRef="#br0" timeOffset="116242.99">23123 9811 0,'0'0'0,"0"0"15,0 0-15,0 0 16</inkml:trace>
  <inkml:trace contextRef="#ctx0" brushRef="#br0" timeOffset="117300.95">23547 8261 0,'0'0'16,"0"0"-16,0 18 15,19 47 1,9 45-16,0 38 16,10 37-16,-1-1 15,-18 19 1,0-27-16,-10 36 15,1-9 1,-1 0-16,1 0 16,-1 0-1,0 9-15,1-9 16,9 10-16,-1-10 16,1 0-1,0-37-15,0-9 16,0-28-1,-1-9-15,1-37 16,-9-18 0,-10-10-16,0-18 15,0-9-15,0-10 16,0 1 0,0-10-16,0 0 15,0 0 1,9-9-16,0 0 15,20 0 1,8-9-16,48-19 16,28-8-16,9-1 15,19 0 1,29 0-16,-10 9 16,18 0-1,1 10-15,-28-1 16,8 19-16,-17 0 15,-20 0 1,-9 0-16,-19 0 16,-19 0-1,-9 0-15,-19 0 16,-19-9-16,0 0 16,-9-9-1,0-10-15,-10-18 16,1-19-1,-20-46-15,-8-18 16,-1-9 0,-9-28-16,9-1 15,-9 1-15,9-28 16,-9 1 0,-1-20-16,1 20 15,0 8 1,0-9-16,-1 28 15,1-9 1,0 8-16,9 20 16,-9-10-16,0 28 15,9 18 1,0 0-16,10 19 16,-1 18-1,1 9-15,9 29 16,-10-1-16,10 37 15</inkml:trace>
  <inkml:trace contextRef="#ctx0" brushRef="#br0" timeOffset="117853.2">23547 11159 0,'0'0'0,"0"0"16,9-10-16,19 1 15,66-9 1,76-10-1,46 10-15,38-10 16,-9 9-16,18-8 16,1-1-1,-29-9-15,9 0 16,-37 10-16,28-10 16,-56 0-1,-9 9-15,-29 0 16,-28 10-1,-38 9-15,-19-1 16,-9 10-16,-18 0 16,-20 0-1,-9 0-15</inkml:trace>
  <inkml:trace contextRef="#ctx0" brushRef="#br0" timeOffset="118837.74">24177 11297 0,'0'0'0,"0"0"15,0 0 1,0 0-16,0 0 16,0 0-1,0 9-15,0 10 16,-9 27-1,-1 9-15,1 19 16,-10 0-16,0 18 16,10 1-1,-1-1-15,1-18 16,9-10 0,9-18-16,1-9 15,-1-9-15,10-9 16,0-10-1,9-9-15,0 0 16,0-9 0,1-1-16,-10 1 15,-1-9-15,1-1 16,-9 1 0,-1 8-16,0 1 15,-9 9 1,0 0-16,-9 0 15,0 0 1,-1 0-16,1-9 16,9 9-16</inkml:trace>
  <inkml:trace contextRef="#ctx0" brushRef="#br0" timeOffset="119280.52">24760 11482 0,'0'0'0,"0"-10"16,0 1 0,10-9-16,9-1 15,18-18-15,10 10 16,10-1-1,-1 0-15,-9 10 16,-9 9 0,-10-1-16,-9 10 15,-10 10-15,1 8 16,-10 28 0,-19 10-16,-19 27 15,-9-9 1,9-19-16,10-18 15,9-9 1,10-10-16,9-9 16,9 0-16,29 1 15,37-10 1,29-19-16,9-18 16,18-18-1,-131 55-15</inkml:trace>
  <inkml:trace contextRef="#ctx0" brushRef="#br0" timeOffset="119717.81">25729 11168 0,'0'0'0,"0"0"16,0 0-1,0 0-15,10 0 16,-1 0 0,10 9-16,9 0 15,-9 1-15,-10 8 16,1 0 0,-10 10-16,0 0 15,-10 9 1,-8 9-16,-11 0 15,1 0 1,9-9-16,10-9 16,-1 0-16,10-10 15,10 0 1,9 10-16,9-9 16,0-1-1,0 1-15,-9-1 16,-9 0-16,-10 10 15,-19 18 1,-66 37-16,-65 0 16,150-83-1</inkml:trace>
  <inkml:trace contextRef="#ctx0" brushRef="#br0" timeOffset="132414.47">1825 14407 0,'0'0'0,"0"0"16,0 0-16,0 0 16,0 0-16,0 0 15,0 0 1,0 0-16,0 0 15,0 0 1,9 0-16,10 0 16,9 0-1,10 0-15,9-9 16,19 0-16,-10 0 16,10 0-1,10-1-15,-1-8 16,9-1-1,11 10-15,17-9 16,-8 9 0,-1-1-16,10 1 15,19 0-15,-10 0 16,-9-1 0,19 10-16,0 0 15,-10-9 1,10 9-16,18 0 15,-18-9-15,28-10 16,9 1 0,0 0-16,1-1 15,-1 10 1,10 0-16,9-1 16,-9 1-1,9 9-15,0 0 16,-19 9-16,10 10 15,-10-1 1,10 10-16,-10 0 16,-9-1-1,10 1-15,-10 0 16,0-10-16,-10 10 16,-9-10-1,-18-8-15,-1-1 16,10 0-1,-29 0-15,-9 0 16,0 1 0,0-10-16,0 0 15,-9 9-15,-19 0 16,0-9 0,0 9-16,-10-9 15,-18 0 1,-38 0-16</inkml:trace>
  <inkml:trace contextRef="#ctx0" brushRef="#br0" timeOffset="132966.74">8297 14075 0,'0'0'0,"0"0"16,0 0-16,0 0 16,10 0-1,9 0-15,18 9 16,20 1-1,18-1-15,0 9 16,-9-8 0,19-1-16,-10 0 15,0 0-15,-9 10 16,-10-10 0,-8 0-16,-11 0 15,-9 1 1,1-1-16,-11 0 15,-8 0 1,-1 1-16,1-1 16,-10 0-16,-10 10 15,-18 8 1,-19 10-16,-28 9 16,-10 0-1,-9 1-15,-10 8 16,-8-9-16,18-9 15,-1 0 1,-17 9-16,-20 9 16,132-55-1</inkml:trace>
  <inkml:trace contextRef="#ctx0" brushRef="#br0" timeOffset="147502.57">10903 14851 0,'0'0'0,"0"0"16,0 0 0,0 0-16,10-10 15,37-45-15,56-65 16,57-65-1,-19 10-15,-47 18 16,-9 19 0,-19-10-16,-19 19 15,-19 9 1,-9 27-16,-10 10 16,1 19-16,-10 27 15,0 9 1,0 19-16,0 9 15,-10 9 1,-9 37-16,-9 56 16,0 55-1,9 0-15,10-10 16,18 10-16,19-28 16,1-18-1,8-19-15,10-27 16,0-19-1,0-18-15,10-19 16,-1-18-16,1-19 16,9-18-1,-10-9-15,-18-19 16,-10-9 0,-9 18-16,-10 10 15,-9 18 1,9 9-16,-9 10 15,0 18-15,0 0 16,-9 9 0,0 28-16,-1 18 15,10 10 1,10 0-16,8-29 16,11-8-16,18-19 15,28-18 1,28-37-16,-18-19 15,-19-18 1,-10 0-16,-18 0 16,0-18-16,-10 8 15,-9 19 1,-10 19-16,1 9 16,-10 18-1,0 10-15,0 9 16,0 9-1,0 0-15,0 18 16,0 74 0,0 47-16,-10 64 15,1 0-15,-1 0 16,10-18 0,0-19-16,0-37 15,0-46 1,10-28-16,-1-27 15,10-10-15,0-8 16,0-20 0,9-8-16,0-19 15,0-18 1,-9-10-16,-19-18 16,-9-9-1,-10 9-15,-9 18 16,-1 10-16,1 18 15,9 0 1,10 9-16,0 0 16,9 1-1,18-29-15,20-8 16,47-28-16,28-10 16,-10 10-1,-9 9-15,-9 0 16,-19 18-1,-10-9-15,-18 19 16,-10-10 0,-9 10-16,-10 18 15,1 9-15,-10 10 16,0 8 0,0 10-16,0 0 15,18 19 1,11 36-16,8 65 15,1 28-15,-19 0 16,-1-1 0,1-17-16,0-38 15,-10-37 1,1-27-16,-10-28 16</inkml:trace>
  <inkml:trace contextRef="#ctx0" brushRef="#br0" timeOffset="147665.07">13368 14112 0,'0'0'0,"0"0"15,0 0 1,28-18-16,47-19 16,67-28-1,74-18-15,0-9 16</inkml:trace>
  <inkml:trace contextRef="#ctx0" brushRef="#br0" timeOffset="148264.24">15005 13365 0,'0'0'15,"0"0"-15,0 0 16,0 0 0,0 27-16,-10 38 15,-18 64 1,0 28-16,0 9 16,9 0-1,19-37-15,9-36 16,10-38-16,9-18 15,19-19 1,19-27-16,10-18 16,-1-20-1,-19 1-15,-9-9 16,-19 9-16,-9 9 16,-9 18-1,-1 10-15,1 0 16,-10 9-1,0 0-15,-10 9 16,1 28-16,9 18 16,19 1-1,9-1-15,9-9 16,10-9 0,0-9-16,10-10 15,-19-18 1,-10 0-16,-9 0 15,-1-9-15,-8 0 16,-1-19 0,-9-9-16,-28-36 15,-19-20 1,-28-8-16,-10-1 16,85 102-1</inkml:trace>
  <inkml:trace contextRef="#ctx0" brushRef="#br0" timeOffset="148415.09">14685 13844 0,'0'0'16,"0"0"-1,0 0-15,19-9 16,65-28-16,86-18 16,103-19-1,-1 19-15,-46-1 16</inkml:trace>
  <inkml:trace contextRef="#ctx0" brushRef="#br0" timeOffset="149136.96">16896 14066 0,'0'0'16,"0"0"-16,0 0 15,-10 0 1,1 0-16,9 0 16,0 0-1,0 0-15,0 0 16,19-9 0,47 0-16,37-1 15,-9 20-15,-19-1 16,-9 9-1,-9 10-15,-20 0 16,-8-1 0,-20 1-16,0 0 15,-9-1-15,-9 1 16,-10-9 0,0-10-16,10 0 15,-1-9 1,1-9-16,0-19 15,18-27 1,29-47-16,46-27 16,20 9-16,-19 28 15,-1 9 1,20 0-16,-20 27 16,-84 56-1</inkml:trace>
  <inkml:trace contextRef="#ctx0" brushRef="#br0" timeOffset="149715.96">18316 13863 0,'0'0'16,"0"0"-16,0 0 16,-9 28-1,-1 36-15,10 29 16,0-1-1,0 0-15,10-27 16,-10-65 0</inkml:trace>
  <inkml:trace contextRef="#ctx0" brushRef="#br0" timeOffset="149852.37">18288 13614 0,'0'0'0,"0"0"16,19-19-16,-19 19 15</inkml:trace>
  <inkml:trace contextRef="#ctx0" brushRef="#br0" timeOffset="151014.9">19201 13531 0,'0'0'0,"0"0"15,0 0 1,0 0-16,-10 0 16,-18 9-1,-29 19-15,-8 18 16,-1 18-1,19 1-15,18-10 16,20-18 0,18-9-16,10-10 15,28-8-15,29-10 16,8-10 0,-8 1-16,-1 0 15,-19 9 1,-9 18-16,10 10 15,-10 27-15,-10 38 16,-8 36 0,-11 37-16,-27-9 15,-10-28 1,-9-18-16,0-28 16,0-37-16,-10-9 15,10-18 1,-1-10-16,11-18 15,-1-19 1,-9-37-16,18-55 16,29-9-1,19-19-15,18-18 16,29 0 0,-1 0-16,-8 28 15,-10 8-15,-10-8 16,-9-1-1,-28 47-15,-10 18 16,-9 28 0,0 18-16,0 10 15,-9 0-15,9 18 16,0 0 0,-10 27-16,-8 47 15,8 37 1,10 18-16,0 10 15,0-38-15,10-27 16,-1-19 0,0-18-16,1-9 15,-1-10 1,1-8-16,-1-10 16,19 0-1,0-10-15,10 1 16,0-9-16,9-1 15,-10 1 1,1-1-16,-10 10 16,0 0-1,1 9-15,-1 0 16,0 9-16,0 0 16,1 0-1,-1 1-15,9-10 16,1-19-1,0-8-15,9-29 16,-10-18 0,-8-9-16,-11 0 15,1 9-15,-9 19 16,-10 18 0,0 9-16,0 10 15,0 9 1,0 9-16,0 0 15,0 0-15,0 27 16,9 20 0,10 26-16,9 10 15,0-9 1,1-18-16,-11-19 16,-18-37-1</inkml:trace>
  <inkml:trace contextRef="#ctx0" brushRef="#br0" timeOffset="151165.37">20499 13651 0,'0'0'16,"19"-10"-16,56-17 16,85-19-1,56-1-15,10-8 16</inkml:trace>
  <inkml:trace contextRef="#ctx0" brushRef="#br0" timeOffset="151365.29">21985 14186 0,'-9'9'0,"-20"47"15,-36 73 1,-20 37-16,-28 19 16,0-29-16,10-45 15,103-111 1</inkml:trace>
  <inkml:trace contextRef="#ctx0" brushRef="#br0" timeOffset="151989.78">22625 13180 0,'0'0'15,"0"0"1,0 9-16,9 37 15,1 47-15,-1 45 16,-9 28 0,0-18-16,-9-19 15,-10-18 1,9-37-16,1-28 16,0-18-16,9-10 15,0-9 1,0-9-16,0 0 15,9-9 1,29-19-16,18-18 16,29-9-1,9 9-15,-19 18 16,-18 9-16,-20 10 16,-9 9-1,-9 9-15,0 10 16,-19 18-1,-9 18-15,-29 10 16,-9-10-16,9-18 16,1-18-1,8-19-15,29 0 16</inkml:trace>
  <inkml:trace contextRef="#ctx0" brushRef="#br0" timeOffset="152648.64">23396 13623 0,'0'0'0,"0"0"16,0 0-16,0 0 15,-9 18 1,-10 38-16,0 27 16,-9 28-16,9-1 15,19-27 1,10-18-16,18-10 15,9-18 1,10-18-16,0-19 16,-9-9-16,-10-10 15,1-9 1,-11-27-16,-18 0 16,-9-1-1,-10 1-15,0 18 16,-9 0-1,9 9-15,0 10 16,10 9-16,0-1 16,9 10-1,28-9-15,47-9 16,57-10 0,-10 0-16,-28-9 15,-19-9 1,-18-9-16,-10-19 15,-19 0-15,-9 0 16,-10 10 0,1-1-16,-10 19 15,0 9 1,0 19-16,0 8 16,0 1-1,0 9-15,0 0 16,0 28-16,19 55 15,-1 28 1,1 27-16,0 1 16,-10-29-1,1-8-15,-10-28 16,0-19-16,-10-27 16,10-28-1</inkml:trace>
  <inkml:trace contextRef="#ctx0" brushRef="#br0" timeOffset="152998.2">23998 13697 0,'0'0'0,"0"0"16,29-9 0,27-19-16,57-18 15,19-28 1,-10 9-16,-37 10 15,-10 0-15,-28 18 16,-19 9 0,-9 9-16,0 1 15,-10 9 1,0 0-16,-9 9 16,0 0-16,0 18 15,0 37 1,0 28-16,0 47 15,10-1 1,-10-18-16,0-1 16,9-17-1,-9-38-15,-9-18 16,9-37-16</inkml:trace>
  <inkml:trace contextRef="#ctx0" brushRef="#br0" timeOffset="153348.57">24356 13844 0,'0'0'0,"0"0"15,19-9-15,28-9 16,28-1 0,19-8-16,0 17 15,-28 10 1,-19 10-16,-9 8 15,-1 1-15,-9-1 16,1 0 0,-11-8-16,1-1 15,9-9 1,10-9-16,0-10 16,-1-8-1,1-10-15,-19 9 16,0 0-16,-10 1 15,-9-1 1,-9 9-16,-38-8 16,-29-1-1,76 28-15</inkml:trace>
  <inkml:trace contextRef="#ctx0" brushRef="#br0" timeOffset="153865.1">25438 13660 0,'0'0'15,"0"9"-15,0 10 16,0 8 0,0 10-16,0-9 15,0-10 1,0-8-16,0-10 15,0 0-15,0 0 16,18-19 0,11-9-16,8-9 15,10 1 1,-9 8-16,-10 9 16,0 10-16,-9 9 15,0 0 1,-10 9-16,1 1 15,-1 8 1,1-9-16,-10 1 16,0-10-16,9 0 15,0-10 1,20-8-16,8-19 16,1 0-1,0 0-15,-10 19 16,0-1-1,0 19-15,0 9 16,10 38-16,9 26 16,0 29-1,10-10-15,-57-92 16</inkml:trace>
  <inkml:trace contextRef="#ctx0" brushRef="#br0" timeOffset="154348.9">27225 12765 0,'0'0'16,"0"0"-16,0 18 15,0 37 1,0 47-16,0 55 15,-19 9 1,0 19-16,10-19 16,9-56-1,0-45-15,0-28 16,9-9-16,1-19 16,9 0-1,9-18-15,9-10 16,1-8-1,0-1-15,-10 10 16,-9 8-16,-10 1 16,10 9-1,0 9-15,18 10 16,10 9 0,10 8-16,-10-8 15,-9-9-15,-10-10 16,0 0-1,-9-9-15,0-9 16,-10-10 0,-9-45-16,0 64 15</inkml:trace>
  <inkml:trace contextRef="#ctx0" brushRef="#br0" timeOffset="154484.87">27150 13060 0,'0'0'0,"37"0"16,76 0-16,85 0 15,37-9 1</inkml:trace>
  <inkml:trace contextRef="#ctx0" brushRef="#br0" timeOffset="154748.04">29238 12949 0,'0'9'0,"-9"47"15,-10 73-15,-9 56 16,-10 27 0,-9-37-16,9-27 15,-9-47 1,47-101-16</inkml:trace>
  <inkml:trace contextRef="#ctx0" brushRef="#br0" timeOffset="155381.31">28674 13752 0,'0'0'0,"19"-9"15,46-10 1,48 1-16,38 0 16,9 27-1,-29 18-15,-36 10 16,-20 0-1,-9 9-15,-10-9 16,-9 0-16,10-9 16,-10-10-1,9 1-15,1-19 16,-10 0 0,-10-9-16,-9-1 15,-9-17-15,-19-10 16,-9-19-1,-38-8-15,-19-1 16,-9 19 0,9 18-16,19 10 15,19 0 1,9 8-16,9 1 16,10 9-16,57-9 15,93-10 1,29-8-16,-47-1 15,-29 0 1,-37 10-16,-19-1 16,-19 10-1,-9 0-15,-9 0 16,-10 9-16,0 0 16,9 27-1,10 66-15,0 45 16,-1 65-1,1-9-15,0 0 16,-19-28-16,0-55 16,-9-47-1,-1-36-15,10-28 16,-19-18 0,19 18-16</inkml:trace>
  <inkml:trace contextRef="#ctx0" brushRef="#br0" timeOffset="155564.63">30188 13521 0,'0'0'0,"0"0"16,19-9-16,28-9 15,28 9 1,38 9-16,0 18 16,-28 10-16,-29 18 15,-27 18 1,-48 29-16,-104 73 15,-18 18 1</inkml:trace>
  <inkml:trace contextRef="#ctx0" brushRef="#br0" timeOffset="156347.6">3547 13420 0,'0'0'0,"0"0"15</inkml:trace>
  <inkml:trace contextRef="#ctx0" brushRef="#br0" timeOffset="157614.68">6058 15810 0,'0'0'16,"0"0"-16,0 0 15,-9 0 1,-19 10-16,-10 17 15,-9 19 1,0 19-16,0 9 16,9 27-16,10 1 15,19-1 1,18-27-16,19-18 16,10-10-1,9-18-15,19-19 16,28-28-1,38-55-15,-19-18 16,-48 18-16,-8 0 16,-20 10-1,-18-1-15,-9 10 16,-10 9 0,-10 0-16,-9-1 15,1 11-15,-1 8 16,-9 0-1,-10 10-15,0 8 16,-9 10 0,-19 28-16,-9 18 15,75-46 1</inkml:trace>
  <inkml:trace contextRef="#ctx0" brushRef="#br0" timeOffset="158215.34">6980 16013 0,'0'0'16,"0"0"0,-9-9-16,9 9 15,-10 0-15,-8 0 16,-11 19-1,-8 8-15,-10 29 16,9 18 0,10-1-16,9 1 15,19-18-15,0-10 16,19-19 0,0 1-16,18-19 15,1-9 1,28-18-16,9-28 15,0-19 1,-9 1-16,-19-1 16,-9 0-1,-19 1-15,-10 8 16,-9 1-16,-9 9 16,-10 0-1,0 18-15,-9 10 16,-10 8-1,1 10-15,-10 28 16,0 18-16,47-46 16</inkml:trace>
  <inkml:trace contextRef="#ctx0" brushRef="#br0" timeOffset="158832.04">7648 15626 0,'0'0'0,"0"0"16,10-9-16,-1-10 16,10 10-16,9 0 15,-9 9 1,0 0-16,0 9 16,-10 19-1,-9 18-15,-9 18 16,-10 10-1,-10-18-15,11-10 16,-1-9 0,9-19-16,1-9 15,9 1-15,0-10 16,0 0 0,19 0-16,18 0 15,1 0 1,0 0-16,-10 0 15,0 9-15,-9 0 16,0 0 0,-10 10-16,-9 8 15,-9 10 1,-19 9-16,-19 10 16,-10-1-16,-9-9 15,10 0 1,-1-9-16,20-9 15,-1 0 1,10-10-16,28-18 16</inkml:trace>
  <inkml:trace contextRef="#ctx0" brushRef="#br0" timeOffset="159081.74">8485 16595 0,'0'0'0,"-9"9"15,-19 28-15,-47 55 16,-38 38-1,-38 54-15,1-27 16,-20 9 0</inkml:trace>
  <inkml:trace contextRef="#ctx0" brushRef="#br0" timeOffset="159882.25">9247 15995 0,'0'0'0,"0"0"16,0 0-1,0 0-15,0 0 16,0 0-16,0 0 16,0 9-1,-9 10-15,9 18 16,-9 27-1,9 19-15,0 19 16,0-10 0,0-27-16,0-1 15,0 1-15,0-28 16,9-9 0,-9-28-16</inkml:trace>
  <inkml:trace contextRef="#ctx0" brushRef="#br0" timeOffset="160494.37">9567 15847 0,'0'0'0,"0"0"16,0 0-1,0 0-15,10-9 16,9 0-16,9-10 16,9 1-1,10-1-15,-9 10 16,-10 9-1,-9 0-15,0 9 16,-10 10-16,1 18 16,-10 18-1,-10 1-15,-8 8 16,-1-8 0,0-19-16,9-10 15,1-8 1,9-10-16,9 0 15,10 0-15,10 1 16,18 8 0,0 0-16,-10 1 15,1 9 1,-10-1-16,0 19 16,-9 1-16,-9 8 15,-10 0 1,-10 1-1,-18-1-15,0-9 16,-1-9-16,-8-9 16,9-10-1,9-8-15,9-10 16,10 0-16</inkml:trace>
  <inkml:trace contextRef="#ctx0" brushRef="#br0" timeOffset="161020.91">10527 15995 0,'0'0'0,"0"0"15,0 0-15,0 0 16,0 18 0,-10 19-16,-8 28 15,-1 27 1,0 19-16,19-19 16,0-18-16,9-9 15,10-19 1,0-18-16,9-10 15,10-18 1,28-9-16,9-37 16,-9 0-1,-10-10-15,-18 1 16,-19 9-16,-10-1 16,-9-8-1,-9 0-15,-10 9 16,-9-1-1,-10 11-15,-9 8 16,0 9 0,0 10-16,0 9 15,9 9-15,10 10 16,9 18 0,19 18-16,0-55 15</inkml:trace>
  <inkml:trace contextRef="#ctx0" brushRef="#br0" timeOffset="161282.31">11703 16632 0,'0'0'0,"0"0"15,0 0 1,0 0-16,-10 18 16,-8 28-1,-29 38-15,-19 26 16,-28 29 0,18-29-16,20-36 15,56-74-15</inkml:trace>
  <inkml:trace contextRef="#ctx0" brushRef="#br0" timeOffset="161631.54">12126 15866 0,'0'0'15,"0"0"1,0 0-16,0 0 16,0 0-16,0 27 15,0 20 1,0 26-16,0 57 15,0 17 1,10-17-16,-1-20 16,0-17-1,10-29-15,0-27 16,9-18-16,-28-19 16</inkml:trace>
  <inkml:trace contextRef="#ctx0" brushRef="#br0" timeOffset="162051.18">12832 16069 0,'0'0'0,"0"0"15,0 0-15,0 0 16,0 0 0,0 0-16,-10 18 15,1 19 1,-10 28-16,0 36 15,10 10-15,9-9 16,0-19 0,9-28-16,1-27 15,-1-10 1,0-18-16,20-9 16,8-9-16,1-19 15,0-10 1,-10-17-16,-9-1 15,-1-9 1,-18 10-16,-9-10 16,-19 9-1,0 19-15,-1 19 16,-8 8-16,-1 10 16,0 18-1,1 10-15,-1 8 16,1 10-1,37-37-15</inkml:trace>
  <inkml:trace contextRef="#ctx0" brushRef="#br0" timeOffset="162536.12">13340 15617 0,'0'0'0,"0"0"15,0 0-15,0 0 16,0 0 0,0 0-16,0 27 15,-10 38 1,1 55-16,-10 28 16,0 36-16,0 1 15,10-19 1,9-28-16,9-27 15,10-46 1,0-19-16,9-19 16,10-17-1,0-10-15,9-10 16,-10-8-16,1-10 16,-10 10-1,-9-10-15,-10 1 16,1 8-1,-10 1-15,0 8 16,-10 1-16,-9 0 16,-9 0-1,-9 9-15,-1 9 16,-9 9 0,9 10-16,1 0 15,18-19 1,19-9-16</inkml:trace>
  <inkml:trace contextRef="#ctx0" brushRef="#br0" timeOffset="162764.66">14186 16724 0,'0'0'0,"0"0"16,0 0-16,0 0 15,0 19 1,0 18-16,-28 46 16,-57 83-1,-27 46-15,18-37 16,18-55-16,-8-27 16,84-93-1</inkml:trace>
  <inkml:trace contextRef="#ctx0" brushRef="#br0" timeOffset="163415.21">14798 15903 0,'0'0'15,"0"0"1,0 0-16,0 0 16,0 0-16,0 0 15,0 0 1,0 0-16,9 0 16,19-10-1,20 10-15,8 0 16,-9 0-1,-9 0-15,-10 10 16,-9 8-16,-1 10 16,-8 9-1,-10 18-15,-19 28 16,-28 28 0,-9-10-16,9-8 15,9-29-15,19-17 16,10-11-1,-1-8-15,10-9 16,10-10 0,18 0-16,28 0 15,20-18 1,18-9-16,19-10 16,-19-9-16,-10-9 15,-18-10 1,-66 56-16</inkml:trace>
  <inkml:trace contextRef="#ctx0" brushRef="#br0" timeOffset="163789.93">15447 15995 0,'0'0'0,"0"0"15,9 0-15,1-9 16,9 0-1,18-10-15,1 10 16,-1 0 0,1 9-16,0 9 15,-1 19-15,1 18 16,-19 18 0,-10 29-16,-28 8 15,-9-9-15,0-18 16,0 0-1,0-19-15,9-18 16,9-9 0,1-9-16,9-10 15,0 0 1,19 0-16,37-18 16,38-9-16,19-19 15,9-28 1,-122 65-16</inkml:trace>
  <inkml:trace contextRef="#ctx0" brushRef="#br0" timeOffset="164148.96">16350 15653 0,'0'0'16,"0"0"-16,0 0 15,0 0 1,0 0-16,0 0 16,0 28-1,-9 28-15,-20 54 16,1 10 0,0-9-16,9 0 15,10-28-15,9-28 16,9-9-1,10-9-15,9-18 16,19-1 0,19-9-16,0-18 15,0-9 1,0-10-16,-19-9 16,-19-9-16,-28 46 15</inkml:trace>
  <inkml:trace contextRef="#ctx0" brushRef="#br0" timeOffset="164332.13">16491 16069 0,'0'9'0,"0"0"15,0 1 1,0 8-16,10 10 16,8 27-1,1 37-15,0 19 16,0 18-1,0 37-15,-10-36 16,0-57-16,-9-73 16</inkml:trace>
  <inkml:trace contextRef="#ctx0" brushRef="#br0" timeOffset="164523.26">17310 16586 0,'0'0'0,"0"0"16,0 0 0,0 18-16,0 56 15,-19 55-15,-38 65 16,1-9 0,-1-38-16,57-147 15</inkml:trace>
  <inkml:trace contextRef="#ctx0" brushRef="#br0" timeOffset="165131.62">17724 15820 0,'0'0'0,"0"0"16,0 0-1,9-10-15,10 1 16,0 0-1,9-10-15,0 10 16,0 0 0,-9 0-16,0 9 15,-10 0-15,1 9 16,-10 9 0,0 19-16,-10 10 15,-9 8 1,10-18-16,0 0 15,9-19 1,0 1-16,0-10 16,18 9-16,20 1 15,19-1 1,-1 1-16,-9-1 16,-9 1-1,-10-1-15,-9 1 16,-10 17-1,-9 20-15,-19-1 16,-18 10-16,-10-10 16,0-9-1,9-18-15,10-19 16,9-9 0,19 0-16</inkml:trace>
  <inkml:trace contextRef="#ctx0" brushRef="#br0" timeOffset="165555.04">18222 15912 0,'0'0'15,"0"0"-15,0 0 16,0 0 0,0 0-16,10 0 15,-1 0 1,19 0-16,10-9 15,9-1 1,9 10-16,-9 0 16,-9 0-16,-10 10 15,-9-1 1,0 19-16,-10 18 16,-18 28-1,-19 27-15,-29 19 16,10-18-16,9-29 15,10-8 1,19-28-16,-1-9 16,20-10-1,9-9-15,18 1 16,29-10-16,9-10 16,10-8-1,0-1-15,-1-17 16,-18-20-1,-66 56-15</inkml:trace>
  <inkml:trace contextRef="#ctx0" brushRef="#br0" timeOffset="165781.69">19135 15617 0,'0'0'0,"0"0"15,0 0-15,0 9 16,9 18 0,10 38-16,0 64 15,0 28 1,-10 9-16,0-46 16,10-9-1,-19-111-15</inkml:trace>
  <inkml:trace contextRef="#ctx0" brushRef="#br0" timeOffset="166032.54">20264 16696 0,'0'0'0,"0"0"16,0 0 0,0 10-16,0 36 15,-29 65-15,-46 64 16,-38 28 0,-9-9-16,9-65 15,113-129 1</inkml:trace>
  <inkml:trace contextRef="#ctx0" brushRef="#br0" timeOffset="167454.84">20931 15820 0,'0'0'16,"0"-10"-16,0 1 16,0 0-1,0 0-15,0 9 16,0 0 0,0 0-16,0 0 15,-37 27 1,-29 47-16,-19 28 15,10-1 1,9 19-16,19-27 16,10-20-16,18-26 15,9-20 1,10 1-16,19-10 16,38 1-1,46-10-15,29-18 16,-1-19-16,-8 0 15,-10-8 1,-38-11-16,-75 47 16</inkml:trace>
  <inkml:trace contextRef="#ctx0" brushRef="#br0" timeOffset="167699.17">21044 16207 0,'0'0'0,"0"9"15,10 19-15,-1 37 16,10 36 0,-10 29-16,10 17 15,-9-8-15,-1-10 16,10-37-1,-10-46-15,-9-46 16</inkml:trace>
  <inkml:trace contextRef="#ctx0" brushRef="#br0" timeOffset="167914.75">21599 15958 0,'0'0'0,"0"0"16,10 19-1,-1 17-15,10 57 16,9 45-16,0 28 16,1 10-1,-1-56-15,-28-120 16</inkml:trace>
  <inkml:trace contextRef="#ctx0" brushRef="#br0" timeOffset="168452.65">22107 15838 0,'0'0'15,"0"0"-15,0 0 16,0 0 0,10-9-16,9 0 15,9-1 1,19-8-16,9 9 16,1-1-16,-10 10 15,-10 0 1,-8 10-16,-11-1 15,1 19 1,-9-1-16,-10 19 16,-10 1-1,-9-1-15,10-9 16,0-10-16,9-8 16,0-10-1,0 0-15,9 1 16,0-1-1,10 9-15,10 1 16,-1-1-16,0 1 16,-9 8-1,0 1-15,-10 9 16,-9 18 0,-9 10-16,-10-1 15,-19-8 1,1 8-16,-11-8 15,11-10-15,-10-9 16,47-37 0</inkml:trace>
  <inkml:trace contextRef="#ctx0" brushRef="#br0" timeOffset="168665.41">23321 16696 0,'0'0'16,"0"10"-16,-9 17 15,-10 38 1,-19 27-16,-9 19 16,-28-9-1,9-29-15,66-73 16</inkml:trace>
  <inkml:trace contextRef="#ctx0" brushRef="#br0" timeOffset="169083.29">23885 15367 0,'0'0'0,"0"0"15,0 0-15,0 0 16,0 10 0,0 27-16,-9 18 15,-19 28 1,-10 28-16,-18 9 15,9-19 1,0-8-16,9-20 16,10-26-1,18-20-15,1-8 16,9-1-16,9-9 16,20 10-1,27-10-15,38 0 16,0-18-1,-9-9-15,0-19 16,-10-19-16,-75 56 16</inkml:trace>
  <inkml:trace contextRef="#ctx0" brushRef="#br0" timeOffset="169301.54">23970 15995 0,'0'0'0,"0"9"16,0 0-16,9 19 15,1 28-15,-1 45 16,1 37 0,-10 29-16,0 17 15,-10-36 1,1-47-16,9-101 15</inkml:trace>
  <inkml:trace contextRef="#ctx0" brushRef="#br0" timeOffset="169665.39">24864 15635 0,'0'0'0,"0"0"16,0 0-16,-19 9 16,-19 10-1,-9 8-15,0 10 16,10 9-16,8 1 16,20-1-1,9 0-15,19 9 16,18 1-1,10-1-15,1-9 16,-1-9 0,-19 0-16,0 0 15,-9 18-15,-10 1 16,-18-1 0,-19-9-16,-10-9 15,-9-28 1,47-9-16</inkml:trace>
  <inkml:trace contextRef="#ctx0" brushRef="#br0" timeOffset="170181.98">24676 15783 0,'0'0'16,"9"0"-1,19-10-15,38-8 16,38-28-16,18-19 15,0-9 1,-37 10-16,-29 8 16,-9 20-1,-18 17-15,-11 1 16,-8 8 0,-1 1-16,1 0 15,-10 9-15,0 0 16,9 28-1,-9 36-15,-9 29 16,-1 36 0,1 18-16,9-17 15,9-29-15,10-18 16,9-9 0,19-9-16,19-19 15,19-19 1,-19-17-16,-19-10 15,-19-10 1,0 1-16,-18 0 16,-1 0-16,-9 0 15,-9-10 1,-20 1-16,-18-1 16,-9 1-1,-10 8-15,0 20 16,0-1-16,66-9 15</inkml:trace>
  <inkml:trace contextRef="#ctx0" brushRef="#br0" timeOffset="170365.69">26265 15958 0,'0'9'0,"10"1"16,-1 8-1,-9 28-15,-19 46 16,-28 75 0,-37 36-16,-10 64 15,-19 10 1,28-65-16</inkml:trace>
  <inkml:trace contextRef="#ctx0" brushRef="#br0" timeOffset="170915.3">26943 14906 0,'0'0'15,"-10"9"-15,-8 19 16,-11 27-16,-18 37 16,0 19-1,-9 46-15,9-18 16,9-10-1,10-18-15,9-19 16,19-37 0,10-9-16,8-18 15,29 0 1,10-19-16,9-9 16,0-9-16,-10-10 15,-18 1 1,-20 9-16,1-10 15,-9 10-15,-10 0 16,-10-10 0,-18 1-16,-10 9 15,-27 9 1,-11 9-16,10 0 16,19-9-1,19 0-15,28 0 16</inkml:trace>
  <inkml:trace contextRef="#ctx0" brushRef="#br0" timeOffset="171331.89">27046 15275 0,'0'0'15,"0"0"-15,0 0 16,0 0-1,10 0-15,9 0 16,18 0 0,10 9-16,19 1 15,-10-1-15,10 9 16,-19 10 0,-9 0-16,-10 9 15,-9 18 1,-19 0-16,-19 10 15,-9 9 1,-19 9-16,9-9 16,10-28-16,9-9 15,0-10 1,10-17-16,9-1 16,0-9-1,9 0-15,29-9 16,47-10-16,18-27 15,20-28 1,-20-18-16,-103 92 16</inkml:trace>
  <inkml:trace contextRef="#ctx0" brushRef="#br0" timeOffset="171815.65">27940 15109 0,'0'0'15,"0"0"-15,0 0 16,0 0 0,0 0-16,0 0 15,0 0 1,0 0-16,0 0 16,9 0-16,1 0 15,-1 9 1,1 0-16,8 1 15,-8 8 1,-1 10-16,1-1 16,-10 10-16,0 10 15,0-1 1,-10 0-16,1-9 16,9 0-1,0 0-15,9-10 16,10 10-16,0-9 15,9 0 1,19 8-16,-9-8 16,-1 0-1,-8 0-15,-11-1 16,-8 10 0,-20 19-16,-8 8 15,-20 1-15,-18-1 16,-1-8-1,10-19-15,47-37 16</inkml:trace>
  <inkml:trace contextRef="#ctx0" brushRef="#br0" timeOffset="172014.87">28871 16143 0,'0'0'15,"10"9"-15,-10 9 16,0 28 0,-10 28-16,-27 28 15,-39 46 1,-18-1-16,0-18 16,94-129-1</inkml:trace>
  <inkml:trace contextRef="#ctx0" brushRef="#br0" timeOffset="172681.42">30075 15183 0,'0'0'0,"0"0"16,0 0-16,0 0 15,0 0 1,-9 0-16,-10 0 15,-18 0-15,-39 0 16,-8 9 0,-1 0-16,0 19 15,10 0 1,9 9-16,19 9 16,0 0-1,19-9-15,19-10 16,9 1-16,9-9 15,19-1 1,10 1-16,9-10 16,0-9-1,0 0-15,-9-9 16,-1-10-16,1 1 16,-10 8-1,-9 1-15,0 0 16,-1 0-1,1-1-15,0 1 16,0 9 0,0 9-16,9 19 15,0 18-15,0 37 16,-9 47 0,-9 8-16,-20-9 15,1-9 1,-1-37-16,10-46 15,0-37-15</inkml:trace>
  <inkml:trace contextRef="#ctx0" brushRef="#br0" timeOffset="173165.11">30264 15312 0,'0'0'0,"9"-9"15,0 0-15,10-10 16,19 1-16,0-1 16,9 1-1,0 8-15,0 1 16,0 9-1,-10 0-15,1 9 16,-10 1 0,-9 8-16,-10 10 15,1 18-15,-20 19 16,1 8 0,-10-8-16,0-10 15,1-8 1,-1-11-16,0 1 15,9-18 1,1-1-16,9-8 16,0-1-16,0-9 15,19 9 1,19 0-16,27 0 16,39-9-1,9-27-15,0-19 16,-113 46-16</inkml:trace>
  <inkml:trace contextRef="#ctx0" brushRef="#br0" timeOffset="173781.9">31251 14740 0,'0'0'15,"0"0"-15,0 0 16,0 0 0,0 0-16,0 0 15,10 0 1,18 9-16,10 9 15,18 1-15,-9-1 16,-9 10 0,-1 0-16,-8-1 15,-1 10 1,-9 0-16,-10 0 16,-9 9-1,-9 10-15,-20-1 16,1-9-16,-9 10 15,-1-10 1,10-19-16,9 1 16,10-9-1,-1-10-15,10 0 16,0-9-16,19 9 16,28 10-1,66 27-15,9 0 16,-9 0-1,-19 0-15,-28-9 16,-19 0-16,-19 9 16,-18 0-1,-29 28-15,-38 9 16,-65 19 0,-113 18-16,-113 0 15,141-46 1</inkml:trace>
  <inkml:trace contextRef="#ctx0" brushRef="#br0" timeOffset="176388.77">15221 18127 0,'10'0'0,"37"9"15,28 0-15,19 1 16,19-1 0,19 0-16,-1 0 15,10 1 1,0-1-16,10 0 16,9 10-16,-19-1 15,10-9 1,18 0-16,10-9 15,9 0 1,19 0-16,-10 0 16,38-9-16,-9 0 15,28-19 1,-28 10-16,56-10 16,-9 0-1,0 1-15,56-19 16,-37-10-1,9 1-15,28-10 16,-47 10-16,19 9 16,29 9-1,-1 9-15,0 10 16,0-1 0,29 1-16,-38-1 15,9 10 1,-9 0-16,-47 0 15,-19-10-15,-38 1 16,-28-10 0,-37-9-16,-38-9 15,-29 0 1,-27 0-16,-29 9 16,-28 37-16</inkml:trace>
  <inkml:trace contextRef="#ctx0" brushRef="#br0" timeOffset="176864.96">24591 17139 0,'0'0'0,"0"0"15,9 10-15,1-1 16,18 9-16,28 19 16,20 9-1,-1-9-15,0 10 16,0-11 0,10 1-16,-19 0 15,-19-18-15,-9-1 16,-10 1-1,-9-10-15,-10 0 16,1 0 0,-10 10-16,-19 8 15,-19 20 1,-18-1-16,-29 0 16,-9-9-16,0-9 15,9-10 1,29 0-16,9-8 15,9-1 1,0-9-16,10 0 16,0 0-1,0-9-15,28 9 16</inkml:trace>
  <inkml:trace contextRef="#ctx0" brushRef="#br0" timeOffset="179314.92">9238 17001 0,'0'0'16,"0"0"-16,0 0 16,0 0-1,0 0-15,0 0 16,0 0-16,0 0 16,9 9-1,10 0-15,0 19 16,9 9-1,1 0-15,8 0 16,1 0 0,-1-9-16,1-1 15,-10-8-15,10-1 16,-10-9 0,10 1-16,9-10 15,9-19 1,20-9-16,-20 1 15,10-1 1,-10 0-16,-18 10 16,0 9-16,-10-1 15,0 10 1,0 10-16,0-1 16,1 9-1,-1 1-15,9-1 16,1 10-16,-10-10 15,10 1 1,-10-1-16,10-8 16,-1-10-1,1-10-15,9-8 16,0-1 0,0-8-16,0-1 15,0 0-15,-9 10 16,0-1-1,-1 1-15,1 0 16,-10 8 0,10 1-16,-1 0 15,1 9-15,0 9 16,9 10 0,0 8-16,9 19 15,-9 1 1,-9-11-16,-1 1 15,1-9 1,0 0-16,-1-19 16,1 0-16,18-9 15,1-9 1,-10 0-16,9-10 16,1 1-1,-10-1-15,0 1 16,-10 9-16,10-10 15,10 10 1,-1 9-16,1 0 16,-1 0-1,-9 9-15,-9 0 16,9 1-16,0 8 16,0 1-1,-9-1-15,-1-9 16,1 10-1,-1-10-15,-8 0 16,8-9 0,1 0-16,0-9 15,-1 0-15,1 0 16,-10-1 0,10 1-16,-1 0 15,1 0 1,18 9-16,1 0 15,9 9 1,-10 0-16,1 0 16,8 1-16,-8-1 15,-10 0 1,9 0-16,-18-9 16,0 0-1,-10 0-15,-9 0 16,9 0-1,-9-9-15,-19 9 16</inkml:trace>
  <inkml:trace contextRef="#ctx0" brushRef="#br0" timeOffset="181982.36">9163 17038 0,'0'0'0,"0"0"16,0 0-1,0 0-15,0 0 16,0 0-1,0 0-15,0 0 16,0 0 0,0 0-16,0 9 15,9 10-15,10 8 16,0 10 0,9 9-16,10 10 15,-1-10 1,1-9-16,0-9 15,9-10 1,-10-9-16,10-9 16,0-18-16,10-10 15,-1-9 1,1 0-16,9 0 16,-10 0-1,0 10-15,-9 8 16,0 10-1,-9 0-15,19 9 16,-1 18-16,0 10 16,10 18-1,-9 0-15,-10-9 16,-10-9 0,-8-10-16,-1 1 15,0-10-15,0 0 16,1-9-1,8 0-15,1-9 16,-1 0 0,10 0-16,0-1 15,1 1 1,-1 0-16,0 9 16,18 0-16,11 9 15,18 0 1,0-9-16,-19 10 15,10-10 1,9 0-16,-9 0 16,-1 9-16,-9-9 15,10 9 1,0 0-16,-10 0 16,10 10-1,-1-1-15,1 10 16,-10-10-16,1 10 15,-1-9 1,-9-1-16,-10-18 16,1 0-1,8-9-15,1 0 16,0-1 0,-9 1-16,-1-9 15,-9 8-15,0-8 16,-9 9-1,-10 0-15,0-1 16,0 1 0,1 0-16,-1-10 15,-28 19-15</inkml:trace>
  <inkml:trace contextRef="#ctx0" brushRef="#br0" timeOffset="188765.37">11731 10005 0,'0'0'0,"0"0"0,0 0 15,0 0 1,0 0-16,0 0 16,0 0-16,9 9 15,1 10 1,-1-1-16,10 1 16,0-1-1,0 10-15,-10 9 16,1 0-1,-10 18-15,0 10 16,-10 18-16,-18 27 16,-10-17-1,10-1-15,0-9 16,9-9 0,0-10-16,10-8 15,9-10-15,0 0 16,0-9-1,9-9-15,1-10 16,8 10 0,1-10-16,0-8 15,0 8 1,9 0-16,0-8 16,-9-1-16,0 0 15,0 0 1,-10 10-16,1-1 15,-1 10 1,-9 9-16,0 9 16,-9 0-16,-1 0 15,1-9 1,-1 0-16,1 0 16,9-9-1,0 0-15,0-1 16,0 1-1,9 0-15,1-1 16,-1 10-16,1 0 16,-1-9-1,0-1-15,1 1 16,-1 9 0,1 0-16,-1 0 15,0-9-15,1-1 16,-1 1-1,1 0-15,-10-1 16,9 1 0,-9 0-16,0 9 15,-9 9 1,-10 28-16,-38 92 16,-27 46-16</inkml:trace>
  <inkml:trace contextRef="#ctx0" brushRef="#br0" timeOffset="192135.53">6679 10476 0,'0'0'0,"0"0"0,0 0 16,0 0 0,0 0-16,0 0 15,0 9 1,-9 9-16,9 19 15,9 19-15,1 8 16,8 10 0,1-9-16,0-1 15,0-18 1,-10-9-16,1-18 16,-10-19-16</inkml:trace>
  <inkml:trace contextRef="#ctx0" brushRef="#br0" timeOffset="192398.76">6247 10669 0,'0'0'15,"0"0"-15,0-9 16,18-28-1,20-9-15,18-9 16,1-1-16,-1 10 16,1 0-1,-1 18-15,1 1 16,-10 8 0,-19 10-16,-28 9 15</inkml:trace>
  <inkml:trace contextRef="#ctx0" brushRef="#br0" timeOffset="192632.29">6764 10993 0,'0'9'0,"-9"18"16,-1 10 0,1 0-16,9 0 15,9-9 1,1-10-16,18-8 15,19-20 1,28-36-16,29-28 16,-10-9-16,-19-9 15,-9 0 1,-19 18-16,-47 74 16</inkml:trace>
  <inkml:trace contextRef="#ctx0" brushRef="#br0" timeOffset="192986.59">7310 9996 0,'0'0'15,"0"0"-15,0 0 16,0 0 0,0 0-16,-10 18 15,1 10-15,-10 27 16,0 1-1,0-1-15,10-9 16,9-9 0,9-9-16,10-1 15,19 1 1,-1-9-16,10-1 16,0 1-16,-9-1 15,0 10 1,-10 9-16,-9 18 15,-19 10 1,-19 8-16,0 10 16,-9-9-1,-29 9-15,57-83 16</inkml:trace>
  <inkml:trace contextRef="#ctx0" brushRef="#br0" timeOffset="194765.87">7046 11639 0,'0'0'0,"0"0"16,0 0-16,0 0 16,0 0-1,0 0-15,0 0 16,0 0-16,0 0 15,0 0 1,0 0-16,0 0 16,0 0-1,0 0-15,0 0 16,0 0-16,0 0 16,0 0-1,0 0-15,0 0 16,-9 0-1,-10 9-15,0 0 16,0 0 0,0 1-16,1-1 15,-1 0-15,0 0 16,0 0 0,0 10-16,-9-1 15,9 1 1,1-1-16,8 1 15,10-1-15,0 1 16,10-1 0,18-9-16,9 1 15,10-1 1,10 0-16,-19 0 16,-1 0-1,-9 10-15,-18-1 16,-1 10-16,-9 9 15,-9 9 1,-10 10-16,-9-1 16,-10 0-1,0-9-15,10-18 16,9-19 0,1 1-16,18-10 15</inkml:trace>
  <inkml:trace contextRef="#ctx0" brushRef="#br0" timeOffset="194953.87">7385 11482 0,'0'0'15,"0"0"-15,0 0 16,0 0 0</inkml:trace>
  <inkml:trace contextRef="#ctx0" brushRef="#br0" timeOffset="195370.74">7338 11454 0,'0'0'16,"0"0"-16,0 0 15,0 0 1,0 0-16,0 0 15,9 9 1,1 0-16,-1 1 16,0-1-1,1 9-15,-10 1 16,0-1 0,0 10-16,-10 9 15,1 0-15,0 0 16,-10 9-1,0 0-15,10-9 16,-1 0 0,10-9-16,10-1 15,8-8-15,11-1 16,8 1 0,20-1-16,-1-9 15,-9 10 1,-9-1-16,-10 1 15,-9 8 1,-19 10-16,-19 19 16,-19 27-16,-18 9 15,-19 0 1,75-92-16</inkml:trace>
  <inkml:trace contextRef="#ctx0" brushRef="#br0" timeOffset="197324.24">6181 10079 0,'0'0'0,"0"9"16,0 19 0,9 18-16,0 28 15,1 36 1,-1 20-16,10 17 16,0 10-1,9 9-15,10 10 16,-1-1-1,1-9-15,0-9 16,-1-9-16,1-10 16,-10-27-1,0-9-15,-9-19 16,0-19 0,-10-8-16,1-19 15,-1-1-15,-9-17 16,0-10-1,0 0-15,0-9 16,0 0 0</inkml:trace>
  <inkml:trace contextRef="#ctx0" brushRef="#br0" timeOffset="198199.53">6105 10393 0,'0'0'0,"-9"-10"16,0-8-16,9-10 15,0 1 1,9-1-16,10-9 16,18-18-1,20-10-15,37-18 16,19-9-16,9-10 16,29-9-1,-29 19-15,-9 18 16,-10 10-1,-9 8-15,-18 10 16,-20 18 0,1 10-16,-20 9 15,1 9-15,-10 9 16,-9 9 0,0 1-16,-1 8 15,1 20 1,0 8-16,0 10 15,0 18 1,0 9-16,-1-18 16,1 18-16,0 19 15,-10 0 1,10-1-16,-9 1 16,8 18-1,1-9-15,9-9 16,1 9-16,-1 9 15,0-9 1,-9 9-16,-10 1 16,1-10-1,-10-10-15,-10 1 16,1 0 0,-10-19-16,0-9 15,1-9-15,-11-9 16,1-1-1,-10-8-15,1-1 16,-1-18 0,1 0-16,-10 9 15,-10-9-15,1 0 16,-10 0 0,0-9-16,19-10 15,9 0 1,-9 1-16,10-10 15,8 0 1,29-9-16</inkml:trace>
  <inkml:trace contextRef="#ctx0" brushRef="#br0" timeOffset="198753.94">6820 12894 0,'0'0'0,"0"0"15,0 0-15,0-9 16,-9-1 0,9 10-16,0 0 15,0 0 1,0 0-16,-9 19 15,9 18-15,0 9 16,9 18 0,0 1-16,10 9 15,9-19 1,1-9-16,8-9 16,10-9-1,19-9-15,28-19 16,10-19-16,-20-9 15,1 1 1,-10-10-16,1 9 16,-11 0-1,-8 1-15,-10-1 16,-9-9-16,-38 37 16</inkml:trace>
  <inkml:trace contextRef="#ctx0" brushRef="#br0" timeOffset="199215.65">7545 12848 0,'0'0'0,"0"0"15,0 0-15,0 0 16,9 0 0,10 0-16,0 9 15,9 0 1,0 0-16,0 10 16,1-10-1,-1 10-15,0-1 16,0 0-16,-9 1 15,0-1 1,-10 1-16,1-1 16,-10 10-1,0 0-15,-10 9 16,-8-1-16,-1 11 16,-9-1-1,-10 0-15,10-9 16,-1 0-1,-8 0-15,9-10 16,-1 1 0,29-28-16</inkml:trace>
  <inkml:trace contextRef="#ctx0" brushRef="#br0" timeOffset="205715.42">9426 16983 0,'0'0'0,"0"0"0,-9 0 15,-10 9 1,0 0-16,0 9 16,1 10-1,-1 18-15,19 10 16,0-1-1,9-18-15,10 0 16,0-9-16,9-1 16,0-8-1,10-10-15,9-9 16,9-18 0,1-10-16,9-9 15,9-18 1,0 8-16,-9 1 15,-10 0-15,1 18 16,-10 10 0,0-1-16,0 10 15,-9 9 1,-1 9-16,10 10 16,0 9-1,0 18-15,0 9 16,-9-9-16,-10-9 15,0-9 1,10-10-16,0-8 16,9-10-1,9-10-15,10-8 16,-9-19-16,-1 0 16,-9 9-1,-9 1-15,-10 8 16,0 10-1,-9 0-15,9 9 16,0 18-16,10 10 16,18 27-1,-9 10-15,10 9 16,-10-10 0,9 1-16,1-10 15,-1-18 1,20-18-16,-1-10 15,-9-18-15,-1-10 16,1 1 0,-9-10-16,-1 0 15,1 10 1,-10-1-16,0 10 16,0 9-16,0 9 15,0 1 1,9 17-16,1 20 15,-1 8 1,10 10-16,-10-10 16,-8-9-1,-1-18-15,0-10 16,0-9-16,0-9 16,9-9-1,1-9-15,-1-1 16,-9-8-1,0 8-15,-9 1 16,-1 8 0,-8 1-16,8 9 15,-9 0-15,10 9 16,0 10 0,-1-1-16,1 10 15,-10-9 1,0-1-16,-9-9 15,0 0-15,0-9 16,0 0 0,9 0-16,0-9 15,0 0 1,1-9-16,-1-1 16,0 1-16,-9-1 15,0 1 1,-1 8-16,-8 1 15,-1 0 1,1 0-16,-1 9 16,-9 0-1</inkml:trace>
  <inkml:trace contextRef="#ctx0" brushRef="#br0" timeOffset="206832.7">9464 17130 0,'0'0'0,"0"0"16,0 0-1,0 0-15,0 0 16,9 0 0,19 9-16,20 19 15,8 9 1,19 0-16,0-9 15,1-1-15,-1-17 16,0-20 0,10-8-16,0-19 15,-10 0-15,0 9 16,-9-9 0,-19 10-16,0 8 15,-9 10 1,9 9-16,9 0 15,10 19 1,9 17-16,1 20 16,-11 8-16,-8 1 15,-1 0 1,1-10-16,-10-9 16,9-18-1,1-10-15,-1-8 16,-9-10-1,10-10-15,8-8 16,-8-10-16,9 0 16,0 10-1,9-10-15,-9 10 16,0 9 0,9 18-16,19 9 15,-9 10-15,9 18 16,-19 0-1,0 10-15,0-1 16,1-9 0,-20-18-16,1-10 15,-1-18 1,10-9-16,0-9 16,9-19-16,0-9 15,10 9 1,-10 0-16,-9 9 15,-10 0 1,1 10-16,-57 18 16</inkml:trace>
  <inkml:trace contextRef="#ctx0" brushRef="#br0" timeOffset="209169.08">9050 15044 0,'0'0'16,"0"0"-16,0 0 15,0 0 1,0 19-16,0 8 15,0 1 1,0 18-16,0 10 16,9 18-1,-9 18-15,10-9 16,-10-9-16,9-10 16,-9-8-1,0-19-15,0-10 16,0-27-1</inkml:trace>
  <inkml:trace contextRef="#ctx0" brushRef="#br0" timeOffset="209566.02">8749 15487 0,'0'0'0,"0"0"15,0 0 1,0 0-16,0 0 16,0 0-1,9 10-15,10 8 16,0 10-16,9-1 15,10-8 1,-1-1-16,1 1 16,-10-10-1,0 0-15,1 0 16,-1-9-16,-9 0 16,9-9-1,0 0-15,19-19 16,19-18-1,9-9-15,-75 55 16</inkml:trace>
  <inkml:trace contextRef="#ctx0" brushRef="#br0" timeOffset="210365.53">12107 15109 0,'0'0'16,"0"0"-16,0 0 15,0 0-15,0 0 16,0 0 0,0 0-16,0 0 15,0 0 1,0 9-16,0 19 16,0 9-1,0 9-15,0 9 16,10 1-1,-1-1-15,1-9 16,-1-18-16,-9-10 16,0 1-1,0-10-15,0-9 16</inkml:trace>
  <inkml:trace contextRef="#ctx0" brushRef="#br0" timeOffset="210718.36">11957 15478 0,'0'0'15,"0"0"-15,0 0 16,0 0 0,0 0-16,9 9 15,1 1 1,8 8-16,1 10 15,0-1 1,0 10-16,-10-9 16,10 0-16,-9-10 15,-1 1 1,0-10-16,1 0 16,-10-9-1,9 0-15,10-9 16,9-19-16,19-36 15,10-19 1,-1-10-16,1-27 16,-57 120-1</inkml:trace>
  <inkml:trace contextRef="#ctx0" brushRef="#br0" timeOffset="-207030.49">9530 17306 0,'0'0'0,"0"0"0,0 0 16,0 0-1,0 0-15,0 0 16,0 0 0,0 0-16,0 0 15,0 0-15,0 0 16,0 0-1,9 0-15,1 0 16,8 0 0,1 0-16,0 0 15,9 0 1,0 0-16,10 0 16,9 0-16,10 0 15,-1 0 1,0-10-16,-9 10 15,0-9 1,1 0-16,8 0 16,0-10-16,1 1 15,-10 9 1,-9-1-16,-1 1 16,1 9-1,-1 0-15,1 0 16,0 9-1,-1 1-15,-8-1 16,8 9-16,-9 1 16,10-1-1,0 1-15,-10-10 16,9 0 0,1 0-16,0-9 15,-1 0 1,1 0-16,0-9 15,-1 0-15,1 0 16,0-1 0,-1 1-16,10 0 15,0 9 1,0 0-16,0 9 16,0 10-16,-9-1 15,9 10 1,0-1-16,0 1 15,0 0 1,0-10-16,0 1 16,-9-10-1,-1-9-15,10 0 16,1 0-16,-11 0 16,10 0-1,0 0-15,10 9 16,9 10-1,-10 8-15,0 1 16,-9 0-16,-9-1 16,0-8-1,-1-1-15,1-8 16,0-10 0,-10 0-16,9-10 15,1 1 1,-10 0-16,10 0 15,0-1-15,-1 1 16,1 0 0,-38 9-16</inkml:trace>
  <inkml:trace contextRef="#ctx0" brushRef="#br0" timeOffset="-203146.64">6228 9747 0,'0'0'0,"0"0"16,0 0-16,0 0 15,-10 9 1,1 18-16,-1 10 16,1 19-1,-10 18-15,0 18 16,10 28 0,9 9-16,0 19 15,19 9-15,0 0 16,9 9-1,10-19-15,-1 1 16,1-10 0,-10-8-16,0-10 15,0-19 1,-9 10-16,-9 0 16,8-19-16,-8 0 15,-10 1 1,9-10-16,1-19 15,-10-18 1,9-9-16,-9-18 16,0-10-16,0-9 15</inkml:trace>
  <inkml:trace contextRef="#ctx0" brushRef="#br0" timeOffset="-201796.9">6049 10051 0,'0'0'0,"9"-9"16,1-10-16,9-8 15,18-1 1,10-9-16,19-9 15,9 0 1,1 0-16,18-10 16,9-8-16,10 8 15,-28 10 1,-1 0-16,-8 0 16,-10 9-1,-1 0-15,-8 0 16,-1 9-16,-18 10 15,-10 9 1,-9-1-16,0 10 16,0 0-1,-1 0-15,-8 10 16,9-1 0,-1 9-16,1 19 15,0 0-15,0 19 16,0 8-1,-1 10-15,11 0 16,-10 9 0,-1 0-16,11 9 15,-11 1-15,1 17 16,0-17 0,0 8-16,0 10 15,-1 0 1,1-10-16,0-8 15,0-1 1,0 9-16,0-18 16,9 10-16,-9-19 15,-1 9 1,1 0-16,0 0 16,0 0-1,9-9-15,0 0 16,0-1-16,1 1 15,-10-18 1,9-1-16,-9-9 16,-1-9-1,-8 0-15,-1 0 16,1-9 0,-1-1-16,0 1 15,-9 0-15,0-10 16,0 1-1,0-1-15,0-9 16,0 10 0,-9-1-16,-10 1 15,0 8 1,-18 10-16,-10 0 16,0-9-16,-10 9 15,1 0 1,-19-10-16,-1 1 15,20-10 1,-10 1-16,0-1 16,0-8-16,0-1 15,10 0 1,9 0-16,9 1 16,10-1-1,0-9-15,0 0 16,9 0-16,9 0 15,1 0 1,0 0-16,-1 0 16,1 0-1,-1 0-15,1 0 16,0 0 0,-1 0-16,1-9 15,-1-1-15,-8-8 16,-11-28-1,-8-28-15,-20-46 16,57 120 0</inkml:trace>
  <inkml:trace contextRef="#ctx0" brushRef="#br0" timeOffset="-197196.95">11430 10771 0,'0'0'0,"0"0"0,0 0 16,0 0-16,9-9 16,-9 9-1,19-9-15,0 9 16,9 0-1,0 0-15,1 9 16,8 0-16,-8 9 16,-1 10-1,-9 9-15,-1 18 16,-8 19 0,-10 0-16,-10 0 15,1 0 1,-10 18-16,0-9 15,10-9-15,9-9 16,0-10 0,9-9-16,1-9 15,9 0 1,9-9-16,0-10 16,10 1-16,-10-1 15,0 0 1,0 1-16,-9-1 15,0 1 1,0-1-16,-10 10 16,1 9-1,-1 9-15,-9 9 16,-9 10-16,9 0 16,0-1-1,0 1-15,0-10 16,0 1-1,0-10-15,0-9 16,0 0-16,0-10 16,0 1-1,0 0-15,0-10 16,0 10 0,-10 9-16,1 0 15,-19 18 1,-19 37-16,47-92 15</inkml:trace>
  <inkml:trace contextRef="#ctx0" brushRef="#br0" timeOffset="-63507.38">1355 12894 0,'0'9'0,"0"56"16,0 45-16,9-27 15,-9 19 1,0 0-16,0-10 16,9-9-1,1-9-15,9-10 16,-19 1-1,9 0-15,1-1 16,-10-18-16,9-9 16,10 0-1,-19 0-15,0-18 16,0-10 0,0 0-16,0-9 15,0 0-15,0 0 16,0 0-1,-19-9-15,10-19 16,-10-27 0,0-38-16,9-27 15,-8-27 1,-1-10-16,19-19 16,0-8-16,0-28 15,0-10 1,0-18-16,0 0 15,0 19 1,19-19-16,-19 0 16,9 0-16,0 18 15,20-18 1,-20 0-16,1 37 16,-1 0-1,-9 19-15,0 17 16,0 29-1,0-19-15,0 37 16,0 19-16,0-1 16,-9 28-1,9 0-15,0 74 16</inkml:trace>
  <inkml:trace contextRef="#ctx0" brushRef="#br0" timeOffset="-33010.36">13123 1929 0,'0'0'0,"0"0"16,29-9-16,55-47 16,57-45-1,-9-10-15,-47 28 16,-19 18-1,-19 10-15,-10 9 16,-27 9-16,-10 9 16,0 19-1,-10-9-15,-18 8 16,-38 20 0,-19 17-16,-9 29 15,10 8 1,8 29-16,20 8 15,18 28-15,29-18 16,18-9 0,20-19-16,18-19 15,47-8-15,47-38 16,56-64 0,10-28-16,-66-18 15,-9-19 1,-38 10-16,-28 8 15,-19 19 1,-28 1-16,-19 17 16,-19 10-16,0 9 15,1 19 1,-1 8-16,-10 10 16,1 19-1,0 36-15,0 56 16,9 55-1,19 28-15,9 9 16,1-18-16,-10-28 16,0-56-1,0-101-15</inkml:trace>
  <inkml:trace contextRef="#ctx0" brushRef="#br0" timeOffset="-32810.15">13650 2566 0,'0'0'15,"0"0"-15,10 0 16,18 0 0,56 0-16,86-9 15,84-38 1,47-17-16,-75 8 15</inkml:trace>
  <inkml:trace contextRef="#ctx0" brushRef="#br0" timeOffset="-32392.87">16341 1523 0,'0'0'0,"-10"18"15,10 38 1,0 45-16,0 10 15,10-19 1,-1 10-16,10-38 16,-19-64-16</inkml:trace>
  <inkml:trace contextRef="#ctx0" brushRef="#br0" timeOffset="-32024.47">16661 1569 0,'0'0'15,"0"0"-15,0 0 16,18-18-16,20-10 16,18-9-1,10 9-15,10 10 16,-1 27-1,-9 19-15,-19 18 16,-10 46 0,-27 19-16,-10 0 15,-19-10-15,-9-18 16,-1-9 0,11-28-16,8-18 15,10 0 1,10-10-16,8-9 15,29-9 1,48-27-16,64-29 16,11-54-16,27-10 15</inkml:trace>
  <inkml:trace contextRef="#ctx0" brushRef="#br0" timeOffset="-31844.3">17987 1191 0,'0'0'0,"0"0"15,0 27-15,0 47 16,0 37-16,19 37 16,0-1-1,-19-147-15</inkml:trace>
  <inkml:trace contextRef="#ctx0" brushRef="#br0" timeOffset="-31627.54">18758 2095 0,'0'0'0,"0"0"15,0 9-15,0 38 16,0 26 0,-9 57-16,-10 8 15,-9 0 1,28-138-16</inkml:trace>
  <inkml:trace contextRef="#ctx0" brushRef="#br0" timeOffset="-31343.89">20028 1163 0,'0'0'16,"0"0"-16,10 37 16,-1 74-1,10 36-15,-10 66 16,10-10 0,9-10-16,10-54 15,-38-139 1</inkml:trace>
  <inkml:trace contextRef="#ctx0" brushRef="#br0" timeOffset="-31109.36">20734 1034 0,'0'0'16,"0"0"-16,0 18 16,0 28-16,0 74 15,0 28 1,9 18-16,1-9 16,-1 65-1</inkml:trace>
  <inkml:trace contextRef="#ctx0" brushRef="#br0" timeOffset="-30861.24">21214 1015 0,'0'0'0,"0"0"16,9 19 0,1 64-16,8 64 15,11 20 1,18 26-16,0 29 16</inkml:trace>
  <inkml:trace contextRef="#ctx0" brushRef="#br0" timeOffset="-30593.43">22230 1911 0,'0'0'0,"0"0"16,0 18-1,0 37-15,-29 65 16,-36 28 0,-29 83-16,-10-28 15,-9 0-15</inkml:trace>
  <inkml:trace contextRef="#ctx0" brushRef="#br0" timeOffset="-30043.36">22982 1200 0,'0'0'16,"0"18"-16,-9 56 15,9 46 1,9 46-16,10 0 15,19-9-15,9 65 16</inkml:trace>
  <inkml:trace contextRef="#ctx0" brushRef="#br0" timeOffset="-29627.27">23810 1089 0,'0'0'0,"0"0"16,0 0-16,-9 28 16,-10 46-1,-9 27-15,9 10 16,9 18-1,20-27-15,18-29 16,19-17-16,10-28 16,55-19-1,11-37-15,-29-18 16,-19 0 0,-18-10-16,-20-8 15,-18-1 1,-19-9-16,-9 10 15,-10 8-15,-19 10 16,1 19 0,-11-1-16,11 19 15,-10-1 1,47 10-16</inkml:trace>
  <inkml:trace contextRef="#ctx0" brushRef="#br0" timeOffset="-29427.21">24892 748 0,'0'0'0,"-9"55"16,-10 65-1,0 55-15,19 56 16,0-9-1,28-56-15,0 64 16</inkml:trace>
  <inkml:trace contextRef="#ctx0" brushRef="#br0" timeOffset="-29210.35">25889 1486 0,'0'0'16,"0"0"-16,0 0 15,0 18 1,-9 38-16,-19 73 16,-19 37-1,9 0-15,-9 65 16</inkml:trace>
  <inkml:trace contextRef="#ctx0" brushRef="#br0" timeOffset="-28742.99">26896 1080 0,'0'0'0,"0"9"15,0 19 1,-10 46-16,1 36 16,9 1-1,0 0-15,9-10 16,1-36-16,-10-65 16</inkml:trace>
  <inkml:trace contextRef="#ctx0" brushRef="#br0" timeOffset="-28071.21">27639 886 0,'0'0'15,"0"0"-15,0 0 16,0 0 0,0 0-16,0 0 15,0 0-15,19 9 16,18 1 0,10-1-16,10 18 15,-1-17 1,-9 8-16,-18-9 15,-20 1-15,0 17 16,-9-18 0,0 10-16,-9 9 15,-10-1 1,0 10-16,1-18 16,-1 8-1,9-8-15,1-1 16,9 1-1,9-1-15,1 1 16,9-1-16,9 1 16,-9-1-1,-1 1-15,-8-10 16,-1 0 0,1 9-16,-10 1 15,0-1-15,0 1 16,-10 9-1,1-10-15,-1 0 16,1 1 0,0-10-16,9 0 15,0-9-15,0 0 16,0 0 0,0 0-16,-10 10 15,10-10 1,0 0-16,0 0 15</inkml:trace>
  <inkml:trace contextRef="#ctx0" brushRef="#br0" timeOffset="-27593.49">27968 1477 0,'0'0'0,"0"0"16,0 0-1,0 0-15,0 0 16,0 0 0,0 9-16,10 9 15,18 19 1,-9 0-16,-1 9 15,-18 10-15,-28 8 16,-38 19 0,-28-9-16,-47-9 15,-9-19 1,27-18-16,29-19 16,19-18-1,75 9-15</inkml:trace>
  <inkml:trace contextRef="#ctx0" brushRef="#br0" timeOffset="-27194.08">28796 840 0,'0'0'15,"0"0"-15,0 0 16,0 0-1,0 0-15,-19 28 16,-9 9-16,-19 46 16,0 37-1,0 18-15,28-9 16,38 10 0,19-47-16,18-18 15,10-19 1,0-27-16,0-10 15,-29-8-15,-9-10 16,-9-10 0,-9 1-16,-1 0 15,0-10 1,-18 1-16,-10-1 16,-28-8-1,-19 18-15,0 18 16,1 9-16,65-18 15</inkml:trace>
  <inkml:trace contextRef="#ctx0" brushRef="#br0" timeOffset="-27005.45">29652 1551 0,'0'0'15,"-9"9"-15,-19 37 16,-29 74 0,-28 74-16,-9 37 15,19-10-15,-10 1 16</inkml:trace>
  <inkml:trace contextRef="#ctx0" brushRef="#br0" timeOffset="-26643.47">30292 1117 0,'0'0'0,"0"18"15,0 19-15,0 74 16,0 37-1,0 45-15,0 1 16,0-18-16,9-56 16,1-47-1,-10-73-15</inkml:trace>
  <inkml:trace contextRef="#ctx0" brushRef="#br0" timeOffset="-26418.99">30678 1144 0,'0'0'16,"0"0"-16,0 0 15,0 0 1,18 10-16,29-1 15,66 9 1,-113-18-16</inkml:trace>
  <inkml:trace contextRef="#ctx0" brushRef="#br0" timeOffset="-26260.15">31402 1560 0,'-9'9'15,"-10"19"-15,-10 27 16,-8 28-1,9 0-15,9 10 16,9-29-16,10-8 16,0-38-1,0-18-15</inkml:trace>
  <inkml:trace contextRef="#ctx0" brushRef="#br0" timeOffset="-25794.29">31882 1015 0,'0'0'16,"0"0"-16,0 0 15,9 0 1,1 0-16,8 9 15,-8 1 1,-1-1-16,-9 9 16,-9 19-16,-10 28 15,-19 46 1,-9 9 0,19 0-16,9 37 15,29-37-15,18-19 16,47 1-1,47-10-15,10-37 16,-28-36-16,-29-19 16,-19-9-1,-18-1-15,-10 1 16,-18 0 0,-1 0-16,-9-1 15,-9 1 1,-10-9-16,-19 8 15,-28 1-15,-9 0 16,75 9 0</inkml:trace>
  <inkml:trace contextRef="#ctx0" brushRef="#br0" timeOffset="-25530.34">31458 1255 0,'0'0'0,"-18"0"16,-11 0-16,1 0 16,0 0-1,0 9-15,9 1 16,9-1-1,10 0-15,19 19 16,66 18-16,47 19 16,-132-65-1</inkml:trace>
  <inkml:trace contextRef="#ctx0" brushRef="#br0" timeOffset="-25193.24">32888 2557 0,'0'0'16,"-9"18"-16,-38 28 16,-47 47-1,-47 27-15,-38 27 16,10-18-16,-20 10 15</inkml:trace>
  <inkml:trace contextRef="#ctx0" brushRef="#br0" timeOffset="-24726.87">27046 3175 0,'0'0'0,"0"0"16,0 0-16,0 0 15,-9 28 1,-1 27-16,-8 74 16,-1 47-1,9 8-15,10-18 16,0-36-16,0-130 16</inkml:trace>
  <inkml:trace contextRef="#ctx0" brushRef="#br0" timeOffset="-24189.29">28213 3304 0,'0'0'0,"9"0"16,10 9-16,9 1 15,10-1 1,0 0-16,-10-9 16,-9 0-16,-19 0 15,0 0 1,-19 0-16,-38 9 15,-37 10 1,-9 18-16,18 0 16,29 0-1,18 9-15,19-9 16,19 0-16,19-1 16,28 20-1,19 8-15,-10-17 16,-18-10-1,-10-10-15,-18-8 16,-10-1-16,0-9 16,-10 10-1,-9-1-15,1-8 16,-1-1 0,9-9-16,1-9 15,18-38 1,76-82-16,75-19 15,19-8-15</inkml:trace>
  <inkml:trace contextRef="#ctx0" brushRef="#br0" timeOffset="-23760.31">29332 3055 0,'0'0'16,"0"0"-16,0 0 16,0 0-16,0 0 15,0 0 1,0 0-16,0 0 15,0 0 1,0 0-16,0 0 16,10 0-1,9 0-15,-1 9 16,1 0-16,0 1 16,-10-1-1,1 9-15,-10 10 16,-10 0-1,-8 9-15,-1 0 16,0 0-16,0-10 16,10 1-1,9-10-15,9 1 16,1 9 0,8-1-16,1 1 15,0 0 1,-10-10-16,1 19 15,-20 0-15,-18 18 16,-28 19 0,-10 0-16,0-9 15,66-65 1</inkml:trace>
  <inkml:trace contextRef="#ctx0" brushRef="#br0" timeOffset="-23574.08">30066 3720 0,'0'0'0,"0"0"16,-28 27-16,-29 56 16,-27 56-1,8-1-15,1-9 16,75-129-1</inkml:trace>
  <inkml:trace contextRef="#ctx0" brushRef="#br0" timeOffset="-23142.49">30612 3304 0,'0'0'0,"0"28"15,-10 37-15,1 27 16,9 9-16,-10-8 15,10-20 1,0 1-16,0-18 16,0-56-1</inkml:trace>
  <inkml:trace contextRef="#ctx0" brushRef="#br0" timeOffset="-22554.37">31364 3147 0,'0'0'15,"0"0"-15,0 19 16,0 18 0,-9 27-16,9 38 15,0 9 1,9-1-16,10-8 15,0-19 1,-19-83-16</inkml:trace>
  <inkml:trace contextRef="#ctx0" brushRef="#br0" timeOffset="-22276.82">31797 3138 0,'0'0'0,"0"0"16,0 0-1,0 0-15,9 19 16,1 27-1,9 37-15,-1 46 16,1 37 0,-9 46-16,9 19 15</inkml:trace>
  <inkml:trace contextRef="#ctx0" brushRef="#br0" timeOffset="-20890.52">31552 3258 0,'0'0'0,"0"0"16,19-9-16,9 0 16,10 9-16,9 0 15,19 9 1,0 9-16,0 10 16,0 9-1,-19 9-15,-10 9 16,-18 1-1,-19 8-15,-19 10 16,-18 0-16,-10 0 16,-10-9-1,10-1-15,9-18 16,10-9 0,9-9-16,19-19 15,10 0-15,37 10 16,75-10-1,29-18-15,27-28 16,1 0 0,-28-9-16,-20 0 15,-131 46 1</inkml:trace>
  <inkml:trace contextRef="#ctx0" brushRef="#br0" timeOffset="-20692.7">33171 3701 0,'0'0'0,"0"0"15</inkml:trace>
  <inkml:trace contextRef="#ctx0" brushRef="#br0" timeOffset="39893.3">20819 5206 0,'0'0'0,"0"9"0,-10 28 15,-9 37-15,1 9 16,-11 27-1,11 20-15,8-20 16,20-27 0,8-18-16,1-19 15,9-27 1,10-10-16,18-37 16,1-27-16,9-19 15,-19-18 1,0-19-16,-10-9 15,-18 9 1,0 19-16,-10 18 16,1 19-16,-10 18 15,0 9 1,0 19-16,0 9 16,0 0-1,0 9-15,-10 37 16,1 28-1,9 28-15,9-10 16,10-9-16,0-19 16,0-17-1,9-20-15,0-8 16,1-10 0,-1-9-16,9-9 15,10-10-15,10-27 16,-1-9-1,-9-10-15,0 1 16,-9-1 0,-10 19-16,-9 18 15,-9 10 1,-1 8-16,-9 10 16,0 0-16,0 0 15,0 28 1,-9 28-16,-10 17 15,0 1 1,9-9-16,1-10 16,9-18-1,0-9-15,0-10 16,0-18-16,0 0 16,0 0-1,9-9-15,10-9 16,10-19-1,8-10-15,1-8 16,-10 0-16,0 9 16,-9 9-1,9 9-15,-9 10 16,0-1 0,-10 19-16,10 0 15,0 9 1,0 10-16,0 8 15,-1 10-15,1 0 16,0-9 0,0-10-16,9 1 15,10-19 1,9-9-16,9-28 16,10-9-16,0-19 15,-19 19 1,-9 0-16,-20 18 15,1 10 1,-9 8-16,-10 10 16,0 0-1,9 10-15,0 17 16,1 10-16,9 9 16,-19-46-1</inkml:trace>
  <inkml:trace contextRef="#ctx0" brushRef="#br0" timeOffset="40050.6">22615 4772 0,'0'0'15,"0"0"-15,0 0 16,0 0-1</inkml:trace>
  <inkml:trace contextRef="#ctx0" brushRef="#br0" timeOffset="40374.25">23349 4366 0,'0'0'15,"0"0"1,-9 0-16,-1 9 16,-8 0-16,-1 19 15,0 18 1,0 19-16,10 27 16,9 46-1,0 19-15,0 19 16,9-1-1,1-9-15,-1 0 16,-9-37-16,0-27 16,-9-28-1,9-28-15,0-46 16</inkml:trace>
  <inkml:trace contextRef="#ctx0" brushRef="#br0" timeOffset="40808.18">22916 5464 0,'0'0'0,"0"0"15,0 0 1,0 0-16,10-9 16,37-10-16,28-18 15,29 10 1,9 8-1,-10 10-15,-37 18 16,-19 0-16,-9 1 16,-10 8-1,-9-9-15,-1 1 16,-8-1-16,-1 0 16,1-9-1,-1 0-15,0 0 16,1 0-1,-1 0-15,10-9 16,0-10-16,-10 1 16,1-10-1,-1 1-15,-9-1 16,0 0 0,0 0-16,-9 10 15,-1 9-15,1 0 16,-10 9-1,19 0-15</inkml:trace>
  <inkml:trace contextRef="#ctx0" brushRef="#br0" timeOffset="41699.57">23782 5002 0,'0'0'0,"0"0"15,9 0 1,20 10-16,18 8 16,9 10-16,10 18 15,-10 9 1,-9 10-16,-9 18 16,-10-9-1,-18-19-15,-10-18 16,0-9-1,-10-10-15,10-18 16,0 0-16,0 0 16,0 0-1,0-9-15,0-19 16,10-18 0,18-28-16,19-9 15,9 10-15,1 8 16,-10 19-1,-10 18-15,-8 10 16,-1 8 0,0 10-16,0 10 15,-9-1 1,0 9-16,0 19 16,-10 0-16,1 9 15,-1-9 1,0-9-16,-9 0 15,0-10 1,0-18-16,0 0 16,19-9-1,19-28-15,9-18 16,9-10-16,-9 19 16,0 0-1,-9 9-15,0 9 16,-10 10-1,0 8-15,0 10 16,-9 19-16,0 8 16,0 10-1,0 10-15,-10-11 16,0-8 0,-9-9-16,0-10 15,0-9-15,0 0 16,10 0-1,27-28-15,10-9 16,1-9 0,-1 0-16,0 18 15,-10 10 1,-9 9-16,1 9 16,-1 18-16,10 19 15,-1 18 1,10 28-16,-9-9 15,-1-18 1,-37-56-16</inkml:trace>
  <inkml:trace contextRef="#ctx0" brushRef="#br0" timeOffset="42890.56">26313 4578 0,'0'0'0,"-29"-19"16,-18-8-16,-47-10 15,-47-9 1,-75-10-16,-10 19 16,-75 10-1,-19-1-15,19 19 16,-47 9-16,0 9 15,28-18 1,0 18-16,-19 0 16,20 0-1,46 10-15,0 9 16,19 9 0,9 9-16,20 9 15,8 19-15,1 9 16,37 9-1,10 10-15,9 9 16,19-1 0,37-8-16,20 9 15,27-1 1,20-8-16,8 9 16,29-1-16,10-8 15,18-19 1,38 28-16,28-1 15,28-8 1,10-10-16,28-9 16,0-9-16,9-18 15,29-1 1,-10-9-16,28-9 16,-9-19-1,38 1-15,-38-19 16,37-19-1,-9-17-15,29-1 16,-1-19-16,1 1 16,18-10-1,-28-9-15,28-18 16,-28 0 0,0 0-16,-28-1 15,-10 1-15,-18-10 16,9 1-1,-38 9-15,-18-10 16,-10 1 0,-28 8-16,-19-8 15,-10-10-15,-18 0 16,-9 19 0,-20 0-16,-8 9 15,-20 9 1,-9 9-16,-19 10 15,-19-1 1,-18 10-16,-47 9 16,-67 19-16,-9 46 15,-18 27 1,46 10-16,151-65 16</inkml:trace>
  <inkml:trace contextRef="#ctx0" brushRef="#br0" timeOffset="43590.74">26858 5445 0,'0'0'0,"10"10"16,8 8 0,20 1-16,9-1 15,9-9-15,10-18 16,10-9 0,18-38-16,47-36 15,19-19 1,84-55-16,10-9 15,57 9-15,-29 18 16,38 19 0,-113 46-16</inkml:trace>
  <inkml:trace contextRef="#ctx0" brushRef="#br0" timeOffset="57057.65">2756 6304 0,'0'0'0,"0"0"16,0 0-1,0 0-15,0 0 16,0 0-16,0 0 15,0 0 1,0 0-16,0 0 16,0 0-1,0 0-15,0 0 16,0 0 0,10 0-16,9 0 15,-1-9-15,11 9 16,-1 0-1,9 0-15,1 0 16,0 0 0,9 9-16,0-9 15,9 0 1,1 9-16,-1-9 16,-9 0-16,10 9 15,8 1 1,-8-10-16,9 0 15,9 9 1,0-9-16,1 9 16,-1-9-16,19 0 15,-9 0 1,-10 0-16,0 0 16,0 0-1,1 0-15,8 0 16,-8 9-1,-1-9-15,9 9 16,-8-9-16,18 10 16,0-1-1,-19-9-15,10 9 16,-10 0 0,10 1-16,9-1 15,-10 0 1,11 0-16,-1-9 15,9 0-15,-9 0 16,10 0 0,-1 0-16,-9 0 15,0 0-15,10 10 16,9-10 0,0 0-16,9 0 15,10-10 1,-20 1-16,1 0 15,10 0 1,-11-1-16,-8 1 16,-1 0-16,10 0 15,0-1 1,-9 1-16,9 0 16,-1 0-1,1 0-15,0-1 16,0 1-1,0 9-15,0-9 16,0 9-16,19 0 16,-1 9-1,-18 0-15,0 1 16,9-1 0,10 0-16,-19 0 15,9 0-15,10 1 16,0-1-1,-10 0-15,10 0 16,-1 1 0,-8-1-16,-1 0 15,0 0 1,10 10-16,-10-10 16,0 0-16,20 0 15,-11 1 1,1-1-16,0 0 15,-10 0 1,10 1-16,-19-10 16,28 9-16,-19 0 15,-9 0 1,19 1-16,-1-1 16,-8 0-1,-1-9-15,10 9 16,-20-9-16,1 9 15,19 1 1,-10-10-16,10 9 16,-19 0-1,37-9-15,-18 0 16,-10 0 0,20 0-16,8-9 15,-37 0-15,9-1 16,10 1-1,-10 0-15,1 0 16,8 0 0,1 9-16,0-10 15,-1 1-15,20 9 16,-10 0 0,-9 0-16,18-9 15,-9 9 1,-9-9-16,37-1 15,-37 1 1,-10 0-16,10 0 16,0-1-16,-10 1 15,10 0 1,-19 0-16,0 0 16,-1-1-1,-17 1-15,8 0 16,-9 0-1,0-1-15,-9 1 16,-10 0-16,-9 0 16,0-1-1,-10 1-15,1 9 16,-10-9 0,0 9-16,-10 0 15,20 0-15,9 9 16,-66-9-1</inkml:trace>
  <inkml:trace contextRef="#ctx0" brushRef="#br1" timeOffset="3868.91">9407 17213 0,'0'0'0,"0"0"16,10-9-16,-1 0 15,1 0 1,8-1-16,1 10 16,0 10-16,9 8 15,10 10 1,9 18-16,0-9 15,-9 0 1,-10-10-16,9-8 16,-8-10-16,-1 0 15,10-9 1,-10-9-16,0 0 16,10-10-1,-10 1-15,0-10 16,10 1-1,-1-1-15,1 0 16,9 1-16,9-1 16,10 0-1,0 10-15,0 8 16,-10 20 0,1 8-16,-1 10 15,1 18-15,-1 0 16,-9 0-1,0-9-15,-18 0 16,-1-18 0,0-1-16,-9-9 15,9-9 1,0-9-16,0 0 16,10-10-16,0 1 15,-1-10 1,1 10-16,9-10 15,9 10 1,1-1-16,9 19 16,0 9-16,28 19 15,0 9 1,-19 0-16,0 0 16,-18 0-1,9-10-15,-19-17 16,9-1-1,-9-9-15,0 0 16,0-9-16,0-1 16,0-8-1,0-1-15,10 1 16,-10 0 0,0-1-16,0 1 15,9 8 1,-9 10-16,19 10 15,-9 8-15,-1 19 16,0 0 0,1 0-16,-10 0 15,9-10 1,-9-8-16,-9-10 16,0 0-16,-10-9 15,0-9 1,0 0-16,1 0 15,-1-1 1,0-8-16,0 0 16,0 8-1,29-17-15,-57 27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5T04:22:04.4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65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2-25T04:24:57.218"/>
    </inkml:context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9690 2566 0,'0'0'0,"0"0"0,9 9 15,0 0 1,10 1-16,28-1 16,29-9-1,-1-19-15,19-18 16,-19-9-1,0 0-15,-18-9 16,-20-1-16,-18 19 16,0-9-1,-9 9-15,-10 10 16,-10 8 0,-18 1-16,0-1 15,-29 19-15,-18 19 16,-29 27-1,20 18-15,9 10 16,18 9 0,10 47-16,9-10 15,29-10 1,18 1-16,20-28 16,37-9-1,28-19-15,37-36 16,39-38-16,8-45 15,-27-19 1,-1-19-16,-27-9 16,-29 10-1,-28 18-15,-10 18 16,-18 1-16,-10 17 16,-9 11-1,-10 8-15,1 9 16,-10 10-1,0 9-15,0 0 16,0 0-16,-10 9 16,-9 28-1,-9 37-15,-10 18 16,1 1 0,-1-19-16,1-10 15,8-18-15,1-18 16,9-9-1,1-10-15,-1-18 16,-10-10 0,11-9-16,-11-18 15,11 0 1,8 9-16,1 0 16,-1 10-1,10 8-15,0 1 16,0 8-16,10 1 15,-1 0 1,19 9-16,19 9 16,10 19-1,9 9-15,9 18 16,-9 1-16,19-1 16,-10-9-1,-9-18-15,0-10 16,-10-18-1,-9-9-15,9-19 16,20-46-16,-1-27 16,-19-19-1,-9-28-15,-18 19 16,-20 18 0,-9 19-16,0 27 15,-9 19 1,-1 19-16,10 8 15,0 10-15,0 9 16,0 0 0,-9 9-16,-10 46 15,0 47 1,10 27-16,18 10 16,10 8-1,9-27-15,10 0 16,-10-46-16,10-18 15,-38-56 1</inkml:trace>
  <inkml:trace contextRef="#ctx0" brushRef="#br0" timeOffset="184.13">11628 2584 0,'0'0'0,"0"0"0,0 0 16,9 0-1,47-9-15,57-19 16,-113 28 0</inkml:trace>
  <inkml:trace contextRef="#ctx0" brushRef="#br0" timeOffset="344.8">12738 2381 0,'0'0'16,"0"0"-16,0 0 15,0 0 1</inkml:trace>
  <inkml:trace contextRef="#ctx0" brushRef="#br0" timeOffset="1120.96">13791 1809 0,'0'0'16,"0"0"-16,0 0 16,-9 9-1,-10 10-15,-19 18 16,-18 27 0,0 19-16,8 10 15,20-10-15,19-28 16,9-9-1,19-18-15,-1 0 16,11-19 0,8-9-16,1-9 15,9-19 1,0-18-16,0-19 16,0-9-16,-9-18 15,-10-10 1,0-8-16,0 8 15,1 1 1,-1 27-16,0 9 16,0 19-1,1 18-15,-1 10 16,9 9-16,1 18 16,9 19-1,0 27-15,0 56 16,-9 36-1,-19 1-15,-10 18 16,-9-18-16,0 9 16,9-10-1,1-27-15,9-27 16,-1-19 0,11-19-16,-1-9 15,0-27 1,0-10-16,10-9 15,0-19-15,9-18 16,-10-18 0,-9-28-16,-9 9 15,-19 10 1,-9 8-16,-19 1 16,-1-1-16,-18 19 15,-18 10 1,-11 18-16,1 9 15,75 0 1</inkml:trace>
  <inkml:trace contextRef="#ctx0" brushRef="#br0" timeOffset="1399.52">15692 1329 0,'0'0'0,"9"37"16,10 55 0,0 56-16,9 37 15,-19-1 1,10 1-16,-10-47 15,-9-9-15,10-55 16,-10-28 0,0-46-16</inkml:trace>
  <inkml:trace contextRef="#ctx0" brushRef="#br0" timeOffset="1949.41">15597 2086 0,'0'0'0,"0"0"16,0 0-16,0-9 16,0-1-16,0-17 15,19-29 1,28-17-16,38-1 16,0 9-1,-1 10-15,-8 18 16,-11 18-1,-8 10-15,-19 0 16,-10 9-16,-9 9 16,-10 0-1,0 19-15,-9 9 16,-9 0 0,0 0-16,-10 9 15,9-18 1,1-1-16,9-8 15,0-10-15,9 0 16,20 10 0,27-1-16,10 1 15,9-1 1,-9 1-16,-19-1 16,-19 0-16,-9 10 15,-19 18 1,-19 28-16,-37 9 15,-29 0 1,-28 0-16,10-18 16,9-19-1,28-18-15,28-19 16,10-9-16,19-9 16,9 9-1</inkml:trace>
  <inkml:trace contextRef="#ctx0" brushRef="#br0" timeOffset="2416.36">16265 2206 0,'19'-9'0,"19"-19"16,9-9-16,-9 9 16,-20 10-1,1 9-15,-9-1 16,-1 10 0,0 0-16,1 19 15,9 18 1,9 27-16,9 10 15,10-9-15,10-1 16,9-8 0,-19-28-16,9-10 15,1-18 1,-10-9-16,9-10 16,-9-8-16,0-10 15,-9-9 1,0-10-16,-1-8 15,-9-10 1,1 0-16,-11 9 16,1 10-1,-9 27-15,-10 10 16,0 9-16,0 9 16,0 0-1,9 9-15,0 37 16,1 28-1,9 18-15,-1-9 16,11 0 0,8-18-16,10-28 15,-47-37-15</inkml:trace>
  <inkml:trace contextRef="#ctx0" brushRef="#br0" timeOffset="4032.63">18213 1615 0,'0'0'0,"0"0"16,0 0-16,-10 9 15,-8 10 1,-11 9-16,-8 18 15,-1 9 1,10 10-16,9-1 16,10 1-1,9-10-15,9-9 16,10-9-16,18-9 16,10-9-1,19-19-15,47-19 16,0-27-1,0-28-15,0-27 16,-10-19-16,1 0 16,-29 9-1,-18 9-15,-20 28 16,-9 1 0,-18 17-16,-1 10 15,-9 9 1,-9 9-16,-1 1 15,1 8-15,0 10 16,-1 0 0,1 9-16,-1 0 15,1 9 1,0 19-16,-10 36 16,9 38-16,10 9 15,10-1 1,9 10-16,-10-9 15,10-19 1,-10-8-16,1-20 16,-1 1-1,0-28-15,1-10 16,-10-8-16,0-10 16,0-9-1,0 0-15,0 0 16,0 0-1,9-18-15,1-19 16,8-19 0,11-8-16,8-1 15,1 10-15,9-1 16,0 19 0,-9 10-16,-1 8 15,1 1 1,-10 9-16,0 9 15,-9 0-15,-9 0 16,-1 9 0,-9 9-16,-9 19 15,-20 19 1,-8-1-16,-1-9 16,0-9-16,20-9 15,-1-10 1,9 1-16,1-10 15,9-9 1,0 0-16,0 9 16,9 0-1,20 1-15,8-1 16,20 0-16,18 0 16,10-9-1,9-9-15,-10-9 16,1-10-1,-10-9-15,1-9 16,-1-10 0,-19-8-16,-9-1 15,-18 19-15,-11 9 16,-8 9 0,-1 10-16,-9 0 15,0 8 1,-9 10-16,-19 0 15,-10 19-15,-9 27 16,0 9 0,19 19-16,9 0 15,19-9 1,19-10-16,28 0 16,18-18-1,30 0-15,8-37 16,29-18-16,-1-28 15,-8-28 1,-1-28-16,-18-9 16,-10-9-1,-10-36-15,-18-1 16,-19 0-16,-19 18 16,-18 19-1,-10 46-15,-10 1 16,1 26-1,0 20-15,-1-1 16,1 19 0,9 9-16,-10 0 15,1 9-15,-10 46 16,0 75 0,19 27-16,0 46 15,19-10 1,9-8-16,1-19 15,8-18-15,1-28 16,-1-28 0,10-18-16,-47-74 15</inkml:trace>
  <inkml:trace contextRef="#ctx0" brushRef="#br0" timeOffset="4217.02">20442 1707 0,'0'0'15,"0"0"-15,19-18 16,122-83-16,160-38 16,113 28-1,-216 56-15</inkml:trace>
  <inkml:trace contextRef="#ctx0" brushRef="#br0" timeOffset="7954.59">15917 3692 0,'0'0'0,"0"0"0,0 0 15,0 18-15,0 28 16,10 38-16,-1 8 16,1-9-1,-1-9-15,0-10 16,-9-18 0,0-18-16,0-9 15,10-1 1,-10-9-16,0-9 15,0 0 1,19-18-16,9-38 16,9-45-16,10-1 15,-9 19 1,0 10-16,-10 17 16,-9 10-1,0 18-15,-10 10 16,0 9-1,1 9-15,-1 9 16,10 19-16,9 18 16,10 28-1,0-1-15,-1-17 16,-9-19 0,1-10-16,-1-8 15,0-10-15,0-9 16,-9 0-1,9-18-15,1-10 16,-1-9 0,0 0-16,-9 0 15,-10 9 1,1 1-16,-1 8 16,0 10-16,-9 9 15,0 0 1,0 0-16,0 9 15,0 19 1,10 9-16,9 0 16,9 0-16,0-10 15,10 1 1,9-9-16,0-10 16,0-9-1,0-19-15,-10 1 16,-8-1-16,-10-8 15,-10-1 1,-9 0-16,-9-9 16,-10 10-1,-19-19-15,-9 18 16,0 0 0,-9 1-16,56 27 15</inkml:trace>
  <inkml:trace contextRef="#ctx0" brushRef="#br0" timeOffset="8127.09">17423 3738 0,'0'0'0,"0"0"15,0 0 1,9 18-16,19 29 15,-28-47 1</inkml:trace>
  <inkml:trace contextRef="#ctx0" brushRef="#br0" timeOffset="9883.23">18448 3618 0,'0'0'16,"0"0"-16,0 0 16,0 0-16,0 0 15,0 0 1,0 0-16,-9-9 15,-1 9 1,1 0-16,-20 0 16,-8 9-1,-10 19-15,0 9 16,9 9-16,1 9 16,18 1-1,9-20-15,20 1 16,-1-9-1,10-9-15,19-1 16,9-18 0,37-18-16,1-29 15,0-17-15,-20-19 16,1-10 0,-9-8-16,-20 9 15,1-1 1,-19 1-16,0 18 15,-10 10-15,-9 17 16,0 10 0,0 1-16,0 17 15,0 10 1,0 0-16,-9-1 16,-1 1-1,10 9-15,0 0 16,0 0-16,0 0 15,0 0 1,0 0-16,-9 9 16,-1 1-1,10-10-15,0 9 16,0 0-16,0 0 16,0-9-1,0 0-15,0 0 16,0 0-1,0 0-15,0 0 16,0 0-16,0 0 16,0 0-1,0 0-15,0 0 16,0 0 0,0 0-16,0 0 15,0 0 1,0 0-16,0 0 15,0 0 1,0 0-16,0 0 16,0 0-16,0 0 15,-9 10 1,9-10-16,-9 9 16,9-9-1,0 9-15,0 0 16,0 0-16,0-9 15,0 10 1,0-1-16,0-9 16,0 0-1,0 0-15,0 0 16,0 0-16,0 0 16,0 0-1,0 9-15,0-9 16,0 9-1,0-9-15,0 10 16,0-1 0,0 0-16,-10 0 15,10 1-15,-9 8 16,-1 19 0,10 0-16,0 18 15,0 10 1,0 18-16,19 0 15,0 9-15,9-18 16,0-9 0,10-10-16,-10-18 15,1-19 1,-1-8-16,0-10 16,0-19-16,10-18 15,9-27 1,0-10-16,-9 0 15,-10 19 1,-9 8-16,-10 20 16,0 8-1,-9 10-15,0 9 16,0 0 0,0 9-16,10 19 15,-1 18-15,10 10 16,9-1-1,10 0-15,-38-55 16</inkml:trace>
  <inkml:trace contextRef="#ctx0" brushRef="#br0" timeOffset="10024.75">19483 3046 0,'0'0'0,"0"0"16,0 0 0,0 0-16</inkml:trace>
  <inkml:trace contextRef="#ctx0" brushRef="#br0" timeOffset="10855.16">20160 3193 0,'0'0'0,"0"0"16,0 0-16,0 0 16,0 0-1,0 0-15,0 0 16,-9 10-1,-1-1-15,-27 19 16,-29 27-16,-9 0 16,9 10-1,19-19-15,9 0 16,19-18 0,10-10-16,9-8 15,9-1 1,19-9-16,19-9 15,0-10-15,1 1 16,-11-1 0,10-8-16,-9 8 15,-10 1 1,0 8-16,10 10 16,0 10-1,9 27-15,9 27 16,0 47-16,1 27 15,-10 1 1,0 9-16,-19 8 16,-9-8-1,-10-19-15,-9-36 16,-9-1-16,0-18 16,-10-19-1,0-9-15,0-18 16,-9-10-1,0-8-15,-10-20 16,-9-27 0,9-9-16,1-55 15,27-65-15,39-47 16,27-8 0,19 36-16,10 19 15,-10 18 1,19 28-16,-18 37 15,-1 10-15,-9 36 16,0 18 0,-1 28-16,-8 19 15,9 37 1,-19 9-16,0 27 16,-10 19-1,-8-18-15,-11-29 16,-18-73-16</inkml:trace>
  <inkml:trace contextRef="#ctx0" brushRef="#br0" timeOffset="10990.46">21327 2963 0,'0'0'15,"0"0"-15</inkml:trace>
  <inkml:trace contextRef="#ctx0" brushRef="#br0" timeOffset="11467.13">21835 2464 0,'0'0'15,"0"28"-15,0 55 16,0 46 0,-10 28-16,10 9 15,0-27 1,0-1-16,10-27 16,8-37-16,11-19 15,-1-18 1,0-9-16,0-19 15,1 0 1,8-18-16,10-9 16,0-10-1,0-9-15,10-18 16,-10 8-16,-10 1 16,1 9-1,-10 0-15,0 19 16,-9 0-1,-9 8-15,-1 10 16,0 0 0,10 10-16,0 26 15,-9 20-15,-1 18 16,-9-1 0,-9 1-16,-1-9 15,10-65 1</inkml:trace>
  <inkml:trace contextRef="#ctx0" brushRef="#br0" timeOffset="11633.5">21656 3157 0,'0'0'0,"0"0"15,19-10 1,56-36-16,151-83 15,103-9 1,-122 54-16</inkml:trace>
  <inkml:trace contextRef="#ctx0" brushRef="#br0" timeOffset="13100.7">24930 1726 0,'0'0'0,"0"0"16,0 0-16,9 18 15,0 47 1,1 46-16,-10 64 15,0 0-15,-10 10 16,-8-19 0,-1-46-16,0 9 15,0-36 1,10-29-16,9-18 16,0-18-16,0-9 15,0-10 1,0-9-16,0 0 15,0 0 1,9-9-16,1-1 16,8-17-1,11-19-15,18-19 16,9 0-16,19 1 16,10 8-1,-10 19-15,-18 19 16,-1 9-1,1 18-15,-20 9 16,-9 1 0,-9 9-16,-19 18 15,-28 28-15,-19-10 16,-28 10 0,0-28-16,-1-18 15,10-19 1,66-9-16</inkml:trace>
  <inkml:trace contextRef="#ctx0" brushRef="#br0" timeOffset="13533.51">25917 2575 0,'0'0'0,"0"19"15,0 36 1,0 19-16,10 27 16,18 1-1,19-19-15,10-28 16,18-18-16,0-28 16,0-18-1,-9-19-15,-9-8 16,-1-1-1,-9 0-15,-9 0 16,-10 0-16,-9 0 16,-10 9-1,1 1-15,-1 8 16,0 10 0,-9 0-16,0 9 15,0 0 1,0 0-16,10 27 15,-1 38-15,19 27 16,10 10 0,9-10-16,-47-92 15</inkml:trace>
  <inkml:trace contextRef="#ctx0" brushRef="#br0" timeOffset="13916.7">27451 2686 0,'0'0'0,"0"0"15,0 0 1,0 0-16,0 0 16,0 0-1,-19 9-15,-19 10 16,-18 8-1,-1 10-15,1 9 16,0 10 0,18-10-16,19-9 15,10 9-15,18-9 16,10 0 0,37 18-16,10-18 15,38-9 1,-1-19-16,-9-28 15,10-17-15,-1-29 16,1-55 0,-10-46-16,19-37 15</inkml:trace>
  <inkml:trace contextRef="#ctx0" brushRef="#br0" timeOffset="14173.45">28138 1421 0,'0'0'0,"0"0"16,0 19-1,-10 27-15,1 56 16,-10 45 0,10 29-16,-1 17 15,10-8 1,0 18-16,19-18 15,-10-10-15,10-46 16,0-27-16,-10-28 16,10-19-1,-9-18-15,-10-37 16</inkml:trace>
  <inkml:trace contextRef="#ctx0" brushRef="#br0" timeOffset="14298.78">27959 2926 0,'0'0'0,"0"0"16,-10-9 0,1-10-16,9-45 15,0 64 1</inkml:trace>
  <inkml:trace contextRef="#ctx0" brushRef="#br0" timeOffset="15120.66">28749 2280 0,'0'0'16,"0"0"-16,9 0 16,-9 0-16,0 9 15,0 9 1,-18 19-16,-29 28 16,-19 0-1,-28 18-15,9-19 16,19 1-1,19-19-15,19-9 16,9-9-16,10 9 16,9 9-1,28 9-15,28 10 16,10-1 0,9-18-16,1-9 15,-1-18 1,0-10-16,0-18 15,-18 0-15,-19-10 16,9-18 0,0 0-16,-19 0 15,0-9 1,-9 9-16,0 0 16,-10 10-1,1 8-15,-1 1 16,-9 9-16,0 9 15,0 0 1,0 0-16,0 18 16,9 28-16,10 19 15,19 9 1,18-19-16,1-9 16,9-9-1,-1-19-15,11-18 16,-11-18-1,11-19-15,18-37 16,-10-27-16,11-75 16,-20-36-1,-28 0-15,-10 46 16,-18 18 0,-9 28-16,-10 28 15,0 27 1,-10 19-16,1 18 15,9 19-15,0 9 16,-10 9 0,1 37-16,-10 93 15,10 64 1,9 0-16,28 28 16,0-37-16,10-19 15,0-55 1,9-19-16,0-27 15,-47-74 1</inkml:trace>
  <inkml:trace contextRef="#ctx0" brushRef="#br0" timeOffset="15299.62">29690 2510 0,'0'0'16,"0"0"-16,37-9 16,114-28-1,141-18-15,-67 9 16</inkml:trace>
  <inkml:trace contextRef="#ctx0" brushRef="#br0" timeOffset="15870.46">28241 3849 0,'0'0'0,"0"0"16,0 0-1,-19 9-15,-37 28 16,-38 28-16,9-1 16,29-8-1,27-10-15,20 9 16,37 10-1,29 8-15,18 1 16,0-9 0,-18-19-16,-20-9 15,-9-9 1,-18-10-16,-1 1 16,-9 8-16,-19 1 15,-18 18 1,-38 0-16,-20-9 15,95-37 1</inkml:trace>
  <inkml:trace contextRef="#ctx0" brushRef="#br0" timeOffset="16300.46">28561 4190 0,'0'0'0,"0"0"15,0 0 1,0 0-16,0 28 16,0 18-1,9 19-15,20-1 16,27 1-16,29-10 16,18-18-1,19-18-15,-9-19 16,-19-19-1,-18-8-15,-29-1 16,-10 0 0,-8 0-16,-11 1 15,-8-1 1,-1 0-16,-9 1 16,-19-10-16,-28-19 15,-19 10 1,-28 0-16,0 18 15,0 19 1,19 18-16,9 10 16,19 9-16,38-1 15,9-27 1</inkml:trace>
  <inkml:trace contextRef="#ctx0" brushRef="#br0" timeOffset="17353.3">29624 4338 0,'0'0'15,"0"0"-15,0 0 16,0 0-16,9 0 16,38-9-1,57-1-15,28 10 16,46 19-1,-27 18-15,-48-9 16,-37-1 0,-19 1-16,-28 0 15,-10-10-15,-9 10 16,-9-1 0,-10-8-16,-9-1 15,9-8 1,0-10-16,1 0 15,8-10 1,1-8-16,9-47 16,28-55-16,38-46 15,28 0 1,-19 46-16,-18 19 16,-10-1-1,-19 28-15,-9 10 16,-1 8-16,-8 10 15,-10 9 1,0 9-16,0 19 16,0 0-1,0 9-15,0 0 16,19 37 0,9 46-16,10 65 15,-10 18-15,-9 0 16,-10-9-1,0-19-15,1-27 16,-1-28 0,1-28-16,-1-18 15,0-9-15,-9-9 16,0-10 0,0-9-16,0 0 15,0 0 1,10-9-16,9-10 15,9-18 1,0 0-16,0 0 16,1 0-1,-1 0-15,-9 10 16,-10 8-16,0 1 16,1 9-1,-1-1-15,1 1 16,-10 9-16,0 0 15,0 0 1,9 0-16,0 0 16,10 9-1,9-9-15,10-9 16,19-19 0,8-18-16,-8-28 15,-10 1-15,-19 17 16,-9 19-1,-10 10-15,1 8 16,-10 10 0,0 0-16,0 9 15,19 27 1,9 47-16,19 65 16,0 27-16,-28-18 15,-19 8 1,-10 66-16</inkml:trace>
  <inkml:trace contextRef="#ctx0" brushRef="#br0" timeOffset="21915.79">23820 2446 0,'0'0'0,"0"0"0,0 0 15,0 9 1,-10 10-16,-9 36 16,-9 37-1,-10 19-15,-9 18 16,0 0 0,0-9-16,0-9 15,0-28-15,10-9 16,-1-19-1,19-18-15,0-9 16,10-19 0,0 0-16,9-9 15,0 0 1</inkml:trace>
  <inkml:trace contextRef="#ctx0" brushRef="#br0" timeOffset="22281.93">23302 2381 0,'0'0'0,"0"0"16,19 9-16,9 10 15,19 18 1,10 27-16,9 10 16,-10 0-1,10 18-15,-10-18 16,1 0 0,-10-9-16,0-10 15,-10-9-15,-8-9 16,-11-9-1,-8-10-15,-1 1 16,-9-10 0,0-9-16,0 0 15</inkml:trace>
  <inkml:trace contextRef="#ctx0" brushRef="#br0" timeOffset="22558.6">23208 2935 0,'0'0'0,"9"0"16,29-9-1,47-10-15,37 1 16,10 9-1,18-1-15,-18 1 16,0 0-16,-19 9 16,-19 0-1,-19 0-15,0 0 16,-75 0 0</inkml:trace>
  <inkml:trace contextRef="#ctx0" brushRef="#br0" timeOffset="28852.99">1421 7116 0,'0'0'0,"0"0"0,0 0 16,0 9 0,0 10-16,9 18 15,10 9 1,0 18-16,-1 19 15,20 19 1,-10-19-16,0 0 16,1 0-16,-1-9 15,-9-9 1,0-1-16,-1-18 16,-18-9-1,0-18-15,0-10 16,0-9-16</inkml:trace>
  <inkml:trace contextRef="#ctx0" brushRef="#br0" timeOffset="29239.06">1223 7042 0,'0'0'0,"0"-9"16,19-9 0,28-10-16,19-9 15,-10 9 1,19 1-16,1 8 15,-11 10-15,1 9 16,-37 9 0,-1 0-16,0 19 15,-19 27 1,-18 19-16,-10 9 16,0 0-1,-28 10-15,0-20 16,0 1-16,47-74 15</inkml:trace>
  <inkml:trace contextRef="#ctx0" brushRef="#br0" timeOffset="30084.26">2408 6756 0,'0'0'0,"0"0"15,0 9 1,0 19-16,10 18 15,9 28 1,-1 18-16,1 1 16,9-1-16,1-9 15,-11-9 1,11 0-16,-11-19 16,-8-18-1,-10-37-15</inkml:trace>
  <inkml:trace contextRef="#ctx0" brushRef="#br0" timeOffset="30388.46">1994 7208 0,'0'0'15,"0"0"-15,0 0 16,0 0 0,0 0-16,10-9 15,18-19 1,0-27-16,29-10 16,9 1-16,-1-1 15,1 19 1,-9 9-16,-1 0 15,-9 19 1,-19 9-16,-28 9 16</inkml:trace>
  <inkml:trace contextRef="#ctx0" brushRef="#br0" timeOffset="30683.38">2380 7864 0,'0'0'0,"0"0"16,0 0 0,0 0-16,9-10 15,29-17-15,19-29 16,37-27-1,9-9-15,-9 0 16,-28 27 0,-10 19-16,-8 9 15,-20 19-15,-28 18 16</inkml:trace>
  <inkml:trace contextRef="#ctx0" brushRef="#br0" timeOffset="30983.33">1778 8657 0,'0'0'0,"9"-9"16,38-28-1,38-27-15,0-10 16,18-9 0,1 18-16,-10 10 15,-19 9-15,-18 18 16,-57 28-1</inkml:trace>
  <inkml:trace contextRef="#ctx0" brushRef="#br0" timeOffset="31234.1">2145 8501 0,'19'-19'0,"56"-55"15,47-27 1,10-1-16,37-9 16,-18 19-1,28 0-15,9 18 16,28-9-16</inkml:trace>
  <inkml:trace contextRef="#ctx0" brushRef="#br0" timeOffset="32934.11">2700 5076 0,'0'0'15,"0"0"1,0 0-16,0 0 16,0 0-16,0 0 15,9 10 1,10-1-16,0 0 16,19 0-1,-1 0-15,10 1 16,-9-1-1,9 0-15,0 0 16,-9 1-16,-1-1 16,1 0-1,-1 0-15,1 1 16,-10-10 0,10 0-16,0 0 15,-10-10-15,0 1 16,0 0-1,0 0-15,1-1 16,-1 1 0,0 0-16,-9 0 15,0 9-15,0 0 16,-1 0 0,1 9-16,0 0 15,9 10 1,0-10-16,-9 0 15,10 10 1,-11-1-16,11-9 16,-1 0-16,9 1 15,1-10 1,-38 0-16</inkml:trace>
  <inkml:trace contextRef="#ctx0" brushRef="#br0" timeOffset="33633.94">4995 5169 0,'0'0'0,"0"0"16,0 0-16,0 0 16,10 0-16,9 0 15,9 9 1,9 0-16,-8 0 16,8 1-1,1-1-15,0 0 16,-1 0-16,1 0 15,-10-9 1,0 0-16,-9 0 16,0 0-1,9 0-15,-9 0 16,9-9 0,0 0-16,-9 0 15,9 0-15,10 9 16,0 0-1,-1 0-15,1 9 16,0 0 0,-1 0-16,-9 0 15,1 1-15,-1-1 16,0 0 0,0-9-16,10 0 15,0 0 1,18-9-16,10 0 15,9-10 1,-75 19-16</inkml:trace>
  <inkml:trace contextRef="#ctx0" brushRef="#br0" timeOffset="44033.99">4111 4550 0,'0'0'0,"0"9"16,9 28 0,1 10-16,-1 8 15,1 9-15,-1 1 16,-9 9 0,0-19-16,0 1 15,0-1 1,0-9-16,0 0 15,0-9 1,-9-9-16,9-10 16,0-8-16,0-10 15</inkml:trace>
  <inkml:trace contextRef="#ctx0" brushRef="#br0" timeOffset="44500.37">4092 4209 0,'0'0'0,"0"18"16,0 19-1,0 37-15,10 37 16,-1-1 0,0 10-16,1-9 15,-1-19 1,1-18-16,-1 0 16,0-18-1,-9-10-15,0-19 16,0 1-16,0-19 15,0-9 1</inkml:trace>
  <inkml:trace contextRef="#ctx0" brushRef="#br0" timeOffset="44984.14">3819 4864 0,'0'0'0,"0"0"15,0 0 1,10 9-16,9 0 15,9 10-15,0 9 16,10 9 0,9-1-16,-10 1 15,1 0 1,9 0-16,-19 0 16,0 0-16,1 0 15,-10-9 1,-1-1-16,-8-8 15,-1-10 1,1 0-16,-1-9 16,10 0-1,0-9-15,18-28 16,1-18-16,9-19 16,9-9-1,-9-19-15,0 1 16,-47 101-1</inkml:trace>
  <inkml:trace contextRef="#ctx0" brushRef="#br0" timeOffset="51884.46">4986 6821 0,'0'0'0,"0"0"0,0 0 16,0 9-16,9 19 16,1 27-1,-1 37-15,1 19 16,-10 0-16,-10 36 16,10-36-1,-9-18-15,9-20 16,0-17-1,-10-19-15,10-37 16</inkml:trace>
  <inkml:trace contextRef="#ctx0" brushRef="#br0" timeOffset="52408.62">4826 7051 0,'0'0'0,"0"-9"16,9-9 0,10-19-16,0 9 15,0 0 1,9-8-16,10-1 16,-1 9-16,1 0 15,-10 10 1,-9 9-16,0-1 15,-10 10 1,-9 0-16,0 10 16,0 17-1,-9 19-15,-10 19 16,0 0-16,10-10 16,-1-9-1,10-18-15,0 0 16,10-10-1,-1 0-15,10 1 16,9-1-16,0 1 16,1-1-1,-1 1-15,-9-1 16,0 1 0,-10 18-16,-9 18 15,-19 19 1,-19 0-16,-9-10 15,0-18-15,-9-9 16,18-18 0,10-10-16,28-9 15</inkml:trace>
  <inkml:trace contextRef="#ctx0" brushRef="#br0" timeOffset="52871.4">5494 7125 0,'0'0'0,"0"0"16,0 10-1,0 17-15,0 10 16,-9 19-1,9 8-15,0-9 16,0-8-16,9-10 16,10-10-1,-10-18-15,10 1 16,9-10 0,10-19-16,-1-8 15,-8-1-15,-1 0 16,-9-9-1,0 0-15,-10 0 16,0-9 0,-9 0-16,0 9 15,-9 0 1,0 10-16,-1 8 16,-9 1-16,0 8 15,-18 20 1,-20 27-16,-27 27 15,84-64 1</inkml:trace>
  <inkml:trace contextRef="#ctx0" brushRef="#br0" timeOffset="55391.43">4431 8002 0,'0'0'0,"0"0"16,0 0-16,0 9 15,9 19 1,1 27-16,-1 56 16,-9 37-1,0 18-15,-9 37 16,-1-9-16,1 27 16,-1-18-1,1 19-15,0-10 16,-1 19-1,1-19-15,-10 10 16,10-10 0,-1 0-16,1-36 15,-1-10-15,1-28 16,9-9 0,9-27-16,1-28 15,-1-10 1,10-8-16,0-1 15,0-18-15,-1-9 16,11-10 0,-1 1-16,10-1 15,-1-9 1,10-9-16,10-9 16,18-9-1,10-1-15,9 1 16,0-10-16,0 10 15,19-1 1,9-9-16,10 10 16,-19 9-1,-10-10-15,1 1 16,-20-1-16,-9 1 16,-9 0-1,10-10-15,-11 0 16,1-9-1,-9-9-15,-1-9 16,-18-1-16,-10-8 16,0-19-1,-9-19-15,-10 1 16,-18-19 0,-10-19-16,-9-27 15,9 18 1,-9-18-16,-10 9 15,10 28-15,0-37 16,9 28 0,-9 8-16,9 10 15,0 10 1,10 26-16,-1 11 16,1 17-1,0 10-15,-1 18 16,10 10-16,0 9 15,0 0 1,0 9-16,0 0 16</inkml:trace>
  <inkml:trace contextRef="#ctx0" brushRef="#br0" timeOffset="55817.33">4365 11196 0,'0'0'0,"28"-28"15,57-37 1,37-18-16,57-9 16,37-10-16,10 1 15,-10-1 1,-18 28-16,-29 19 15,-37 9 1,-10 9-16,-28 9 16,1 10-1,-39 9-15,-18-1 16,-10 10-16,-28 0 16</inkml:trace>
  <inkml:trace contextRef="#ctx0" brushRef="#br0" timeOffset="56239.67">4741 11242 0,'0'0'0,"0"0"15,0 0 1,0 0-16,0 0 15,0 0 1,0 9-16,0 19 16,10 9-16,-1 18 15,1 10 1,-1-10-16,-9-9 16,9 0-1,-9-9-15,10-9 16,-1 0-1,-9-28-15</inkml:trace>
  <inkml:trace contextRef="#ctx0" brushRef="#br0" timeOffset="56889.49">4920 11112 0,'0'0'16,"0"0"-16,0 0 15,0 0 1,9-9-16,10 0 15,0-9 1,9-1-16,1 10 16,-1 0-16,-9-1 15,-1 10 1,1 0-16,-9 0 16,-1 10-1,0-1-15,1 0 16,-10 0-16,9 10 15,-9-10 1,0 0-16,0 0 16,0 1-1,0-1-15,0-9 16,10 9 0,-1-9-16,0 0 15,1 9-15,9 1 16,0-1-1,-1 0-15,-8 0 16,-1 1 0,1 8-16,-1 10 15,0 9-15,-9 9 16,-9 0 0,-10 0-16,-9 0 15,0-9 1,9-9-16,0 0 15,0-10 1,0-9-16,19-9 16</inkml:trace>
  <inkml:trace contextRef="#ctx0" brushRef="#br0" timeOffset="57400.87">5588 11048 0,'0'0'15,"0"9"-15,0 10 16,-9 17 0,-1 20-16,10 8 15,0 1-15,10-19 16,-1-9 0,10-9-16,0-19 15,-1 0 1,20-18-16,9-9 15,10-10 1,-20-9-16,1 0 16,-10-9-16,0 0 15,-9-10 1,-10 19-16,-9-9 16,-9 9-1,0 10-15,-1 8 16,1-8-16,-10 8 15,0 10 1,-18 18-16,37-9 16</inkml:trace>
  <inkml:trace contextRef="#ctx0" brushRef="#br0" timeOffset="63768.33">11251 8177 0,'0'0'0,"0"0"16,0 0-1,0 0-15,0 0 16,0 0 0,0 0-16,0 0 15,0 0 1,0 0-16,0 0 16,0 28-16,0 18 15,0 37 1,10 10-16,-1-1 15,0 19 1,1 36-16,-1-17 16,1 27-1,-1 9-15,-9-19 16,10 29-16,-1-10 16,0 18-1,-9 1-15,10-19 16,-1 10-1,-9-10-15,10-9 16,-1-28-16,-9 0 16,9-18-1,-9-10-15,0-8 16,0-10 0,10-19-16,-10 1 15,0-19-15,0 0 16,0 0-1,0-9-15,9-9 16,-9-28 0</inkml:trace>
  <inkml:trace contextRef="#ctx0" brushRef="#br0" timeOffset="64187.71">11411 12008 0,'0'0'16,"0"0"-16,0 0 16,0 0-1,10 0-15,8 0 16,1-9-16,9-1 16,10 1-1,9-9-15,10-1 16,8 1-1,1-1-15,10 1 16,18-10-16,18 0 16,1 10-1,-9-1-15,9 1 16,0 0 0,0-1-16,-1 10 15,20-10 1,-10 10-16,-28 0 15,-9 0-15,-19 0 16,-10 9 0,-9 0-16,-9 0 15,-10-10 1,1-17-16,-29 27 16</inkml:trace>
  <inkml:trace contextRef="#ctx0" brushRef="#br0" timeOffset="64671.66">12926 8685 0,'0'0'16,"0"9"-16,0 37 15,9 56-15,1 36 16,-1 38-1,10 8-15,-10 29 16,10-10 0,0 27-16,0-26 15,-1 26 1,1-27-16,0 0 16,0-9-16,0-28 15,0 0 1,-1-18-16,-8-19 15,-1-18 1,1-9-16,-1-29 16,0-8-16,1-10 15,-10-55 1</inkml:trace>
  <inkml:trace contextRef="#ctx0" brushRef="#br0" timeOffset="65384.56">11167 10863 0,'0'0'16,"0"0"-16,0 0 16,9-9-1,10 0-15,28-19 16,19 0-1,47-18-15,28-9 16,28 0 0,0-1-16,10 1 15,-19 9-15,-28 0 16,-10 9 0,0-10-16,-18 11 15,-10-1 1,9 9-16,-27 9 15,-11 10 1,-65 9-16</inkml:trace>
  <inkml:trace contextRef="#ctx0" brushRef="#br0" timeOffset="66276.57">11581 11011 0,'0'0'0,"0"0"15,0 0-15,0 0 16,0 0 0,0 0-16,-10 9 15,1 19-15,-10 18 16,0 9-1,0 1-15,0-1 16,1 1 0,8-1-16,1-18 15,-1 0 1,10-10-16,0-8 16,10-1-16,-1-8 15,19 8 1,10-9-16,0-9 15,9 0 1,0 0-16,-10-9 16,-37 9-1</inkml:trace>
  <inkml:trace contextRef="#ctx0" brushRef="#br0" timeOffset="66539.92">11637 11408 0,'0'0'0,"0"9"16,0 19-1,0 27-15,9 10 16,-9 9-1,0-1 1,10 1-16,-1 0 16,1-28-16,-1-18 15,-9-28 1</inkml:trace>
  <inkml:trace contextRef="#ctx0" brushRef="#br0" timeOffset="66834.81">12051 11186 0,'0'0'0,"0"0"16,0 10-16,0 17 15,0 19 1,0 19-16,0 9 16,0 0-1,0 0-15,0-10 16,0-8 0,9-20-16,-9-36 15</inkml:trace>
  <inkml:trace contextRef="#ctx0" brushRef="#br0" timeOffset="67451.89">12324 10863 0,'0'0'16,"0"0"-16,0 0 15,0 0 1,9-9-16,1 0 16,8 0-1,1-1-15,0 1 16,0 0-1,0 9-15,-10 0 16,0 0-16,1 9 16,-1 19-1,-9 9-15,0 9 16,0 0 0,0 0-16,-9-9 15,9-9-15,0-1 16,0 1-1,9-9-15,1-1 16,-1 1 0,10-1-16,9-9 15,0 10-15,-9-10 16,9 9 0,-9 1-16,0-1 15,0 1 1,0 8-16,-10 1 15,0 0 1,-9 0-16,0 8 16,-9 1-16,-10-9 15,-18 9 1,-10-9-16,-48 9 16,95-37-1</inkml:trace>
  <inkml:trace contextRef="#ctx0" brushRef="#br0" timeOffset="69334.86">15767 6784 0,'0'0'0,"0"0"15,-10 9 1,1 19-16,0 9 15,-1 27 1,1 19-16,-1 10 16,1 8-1,0-9-15,-1 1 16,1-29 0,9-18-16,0-46 15</inkml:trace>
  <inkml:trace contextRef="#ctx0" brushRef="#br0" timeOffset="69820.7">15645 6728 0,'0'0'0,"28"-9"16,19-9 0,9-1-16,-18 10 15,-1 0 1,-8 9-16,-1 9 16,-19 0-1,1 10-15,-10 18 16,-19 18-16,-19 19 15,-9 0 1,10-19 0,18-27-16,9-10 15,10-9-15,10 1 16,18 8-16,19 1 16,19-10-1,9 0-15,-18 0 16,-10 10-1,-19-1-15,-9 1 16,-19 8 0,-10 10-16,-27 19 15,-10 8-15,-19 1 16,9-28 0,57-37-16</inkml:trace>
  <inkml:trace contextRef="#ctx0" brushRef="#br0" timeOffset="70177.28">16454 6673 0,'0'0'16,"0"0"-16,0 0 15,0 9 1,0 19-16,0 18 16,0 9-1,-10 10-15,10-10 16,0-8 0,0-10-16,0-1 15,10-8-15,-1-9 16,10-1-1,9-9-15,10 1 16,-1-10 0,-9 0-16,1-10 15,-10 1-15,-19 9 16</inkml:trace>
  <inkml:trace contextRef="#ctx0" brushRef="#br0" timeOffset="70357.53">16510 7098 0,'0'0'16,"0"0"-16,0 9 15,9 9 1,1 19-16,-1 9 16,1 19-1,-1 27-15,-18 1 16,9-93-16</inkml:trace>
  <inkml:trace contextRef="#ctx0" brushRef="#br0" timeOffset="71501.56">14544 7864 0,'0'0'0,"0"0"16,0 0 0,0 0-16,9 18 15,10 38 1,9 45-16,1 28 16,-1 37-16,-9 19 15,-10 9 1,0 0-16,1 18 15,-10-18 1,0 36-16,0-8 16,0 9-16,-10-10 15,10 10 1,0-10-16,0 1 16,0-19-1,0-9-15,-9-28 16,9-18-1,0-10-15,0-27 16,9-10-16,1-27 16,-1-18-1,1-10-15,-1-9 16,0-10 0,1-8-16,9-1 15,-1-8 1,11-1-16,18-9 15,19-9-15,18-10 16,29-18 0,19-9-16,-10 0 15,10 0 1,18-10-16,-27 10 16,-1 0-1,10 0-15,-10 9 16,-9 0-16,-10 0 15,-9 0 1,-9 10-16,-10-10 16,1 0-1,-20 0-15,0-19 16,-9 10-16,1-9 16,-11-19-1,-9 0-15,-9-18 16,-9 0-1,-10-10-15,-10-9 16,1-18 0,-10-19-16,0-18 15,-9 0-15,0-18 16,-1-1 0,1 0-16,-9-8 15,8-1 1,1-9-16,0 18 15,9 10-15,-9 9 16,9 18 0,10 19-16,-1 18 15,1 9 1,-1 29-16,10 8 16,0 10-1,0 18-15,0 9 16,0 10-16,0-1 15,0 19 1</inkml:trace>
  <inkml:trace contextRef="#ctx0" brushRef="#br0" timeOffset="71941.36">14713 10753 0,'0'0'15,"0"0"-15,0 0 16,0 0 0,10 0-16,37-19 15,56-18 1,48-37-16,46-9 16,-27 9-1,27 1-15,-9-10 16,-18-1-16,18 11 15,-57 26 1,-18 11-16,-19 8 16,-9 9-1,-38 1-15,-19 9 16,-18 9-16,-10 0 16</inkml:trace>
  <inkml:trace contextRef="#ctx0" brushRef="#br0" timeOffset="72418.57">14948 11232 0,'0'0'16,"0"0"0,0 0-16,0 0 15,10-9 1,9 0-16,9 0 16,9-10-16,1 10 15,0 0 1,-10 0-16,0 9 15,-9 0 1,-10 9-16,-9 9 16,0 19-1,-18 28-15,-11 18 16,1-18-16,0-10 16,9-9-1,10-9-15,9-19 16,0-8-1,9 8-15,10-9 16,9-9-16,29-18 16,27-28-1,-84 46-15</inkml:trace>
  <inkml:trace contextRef="#ctx0" brushRef="#br0" timeOffset="72807.77">15315 11186 0,'0'0'16,"0"0"-16,0 0 15,0 0 1,10-9-16,18-9 16,0-1-16,10 1 15,-1-1 1,-8 10-16,-11 9 15,-8 0 1,9 9-16,-10 19 16,0 18-16,-9 9 15,-9 1 1,0-1-16,-1-9 16,1-9-1,9-9-15,0-10 16,9 1-1,1-10-15,18 0 16,38-18-16,37-19 16,1-18-1,-1-28-15,-9-9 16,-94 83 0</inkml:trace>
  <inkml:trace contextRef="#ctx0" brushRef="#br0" timeOffset="73153.72">16105 10642 0,'0'0'16,"0"0"-16,0 0 15,0 0 1,-9 18-16,0 10 15,-1 27 1,-9 19-16,1 18 16,8-18-1,1 0-15,9-19 16,0 1-16,0-19 16,9-10-1,1-8-15,8-1 16,11 1-1,8-10-15,1-9 16,9-9-16,9-19 16,-56 28-1</inkml:trace>
  <inkml:trace contextRef="#ctx0" brushRef="#br0" timeOffset="73374.57">16162 11002 0,'0'0'15,"0"0"1,0 18-16,0 28 16,9 19-16,1 27 15,-1 28 1,10-18-16,19 9 15,-38-111 1</inkml:trace>
  <inkml:trace contextRef="#ctx0" brushRef="#br0" timeOffset="74158.64">19915 6673 0,'0'0'15,"0"0"-15,0 0 16,0 0-16,0 9 16,0 10-1,-9 18-15,9 9 16,-9 28 0,9 18-16,-10 0 15,10 1 1,0-20-16,0 1 15,0-9 1,0-19-16,0-9 16,0-28-16,0-9 15</inkml:trace>
  <inkml:trace contextRef="#ctx0" brushRef="#br0" timeOffset="74638.78">19850 6627 0,'0'0'0,"9"-9"16,10-1-1,9 1-15,0-9 16,10 9-1,0-1-15,-1 10 16,1 0-16,-10 10 16,-9 8-1,-10 10-15,1 9 16,-10 18 0,-19 10-16,0-1 15,0-8-15,10-10 16,9-9-1,0-10-15,9 1 16,10 0 0,19-1-16,9 1 15,9 0 1,1-1-16,-10 1 16,-19-9-16,-9 8 15,-10 1 1,-9 18-16,-28 9 15,-10 1 1,-9-10-16,47-46 16</inkml:trace>
  <inkml:trace contextRef="#ctx0" brushRef="#br0" timeOffset="75103.63">20772 6479 0,'0'0'0,"0"0"16,0 0-16,0 28 15,0 18 1,-10 37-16,-9 28 15,1 0 1,8 9-16,1-28 16,9-18-16,9 0 15,1-19 1,8-9-16,1-18 16,9-10-16,1 1 15,-1-10 1,0-9-16,-9 0 15,0 0 1,-10 0-16,0-9 16,-9 9-16,0 0 15,0-10 1,-9 1-16,-10 0 16,-18-9-1,-29-1-15,-28 1 16,94 18-1</inkml:trace>
  <inkml:trace contextRef="#ctx0" brushRef="#br0" timeOffset="75634.87">19360 7845 0,'0'0'0,"0"0"16,0 0-16,10 19 15,18 36 1,10 37-16,-1 10 16,1 55-16,-10 0 15,-9 18 1,0 19-16,-10 37 16,1-1-1,-10-45-15,0 18 16,0 9-1,0-27-15,0-1 16,0-8-16,0-38 16,-10 19-1,1-28-15,9-18 16,-10-19 0,10-18-16,0-9 15,0-10-15,0-18 16,10 0-1,-1-18-15,-9-19 16</inkml:trace>
  <inkml:trace contextRef="#ctx0" brushRef="#br0" timeOffset="75985.69">19633 11334 0,'0'0'15,"0"0"1,10 9-16,-1 0 16,19 10-16,10 9 15,18 9 1,1-10-16,18 1 16,10-10-1,18 1-15,10-10 16,0 0-1,-19-9-15,19 0 16,0-9-16,-19 9 16,0-9-1,0 0-15,0-1 16,-19 1 0,-9 0-16,-9-10 15,-1 1-15,19-28 16,-75 46-1</inkml:trace>
  <inkml:trace contextRef="#ctx0" brushRef="#br0" timeOffset="76507.48">21562 7679 0,'0'0'16,"0"0"-16,0 0 15,-10 28 1,1 46-16,-10 46 16,0 36-1,1 29-15,8 18 16,1 9 0,-10 1-16,9 8 15,-8-27-15,8-9 16,10 8-1,0-17-15,0-1 16,10-18 0,-10-9-16,0-10 15,0-18 1,0-9-16,0 0 16,0-19-16,0 0 15,-10 1 1,-9-10-16,1 27 15,-1-17 1,19-93-16</inkml:trace>
  <inkml:trace contextRef="#ctx0" brushRef="#br0" timeOffset="77168.5">19520 10300 0,'0'0'16,"0"0"-16,0 0 15,0 0 1,0 0-16,10 0 16,27-9-1,67-19-15,65-27 16,48-10-16,8-8 16,-36 17-1,-11 10-15,-27 9 16,-29 0-1,-18 9-15,-29 10 16,-9 9-16,-19 0 16,-10 9-1,-37 0-15</inkml:trace>
  <inkml:trace contextRef="#ctx0" brushRef="#br0" timeOffset="77501.75">19727 10633 0,'0'0'0,"0"0"16,0 0-16,0 0 16,0 0-16,10 18 15,9 10 1,9 18-16,0 18 16,0 10-1,0 9-15,-9-27 16,0-19-1,0-10-15,-19-27 16</inkml:trace>
  <inkml:trace contextRef="#ctx0" brushRef="#br0" timeOffset="77901.55">20188 10485 0,'0'0'0,"0"0"16,-9 9 0,-1 19-16,1 27 15,0 19 1,-1 18-16,20 1 16,-1-29-16,19-8 15,1-19 1,8-10-16,1-18 15,-1 1 1,-8-20-16,-1 1 16,0-9-1,-9-1-15,0-8 16,-10-1-16,1-9 16,-10-9-1,-10 0-15,1 0 16,-10-1-1,-9 10-15,9 10 16,0 8 0,19 19-16</inkml:trace>
  <inkml:trace contextRef="#ctx0" brushRef="#br0" timeOffset="78351.92">20725 10079 0,'0'0'16,"0"0"-16,0 0 15,0 9 1,0 9-16,9 19 16,0 28-16,1 18 15,9 28 1,-1 18-16,-8-18 15,9 0 1,-1-28-16,1-10 16,0-26-1,0-20-15,0 1 16,-10-10-16,10-8 16,0-1-1,0-9-15,-10 0 16,10-9-1,-10-1-15,1-8 16,-1 9-16,-9 0 16,0-1-1,0 1-15,-9 0 16,-10 0 0,-28-1-16,-57 20 15,-18 17 1,122-27-16</inkml:trace>
  <inkml:trace contextRef="#ctx0" brushRef="#br0" timeOffset="81001.75">11778 9599 0,'0'0'0,"0"0"16,0 0 0,0 0-16,0 0 15,-9-9-15,-1-1 16,1 1-1,-1 0-15,-8 0 16,-11-1 0,1 10-16,0-9 15,0 0-15,0 9 16,-1 0 0,1 9-16,9 0 15,-9 10 1,0-1-16,9 10 15,0 9 1,10-9-16,-1-1 16,10 1-16,0-9 15,10-1 1,-1-9-16,1-9 16,8 0-1,1-9-15,19-9 16,-10-1-1,10 1-15,-1-10 16,-8 9-16,-11 1 16,1 9-1,-9 0-15,-1-1 16,0 1 0,-9 9-16,0 0 15,0 0 1,0 0-16,0 0 15,10 9-15,-1 10 16,1 27 0,-1 9-16,0 1 15,-9-1-15,0 10 16,0-10 0,0-9-16,0-9 15,0 0 1,0-19-16,10 1 15,-10-19 1</inkml:trace>
  <inkml:trace contextRef="#ctx0" brushRef="#br0" timeOffset="81567.83">11882 9525 0,'0'0'0,"0"0"15,0 0-15,0 0 16,0 0-1,0 0-15,0 0 16,9 0 0,10-9-16,0 0 15,-1 9-15,1 0 16,0 0 0,0 0-16,0 9 15,-10 9 1,0 10-16,1 9 15,-10 18 1,-10 1-16,1-1 16,-10 0-16,0-18 15,10-9 1,0-10-16,9 1 16,0-10-1,0 0-15,0-9 16,9 10-16,0-10 15,10 9 1,9-9-16,1 0 16,8 0-1,10-9-15,0-1 16,10-17 0,-57 27-16</inkml:trace>
  <inkml:trace contextRef="#ctx0" brushRef="#br0" timeOffset="82151.59">12211 9460 0,'0'0'0,"0"0"15,0 0 1,0 0-16,9-9 16,10 0-16,0 0 15,9-1 1,0 1-16,1 9 16,-11 0-1,1 0-15,-9 0 16,8 9-16,-8 10 15,-1-1 1,1 19-16,-1 0 16,-9 9-1,0-9-15,0-9 16,0 0 0,0-10-16,0 1 15,0-10-15,0 0 16,9 0-1,1 1-15,9-1 16,9 0 0,0 0-16,0 0 15,1-9 1,-11 10-16,1-1 16,-9 0-16,-1 0 15,0 1 1,-9-1-16,0 9 15,-18 19 1,-11 0-16,-27 18 16,56-55-16</inkml:trace>
  <inkml:trace contextRef="#ctx0" brushRef="#br0" timeOffset="84434.68">19887 8916 0,'0'0'0,"0"0"15,0 0-15,0 0 16,-9 9 0,-1 10-16,-8 8 15,-1 10 1,-9 9-16,-10 19 15,0-10 1,1 1-16,8-10 16,11-9-16,8-10 15,10 1 1,0-9-16,0-1 16,10-9-1,8 10-15,20-1 16,0-9-16,9 1 15,0-10 1,0 0-16,-10 0 16,1 0-1,-10-10-15,1 1 16,-29 9-16</inkml:trace>
  <inkml:trace contextRef="#ctx0" brushRef="#br0" timeOffset="84687.67">19850 9230 0,'0'0'15,"0"0"-15,0 0 16,0 0 0,0 0-16,0 9 15,0 19 1,0 18-16,9 0 15,0 18-15,1 1 16,-1 0 0,1-10-16,-1-9 15,0-9 1,10-9-16,-19-28 16</inkml:trace>
  <inkml:trace contextRef="#ctx0" brushRef="#br0" timeOffset="85072.36">20329 9036 0,'0'0'0,"0"0"15,0 0-15,0 0 16,0 0-16,0 9 16,0 10-1,0-1-15,10 10 16,-1-1 0,10 1-16,0 9 15,9 0 1,-9-9-16,0-1 15,0 10 1,-10-9-16,0 0 16,1-1-16,-10 10 15,0 0 1,-10-9-16,-8-1 16,18-27-1</inkml:trace>
  <inkml:trace contextRef="#ctx0" brushRef="#br0" timeOffset="85705.85">20358 9064 0,'0'0'16,"0"0"-16,0 0 16,18-10-1,11 1-15,8-9 16,20-10-1,18 0-15,-9 1 16,-10-1-16,-18 9 16,0 1-1,-10-1-15,-9 10 16,-10 0 0,0 0-16,-9 9 15,0 0 1,0 0-16,0 0 15,0 0 1,10 9-16,-1 9 16,1 10-16,-1 18 15,-9 19 1,0 9-16,-9 18 16,9-9-1,0-9-15,0-9 16,9-10-16,0-9 15,1-9 1,9-9-16,-1-19 16,1 0-1,10 0-15,-1-9 16,-9 0-16,-1-9 16,1 0-1,0-10-15,-10 1 16,1 0-1,-1-1-15,-9 1 16,0-1 0,0 1-16,-9-1 15,-1 10-15,-8 0 16,-1 0 0,-28 9-16,47 0 15</inkml:trace>
  <inkml:trace contextRef="#ctx0" brushRef="#br0" timeOffset="88334.5">7281 7938 0,'0'0'0,"0"0"16,0 0-1,0 0-15,0 0 16,0 0-16,0 0 16,0 0-1,0 0-15,0 0 16,0 0-1,0 0-15,0 0 16,0 0-16,0 9 16,0 9-1,0 19-15,0 18 16,0 1 0,10 45-16,-1 29 15,10 8 1,9 28-16,0 37 15,10-27-15,0 45 16,-10-18 0,10 56-16,-29-1 15,0-18 1,-9 28-16,-9-38 16,0 1-1,-1-28-15,1-18 16,9-56-16,0-27 15,9-19 1,-9-19-16,0-18 16,0-9-1,0-9-15,10-10 16,-10 1-16,0-10 16,0 0-1,0-9-15,0 0 16,0 0-1,0 0-15,0 0 16,0 0-16,9 0 16,0 0-1,1-9-15,9 0 16,9 0 0,9-1-16,10 10 15,10 0 1,9 0-16,0 10 15,9-1-15,19 9 16,-19 1 0,0 8-16,1-8 15,-10-1 1,9 1-16,0-10 16,0-18-1,-75 9-15</inkml:trace>
  <inkml:trace contextRef="#ctx0" brushRef="#br0" timeOffset="88837.1">8805 8104 0,'0'0'16,"0"0"-16,0 0 15,0 27 1,0 47-16,0 55 15,0 47 1,10 54-16,-10 1 16,-10 18-16,10-18 15,0 18 1,10 1-16,-10-47 16,-10 18-16,10-27 15,0 0 1,0-28-16,0-28 15,0 1 1,0-10-16,10-18 16,-1-19-16,1-18 15,-1 9 1,0 0-16,1-18 16,-1-10-1,-9-55-15</inkml:trace>
  <inkml:trace contextRef="#ctx0" brushRef="#br0" timeOffset="89301.38">7639 6719 0,'0'0'0,"0"9"16,0 19-1,9 27-15,10 38 16,0 18-1,0-1-15,9 10 16,-9-9-16,9-19 16,-9-27-1,-10-28-15,-9-37 16</inkml:trace>
  <inkml:trace contextRef="#ctx0" brushRef="#br0" timeOffset="89835.3">7526 6839 0,'0'0'0,"0"-9"15,0-19 1,9-9-16,1 0 15,9-9 1,9 0-16,9 0 16,1 9-1,-10 9-15,0 10 16,-9 9-16,0 9 16,0 0-1,-10 9-15,1 9 16,-1 29-1,-18 17-15,-1 10 16,1-19-16,0-18 16,-1 0-1,10-9-15,10-10 16,-1-8 0,19-1-16,0 0 15,29 0-15,-1 0 16,-9 1-1,-9 8-15,-10 1 16,-9 8 0,-10 10-16,-9 9 15,-9 19 1,-19-10-16,-10 10 16,0-10-16,38-55 15</inkml:trace>
  <inkml:trace contextRef="#ctx0" brushRef="#br0" timeOffset="90254.56">8100 6701 0,'0'0'16,"19"-10"-16,9-8 15,19-10 1,9 1-16,1 8 16,-20 10-1,1 9-15,-10 0 16,0 18 0,1 10-16,-11 18 15,-18 19-15,-9 18 16,-10 0-1,0-9-15,1-10 16,8-17 0,1-10-16,9-10 15,0-8-15,9-10 16,10 0 0,28-9-16,38-18 15,28-10 1,37-18-16,1 0 15,-1 9 1,-150 37-16</inkml:trace>
  <inkml:trace contextRef="#ctx0" brushRef="#br0" timeOffset="90968.58">7667 10789 0,'0'0'0,"0"0"15,0 0 1,0 0-16,0 0 16,9-9-1,10 0-15,9-9 16,29-10-1,9-9-15,37-18 16,20-1-16,-11 10 16,-8 9-1,-1 0-15,-9 10 16,-9 8 0,0-9-16,-1 10 15,-84 18 1</inkml:trace>
  <inkml:trace contextRef="#ctx0" brushRef="#br0" timeOffset="91774.45">7723 11122 0,'0'0'0,"0"0"16,0 0-1,0 0-15,0 0 16,0 0 0,0 0-16,0 0 15,10-10-15,-1 1 16,10-9-1,9-1-15,1 1 16,8-10 0,-9 10-16,1 9 15,-1-1 1,-9 10-16,-10 0 16,0 10-16,1-1 15,-1 18 1,-18 20-16,-1-1 15,-8 18 1,-11-8-16,11-19 16,-1 0-16,9-10 15,1-8 1,0-10-16,9 0 16,0-9-1,0 0-15,0 0 16,9 9-1,0 1-15,1-1 16,-1 9-16,1 1 16,-1-1-1,0 10-15,1 0 16,-10-1 0,-10 1-16,1 0 15,0-10-15,-1 1 16,1-10-1,-1 0-15,1 0 16,9-9 0,0 0-16</inkml:trace>
  <inkml:trace contextRef="#ctx0" brushRef="#br0" timeOffset="92235.34">8053 11196 0,'0'0'0,"0"0"16,0 0-16,0 0 16,0 0-1,0 0-15,9-10 16,10 1-1,9-9-15,-9 8 16,0 1-16,-10 9 16,1 0-1,-1 9-15,-9 28 16,-9 28 0,-20 18-16,1 0 15,0-9-15,9-28 16,0-9-1,10-9-15,9-10 16,0-9 0,0 1-16,9-1 15,10-9 1,19 0-16,9-9 16,-10-1-1,10-8-15,1-19 16,-48 37-16</inkml:trace>
  <inkml:trace contextRef="#ctx0" brushRef="#br0" timeOffset="92435.81">8420 10965 0,'0'0'0,"0"0"16,0 0-16,0 0 15,0 0 1,0 18-16,18 56 16,11 92-1,37 93-15,-10-38 16</inkml:trace>
  <inkml:trace contextRef="#ctx0" brushRef="#br0" timeOffset="94891.56">11242 9220 0,'0'0'0,"0"0"15,0 0 1,0 0-16,9 0 15,10 0-15,19 0 16,18 0 0,38 0-16,29 10 15,18-10 1,19-10-16,18-8 16,-18-10-1,-19 1-15,-9-1 16,-28 9-16,-20 1 15,-9 0 1,-9-1-16,-66 19 16</inkml:trace>
  <inkml:trace contextRef="#ctx0" brushRef="#br0" timeOffset="97675.77">8279 6701 0,'0'0'15,"0"0"-15,0 0 16,0 0 0,0 0-16,0 0 15,-10 0-15,1 0 16,-1 0-1,1 0-15,-1 0 16,1 0 0,9 0-16,-9-10 15,9-8 1,0-10-16,9-9 16,10-9-16,-10 9 15,1 0 1,-1 10-16,1-1 15,-1 10 1,0-1-16,-9 10 16,0 0-16,0-1 15,0 10 1,0 0-16,0 0 16,0 0-1,10 10-15,-1 8 16,10 19-1,0 18-15,0 19 16,-1 9-16,1 0 16,0-9-1,0 19-15,-10-10 16,1-10 0,-1 1-16,0-9 15,-9-10-15,0-9 16,10-9-1,-1 0-15,1-9 16,-10 0 0,0-1-16,9-8 15,-9-10-15,0-9 16</inkml:trace>
  <inkml:trace contextRef="#ctx0" brushRef="#br0" timeOffset="98002.39">8231 7504 0,'0'0'15,"0"0"-15,0 0 16,0 0-1,0 0-15,0 0 16,10-10-16,9 1 16,28-18-1,19-1-15,18-9 16,10 0 0,-18 0-16,-1 9 15,-9 1-15,-10 8 16,1 1-1,-20-1-15,-37 19 16</inkml:trace>
  <inkml:trace contextRef="#ctx0" brushRef="#br0" timeOffset="98768.88">7977 6839 0,'0'0'0,"0"0"16,0 0-1,0 0-15,0 0 16,10 0-1,9-9-15,0 0 16,9-1 0,9-17-16,1-1 15,0 0-15,-1 1 16,-9-1 0,1 10-16,-10-1 15,-10 1 1,0 8-16,1 1 15,-1 0 1,-9 9-16,10 0 16,-1 0-16,0 0 15,1 0 1,-1 0-16,1 0 16,-1 9-1,0 0-15,10 19 16,-9 0-16,-1 9 15,10 9 1,-10 0-16,10 9 16,-10 1-1,1 8-15,-1-8 16,1-10 0,-1 0-16,1 0 15,-1-9-15,-9 0 16,0 0-1,0 0-15,0 0 16,0-37 0</inkml:trace>
  <inkml:trace contextRef="#ctx0" brushRef="#br0" timeOffset="99027.02">8269 7670 0,'0'0'16,"0"0"-16,0 0 15,10-9 1,8-1-16,20-8 16,28-19-1,18-9-15,1 0 16,9-10-16,-19 10 15,1 9 1,-20 0-16,10 0 16,-66 37-1</inkml:trace>
  <inkml:trace contextRef="#ctx0" brushRef="#br0" timeOffset="99668.27">8438 7541 0,'0'0'15,"0"0"-15,0 0 16,0 0-1,10-10-15,27-17 16,11-10 0,17 0-16,39-9 15,-104 46-15</inkml:trace>
  <inkml:trace contextRef="#ctx0" brushRef="#br0" timeOffset="103701.82">11581 8464 0,'0'0'0,"0"0"0,-10 9 15,1 0-15,-10 0 16,0 1-1,0 8-15,0 10 16,1 9 0,8-1-16,1 1 15,9 0 1,0-9-16,9-10 16,1 1-1,-1-10-15,0 0 16,1-9-16,-1 0 15,10-9 1,0-9-16,0-10 16,0-9-16,-1-18 15,-8-19 1,-10 9-16,-10 10 16,1 9-1,-10 9-15,0 9 16,10 10-16,-10 8 15,10 1 1,-1 9-16,10 0 16,0 0-1,0 0-15,10-9 16,18 0 0,0 0-16,10-1 15,-1 10-15,-8 10 16,-1-1-1,0 9-15,-9 19 16,0 19 0,-1-1-16,-8 0 15,9 1 1,-10-19-16,1-10 16,-1 1-16,0-10 15,1 1 1,9-10-16,-10-9 15,10 0 1,-10 0-16,1-9 16,8 0-1,1-19-15,0-27 16,-10-38-16,-9 93 16,-28-350-1,28 350-15,0 0 16,-19-10-1,1 1-15,-11 9 16,-8 9-16,-20 10 16,20-1-1,-1 10-15,10 18 16,18-9 0,10-37-16</inkml:trace>
  <inkml:trace contextRef="#ctx0" brushRef="#br0" timeOffset="104402.43">12192 8233 0,'0'0'0,"0"0"16,0 0-1,9-9-15,20-1 16,-1 1 0,9 0-16,1 0 15,-10-1-15,1 10 16,-1 10-1,-9-1-15,-1 0 16,-8 10 0,-1-1-16,-9 10 15,0-1 1,0 1-16,0 0 16,0 0-16,0-10 15,0-9 1,0 0-16,10 1 15,-1-1 1,10 0-16,9 0 16,0 10-16,1-10 15,-1 10 1,-9-10-16,-1 9 16,-8 1-1,-1 8-15,-9 1 16,-19 18-1,-28 10-15,-28 17 16,-38-8-16,113-65 16</inkml:trace>
  <inkml:trace contextRef="#ctx0" brushRef="#br0" timeOffset="112802.38">11232 7956 0,'0'0'0,"0"0"16,0 0 0,0 0-16,0 0 15,0 0 1,10 0-16,18-9 15,29 0-15,8-1 16,29-8 0,19-1-1,-9 10-15,-1 0 16,20 0-16,-1-1 16,0 1-1,10 0-15,0-9 16,-1-1-1,-8 10-15,-11 0 16,1-1-16,-28 1 16,-19 0-1,0 0-15,-66 9 16</inkml:trace>
  <inkml:trace contextRef="#ctx0" brushRef="#br0" timeOffset="113488.48">11628 6885 0,'0'0'15,"0"0"-15,0 0 16,0 0-16,0 0 15,-10 0 1,1 10-16,-10-1 16,0 18-1,-9 29-15,-10 18 16,10-10 0,0 19-16,9-18 15,10 0-15,9-10 16,0 0-1,9-18-15,0-9 16,1-10 0,9 1-16,-1-10 15,1 0-15,0-9 16,0 0 0,0-9-16,0 0 15,-10 0 1,0-1-16,-9 1 15,0-9 1,0 8-16,0 1 16,-9-9-16,0 9 15,-1-1 1,1 10-16,-10 0 16,9 0-1,1 0-15,0 0 16,-1 0-16,10 0 15</inkml:trace>
  <inkml:trace contextRef="#ctx0" brushRef="#br0" timeOffset="113939.22">11806 7015 0,'0'0'0,"0"0"16,0 0-1,0 0-15,0 0 16,10-10 0,-1 1-16,10 0 15,9-10-15,0 1 16,1 9 0,-11-1-16,1 10 15,-9 0 1,-1 10-16,0 8 15,-9 10 1,-9 18-16,-10 9 16,0-8-16,1 8 15,8-18 1,1 0-16,-1-10 16,10-8-1,0-1-15,0 1 16,10-10-16,9 0 15,28 0 1,37-9-16,1-18 16,9-10-1,0-9-15,-28 1 16,-66 36 0</inkml:trace>
  <inkml:trace contextRef="#ctx0" brushRef="#br0" timeOffset="114418.61">12408 6904 0,'0'0'15,"0"0"-15,0 0 16,0 0 0,0 0-16,0 0 15,0 0 1,10-9-16,9-1 15,-1 1-15,1 9 16,0 0 0,-10 0-16,1 9 15,-1 1 1,-9 8-16,0 10 16,-9 9-1,-1 0-15,1-10 16,9 1-16,0-10 15,0 1 1,9-1-16,10 1 16,9-10-1,10 9-15,0-8 16,-1-1 0,1 9-16,-10 1 15,-9-10-15,-10 10 16,-9 8-1,-9 10-15,-29 18 16,-18 1 0,0-10-16,8-18 15,48-28-15</inkml:trace>
  <inkml:trace contextRef="#ctx0" brushRef="#br0" timeOffset="114958.35">11242 5990 0,'0'0'15,"0"0"-15,0 0 16,0 0 0,0 0-16,0 19 15,9 17 1,1 29-16,-1 9 15,-9 0-15,0 18 16,0 0 0,0 1-16,0-20 15,0-17 1,0-19-16,0-19 16,0 1-1,0-19-15</inkml:trace>
  <inkml:trace contextRef="#ctx0" brushRef="#br0" timeOffset="115511.49">11185 6258 0,'0'0'0,"0"0"16,0 0-1,0 0-15,10-10 16,-1-8-1,10-19-15,9 0 16,10 0-16,0 0 16,9 0-1,0 10-15,-10 8 16,-9 10 0,-9 0-16,-9 9 15,-1 0-15,-9 0 16,0 18-1,0 10 1,-9 9-16,9 0 16,0 0-16,0-10 15,0 1 1,9-9-16,0-1 16,10 0-16,10 1 15,8-1 1,1 1-16,-1-1 15,-8 1 1,-1-1-16,-9 10 16,-10 0-1,0 9-15,-18 18 16,-19 0-16,-10 10 16,1-19-1,-1-9-15,0-9 16,10-10-1,0-9-15,9 1 16,19-10 0</inkml:trace>
  <inkml:trace contextRef="#ctx0" brushRef="#br0" timeOffset="116721.82">12173 5870 0,'0'0'0,"0"0"15,0 0-15,10 0 16,18-9-16,9 0 16,1-1-1,9 1-15,0 9 16,-9 0 0,-1 0-16,-8 9 15,-11 1 1,-8-1-16,-10 9 15,0 10-15,-10 0 16,1 9 0,0-10-16,-1-8 15,1-1 1,9-9-16,0 1 16,9-1-1,1 0-15,18 0 16,9 1-16,1-1 15,-10 0 1,1 9-16,-11 1 16,-8-1-1,-10 19-15,-10 0 16,-27 28 0,-20-1-16,-18 10 15,-19 0-15,94-74 16</inkml:trace>
  <inkml:trace contextRef="#ctx0" brushRef="#br0" timeOffset="117835.26">10997 6765 0,'0'0'0,"0"0"16,0 0-1,0 10-15,10 17 16,-1 29 0,0 36-16,1 19 15,-1 18 1,-9 37-16,0-9 15,0-9-15,0-10 16,0-9 0,10-18-16,-10-19 15,0 1 1,9-20-16,1 1 16,-1-18-16,-9-56 15</inkml:trace>
  <inkml:trace contextRef="#ctx0" brushRef="#br0" timeOffset="118485.81">13067 6821 0,'0'0'0,"0"9"16,-10 0-16,-8 19 16,-1 9-1,0 18-15,0 10 16,-9 18-16,0 9 16,0 28-1,-1 9-15,1 10 16,9 18-1,-9 9-15,0-19 16,9 20-16,0-29 16,10-18-1,-1-9-15,10-19 16,10-18 0,-1-19-16,1-9 15,-1 1 1,10 17-16,-19-64 15</inkml:trace>
  <inkml:trace contextRef="#ctx0" brushRef="#br0" timeOffset="125001.86">3688 12322 0,'0'0'0,"0"0"0,0 0 16,0 0-16,0 0 16,9 0-1,10 0-15,9 0 16,29 0 0,37 9-16,9 0 15,10-9-15,0 0 16,9-9-1,10 0-15,-10-1 16,1 1 0,8 9-16,-8 0 15,-11 0 1,-8 0-16,-10 0 16,-9 9-16,-20 1 15,-17-1 1,-1-9-16,-19 0 15,-28 0 1</inkml:trace>
  <inkml:trace contextRef="#ctx0" brushRef="#br0" timeOffset="125318.77">5372 11999 0,'0'0'15,"0"0"-15,0 0 16,18 9 0,1 0-16,9 0 15,1 0 1,-1 10-16,0-1 15,-9 10-15,0 9 16,-10 0 0,1 28-16,-20-1 15,-18 10 1,0-9-16,28-65 16</inkml:trace>
  <inkml:trace contextRef="#ctx0" brushRef="#br0" timeOffset="127288.64">23001 6212 0,'0'0'16,"0"0"-16,0 0 15,0 0 1,0 18-16,10 10 16,-1 9-16,0 27 15,1 10 1,-1 28-16,-9-10 16,10-9-1,-10 0-15,0-18 16,0-10-1,0-18-15,0-9 16,0-10-16,0-9 16,0-9-1,0 0-15</inkml:trace>
  <inkml:trace contextRef="#ctx0" brushRef="#br0" timeOffset="127885.73">23312 6082 0,'0'0'0,"0"0"16,0 0-16,9-9 16,10 0-16,0 0 15,9-1 1,9 10-16,1 0 16,0 10-1,-10-1-15,0 9 16,-9 1-1,0 8-15,-10 10 16,-9 19-16,-9-1 16,-1-18-1,-8 9-15,8-18 16,1 0 0,9-10-16,0 1 15,9-1-15,1 0 16,8 1-1,11-1-15,-1 1 16,0-1 0,-9 1-16,0 8 15,-10 1-15,-9 9 16,-9 9 0,-10 0-16,-9 0 15,-10 1 1,0-10-16,10-10 15,0-8 1,28-19-16</inkml:trace>
  <inkml:trace contextRef="#ctx0" brushRef="#br0" timeOffset="128402.3">24045 6202 0,'0'0'0,"0"0"15,0 0 1,0 0-16,0 0 16,0 0-1,0 10-15,-9 26 16,0 11 0,-10 17-16,9 19 15,1 10 1,9-29-16,9-8 15,1-1-15,9-18 16,-1-19 0,1 1-16,0-10 15,9-9 1,0 0-16,1-9 16,-1-10-16,0 1 15,0-19 1,1 0-16,-11-9 15,1 0 1,-9 9-16,-10 0 16,0 0-16,-10 0 15,1 9 1,-10 1-16,10 8 16,-10 10-1,0 0-15,0 0 16,10 9-16,-10 0 15,0 9 1,0 0-16,19-9 16</inkml:trace>
  <inkml:trace contextRef="#ctx0" brushRef="#br0" timeOffset="128685.53">24779 6811 0,'0'0'15,"0"0"-15,0 0 16,0 0 0,0 19-16,-9 9 15,-10 27 1,-9 19-16,-10 9 15,-9-9 1,-9 9-16,9-19 16,9-8-16,10-10 15,9-18 1,19-28-16</inkml:trace>
  <inkml:trace contextRef="#ctx0" brushRef="#br0" timeOffset="129502.11">25325 6378 0,'0'0'0,"-10"0"16,1 0-1,-10 0-15,0 0 16,10 0-16,-1 0 15,10 0 1,-9 0-16,9 0 16,0 0-1,0 0-15,9-10 16,1 1-16,9-9 16,9-1-1,-9 10-15,0 0 16,-1 9-1,-8 0-15,-1 0 16,-9 9 0,0 10-16,0 8 15,-9 10-15,-1 0 16,1 0 0,9-9-16,0-1 15,0-8 1,9-1-16,10 10 15,0 0-15,9-1 16,0 1 0,-9-10-16,0 1 15,-10-1 1,1 1-16,-10 9 16,-10-1-16,-8 10 15,-11 0 1,-18 0-16,10-19 15,37-18 1</inkml:trace>
  <inkml:trace contextRef="#ctx0" brushRef="#br0" timeOffset="129972.2">25861 6193 0,'0'0'0,"0"0"16,0 0-16,0 0 16,0 0-1,0 0-15,19 0 16,18 0 0,29-9-16,10 0 15,-1-1 1,-9 10-16,-19 10 15,-10-1-15,-18 0 16,0 10 0,-19-1-16,-9 28 15,-20 10 1,-37 27-16,-9-10 16,9-8-1,10 0-15,18-19 16,19-19-16,10-8 15,0-1 1,9-8-16,9-1 16,10 0-1,18 0-15,39 1 16,-1-10-16,10-10 16,9-8-1,19-19-15,-113 37 16</inkml:trace>
  <inkml:trace contextRef="#ctx0" brushRef="#br0" timeOffset="130227.54">26830 5999 0,'0'0'15,"0"0"1,0 0-16,0 0 15,0 0-15,0 10 16,0 17 0,0 19-16,0 37 15,9 19 1,-9-1-16,0 10 16,10-18-1,-10-29-15,9 1 16,-9-65-16</inkml:trace>
  <inkml:trace contextRef="#ctx0" brushRef="#br0" timeOffset="130501.78">27592 6673 0,'0'0'0,"0"0"16,0 9-16,0 10 16,-9 8-1,-10 29-15,-28 36 16,-19 28 0,-19-9-16,-18 9 15,-10 0 1,9-28-16,10-27 15,19-19-15,75-46 16</inkml:trace>
  <inkml:trace contextRef="#ctx0" brushRef="#br0" timeOffset="131502.63">27893 5916 0,'0'0'0,"0"0"16,0 0 0,0 0-16,9 9 15,1 1-15,-1 8 16,1 19 0,-1 18-16,-9 19 15,-9 9 1,-1-9-16,-9-9 15,10-10-15,0-9 16,9 0 0,0-9-16,9-18 15,0-1 1,20 1-16,18-1 16,0-9-1,0-9-15,9 0 16,-9-9-1,10-18-15,-57 27 16</inkml:trace>
  <inkml:trace contextRef="#ctx0" brushRef="#br0" timeOffset="131723.19">28128 6405 0,'0'0'0,"0"0"16,0 0-1,0 10-15,0 8 16,0 19 0,0 28-16,0-1 15,0 1-15,0-1 16,0 1 0,10-10-16,-1-8 15,0-20 1,-9-27-16</inkml:trace>
  <inkml:trace contextRef="#ctx0" brushRef="#br0" timeOffset="132002.37">28683 6119 0,'0'0'16,"0"0"-16,0 0 15,0 0 1,0 9-16,10 19 16,-10 28-1,9 17-15,-9 20 16,0-1 0,0-9-16,9-18 15,-9-10-15,10-18 16,-1-9-1,1-10-15,-10-18 16</inkml:trace>
  <inkml:trace contextRef="#ctx0" brushRef="#br0" timeOffset="132569.07">29003 6184 0,'0'0'0,"0"0"16,0 0 0,0 0-16,19-9 15,0-1 1,9-8-16,19-1 16,9 1-16,1 0 15,-20 8 1,1 1-16,0 9 15,-19 0 1,-1 0-16,1 9 16,-9 1-1,-1 8-15,-9 10 16,-9 9-16,-10 18 16,0-9-1,10-9-15,-1-9 16,1-1-1,9 1-15,0-9 16,0-1 0,9 1-16,10-1 15,0 10-15,0-1 16,-1 1 0,1 0-16,-9-1 15,-1 1 1,0 9-16,-9 0 15,-9 0 1,-10 0-16,-9 0 16,0 0-16,0-10 15,-1-8 1,10-1-16,19-18 16</inkml:trace>
  <inkml:trace contextRef="#ctx0" brushRef="#br0" timeOffset="132809.24">30085 6691 0,'0'0'16,"0"0"-16,0 0 16,-10 10-1,1 17-15,-10 10 16,-18 28-1,-10 18-15,0 0 16,-19 9-16,9-18 16,-9 9-1,1-9-15,-1-19 16,66-55 0</inkml:trace>
  <inkml:trace contextRef="#ctx0" brushRef="#br0" timeOffset="134040.34">30875 6258 0,'0'0'0,"0"0"15,0 0-15,0-10 16,0 1 0,-9 0-16,-1 0 15,1-10-15,-10 1 16,0-10-1,-9 0-15,-19-8 16,0 8 0,0 0-16,0 10 15,9 9-15,1-1 16,-1 10 0,10 10-16,0-1 15,-1 9 1,11 10-16,-1 9 15,9 0 1,10 0-16,10 0 16,-1-10-16,10-8 15,19-1 1,9-9-16,18-9 16,1-9-1,10-9-15,-11-1 16,-18 1-16,-9-1 15,-10 1 1,-9 9-16,0-1 16,-10 10-1,1 0-15,-1 0 16,1 10 0,-1 8-16,0 19 15,1 9-15,-1 19 16,-9 9-1,0 9-15,-9-19 16,9-8 0,0-19-16,0-1 15,0-36 1</inkml:trace>
  <inkml:trace contextRef="#ctx0" brushRef="#br0" timeOffset="134519.1">31223 6119 0,'0'0'16,"0"0"-16,0 0 16,0 0-1,0 0-15,0 0 16,0 0-16,10-9 15,-1 0 1,10 0-16,0-1 16,-1 1-1,11 0-15,-1 9 16,0 0-16,0 9 16,-9 10-1,0 8-15,-10 19 16,-9 19-1,-18 0-15,-20 27 16,0-18 0,1 0-16,-10-19 15,9-9-15,19-18 16,10-10 0,-1 1-16,10-10 15,0-9 1,19 9-16,19-9 15,56-9 1,47-37-16,-141 46 16</inkml:trace>
  <inkml:trace contextRef="#ctx0" brushRef="#br0" timeOffset="135069.5">31778 5870 0,'0'0'0,"0"0"16,0 0-1,0 0-15,0 0 16,0 0 0,0 0-16,0 0 15,0 0-15,10 0 16,-1 0-1,0 0-15,10 0 16,-9 0 0,-1 9-16,10 10 15,-10-1-15,1 10 16,-10 18 0,-10 9-16,-9 1 15,1-1 1,-1 1-16,0-20 15,0 1-15,10-9 16,-1-9 0,10-1-16,0-9 15,10 0 1,-1 1-16,10 8 16,9-9-1,0 10-15,-9-10 16,0 0-16,-9 1 15,-1-1 1,0 9-16,-9 1 16,-9 8-1,0 1-15,-10 0 16,-10-1 0,29-27-16</inkml:trace>
  <inkml:trace contextRef="#ctx0" brushRef="#br0" timeOffset="135254.53">32399 6572 0,'0'0'16,"0"0"-16,-9 9 15,-10 18 1,-28 56-16,-38 65 15,-56 74-15,19-28 16</inkml:trace>
  <inkml:trace contextRef="#ctx0" brushRef="#br0" timeOffset="136785.72">23302 8067 0,'0'0'0,"0"0"16,0 0-1,0 0-15,0 0 16,0 0 0,0 0-16,0 0 15,0 0-15,0 0 16,0 0-1,0 0-15,0 0 16,0 0 0,0 0-16,-9 9 15,-10 9 1,-9 10-16,-1 9 16,1 9-16,9 0 15,1 0 1,18-9-16,0 0 15,9-9 1,10 0-16,18-1 16,20-17-16,28-10 15,-1-19 1,-8-9-16,-1 1 16,-9-10-1,-19 0-15,-19 9 16,-9 10-1,-10-1-15,-9 1 16,0-1-16,-9 1 16,-1-1-1,-9-8-15,1 8 16,-1 1 0,9-1-16,1 1 15,9-1 1,0 10-16,0-9 15,9-1-15,10 1 16,9-1 0,10 10-16,19 9 15,8 9 1,-8 10-16,9 18 16,0 9-16,-10 9 15,0 19 1,-9 0-16,1 0 15,-11-19 1,-9 1-16,1-10 16,-1-19-1,0-8-15,0-1 16,10-8-16,0-10 16,9-10-1,9-8-15,-9-10 16,0-9-1,-19 0-15,1 0 16,-20 10-16,-9-10 16,0 0-1,-9 0-15,-20 0 16,-18 0 0,-9 0-16,-29 10 15,0 8 1,10 19-16,9 9 15,10 1-15,9 8 16,19 0 0,18 1-16,10-19 15</inkml:trace>
  <inkml:trace contextRef="#ctx0" brushRef="#br0" timeOffset="137394.06">25146 8021 0,'0'0'15,"0"0"-15,0 0 16,0 0-1,0-10-15,9 1 16,10-9-16,19-1 16,-1 1-1,1-1-15,0 1 16,-10 9 0,-9 9-16,-10 0 15,1 0-15,-1 0 16,0 9-1,-9 9-15,-9 19 16,0 0 0,-10 0-16,9-9 15,10-10 1,0 1-16,0-1 16,10-9-16,9 10 15,9-1 1,9-9-16,1 10 15,-10-10 1,1 10-16,-11-10 16,1 9-16,-9 10 15,-10 9 1,-19 9-16,-19 9 16,0 1-1,1-19-15,-10 0 16,9-10-1,10-8-15,9-10 16,10-9-16,9 0 16</inkml:trace>
  <inkml:trace contextRef="#ctx0" brushRef="#br0" timeOffset="137635.93">26002 8584 0,'0'0'0,"0"0"15,0 0 1,0 0-16,0 9 16,0 9-16,-9 19 15,-10 28 1,-38 46-16,-18 9 15,-19 46 1,-28 27-16</inkml:trace>
  <inkml:trace contextRef="#ctx0" brushRef="#br0" timeOffset="138919.54">27027 7965 0,'0'0'0,"0"0"15,0 0-15,0 0 16,-9 9-1,-10 10-15,-28 36 16,0 28-16,-9 37 16,-1 0-1,20-9-15,18-28 16,9-9 0,20-19-16,9-27 15,-1 0-15,20-10 16,9-18-1,0 0-15,0-9 16,-9 0 0,-10-1-16,-9 1 15,-10 0 1,1 0-16,-1 0 16,-9 9-16,0-10 15,-9 1 1,-10 0-16,0 0 15,-9-1 1,0 10-16,9 0 16,9 0-16,1 0 15,9 0 1</inkml:trace>
  <inkml:trace contextRef="#ctx0" brushRef="#br0" timeOffset="139353.94">27470 8141 0,'0'0'15,"0"0"-15,0 0 16,0 0 0,0 0-16,0 0 15,0 0-15,0 0 16,9 0-1,19-10-15,0 1 16,1 9 0,-10 0-16,-1 0 15,-8 0 1,-1 0-16,1 9 16,-10 1-16,0 8 15,-10 10 1,-9 18-16,-9 9 15,9-9 1,0-9-16,10-9 16,0 0-16,9-10 15,0-9 1,18 1-16,20-1 16,28-9-1,47-19-15,0-18 16,-113 37-1</inkml:trace>
  <inkml:trace contextRef="#ctx0" brushRef="#br0" timeOffset="139887.71">27978 7956 0,'0'0'0,"0"0"16,0 0-1,0 0-15,9-9 16,10 0 0,9-1-16,10 1 15,-1 9 1,1 0-16,0 0 16,-10 9-16,-9 1 15,-1-1 1,-8 9-16,-1 1 15,-9 8 1,0 10-16,-19 9 16,1 1-16,-11-1 15,11-9 1,8-10-16,1-8 16,9-10-1,0 0-15,9 0 16,10 10-1,19-1-15,18 1 16,1-1-16,-20 1 16,-9-1-1,-9 1-15,0-1 16,-10 1 0,-9 8-16,-9 1 15,0 0-15,-20 9 16,-8-1-1,-1-8-15,-9 0 16,47-28 0</inkml:trace>
  <inkml:trace contextRef="#ctx0" brushRef="#br0" timeOffset="140153.01">28909 8464 0,'0'0'0,"0"0"15,0 9 1,0 0-16,0 19 16,-9 9-1,-20 18-15,-18 28 16,-9 9-1,-10 1-15,-9-10 16,-1-9-16,76-74 16</inkml:trace>
  <inkml:trace contextRef="#ctx0" brushRef="#br0" timeOffset="140872.31">29182 7928 0,'0'0'15,"0"0"-15,0 0 16,9-9-1,1 0-15,-1 0 16,10-1-16,0 1 16,9 0-1,0 0-15,0 9 16,-9 0 0,0 9-16,-10 0 15,1 10 1,-10 18-16,-10 9 15,-8 9 1,-11 10-16,-8-1 16,-1-8-16,19-10 15,10-19 1,-1 1-16,10-9 16,10-10-1,9 0-15,18 0 16,29-18-16,38-19 15,-104 28 1</inkml:trace>
  <inkml:trace contextRef="#ctx0" brushRef="#br0" timeOffset="141302.54">29633 7836 0,'0'0'0,"0"0"15,0 0-15,0 0 16,0 0-16,0 0 16,10 0-1,27-9-15,10 0 16,10-1 0,-20 1-16,-8 9 15,-10 0 1,-1 0-16,-8 0 15,-1 9 1,1 1-16,-10 8 16,-10 19-16,-9 18 15,1-9 1,-1 1-16,0-11 16,9-8-1,1-9-15,9-1 16,0 1-16,9-1 15,10-9 1,19 0-16,28 1 16,28-20-1,28-17-15,-122 27 16</inkml:trace>
  <inkml:trace contextRef="#ctx0" brushRef="#br0" timeOffset="141672.43">30489 7485 0,'0'0'0,"0"0"15,0 0 1,0 0-16,0 9 15,-9 10-15,-10 18 16,-9 9 0,0 9-16,-10 1 15,10-1 1,9 1-16,0-1 16,10-18-1,9 0-15,0-10 16,9-8-16,10-1 15,0 1 1,9-1-16,0-9 16,10-9-1,0-9-15,-38 9 16</inkml:trace>
  <inkml:trace contextRef="#ctx0" brushRef="#br0" timeOffset="141888.69">30442 7854 0,'0'0'0,"0"0"16,0 0-1,0 0-15,0 10 16,0 8 0,0 10-16,0 18 15,0 28 1,-9 27-16,0-8 15,9-20-15,0-8 16,0-65 0</inkml:trace>
  <inkml:trace contextRef="#ctx0" brushRef="#br0" timeOffset="142106.07">31073 8048 0,'0'0'0,"0"0"16,0 0-16,0 0 16,0 9-1,-10 19-15,-18 46 16,-28 46-16,-10 9 16,-10 10-1,1 8-15,19-54 16,56-93-1</inkml:trace>
  <inkml:trace contextRef="#ctx0" brushRef="#br0" timeOffset="142558.41">31393 7688 0,'0'0'0,"0"0"16,0 0-16,0 0 16,0 0-1,0 10-15,0 17 16,-10 38-1,-9 27-15,0 19 16,1 0-16,-1-19 16,0-9-1,10-28-15,-1-18 16,10-37 0</inkml:trace>
  <inkml:trace contextRef="#ctx0" brushRef="#br0" timeOffset="143032.31">31534 7781 0,'0'0'16,"0"0"-16,0 0 16,0 0-16,0 0 15,0 18 1,-10 19-16,1 37 15,-1 9 1,10 9-16,10-18 16,9-9-1,-1-19-15,1-9 16,9-19-16,-9-9 16,0 1-1,0-10-15,0 0 16,0-10-1,-1 1-15,-8 0 16,9-10-16,-10 1 16,0-10-1,1-9-15,-10 0 16,0 10 0,-10-1-16,1 0 15,0 1 1,-10 8-16,0 1 15,10 9-15,-1-1 16,1 1 0,9 9-16,0 0 15</inkml:trace>
  <inkml:trace contextRef="#ctx0" brushRef="#br0" timeOffset="143508.65">32352 7430 0,'0'0'16,"0"0"-16,0 0 16,-9 9-1,-10 19-15,-9 18 16,-10 28-1,0 18-15,1 10 16,18-10 0,10-18-16,-1-10 15,10-8-15,0-10 16,10-18 0,-1-1-16,10-8 15,0-10 1,-1 0-16,1-9 15,0 0-15,0-9 16,-10 0 0,1-1-16,-1 1 15,0 0 1,-9 0-16,0 9 16,0-9-16,0 9 15,-9-10 1,-10 1-16,-9 0 15,-10 9 1,38 0-16</inkml:trace>
  <inkml:trace contextRef="#ctx0" brushRef="#br0" timeOffset="143702.37">32719 7993 0,'0'0'0,"0"0"15,0 0 1,0 0-16,0 0 16,0 18-1,-9 28-15,-20 56 16,-27 55 0,-48 37-16,-8 9 15</inkml:trace>
  <inkml:trace contextRef="#ctx0" brushRef="#br0" timeOffset="144607.97">29671 9156 0,'0'0'16,"0"0"-16,0 9 16,-9 10-1,-10 17-15,-9 20 16,-1 8-16,-8 10 16,-1 0-1,10-9-15,0-10 16,-1-9-1,20-18-15,0-10 16,9-8 0,0-1-16,9 0 15,19-9-15,19 0 16,47-9 0,0-10-16,0-8 15,-9-1 1,0-9-16,-85 37 15</inkml:trace>
  <inkml:trace contextRef="#ctx0" brushRef="#br0" timeOffset="144824.68">29859 9368 0,'0'0'16,"0"0"-16,0 0 15,-9 9 1,-1 1-16,1 8 15,-1 10 1,1 18-16,0 28 16,-1 27-1,1-8-15,9-10 16,0-10 0,9-8-16,-9-65 15</inkml:trace>
  <inkml:trace contextRef="#ctx0" brushRef="#br0" timeOffset="145219.37">30405 9322 0,'0'0'0,"-10"9"16,1 0 0,0 10-16,-1-1 15,1 1 1,9 8-16,9 1 16,10 0-1,19 0-15,-1-1 16,1 1-16,-10-10 15,0 1 1,-9-1-16,0 10 16,-10-10-16,-9 10 15,0 0 1,-9 0-16,-1-10 16,-8 0-1,-29-8-15,47-10 16</inkml:trace>
  <inkml:trace contextRef="#ctx0" brushRef="#br0" timeOffset="145386.26">30254 9165 0,'0'0'16,"0"0"0,19-9-16,0 9 15,18-9 1,39-1-16,74 10 15,38-9-15,48-9 16</inkml:trace>
  <inkml:trace contextRef="#ctx0" brushRef="#br0" timeOffset="145869.41">31656 8888 0,'0'0'16,"0"0"-16,0 0 15,0 0 1,0 0-16,0 0 16,0 0-1,-19 19-15,-9 8 16,-29 29-16,1 18 16,-10 18-1,19-18-15,-9 9 16,18-19-1,10-18-15,9 1 16,10-10 0,9-1-16,9-17 15,0-1-15,10-8 16,19-1 0,-1 0-16,11-9 15,-1-9 1,0 0-16,-10-10 15,1 1-15,-10-1 16,-9 1 0,0-1-16,-10 10 15,1 0 1,-10 0-16,0 9 16,-10-10-1,-9 1-15,-18 9 16,-39 9-16,76-9 15</inkml:trace>
  <inkml:trace contextRef="#ctx0" brushRef="#br0" timeOffset="147103.01">24582 10716 0,'0'0'0,"9"0"15,19 0 1,10 0-16,28 0 15,0 0-15,18 0 16,1 0 0,0 0-16,9-10 15,9 10 1,1 0-16,8-9 16,30-9-1,-11 8-15,10-8 16,10 9-16,-10 0 15,10-1 1,18 1-16,-19 0 16,1-10-1,18 19-15,1-9 16,-1 9-16,10-9 16,-1 9-1,29 0-15,-37 0 16,27-9-1,-18 9-15,9 0 16,19 0 0,-19 0-16,10-10 15,-1 1-15,1 9 16,-1 0 0,-8 0-16,-1 0 15,0 0 1,9-9-16,-8 9 15,18-18 1,0 8-16,9-8 16,-37-1-16,-10 1 15,-19 9 1,-27 0-16,-29-1 16,-28 1-1,-10 0-15,-18 0 16,-38 9-16</inkml:trace>
  <inkml:trace contextRef="#ctx0" brushRef="#br0" timeOffset="149719.15">931 13097 0,'0'0'15,"0"0"-15,0 0 16,0 0 0,0 0-16,0 0 15,0 0-15,0 0 16,0 0 0,0 0-16,0 9 15,0 19 1,19 27-16,0 19 15,9 9 1,-9 0-16,-10 9 16,10 10-16,0-28 15,-19 0 1,9-19-16,-9-9 16,0-9-1,0-18-15,0-19 16</inkml:trace>
  <inkml:trace contextRef="#ctx0" brushRef="#br0" timeOffset="150069.12">706 13208 0,'0'0'0,"0"0"16,0-19-1,0-9-15,18-8 16,1-20 0,9 1-16,19 9 15,-9 9 1,9 9-16,-19 19 16,1 9-16,8 9 15,-18 10 1,9 17-16,-9 20 15,-19 8 1,9 19-16,-18-18 16,9-10-16,0-18 15,0 0 1,0-9-16,0-28 16</inkml:trace>
  <inkml:trace contextRef="#ctx0" brushRef="#br0" timeOffset="150338.74">1580 12792 0,'0'0'0,"0"0"16,0 0-1,0 0-15,0 10 16,0 17 0,0 19-16,0 28 15,10 9-15,-1 10 16,1-20 0,8-8-16,-8-28 15,-10-37 1</inkml:trace>
  <inkml:trace contextRef="#ctx0" brushRef="#br0" timeOffset="150619.64">1646 12811 0,'0'0'0,"0"0"16,0 0-16,10 9 16,-1 9-1,19 19-15,-18 10 16,27 26-16,-27 1 16,9-9-1,-10-10-15,-9-18 16,-9-9-1,9-28-15</inkml:trace>
  <inkml:trace contextRef="#ctx0" brushRef="#br0" timeOffset="150886.16">1289 12746 0,'0'0'16,"9"-9"-16,10-10 15,19-8 1,9-19-16,19-10 16,18-8-1,39-10-15,-29 18 16,-29 29-16,-8 18 15,-19 9 1,-38 0-16</inkml:trace>
  <inkml:trace contextRef="#ctx0" brushRef="#br0" timeOffset="151152.62">1486 13715 0,'0'0'0,"0"0"0,0 0 16,0 0-1,10 0-15,9-9 16,28-28 0,37-18-16,57-56 15,19-18-15,-19 18 16,-28 19-1,-28 18 1,-19 9-16,-29 28 16,-37 37-16</inkml:trace>
  <inkml:trace contextRef="#ctx0" brushRef="#br0" timeOffset="151503.09">753 14398 0,'0'0'0,"0"0"16,18-9-16,1-9 16,47-10-1,47-27-15,47-19 16,19-19 0,-1 1-16,1 0 15,9-1 1,0-8-16,19 9 15,10-10-15</inkml:trace>
  <inkml:trace contextRef="#ctx0" brushRef="#br0" timeOffset="158112.37">26604 11279 0,'0'0'0,"0"0"0,0 0 16,0 0-16,10-19 15,-1-27 1,10-46-16,9-37 15,0-19 1,0 19-16,-9 27 16,0 10-16,0 18 15,0 19 1,-10 8-16,1 11 16,-1 8-1,-9 9-15,0 1 16,0 9-16,0 9 15</inkml:trace>
  <inkml:trace contextRef="#ctx0" brushRef="#br0" timeOffset="158456.34">27018 11048 0,'0'0'0,"0"0"16,0 0-1,9-9-15,10-1 16,10-8 0,-1-19-16,9-28 15,10-18 1,-9-9-16,0-19 15,-10-9 1,0 19-16,-9 9 16,0 18-16,0 9 15,-10 19 1,0 9-16,1 0 16,-1 0-1,-9 37-15</inkml:trace>
  <inkml:trace contextRef="#ctx0" brushRef="#br0" timeOffset="158920.87">26519 10466 0,'0'0'0,"0"0"16,0 0-1,0 0-15,0 0 16,0 0 0,0-9-16,19-9 15,28-28 1,29-19-16,8-18 15,10 0-15,-9 18 16,-10 1 0,-18 8-16,-10 19 15,0 0 1,-10 10-16,-8 8 16,-11 10-1,1 0-15,0 0 16,9 9-16,1 9 15,18 18 1,9 29-16,10 64 16,-19 0-1,9 101-15,1 10 16</inkml:trace>
  <inkml:trace contextRef="#ctx0" brushRef="#br0" timeOffset="171303.3">9342 12940 0,'0'0'0,"0"0"16,0 0-1,0 0-15,0 0 16,0 0-16,0 0 16,0 9-1,0 19-15,0 18 16,0 19 0,0 27-16,0-9 15,9 0-15,-9 9 16,0 1-1,9-19-15,-9-10 16,0-27 0,10-9-16,-10-10 15,0-18 1,0 0-16</inkml:trace>
  <inkml:trace contextRef="#ctx0" brushRef="#br0" timeOffset="171806.07">9295 13041 0,'0'0'0,"0"0"16,9-9-16,10-9 16,9-10-1,19 0-15,9 1 16,-9 8-1,-9 10-15,0 0 16,-10 9-16,-9 9 16,-10 10-1,1 8-15,-20 19 16,-18 28 0,-10 9-16,1-18 15,8-19 1,11-9-16,8-19 15,10-8-15,10-1 16,8 0 0,20-9-16,9 0 15,0 0 1,-9 9-16,-1 1 16,-8-1-1,-11 0-15,-8 9 16,-10 10-16,-10 9 15,-8 9 1,-1-9-16,0 0 16,0-18-1,0-10-15,10-9 16,9 0-16</inkml:trace>
  <inkml:trace contextRef="#ctx0" brushRef="#br0" timeOffset="172304.16">9915 13005 0,'0'0'0,"0"0"16,0 0 0,10 0-16,18-10 15,10 1 1,-1 0-16,1 0 15,-10-1-15,-9 1 16,0 9 0,-10 0-16,1 9 15,-10 10 1,0 9-16,-10 8 16,1-8-16,-1 0 15,1-10 1,0 1-16,9-10 15,0 0 1,9 0-16,0 1 16,10 8-16,0 1 15,0-1 1,0 1-16,-1-1 16,-8 0-1,-1 10-15,-9 9 16,-9 0-1,-10 9-15,-9 0 16,-10 0-16,1 1 16,-20 17-1,10-8-15,47-56 16</inkml:trace>
  <inkml:trace contextRef="#ctx1" brushRef="#br0">10001 13688 0</inkml:trace>
  <inkml:trace contextRef="#ctx0" brushRef="#br0" timeOffset="173205.78">9219 16429 0,'0'0'0,"0"0"16,0 0-16,0 0 15,0 0 1,0 0-16,0 0 16,0 0-1,0 0-15,0 0 16,-9 9-16,-1 9 16,1 10-1,0 0-15,-1 9 16,1 9-1,-1 9-15,1-9 16,9 10 0,0-10-16,0-9 15,0 0-15,9 0 16,1-10 0,-1 1-16,-9-28 15</inkml:trace>
  <inkml:trace contextRef="#ctx0" brushRef="#br0" timeOffset="173855.71">9436 16475 0,'0'0'0,"0"0"16,0 0-1,0 0-15,0 0 16,0 0-16,9-9 16,10-1-1,0-8-15,9 0 16,0-1-1,-9 10-15,0 0 16,0 9 0,-10 0-16,10 9 15,-10 0-15,1 10 16,-10 8 0,0 1-16,0 0 15,0-1 1,0-8-16,0-1 15,0 1-15,0-10 16,0 0 0,9 0-16,0 1 15,1-1 1,9 0-16,-1 0 16,1 1-1,0-1-15,0 0 16,0 9-16,-10 1 15,1 9 1,-10-1-16,-10 10 16,1 0-1,-20 0-15,1 0 16,0-9-16,0-10 16,-10 1-1,10-10-15,9-9 16,19 0-1</inkml:trace>
  <inkml:trace contextRef="#ctx0" brushRef="#br0" timeOffset="174438.48">10075 16466 0,'0'0'15,"0"0"1,0 0-16,0 0 16,0 0-16,0 0 15,0 0 1,0 9-16,-9 9 16,0 10-1,-10 18-15,9 10 16,1-1-16,9 0 15,0-18 1,9 0-16,1-9 16,-1-10-1,10 1-15,0-10 16,9 0-16,0-9 16,0-9-1,1 0-15,-1-10 16,0-8-1,0-1-15,-9 0 16,-9 1 0,-1 8-16,0 1 15,-9-1-15,0 1 16,0-1 0,0 10-16,0 0 15,-9-10 1,0 10-16,-1-9 15,-9 8-15,0 1 16,1 0 0,-1 0-16,9 0 15,1-1 1,0 1-16,9 9 16</inkml:trace>
  <inkml:trace contextRef="#ctx0" brushRef="#br0" timeOffset="177775.78">7131 13337 0,'0'0'0,"0"0"0,0 0 16,-10 0-1,1 9-15,-10 0 16,0 10 0,1 8-16,-1 10 15,-9 19 1,9 8-16,0 29 16,0-1-16,0 19 15,10-1 1,-1-26-16,1-20 15,9-8 1,0-29-16,0-8 16,0-19-1</inkml:trace>
  <inkml:trace contextRef="#ctx0" brushRef="#br0" timeOffset="178329.39">6933 13365 0,'0'0'0,"0"0"16,0 0-16,10-10 15,-1 1-15,0 0 16,10-10-1,0 10-15,9 0 16,1 0 0,-1 9-16,-9 9 15,-1 19 1,-18 9-16,-9 27 16,-10 19-16,-18-9 15,8-19 1,11-8-16,8-20 15,1-8 1,9-10-16,0-9 16,9 9-16,10-9 15,19 0 1,9 0-16,0 0 16,-19 9-1,0 1-15,-19-1 16,1 0-1,-10 10-15,-10 8 16,-8 1-16,-11 0 16,1-1-1,9-8-15,1-10 16,-1 0 0,9-9-16,10 0 15</inkml:trace>
  <inkml:trace contextRef="#ctx0" brushRef="#br0" timeOffset="178703.25">7404 13392 0,'0'0'16,"0"0"-16,0 0 15,9-9 1,10 0-16,9 0 15,0-1 1,1 1-16,-1 9 16,-9 0-16,-1 9 15,-8 19 1,-10 27-16,-19 28 16,-9 1-1,0-11-15,-1-17 16,10-19-16,10-10 15,0-8 1,9-10-16,9 0 16,19 0-1,48-9-15,36-18 16,39-19 0,-29 0-16,-122 37 15</inkml:trace>
  <inkml:trace contextRef="#ctx0" brushRef="#br0" timeOffset="179637.21">6275 16447 0,'0'0'0,"0"0"16,0 0 0,0 0-16,0 0 15,9 0 1,10-9-16,9-9 15,10-1-15,-1 1 16,-8 8 0,-1 1-16,-9 0 15,0 9 1,-10 0-16,0 9 16,1 0-16,-10 19 15,0 0 1,0-1-16,0 1 15,0-9 1,0-1-16,0-9 16,0 1-1,0-10-15,9 9 16,10 0 0,0 0-16,0 0 15,9 1-15,-9-1 16,-1 9-1,1 10-15,-9 9 16,-10 0 0,-10 9-16,1 0 15,-10 0-15,0-9 16,-9 0 0,0 0-16,0-9 15,-1-10 1,1 1-16,9-10 15,0-9-15,19 0 16</inkml:trace>
  <inkml:trace contextRef="#ctx0" brushRef="#br0" timeOffset="180103.55">6839 16401 0,'0'0'15,"0"0"-15,0 0 16,0 0-16,0 0 16,10-9-1,8 0-15,1-1 16,9-8-1,1-1-15,-1 10 16,-9 9-16,0 0 16,-1 9-1,1 10-15,-9 9 16,-10 27 0,0 10-16,-10-10 15,-9 0 1,10-18-16,0-9 15,9-10-15,0-8 16,0-1 0,0-9-16,0 0 15,0 0 1,9 0-16,10 0 16,9-9-1,10-1-15,9-8 16,-47 18-16</inkml:trace>
  <inkml:trace contextRef="#ctx0" brushRef="#br0" timeOffset="180336.49">7347 16161 0,'0'0'0,"0"0"15,0 0-15,0 0 16,0 0-16,0 0 16,0 9-1,10 28-15,8 46 16,29 56 0,10 55-16,9 27 15</inkml:trace>
  <inkml:trace contextRef="#ctx0" brushRef="#br0" timeOffset="193938.4">22898 7236 0,'0'0'0,"9"0"0,19 0 16,29 0-1,37 9-15,28 1 16,38-10-1,0 0-15,28 0 16,10-10 0,9 1-16,9-9 15,38-10-15,0 9 16,38 1 0,-67 0-16,39-1 15,-20 10 1,1 0-16,-29 9 15,-9 0-15,-37 0 16,18 0 0,-38-10-16,-18 1 15,-19 0 1,-28-10-16,-85 19 16</inkml:trace>
  <inkml:trace contextRef="#ctx0" brushRef="#br0" timeOffset="195729.01">4516 13383 0,'0'0'0,"0"0"16,0 9-16,0 0 15,0 19 1,0 9-16,-10 18 15,1 29-15,9 8 16,-10-18 0,1 9-16,9 0 15,0-9 1,0-19-16,0-18 16,0-19-1,9-8-15,-9-10 16,0 0-16</inkml:trace>
  <inkml:trace contextRef="#ctx0" brushRef="#br0" timeOffset="196287.04">4412 13614 0,'0'0'16,"0"0"-1,0 0-15,0-9 16,9-1 0,1 1-16,9-9 15,0-1-15,9 1 16,-9 8 0,9 1-16,-9 9 15,-10 0 1,0 9-16,1 10 15,-10 36-15,-19 19 16,-9 0 0,0-9-16,-1-10 15,11-9 1,8-18-16,1-10 16,9-9-1,9 1-15,10-1 16,19-9-16,-1 0 15,20 0 1,-20 0-16,1 0 16,-10 9-1,-9 0-15,-10 1 16,-9 17 0,0 10-16,-9 0 15,-10 0-15,-9 0 16,0-19-1,9 1-15,-9-10 16,9 0 0,0-9-16,19 0 15</inkml:trace>
  <inkml:trace contextRef="#ctx0" brushRef="#br0" timeOffset="196503.69">5033 13586 0,'0'0'16,"0"0"-16,0 0 15,0 0 1,0 0-16,0 9 16,-9 37-1,-1 37-15,-9 47 16,10 27-1,0-28-15,9-129 16</inkml:trace>
  <inkml:trace contextRef="#ctx0" brushRef="#br0" timeOffset="197320.78">4356 16253 0,'0'0'0,"0"0"16,0 0-16,-10 10 15,-9 17-15,1 19 16,-20 28-1,0 28-15,-9 9 16,10-19 0,8-18-16,11-19 15,-1-9 1,19-18-16,0-19 16,9 0-16,1-9 15,8 0 1,1 0-16,19 0 15,0 0 1,-1 0-16,10 0 16,0-9-1,0 0-15,0 0 16,-18-1-16,-29 10 16</inkml:trace>
  <inkml:trace contextRef="#ctx0" brushRef="#br0" timeOffset="197553.31">4327 16678 0,'0'0'0,"0"0"16,0 0 0,0 0-16,0 0 15,0 18 1,0 10-16,0 28 15,10 8-15,9 19 16,-1 0 0,1-9-16,0-28 15,0-18 1,-19-28-16</inkml:trace>
  <inkml:trace contextRef="#ctx0" brushRef="#br0" timeOffset="197837.3">4610 16401 0,'0'0'15,"0"0"-15,0 0 16,0 9-16,0 10 15,0 8 1,9 29-16,0 36 16,1 0-1,-1-27 1,1 0-16,-1-1 16,10-18-16,-10-9 15,-9-37-15</inkml:trace>
  <inkml:trace contextRef="#ctx0" brushRef="#br0" timeOffset="198440.06">4882 16420 0,'0'0'0,"0"0"15,0 0 1,0 0-16,0-10 16,0 1-16,0 0 15,0-10 1,10 1-16,-1-10 16,10 1-1,0 8-15,0 1 16,-10 8-16,1 1 15,-1 9 1,0 0-16,10 19 16,-9 18-1,-1 18-15,-9 0 16,0 1 0,0-19-16,0 0 15,0-19-15,0 0 16,9-8-1,1-1-15,-1 0 16,1-9 0,8 0-16,11 0 15,-1 0-15,-9 0 16,-1 9 0,1 1-16,-9-1 15,-1 0 1,1 10-16,-1 8 15,-9 10 1,-9 0-16,-10 18 16,-19 1-16,-18-1 15,-20 1 1,-8-10-16,84-46 16</inkml:trace>
  <inkml:trace contextRef="#ctx0" brushRef="#br0" timeOffset="200840.65">6755 15783 0,'0'0'0,"0"0"0,0 0 16,0 0-1,-10-10-15,1 1 16,-1-9-1,-9-1-15,-9-8 16,0-1 0,-10-9-16,1 0 15,-1 0 1,1 0-16,8 10 16,1 8-16,0 1 15,0 8 1,-1 1-16,1 9 15,-9 19 1,-1 8-16,0 20 16,10-1-16,9 9 15,10-18 1,-1 0-16,10-9 16,10-10-1,-1-9-15,10 0 16,9-9-1,10-9-15,9-9 16,9-10-16,-9 0 16,-18 1-1,-1-1-15,0 10 16,-9-1 0,-10 10-16,1 0 15,-1 9-15,1 0 16,-1 9-1,10 0-15,0 19 16,-1 9 0,1 9-16,0 18 15,-10 10 1,1-18-16,-1-1 16,1 0-16,-10-18 15,0-37 1</inkml:trace>
  <inkml:trace contextRef="#ctx0" brushRef="#br0" timeOffset="201354.65">6849 15441 0,'0'0'15,"0"0"-15,0 0 16,0 0-16,0 0 16,9-9-1,0 0-15,1 0 16,9-1-1,-1 10-15,1 0 16,0 10 0,0 17-16,0 10 15,-10 9-15,-9 19 16,-9 9 0,-10-10-16,-9-8 15,9-10 1,0-18-16,10-10 15,-1 0 1,10-8-16,0-1 16,0-9-16,10 0 15,8 0 1,11 0-16,18 0 16,19-9-1,-1-10-15,11-8 16,-76 27-1</inkml:trace>
  <inkml:trace contextRef="#ctx0" brushRef="#br0" timeOffset="202004.31">7394 15090 0,'0'0'16,"0"0"-16,0 0 15,0 0-15,0 0 16,0 0 0,0 0-16,0 0 15,0 0 1,0 0-16,0 0 15,10 0 1,8 0-16,1 0 16,0 0-16,0 10 15,0-1 1,0 9-16,-1 1 16,-8 9-1,-10 8-15,0 20 16,-10-10-16,1-9 15,0-9 1,9-10-16,0 1 16,0-10-1,0 0-15,9 0 16,0 0 0,10 1-16,0-1 15,9 0-15,10 0 16,-1 1-1,-8-1-15,-1 9 16,-9 1 0,0-1-16,-10 1 15,-9 8 1,0 1-16,-9 0 16,-10 9-16,-10 0 15,-8-1 1,-10-8-16,0 0 15,47-28 1</inkml:trace>
  <inkml:trace contextRef="#ctx0" brushRef="#br0" timeOffset="204444.5">2540 13808 0,'0'0'0,"0"0"15,0 0 1,0 0-16,0 0 16,0 0-1,-9 9-15,-1 9 16,1 19-1,-1 19-15,1 17 16,0 1-16,-1-9 16,10-10-1,0-9-15,0-9 16,0-9 0,0-28-16</inkml:trace>
  <inkml:trace contextRef="#ctx0" brushRef="#br0" timeOffset="204937.25">2314 13881 0,'0'0'0,"10"-9"15,-1 0 1,10-10-16,0 1 15,-1 0 1,1 8-16,-9 1 16,-1 9-1,1 0-15,-1 9 16,0 1-16,1 8 16,-10 10-1,0 9-15,0-10 16,0 1-1,0-10-15,0-8 16,9-1-16,1 0 16,-1 0-1,10-9-15,9 10 16,0-1 0,0 0-16,1 0 15,-11 10 1,-8 18-16,-10 0 15,-10 9-15,-8 9 16,-1 1 0,-9-20-16,-1-8 15,11-9 1,18-19-16</inkml:trace>
  <inkml:trace contextRef="#ctx0" brushRef="#br0" timeOffset="205403.98">2916 13826 0,'0'0'0,"0"0"15,0 0-15,0 0 16,0 9-1,0 0-15,10 19 16,-1 9-16,1 9 16,-1-9-1,0 0-15,10-9 16,0-10 0,-10-9-16,10-9 15,9-9 1,1-9-16,-1-1 15,0-8-15,-9-10 16,0-28 0,-10 0-16,-9 1 15,-9 18 1,-1 9-16,-9 9 16,1 0-16,8 19 15,-9 0 1,-9 18-16,-28 37 15,-10 47 1,-9 64-16,-19 55 16</inkml:trace>
  <inkml:trace contextRef="#ctx0" brushRef="#br0" timeOffset="206689.87">1919 16890 0,'0'0'15,"0"0"-15,0 0 16,0 0-16,0 0 16,0 0-1,0 0-15,0 0 16,0 0-1,-19 9-15,10 1 16,-1 8 0,1 1-16,0 8 15,-1 10 1,10 0-16,10 0 16,8 0-16,1-9 15,0-1 1,0-8-1,9-10-15,0 0 16,-9-9-16,9-9 16,-9 0-16,0 0 15,0-1 1,-10-8-16,1-1 16,-1 1-1,-9 0-15,0 8 16,0-8-16,-9-1 15,-1-8 1,1-1-16,-1 0 16,1 10-1,9-10-15,0 0 16,0 10 0,0 0-16,9-1 15,1 1-15,9 8 16,9 1-1,0 9-15,10 9 16,-1 19 0,10 9-16,-9 18 15,0 1-15,-10-10 16,-9-9 0,0-9-16,-1-10 15,-8 0 1,-1-8-16,1-10 15,-1 0 1,0 0-16,10-10 16,0-8-16,0-19 15,-10-28 1,1-27-16,-20 0 16,1 18-1,-1 19-15,1 18 16,0 9-16,-1 10 15,1-1 1,-10 10-16,0 9 16,0 0-1,1 18-15,-1 19 16,0 0 0,19-37-16</inkml:trace>
  <inkml:trace contextRef="#ctx0" brushRef="#br0" timeOffset="207344.05">2926 16576 0,'0'0'0,"0"0"16,0 0-16,0 0 16,9-9-1,1 0-15,-1 0 16,0 0-1,1-1-15,-10 10 16,9 0-16,1 0 16,-1 10-1,0 17-15,-9 19 16,0 1 0,0-1-16,0-9 15,0-10-15,0-8 16,0-10-1,0 0-15,0 0 16,10 1 0,-1-1-16,10-9 15,0 9 1,9-9-16,-9 9 16,0 1-16,-1-1 15,1 0 1,-9 9-16,-1 1 15,1-1 1,-10 10-16,0 0 16,-10 9-16,-9 0 15,-9-10 1,0 1-16,-10 0 16,1-10-1,-48 1-15,85-19 16</inkml:trace>
  <inkml:trace contextRef="#ctx0" brushRef="#br0" timeOffset="210270.31">6576 14546 0,'0'0'0,"0"0"0,0 0 15,0 0 1,0 0-16,0 0 16,0 0-1,-10 0-15,1 9 16,-10 10-16,-9 8 16,-10 19-1,1 1-15,-1 8 16,10 19-1,9 0-15,10-10 16,9-8 0,9-10-16,0-19 15,10 1 1,0-9-16,0-10 16,0 0-16,9-9 15,-9 0 1,0 0-16,-1-9 15,1 0 1,-9-10-16,-1-9 16,0 10-16,1 0 15,-10-1 1,0 10-16,0 0 16,0-1-1,-10 10-15,1 0 16,0 0-16,-1 0 15,-9 10 1,10-1-16,9-9 16</inkml:trace>
  <inkml:trace contextRef="#ctx0" brushRef="#br0" timeOffset="210771.03">6820 14740 0,'0'0'16,"0"0"-16,0 0 15,0 0 1,0 0-16,0 0 16,10-19-16,9 1 15,-1-1 1,1 1-16,0 9 16,-10 9-1,1 0-15,9 9 16,-10 9-16,0 19 15,1 19 1,-10 8-16,-10 1 16,1-19-1,0-9-15,-1-9 16,1-10-16,9 1 16,0-10-1,0-9-15,9 0 16,19 0-1,20-19-15,8-8 16,19-1 0,-75 28-16</inkml:trace>
  <inkml:trace contextRef="#ctx0" brushRef="#br0" timeOffset="211440.29">7357 14527 0,'0'0'0,"0"0"16,0 0-1,0 0-15,0 0 16,9-9-16,0 9 16,10 0-1,0-9-15,9 9 16,0 0-1,1 0-15,-10 9 16,-1 0-16,1 10 16,0 9-1,-10-1-15,-9 1 16,0 0 0,0 9-16,0-10 15,0-8 1,0-10-16,0 0 15,0 0 1,0-9-16,10 10 16,-1-1-16,10-9 15,9 9 1,10 0-16,-1 1 16,-8-1-1,-10 0-15,-1 0 16,-8 10-16,-1-1 15,1 10 1,-20 9-16,1 0 16,-10 0-1,-9 0-15,-10-1 16,-18 1-16,56-37 16</inkml:trace>
  <inkml:trace contextRef="#ctx1" brushRef="#br0" timeOffset="40619.4">7673 15134 0</inkml:trace>
  <inkml:trace contextRef="#ctx0" brushRef="#br0" timeOffset="-214453.82">6265 14131 0,'0'0'0,"0"0"15,0 0-15,0 0 16,0 0-16,0 0 15,0 0 1,0 0-16,0 0 16,0 0-1,10-10-15,9-8 16,18-1-16,1 1 16,-1 0-1,-8 8-15,-1 10 16,-19 0-1,1 10-15,-1 17 16,-18 10 0,-20 19-16,-8-1 15,9-9-15,9-9 16,0-9 0,10-10-16,9-18 15,0 0 1,9 0-16,19-9 15,19-10 1,10 1-16,9 0 16,-1-10-16,11-9 15,-76 37 1</inkml:trace>
  <inkml:trace contextRef="#ctx0" brushRef="#br0" timeOffset="-214009.47">6745 14075 0,'0'0'0,"0"0"16,0 0-16,0 0 16,0 0-1,0 0-15,0 0 16,0 0-1,0 0-15,0 0 16,0 0 0,10-9-16,-1 9 15,0 0-15,1 9 16,9 10 0,-10 8-16,0 1 15,-9 9 1,0 0-16,-9-9 15,9-10 1,0 1-16,0-10 16,0-9-16,9 9 15,20-9 1,8 0-16,10-9 16,10 0-1,18-1-15,-9-8 16,-66 18-16</inkml:trace>
  <inkml:trace contextRef="#ctx0" brushRef="#br0" timeOffset="-213555.35">7366 13946 0,'0'0'0,"0"0"16,0 0-16,0 0 15,0 0-15,0 9 16,0 10 0,0 27-16,0 9 15,0 1 1,9 8-16,-9-8 16,10-19-16,-1-1 15,1-17 1,8-1-16,1-8 15,9-1 1,10-9-16,9 0 16,0 0-1,0-9-15,-9-1 16,-1-8-16,-37 18 16</inkml:trace>
  <inkml:trace contextRef="#ctx0" brushRef="#br0" timeOffset="-213357.75">7639 14121 0,'0'0'0,"0"0"16,0 0 0,0 0-16,0 0 15,0 0 1,0 10-16,9 27 15,38 73-15,29 84 16,8 18 0</inkml:trace>
  <inkml:trace contextRef="#ctx0" brushRef="#br0" timeOffset="-209923.75">1947 16041 0,'0'0'0,"0"0"0,0 0 15,0 9 1,-9 1-16,0 8 15,-1 10-15,10 18 16,-19 18 0,19 1-16,0 9 15,0-19 1,0-9-16,19-9 16,-19-37-16</inkml:trace>
  <inkml:trace contextRef="#ctx0" brushRef="#br0" timeOffset="-209430.81">2286 15949 0,'0'0'15,"0"0"-15,0 0 16,0 0-1,0 9-15,0 0 16,-9 10-16,9 8 16,-10 10-1,10 10-15,0 17 16,10-9 0,-1-18-16,10 0 15,-10-9 1,1-19-16,-1 0 15,0-9-15,1 0 16,-1 0 0,10-9-16,-10 0 15,1-9 1,-1-1-16,1 1 16,-10-10-1,0 9-15,0 1 16,-10 0-16,1 8 15,-1 1 1,1 0-16,0 0 16,9 9-1,0 0-15,0 0 16,0 0-16,0 0 16</inkml:trace>
  <inkml:trace contextRef="#ctx0" brushRef="#br0" timeOffset="-208900.39">2643 15635 0,'0'0'16,"0"0"-16,0 0 15,0 0-15,0 9 16,-9 19 0,0 27-16,-1 38 15,10-1 1,10-9-16,-1-18 16,0-10-16,1-18 15,9-9 1,-10-1-16,1-8 15,-1-10 1,0 0-16,1-9 16,-10 0-1,0 0-15,0 0 16,0 0-16,0 0 16,0 0-1,9-9-15,-9 9 16,0 0-1,0 0-15,0 0 16,0-9-16,0 9 16,0 0-1,0-10-15,0 10 16,-9-9 0,9 9-16,0 0 15,-10 0-15,10 0 16</inkml:trace>
  <inkml:trace contextRef="#ctx0" brushRef="#br0" timeOffset="-206822.75">11778 13217 0,'0'0'16,"0"0"-16,0 0 16,0 0-16,0 0 15,0 0 1,0 9-16,9 10 16,1 8-1,-1 29-15,1 17 16,-1 20-1,-9-10-15,0-9 16,0-19 0,0-9-16,0-18 15,0-19-15,0-9 16</inkml:trace>
  <inkml:trace contextRef="#ctx0" brushRef="#br0" timeOffset="-206270.73">11646 13309 0,'0'0'15,"0"0"1,0 0-16,0 0 16,0 0-16,10-9 15,-1 0 1,10-1-16,9-8 15,19-10 1,10 1-16,-10-1 16,-10 9-1,-8 10-15,-11 9 16,-8 0-16,-10 0 16,0 19-1,0 18-15,-19 18 16,-9 0-1,0-8-15,9-11 16,9-8-16,10-9 16,0-10-1,10 0-15,9 0 16,9 1 0,9-10-16,20 0 15,-10 9-15,-9 0 16,-10 0-1,0 10-15,-9-1 16,-10 10 0,-9 9-16,-19 18 15,-9 0 1,-19 1-16,9-10 16,-9-9-16,10-9 15,9-19 1,28-9-16</inkml:trace>
  <inkml:trace contextRef="#ctx0" brushRef="#br0" timeOffset="-205892.54">12371 13097 0,'0'0'0,"0"0"16,0 0-16,0 0 16,0 0-1,0 0-15,0 9 16,0 19 0,0 9-16,9 0 15,1 0-15,8-1 16,1 1-1,9 0-15,10 0 16,-10-9 0,0 0-16,-9-1 15,-9 1 1,-1 0-16,-9-1 16,0 1-16,-9 0 15,-1-10 1,10-18-16</inkml:trace>
  <inkml:trace contextRef="#ctx0" brushRef="#br0" timeOffset="-205707.09">12493 13097 0,'0'0'0,"0"0"16,0 0-16,19-9 15,28-10 1,47-18-16,28 0 16,29-9-1,-151 46-15</inkml:trace>
  <inkml:trace contextRef="#ctx0" brushRef="#br0" timeOffset="-204891.35">11787 16207 0,'0'0'0,"0"0"16,0 0-16,0 0 15,0 0-15,0 0 16,0 0 0,0 0-16,-9 19 15,-10 18 1,0 18-16,1 0 16,-1 1-1,0-1-15,0-9 16,10-18-16,-1 0 15,10-10 1,0-9-16,10 1 16,18-1-1,10-9-15,9 0 16,9-9 0,10-10-16,-10-18 15,-18 10-15,-38 27 16</inkml:trace>
  <inkml:trace contextRef="#ctx0" brushRef="#br0" timeOffset="-204675.64">11938 16456 0,'0'0'15,"0"0"1,0 0-16,0 0 15,0 10-15,0 27 16,9 27 0,1 29-16,-1-1 15,1-18 1,-1-10-16,-9-64 16</inkml:trace>
  <inkml:trace contextRef="#ctx0" brushRef="#br0" timeOffset="-204293.36">12324 16124 0,'0'0'15,"0"0"-15,0 0 16,0 0-1,0 0-15,0 9 16,-10 10-16,1 9 16,9-1-1,0-8-15,0 8 16,9-8 0,1-1-16,9 1 15,-1-1 1,1 1-16,0-1 15,0 10-15,0-10 16,-1 10 0,1 9-16,-9 18 15,-1 19 1,-9-18-16,-9-20 16,9-36-1</inkml:trace>
  <inkml:trace contextRef="#ctx0" brushRef="#br0" timeOffset="-203609.22">12352 16272 0,'0'0'0,"0"0"15,0 0-15,9-9 16,10-10-1,9 1-15,19-19 16,10 0 0,-1-9-16,1 0 15,-10-1-15,-19 11 16,0 17 0,-9 1-16,-10-1 15,1 10 1,-1 0-16,1-1 15,-10 10-15,0 0 16,0 0 0,0 0-16,9 10 15,0 17 1,-9 38-16,0 27 16,0 28-1,-9-9-15,0 0 16,9 0-16,0-38 15,9-8 1,0-19-16,1-9 16,9-9-1,0-10-15,-1-9 16,11 1-16,8-10 16,-9-10-1,1 1-15,-11 0 16,1-9-1,-9-1-15,-1 10 16,0-10 0,-9 10-16,0 0 15,0 0-15,-9-10 16,0 10 0,-10 0-16,-9-10 15,-10 10 1,-28 0-16,-28 18 15,-38 37-15,132-46 16</inkml:trace>
  <inkml:trace contextRef="#ctx0" brushRef="#br1" timeOffset="-195736.4">13199 12442 0,'0'0'0,"0"0"15,0 0-15,9-10 16,0 1-1,1 0-15,9 0 16,9 9 0,9 9-16,1 9 15,9 28 1,-9 10-16,-1 36 16,-18 19-16,-9 18 15,-10 0 1,-10 37-16,1-36 15,9-1 1,-10 19-16,10-19 16,10-9-1,-1 9-15,10-18 16,0-19-16,0-9 16,9-9-1,10-9-15,-1-19 16,1-9-1,-1-10-15,1 1 16,-10-10 0,0 1-16,-9-1 15,0 10-15,0 9 16,-10 9 0,-18 46-16,-10 38 15,-19 8 1,1 1-16,9-19 15,-1-10-15,11-17 16,8-20 0,1 1-16,9 0 15,9-19 1,1 10-16,-1-10 16,10 10-1,-10 0-15,1-1 16,-1 1-16,0-1 15,-9 10 1,0-9-16,0 0 16,-9-10-1,0 10-15,-1-10 16,-9 0-16,1-9 16,-1-9-1,0 0-15,0-9 16,0-10-1,1 10-15,-11-9 16,29-19-16</inkml:trace>
  <inkml:trace contextRef="#ctx0" brushRef="#br1" timeOffset="-190509.25">14422 13457 0,'0'0'0,"0"0"0,0 0 15,0 0 1,0 0-16,0 0 16,0 0-16,0 0 15,-10 0 1,1 0-16,-10 0 15,-9 9 1,-19 19-16,0 9 16,0 18-1,-10 10-15,20-10 16,-1 0-16,19-18 16,10-9-1,-1 0-15,10-10 16,10-9-16,8 1 15,11-1 1,18-18-16,9-10 16,1-9-1,8-8-15,-17-11 16,-11 1 0,-9 9-16,-9 0 15,-9 10-15,-10 8 16,0 1-1,0-1-15,-10 1 16,1 9 0,-1-1-16,1 1 15,0 0 1,-1 0-16,10 9 16,0 0-16,0 0 15,0 0 1,0 0-16,0 0 15,10-9 1,8 9-16,1 0 16,9 0-1,1 0-15,-1 9 16,0 9-16,0 19 16,-9 19-1,0-1-15,-10-9 16,1-9-1,-1-9-15,1-1 16,-1-8 0,10-10-16,0-9 15,-1 0-15,1-9 16,9 0 0,1-10-16,-1-9 15,-9-9 1,0 1-16,-10-1 15,0 0-15,-9 9 16,0 0 0,-9 10-16,0-1 15,-10 1 1,0 0-16,-9-1 16,-1 10-1,-8 9-15,-1 9 16,1 0-16,37-9 15</inkml:trace>
  <inkml:trace contextRef="#ctx0" brushRef="#br1" timeOffset="-189741.93">14995 13143 0,'0'0'0,"0"0"15,0 0 1,0 0-16,0 0 16,0 0-16,0 0 15,10 0 1,-1 0-16,19 0 15,1 0 1,-1 0-16,0 0 16,-9 0-16,-10 0 15,1 0 1,-1 9-16,1 0 16,-1 10-1,-9 18-15,0 0 16,-9 0-1,-1-10-15,10 1 16,0 0-16,0-10 16,0-9-1,10 1-15,-1-1 16,10 9 0,9-8-16,0-1 15,0 0-15,-9 0 16,-9 1-1,-1-1-15,0 9 16,1 1 0,-10-1-16,-10 10 15,1 0 1,-10-1-16,0 1 16,1-10-16,-1 1 15,0-10 1,10 0-16,-1 0 15,10-9 1,0 0-16</inkml:trace>
  <inkml:trace contextRef="#ctx0" brushRef="#br1" timeOffset="-189533.8">15701 13678 0,'0'0'0,"0"0"16,0 0-16,0 0 16,-9 10-1,-1 8-15,-18 37 16,-10 28 0,-28 37-16,-9-9 15,75-111-15</inkml:trace>
  <inkml:trace contextRef="#ctx0" brushRef="#br1" timeOffset="-186108.28">15870 13051 0,'0'0'0,"0"0"16,0 0-16,0 0 16,10 9-1,-1 0-15,1 10 16,8 36 0,-8 10-16,-10 18 15,0 0-15,0-9 16,0-1-1,0-26-15,0-20 16,0-27 0</inkml:trace>
  <inkml:trace contextRef="#ctx0" brushRef="#br1" timeOffset="-185615.59">16200 13134 0,'0'0'0,"0"0"15,0 0 1,0 0-16,0 0 16,0 0-16,0 0 15,0 0 1,0 0-16,0 0 16,-10 27-1,1 20-15,-1-1 16,1-9-16,9 0 15,0 0 1,9-19-16,10 0 16,0 1-1,9-10-15,0-9 16,1 0 0,-1-9-16,0-10 15,-9 1-15,0-10 16,0 1-1,-10 8-15,0-9 16,-9 1 0,0 8-16,-9 1 15,-10-1 1,0 1-16,-9 9 16,0-1-16,0 1 15,9 9 1,0 0-16,10 0 15,9 0 1,0 0-16</inkml:trace>
  <inkml:trace contextRef="#ctx0" brushRef="#br1" timeOffset="-185108.62">16632 12423 0,'0'0'15,"0"0"-15,0 0 16,0 0 0,0 0-16,-9 19 15,-1 17-15,1 29 16,-10 46-1,10-10 1,9 10-16,0-28 16,9-9-16,1-9 15,8-28 1,1-10-16,0 1 16,9-10-16,-9-8 15,9-10 1,-9 0-16,0 0 15,0-10 1,-10 1-16,1 0 16,-1 0-16,-9-1 15,0 10 1,0-9-16,0 0 16,-9 0-1,-10 0-15,-9 9 16,-1 0-1,-18 18-15,0 0 16,47-18-16</inkml:trace>
  <inkml:trace contextRef="#ctx0" brushRef="#br1" timeOffset="-184875.37">17206 12922 0,'0'0'0,"0"0"15,0 9-15,0 9 16,-9 10 0,-10 36-16,-19 38 15,1 9 1,-20 27-16,1 10 15,56-148-15</inkml:trace>
  <inkml:trace contextRef="#ctx0" brushRef="#br1" timeOffset="-184091.82">17338 12174 0,'0'0'0,"0"0"16,0 0-16,0 0 15,0 0 1,0 0-16,0 0 16,-10 9-1,1 19-15,-10 18 16,0 19-1,1 8-15,-1 1 16,9-9 0,10-10-16,0-9 15,0-9-15,10-18 16,9-1 0,9 1-16,19-10 15,19-18 1,0-1-16,-10 1 15,-9 0-15,-9-9 16,-10-10 0,-28 28-16</inkml:trace>
  <inkml:trace contextRef="#ctx0" brushRef="#br1" timeOffset="-183875.76">17470 12506 0,'0'0'0,"0"0"15,0 0 1,0 0-16,0 0 16,0 9-16,0 10 15,0 18 1,0 27-16,0 10 16,9 19-1,10-20-15,-10-8 16,10-19-1,-19-46-15</inkml:trace>
  <inkml:trace contextRef="#ctx0" brushRef="#br1" timeOffset="-183591.84">17827 12294 0,'0'0'0,"0"0"16,0 0-16,0 0 15,0 9 1,9 19-16,1 18 16,-1 19-1,1 8-15,-1 10 16,0 1-16,1-11 15,-1-17 1,1-10-16,-1-9 16,-9-37-1</inkml:trace>
  <inkml:trace contextRef="#ctx0" brushRef="#br1" timeOffset="-182991.67">18034 12017 0,'0'0'0,"0"0"15,9 0-15,1-9 16,9 0-1,-1-1-15,1 10 16,0 0 0,0 0-16,-10 0 15,1 0 1,-1 10-16,1 8 16,-10 19-16,0 9 15,-10 9 1,1 1-16,-1-10 15,1-9 1,9-9-16,0-10 16,9 1-16,1-10 15,9 0 1,-1 0-16,11 0 16,-1 1-1,0-1-15,0 0 16,-9 0-1,0 1-15,-10 8 16,1 0-16,-1 1 16,-9-1-1,0 1-15,-9 9 16,-1-10 0,1 0-16,-10 1 15,10-1 1,-1 1-16,1-10 15,-10 0-15,19-9 16</inkml:trace>
  <inkml:trace contextRef="#ctx0" brushRef="#br1" timeOffset="-182742.43">18852 12525 0,'0'0'16,"0"0"-16,0 0 15,0 0 1,0 9-16,-9 9 16,-19 38-1,-19 36-15,-19 37 16,-28 28-1,-10-9-15,104-148 16</inkml:trace>
  <inkml:trace contextRef="#ctx0" brushRef="#br1" timeOffset="-181425.7">14168 14721 0,'0'0'16,"0"0"-1,0 0-15,0 0 16,0 0-16,0 0 16,0 0-1,0 0-15,0 0 16,9-9 0,10 0-16,0 0 15,-1-1-15,1 1 16,-9 9-1,-1 0-15,0 0 16,-9 0 0,0 0-16,10 9 15,-10 19 1,0 9-16,0 9 16,-10 0-16,1 0 15,9-9 1,0-9-16,0-10 15,9 1 1,1-10-16,-1 0 16,10 1-16,9-1 15,1 0 1,-1 0-16,0 1 16,-9-1-1,0 0-15,-10 9 16,0 1-1,1 9-15,-10 9 16,-19 9 0,-9 0-16,0 0 15,-1-9-15,1-9 16,0-10 0,28-18-16</inkml:trace>
  <inkml:trace contextRef="#ctx0" brushRef="#br1" timeOffset="-180925.41">14685 14777 0,'0'0'0,"0"0"15,0 0 1,0 0-16,9-10 15,1 1 1,9 0-16,9-9 16,0-1-16,10 1 15,-1-1 1,-8 10-16,-1 0 16,-9 9-1,-1 0-15,-8 0 16,-1 9-1,1 9-15,-1 10 16,-9 27-16,0 1 16,-9-1-1,-1 1-15,1-20 16,-1-8 0,10 0-16,0-10 15,0-8 1,10-1-16,-1 0 15,1-9-15,8 0 16,11-9 0,8-10-16,20-18 15,9-18 1,-1-19-16,-65 74 16</inkml:trace>
  <inkml:trace contextRef="#ctx0" brushRef="#br1" timeOffset="-180691.79">15306 14352 0,'0'0'0,"0"0"16,0 0-16,0 0 16,0 0-1,0 9-15,9 10 16,1 27-1,-1 28-15,0 0 16,10-1 0,0 20-16,0-10 15,0-28-15,-19-55 16</inkml:trace>
  <inkml:trace contextRef="#ctx0" brushRef="#br1" timeOffset="-180492.59">15974 14749 0,'0'0'0,"0"0"15,0 0 1,0 9-16,9 19 16,-9 27-16,-9 38 15,-10 36 1,-9 9-16,-10 1 15,0-29 1,38-110-16</inkml:trace>
  <inkml:trace contextRef="#ctx0" brushRef="#br1" timeOffset="-179730.78">16444 14103 0,'0'0'0,"0"0"15,0 0-15,0 0 16,0 0 0,0-9-16,-9-1 15,-1 1 1,1 0-16,-10 0 15,-9 0-15,-10 9 16,1 9 0,-1 0-16,0 19 15,1-1 1,-1 10-16,10 9 16,9 1-1,10-20-15,-1 1 16,10-10-16,0-8 15,19-1 1,0 0-16,9-9 16,10-9-1,9-10-15,-10 1 16,-8 0 0,-1-1-16,-9 1 15,-1-1-15,-8 10 16,-1 0-1,1-1-15,-1 1 16,-9 9 0,0 0-16,0 0 15,0 0-15,10 0 16,-1 9 0,10 19-16,0 28 15,-10 8 1,0 10-16,10-9 15,-9-10 1,8-9-16,-18-46 16</inkml:trace>
  <inkml:trace contextRef="#ctx0" brushRef="#br1" timeOffset="-179220.39">16698 13964 0,'0'0'15,"0"0"-15,0 0 16,0 0 0,0 0-16,0 0 15,0 0-15,0 0 16,10 0-1,-1 0-15,0-9 16,10 9 0,0 0-16,-10 0 15,10 9-15,0 1 16,-10 8 0,1 19-16,-1 18 15,-18 1 1,-1 8-16,1-8 15,0-19 1,-1 0-16,1-10 16,9-8-16,0-1 15,0-9 1,0 1-16,9-1 16,10 0-1,9-9-15,0-9 16,29-10-16,9-8 15,0-1 1,-1-9-16,1-9 16,-66 46-1</inkml:trace>
  <inkml:trace contextRef="#ctx0" brushRef="#br1" timeOffset="-178635.11">17131 13688 0,'0'0'15,"0"0"-15,0 0 16,0-10 0,9 1-16,1 0 15,-1 0 1,10-1-16,0 1 15,0 0 1,-1 9-16,1 0 16,0 0-16,0 9 15,0 0 1,-1 10-16,1 9 16,-9-1-1,-10 10-15,0 9 16,0 0-16,-10-9 15,10-9 1,0-9-16,0-1 16,0-9-1,10 0-15,8 1 16,1-1 0,10 0-16,-1-9 15,0 0-15,-9 9 16,0-9-1,-1 10-15,-8-1 16,-1 0 0,1 0-16,-10 10 15,-10 8-15,1 10 16,-19 10 0,-1-1-16,-8 9 15,-1-18 1,0-9-16,38-28 15</inkml:trace>
  <inkml:trace contextRef="#ctx0" brushRef="#br1" timeOffset="-178359.37">17931 14149 0,'0'0'0,"0"0"15,0 0-15,0 0 16,0 9 0,0 1-16,-10 26 15,-9 48-15,-18 35 16,-20 20-1,-18 18-15,19-46 16,56-111 0</inkml:trace>
  <inkml:trace contextRef="#ctx0" brushRef="#br1" timeOffset="-177463.09">18194 13245 0,'0'0'0,"0"0"16,0 0-16,0 0 15,0 0 1,0 0-16,0 0 16,0 0-16,-9 27 15,-10 19 1,0 28-16,0 9 15,0 10 1,10-20-16,9-8 16,9-10-1,1-8-15,8-11 16,1-8-16,0-9 16,0-1-1,0-9-15,0 1 16,-1-10-1,1 0-15,-9 0 16,-1-10-16,0 1 16,1 0-1,-1 0-15,-9 9 16,0 0 0,0 0-16,0 0 15,0 0 1,0 0-16,0 0 15,0 0-15,0 0 16,0 0 0,0 0-16,0 0 15</inkml:trace>
  <inkml:trace contextRef="#ctx0" brushRef="#br1" timeOffset="-176973.4">18495 13374 0,'0'0'0,"0"0"16,0 0-1,0 0-15,0 0 16,0 0-1,9-9-15,10-1 16,0 1-16,0 0 16,0 9-1,-1 0-15,-8 0 16,-1 0 0,1 9-16,-1 0 15,0 10 1,-9 18-16,0 9 15,0 9-15,-9-9 16,0 1 0,9-11-16,0-8 15,0 0 1,9-10-16,0-9 16,10 1-1,19-1-15,18-28 16,38-17-16,1-20 15,-11-8 1,-18-1-16,0 0 16,-66 65-16</inkml:trace>
  <inkml:trace contextRef="#ctx0" brushRef="#br1" timeOffset="-176456.58">18975 13115 0,'0'0'0,"0"0"15,0 0 1,0 0-16,0 0 16,0 0-1,0 0-15,0 0 16,0 0 0,0 0-16,9-9 15,1 0 1,-1 0-16,0-1 15,1 10-15,-1 0 16,1 0 0,-1 0-16,0 10 15,-9 17 1,0 10-16,-9 19 16,0-10-16,-1-9 15,10-10 1,0-8-16,0-10 15,10 0 1,-1 1-16,10-1 16,0 0-1,9 0-15,-9 0 16,-1 1-16,1-10 16,0 9-1,-9 0-15,-1 0 16,-9 1-1,0 17-15,-9 10 16,-10 9 0,-10 1-16,-8-1 15,37-46-15</inkml:trace>
  <inkml:trace contextRef="#ctx0" brushRef="#br1" timeOffset="-176241.36">19389 13383 0,'0'0'15,"0"0"1,0 0-16,0 9 16,0 10-16,0 18 15,-10 27 1,1 29-16,-10 8 15,0 1 1,19-102-16</inkml:trace>
  <inkml:trace contextRef="#ctx0" brushRef="#br1" timeOffset="-175608.64">19464 12783 0,'0'0'0,"0"0"16,0 0 0,0 0-16,0 0 15,0 0 1,0 0-16,9-9 15,10 0 1,9-10-16,1 10 16,-1 0-16,0-1 15,0 1 1,-9 9-16,0 0 16,-10 0-1,1 9-15,-1 19 16,-9 9-16,0 0 15,0 9 1,0 0-16,-9-9 16,9-9-1,0-10-15,0 1 16,0-10 0,9 0-16,1 0 15,8 1 1,11-10-16,8-10 15,10-17-15,0-29 16,-47 56 0</inkml:trace>
  <inkml:trace contextRef="#ctx0" brushRef="#br1" timeOffset="-175224.67">19868 12617 0,'0'0'0,"0"0"15,0 0 1,0 0-16,0 0 15,0 0 1,0 0-16,10 0 16,-1 0-1,10-9-15,0-1 16,0 10-16,0 0 16,-1 0-1,-8 10-15,-1-1 16,1 19-1,-1 9-15,-9 9 16,0 9-16,-9 0 16,-1-8-1,1-10-15,9-10 16,0-8 0,0-10-16,9 0 15,1 0-15,18-9 16,19-9-1,28-19-15,29-27 16,-10-19 0,-94 74-16</inkml:trace>
  <inkml:trace contextRef="#ctx0" brushRef="#br1" timeOffset="-174858.37">20508 12008 0,'0'0'0,"0"0"16,0 0-16,0 0 16,0 0-1,0 18-15,-9 19 16,-1 19-1,-8 17-15,-1 10 16,9-18 0,1-10-16,9-8 15,0-11-15,9-8 16,1 0-16,-1-10 16,10 1-1,0-10-15,9 0 16,-9-9-1,0 0-15,-1-18 16,-18 18 0</inkml:trace>
  <inkml:trace contextRef="#ctx0" brushRef="#br1" timeOffset="-174642.69">20508 12377 0,'0'0'16,"0"0"-16,0 0 15,0 0 1,0 0-16,0 9 16,10 19-16,-1 9 15,0 18 1,1 1-16,-1 8 16,10-8-1,-10-10-15,1-19 16,-10-27-16</inkml:trace>
  <inkml:trace contextRef="#ctx0" brushRef="#br1" timeOffset="-174441.62">20913 12515 0,'0'0'0,"0"0"16,0 0-1,0 0-15,0 0 16,0 10-1,0 27-15,0 36 16,-29 57 0,-8 45-16,-29 28 15,-9 0 1,-1 19-16</inkml:trace>
  <inkml:trace contextRef="#ctx0" brushRef="#br1" timeOffset="-173638.16">18269 13688 0,'0'0'0,"0"0"16,0 0-1,0 0-15,0 0 16,0 0-16,0 0 16,0 0-1,0 0-15,0 0 16,10 0 0,-1 0-16,10 9 15,0 0-15,-1 19 16,-18-28-1</inkml:trace>
  <inkml:trace contextRef="#ctx0" brushRef="#br1" timeOffset="-171553.11">21317 11888 0,'0'0'16,"0"0"-16,0 0 16,0 0-1,10 9-15,-1 19 16,10 27-1,0 37-15,-10 28 16,0 0-16,-9-18 16,-9-1-1,9-18-15,0-18 16,0-28 0,0-37-16</inkml:trace>
  <inkml:trace contextRef="#ctx0" brushRef="#br1" timeOffset="-171001.8">21571 12008 0,'0'0'0,"0"0"16,10-9-16,-1-1 15,0-8 1,1 9-16,9-10 16,9 1-16,0 8 15,-9 1 1,0 0-16,9 9 16,-9 0-1,-10 0-15,1 0 16,-1 9-1,0 10-15,-9 8 16,0 1-16,0 9 16,-9 0-1,0-9-15,9-10 16,0 1 0,0-10-16,18 9 15,1-9-15,9 1 16,10-1-1,0 0-15,-10 0 16,0 1 0,-9-1-16,0 9 15,-10 10 1,-9 9-16,-9 18 16,-10 1-16,-19-1 15,1-9 1,-1-9-16,0-18 15,38-19 1</inkml:trace>
  <inkml:trace contextRef="#ctx0" brushRef="#br1" timeOffset="-170469.16">22230 11842 0,'0'0'0,"0"0"16,0 0-16,0 0 16,-10 9-1,1 9-15,-10 10 16,0 9 0,10 9-16,-1 0 15,10 10-15,0-10 16,10 0-1,9-9-15,-1-9 16,1-10 0,10 0-16,-1-8 15,0-10-15,0 0 16,0-10 0,1-8-16,-1 0 15,0-29 1,0-36-16,-18-18 15,-10 27 1,0 19-16,0 18 16,-10 0-1,1 9-15,-1 0 16,1 10-16,-10 9 16,-9-1-1,-10 10-15,-9 10 16,0 8-1,10 1-15,-1 8 16,19-8-16,19-1 16,0-18-1</inkml:trace>
  <inkml:trace contextRef="#ctx0" brushRef="#br1" timeOffset="-170219.56">22935 11943 0,'0'0'15,"0"0"-15,0 9 16,0 10 0,-9 18-16,-10 27 15,-9 29 1,-10 17-16,-9 10 15,-9 0 1,-10 0-16,19-37 16,47-83-16</inkml:trace>
  <inkml:trace contextRef="#ctx0" brushRef="#br1" timeOffset="-169689.72">23067 11103 0,'0'0'0,"0"0"15,0 0 1,0 0-16,0 0 15,0 0-15,9 19 16,1 18 0,9 27-16,-10 19 15,0-9 1,10 0-16,-9-19 16,8-8-1,1-20-15,0 1 16,0-10-16,9 1 15,0-10 1,1 0-16,8-9 16,-9-9-1,1 0-15,-1-28 16,-28 37-16</inkml:trace>
  <inkml:trace contextRef="#ctx0" brushRef="#br1" timeOffset="-169491.8">23377 11463 0,'0'0'16,"0"0"0,0 9-16,0 10 15,-9 18-15,0 0 16,-1 9 0,10 19-16,0-1 15,0-9 1,10 1-16,8-28 15,11-10-15,-29-18 16</inkml:trace>
  <inkml:trace contextRef="#ctx0" brushRef="#br1" timeOffset="-169141.77">23782 11251 0,'0'0'0,"0"0"15,0 0 1,0 0-16,0 0 16,-9 9-1,-1 10-15,-9 8 16,0 10-16,10 0 16,0 0-1,9 0-15,9 0 16,10 0-1,0-9-15,0-1 16,-1 1 0,1-10-16,0 1 15,-10-1-15,1 10 16,-10 0 0,-10 9-16,-8 9 15,-11 0 1,29-46-16</inkml:trace>
  <inkml:trace contextRef="#ctx0" brushRef="#br1" timeOffset="-168504.54">23735 11279 0,'0'0'0,"0"0"16,0 0-16,19-10 15,9 1 1,28-19-16,10-18 16,19-9-1,0-10-15,-1 1 16,-18 8-16,-9 10 16,-20 19-1,-9 8-15,-9 1 16,0 8-1,-10 1-15,-9 9 16,0 0 0,0 0-16,0 9 15,-9 28-15,-10 28 16,0 36 0,1 19-16,-1 10 15,19-1 1,0-18-16,9-19 15,10-18 1,0-19-16,9-9 16,0-18-16,0-10 15,1 1 1,-11-10-16,1-9 16,0 0-1,-9 0-15,8-9 16,-8 0-16,-1-1 15,1 1 1,-1-9-16,0-1 16,-9 1-1,0-1-15,0 10 16,-9-9-16,0 8 16,-10 1-1,-28 0-15,-47 9 16,-38 18-1,132-18-15</inkml:trace>
  <inkml:trace contextRef="#ctx0" brushRef="#br1" timeOffset="-163035.02">14487 16207 0,'0'0'0,"0"0"0,0-9 16,0 0 0,0 9-16,0-9 15,0 9 1,0 0-16,0 0 15,0 0-15,0 0 16,0 0 0,0 0-16,10-10 15,9-8 1,18-10-16,29-9 16,56-27-1,10-10-15,19-9 16,56-28-1,-29 9-15,29-17 16,-9 8-16,18 0 16,1 0-1,27 0-15,-18 10 16,28-1 0,-28 19-16,37-9 15,-37 9-15,19 0 16,-29 9-1,38-9-15,-28 9 16,18 0 0,-27-9-16,18 0 15,-38 9-15,39-9 16,-58 19 0,48-29-16,-28 20 15,9-10 1,-10-10-16,10-8 15,9-10 1,-18 9-16,18-8 16,-9 8-16,29-18 15,-20 19 1,10-1-16,-19 10 16,18-1-1,-36 10-15,18 0 16,-38 19-16,-9-1 15,-10 10 1,-46 18-16,-20 0 16,-27 9-1,-10 10-15,-19 9 16,-9-1 0,-10 1-16,-9 9 15,0 0-15</inkml:trace>
  <inkml:trace contextRef="#ctx0" brushRef="#br1" timeOffset="-162041.58">14835 16558 0,'0'0'0,"0"-9"16,10 0-1,9-10-15,0 1 16,-1-10-1,1 9-15,0 1 16,-10 0-16,1 8 16,-1 1-1,1 0-15,-10 9 16,0 0 0,0 0-16,9 9 15,0 19-15,1 18 16,-1 55-1,1 29-15,-1-1 16,0 19 0,10-19-16,-9-18 15,-1-19 1,0-28-16,-9-27 16,0-27-16,0-10 15</inkml:trace>
  <inkml:trace contextRef="#ctx0" brushRef="#br1" timeOffset="-161517.66">14798 16733 0,'0'0'0,"0"0"15,0 0-15,0 0 16,0 0-1,0 0-15,0 0 16,0-9-16,9-9 16,19-19-1,29-19-15,9-8 16,-10 8 0,1 1-16,-10 18 15,-10 9 1,-8 10-16,-1 9 15,-9-1-15,-10 10 16,0 0 0,1 10-16,-1 8 15,-9 19 1,-9 9-16,-10 10 16,-9-1-16,0-9 15,9-9 1,0-9-16,10-10 15,-1-9 1,10 1-16,0-1 16,0-9-16,0 0 15,0 0 1,10 9-16,-1 0 16,0 1-1,10-1-15,9 0 16,-28-9-1</inkml:trace>
  <inkml:trace contextRef="#ctx0" brushRef="#br1" timeOffset="-161034.52">16143 16032 0,'0'0'0,"0"0"16,0 0-16,0 0 15,0 9 1,-9 0-16,-1 10 16,1 9-1,-1 18-15,-8 18 16,8 10-16,1 9 15,9-9 1,0 0-16,0-10 16,0 1-1,0-28-15,0-9 16,0-10 0,0-9-16,0-9 15,0 0-15</inkml:trace>
  <inkml:trace contextRef="#ctx0" brushRef="#br1" timeOffset="-160768.18">16275 16032 0,'0'0'0,"0"0"15,0 0 1,0 9-16,0 0 15,9 10-15,1 9 16,-1 18 0,10 27-16,0 1 15,-1-9 1,1-10-16,0-9 16,-9-18-1,-1-9-15,0-19 16,-9 0-16</inkml:trace>
  <inkml:trace contextRef="#ctx0" brushRef="#br1" timeOffset="-160540.5">16613 16023 0,'0'0'0,"0"0"16,0 0 0,0 0-16,0 0 15,0 0-15,0 0 16,0 0-1,0 9-15,10 19 16,-1 45 0,10 20-16,-9-1 15,-1-18-15,0-19 16,-9-9 0,-9-18-16,9-28 15</inkml:trace>
  <inkml:trace contextRef="#ctx0" brushRef="#br1" timeOffset="-160253.22">15946 15977 0,'0'0'16,"9"-10"-16,0 1 15,10-9 1,9-1-16,29-9 16,18-8-1,19-1-15,0 0 16,10 0 0,-1 9-16,1 0 15,-20 10-15,-27 9 16,-10 9-1,-47 0-15</inkml:trace>
  <inkml:trace contextRef="#ctx0" brushRef="#br1" timeOffset="-159969.75">15880 17306 0,'0'0'0,"0"0"16,0 0-16,9 0 15,10 0 1,19-19-16,27-9 16,39-18-1,-10 9-15,-9 0 16,-1 1-1,1-1-15,-10 0 16,0 0-16,-18 0 16,-57 37-1</inkml:trace>
  <inkml:trace contextRef="#ctx0" brushRef="#br1" timeOffset="-159541.83">15137 17832 0,'0'0'15,"0"0"-15,0 0 16,0 0 0,0 0-16,0 0 15,18-10 1,20-8-16,47-10 16,18-9-16,19-18 15,48 0 1,-20-1-16,-9 1 15,0-1 1,-9 10-16,-38 9 16,-9 1-1,-10 8-15,-9 9 16,-10 10 0,20-19-16,-76 28 15</inkml:trace>
  <inkml:trace contextRef="#ctx0" brushRef="#br1" timeOffset="-146690.56">18297 14620 0,'0'0'0,"0"0"16,0 0-16</inkml:trace>
  <inkml:trace contextRef="#ctx0" brushRef="#br1" timeOffset="-146201.78">18288 14592 0,'0'0'16,"0"0"-16,0 0 15,0 0 1,0 0-16,0 0 15,0 0-15,0 9 16,0 1 0,0-1-16,0 0 15,0 9 1,0 1-16,9 9 16,1 9-16,-1-1 15,1 20 1,-1-10-16,-9 9 15,0-9 1,0-9-16,9-9 16,1-9-1,-10-10-15,0-9 16</inkml:trace>
  <inkml:trace contextRef="#ctx0" brushRef="#br1" timeOffset="-145569.33">18213 14814 0,'0'0'16,"0"0"-16,0 0 15,0 0-15,9-10 16,10-17-1,9-10-15,10-9 16,18-10 0,1 10-16,-1 9 15,1 9 1,-10 10-16,-19 9 16,-9 0-16,-1 9 15,-8 0 1,-1 18-16,-9 19 15,-19 18 1,-18 28-16,-20 0 16,1 1-16,18-29 15,20-27 1,8-10-16,10-9 16,0-9-1,19 0-15,19 0 16,18-9-1,0 0-15,-9 0 16,-9-1-16,0 1 16,-10 9-1,-9 0-15,-10 0 16,1 9 0,-1 10-16,-9 8 15,-9 1 1,-1 9-16,-9 0 15,1-9-15,-1-10 16,9 1 0,1-10-16,0 0 15,-1 0 1,10-9-16</inkml:trace>
  <inkml:trace contextRef="#ctx0" brushRef="#br1" timeOffset="-144942.05">19153 14583 0,'0'0'15,"0"0"-15,0 0 16,0 0 0,-9 9-16,0 0 15,-1 1 1,1 17-16,-10 19 15,0 19-15,0 18 16,10 0 0,0-9-16,9-19 15,0-18 1,9-9-16,10 0 16,9-10-16,0-9 15,10-9 1,0-9-16,-1 0 15,1-10 1,-1 1-16,-8-10 16,-1 10-1,-9-1-15,-10 1 16,0-1-16,1 1 16,-1-1-1,-9-8-15,0 8 16,0 1-1,0-1-15,0 10 16,0 0-16,0 0 16,-9 0-1,-19-10-15,28 19 16</inkml:trace>
  <inkml:trace contextRef="#ctx0" brushRef="#br1" timeOffset="-144220.22">14450 12755 0,'0'0'0,"0"0"16,9-9-16,1 0 15,8 0-15,20-10 16,18-8 0,20-10-16,37-10 15,0 1 1,9-9-16,10 0 15,9-1 1,-19 19-16,-19 0 16,10 0-16,-19 10 15,0 8 1,-28 1-16,0 9 16,-9-1-1,-1 1-15,-9 0 16,0 0-16,-9-1 15,-10 1 1,0 0-16,0-9 16,-28 18-1</inkml:trace>
  <inkml:trace contextRef="#ctx0" brushRef="#br1" timeOffset="-143774.87">16200 11925 0,'0'0'15,"0"0"-15,0 0 16,0 0 0,0 0-16,0 0 15,0 0-15,0 0 16,0 0 0,0 0-16,0 0 15,9 9 1,10 0-16,9 0 15,10-9-15,-1 0 16,1 0 0,-10 0-16,0 0 15,1 0 1,-1 0-16,-9 10 16,-10-1-1,0 0-15,1 0 16,-1 10-1,-9 18-15,-9 9 16,-10 9-16,-19 19 16,-9 9-1,-9-9-15,-1-9 16,10-19 0,0 0-16,19-18 15,-9 8-15,37-36 16</inkml:trace>
  <inkml:trace contextRef="#ctx0" brushRef="#br1" timeOffset="-142789.62">19050 14758 0,'0'0'0,"0"0"16,0 0 0,0 0-16,0 0 15,9 0-15,20-9 16,8 0-1,1 9-15,9 0 16,0 0 0,-9 9-16,-1 0 15,-9 0 1,10 19-16,0 18 16,-10 19-16,-28-65 15</inkml:trace>
  <inkml:trace contextRef="#ctx0" brushRef="#br1" timeOffset="-133399.75">19596 14527 0,'0'0'0,"0"0"15,0 0 1,0 0-16,0 0 15,0 0 1,0 0-16,0 0 16,28-9-1,28-9-15,29-10 16,0 0-16,-1 1 16,10-1-1,-9 10-15,-85 18 16</inkml:trace>
  <inkml:trace contextRef="#ctx0" brushRef="#br1" timeOffset="-132317.75">20668 13983 0,'0'0'0,"0"0"16,0 0-1,0 0-15,0 0 16,-9 9-1,-10 10-15,0 8 16,-9 29-16,0 18 16,9-1-1,9-17-15,1-19 16,9 0 0,9-19-16,1-9 15,9 0 1,-1-9-16,11-9 15,8-9-15,-9-1 16,1 1 0,-10-1-16,-10-8 15,0 8 1,-9 1-16,0-10 16,-9 10-16,0-1 15,-1 1 1,1-1-16,-1 1 15,1 9 1,-1-1-16,10 10 16,0 0-16,0-9 15,10 0 1,9-10-16,0 1 16,-1 9-1,1 0-15,0-1 16,0 1-1,-10 9-15,1 0 16,-1 0-16,0 9 16,1 10-1,-1-1-15,1 10 16,8 0 0,-8-1-16,-1-8 15,10-1 1,0-9-16,-10 1 15,10-1-15,0-9 16,0 0 0,0-9-16,-1-1 15,11-8 1,-11 0-16,-8 8 16,-1 1-16,1 0 15,-10 0 1,0-1-16,0 1 15,0 0 1,0 0-16,-10-1 16,1 1-1,9 9-15,0 0 16,0 0-16</inkml:trace>
  <inkml:trace contextRef="#ctx0" brushRef="#br1" timeOffset="-131634.59">21308 13605 0,'0'0'0,"0"0"15,0 0 1,0 0-16,0 0 15,0 0 1,0 0-16,0 0 16,9 0-16,10-10 15,0 1 1,0 0-16,-1 9 16,-8 0-1,-1 0-15,1 0 16,-1 9-16,0 0 15,-9 10 1,0 18-16,0 0 16,0 9-1,-9-9-15,9-10 16,0-8 0,9 8-16,10-8 15,19-1-15,9 1 16,9-10-1,-18 0-15,0 1 16,-10-1 0,-9 0-16,0 0 15,-10 0-15,-9 10 16,-9 18 0,-20 9-16,-8 0 15,-20 10 1,-46 17-16,103-73 15</inkml:trace>
  <inkml:trace contextRef="#ctx0" brushRef="#br1" timeOffset="-129541.64">18768 15893 0,'0'0'16,"0"0"-16,0 0 16,0 0-1,0 0-15,0 0 16,0 0 0,0 0-16,0 0 15,0 10-15,-10 27 16,1 18-1,0 10-15,-1 8 16,10 1 0,0-9-16,0-19 15,0-9 1,0-9-16,0-19 16,0-9-16,0 0 15</inkml:trace>
  <inkml:trace contextRef="#ctx0" brushRef="#br1" timeOffset="-128991.15">18627 16087 0,'0'0'16,"0"0"-16,0 0 15,0 0 1,0 0-16,0 0 16,0 0-1,0 0-15,9-9 16,19-19-1,10-9-15,9-9 16,9 9-16,-9 10 16,-9-1-1,-10 10-15,-9 8 16,0 1 0,-10 9-16,-9 0 15,10 9-15,-10 19 16,-10 9-1,-8 18-15,-1-18 16,9-9 0,1-10-16,9-8 15,0-1-15,0 0 16,9 0 0,20 1-16,-1-1 15,0 0 1,0 0-16,-9 0 15,0 1 1,0-1-16,-10 0 16,0 0-16,-9 1 15,0 8 1,-9 10-16,-10-1 16,0 1-1,-9 0-15,-9-1 16,-1 1-1,0-9-15,38-19 16</inkml:trace>
  <inkml:trace contextRef="#ctx0" brushRef="#br1" timeOffset="-128724.08">19144 15580 0,'0'0'16,"0"0"-16,0 0 15,0 0 1,9 18-16,1 10 16,9 27-16,0 37 15,-1 1 1,1-1-16,0-9 15,0-9 1,0-28-16,-19-46 16</inkml:trace>
  <inkml:trace contextRef="#ctx0" brushRef="#br1" timeOffset="-128414.56">19784 15958 0,'0'0'15,"0"0"-15,0 0 16,0 0 0,9 0-16,19-9 15,10-10 1,9 1-16,19-1 16,19-8-16,-85 27 15</inkml:trace>
  <inkml:trace contextRef="#ctx0" brushRef="#br1" timeOffset="-128052.68">20677 15201 0,'0'0'0,"0"0"16,0 0-16,0 0 16,0 0-1,0 9-15,0 1 16,10 17-1,-1 29-15,1 8 16,-1 10 0,1 0-16,8 9 15,-8 0 1,-1 0-16,1-37 16,-10-46-16</inkml:trace>
  <inkml:trace contextRef="#ctx0" brushRef="#br1" timeOffset="-127508.21">21120 15266 0,'0'0'0,"0"0"15,0 0 1,0 0-16,0 9 15,-10 10 1,1 8-16,-1 19 16,1 19-1,0-10-15,9 1 16,0-10 0,0-9-16,9-10 15,0-8-15,1-1 16,9-8-1,9-10-15,0 0 16,10-10 0,-10 1-16,0-9 15,10-19-15,-10 0 16,-9 0 0,0-9-16,-1 18 15,-8 0 1,-1 10-16,-9 0 15,0 8-15,0 1 16,0 9 0,0 0-16,0 0 15,-9 0 1,-1-9-16,-8 0 16,-1 9-1,0 0-15,0 0 16,10 0-16,9 0 15</inkml:trace>
  <inkml:trace contextRef="#ctx0" brushRef="#br1" timeOffset="-126907.45">21590 14564 0,'0'0'0,"0"0"16,0 0-1,0 0-15,0 10 16,0 8 0,-9 19-16,9 18 15,0 28 1,0 19-16,9 9 15,0-19-15,10 0 16,0-9 0,9-27-16,0-10 15,1-9 1,-1-19-16,0 1 16,0-10-1,-9-9-15,0 0 16,0 0-1,0-9-15,9 0 16,-9-10-16,-1 10 16,-8-10-1,-1 10-15,1 0 16,-1 0-16,-9 9 16,0-10-1,0 10-15,0-9 16,0 9-1,0-9-15,-9 0 16,-1 0 0,1-1-16,-10 1 15,-19 9-15,-18 0 16,-38 9 0,-19 19-16,113-28 15</inkml:trace>
  <inkml:trace contextRef="#ctx0" brushRef="#br1" timeOffset="-124567.77">18899 16927 0,'0'0'15,"0"0"1,0 0-16,0 0 16,0 0-16,0 9 15,10 10 1,-1 18-16,1 37 15,9-1 1,-1 1-16,-8-9 16,-1-19-16,-9-18 15,0-19 1,0-9-16</inkml:trace>
  <inkml:trace contextRef="#ctx0" brushRef="#br1" timeOffset="-124003.4">18796 17112 0,'0'0'0,"0"0"16,0 0-1,0 0-15,0 0 16,0 0 0,0 0-16,0 0 15,0 0-15,9-9 16,10-19-1,9 0-15,10-9 16,0 10 0,-1-1-16,-8 9 15,-11 1 1,-8 9-16,-1-1 16,1 10-16,-10 0 15,0 0 1,0 10-16,0 17 15,-10 10 1,1 9-16,-1-9 16,10-9-16,0-9 15,0-10 1,10 0-16,-1 0 16,10-9-1,9 0-15,0 0 16,1 0-1,-1 0-15,-9 0 16,0 9-16,-10 1 16,0-1-1,1 9-15,-1 10 16,-9 9 0,-9 0-16,-10 0 15,0-9-15,0-1 16,0-18-1,19-9-15</inkml:trace>
  <inkml:trace contextRef="#ctx0" brushRef="#br1" timeOffset="-123558.18">19323 16973 0,'0'0'0,"0"0"16,0 0-16,0 0 16,0 0-16,0 0 15,9-9 1,10 0-16,9-19 16,0 10-1,1-1-15,-10 1 16,-1 9-16,1-1 15,-9 10 1,-1 0-16,0 10 16,1 17-1,-10 10-15,0 19 16,0-1 0,0-18-16,0-9 15,0-1-15,0-8 16,9-10-1,1 0-15,8-9 16,20-9 0,37-10-16,10-8 15,18-10 1,1 0-16,-104 37 16</inkml:trace>
  <inkml:trace contextRef="#ctx0" brushRef="#br1" timeOffset="-123088.15">19276 17804 0,'0'0'0,"0"0"16,0 0-1,0 0-15,0 0 16,0 0 0,0 0-16,0 9 15,0 28 1,9 19-16,10 27 16,0 0-16,0 0 15,-10-19 1,0-8-16,1-10 15,-10-18 1,0-10-16,0-9 16,0-9-16,0 0 15</inkml:trace>
  <inkml:trace contextRef="#ctx0" brushRef="#br1" timeOffset="-122534.39">19219 17933 0,'0'0'0,"0"0"15,0 0-15,0 0 16,10-9 0,9 0-16,9-10 15,9 1-15,1-1 16,-10 10-1,0 0-15,-9 0 16,-9 9 0,-1 0-16,1 0 15,-1 0-15,-9 9 16,0 19 0,-9 18-16,-1 0 15,1-9 1,-1-9-16,10-19 15,0 0 1,0-9-16,10 9 16,9-9-16,9 0 15,0 0 1,-9 0-16,9 0 16,-9 0-1,0 9-15,-10 1 16,0-1-16,1 0 15,-1 0 1,-9 10-16,0 8 16,-9 1-1,-1 0-15,-8 0 16,-1-1 0,0 1-16,0-10 15,19-18-15</inkml:trace>
  <inkml:trace contextRef="#ctx0" brushRef="#br1" timeOffset="-121904.52">19925 17712 0,'0'0'15,"0"0"-15,0 0 16,0 0 0,0 0-16,0 0 15,0 0 1,9-10-16,1 1 16,9 0-1,9-9-15,0-1 16,-9 10-16,0 0 15,-10 9 1,0 0-16,-9 0 16,0 0-1,0 9-15,0 28 16,-9 9 0,0 0-16,-10 0 15,9-9-15,1 0 16,0-18-1,9-1-15,0-9 16,9 0 0,0 1-16,1-10 15,9 9 1,-1-9-16,11 0 16,-1 9-16,0 0 15,-9-9 1,0 10-16,-10-1 15,1 0 1,-1 0-16,-9 10 16,0-1-16,-9 10 15,-20 9 1,-18 9-16,-9 0 16,-19 0-1,-1-18-15,76-28 16</inkml:trace>
  <inkml:trace contextRef="#ctx0" brushRef="#br1" timeOffset="-120957.74">23547 12469 0,'0'0'0,"0"0"16,0 9-16,0 10 16,0 18-1,9 18-15,1 47 16,-1 9-1,0-1-15,-9 1 16,0 0-16,0-37 16,0-19-1,0-55-15</inkml:trace>
  <inkml:trace contextRef="#ctx0" brushRef="#br1" timeOffset="-120404.61">23349 12534 0,'0'0'15,"0"0"-15,0 0 16,0 0 0,0 0-16,19-9 15,19-10 1,9 1-16,0 8 15,9 1 1,-9 9-16,-9 0 16,-1 9-16,-8 1 15,-1-1 1,-9 0-16,0 10 16,-10 8-1,-9 10-15,-9 9 16,-1 10-1,1-1-15,-10-9 16,9-18-16,1 0 16,9-10-1,9-9-15,1 1 16,18-1 0,10 0-16,-1-9 15,1 0-15,-10 9 16,-9 1-1,-10-1-15,1 0 16,-10 9 0,-19 29-16,-28 8 15,-9 10-15,-1-1 16,10-27 0,9-9-16,10-19 15,28-9 1</inkml:trace>
  <inkml:trace contextRef="#ctx0" brushRef="#br1" timeOffset="-120001.89">24271 12257 0,'0'0'16,"0"0"-16,0 0 16,0 9-1,0 19-15,0 18 16,-9 0 0,-1 19-16,1-1 15,-1 1-15,1 0 16,0-1-1,9-18-15,0-9 16,0-9 0,9 0-16,0-10 15,20 1-15,8-10 16,20-9 0,9-9-16,9-10 15,0-9 1,-18-8-16,-10-1 15,-47 37 1</inkml:trace>
  <inkml:trace contextRef="#ctx0" brushRef="#br1" timeOffset="-119773.92">24469 12534 0,'0'0'15,"0"0"-15,0 0 16,0 0-16,0 0 15,0 0 1,0 9-16,0 19 16,9 9-1,0 37-15,1-1 16,-1 20 0,1-19-16,-1-1 15,1-8-15,-10-65 16</inkml:trace>
  <inkml:trace contextRef="#ctx0" brushRef="#br1" timeOffset="-119534.52">24807 12562 0,'0'0'16,"0"0"-16,10 0 16,9 0-16,9 0 15,19 0 1,19 0-16,18-10 16,20-8-1,-104 18-15</inkml:trace>
  <inkml:trace contextRef="#ctx0" brushRef="#br1" timeOffset="-119157.45">25532 11860 0,'0'0'16,"0"0"0,0 0-16,0 0 15,0 19-15,-10 17 16,-9 20 0,1 8-16,-1 1 15,9-10 1,10 1-16,0-10 15,0-9-15,10-9 16,-1-1 0,1-8-16,8-1 15,11-9 1,18-9-16,0-9 16,-10-9-1,-37 18-15</inkml:trace>
  <inkml:trace contextRef="#ctx0" brushRef="#br1" timeOffset="-118916.78">25626 12100 0,'0'0'0,"0"0"16,0 0-1,0 9-15,9 10 16,1 8-1,-1 10-15,0 19 16,1 18 0,-1-10-16,1-8 15,-1 8-15,-9-18 16,0-9 0,9-9-16,-9-28 15</inkml:trace>
  <inkml:trace contextRef="#ctx0" brushRef="#br1" timeOffset="-118620.8">25917 12091 0,'0'0'0,"0"0"16,0 0-1,0 0-15,0 0 16,0 0-16,0 0 15,0 0 1,10 9-16,-1 10 16,1 8-1,-1 10-15,0 0 16,1 0-16,-1 0 16,1 0-1,-1-9-15,0-10 16,1 0-1,-1-8-15,-9-10 16</inkml:trace>
  <inkml:trace contextRef="#ctx0" brushRef="#br1" timeOffset="-118057.68">26115 11860 0,'0'0'16,"0"0"-16,0 0 15,9 0 1,10-9-16,9 0 16,1-1-1,8 1-15,1 0 16,0 9-16,-1 0 15,-9 0 1,1 9-16,-11 0 16,-8 1-1,-1 8-15,1 10 16,-10 9-16,0 0 16,-10 0-1,1-1-15,-1 1 16,1-9-1,0 0-15,9-10 16,0-9 0,0 1-16,9-1 15,10 0-15,0 0 16,9 1 0,0-1-16,0 0 15,1 0 1,-11 1-16,1 8 15,-9 0-15,-10 19 16,-10 10 0,-18-1-16,-19 9 15,-28 10 1,-38-10-16,113-55 16</inkml:trace>
  <inkml:trace contextRef="#ctx0" brushRef="#br1" timeOffset="-116433.25">20649 17730 0,'0'0'16,"0"0"-16,0 0 16,0 0-1,0 0-15,0 0 16,0 0 0,0 0-16,0 0 15,0 0-15,0 0 16,0 0-1,0 0-15,0 0 16,10 0 0,8 0-16,11-9 15,-1 0 1,0-1-16,-28 10 16</inkml:trace>
  <inkml:trace contextRef="#ctx0" brushRef="#br1" timeOffset="-115657.72">21148 17176 0,'0'0'0,"0"0"16,0 0 0,0 0-16,0 0 15,0 0-15,0 0 16,0 0-1,0 0-15,0 0 16,0 0 0,0 0-16,9-9 15,1 0 1,-1 0-16,0-1 16,1 1-16,-1 0 15,1 9 1,-1 0-16,-9 0 15,0 0-15,0 0 16,0 9 0,0 10-16,0-1 15,0 10 1,0 0-16,0-19 16,0 0-1,0 0-15,0 0 16,0 1-1,0-1-15,10 0 16,8 0-16,1 1 16,9-1-1,1 0-15,-11 0 16,1 1 0,0-1-16,-10 0 15,1 0-15,-10 0 16,0 1-1,-10 8-15,1 10 16,-10-1 0,0 1-16,1 0 15,-1 0 1,0-1-16,0-8 16,10-10-16,9-9 15</inkml:trace>
  <inkml:trace contextRef="#ctx0" brushRef="#br1" timeOffset="-115102.64">21571 17093 0,'0'0'0,"0"0"15,0 0 1,0 0-16,0 0 16,0 0-1,0 0-15,10 0 16,8-9 0,1 0-16,9 0 15,-9-1-15,9 1 16,-9 9-1,-9 0-15,-1 0 16,1 0 0,-10 0-16,9 9 15,-9 10 1,0 18-16,-9 18 16,-1 1-16,-9-1 15,0-9 1,10-9-16,0-9 15,-1-10 1,10-9-16,0 1 16,0-1-16,0-9 15,0 0 1,10 0-16,18 0 16,0 0-1,10-9-15,9-10 16,0 1-16,9-10 15,1-9 1,-10-9-16,-47 46 16</inkml:trace>
  <inkml:trace contextRef="#ctx0" brushRef="#br1" timeOffset="-114858.14">22211 16780 0,'0'0'0,"0"0"16,0 0 0,0 0-16,0 0 15,0 0-15,0 0 16,9 9 0,1 9-16,-1 10 15,10 46 1,19 46-16,18 46 15,0 18-15,10 38 16</inkml:trace>
  <inkml:trace contextRef="#ctx0" brushRef="#br1" timeOffset="-113038.15">23895 13808 0,'0'0'0,"0"0"15,0 0 1,0 9-16,0 9 15,0 19-15,0 37 16,0 37 0,0-19-16,0-9 15,9 0 1,1-18-16,-10-19 16,0-18-1,0-28-15</inkml:trace>
  <inkml:trace contextRef="#ctx0" brushRef="#br1" timeOffset="-112590.72">23716 14057 0,'0'0'16,"0"0"-16,0 0 15,9-9-15,29-10 16,19-9-1,8 1-15,1 8 16,-9 10 0,-10 0-16,-10 0 15,-8 9-15,-11 0 16,-8 9 0,-10 0-16,0 9 15,-10 10 1,1 0-16,0-10 15,-1 1 1,10-10-16,0 0 16,0-9-16,10 9 15,8 1 1,20 8-16,-10 1 16,0-1-1,-9 1-15,-9 8 16,-20 19-16,-18 28 15,-10-9 1,-27-1-16,8-27 16,57-37-1</inkml:trace>
  <inkml:trace contextRef="#ctx0" brushRef="#br1" timeOffset="-112274.7">24487 13780 0,'0'0'16,"0"0"-16,0 0 15,0 0-15,0 18 16,0 10 0,10 9-16,-1 9 15,10 9 1,0-8-16,9-1 15,0-9 1,1 0-16,-11-10 16,1-8-16,0-1 15,-10 1 1,1-10-16,-10 0 16,0 0-1,-10 1-15,10-10 16</inkml:trace>
  <inkml:trace contextRef="#ctx0" brushRef="#br1" timeOffset="-112119.56">24535 13918 0,'0'0'16,"9"0"-16,10-9 16,18 0-1,39-19-15,37-9 16,-1 10-1,-8-10-15,-104 37 16</inkml:trace>
  <inkml:trace contextRef="#ctx0" brushRef="#br1" timeOffset="-111690.58">23970 14878 0,'0'0'16,"0"0"-16,0 0 16,0 19-1,9 27-15,1 37 16,-1 28-1,1-1-15,-10-8 16,0-19 0,0-18-16,-10-19 15,10-28-15,0-18 16</inkml:trace>
  <inkml:trace contextRef="#ctx0" brushRef="#br1" timeOffset="-111207.83">23867 15109 0,'0'0'0,"0"0"16,0 0 0,0 0-16,0 0 15,0 0 1,9 0-16,10-9 16,18-10-16,20-8 15,-10 8 1,-9 1-16,-10 8 15,0 1 1,-9 9-16,-10 0 16,1 0-1,-10 0-15,0 0 16,0 9-16,0 1 16,0-1-1,0 9-15,0-8 16,9-1-1,0 0-15,10 9 16,9 1 0,1-10-16,-1 0 15,-9 1-15,0 8 16,-1 1 0,-8 8-16,-10 19 15,-10 10 1,-18-1-16,0 1 15,-10-10-15,1-19 16,-10-8 0,9-19-16,38 0 15</inkml:trace>
  <inkml:trace contextRef="#ctx0" brushRef="#br1" timeOffset="-110724.33">24789 14767 0,'0'0'0,"0"0"15,0 0 1,0 0-16,0 0 16,0 10-1,0 8-15,-10 10 16,-9 36-1,0 29-15,1-1 16,8-18 0,1 0-16,9-28 15,9-9-15,1-10 16,8-8 0,1-10-16,10 0 15,-11-9-15,1 0 16,0 0-1,0 0-15,-10 0 16,1 0 0,-1-9-16,0 9 15,-9 0 1,0 0-16,0 0 16,0 0-1,0 0-15,0 0 16,0 0-16,-28 0 15,-28 19 1,-1 8-16,57-27 16</inkml:trace>
  <inkml:trace contextRef="#ctx0" brushRef="#br1" timeOffset="-110374.66">24328 16097 0,'0'0'0,"0"0"15,0 0-15,0 0 16,0 0 0,0 0-16,0 9 15,9 37 1,10 18-16,0 20 16,-1-11-16,-8-8 15,-1-19 1,-9-18-16,0-10 15,0-18 1</inkml:trace>
  <inkml:trace contextRef="#ctx0" brushRef="#br1" timeOffset="-109903.21">24281 16281 0,'0'0'0,"0"0"16,0 0-1,0 0-15,0 0 16,0 0-1,9-9-15,10-19 16,28-9-16,0-9 16,9 9-1,-9 10-15,-9 8 16,-10 10 0,-9 0-16,-10 9 15,-9 0-15,0 0 16,0 0-1,0 18-15,-9 19 16,0 0 0,-1 0-16,1-10 15,9-8 1,0-1-16,9 1 16,10-1-1,9 1-15,10-1 16,-1 1-16,-8-1 15,-11 1 1,1 8-16,-9 10 16,-10 0-1,-10 9-15,-9-9 16,-18 9 0,9-18-16,-1-19 15,1-9-15,28 0 16</inkml:trace>
  <inkml:trace contextRef="#ctx0" brushRef="#br1" timeOffset="-109485.3">24977 16115 0,'0'0'16,"0"0"-16,0 0 15,0 0-15,9 0 16,10 0 0,9-9-16,0 0 15,1-1 1,-1-8-16,9-1 16,-8 10-16,-1-9 15,0 8 1,-9 1-16,0 0 15,-10 0 1,1 9-16,-1 0 16,0 0-1,1 0-15,-10 0 16,0 0-16,0 0 16,0 0-1,9 18-15,1 28 16,-1 56-1,-9 27-15,28 111 16,-9-9 0</inkml:trace>
  <inkml:trace contextRef="#ctx0" brushRef="#br1" timeOffset="-108440.85">28269 11159 0,'0'0'16,"0"0"-16,0 0 16,0 0-1,0 0-15,0 0 16,0 9 0,10 28-16,-1 55 15,0 37 1,1 1-16,-10-1 15,0-9-15,0-28 16,0-18 0,0-28-16,0-9 15,0-19 1,0-18-16</inkml:trace>
  <inkml:trace contextRef="#ctx0" brushRef="#br1" timeOffset="-108353.34">28128 11629 0,'0'0'16,"-9"-27"-16,9 27 16</inkml:trace>
  <inkml:trace contextRef="#ctx0" brushRef="#br1" timeOffset="-107923.8">28260 11177 0,'0'0'0,"19"0"16,18 0-1,10 0-15,-9 0 16,0 0 0,-1 0-16,-9 0 15,-9 9-15,0 1 16,-10-1 0,1 9-16,-10 10 15,-10 9 1,-8 9-16,-1 0 15,0-9-15,10-9 16,-1-10 0,10-9-16,10 10 15,8-10 1,11 0-16,8 1 16,1 8-1,-10 1-15,0-1 16,-9 0-16,-9 10 15,-10 9 1,-19 18-16,-19 19 16,-9-9-1,-9-10-15,9-18 16,9-18-16,38-19 16</inkml:trace>
  <inkml:trace contextRef="#ctx0" brushRef="#br1" timeOffset="-107367.81">29163 11186 0,'9'-9'0,"20"0"16,8-10-16,1 1 15,-10-1 1,0 1-16,-18 9 15,-1 0-15,-9 9 16,0 0 0,0 0-16,-9 0 15,-10 0 1,-9 9-16,-1 9 16,1 1-16,9-1 15,10 10 1,0 0-16,9-1 15,9 1 1,19 9-16,19 9 16,10 0-1,-10 0-15,-10-9 16,-8 0-16,-11 0 16,-8 0-1,-10 0-15,-10 0 16,-8 0-1,-1-10-15,-9-8 16,9-10-16,0-9 16,10 0-1,-1-9-15,1 0 16,9-19 0,19-27-16,9-28 15,19-47 1,9 1-16,1 28 15,-10 17-15,-47 84 16</inkml:trace>
  <inkml:trace contextRef="#ctx0" brushRef="#br1" timeOffset="-106973.83">28448 12469 0,'0'0'0,"0"0"16,0 0-16,9 9 16,1 1-1,-1 8-15,10 38 16,0 27 0,-10 27-16,-9 1 15,0-9-15,10-10 16,-10-18-1,0-37-15,0-19 16,0-18 0</inkml:trace>
  <inkml:trace contextRef="#ctx0" brushRef="#br1" timeOffset="-106470.18">28467 12608 0,'0'0'16,"0"0"-16,0 0 15,0 0 1,0 0-16,0 0 16,0 0-16,19-19 15,18-8 1,10-1-16,-9 9 16,9 1-1,-9 9-15,-10-1 16,0 10-1,-9 0-15,-10 0 16,-9 0-16,0 10 16,0 8-1,-19 10-15,1 9 16,-1 0 0,9-19-16,1 1 15,9-10 1,0 0-16,9 0 15,20 10-15,8-1 16,10 1 0,-9-1-16,0 1 15,-10-1 1,-9 10-16,-1 9 16,-18 0-16,-9 18 15,-19 0 1,-10 1-16,-9-10 15,-9-9 1,9-19-16,9-18 16,38 0-16</inkml:trace>
  <inkml:trace contextRef="#ctx0" brushRef="#br1" timeOffset="-105806.6">29596 12331 0,'0'0'0,"0"0"16,0 0-16,0 0 15,0 0 1,0 0-16,0 0 15,0 0-15,0 0 16,0 0 0,-10 0-16,-18 0 15,-10 9 1,-9 10-16,-9 8 16,0 1-16,8 0 15,11-1 1,9-8-16,9-1 15,9-9 1,1 1-16,9-1 16,0-9-1,9 9-15,10 0 16,9-9-16,1 0 16,8 0-1,1-9-15,9-9 16,0-10-1,-19 9-15,0 1 16,1 0-16,-11 8 16,1 1-1,-9 9-15,-1 0 16,1 0 0,-1 0-16,0 9 15,10 19 1,0 9-16,0 18 15,0 28-15,-1-9 16,-8 0 0,-1-19-16,-9-8 15,10-10 1,-10-10-16,0-27 16</inkml:trace>
  <inkml:trace contextRef="#ctx0" brushRef="#br1" timeOffset="-105482.18">30198 12718 0,'0'0'0,"0"0"16,0 0-1,0 0-15,9 0 16,10-9 0,0 0-16,0 0 15,-1 9-15,1 0 16,-9 0-1,-1 0-15,10-9 16,-19 9 0</inkml:trace>
  <inkml:trace contextRef="#ctx0" brushRef="#br1" timeOffset="-103924.02">31073 12119 0,'0'0'0,"0"0"15,0 0 1,0 0-16,0 0 16,0 0-16,0 0 15,0 0 1,0 0-16,0 0 16,0 0-1,0 0-15,0 0 16,0 0-1,0 0-15,0 0 16,-10-10-16,1 1 16,-1 0-1,-18 0-15,-9 9 16,-10 9 0,-19 19-16,-10 8 15,11 11 1,8 8-16,10-9 15,19-9-15,9-9 16,10-10 0,9-9-16,18 10 15,11-10 1,18 0-16,9-18 16,1 0-16,-10-10 15,-10 1 1,1 0-16,-10-1 15,-9 10 1,0 0-16,-10-1 16,10 1-16,-10 9 15,1 0 1,9 0-16,-1 0 16,1 0-1,0 9-15,0 1 16,0 17-1,0 10-15,-1 0 16,1 9-16,-9 0 16,-1 10-1,0-10-15,1-9 16,-1-9 0,-9-28-16</inkml:trace>
  <inkml:trace contextRef="#ctx0" brushRef="#br1" timeOffset="-103440.04">31383 12128 0,'0'0'16,"0"0"-16,0 0 15,0 0 1,0 0-16,10-9 15,8-10 1,20-9-16,9 1 16,0 8-16,0 1 15,-9 9 1,-1-1-16,-8 10 16,-11 0-1,-8 0-15,-1 10 16,1 17-1,-10 19-15,-10 28 16,-27 9-16,-10 0 16,-1-18-1,1-10-15,0-9 16,10-9 0,18-9-16,10-9 15,-1-10-15,10-9 16,0 0-1,10 9-15,27-9 16,29-9 0,19-10-16,-1-8 15,20-20 1,-104 47-16</inkml:trace>
  <inkml:trace contextRef="#ctx0" brushRef="#br1" timeOffset="-102903.45">32136 11657 0,'0'0'0,"0"0"15,9 0-15,1 0 16,-1-9-1,0 0-15,10 9 16,-9 0-16,8 0 16,-8 0-1,9 0-15,-10 0 16,10 9 0,0 0-16,-10 0 15,0 19 1,1 9-16,-10 0 15,-10 18-15,1-9 16,0 0 0,-10 1-16,9-10 15,10-10 1,0-8-16,0-1 16,0 1-16,10-1 15,9 1 1,9-1-16,9 10 15,11-1 1,-11 1-16,-9-9 16,-9-1-16,-9 0 15,-1 10 1,-9 9-16,-9 9 16,-29 10-1,-37 27-15,75-83 16</inkml:trace>
  <inkml:trace contextRef="#ctx0" brushRef="#br1" timeOffset="-102103.7">25221 15054 0,'0'0'0,"0"0"16,0 0-1,0 0-15,0 0 16,0 0 0,0 0-16,0 0 15,0 0 1,0 0-16,0 0 15,0 0-15,0 0 16,0 0 0,19 0-16,0-10 15,9 1 1,0 0-16,1 0 16,-1-1-1,-9 1-15,-1 0 16,1 0-16,0-1 15,9 1 1,19-9-16,-47 18 16</inkml:trace>
  <inkml:trace contextRef="#ctx0" brushRef="#br1" timeOffset="-101483.25">26021 14352 0,'0'0'16,"0"0"-16,0 0 15,0 0 1,0 0-16,0 0 15,-10 9-15,1 10 16,-10 27 0,0 9-16,-9 28 15,0 0 1,19 10-16,-1-1 16,20-18-16,-1-19 15,10 1 1,0-19-16,18-1 15,1-17 1,18-1-16,-9-18 16,0 0-1,-9-9-15,0 0 16,-10-10-16,0 1 16,-9 0-1,-10 8-15,1 1 16,-1-9-1,-9 8-15,0 1 16,0 0 0,0 0-16,-9-1 15,-1 1-15,-18 0 16,-10 0 0,-9 9-16,0 0 15,0 0 1,10 9-16,9 0 15,9-9-15,9 0 16,10 0 0</inkml:trace>
  <inkml:trace contextRef="#ctx0" brushRef="#br1" timeOffset="-100990.56">26378 14491 0,'0'0'0,"0"0"16,0 0-16,0 0 16,0 0-1,10-10-15,9 1 16,-1 0-1,11 0-15,-1-1 16,-9 10-16,-1 0 16,-8 0-1,-1 0-15,1 0 16,-10 0 0,0 0-16,0 19 15,0 18 1,-10 18-16,-9 1 15,1 8-15,-1-8 16,9-20 0,1-8-16,9-9 15,0-1 1,9-9-16,10 1 16,28-1-1,19-18-15,9-10 16,19-18-16,10-9 15,-1-19 1,-103 65-16</inkml:trace>
  <inkml:trace contextRef="#ctx0" brushRef="#br1" timeOffset="-100365.66">27093 14204 0,'0'0'16,"0"0"0,0 0-16,0 0 15,0 0-15,0 0 16,0 0 0,0 0-16,0 0 15,0 0 1,10-9-16,9 0 15,-10 9-15,0 0 16,10 0 0,-9 0-16,-1 0 15,0 0 1,-9 0-16,10 9 16,-1 0-1,-9 10-15,0 9 16,0 9-16,-9-1 15,-1-8 1,10-9-16,0-1 16,0 0-1,0-8-15,0-1 16,10 0-16,-1 0 16,1 1-1,8-1-15,1 0 16,9 0-1,-9 1-15,10-1 16,-11 0 0,1 0-16,-9 0 15,-1 10-15,0-1 16,-9 1 0,-9 9-16,-19 8 15,-10 11 1,-9-10-16,-28-1 15,0-17 1,75-19-16</inkml:trace>
  <inkml:trace contextRef="#ctx0" brushRef="#br1" timeOffset="-99017.56">20301 16733 0,'0'0'0,"0"0"16,0 0-16,0 0 15,0 0 1,0 0-16,0 0 15,0 0-15,0 0 16,10 0 0,8-9-16,11 0 15,8-10 1,1 10-16,9-9 16,0-1-16,0 1 15,-9-1 1,-38 19-16</inkml:trace>
  <inkml:trace contextRef="#ctx0" brushRef="#br1" timeOffset="-98540.54">20856 16281 0,'0'0'0,"0"0"16,0 0-1,10-9-15,-1 0 16,0-1 0,10 1-16,-9 9 15,8 0 1,1 0-16,10 0 15,-11 9-15,11 10 16,-11-1 0,-8 19-16,-1 0 15,-9 19 1,-19 8-16,1 1 16,-1-19-16,9-18 15,1-10 1,0 1-16,9-10 15,0 0 1,0-9-16,9 0 16,10 0-1,9 0-15,19-9 16,9-10-16,20-8 16,-76 27-1</inkml:trace>
  <inkml:trace contextRef="#ctx0" brushRef="#br1" timeOffset="-98102.64">21392 16078 0,'0'0'0,"0"0"16,10 0-1,9-9-15,9 0 16,0-1 0,0 10-16,1 0 15,-11 0 1,1 0-16,0 10 16,0 8-16,0 19 15,-10 18 1,-18 10-16,-10 0 15,0-10 1,0 0-16,0-9 16,10-18-16,0-9 15,9-10 1,0 0-16,0-9 16,28 0-1,9-9-15,29-10 16,0-8-1,9-19-15,19-10 16,-9-8-16,-85 64 16</inkml:trace>
  <inkml:trace contextRef="#ctx0" brushRef="#br1" timeOffset="-97684.7">22267 15598 0,'0'0'0,"0"0"16,0 0 0,0 0-16,0 0 15,0 9 1,-9 10-16,0 18 15,-10 9 1,9 0-16,1 0 16,-1-9-16,10 0 15,0-9 1,0-1-16,0-8 16,0-1-1,10-8-15,9-1 16,9 9-1,0-9-15,10 1 16,9-1-16,0-9 16,0 0-1,-9-9-15,-1-1 16,-37 10 0</inkml:trace>
  <inkml:trace contextRef="#ctx0" brushRef="#br1" timeOffset="-97456.81">22512 15866 0,'0'0'0,"0"0"15,0 0 1,0 0-16,0 0 16,0 0-16,0 0 15,0 9 1,0 9-16,0 10 15,0 18 1,0 28-16,9 18 16,1-18-1,-10-74-15</inkml:trace>
  <inkml:trace contextRef="#ctx0" brushRef="#br1" timeOffset="-96940.59">22361 15063 0,'0'0'0,"0"0"16,0 0-1,0 0-15,0 0 16,0 0-16,0 0 15,0 9 1,-9 28-16,-10 46 16,-9 46-1,-19 37 1,-38 93-16,19-38 0</inkml:trace>
  <inkml:trace contextRef="#ctx0" brushRef="#br1" timeOffset="-96040.53">22343 14454 0,'0'0'15,"0"0"-15,0 0 16,0 0 0,0 0-16,0 0 15,0 0 1,0 0-16,0 0 16,0 9-1,0 19-15,0 18 16,9 9-16,0 10 15,1-1 1,-1-8-16,1-1 16,-1-9-1,0-9-15,1-9 16,-1-10 0,1-9-16,-10-9 15</inkml:trace>
  <inkml:trace contextRef="#ctx0" brushRef="#br1" timeOffset="-95422.52">22503 14500 0,'0'0'0,"0"0"16,0 0-16,0 0 15,0 0 1,0 0-16,0 0 16,0 0-16,9-9 15,0-1 1,10-8-16,0-10 16,9 10-1,-9-1-15,0 1 16,-10 9-16,1-1 15,-1 10 1,-9 0-16,0 0 16,0 0-1,0 10-15,0 17 16,0 10 0,0 0-16,0 0 15,0 0-15,0-9 16,0-10-1,9 1-15,1-10 16,-1 0 0,1 0-16,8 0 15,1 1 1,0-1-16,0 0 16,-10 0-16,1 1 15,-1-1 1,1 0-16,-1 10 15,0 8 1,-9 10-16,-9 0 16,0 0-16,-10 0 15,-19 9 1,0-18-16,10-10 16,28-18-1</inkml:trace>
  <inkml:trace contextRef="#ctx0" brushRef="#br1" timeOffset="-94801.9">22869 14463 0,'0'0'0,"0"0"16,0 0-1,0 0-15,0 0 16,0 0 0,0 0-16,0 0 15,0 9-15,-9 10 16,0 8 0,-1 10-16,1 0 15,-1 0 1,10-9-16,0-1 15,10-8 1,-1-1-16,1 1 16,8-1-16,1-9 15,0 1 1,0-1-16,0-9 16,-1 0-1,1-9-15,0-1 16,0-8-1,0 0-15,0-1 16,-10 1-16,0-1 16,1 1-1,-1-1-15,1 10 16,-10 0 0,0 0-16,0-1 15,0 1-15,0 0 16,0 0-1,0-1-15,0 1 16,-10 0 0,1 0-16,-1-1 15,1 10-15,0 0 16,-10 0 0,19 0-16</inkml:trace>
  <inkml:trace contextRef="#ctx0" brushRef="#br1" timeOffset="-92371.7">26943 12248 0,'0'0'16,"0"0"-16,0 0 16,0 0-1,0 0-15,0 0 16,0 0-16,0 0 16,-19 27-1,-9 29-15,-19 27 16,-10 18-1,-37 38-15,94-139 16</inkml:trace>
  <inkml:trace contextRef="#ctx0" brushRef="#br1" timeOffset="-91653.76">26369 12792 0,'0'0'16,"0"0"0,0 0-16,0 0 15,0 10-15,0 8 16,0 19 0,0 18-16,-9 10 15,9 9 1,0-10-16,0-18 15,9-9 1,0-9-16,1-9 16,9-1-16,9-9 15,9-9 1,10 0-16,-9-9 16,-10 0-1,1-10-15,-29 19 16</inkml:trace>
  <inkml:trace contextRef="#ctx0" brushRef="#br1" timeOffset="-91406.77">26651 12958 0,'0'0'0,"0"0"15,0 0-15,0 10 16,0-1-1,0 19-15,10 8 16,-1 11 0,10 8-16,-10 0 15,1-8-15,-1-1 16,0-19 0,10-8-16,-19-19 15</inkml:trace>
  <inkml:trace contextRef="#ctx0" brushRef="#br1" timeOffset="-91023.56">27159 12857 0,'0'0'0,"0"0"16,0 0-16,0 0 16,0 0-1,0 0-15,0 0 16,0 0-16,-9 9 15,-1 0 1,-8 10-16,-1-1 16,0 10-1,0-10-15,10 1 16,-1-10 0,10 0-16,0 1 15,10-1-15,9 0 16,-1 0-1,1 0-15,9 10 16,-9-10 0,-9 0-16,-1 10 15,0-1-15,-9 1 16,-9 8 0,-10 10-16,0-18 15,19-19 1</inkml:trace>
  <inkml:trace contextRef="#ctx0" brushRef="#br1" timeOffset="-90840.46">26962 12848 0,'0'0'16,"0"0"-1,9 0-15,10-10 16,9 1-16,19-9 15,19-10 1,0-9-16,0-9 16,-66 46-1</inkml:trace>
  <inkml:trace contextRef="#ctx0" brushRef="#br1" timeOffset="-90371.19">27479 12423 0,'0'0'0,"0"0"15,0 0-15,0 0 16,0 0-1,0 0-15,0 0 16,0 0 0,0 0-16,0 0 15,0 0-15,-9 19 16,-1 17 0,-9 29-16,1 18 15,-1 9 1,19-8-16,0-1 15,9-10 1,1-8-16,-1-10 16,10-8-16,0-11 15,-1-8 1,1-9-16,0-10 16,0 0-1,0-9-15,0 0 16,-10 0-1,0-9-15,1 0 16,-1-1-16,1 1 16,-10 0-1,0 0-15,0-1 16,0 1 0,-10 0-16,1 0 15,-19 0-15,-20-1 16,-64 20-1,112-10-15</inkml:trace>
  <inkml:trace contextRef="#ctx0" brushRef="#br2" timeOffset="-83873.61">23114 17989 0,'0'0'0,"0"0"16,9 0 0,20 0-16,27-19 15,38-9 1,38-18-16,28-18 15,47-29-15,9-17 16,0-1 0,-9-9-16,10-19 15,-20 1 1,1 18-16,-19 0 16,-1 0-16,29-9 15,-37 9 1,37-9-16,-10 18 15,10-18 1,0-10-16,0-8 16,9 8-16,-18-18 15,28 0 1,-47 47-16,28-20 16,-29 10-1,-8 0-15,27 0 16,-37 0-1,9 0-15,-9 10 16,-19 8-16,-9 1 16,-19 8-1,-9 19-15,-29 19 16,-9 9 0,-10 0-16,-18 18 15,-10 0 1,0 10-16,-18 9 15,-10 9-15</inkml:trace>
  <inkml:trace contextRef="#ctx0" brushRef="#br2" timeOffset="-81923.7">24440 17721 0,'0'0'0,"0"0"15,0 0 1,0 0-16,0 0 15,0 0 1,0-9-16,-9-1 16,9 10-16,-9-9 15,9 9 1,0 0-16,0 0 16,-10 0-1,1 9-15,-10 19 16,10 9-1,-1 18-15,1 19 16,-1 0 0,20 0-16,-1-19 15,1-9-15,-1-9 16,0-9 0,1-9-16,-1-10 15,10 0 1,0-9-16,9-9 15,10-10-15,9-27 16,0-9 0,-10-10-16,1-9 15,-10 10 1,-9 8-16,-10 10 16,1 0-16,-10 9 15,0 9 1,-10 1-16,1 8 15,0 1 1,-10-1-16,-9 1 16,-1 9-1,1-1-15,0 10 16,0 0-16,0 0 16,9 0-1,9 0-15,1 0 16,-1 0-1,10 0-15,0 0 16,0 0-16,10-9 16,-1 0-1,1-9-15,9-1 16,-10 10 0,10 0-16,-10-1 15,1 10 1,-1 0-16,10 10 15,9 8-15,10 28 16,9 19 0,-10-1-16,1-8 15,-10-10 1,-9-18-16,0-1 16,0-8-1,-1-10-15,11-9 16,-1 0-16,0-9 15,10-19 1,-10-18-16,10-9 16,-10-10-1,-9 10-15,-1 8 16,-8 11-16,-10-1 16,0 9-1,0 9-15,-10 1 16,1 9-1,0 0-15,-10-1 16,0 1 0,-9 9-16,0 0 15,-1 9-15,1 1 16,9-1 0,19-9-16</inkml:trace>
  <inkml:trace contextRef="#ctx0" brushRef="#br2" timeOffset="-81235.41">25240 16983 0,'0'0'0,"0"0"16,0 0-1,0 0-15,0 0 16,9 0-1,1 0-15,-1 0 16,10-10-16,-9 10 16,8-9-1,-8 9-15,-1 0 16,1 0 0,-1 0-16,0 9 15,1 10 1,-1 8-16,-9 10 15,0 0-15,0 0 16,0 0 0,0-18-16,0-10 15,10 0 1,-1 0-16,0-9 16,10 0-1,9 0-15,1 0 16,-1 0-16,0 0 15,0 0 1,-9 10-16,0-1 16,-10 0-1,1 0-15,-1 10 16,-9-1-16,0 10 16,-9 0-1,-1-1-15,-8 1 16,-1-10-1,9 1-15,1-10 16,9-9 0</inkml:trace>
  <inkml:trace contextRef="#ctx0" brushRef="#br2" timeOffset="-81006.36">25842 17352 0,'0'0'0,"0"0"16,0 0 0,0 0-16,0 0 15,10 9 1,-1 9-16,0 10 16,1 64-1,-1 19-15,-9 55 16,-9-36-16,9-130 15</inkml:trace>
  <inkml:trace contextRef="#ctx0" brushRef="#br2" timeOffset="-80206.56">26106 16687 0,'0'0'0,"0"0"16,0 0-1,0 0-15,0 0 16,0 0 0,0 0-16,0 0 15,0 0-15,0 9 16,0 10 0,9 9-16,0 9 15,10 9 1,0 0-16,0 0 15,0 9 1,9 1-16,-9-1 16,-1-9-16,-18-46 15</inkml:trace>
  <inkml:trace contextRef="#ctx0" brushRef="#br2" timeOffset="-79523.38">26435 16586 0,'0'0'0,"0"0"15,0 0-15,0 0 16,0 0-1,0 0-15,0 9 16,0 9 0,0 1-16,0 18 15,0 9-15,0 0 16,9-9 0,1 0-16,-1-9 15,0-1 1,10-8-16,0-1 15,9 1 1,1-10-16,-1 0 16,0-9-16,-9 0 15,0-9 1,-1 0-16,-8-1 16,-1 1-1,1-9-15,-1-1 16,0-8-16,1-1 15,-1 0 1,-9 1-16,0-1 16,0 9-1,0 1-15,0-1 16,-9 1-16,-1 0 16,1-1-1,0 10-15,-1 0 16,1-1-1,-1 1-15,1 0 16,0 0 0,-1 9-16,1 0 15,-1 0-15,-8 0 16,-1 0 0,0 0-16,0 0 15,19 0 1</inkml:trace>
  <inkml:trace contextRef="#ctx0" brushRef="#br2" timeOffset="-78851.96">26924 15810 0,'0'0'0,"0"0"16,0 0-16,0 0 16,0 0-1,0 0-15,0 0 16,0 10-16,0 17 16,0 10-1,0 28-15,0 9 16,0 27-1,0-9-15,9-8 16,1-20 0,-1-8-16,1-10 15,-1-9-15,10-10 16,0 10 0,-1-9-16,1-10 15,10 1 1,-1-1-16,-9-8 15,9-1-15,0-9 16,0 0 0,0-9-16,-9-1 15,9-8 1,1-1-16,-1-8 16,0-1-1,-9 0-15,0 1 16,-10 8-16,-9 10 15,0 0 1,0-1-16,0 1 16,-9 0-1,-1 0-15,-8-10 16,-11 1 0,1 9-16,0-1 15,-10 10-15,1 10 16,-10 8-1,0 1-15,9-1 16,0 0 0,38-18-16</inkml:trace>
  <inkml:trace contextRef="#ctx0" brushRef="#br2" timeOffset="-78623.4">27554 16069 0,'0'0'0,"19"9"16,0 0 0,0 1-16,0-1 15,-1 9 1,11 28-16,-11 37 16,11 37-1,-29 28-15,0-19 16,-19 28-16,0 65 15</inkml:trace>
  <inkml:trace contextRef="#ctx0" brushRef="#br2" timeOffset="-78172.03">27931 15201 0,'0'0'16,"0"0"-16,0 9 15,9 19 1,10 18-16,9 37 15,0 0 1,0 10-16,10 8 16,-19-18-1,0-9-15,0-18 16,-1-10-16,-8-19 16,-10-27-1</inkml:trace>
  <inkml:trace contextRef="#ctx0" brushRef="#br2" timeOffset="-77519.77">28297 14998 0,'0'0'15,"10"-9"1,9-10-16,0 1 16,9 0-16,0-1 15,-9 10 1,0 0-16,-1-1 15,1 1 1,0 9-16,0 0 16,-10 0-16,1 9 15,-1 10 1,0 9-16,1 8 16,-10 29-1,0-10-15,-10-8 16,1-1-1,9-9-15,0-10 16,0-8-16,0-1 16,0-8-1,9-1-15,10 0 16,0 0 0,0 0-16,9 1 15,0-1 1,1 0-16,-1 10 15,-9-10-15,-1 9 16,-8 10 0,-1 9-16,-9 0 15,0 9 1,-19 9-16,-9 1 16,0-1-16,0-9 15,0-18 1,28-28-16</inkml:trace>
  <inkml:trace contextRef="#ctx0" brushRef="#br2" timeOffset="-76863.89">28900 15118 0,'0'0'0,"0"0"16,0 0-16,0 0 15,0 0 1,0 0-16,0 0 16,0 0-1,0 0-15,0 0 16,0 0 0,0 9-16,0 10 15,0 9-15,9 8 16,0 1-1,1-9-15,9 9 16,-1-9 0,1-10-16,0 1 15,0-10 1,0 0-16,9 0 16,0-9-16,-9 0 15,9-9 1,-9 0-16,9-10 15,0 1 1,-9-10-16,0 1 16,0-1-1,-10 0-15,1 0 16,-1 1-16,0-10 16,-9 9-1,0 0-15,0 1 16,-9 8-1,0 1-15,-1-1 16,-9 1-16,10-1 16,-10 1-1,0 9-15,1 0 16,-1 9 0,-9 0-16,-1 9 15,-8 18 1,-10 20-16,-10 8 15,20 0-15,37-55 16</inkml:trace>
  <inkml:trace contextRef="#ctx0" brushRef="#br2" timeOffset="-76523.76">29605 15201 0,'0'0'0,"0"0"16,0 0-16,0 0 15,0 0 1,0 0-16,0 9 16,10 10-1,-1 9-15,-9 36 16,-9 38 0,-10 55-16,-10-19 15,29-138-15</inkml:trace>
  <inkml:trace contextRef="#ctx0" brushRef="#br2" timeOffset="-75673.59">29859 14527 0,'0'0'15,"0"0"1,0 0-16,0 0 15,0 0-15,0 0 16,0 0 0,10-18-16,18-19 15,19-9 1,9 0-16,1 18 16,-10 10-1,0-1-15,-19 19 16,-9 0-16,-10 19 15,1 18 1,-10 27-16,-19 28 16,-9 10-1,-10-10-15,10-9 16,-1-9-16,11-28 16,8-18-1,10-10-15,0-8 16,0-10-1,10 0-15,8 0 16,30-10 0,17-8-16,11-10 15,-1-18-15,19-18 16,-9-29 0,-85 93-16</inkml:trace>
  <inkml:trace contextRef="#ctx0" brushRef="#br2" timeOffset="-75233.69">30452 14075 0,'0'0'0,"19"-9"0,9-9 15,9-10 1,20 0-16,9 0 15,-10 10 1,-9 18-16,-9 0 16,-1 9-1,-8 10-15,-10 18 16,-10 9 0,-9 9-16,0 10 15,-19-1-15,-9-8 16,0-1-1,-1-9-15,11-9 16,-1-9-16,9-10 16,1 1-1,9-10-15,0 0 16,9 0 0,10 1-16,28-10 15,19-10 1,28-17-16,0-10 15,-18-9-15,-1-19 16,-75 65 0</inkml:trace>
  <inkml:trace contextRef="#ctx0" brushRef="#br2" timeOffset="-74840.47">31393 13355 0,'0'0'0,"0"0"16,0 0-1,0 0-15,0 0 16,0 10-16,0 17 16,0 19-1,0 19-15,-10 9 16,1 0-1,-1-10-15,1-8 16,-1-10 0,10-19-16,0 1 15,0-9-15,10-1 16,-1-9 0,10 1-16,9-1 15,10 0 1,18-9-16,-9 0 15,10-9-15,-1 0 16,1-19 0,-57 28-16</inkml:trace>
  <inkml:trace contextRef="#ctx0" brushRef="#br2" timeOffset="-74603.74">31656 13706 0,'0'0'16,"0"0"-16,0 0 16,0 0-1,0 0-15,0 9 16,0 10-16,0 8 16,9 10-1,1 19-15,-1 18 16,1-10-1,-1-8-15,0-10 16,1-9-16,-10-37 16</inkml:trace>
  <inkml:trace contextRef="#ctx0" brushRef="#br2" timeOffset="-74373.89">32155 13817 0,'0'0'0,"0"0"16,0 0 0,9 0-16,0 9 15,1 0 1,-10 0-16,9 19 16,-9 18-16,-19 28 15,-9 28 1,-28 27-1,-20 46-15,-18 38 16</inkml:trace>
  <inkml:trace contextRef="#ctx0" brushRef="#br2" timeOffset="-73182.75">26717 17942 0,'0'0'0,"0"0"16,0 0-1,0 0-15,0 0 16,0-9 0,9 0-16,1-9 15,9-10 1,-1 0-16,1-9 15,10 0-15,-1 10 16,0 8 0,-9 1-16,0 8 15,-10 10 1,0 0-16,10 10 16,0 27-1,-10 27-15,-9 19 16,0-9-1,-9-9-15,9-19 16,0-18-16,0-10 16,0-9-1,0 0-15,0 1 16,0-10 0,0 0-16,9 0 15,10 0-15,0 0 16,9 0-1,1 0-15,-11 0 16,1 0 0,0 0-16,0 9 15,0 0-15,-1 10 16,-8-1 0,-1 10-16,1 9 15,-10 9 1,-10 0-16,1 0 15,-10 10-15,-28 54 16,19-73 0,0 0-16,9-18 15,19-19 1,-10 0-16,10 0 16</inkml:trace>
  <inkml:trace contextRef="#ctx0" brushRef="#br2" timeOffset="-72602.59">27404 17509 0,'0'0'0,"0"0"15,0 0-15,0 0 16,0 0 0,0 0-16,0 0 15,0 0 1,0 0-16,0 0 15,0 0-15,9 9 16,1 9 0,-1 10-16,0 9 15,-9 9 1,0 0-16,0 10 16,0-10-1,-9-9-15,9 0 16,-9 0-16,9-10 15,0 1 1,0-10-16,0 1 16,9-1-1,0-8-15,1-1 16,9 0 0,18-9-16,1-9 15,9-10-15,9-8 16,1-10-1,-1-9-15,10-19 16,0-27 0,-66 92-16</inkml:trace>
  <inkml:trace contextRef="#ctx0" brushRef="#br2" timeOffset="-72305.89">27630 17084 0,'0'0'0,"0"0"16,0 0-16,0 0 16,0 0-1,9 9-15,0 10 16,10 8-16,9 20 15,1 8 1,8 19-16,-9-10 16,10 10-1,0-9-15,18 9 16,-9-19 0,-47-55-16</inkml:trace>
  <inkml:trace contextRef="#ctx0" brushRef="#br2" timeOffset="-72040.28">28420 17546 0,'0'0'16,"0"0"-16,0 0 15,0 0 1,0 0-16,0 0 15,0 9-15,0 18 16,0 10 0,9 37-16,-9 37 15,-9 18 1,-1 0-16,-8 19 16,18-148-1</inkml:trace>
  <inkml:trace contextRef="#ctx0" brushRef="#br2" timeOffset="-70807.16">28533 16586 0,'0'0'0,"0"0"15,0 0-15,0 0 16,0 0-1,0 9-15,0 19 16,0 27-16,0 10 16,0-1-1,0-8-15,0-10 16,0-9 0,0-10-16,0-8 15,0-1 1,9-9-16,10 1 15,9-10-15,19 0 16,10-19 0,8 1-16,-8-10 15,-1 0 1,-18 1-16,-38 27 16</inkml:trace>
  <inkml:trace contextRef="#ctx0" brushRef="#br2" timeOffset="-70551.86">28777 16687 0,'0'0'0,"0"0"16,0 0-16,0 0 16,0 0-1,0 9-15,0 10 16,10 9-1,-1 18-15,0 9 16,10 10-16,0 9 16,0-10-1,0 10-15,0-19 16,-10-27 0,-9-28-16</inkml:trace>
  <inkml:trace contextRef="#ctx0" brushRef="#br2" timeOffset="-70254.56">29022 16235 0,'0'0'0,"0"0"15,0 0 1,0 9-16,9 10 16,1 8-1,8 19-15,1 10 16,0 8-16,0 10 16,0 0-1,0 0-15,-1-19 16,-8-18-1,-10-37-15</inkml:trace>
  <inkml:trace contextRef="#ctx0" brushRef="#br2" timeOffset="-69557">29398 16235 0,'0'0'0,"0"0"15,0 0 1,0 0-16,0 0 16,0 0-16,0 0 15,10-9 1,-1-1-16,0 1 15,1 0 1,-1 0-16,1 0 16,-1-1-1,-9 10-15,9 0 16,1 0-16,-1 0 16,1 0-1,-1 0-15,0 0 16,1 10-1,-1 8-15,-9 10 16,0 9-16,0-10 16,0 1-1,0 0-15,0-10 16,0 1 0,0-10-16,0 0 15,0 0 1,0-9-16,0 10 15,10-1-15,-1-9 16,0 9 0,1-9-16,-1 0 15,1 0 1,-1 9-16,1-9 16,-1 9-16,0 1 15,-9 8 1,0 10-16,0 0 15,-9-1 1,0 1-16,-1-10 16,1 1-1,-1-10-15,10 0 16,0-9-16</inkml:trace>
  <inkml:trace contextRef="#ctx0" brushRef="#br2" timeOffset="-69319.13">29981 16503 0,'0'0'0,"0"0"16,0 0 0,0 0-16,0 0 15,0 9 1,0 0-16,0 0 15,0 19-15,-9 37 16,0 27 0,-10-9-16,0 9 15,0-36 1,19-56-16</inkml:trace>
  <inkml:trace contextRef="#ctx0" brushRef="#br2" timeOffset="-68806.81">30254 15598 0,'0'0'0,"0"0"16,0 0 0,0 0-16,0 0 15,0 0 1,0 0-16,0 9 15,0 19-15,-9 9 16,-1 18 0,1 10-16,9-10 15,0 1 1,0-10-16,0-9 16,9 0-16,1-10 15,-1 1 1,10-9-16,9-1 15,10-9 1,0 0-16,9-9 16,0-9-16,0-9 15,-10-1 1,1-18-16,-38 37 16</inkml:trace>
  <inkml:trace contextRef="#ctx0" brushRef="#br2" timeOffset="-68569.69">30536 15958 0,'0'0'0,"0"0"16,0 9 0,0 1-16,0 8 15,-9 0-15,9 10 16,-9 9-1,-1 0-15,10 9 16,0 0 0,0-9-16,10-9 15,-1-10 1,-9-18-16</inkml:trace>
  <inkml:trace contextRef="#ctx0" brushRef="#br2" timeOffset="-68156.9">30828 15534 0,'0'0'15,"0"0"-15,0 9 16,0 0-16,0 9 15,-9 10 1,-1 9-16,1-9 16,9-1-1,0 1-15,9 0 16,1-10 0,8 1-16,11-1 15,-1 1-15,10-1 16,-1-9-1,-9 1-15,1-1 16,-11 0 0,1 0-16,-9 10 15,-1-1-15,-9 10 16,0 0 0,-19-1-16,19-27 15</inkml:trace>
  <inkml:trace contextRef="#ctx0" brushRef="#br2" timeOffset="-67956.95">30753 15820 0,'0'0'0,"0"0"15,19 0-15,9-10 16,38-8-1,9-19-15,28-9 16,-8-10-16,-30 10 16,1-27-1,-66 73-15</inkml:trace>
  <inkml:trace contextRef="#ctx0" brushRef="#br2" timeOffset="-67397.92">31411 14878 0,'0'0'16,"0"0"-16,0 0 15,0 0-15,0 0 16,0 19 0,0 18-16,0 27 15,-9 10 1,0 18-16,-1 1 15,10-20 1,0-8-16,0-10 16,0-8-16,10-10 15,-1-1 1,10-8-16,9 0 16,0-1-1,10-8-15,9-1 16,-19-8-1,10-10-15,-1-10 16,-8-8-16,-1-1 16,-9-8-1,-1-1-15,-8 10 16,-1-1 0,1 1-16,-10 9 15,0-1-15,0 10 16,0 0-1,0 0-15,-19-9 16,-19 0 0,-18 9-16,-1 9 15,10 0 1,10 1-16,8-1 16,11-9-16,8 0 15,10 0 1,0 0-16</inkml:trace>
  <inkml:trace contextRef="#ctx0" brushRef="#br2" timeOffset="-67172.86">32079 15423 0,'0'0'0,"0"0"16,0 0-1,10 0-15,-1 9 16,0 9-16,1 19 16,-20 28-1,-8 46-15,-20 18 16,-9 0 0,47-129-16</inkml:trace>
  <inkml:trace contextRef="#ctx0" brushRef="#br2" timeOffset="-65817.55">29116 17343 0,'0'0'0,"0"0"15,0 0-15,0 0 16,0 0 0,0 0-16,-9 9 15,-1 9-15,1 19 16,-1 28 0,-9 27-16,10 10 15,0-10 1,-1-28-16,10 1 15,0-19 1,0-9-16,10-9 16,-1 0-1,10-10-15,9 0 16,0 1-16,29-19 16,-1-9-1,1-19-15,-1 0 16,-18-9-1,-1 0-15,-8-9 16,-11 9-16,1 10 16,-9 8-1,-10 1-15,0 9 16,0-1 0,-10 1-16,-9 9 15,-9 0 1,-9 9-16,-10 10 15,-1 8-15,11 10 16,-1 0 0,19-9-16,1 9 15,8-19 1,10-18-16</inkml:trace>
  <inkml:trace contextRef="#ctx0" brushRef="#br2" timeOffset="-65322.95">29530 17462 0,'0'0'0,"0"0"16,0 0-1,0 0-15,0 0 16,0 0-16,9-9 16,1 0-1,-1 0-15,10-10 16,-10 1 0,10-1-16,-9 10 15,-1 0-15,0 0 16,1 9-1,-1 9-15,1 9 16,-1 19 0,-9 19-16,0-1 15,0-9 1,0-9-16,0-9 16,0-10-16,0-8 15,0-1 1,9-9-16,20 0 15,8-19 1,20-18-16,9-27 16,9-10-16,0 0 15,-75 74 1</inkml:trace>
  <inkml:trace contextRef="#ctx0" brushRef="#br2" timeOffset="-64684.94">30066 16973 0,'0'0'16,"0"0"0,0 0-16,0 0 15,0 0-15,0 0 16,0 0-1,0 0-15,0 0 16,9 0 0,10-9-16,0 0 15,0 0 1,0-1-16,0 1 16,-10 9-16,0 0 15,1 0 1,-1 0-16,1 9 15,-10 10 1,0 9-16,0 8 16,0 1-16,0-9 15,0-9 1,0-10-16,0 0 16,0 0-1,9 0-15,0 1 16,10-1-1,9 0-15,1 0 16,-1-9-16,10 10 16,-10-1-1,0 0-15,-9 0 16,0 1 0,-10-1-16,0 0 15,-9 0 1,0 10-16,-18 8 15,-11 1-15,-18 18 16,-9-9 0,9-9-16,9-1 15,10-8-15,9-19 16,19 0 0</inkml:trace>
  <inkml:trace contextRef="#ctx0" brushRef="#br2" timeOffset="-64439.72">30856 17186 0,'0'0'15,"0"0"-15,0 0 16,0 0-1,0 0-15,0 0 16,-9 18-16,-19 28 16,-29 47-1,-18 17-15,9 10 16,66-120 0</inkml:trace>
  <inkml:trace contextRef="#ctx0" brushRef="#br2" timeOffset="-62777.12">31505 16733 0,'0'0'0,"0"0"16,0-9-16,0-9 15,0-10 1,-9 0-16,0 1 16,-1 8-1,1 10-15,-1 0 16,-8-1-16,-1 1 16,-9 9-1,-1 0-15,-8 9 16,-1 10-1,-18 18-15,9 0 16,9 0-16,10 9 16,9-9-1,9-10-15,10-8 16,0-1 0,10-8-16,9-1 15,0-9 1,9-9-16,9-10 15,10-18-15,0-9 16,0-9 0,-9 9-16,0 9 15,-10 9 1,-9 9-16,0 10 16,-10 0-1,-9 9-15,9 0 16,-9 0-16,10 9 15,9 28 1,-1 46-16,1 10 16,0 17-1,0-17-15,-10-38 16,-9-18 0,0-9-16,0-19 15,0-9-15,0 0 16</inkml:trace>
  <inkml:trace contextRef="#ctx0" brushRef="#br2" timeOffset="-62289.95">31882 16540 0,'0'0'0,"0"0"16,0 0-16,0 0 15,0 0-15,0 0 16,0 0 0,0 0-16,0 0 15,0-10 1,0 1-16,9 0 16,1 0-1,-1-1-15,0 1 16,1 0-16,-10 9 15,0 0 1,0 0-16,0 0 16,0 0-1,0 0-15,0 18 16,0 19-16,-10 19 16,1 8-1,0-8-15,-1-19 16,1-10-1,9-8-15,0-1 16,0-9 0,9 1-16,29-1 15,18-18-15,19-19 16,1-18 0,-1-10-16,-75 56 15</inkml:trace>
  <inkml:trace contextRef="#ctx0" brushRef="#br2" timeOffset="-61739.33">32314 16226 0,'0'0'15,"0"0"-15,0 0 16,19-10-16,28-8 16,0 0-1,0-1-15,-9 10 16,0 0-16,-10-1 16,0 10-1,-9 0-15,-10 0 16,1 10-1,-1 8-15,1 1 16,-1 8 0,0 1-16,1 9 15,-1-9-15,-9-1 16,0 1 0,0 0-16,0-1 15,0-8 1,0-1-16,0 1 15,0-10-15,10 9 16,-1-8 0,0-1-16,1 9 15,-1-8 1,1-1-16,-1 9 16,0 1-16,-9 8 15,0 10 1,-18 19-16,-11-1 15,29-55 1</inkml:trace>
  <inkml:trace contextRef="#ctx0" brushRef="#br2" timeOffset="-60867.46">29389 18552 0,'0'0'0,"0"0"15,0 0-15,0 0 16,19-10-1,9 1-15,19-9 16,28-10 0,29-9-16,18-9 15,-47 9-15,66-46 16,47-28 0,10-27-16,28-1 15,-10 10 1,47-9-16,-27 27 15,18 19 1,-38 18-16,-18 9 16,-29 10-1,19 9-15,-28-1 16,-28 1-16,-10 9 16,-19 0-1,-8-9-15,-20 9 16,-9 0-1,9-9-15,85-64 16</inkml:trace>
  <inkml:trace contextRef="#ctx0" brushRef="#br2" timeOffset="-60239.98">32728 13475 0,'0'0'0,"10"19"16,-1 27-1,19 55-15,10 19 16,9 28-1,-9 27-15,-1-27 16,1 46 0,0-19-16,-1 19 15,1 28-15,9 8 16,0-8 0,-9 18-16,-1-37 15,-9 18 1,1-18-16,-11 10 15,11-10-15,-11 0 16</inkml:trace>
  <inkml:trace contextRef="#ctx0" brushRef="#br2" timeOffset="-59455.55">23161 17998 0,'0'0'16,"0"0"-16,0 0 16,0 0-1,0 0-15,9 9 16,10 19-1,47 36-15,38 66 16,27 63 0,39 66-16,-20-65 15,-28-28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2-25T04:40:11.80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8909 9663 0,'0'0'0,"0"0"16,0 0-1,0 10-15,-10 8 16,1 10-16,-10 18 16,-9 9-1,-19 19-15,0 0 16,-10 18-1,10 1-15,10-20 16,-1-8-16,10-10 16,9 1-1,10-19-15,9 0 16,19-10 0,9-8-16,28-10 15,-56-9-15</inkml:trace>
  <inkml:trace contextRef="#ctx0" brushRef="#br0" timeOffset="931.62">9247 9820 0,'0'0'0,"-9"10"15,-10-1-15,-9 9 16,-10 19-16,1 0 15,-10 18 1,9 1-16,0 18 16,20-10-1,-1-8-15,9-10 16,10-18 0,0-1-16,10-18 15,9 1 1,18-20-16,20-26 15,9-29-15,-1-27 16,-18-1 0,1-36-16,-11-9 15,1 18 1,-10 0-16,-19 0 16,1 18-16,-10 38 15,0 17 1,0 11-16,0 8 15,0 19 1,0 9-16,0 0 16,-19 18-16,-9 56 15,0 18 1,9 28-16,9 9 16,10 1-1,10-20-15,9-17 16,-1-20-1,11 1-15,-1-28 16,0-9-16,0-18 16,0-1-1,1-8-15,-1-20 16,10-8 0,-10-1-16,0-8 15,0-1-15,0-9 16,-9 9-1,0 1-15,0-1 16,-10 10 0,1 8-16,-10 10 15,0 0 1,0 0-16,0 10 16,9 8-16,1 10 15,-1 9 1,0 0-16,1-10 15,-1-8 1,10-10-16,-19-9 16</inkml:trace>
  <inkml:trace contextRef="#ctx0" brushRef="#br0" timeOffset="1086.08">9718 9396 0,'0'0'0,"0"0"16</inkml:trace>
  <inkml:trace contextRef="#ctx0" brushRef="#br0" timeOffset="1538.74">10047 9977 0,'0'0'16,"0"9"-16,10 10 15,-1 9 1,10 9-16,0-1 16,-1 1-16,1 0 15,0-9 1,-10-10-16,1-8 16,-1-1-1,1-9-15,8-19 16,11-17-16,8-11 15,-8-8 1,8 0-16,-9-1 16,-9 10-1,0 18-15,0 1 16,-10 17 0,1 1-16,-1 9 15,10 9-15,0 10 16,-1 18-1,11 9-15,-29-46 16</inkml:trace>
  <inkml:trace contextRef="#ctx0" brushRef="#br0" timeOffset="1708.16">10358 9442 0,'0'0'16,"0"0"-16,18-9 15,-18 9 1</inkml:trace>
  <inkml:trace contextRef="#ctx0" brushRef="#br0" timeOffset="2583.38">11082 9876 0,'0'0'15,"0"0"-15,0 0 16,-9 0 0,-1 0-16,1 9 15,-10 0-15,0 10 16,0 8 0,0 10-16,1 9 15,8 1 1,10-1-16,0-9 15,0-10-15,0-8 16,10-10 0,-1 0-16,0-9 15,10-18 1,19-28-16,9-37 16,-9-28-1,-10-18-15,-9 18 16,-1-18-1,-18-1-15,0 20 16,0 17-16,0 29 16,0 18-1,-9 18-15,9 9 16,0 10 0,0 9-16,0 0 15,0 9-15,0 38 16,0 45-1,9 19-15,10-10 16,0 10 0,9-19-16,0-9 15,1-27-15,-1-10 16,0-9 0,0-19-16,1 1 15,8-19 1,1-10-16,9-8 15,0-19 1,-9-9-16,-1-9 16,-18 8-16,0 1 15,-10 19 1,-9-1-16,-9 9 16,-1 10-1,-8 9-15,-11 9 16,1 10-1,0 27-15,9 9 16,10 1-16,18-10 16,19 0-1,19-9-15,-47-37 16</inkml:trace>
  <inkml:trace contextRef="#ctx0" brushRef="#br0" timeOffset="3564.47">12898 9876 0,'0'0'0,"0"0"16,0 0-16,0 0 15,0 0 1,0 0-16,0 0 16,0 0-16,-19-10 15,0 1 1,-9-9-16,-19-10 15,-19 0 1,9-8-16,10-1 16,10 0-16,-1 0 15,19 9 1,0 0-16,10 1 16,0-1-1,9 10-15,0 8 16,0 1-1,0 9-15,0 0 16,0 9-16,-29 37 16,-18 56-1,0 9-15,10-19 16,8-18 0,20-28-16,9-9 15,9-19-15,20-8 16,65-20-1,66-36-15,9-37 16,0-18 0,38-10-16</inkml:trace>
  <inkml:trace contextRef="#ctx0" brushRef="#br0" timeOffset="4337.38">13340 9285 0,'0'0'16,"-10"9"-1,-9 19-15,-9 27 16,-9 28-16,-1 37 16,10-9-1,18-9-15,10-10 16,10-27 0,18-10-16,0-18 15,19-9-15,10-19 16,18-18-1,0-19-15,0-9 16,-27 0 0,-1-9-16,-10 0 15,-9 9 1,1 0-16,-11 0 16,1 9-16,0 1 15,-10 8 1,1 10-16,-10 9 15,0 0 1,0 0-16,0 0 16,0 9-16,0 19 15,0 0 1,9-1-16,1 1 16,-1-10-1,1 1-15,8-10 16,11 0-1,8-9-15,1-9 16,18-19-16,-9-9 16,-9-9-1,-10 9-15,-9 0 16,-10 10 0,1-1-16,-10 10 15,0-1-15,0 10 16,-10 0-1,1-1-15,0 1 16,-20 9 0,1 0-16,-10 19 15,10-1 1,28-18-16</inkml:trace>
  <inkml:trace contextRef="#ctx0" brushRef="#br0" timeOffset="5169.96">14497 9322 0,'0'0'16,"0"0"-16,0 0 16,0 9-1,9 10-15,10 18 16,9 18-1,0 19-15,-9 0 16,-9-19 0,-1-27-16,1-10 15,-10-9-15,0 1 16,0-10 0,0 0-16,0 0 15,9-19 1,0-9-16,1-8 15,-1-11-15,1 1 16,8 0 0,1 9-16,0 0 15,9 0 1,0 10-16,1 17 16,-1 1-16,10 9 15,-1 9 1,1 10-16,-10 9 15,10 8 1,-1 1-16,1 10 16,0-11-1,-1 1-15,10 0 16,-9-18-16,-1-10 16,20-9-1,-10-9-15,9-10 16,-9-8-1,10-10-15,-20 9 16,1-9-16,-10 0 16,-9 9-1,-9 1-15,-1 8 16,0 10 0,-9 0-16,0 9 15,0 0 1,0 0-16,-9 9 15,0 19-15,-10 9 16,0 27 0,10 29-16,-1 8 15,10 10 1,0 0-16,10 9 16,-10 0-16,0-10 15,0 10 1,0-27-16,0-20 15,0-17 1,0-56-16</inkml:trace>
  <inkml:trace contextRef="#ctx0" brushRef="#br0" timeOffset="6238.65">15870 9534 0,'0'0'0,"0"0"16,0 0 0,0 0-16,10 19 15,9 18-15,-1 9 16,1 9-1,0-9-15,0 0 16,0-9 0,-1-9-16,-8-10 15,-1-8 1,1-10-16,-1 0 16,0-10-16,10-8 15,0-10 1,9-18-16,1 0 15,-11 9 1,-8 9-16,9 1 16,-10 8-1,0 10-15,1 0 16,-1 0-16,1 9 16,-1 0-1,10 9-15,0 0 16,-1 10-1,1-1-15,9 10 16,-9-10-16,10 1 16,-11-10-1,11 0-15,-1-9 16,-9 0 0,9-9-16,0-10 15,0-8-15,0-1 16,1-9-1,-1 0-15,-9 0 16,0 0 0,-10 10-16,-9 8 15,0 1 1,0 8-16,0 10 16,0 0-16,0 0 15,-9 10 1,-10-1-16,0 19 15,0-1 1,10 10-16,-1 0 16,10-9-1,10 0-15,9-10 16,9 0-16,9-8 16,1-10-1,0-10-15,-10 1 16,0-9-1,-9-1-15,0-8 16,0-1-16,-10 0 16,0 1-1,1-1-15,-1 0 16,-9 10 0,0 8-16,0 1 15,0 0 1,0 9-16,0 0 15,0 0-15,0 0 16,10 9 0,-1 10-16,0-1 15,10 10 1,0 0-16,-10-10 16,-9-18-1</inkml:trace>
  <inkml:trace contextRef="#ctx0" brushRef="#br0" timeOffset="6502.01">17037 8740 0,'0'0'15,"0"0"-15,9 0 16,19 10-1,29 17-15,18 29 16,10 18 0,-10 27-16,-9 47 15,-38 18-15,-28 28 16,-28 18 0,-19 19-16,-28-37 15,-1 27 1</inkml:trace>
  <inkml:trace contextRef="#ctx0" brushRef="#br0" timeOffset="17335.16">4365 10688 0,'0'0'0,"0"0"15,0 0-15,0 0 16,0 0 0,0 0-16,9-9 15,1-1-15,9 1 16,-1 9 0,11 0-16,8 0 15,20 0 1,-10 0-16,9 0 15,20 0 1,8 0-16,10 0 16,-9 0-1,9 0-15,0 0 16,19 0-16,0 0 16,0 0-1,0-9-15,28 0 16,0 0-1,-9-1-15,37 1 16,-37-9-16,9 8 16,-10 1-1,-8 9-15,-10 0 16,-1 0 0,-8 0-16,-1 0 15,-8 0-15,-20 0 16,0 0-1,0 0-15,1 0 16,-11-9 0,1 0-16,28-1 15,-94 10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91DFE-B75E-467A-820E-9DB50FE744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9459-2355-4731-B6B7-63650747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1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CFB96E4-FF91-4D24-9F3C-CAD5B0232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03D613-F139-4A1F-8872-15085B12F96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629E4E1E-5BEA-416E-965E-EA32F964F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BB93D40C-6A9A-45C6-8C24-12E9FFFC1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7811A7C-D5D2-42FF-8022-75D1BBC50A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583BB9-CCE4-48F4-9057-7A4B8242C78B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85698" name="Rectangle 2">
            <a:extLst>
              <a:ext uri="{FF2B5EF4-FFF2-40B4-BE49-F238E27FC236}">
                <a16:creationId xmlns:a16="http://schemas.microsoft.com/office/drawing/2014/main" id="{B73B1C9F-AB7F-4206-B7B0-7BE9BB237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D12790F1-8A2E-45FD-9447-117B1F7B0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1C51ACE-4B9F-4432-A661-65CEAEAFC1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3EC0F-1F99-4632-AD53-20273E13570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86722" name="Rectangle 2">
            <a:extLst>
              <a:ext uri="{FF2B5EF4-FFF2-40B4-BE49-F238E27FC236}">
                <a16:creationId xmlns:a16="http://schemas.microsoft.com/office/drawing/2014/main" id="{07391DA1-B3E5-430B-BAB9-51E5FD5D79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172413F9-1BA5-444A-BE80-2D2F45C79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2678042-0040-4128-9014-1D8C54DF5D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9C6E27-7BF7-4243-81EF-D6AF8D65C698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ED6DE159-F28F-443C-A0A6-6F2807FEC6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4262" cy="3468687"/>
          </a:xfrm>
          <a:ln/>
        </p:spPr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6BE58621-C446-4230-BD68-6340A7047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AAE8AF1-1047-4AEB-909D-1669A6AC2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C81E68-974F-4544-9990-DF6102EB811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13346" name="Rectangle 2">
            <a:extLst>
              <a:ext uri="{FF2B5EF4-FFF2-40B4-BE49-F238E27FC236}">
                <a16:creationId xmlns:a16="http://schemas.microsoft.com/office/drawing/2014/main" id="{D517D481-853A-4FF7-9449-5B87342FB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4262" cy="3468687"/>
          </a:xfrm>
          <a:ln/>
        </p:spPr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50DB30A6-DF64-4D31-83D3-A4ED65BE0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CAFA8A4-E293-4B08-A7B9-EEC3B95FC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5B609-ECFB-46CB-B9DA-EED57450A1E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B5254AE0-6B13-45D0-85AE-E6688C97A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7513" y="703263"/>
            <a:ext cx="6164262" cy="3468687"/>
          </a:xfrm>
          <a:ln/>
        </p:spPr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7ADC4732-211F-4460-8246-7B5EF18BD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02B3-29F6-4F83-A733-96DB0BF0F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C68FC-4E47-4D05-9882-12CADD702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5ADAA-25BE-4778-8694-C8B7663D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5308-02F9-4AB0-B77A-5010CC34D458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EAA4C-442C-470E-864F-E41123E3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EFBA0-7ECD-4A7F-AA89-DA21CE6F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B49D-ACE0-4763-BB68-B3F1A56B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6802-B617-4B3C-994A-5650857BE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BF56C-F4A6-4D4F-968A-DCC8AF08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E04D0-EB6A-4A9A-BE07-2FC697414A0A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D805C-E410-4E61-A274-27FA6BB2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CF2FD-F2E8-4ECB-B9D2-CE58D0B0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4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D07C-590B-4A7C-80E9-371900A8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76C1C-A297-4B5E-A98A-0F8A1C25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A793-711D-48B5-9C1A-055622B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513A-69C4-496B-BDD9-15685F74E8BF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294B-4437-4EC9-9032-7EAD3E55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4963A-5959-49D2-B6D7-110FEBAB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9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8A9C-EE52-4ADD-B73C-05E23C61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C213-5B18-4972-B5AA-ABB9EA314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EA072-A462-46FB-A08B-978ADB2B6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30D4B-8C97-457C-92FB-ED1663FA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EE05-7B7F-42D6-A854-83D706618497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62E4-2323-4311-B865-129462E7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47903-0219-4754-ABE1-07B79397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EB2B-AAC3-4DEB-9724-D0942BD8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951E-01B3-4510-94E3-DA0903989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21366-47B1-4D28-9B79-7F2411F4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52EAD-AE88-49C3-94FE-B5DC7E952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ABE63-72A7-4454-8796-ABE076190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9F5E9-0280-4F70-941F-DA4AD6A0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5A89-2E0D-4BEC-8FA4-E5BAF5A1DE5C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CBF9D-B08A-43D1-91D3-839E034C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A0BF5-C5DF-4819-B667-E806B14A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0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CAEE-5FDF-4E57-98D9-0C265760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ED8E-A8AB-4BA4-AA14-B217053A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8D66E-4CA1-4E52-AEAB-1297214BFE63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9882C-4305-4E3A-A12A-08FA461F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BD14E-738B-4B81-B5CE-5920B33D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2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4338C5-883D-4D12-9D18-18B863C7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4F42-1ECF-4380-A5F6-4DB794845F88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BDC39-0AAD-483A-A2E9-44E394A30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0713E-AE79-4FE3-B3D3-F3BC06F0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60BF-848E-4B67-A193-9936F19C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4B73-1465-44FE-B4EC-E1CB140F2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C1E1E-B2A5-4879-B6DF-3B1497970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2F7AF-F3F3-4955-A002-F0798D31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C404-A31C-4CAE-9450-FEE572A0C669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CBB5-6A60-4A0E-8340-627FC651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7B15F-1628-454E-BD3D-498B7034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B4D5-4B38-4C24-8F52-B8EC69577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4C772-8A7C-41C9-9F42-AC8597516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55FEC-F4D3-474F-A145-ADBA5C7A9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48288-5A0F-45E1-B005-8D9EC242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D508A-F54D-45DF-B563-94F1591F52ED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C97FB-7199-4963-94AC-F9B5E6AC8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C30EE-E947-4165-86DD-BD0CFE94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BDBB-FB8E-4E8D-8608-3768625F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1B812-477A-43AA-B304-A1C8AE5B4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EF886-1017-44A9-9590-20BA1D09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254C-EC9D-48BB-B534-67C9B06CAF34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3AF9-EC6C-4B69-9882-AB185DCE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A2D3-E9E9-4076-859F-E02B23DB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1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AB679-23FA-4FFD-AF55-3BE4FA18A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ED101-0DE2-4BF9-8067-81CD8648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AF39-2059-4BCB-8AF4-D3BDE7E9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1AB8-0A33-4F34-AE0F-192F51A75DE9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C8B47-5F09-4CDD-AA94-13082150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739A3-FDBE-45B2-A6D2-AF85D1D5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2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F8CF-9CEB-456A-BE7E-BFB1C2FD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21814-AB0C-4DE2-BE54-FEE5BA511C3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51678-ED59-41EB-8776-891AAEBCFAC6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D8746E-DFBE-4C4E-BB7F-12FA88C063F0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055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9FE27B-548A-43C8-B391-724FE915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1E5D7B1E-4822-43F6-86FB-491633A6D1B6}" type="datetime1">
              <a:rPr lang="en-US" altLang="en-US" smtClean="0"/>
              <a:t>3/2/2026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3FE42-AE4D-472B-A116-65631C90E3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411DAD51-298C-4978-9EB4-A281886EF7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12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B53FC-CB30-476B-A4A6-0BBDFA8D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E7BA7-8CBA-417D-A307-4830CD685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FA0C-1BDA-47DE-8252-80EEA2A54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19208-3137-4A8F-B1D0-972433D5F28F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E52C4-AB1D-4B5E-85F3-2247893C5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F2B90-5381-4A1E-851F-75A53BC7A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3B5EA-634C-4F83-82A2-9C28F169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5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4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420.png"/><Relationship Id="rId4" Type="http://schemas.openxmlformats.org/officeDocument/2006/relationships/customXml" Target="../ink/ink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B915-2C3B-4900-96FA-5D369B42B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86B81-F7CC-4B3E-BC69-93BD55BB1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11CAB-89B2-46CD-82D6-1E09FE81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0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08FF1616-53A9-4B1F-9A6B-CD9E563D6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Why Study Sorting Algorithms?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90F62C12-5292-4D5D-B7AB-5F0FC6C3F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There are a variety of situations that we can encounter</a:t>
            </a:r>
          </a:p>
          <a:p>
            <a:pPr lvl="1"/>
            <a:r>
              <a:rPr lang="en-US" altLang="en-US" dirty="0"/>
              <a:t>Do we have randomly ordered keys?</a:t>
            </a:r>
          </a:p>
          <a:p>
            <a:pPr lvl="1"/>
            <a:r>
              <a:rPr lang="en-US" altLang="en-US" dirty="0"/>
              <a:t>Are all keys distinct?</a:t>
            </a:r>
          </a:p>
          <a:p>
            <a:pPr lvl="1"/>
            <a:r>
              <a:rPr lang="en-US" altLang="en-US" dirty="0"/>
              <a:t>How large is the set of keys to be ordered?</a:t>
            </a:r>
          </a:p>
          <a:p>
            <a:pPr lvl="1"/>
            <a:r>
              <a:rPr lang="en-US" altLang="en-US" dirty="0"/>
              <a:t>Need guaranteed performance?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Various algorithms are better suited to some of these situations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1F2AD-6778-46E5-A635-9ABBE1E8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E7F4AE0F-766E-435B-A82D-C7AA89A95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Some Definitions</a:t>
            </a:r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5A782290-A5FA-404E-955C-9E5D5A121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Internal Sort</a:t>
            </a:r>
          </a:p>
          <a:p>
            <a:pPr lvl="1" algn="just"/>
            <a:r>
              <a:rPr lang="en-US" altLang="en-US" dirty="0"/>
              <a:t>The data to be sorted is all stored in the computer’s main memory.</a:t>
            </a:r>
          </a:p>
          <a:p>
            <a:pPr algn="just"/>
            <a:r>
              <a:rPr lang="en-US" altLang="en-US" dirty="0"/>
              <a:t>External Sort</a:t>
            </a:r>
          </a:p>
          <a:p>
            <a:pPr lvl="1" algn="just"/>
            <a:r>
              <a:rPr lang="en-US" altLang="en-US" dirty="0"/>
              <a:t>Some of the data to be sorted might be stored in some external, slower, device.</a:t>
            </a:r>
          </a:p>
          <a:p>
            <a:pPr algn="just"/>
            <a:r>
              <a:rPr lang="en-US" altLang="en-US" dirty="0"/>
              <a:t>In Place Sort</a:t>
            </a:r>
          </a:p>
          <a:p>
            <a:pPr lvl="1" algn="just"/>
            <a:r>
              <a:rPr lang="en-US" altLang="en-US" dirty="0"/>
              <a:t>The amount of extra space required to sort the data is constant with the input size.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3243B-8696-4761-9412-0D9994F7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AA1AB03A-6E28-4DCD-BF5D-D6591A5D1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084" y="80963"/>
            <a:ext cx="10972800" cy="906462"/>
          </a:xfrm>
        </p:spPr>
        <p:txBody>
          <a:bodyPr/>
          <a:lstStyle/>
          <a:p>
            <a:r>
              <a:rPr lang="en-US" altLang="en-US" b="1" dirty="0"/>
              <a:t>Stability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DD3E8-296E-4C4C-AF6E-FB858115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57" y="966787"/>
            <a:ext cx="9611243" cy="55457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7FC34E-360A-4267-811D-0C1FB71B05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1DAD51-298C-4978-9EB4-A281886EF74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4D5-02C0-45B4-9F43-A39DE0E8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4D8A-CDAE-4637-B8AB-5D5D7E73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752485-49F3-452C-B95B-F70EC1EA36DB}"/>
              </a:ext>
            </a:extLst>
          </p:cNvPr>
          <p:cNvGrpSpPr/>
          <p:nvPr/>
        </p:nvGrpSpPr>
        <p:grpSpPr>
          <a:xfrm>
            <a:off x="838200" y="1690688"/>
            <a:ext cx="8134350" cy="4414837"/>
            <a:chOff x="838200" y="1690688"/>
            <a:chExt cx="8134350" cy="441483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7C73AF-5F5A-410E-905D-68EBB2D0B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690688"/>
              <a:ext cx="8134350" cy="4343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0FE57B-930A-4D00-9B51-4D60ECF1D16B}"/>
                </a:ext>
              </a:extLst>
            </p:cNvPr>
            <p:cNvSpPr txBox="1"/>
            <p:nvPr/>
          </p:nvSpPr>
          <p:spPr>
            <a:xfrm>
              <a:off x="6400165" y="5167311"/>
              <a:ext cx="2448560" cy="4238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B2DA1C-4F85-466F-BC0D-EC81BDE37C27}"/>
                </a:ext>
              </a:extLst>
            </p:cNvPr>
            <p:cNvSpPr txBox="1"/>
            <p:nvPr/>
          </p:nvSpPr>
          <p:spPr>
            <a:xfrm>
              <a:off x="1209040" y="5681662"/>
              <a:ext cx="2448560" cy="4238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2F6DE-E60B-42EB-979A-E8E70E25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55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CE8-5B56-4D5B-AAD8-376E9EF3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5904B-3FF5-4555-B68F-19D61D0E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7AFBE-730F-4D86-9128-F6DA8596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1447799"/>
            <a:ext cx="9098915" cy="5149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4464C7-4626-4AD3-875A-19EFEF6A8CC3}"/>
                  </a:ext>
                </a:extLst>
              </p14:cNvPr>
              <p14:cNvContentPartPr/>
              <p14:nvPr/>
            </p14:nvContentPartPr>
            <p14:xfrm>
              <a:off x="3129120" y="3292920"/>
              <a:ext cx="4108680" cy="159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4464C7-4626-4AD3-875A-19EFEF6A8C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9760" y="3283560"/>
                <a:ext cx="4127400" cy="1610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9B55F-CD52-4CF0-BC94-4FCBF7BA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277766-7336-458D-A1A7-C5C3C2010B2A}"/>
                  </a:ext>
                </a:extLst>
              </p14:cNvPr>
              <p14:cNvContentPartPr/>
              <p14:nvPr/>
            </p14:nvContentPartPr>
            <p14:xfrm>
              <a:off x="5721480" y="50418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277766-7336-458D-A1A7-C5C3C2010B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2120" y="50324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596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CE8-5B56-4D5B-AAD8-376E9EF3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5904B-3FF5-4555-B68F-19D61D0E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D91E2E-DF92-41AF-9A2E-D478EF7A7347}"/>
              </a:ext>
            </a:extLst>
          </p:cNvPr>
          <p:cNvGrpSpPr/>
          <p:nvPr/>
        </p:nvGrpSpPr>
        <p:grpSpPr>
          <a:xfrm>
            <a:off x="838200" y="1281430"/>
            <a:ext cx="7929880" cy="5374113"/>
            <a:chOff x="838200" y="1281430"/>
            <a:chExt cx="7929880" cy="53741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78F0FF1-8B2E-494F-907D-EEBD77C4B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281430"/>
              <a:ext cx="7929880" cy="537411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86B5113-4153-4E48-A701-31F8DA71BBB1}"/>
                </a:ext>
              </a:extLst>
            </p:cNvPr>
            <p:cNvSpPr txBox="1"/>
            <p:nvPr/>
          </p:nvSpPr>
          <p:spPr>
            <a:xfrm>
              <a:off x="2400300" y="3666331"/>
              <a:ext cx="2762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F91154-9C5B-42B3-AE1C-4DDDDE341873}"/>
                  </a:ext>
                </a:extLst>
              </p14:cNvPr>
              <p14:cNvContentPartPr/>
              <p14:nvPr/>
            </p14:nvContentPartPr>
            <p14:xfrm>
              <a:off x="5479560" y="817200"/>
              <a:ext cx="5930640" cy="553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F91154-9C5B-42B3-AE1C-4DDDDE3418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0200" y="807840"/>
                <a:ext cx="5949360" cy="55580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4FBFF-3CC4-423A-A80F-2A17EB0C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970CC6-791D-4E28-85FA-7F6717EF2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329" y="313582"/>
            <a:ext cx="5623545" cy="27484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963B0D5-7EF3-4B0B-A940-2FE63E705F20}"/>
                  </a:ext>
                </a:extLst>
              </p14:cNvPr>
              <p14:cNvContentPartPr/>
              <p14:nvPr/>
            </p14:nvContentPartPr>
            <p14:xfrm>
              <a:off x="2536560" y="2059920"/>
              <a:ext cx="3438000" cy="2269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963B0D5-7EF3-4B0B-A940-2FE63E705F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27200" y="2050560"/>
                <a:ext cx="3456720" cy="22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9474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8BEB-09CA-4242-AC92-9CDAD136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08DA-4497-4F19-B8DD-3362CDB9A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5867C-705C-447A-B6A7-6408210F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16A069-0CA3-4D18-8579-7530E611157B}"/>
                  </a:ext>
                </a:extLst>
              </p14:cNvPr>
              <p14:cNvContentPartPr/>
              <p14:nvPr/>
            </p14:nvContentPartPr>
            <p14:xfrm>
              <a:off x="115200" y="33120"/>
              <a:ext cx="12022920" cy="642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16A069-0CA3-4D18-8579-7530E6111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40" y="23760"/>
                <a:ext cx="12041640" cy="64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665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B4E7-1370-4873-AB29-F734CE9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Bubble Sort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1437-B8B5-4AD7-8975-0A558759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AAA58-36FA-4D1C-BD8F-5B6F1148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" y="2152650"/>
            <a:ext cx="8315325" cy="25527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DB423-CD33-4246-B1B4-B00EBB27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83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5CC6-FC0D-48AC-9B50-EB2B820D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599A-F73D-4CC3-BBFF-050019B0F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4C1C9-E84F-4C49-A96D-EF2F0C3FA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825625"/>
            <a:ext cx="8296275" cy="42767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8D97-AEF6-4529-B50D-DD93E569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6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C2B0-2DF7-45CD-9408-250F1B74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0367C-24EF-45C6-9324-08FB2889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76E99-8868-44A4-9EC1-7BA67D55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A9AF7-FDA2-4546-9B79-779DA4C5AFB2}"/>
                  </a:ext>
                </a:extLst>
              </p14:cNvPr>
              <p14:cNvContentPartPr/>
              <p14:nvPr/>
            </p14:nvContentPartPr>
            <p14:xfrm>
              <a:off x="243720" y="86400"/>
              <a:ext cx="11532240" cy="671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A9AF7-FDA2-4546-9B79-779DA4C5AF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360" y="77040"/>
                <a:ext cx="11550960" cy="67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433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EF87-68ED-4AC5-AD6C-592484CF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b="1" dirty="0"/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DE62-AAAE-485C-8720-60E3A7365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Alg.: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SELECTION-SORT</a:t>
            </a:r>
            <a:r>
              <a:rPr lang="en-US" altLang="en-US" i="1" dirty="0">
                <a:solidFill>
                  <a:schemeClr val="tx1"/>
                </a:solidFill>
              </a:rPr>
              <a:t>(A)</a:t>
            </a:r>
          </a:p>
          <a:p>
            <a:pPr>
              <a:buFontTx/>
              <a:buNone/>
            </a:pPr>
            <a:r>
              <a:rPr lang="en-US" altLang="en-US" i="1" dirty="0">
                <a:solidFill>
                  <a:schemeClr val="tx1"/>
                </a:solidFill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n ← length[A]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for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j ← 0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to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n - 1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do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smallest</a:t>
            </a:r>
            <a:r>
              <a:rPr lang="en-US" altLang="en-US" dirty="0">
                <a:solidFill>
                  <a:schemeClr val="tx1"/>
                </a:solidFill>
              </a:rPr>
              <a:t> ←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j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      for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← j + 1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to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n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	   do if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] &lt; A[smallest]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		   then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smallest ←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	      exchange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A[j] ↔ A[smallest]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E84AE-C470-4691-838E-63E63A11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7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C1DC-FD98-4AEB-A5C6-275C1FAE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B287D-FE19-4AD3-AEEB-A9802D827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sz="2800" dirty="0"/>
              <a:t>Mostly stable, but for cases like array containing </a:t>
            </a:r>
            <a:r>
              <a:rPr lang="en-US" sz="2800" b="1" dirty="0"/>
              <a:t>2, 2, </a:t>
            </a:r>
            <a:r>
              <a:rPr lang="en-US" sz="2800" b="1"/>
              <a:t>1, or 4, 2, 4, 1</a:t>
            </a:r>
            <a:r>
              <a:rPr lang="en-US" sz="2800"/>
              <a:t> </a:t>
            </a:r>
            <a:r>
              <a:rPr lang="en-US" sz="2800" dirty="0"/>
              <a:t>it is not stable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283B1-BA0C-4CEE-8EAA-AD2815CE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94" y="1825625"/>
            <a:ext cx="7543006" cy="30765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7BFCD-2277-4001-B06F-CF9939FD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85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5936-F0F1-444C-8E7A-757C4908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4AB1-4588-4560-84D5-4403FA73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CF7B5-2894-45BB-845D-00DD07033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1619249"/>
            <a:ext cx="8530850" cy="45577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FA809-E0F5-492F-93C7-F3844C4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7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32B3BE54-F328-4679-87D4-EE6D9DDCF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1989139"/>
            <a:ext cx="4259262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990033"/>
                </a:solidFill>
              </a:rPr>
              <a:t>To insert 12, we need to make room for it by moving first 36 and then 24.</a:t>
            </a:r>
          </a:p>
        </p:txBody>
      </p:sp>
      <p:grpSp>
        <p:nvGrpSpPr>
          <p:cNvPr id="310276" name="Group 4">
            <a:extLst>
              <a:ext uri="{FF2B5EF4-FFF2-40B4-BE49-F238E27FC236}">
                <a16:creationId xmlns:a16="http://schemas.microsoft.com/office/drawing/2014/main" id="{F449EA79-CC38-419A-96E1-4ECFF5A8B7BF}"/>
              </a:ext>
            </a:extLst>
          </p:cNvPr>
          <p:cNvGrpSpPr>
            <a:grpSpLocks/>
          </p:cNvGrpSpPr>
          <p:nvPr/>
        </p:nvGrpSpPr>
        <p:grpSpPr bwMode="auto">
          <a:xfrm>
            <a:off x="2303464" y="2933701"/>
            <a:ext cx="2078037" cy="1235075"/>
            <a:chOff x="491" y="1848"/>
            <a:chExt cx="1309" cy="778"/>
          </a:xfrm>
        </p:grpSpPr>
        <p:sp>
          <p:nvSpPr>
            <p:cNvPr id="310277" name="AutoShape 5">
              <a:extLst>
                <a:ext uri="{FF2B5EF4-FFF2-40B4-BE49-F238E27FC236}">
                  <a16:creationId xmlns:a16="http://schemas.microsoft.com/office/drawing/2014/main" id="{385A4040-F40D-44EE-9724-AE6DD40C68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78" name="AutoShape 6">
              <a:extLst>
                <a:ext uri="{FF2B5EF4-FFF2-40B4-BE49-F238E27FC236}">
                  <a16:creationId xmlns:a16="http://schemas.microsoft.com/office/drawing/2014/main" id="{F77B6A9A-C3A9-46CF-9856-F0B44ED3A3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8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79" name="AutoShape 7">
              <a:extLst>
                <a:ext uri="{FF2B5EF4-FFF2-40B4-BE49-F238E27FC236}">
                  <a16:creationId xmlns:a16="http://schemas.microsoft.com/office/drawing/2014/main" id="{86BBB1F3-E685-456E-BFD5-8542BE729A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80" name="Rectangle 8">
              <a:extLst>
                <a:ext uri="{FF2B5EF4-FFF2-40B4-BE49-F238E27FC236}">
                  <a16:creationId xmlns:a16="http://schemas.microsoft.com/office/drawing/2014/main" id="{721A1404-C7DF-4E55-BD7B-2584D376A8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60000">
              <a:off x="561" y="1979"/>
              <a:ext cx="24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6</a:t>
              </a:r>
            </a:p>
          </p:txBody>
        </p:sp>
        <p:sp>
          <p:nvSpPr>
            <p:cNvPr id="310281" name="Rectangle 9">
              <a:extLst>
                <a:ext uri="{FF2B5EF4-FFF2-40B4-BE49-F238E27FC236}">
                  <a16:creationId xmlns:a16="http://schemas.microsoft.com/office/drawing/2014/main" id="{730AF59B-6566-4E48-BDF5-FE4EC3A503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80000">
              <a:off x="949" y="1932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310282" name="Rectangle 10">
              <a:extLst>
                <a:ext uri="{FF2B5EF4-FFF2-40B4-BE49-F238E27FC236}">
                  <a16:creationId xmlns:a16="http://schemas.microsoft.com/office/drawing/2014/main" id="{2237C02D-F7E9-49D2-BA75-30EBE17387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">
              <a:off x="1416" y="1919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</p:grpSp>
      <p:sp>
        <p:nvSpPr>
          <p:cNvPr id="310283" name="AutoShape 11">
            <a:extLst>
              <a:ext uri="{FF2B5EF4-FFF2-40B4-BE49-F238E27FC236}">
                <a16:creationId xmlns:a16="http://schemas.microsoft.com/office/drawing/2014/main" id="{F5BA052E-DDE6-412E-B35B-47F40C670875}"/>
              </a:ext>
            </a:extLst>
          </p:cNvPr>
          <p:cNvSpPr>
            <a:spLocks noChangeArrowheads="1"/>
          </p:cNvSpPr>
          <p:nvPr/>
        </p:nvSpPr>
        <p:spPr bwMode="auto">
          <a:xfrm rot="1740000" flipH="1">
            <a:off x="4543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84" name="Rectangle 12">
            <a:extLst>
              <a:ext uri="{FF2B5EF4-FFF2-40B4-BE49-F238E27FC236}">
                <a16:creationId xmlns:a16="http://schemas.microsoft.com/office/drawing/2014/main" id="{96863848-5128-4C32-BC9B-FD058E94BC8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625443" y="4829360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  <p:sp>
        <p:nvSpPr>
          <p:cNvPr id="310285" name="AutoShape 13">
            <a:extLst>
              <a:ext uri="{FF2B5EF4-FFF2-40B4-BE49-F238E27FC236}">
                <a16:creationId xmlns:a16="http://schemas.microsoft.com/office/drawing/2014/main" id="{9252D635-97E8-464E-929C-27569673AAE4}"/>
              </a:ext>
            </a:extLst>
          </p:cNvPr>
          <p:cNvSpPr>
            <a:spLocks noChangeArrowheads="1"/>
          </p:cNvSpPr>
          <p:nvPr/>
        </p:nvSpPr>
        <p:spPr bwMode="auto">
          <a:xfrm rot="1740000" flipH="1">
            <a:off x="4308475" y="314960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86" name="Rectangle 14">
            <a:extLst>
              <a:ext uri="{FF2B5EF4-FFF2-40B4-BE49-F238E27FC236}">
                <a16:creationId xmlns:a16="http://schemas.microsoft.com/office/drawing/2014/main" id="{E60823E1-FB1B-4580-9EDB-5635D5AC0126}"/>
              </a:ext>
            </a:extLst>
          </p:cNvPr>
          <p:cNvSpPr>
            <a:spLocks noChangeArrowheads="1"/>
          </p:cNvSpPr>
          <p:nvPr/>
        </p:nvSpPr>
        <p:spPr bwMode="auto">
          <a:xfrm rot="1500000">
            <a:off x="4453993" y="3314885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36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2C72998-6E57-44CF-A6BE-43F091F0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Insertion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8E6AE-0681-4AD1-A569-1C90ECD4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322" name="Group 2">
            <a:extLst>
              <a:ext uri="{FF2B5EF4-FFF2-40B4-BE49-F238E27FC236}">
                <a16:creationId xmlns:a16="http://schemas.microsoft.com/office/drawing/2014/main" id="{21C51021-AECB-4A66-80C2-65518E7F1816}"/>
              </a:ext>
            </a:extLst>
          </p:cNvPr>
          <p:cNvGrpSpPr>
            <a:grpSpLocks/>
          </p:cNvGrpSpPr>
          <p:nvPr/>
        </p:nvGrpSpPr>
        <p:grpSpPr bwMode="auto">
          <a:xfrm>
            <a:off x="2303464" y="2933701"/>
            <a:ext cx="2078037" cy="1235075"/>
            <a:chOff x="491" y="1848"/>
            <a:chExt cx="1309" cy="778"/>
          </a:xfrm>
        </p:grpSpPr>
        <p:sp>
          <p:nvSpPr>
            <p:cNvPr id="312323" name="AutoShape 3">
              <a:extLst>
                <a:ext uri="{FF2B5EF4-FFF2-40B4-BE49-F238E27FC236}">
                  <a16:creationId xmlns:a16="http://schemas.microsoft.com/office/drawing/2014/main" id="{BDB5B175-1268-433E-B3C1-6B862ABEC9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4" name="AutoShape 4">
              <a:extLst>
                <a:ext uri="{FF2B5EF4-FFF2-40B4-BE49-F238E27FC236}">
                  <a16:creationId xmlns:a16="http://schemas.microsoft.com/office/drawing/2014/main" id="{618CA4DC-B5FB-40A9-A8F5-7FD0223A2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8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5" name="AutoShape 5">
              <a:extLst>
                <a:ext uri="{FF2B5EF4-FFF2-40B4-BE49-F238E27FC236}">
                  <a16:creationId xmlns:a16="http://schemas.microsoft.com/office/drawing/2014/main" id="{DC516A9E-2A1D-4696-A9D0-F7EF6217B4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6" name="Rectangle 6">
              <a:extLst>
                <a:ext uri="{FF2B5EF4-FFF2-40B4-BE49-F238E27FC236}">
                  <a16:creationId xmlns:a16="http://schemas.microsoft.com/office/drawing/2014/main" id="{8AFBB94F-838F-4DCC-B45D-B94F1694B0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60000">
              <a:off x="561" y="1979"/>
              <a:ext cx="24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6</a:t>
              </a:r>
            </a:p>
          </p:txBody>
        </p:sp>
        <p:sp>
          <p:nvSpPr>
            <p:cNvPr id="312327" name="Rectangle 7">
              <a:extLst>
                <a:ext uri="{FF2B5EF4-FFF2-40B4-BE49-F238E27FC236}">
                  <a16:creationId xmlns:a16="http://schemas.microsoft.com/office/drawing/2014/main" id="{D90AF753-FE11-477B-ACA1-B303CCBFD2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80000">
              <a:off x="949" y="1932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312328" name="Rectangle 8">
              <a:extLst>
                <a:ext uri="{FF2B5EF4-FFF2-40B4-BE49-F238E27FC236}">
                  <a16:creationId xmlns:a16="http://schemas.microsoft.com/office/drawing/2014/main" id="{DF1E7442-2D34-40DD-A9A8-C87A916AAA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">
              <a:off x="1416" y="1919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</p:grpSp>
      <p:sp>
        <p:nvSpPr>
          <p:cNvPr id="312331" name="AutoShape 11">
            <a:extLst>
              <a:ext uri="{FF2B5EF4-FFF2-40B4-BE49-F238E27FC236}">
                <a16:creationId xmlns:a16="http://schemas.microsoft.com/office/drawing/2014/main" id="{4D90769B-A07D-46B2-A108-C48CA18E589C}"/>
              </a:ext>
            </a:extLst>
          </p:cNvPr>
          <p:cNvSpPr>
            <a:spLocks noChangeArrowheads="1"/>
          </p:cNvSpPr>
          <p:nvPr/>
        </p:nvSpPr>
        <p:spPr bwMode="auto">
          <a:xfrm rot="1740000" flipH="1">
            <a:off x="5030788" y="314960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D361F415-2EB9-4A77-8219-3DFFE910C3DB}"/>
              </a:ext>
            </a:extLst>
          </p:cNvPr>
          <p:cNvSpPr>
            <a:spLocks noChangeArrowheads="1"/>
          </p:cNvSpPr>
          <p:nvPr/>
        </p:nvSpPr>
        <p:spPr bwMode="auto">
          <a:xfrm rot="1500000">
            <a:off x="5176305" y="3314885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36</a:t>
            </a:r>
          </a:p>
        </p:txBody>
      </p:sp>
      <p:sp>
        <p:nvSpPr>
          <p:cNvPr id="312333" name="AutoShape 13">
            <a:extLst>
              <a:ext uri="{FF2B5EF4-FFF2-40B4-BE49-F238E27FC236}">
                <a16:creationId xmlns:a16="http://schemas.microsoft.com/office/drawing/2014/main" id="{B5F31932-DD07-465B-B900-5CB632CC5B73}"/>
              </a:ext>
            </a:extLst>
          </p:cNvPr>
          <p:cNvSpPr>
            <a:spLocks noChangeArrowheads="1"/>
          </p:cNvSpPr>
          <p:nvPr/>
        </p:nvSpPr>
        <p:spPr bwMode="auto">
          <a:xfrm rot="1740000" flipH="1">
            <a:off x="4543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334" name="Rectangle 14">
            <a:extLst>
              <a:ext uri="{FF2B5EF4-FFF2-40B4-BE49-F238E27FC236}">
                <a16:creationId xmlns:a16="http://schemas.microsoft.com/office/drawing/2014/main" id="{2EF6C266-54F8-4906-AF2F-5DCBA92E0CC6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625443" y="4829360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F92B274-C99D-46EE-A50F-E434D189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Insertion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57636-0E00-42A2-978A-48B93EC0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2" name="AutoShape 4">
            <a:extLst>
              <a:ext uri="{FF2B5EF4-FFF2-40B4-BE49-F238E27FC236}">
                <a16:creationId xmlns:a16="http://schemas.microsoft.com/office/drawing/2014/main" id="{7316FAFF-CFB4-4F2B-A571-94023443F8EE}"/>
              </a:ext>
            </a:extLst>
          </p:cNvPr>
          <p:cNvSpPr>
            <a:spLocks noChangeArrowheads="1"/>
          </p:cNvSpPr>
          <p:nvPr/>
        </p:nvSpPr>
        <p:spPr bwMode="auto">
          <a:xfrm rot="20400000">
            <a:off x="2303463" y="3081339"/>
            <a:ext cx="728662" cy="1087437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373" name="AutoShape 5">
            <a:extLst>
              <a:ext uri="{FF2B5EF4-FFF2-40B4-BE49-F238E27FC236}">
                <a16:creationId xmlns:a16="http://schemas.microsoft.com/office/drawing/2014/main" id="{950D423A-67AE-4E36-B2B1-D7C34D2A2E2E}"/>
              </a:ext>
            </a:extLst>
          </p:cNvPr>
          <p:cNvSpPr>
            <a:spLocks noChangeArrowheads="1"/>
          </p:cNvSpPr>
          <p:nvPr/>
        </p:nvSpPr>
        <p:spPr bwMode="auto">
          <a:xfrm rot="21180000">
            <a:off x="3001964" y="2933700"/>
            <a:ext cx="727075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671220DD-316D-4B8E-AAD4-1D883BEE8E42}"/>
              </a:ext>
            </a:extLst>
          </p:cNvPr>
          <p:cNvSpPr>
            <a:spLocks noChangeArrowheads="1"/>
          </p:cNvSpPr>
          <p:nvPr/>
        </p:nvSpPr>
        <p:spPr bwMode="auto">
          <a:xfrm rot="20460000">
            <a:off x="2414269" y="3141848"/>
            <a:ext cx="39433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6</a:t>
            </a:r>
          </a:p>
        </p:txBody>
      </p:sp>
      <p:sp>
        <p:nvSpPr>
          <p:cNvPr id="314375" name="Rectangle 7">
            <a:extLst>
              <a:ext uri="{FF2B5EF4-FFF2-40B4-BE49-F238E27FC236}">
                <a16:creationId xmlns:a16="http://schemas.microsoft.com/office/drawing/2014/main" id="{73C7BFC7-E397-4ED3-A1BD-73C7F8D671B6}"/>
              </a:ext>
            </a:extLst>
          </p:cNvPr>
          <p:cNvSpPr>
            <a:spLocks noChangeArrowheads="1"/>
          </p:cNvSpPr>
          <p:nvPr/>
        </p:nvSpPr>
        <p:spPr bwMode="auto">
          <a:xfrm rot="21180000">
            <a:off x="3030005" y="3067235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10</a:t>
            </a:r>
          </a:p>
        </p:txBody>
      </p:sp>
      <p:grpSp>
        <p:nvGrpSpPr>
          <p:cNvPr id="314376" name="Group 8">
            <a:extLst>
              <a:ext uri="{FF2B5EF4-FFF2-40B4-BE49-F238E27FC236}">
                <a16:creationId xmlns:a16="http://schemas.microsoft.com/office/drawing/2014/main" id="{67203CDA-93F8-4409-9D23-F719AFB494C3}"/>
              </a:ext>
            </a:extLst>
          </p:cNvPr>
          <p:cNvGrpSpPr>
            <a:grpSpLocks/>
          </p:cNvGrpSpPr>
          <p:nvPr/>
        </p:nvGrpSpPr>
        <p:grpSpPr bwMode="auto">
          <a:xfrm>
            <a:off x="4375150" y="2935288"/>
            <a:ext cx="1404938" cy="1300162"/>
            <a:chOff x="1796" y="1849"/>
            <a:chExt cx="885" cy="819"/>
          </a:xfrm>
        </p:grpSpPr>
        <p:sp>
          <p:nvSpPr>
            <p:cNvPr id="314377" name="AutoShape 9">
              <a:extLst>
                <a:ext uri="{FF2B5EF4-FFF2-40B4-BE49-F238E27FC236}">
                  <a16:creationId xmlns:a16="http://schemas.microsoft.com/office/drawing/2014/main" id="{69BCB26D-C704-49BF-A93A-24AE7B5AF1A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20000">
              <a:off x="1796" y="1849"/>
              <a:ext cx="459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78" name="AutoShape 10">
              <a:extLst>
                <a:ext uri="{FF2B5EF4-FFF2-40B4-BE49-F238E27FC236}">
                  <a16:creationId xmlns:a16="http://schemas.microsoft.com/office/drawing/2014/main" id="{68FD88ED-DA07-4BD4-B096-A2F0F4875E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40000" flipH="1">
              <a:off x="2209" y="1984"/>
              <a:ext cx="460" cy="684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79" name="Rectangle 11">
              <a:extLst>
                <a:ext uri="{FF2B5EF4-FFF2-40B4-BE49-F238E27FC236}">
                  <a16:creationId xmlns:a16="http://schemas.microsoft.com/office/drawing/2014/main" id="{FCCD4985-F025-419C-A878-791A38DB75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">
              <a:off x="1871" y="1919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  <p:sp>
          <p:nvSpPr>
            <p:cNvPr id="314380" name="Rectangle 12">
              <a:extLst>
                <a:ext uri="{FF2B5EF4-FFF2-40B4-BE49-F238E27FC236}">
                  <a16:creationId xmlns:a16="http://schemas.microsoft.com/office/drawing/2014/main" id="{D1F82F57-2D25-4ADA-BC90-C456EB59F7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00000">
              <a:off x="2301" y="2088"/>
              <a:ext cx="380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36</a:t>
              </a:r>
            </a:p>
          </p:txBody>
        </p:sp>
      </p:grpSp>
      <p:sp>
        <p:nvSpPr>
          <p:cNvPr id="314381" name="AutoShape 13">
            <a:extLst>
              <a:ext uri="{FF2B5EF4-FFF2-40B4-BE49-F238E27FC236}">
                <a16:creationId xmlns:a16="http://schemas.microsoft.com/office/drawing/2014/main" id="{9E477862-3DAB-42B2-9FE5-5475188BD122}"/>
              </a:ext>
            </a:extLst>
          </p:cNvPr>
          <p:cNvSpPr>
            <a:spLocks noChangeArrowheads="1"/>
          </p:cNvSpPr>
          <p:nvPr/>
        </p:nvSpPr>
        <p:spPr bwMode="auto">
          <a:xfrm rot="1740000" flipH="1">
            <a:off x="4543425" y="4705350"/>
            <a:ext cx="730250" cy="1085850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382" name="Rectangle 14">
            <a:extLst>
              <a:ext uri="{FF2B5EF4-FFF2-40B4-BE49-F238E27FC236}">
                <a16:creationId xmlns:a16="http://schemas.microsoft.com/office/drawing/2014/main" id="{3297C89C-EF79-4CF1-9579-E747716FD910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625443" y="4829360"/>
            <a:ext cx="60272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A2AE30C-7C72-464A-8A80-11F6C618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Insertion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1633F2-37AE-4812-A1C2-85AC7B71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05D0-BA73-483D-9BBC-C344C87B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6EC3A-8DBE-4C56-9FA2-96BFE403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4B3C5D-4F6F-4483-9E91-AB0E2170FEAA}"/>
                  </a:ext>
                </a:extLst>
              </p14:cNvPr>
              <p14:cNvContentPartPr/>
              <p14:nvPr/>
            </p14:nvContentPartPr>
            <p14:xfrm>
              <a:off x="108360" y="102960"/>
              <a:ext cx="11240640" cy="665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4B3C5D-4F6F-4483-9E91-AB0E2170FE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00" y="93600"/>
                <a:ext cx="11259360" cy="66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012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2CE1-7B4A-4576-8861-35BA2ED9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1651-49C0-443F-9D11-FCE83701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Alg.: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INSERTION-SORT</a:t>
            </a:r>
            <a:r>
              <a:rPr lang="en-US" altLang="en-US" i="1" dirty="0">
                <a:solidFill>
                  <a:schemeClr val="tx1"/>
                </a:solidFill>
              </a:rPr>
              <a:t>(A)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for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j ← 1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to </a:t>
            </a:r>
            <a:r>
              <a:rPr lang="en-US" altLang="en-US" dirty="0">
                <a:solidFill>
                  <a:schemeClr val="tx1"/>
                </a:solidFill>
              </a:rPr>
              <a:t>n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do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key</a:t>
            </a:r>
            <a:r>
              <a:rPr lang="en-US" altLang="en-US" dirty="0">
                <a:solidFill>
                  <a:schemeClr val="tx1"/>
                </a:solidFill>
              </a:rPr>
              <a:t> ←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 j ]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</a:t>
            </a:r>
            <a:r>
              <a:rPr lang="en-US" altLang="en-US" sz="2000" dirty="0">
                <a:solidFill>
                  <a:schemeClr val="tx1"/>
                </a:solidFill>
              </a:rPr>
              <a:t>	      Insert 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A[ j ]</a:t>
            </a:r>
            <a:r>
              <a:rPr lang="en-US" altLang="en-US" sz="2000" dirty="0">
                <a:solidFill>
                  <a:schemeClr val="tx1"/>
                </a:solidFill>
              </a:rPr>
              <a:t> into the sorted sequence 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A[1 . . j -1]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	    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← j - 1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		     while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&gt;= 0</a:t>
            </a:r>
            <a:r>
              <a:rPr lang="en-US" altLang="en-US" dirty="0">
                <a:solidFill>
                  <a:schemeClr val="tx1"/>
                </a:solidFill>
              </a:rPr>
              <a:t> and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] &gt; key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		</a:t>
            </a:r>
            <a:r>
              <a:rPr lang="en-US" altLang="en-US" b="1" dirty="0">
                <a:solidFill>
                  <a:schemeClr val="tx1"/>
                </a:solidFill>
              </a:rPr>
              <a:t>do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+ 1] ← A[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]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		     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←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– 1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	    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A[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+ 1] ← key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Insertion sort – sorts the elements in place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27D7D-9C8C-449B-8041-A8BEA7D5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0DE3A5-88C5-4678-8641-46B910D3792E}"/>
                  </a:ext>
                </a:extLst>
              </p14:cNvPr>
              <p14:cNvContentPartPr/>
              <p14:nvPr/>
            </p14:nvContentPartPr>
            <p14:xfrm>
              <a:off x="4992120" y="6480"/>
              <a:ext cx="6959880" cy="6659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0DE3A5-88C5-4678-8641-46B910D379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2760" y="-2880"/>
                <a:ext cx="6978600" cy="66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761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532A-EB6B-4ADB-8515-FD5CC664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51151-8BE9-4335-A562-405F636F8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</a:t>
            </a:r>
          </a:p>
          <a:p>
            <a:pPr marL="0" indent="0">
              <a:buNone/>
            </a:pPr>
            <a:r>
              <a:rPr lang="en-US" dirty="0"/>
              <a:t>				 </a:t>
            </a:r>
            <a:r>
              <a:rPr lang="en-US" i="1" dirty="0" err="1"/>
              <a:t>k.O</a:t>
            </a:r>
            <a:r>
              <a:rPr lang="en-US" i="1" dirty="0"/>
              <a:t>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56A0F-BFEB-4480-9C94-8C66E414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038350"/>
            <a:ext cx="8648700" cy="29908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31287-F4D9-41EB-84AA-963E5443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7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1D90-3B2C-4E63-B20A-1426B34B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0FC0-070A-4839-80A8-8FDBE55A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effectLst/>
                <a:latin typeface="urw-din"/>
              </a:rPr>
              <a:t>Heap Sort Algorithm for sorting in increasing order:</a:t>
            </a:r>
            <a:r>
              <a:rPr lang="en-US" b="0" i="0" dirty="0">
                <a:effectLst/>
                <a:latin typeface="urw-din"/>
              </a:rPr>
              <a:t> 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Step 1: </a:t>
            </a:r>
            <a:r>
              <a:rPr lang="en-US" b="0" i="0" dirty="0">
                <a:effectLst/>
                <a:latin typeface="urw-din"/>
              </a:rPr>
              <a:t>Build a max heap from the input data. 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Step 2: </a:t>
            </a:r>
            <a:r>
              <a:rPr lang="en-US" b="0" i="0" dirty="0">
                <a:effectLst/>
                <a:latin typeface="urw-din"/>
              </a:rPr>
              <a:t>At this point, the largest item is stored at the root of the heap.    </a:t>
            </a:r>
          </a:p>
          <a:p>
            <a:pPr marL="0" indent="0">
              <a:buNone/>
            </a:pPr>
            <a:r>
              <a:rPr lang="en-US" dirty="0">
                <a:latin typeface="urw-din"/>
              </a:rPr>
              <a:t>             </a:t>
            </a:r>
            <a:r>
              <a:rPr lang="en-US" b="0" i="0" dirty="0">
                <a:effectLst/>
                <a:latin typeface="urw-din"/>
              </a:rPr>
              <a:t>Replace it with the last item of the heap followed by reducing </a:t>
            </a:r>
          </a:p>
          <a:p>
            <a:pPr marL="0" indent="0">
              <a:buNone/>
            </a:pPr>
            <a:r>
              <a:rPr lang="en-US" dirty="0">
                <a:latin typeface="urw-din"/>
              </a:rPr>
              <a:t>             </a:t>
            </a:r>
            <a:r>
              <a:rPr lang="en-US" b="0" i="0" dirty="0">
                <a:effectLst/>
                <a:latin typeface="urw-din"/>
              </a:rPr>
              <a:t>the size of heap by 1. Finally, </a:t>
            </a:r>
            <a:r>
              <a:rPr lang="en-US" b="0" i="0" dirty="0" err="1">
                <a:effectLst/>
                <a:latin typeface="urw-din"/>
              </a:rPr>
              <a:t>heapify</a:t>
            </a:r>
            <a:r>
              <a:rPr lang="en-US" b="0" i="0" dirty="0">
                <a:effectLst/>
                <a:latin typeface="urw-din"/>
              </a:rPr>
              <a:t> the root of the tree. 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Step 3: </a:t>
            </a:r>
            <a:r>
              <a:rPr lang="en-US" b="0" i="0" dirty="0">
                <a:effectLst/>
                <a:latin typeface="urw-din"/>
              </a:rPr>
              <a:t>Repeat step 2 while size of heap is greater than 1.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DF59-71A3-4939-8884-A6ECE512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8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BF51-CBBC-4C56-B12E-706074BD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4F702-B4A1-4C7F-A47F-55709150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Input Array                               Min Heap                          Max Heap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6E41C-6548-42EB-B368-B73BA0E3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 descr="binary-heap-array-mapping">
            <a:extLst>
              <a:ext uri="{FF2B5EF4-FFF2-40B4-BE49-F238E27FC236}">
                <a16:creationId xmlns:a16="http://schemas.microsoft.com/office/drawing/2014/main" id="{76581AB5-EE83-474C-9925-7A3EF90B0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2284413"/>
            <a:ext cx="3107055" cy="308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n-heap">
            <a:extLst>
              <a:ext uri="{FF2B5EF4-FFF2-40B4-BE49-F238E27FC236}">
                <a16:creationId xmlns:a16="http://schemas.microsoft.com/office/drawing/2014/main" id="{25E0877F-233C-4D61-A07B-224FFDBD5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070" y="2284413"/>
            <a:ext cx="3197860" cy="281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x-heap">
            <a:extLst>
              <a:ext uri="{FF2B5EF4-FFF2-40B4-BE49-F238E27FC236}">
                <a16:creationId xmlns:a16="http://schemas.microsoft.com/office/drawing/2014/main" id="{34BB409B-BD2E-413C-82D8-71750A51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19" y="2168366"/>
            <a:ext cx="3296981" cy="289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514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2E-B926-4BA1-AAF6-40F67469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23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836373A-5980-4CF1-A4C7-A1BD27D42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0075"/>
            <a:ext cx="53625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C8506B4-4342-4CA2-9C75-93B34B986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088" y="3851275"/>
            <a:ext cx="536257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427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2E-B926-4BA1-AAF6-40F67469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24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3E61095-C64C-48F8-875A-F2D60182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4102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F850CDD-F643-4DB0-9AB0-5B1896A2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3816350"/>
            <a:ext cx="54102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888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2E-B926-4BA1-AAF6-40F67469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25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154798-409F-4172-BE6D-649FD2F87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690688"/>
            <a:ext cx="544830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B31DAF2-C40F-4F2C-8A8C-D5CA282B5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3651250"/>
            <a:ext cx="54197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68C028-2BED-4B03-8ED8-753B58549D76}"/>
                  </a:ext>
                </a:extLst>
              </p14:cNvPr>
              <p14:cNvContentPartPr/>
              <p14:nvPr/>
            </p14:nvContentPartPr>
            <p14:xfrm>
              <a:off x="5852160" y="172800"/>
              <a:ext cx="5869440" cy="416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68C028-2BED-4B03-8ED8-753B58549D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42800" y="163440"/>
                <a:ext cx="5888160" cy="417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3097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2E-B926-4BA1-AAF6-40F67469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26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5CD62B-168C-4FD7-8BFB-2153D4F78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4864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0435A1D-A99A-47D0-B66E-C7C4A9DEB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8" y="3784600"/>
            <a:ext cx="55340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2C56D7E-77F3-49C4-8A8F-5E9C391DD39F}"/>
                  </a:ext>
                </a:extLst>
              </p14:cNvPr>
              <p14:cNvContentPartPr/>
              <p14:nvPr/>
            </p14:nvContentPartPr>
            <p14:xfrm>
              <a:off x="389520" y="305640"/>
              <a:ext cx="11105280" cy="5768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2C56D7E-77F3-49C4-8A8F-5E9C391DD3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160" y="296280"/>
                <a:ext cx="11124000" cy="57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4243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0052CD-F2C1-4F10-B90C-797CC6065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4959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C00BF64-1252-4939-94AB-9713C69A89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3850925"/>
            <a:ext cx="5506218" cy="25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229FAB-16DD-4E04-9448-B26C3536FB03}"/>
                  </a:ext>
                </a:extLst>
              </p14:cNvPr>
              <p14:cNvContentPartPr/>
              <p14:nvPr/>
            </p14:nvContentPartPr>
            <p14:xfrm>
              <a:off x="308160" y="33120"/>
              <a:ext cx="11349000" cy="6489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229FAB-16DD-4E04-9448-B26C3536FB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800" y="23760"/>
                <a:ext cx="11367720" cy="65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984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28</a:t>
            </a:fld>
            <a:endParaRPr 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6BF18371-C0F6-4319-9009-E571E49B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46735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D8A98AA8-F31C-40A2-A218-7B4C375F47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181" y="3850925"/>
            <a:ext cx="5458587" cy="25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3E33F9-0286-4AA9-A0E1-12AF43FF7811}"/>
                  </a:ext>
                </a:extLst>
              </p14:cNvPr>
              <p14:cNvContentPartPr/>
              <p14:nvPr/>
            </p14:nvContentPartPr>
            <p14:xfrm>
              <a:off x="345600" y="0"/>
              <a:ext cx="11453760" cy="6718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3E33F9-0286-4AA9-A0E1-12AF43FF7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6240" y="-9360"/>
                <a:ext cx="11472480" cy="67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0635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A336-F5CB-4281-8A29-3F7C49AB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FC2E-B926-4BA1-AAF6-40F67469C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SFMono-Regular"/>
            </a:endParaRPr>
          </a:p>
          <a:p>
            <a:endParaRPr lang="en-US" altLang="en-US" dirty="0">
              <a:solidFill>
                <a:srgbClr val="212529"/>
              </a:solidFill>
              <a:latin typeface="SFMono-Regular"/>
            </a:endParaRP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Sorted array is 12 25 32 44 56 67 82 96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2BC8-697B-44FE-9AA5-28D7C0D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29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9A0C832-60F0-465F-9B9C-701C427DF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4" y="1905000"/>
            <a:ext cx="6321425" cy="28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86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ABE0-CF5E-4944-ABA8-D85B28BA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7F8B-E1C6-43E7-9DD9-239ABB11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EBE35-548F-4050-990E-7CD24E0D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86F285-3BFA-4FAC-9F9B-6760ABCB2A5C}"/>
                  </a:ext>
                </a:extLst>
              </p14:cNvPr>
              <p14:cNvContentPartPr/>
              <p14:nvPr/>
            </p14:nvContentPartPr>
            <p14:xfrm>
              <a:off x="714600" y="49680"/>
              <a:ext cx="11281320" cy="639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86F285-3BFA-4FAC-9F9B-6760ABCB2A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5240" y="40320"/>
                <a:ext cx="11300040" cy="64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8967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710C-AAAC-4ABF-842E-F8D50ACA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51BDE-FDC7-4671-B81B-8D585357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334E06-098E-408D-9DF4-DE65B7B1FA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2030"/>
            <a:ext cx="8039100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n,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largest =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Initialize largest as root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 = 2 *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+ 1;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left = 2*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+ 1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 = 2 *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+ 2;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right = 2*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+ 2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If left child is larger than root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 &lt; n &amp;&amp;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[l] &gt;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[largest])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largest = l;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If right child is larger than largest so far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 &lt; n &amp;&amp;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[r] &gt;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[largest])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largest = r;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If largest is not root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(largest !=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swap(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[largest]);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Recursively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the affected sub-tree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n, largest);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9533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82EC-D231-4EB1-9AE2-D7CE31F2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6ADB3-A6F0-4672-AED1-8D51D8B1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DF31CF-8947-4B79-A07F-B76E5621F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4487"/>
            <a:ext cx="6630020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main function to do heap sort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heapSort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Build heap (rearrange array)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 / 2 - 1;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0;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One by one extract an element from heap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 - 1;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0;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 {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Move current root to end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swap(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[0],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call max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on the reduced heap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heapify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0);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1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62E2-29C3-4DAD-8834-6668A0BD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Heap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FCAE7-AD9D-4078-B845-D3F4E4A40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Time complexity </a:t>
            </a:r>
          </a:p>
          <a:p>
            <a:pPr lvl="1"/>
            <a:r>
              <a:rPr lang="en-US" dirty="0" err="1">
                <a:solidFill>
                  <a:srgbClr val="40424E"/>
                </a:solidFill>
                <a:latin typeface="urw-din"/>
              </a:rPr>
              <a:t>H</a:t>
            </a:r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eapify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 is O(</a:t>
            </a:r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Logn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). </a:t>
            </a:r>
          </a:p>
          <a:p>
            <a:pPr lvl="1"/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createAndBuildHeap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() is O(n) </a:t>
            </a:r>
          </a:p>
          <a:p>
            <a:pPr lvl="1"/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overall time complexity of Heap Sort is O(</a:t>
            </a:r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nLogn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).</a:t>
            </a:r>
          </a:p>
          <a:p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Heap sort is an in-place algorithm. </a:t>
            </a:r>
          </a:p>
          <a:p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Its typical implementation is not stable, but can be made stable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D861F-6A61-45EB-80A7-8712AA33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57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97C2-7869-437E-84ED-B6604CB3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7727F-266D-4E30-B023-6E44D9A6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F753D8-21DB-4B14-98BB-265401707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CEBE2C-AA5B-4961-97E7-8274041F1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8" y="2219800"/>
            <a:ext cx="8114159" cy="26976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296023-5D03-46B4-995D-33A2F8FB1E3C}"/>
                  </a:ext>
                </a:extLst>
              </p14:cNvPr>
              <p14:cNvContentPartPr/>
              <p14:nvPr/>
            </p14:nvContentPartPr>
            <p14:xfrm>
              <a:off x="5638680" y="488520"/>
              <a:ext cx="6458760" cy="551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296023-5D03-46B4-995D-33A2F8FB1E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9320" y="479160"/>
                <a:ext cx="6477480" cy="55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980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6D5-79EB-4EEB-ACA0-E0D663A2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BE3A7-AF8E-4329-97AC-DAC609FA7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60CEE-0D94-4C8A-A752-618417DE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ADBDB1-3929-4346-A66A-C43A01342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4" y="1432559"/>
            <a:ext cx="7591425" cy="517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67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7FB9-18DA-4B16-95D8-C8B0AF1A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AEF14-B41C-47FE-99C9-58F75D411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>
                <a:solidFill>
                  <a:srgbClr val="40424E"/>
                </a:solidFill>
                <a:effectLst/>
                <a:latin typeface="urw-din"/>
              </a:rPr>
              <a:t>Worst Case: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The worst case occurs when the partition process always picks greatest or smallest element as pivot. O(n</a:t>
            </a:r>
            <a:r>
              <a:rPr lang="en-US" b="0" i="0" baseline="30000" dirty="0">
                <a:solidFill>
                  <a:srgbClr val="40424E"/>
                </a:solidFill>
                <a:effectLst/>
                <a:latin typeface="urw-din"/>
              </a:rPr>
              <a:t>2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)</a:t>
            </a:r>
          </a:p>
          <a:p>
            <a:pPr algn="just"/>
            <a:r>
              <a:rPr lang="en-US" b="1" i="1" dirty="0">
                <a:solidFill>
                  <a:srgbClr val="40424E"/>
                </a:solidFill>
                <a:effectLst/>
                <a:latin typeface="urw-din"/>
              </a:rPr>
              <a:t>Best Case: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 The best case occurs when the partition process always picks the middle element as pivot.  O(</a:t>
            </a:r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nLogn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)</a:t>
            </a:r>
          </a:p>
          <a:p>
            <a:pPr algn="just"/>
            <a:r>
              <a:rPr lang="en-US" b="1" i="1" dirty="0">
                <a:solidFill>
                  <a:srgbClr val="40424E"/>
                </a:solidFill>
                <a:effectLst/>
                <a:latin typeface="urw-din"/>
              </a:rPr>
              <a:t>Average Case:</a:t>
            </a:r>
            <a:r>
              <a:rPr lang="en-US" dirty="0">
                <a:solidFill>
                  <a:srgbClr val="40424E"/>
                </a:solidFill>
                <a:latin typeface="urw-din"/>
              </a:rPr>
              <a:t> 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O(</a:t>
            </a:r>
            <a:r>
              <a:rPr lang="en-US" b="0" i="0" dirty="0" err="1">
                <a:solidFill>
                  <a:srgbClr val="40424E"/>
                </a:solidFill>
                <a:effectLst/>
                <a:latin typeface="urw-din"/>
              </a:rPr>
              <a:t>nLogn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)</a:t>
            </a:r>
          </a:p>
          <a:p>
            <a:pPr algn="just"/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The default implementation is not stable. However, any sorting algorithm can be made stable by considering indexes as comparison parameter.</a:t>
            </a:r>
          </a:p>
          <a:p>
            <a:pPr algn="just"/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in-place sorting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8FCE2-5FFB-4143-9A6E-66A92940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27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93EA-F39B-4BBF-8FE6-FBD4672E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E1133-6529-47D0-BC82-548F261E8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B48F9-1FB2-44A9-BA75-86EBC1F2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4315B5-1B72-4677-A70D-D05231D117F1}"/>
                  </a:ext>
                </a:extLst>
              </p14:cNvPr>
              <p14:cNvContentPartPr/>
              <p14:nvPr/>
            </p14:nvContentPartPr>
            <p14:xfrm>
              <a:off x="4141800" y="4253040"/>
              <a:ext cx="7200" cy="1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4315B5-1B72-4677-A70D-D05231D117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2440" y="4243680"/>
                <a:ext cx="25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2974B1-4897-4F20-931A-97D7D223DC85}"/>
                  </a:ext>
                </a:extLst>
              </p14:cNvPr>
              <p14:cNvContentPartPr/>
              <p14:nvPr/>
            </p14:nvContentPartPr>
            <p14:xfrm>
              <a:off x="904320" y="1475280"/>
              <a:ext cx="7718400" cy="528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2974B1-4897-4F20-931A-97D7D223DC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4960" y="1465920"/>
                <a:ext cx="773712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D6AA57-6E31-449B-8900-F4C772378D6C}"/>
                  </a:ext>
                </a:extLst>
              </p14:cNvPr>
              <p14:cNvContentPartPr/>
              <p14:nvPr/>
            </p14:nvContentPartPr>
            <p14:xfrm>
              <a:off x="426600" y="106200"/>
              <a:ext cx="11755440" cy="569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D6AA57-6E31-449B-8900-F4C772378D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7240" y="96840"/>
                <a:ext cx="11774160" cy="571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864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895E-DF06-46CE-9916-E126CFD0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6A30-CA72-463E-9E73-045B3327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499B9-2690-44F9-8923-44574136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26FCCE-0E10-4213-B624-51AC4720F69D}"/>
                  </a:ext>
                </a:extLst>
              </p14:cNvPr>
              <p14:cNvContentPartPr/>
              <p14:nvPr/>
            </p14:nvContentPartPr>
            <p14:xfrm>
              <a:off x="816120" y="16560"/>
              <a:ext cx="11139120" cy="683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26FCCE-0E10-4213-B624-51AC4720F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6760" y="7200"/>
                <a:ext cx="11157840" cy="68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52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FFC6-9EAF-3CD3-37E6-D04E6175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QuickSelect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017B-1ABE-2358-82AE-D117A3F5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7560" cy="46672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selection algorithm related to Quick sort to find the k-</a:t>
            </a:r>
            <a:r>
              <a:rPr lang="en-US" dirty="0" err="1"/>
              <a:t>th</a:t>
            </a:r>
            <a:r>
              <a:rPr lang="en-US" dirty="0"/>
              <a:t> smallest (or largest) element in an unordered list</a:t>
            </a:r>
          </a:p>
          <a:p>
            <a:pPr algn="just"/>
            <a:r>
              <a:rPr lang="en-US" dirty="0"/>
              <a:t>After partitioning around a pivot, the algorithm does not recurse on both subarrays.</a:t>
            </a:r>
          </a:p>
          <a:p>
            <a:pPr algn="just"/>
            <a:r>
              <a:rPr lang="en-US" dirty="0"/>
              <a:t>It recurses only on the subarray that may contain the k-</a:t>
            </a:r>
            <a:r>
              <a:rPr lang="en-US" dirty="0" err="1"/>
              <a:t>th</a:t>
            </a:r>
            <a:r>
              <a:rPr lang="en-US" dirty="0"/>
              <a:t> smallest element.</a:t>
            </a:r>
          </a:p>
          <a:p>
            <a:pPr lvl="1" algn="just"/>
            <a:r>
              <a:rPr lang="en-US" dirty="0"/>
              <a:t>If the pivot index &gt; k, recur on the left subarray.</a:t>
            </a:r>
          </a:p>
          <a:p>
            <a:pPr lvl="1" algn="just"/>
            <a:r>
              <a:rPr lang="en-US" dirty="0"/>
              <a:t>If the pivot index = k, the k-</a:t>
            </a:r>
            <a:r>
              <a:rPr lang="en-US" dirty="0" err="1"/>
              <a:t>th</a:t>
            </a:r>
            <a:r>
              <a:rPr lang="en-US" dirty="0"/>
              <a:t> smallest element is found, so return it.</a:t>
            </a:r>
          </a:p>
          <a:p>
            <a:pPr lvl="1" algn="just"/>
            <a:r>
              <a:rPr lang="en-US" dirty="0"/>
              <a:t>If the pivot index &lt; k, recur on the right subarray.</a:t>
            </a:r>
          </a:p>
          <a:p>
            <a:pPr algn="just"/>
            <a:r>
              <a:rPr lang="en-US" dirty="0"/>
              <a:t>Because only one side is processed each time, the expected time complexity reduces from O(n log n) to O(n).</a:t>
            </a:r>
          </a:p>
          <a:p>
            <a:pPr algn="just"/>
            <a:r>
              <a:rPr lang="en-US" dirty="0"/>
              <a:t>The worst-case time complexity remains O(n²) (when partitions are highly unbalanced).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BE6DB-7B28-B454-25C2-48F00F8B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0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3CC0-118D-789C-4575-10763EC2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QuickSelect</a:t>
            </a:r>
            <a:r>
              <a:rPr lang="en-US" b="1" dirty="0"/>
              <a:t>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4BB9-9F48-D907-28EC-C2A1D7B5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QUICKSELECT(A, low, high, k)</a:t>
            </a:r>
          </a:p>
          <a:p>
            <a:pPr marL="0" indent="0">
              <a:buNone/>
            </a:pPr>
            <a:r>
              <a:rPr lang="en-US" dirty="0"/>
              <a:t>    if low == high</a:t>
            </a:r>
          </a:p>
          <a:p>
            <a:pPr marL="0" indent="0">
              <a:buNone/>
            </a:pPr>
            <a:r>
              <a:rPr lang="en-US" dirty="0"/>
              <a:t>        return A[low]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 = PARTITION(A, low, high)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p == k</a:t>
            </a:r>
          </a:p>
          <a:p>
            <a:pPr marL="0" indent="0">
              <a:buNone/>
            </a:pPr>
            <a:r>
              <a:rPr lang="en-US" dirty="0"/>
              <a:t>        return A[p]</a:t>
            </a:r>
          </a:p>
          <a:p>
            <a:pPr marL="0" indent="0">
              <a:buNone/>
            </a:pPr>
            <a:r>
              <a:rPr lang="en-US" dirty="0"/>
              <a:t>    else if k &lt; p</a:t>
            </a:r>
          </a:p>
          <a:p>
            <a:pPr marL="0" indent="0">
              <a:buNone/>
            </a:pPr>
            <a:r>
              <a:rPr lang="en-US" dirty="0"/>
              <a:t>        return QUICKSELECT(A, low, p-1, k)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 return QUICKSELECT(A, p+1, high, 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23AD7-DC43-A1E3-A5A4-C381F969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256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0996-9F98-4A6D-99D4-31BCD31B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b="1" dirty="0"/>
              <a:t>Merge Sort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23BCF-0802-4964-B4A7-C4458EAD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D93D891-6D82-4322-B7B0-112A16EF2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550" y="1625798"/>
            <a:ext cx="5498300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n1 = m - l + 1;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n2 = r - m;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Create temp arrays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L[n1], R[n2];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Copy data to temp arrays L[] and R[]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n1;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L[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 +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= 0; j &lt; n2;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R[j] =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[m + 1 + j];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Merge the temp arrays back into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l..r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Initial index of first subarray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Initial index of second subarray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= 0;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Initial index of merged subarray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 = l;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456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4C63-0850-40E6-AB4E-31314EB9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77E24-08AC-4DA3-B3A2-8A8FFD7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1CFA56-5838-45E9-B24F-938E1202C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591175"/>
            <a:ext cx="5913478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n1 &amp;&amp; j &lt; n2) {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(L[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R[j]) {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 = L[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 = R[j];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k++;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Copy the remaining elements of</a:t>
            </a:r>
            <a:r>
              <a:rPr lang="en-US" altLang="en-US" sz="1400" b="1" dirty="0"/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L[], if there are any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n1) {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 = L[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k++;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Copy the remaining elements of</a:t>
            </a:r>
            <a:r>
              <a:rPr lang="en-US" altLang="en-US" sz="1400" b="1" dirty="0"/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R[], if there are any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(j &lt; n2) {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 = R[j];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k++;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85462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DA98-8AC7-474F-B8AC-93DE2D33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83943-DDAE-4DCE-AD39-AC5D8B7D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7046379-5559-430F-AD2B-2561A0DC7E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62302"/>
            <a:ext cx="7492436" cy="38779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mergeSort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r){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(l&gt;=r){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//returns recursively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 =l+ (r-l)/2;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mergeSort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arr,l,m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mergeSort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(arr,m+1,r);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merge(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arr,l,m,r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3F4133-F32C-4134-8E4E-AA5C2B251C03}"/>
                  </a:ext>
                </a:extLst>
              </p14:cNvPr>
              <p14:cNvContentPartPr/>
              <p14:nvPr/>
            </p14:nvContentPartPr>
            <p14:xfrm>
              <a:off x="4951440" y="6480"/>
              <a:ext cx="7125840" cy="5732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3F4133-F32C-4134-8E4E-AA5C2B251C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2080" y="-2880"/>
                <a:ext cx="7144560" cy="57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28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C52D-505F-4C7D-8FF0-059280B1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78E9-4DA7-4864-A88F-F227F9CC4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4B789-0066-4EFF-B3EB-56D9DC9C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9E1B8-3FE5-4EA9-8C2D-0805C396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587375"/>
            <a:ext cx="6578599" cy="60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903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B6E4-BEFA-4ED9-A800-67521DE0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04DC-272F-4A98-9421-A3CAFA249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EC768-A1FF-401D-9FF2-ED5B3E5F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5DBDA2-988F-4F4C-B957-2065AD5966F7}"/>
                  </a:ext>
                </a:extLst>
              </p14:cNvPr>
              <p14:cNvContentPartPr/>
              <p14:nvPr/>
            </p14:nvContentPartPr>
            <p14:xfrm>
              <a:off x="799200" y="325800"/>
              <a:ext cx="11102040" cy="652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5DBDA2-988F-4F4C-B957-2065AD5966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840" y="316440"/>
                <a:ext cx="11120760" cy="65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5617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E7BC-5F4F-48DA-A8FF-FFCEDA18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CE18-E0DC-41C7-B5C4-0B5AED5F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noto sans"/>
              </a:rPr>
              <a:t>Worst Case Time Complexity [ Big-O ]: </a:t>
            </a:r>
            <a:r>
              <a:rPr lang="en-US" b="1" i="0" dirty="0">
                <a:solidFill>
                  <a:srgbClr val="333333"/>
                </a:solidFill>
                <a:effectLst/>
                <a:latin typeface="noto sans"/>
              </a:rPr>
              <a:t>O(n*log n)</a:t>
            </a:r>
            <a:endParaRPr lang="en-US" b="0" i="0" dirty="0">
              <a:solidFill>
                <a:srgbClr val="333333"/>
              </a:solidFill>
              <a:effectLst/>
              <a:latin typeface="noto sans"/>
            </a:endParaRP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noto sans"/>
              </a:rPr>
              <a:t>Best Case Time Complexity [Big-omega]: </a:t>
            </a:r>
            <a:r>
              <a:rPr lang="en-US" b="1" i="0" dirty="0">
                <a:solidFill>
                  <a:srgbClr val="333333"/>
                </a:solidFill>
                <a:effectLst/>
                <a:latin typeface="noto sans"/>
              </a:rPr>
              <a:t>O(n*log n)</a:t>
            </a:r>
            <a:endParaRPr lang="en-US" b="0" i="0" dirty="0">
              <a:solidFill>
                <a:srgbClr val="333333"/>
              </a:solidFill>
              <a:effectLst/>
              <a:latin typeface="noto sans"/>
            </a:endParaRP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noto sans"/>
              </a:rPr>
              <a:t>Average Time Complexity [Big-theta]: </a:t>
            </a:r>
            <a:r>
              <a:rPr lang="en-US" b="1" i="0" dirty="0">
                <a:solidFill>
                  <a:srgbClr val="333333"/>
                </a:solidFill>
                <a:effectLst/>
                <a:latin typeface="noto sans"/>
              </a:rPr>
              <a:t>O(n*log n)</a:t>
            </a:r>
            <a:endParaRPr lang="en-US" b="0" i="0" dirty="0">
              <a:solidFill>
                <a:srgbClr val="333333"/>
              </a:solidFill>
              <a:effectLst/>
              <a:latin typeface="noto sans"/>
            </a:endParaRPr>
          </a:p>
          <a:p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Algorithmic Paradigm: </a:t>
            </a:r>
            <a:r>
              <a:rPr lang="en-US" b="0" i="0" dirty="0">
                <a:solidFill>
                  <a:srgbClr val="40424E"/>
                </a:solidFill>
                <a:effectLst/>
                <a:latin typeface="urw-din"/>
              </a:rPr>
              <a:t>Divide and Conquer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noto sans"/>
              </a:rPr>
              <a:t>It requires </a:t>
            </a:r>
            <a:r>
              <a:rPr lang="en-US" b="1" i="0" dirty="0">
                <a:solidFill>
                  <a:srgbClr val="333333"/>
                </a:solidFill>
                <a:effectLst/>
                <a:latin typeface="noto sans"/>
              </a:rPr>
              <a:t>equal amount of additional space</a:t>
            </a:r>
            <a:r>
              <a:rPr lang="en-US" b="0" i="0" dirty="0">
                <a:solidFill>
                  <a:srgbClr val="333333"/>
                </a:solidFill>
                <a:effectLst/>
                <a:latin typeface="noto sans"/>
              </a:rPr>
              <a:t> as the unsorted array. Hence its not at all recommended for searching large unsorted arrays.</a:t>
            </a:r>
          </a:p>
          <a:p>
            <a:r>
              <a:rPr lang="en-US" dirty="0"/>
              <a:t>Not In-Place algorithm but stable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C070C-A6ED-45E3-81DC-0BEACBEC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24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95DF-C22B-A7AC-8995-6AA63ABD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IntroSort</a:t>
            </a:r>
            <a:r>
              <a:rPr lang="en-US" b="1" dirty="0"/>
              <a:t> or Introspective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2232-1C50-517C-183A-0CD499C24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Introsort</a:t>
            </a:r>
            <a:r>
              <a:rPr lang="en-US" dirty="0"/>
              <a:t> is a </a:t>
            </a:r>
            <a:r>
              <a:rPr lang="en-US" i="1" dirty="0"/>
              <a:t>hybrid comparison-based sorting algorithm</a:t>
            </a:r>
            <a:endParaRPr lang="en-US" dirty="0"/>
          </a:p>
          <a:p>
            <a:r>
              <a:rPr lang="en-US" dirty="0"/>
              <a:t>Combines:</a:t>
            </a:r>
          </a:p>
          <a:p>
            <a:pPr lvl="1"/>
            <a:r>
              <a:rPr lang="en-US" dirty="0"/>
              <a:t>Quicksort</a:t>
            </a:r>
          </a:p>
          <a:p>
            <a:pPr lvl="1"/>
            <a:r>
              <a:rPr lang="en-US" dirty="0"/>
              <a:t>Heapsort</a:t>
            </a:r>
          </a:p>
          <a:p>
            <a:pPr lvl="1"/>
            <a:r>
              <a:rPr lang="en-US" dirty="0"/>
              <a:t>Insertion Sort</a:t>
            </a:r>
          </a:p>
          <a:p>
            <a:r>
              <a:rPr lang="en-US" dirty="0"/>
              <a:t>Designed to:</a:t>
            </a:r>
          </a:p>
          <a:p>
            <a:pPr lvl="1"/>
            <a:r>
              <a:rPr lang="en-US" dirty="0"/>
              <a:t>Achieve </a:t>
            </a:r>
            <a:r>
              <a:rPr lang="en-US" b="1" dirty="0"/>
              <a:t>fast average-case performance</a:t>
            </a:r>
            <a:endParaRPr lang="en-US" dirty="0"/>
          </a:p>
          <a:p>
            <a:pPr lvl="1"/>
            <a:r>
              <a:rPr lang="en-US" dirty="0"/>
              <a:t>Guarantee </a:t>
            </a:r>
            <a:r>
              <a:rPr lang="en-US" b="1" dirty="0"/>
              <a:t>O(N log N) worst-case complexity</a:t>
            </a:r>
            <a:endParaRPr lang="en-US" dirty="0"/>
          </a:p>
          <a:p>
            <a:pPr lvl="1"/>
            <a:r>
              <a:rPr lang="en-US" dirty="0"/>
              <a:t>Maintain </a:t>
            </a:r>
            <a:r>
              <a:rPr lang="en-US" b="1" dirty="0"/>
              <a:t>in-place sorting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25BC3-D7CE-654B-CD58-E094731D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C622D4-A3E0-84EF-9A4D-B43E513801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570707"/>
              </p:ext>
            </p:extLst>
          </p:nvPr>
        </p:nvGraphicFramePr>
        <p:xfrm>
          <a:off x="6096000" y="2514600"/>
          <a:ext cx="5765801" cy="1828800"/>
        </p:xfrm>
        <a:graphic>
          <a:graphicData uri="http://schemas.openxmlformats.org/drawingml/2006/table">
            <a:tbl>
              <a:tblPr/>
              <a:tblGrid>
                <a:gridCol w="1285240">
                  <a:extLst>
                    <a:ext uri="{9D8B030D-6E8A-4147-A177-3AD203B41FA5}">
                      <a16:colId xmlns:a16="http://schemas.microsoft.com/office/drawing/2014/main" val="382766013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160234413"/>
                    </a:ext>
                  </a:extLst>
                </a:gridCol>
                <a:gridCol w="1940561">
                  <a:extLst>
                    <a:ext uri="{9D8B030D-6E8A-4147-A177-3AD203B41FA5}">
                      <a16:colId xmlns:a16="http://schemas.microsoft.com/office/drawing/2014/main" val="2303866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Weakness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184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Quicksort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Fast average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O(N²) worst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39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Heapsort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Guaranteed 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More swaps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79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Mergesort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Not in-place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245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Insertion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Best for small inputs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Poor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410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178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5B25-AC27-52EA-E57F-E0E8F6E8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</a:t>
            </a:r>
            <a:r>
              <a:rPr lang="en-US" b="1" dirty="0" err="1"/>
              <a:t>IntroSort</a:t>
            </a:r>
            <a:r>
              <a:rPr lang="en-US" b="1" dirty="0"/>
              <a:t>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A2651-3EA5-C399-63E3-A66069E5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FE623E-D914-92A8-B628-CD2DDA2D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</a:t>
            </a:r>
            <a:r>
              <a:rPr lang="en-US" b="1" dirty="0"/>
              <a:t>Quicksort</a:t>
            </a:r>
            <a:endParaRPr lang="en-US" dirty="0"/>
          </a:p>
          <a:p>
            <a:r>
              <a:rPr lang="en-US" dirty="0"/>
              <a:t>If recursion depth exceeds limit → Switch to </a:t>
            </a:r>
            <a:r>
              <a:rPr lang="en-US" b="1" dirty="0"/>
              <a:t>Heapsort </a:t>
            </a:r>
          </a:p>
          <a:p>
            <a:pPr lvl="1"/>
            <a:r>
              <a:rPr lang="en-US" dirty="0" err="1"/>
              <a:t>depthLimit</a:t>
            </a:r>
            <a:r>
              <a:rPr lang="en-US" dirty="0"/>
              <a:t> = 2 × log(N)</a:t>
            </a:r>
          </a:p>
          <a:p>
            <a:r>
              <a:rPr lang="en-US" dirty="0"/>
              <a:t>If subarray size is small → Use </a:t>
            </a:r>
            <a:r>
              <a:rPr lang="en-US" b="1" dirty="0"/>
              <a:t>Insertion Sort</a:t>
            </a:r>
          </a:p>
          <a:p>
            <a:r>
              <a:rPr lang="en-US" dirty="0"/>
              <a:t>Why Not Use </a:t>
            </a:r>
            <a:r>
              <a:rPr lang="en-US" dirty="0" err="1"/>
              <a:t>Mergesort</a:t>
            </a:r>
            <a:r>
              <a:rPr lang="en-US" dirty="0"/>
              <a:t> in </a:t>
            </a:r>
            <a:r>
              <a:rPr lang="en-US" dirty="0" err="1"/>
              <a:t>Introsort</a:t>
            </a:r>
            <a:r>
              <a:rPr lang="en-US" dirty="0"/>
              <a:t>? → requires extra memory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16A9AB-75F2-6A18-E6E4-D6359E511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03824"/>
              </p:ext>
            </p:extLst>
          </p:nvPr>
        </p:nvGraphicFramePr>
        <p:xfrm>
          <a:off x="1276815" y="4664075"/>
          <a:ext cx="7648745" cy="1828800"/>
        </p:xfrm>
        <a:graphic>
          <a:graphicData uri="http://schemas.openxmlformats.org/drawingml/2006/table">
            <a:tbl>
              <a:tblPr/>
              <a:tblGrid>
                <a:gridCol w="1498918">
                  <a:extLst>
                    <a:ext uri="{9D8B030D-6E8A-4147-A177-3AD203B41FA5}">
                      <a16:colId xmlns:a16="http://schemas.microsoft.com/office/drawing/2014/main" val="999325087"/>
                    </a:ext>
                  </a:extLst>
                </a:gridCol>
                <a:gridCol w="2531936">
                  <a:extLst>
                    <a:ext uri="{9D8B030D-6E8A-4147-A177-3AD203B41FA5}">
                      <a16:colId xmlns:a16="http://schemas.microsoft.com/office/drawing/2014/main" val="2528676403"/>
                    </a:ext>
                  </a:extLst>
                </a:gridCol>
                <a:gridCol w="1159193">
                  <a:extLst>
                    <a:ext uri="{9D8B030D-6E8A-4147-A177-3AD203B41FA5}">
                      <a16:colId xmlns:a16="http://schemas.microsoft.com/office/drawing/2014/main" val="1467135615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763800805"/>
                    </a:ext>
                  </a:extLst>
                </a:gridCol>
                <a:gridCol w="1648374">
                  <a:extLst>
                    <a:ext uri="{9D8B030D-6E8A-4147-A177-3AD203B41FA5}">
                      <a16:colId xmlns:a16="http://schemas.microsoft.com/office/drawing/2014/main" val="82206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 Complexity (Worst)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 (ms)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In-place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95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Insertion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543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Quicksort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2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Heapsort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68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Introsort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Lowest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78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025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FB62-02C7-CBC1-A2AC-0E3E22A4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Counting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3952-4B3C-F4D9-8E9B-905C71C3F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pPr algn="just" fontAlgn="base"/>
            <a:r>
              <a:rPr lang="en-US" dirty="0"/>
              <a:t>Non-comparison-based sorting algorithm </a:t>
            </a:r>
          </a:p>
          <a:p>
            <a:pPr algn="just" fontAlgn="base"/>
            <a:r>
              <a:rPr lang="en-US" dirty="0"/>
              <a:t>Efficient when the input range is small compared to the number of elements.</a:t>
            </a:r>
          </a:p>
          <a:p>
            <a:pPr algn="just" fontAlgn="base"/>
            <a:r>
              <a:rPr lang="en-US" dirty="0"/>
              <a:t>Basic idea: Count the frequency of each distinct element in the input array.</a:t>
            </a:r>
          </a:p>
          <a:p>
            <a:pPr algn="just" fontAlgn="base"/>
            <a:r>
              <a:rPr lang="en-US" dirty="0"/>
              <a:t>Use the frequency information to determine the correct sorted positions of elements.</a:t>
            </a:r>
          </a:p>
          <a:p>
            <a:pPr algn="just" fontAlgn="base"/>
            <a:r>
              <a:rPr lang="en-US" dirty="0"/>
              <a:t>Works well when the range of input values is small and comparable to array size.</a:t>
            </a:r>
          </a:p>
          <a:p>
            <a:pPr lvl="1" algn="just" fontAlgn="base"/>
            <a:r>
              <a:rPr lang="en-US" dirty="0"/>
              <a:t>Example: For input [1, 4, 0, 2, 1, 1]</a:t>
            </a:r>
          </a:p>
          <a:p>
            <a:pPr lvl="1" algn="just" fontAlgn="base"/>
            <a:r>
              <a:rPr lang="en-US" dirty="0"/>
              <a:t>Array size = 6</a:t>
            </a:r>
          </a:p>
          <a:p>
            <a:pPr lvl="1" algn="just" fontAlgn="base"/>
            <a:r>
              <a:rPr lang="en-US" dirty="0"/>
              <a:t>Range of elements = 0 to 4</a:t>
            </a:r>
          </a:p>
          <a:p>
            <a:pPr algn="just" fontAlgn="base"/>
            <a:r>
              <a:rPr lang="en-US" dirty="0"/>
              <a:t>If the range of input values is much larger than 𝑛log𝑛, where n is array size, It is usually better NOT to use Counting sort. Instead prefer Merge sort or so.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5907D-B039-EBE5-767E-792C9CD3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942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F92BB-A702-B79B-7109-0464F0A3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Counting Sort -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A408E-6AF2-95B9-E117-973A83C9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0" y="1473200"/>
            <a:ext cx="5842000" cy="5161279"/>
          </a:xfrm>
        </p:spPr>
        <p:txBody>
          <a:bodyPr>
            <a:normAutofit/>
          </a:bodyPr>
          <a:lstStyle/>
          <a:p>
            <a:pPr fontAlgn="base"/>
            <a:r>
              <a:rPr lang="en-US" sz="2000" b="1" dirty="0"/>
              <a:t>Time Complexity: </a:t>
            </a:r>
            <a:r>
              <a:rPr lang="en-US" sz="2000" dirty="0"/>
              <a:t>O(N+M) in all cases, where N and M are the size of Input and Count Arrays</a:t>
            </a:r>
          </a:p>
          <a:p>
            <a:pPr fontAlgn="base"/>
            <a:r>
              <a:rPr lang="en-US" sz="2000" b="1" dirty="0"/>
              <a:t>Auxiliary Space: </a:t>
            </a:r>
            <a:r>
              <a:rPr lang="en-US" sz="2000" dirty="0"/>
              <a:t>O(N+M), where N and M are the space of Input and Count Arrays </a:t>
            </a:r>
          </a:p>
          <a:p>
            <a:pPr fontAlgn="base"/>
            <a:r>
              <a:rPr lang="en-US" sz="2000" b="1" dirty="0"/>
              <a:t>Advantages: </a:t>
            </a:r>
          </a:p>
          <a:p>
            <a:pPr lvl="1" fontAlgn="base"/>
            <a:r>
              <a:rPr lang="en-US" sz="2000" dirty="0"/>
              <a:t>Faster than Merge and Quicksort</a:t>
            </a:r>
          </a:p>
          <a:p>
            <a:pPr lvl="1" fontAlgn="base"/>
            <a:r>
              <a:rPr lang="en-US" sz="2000" dirty="0"/>
              <a:t>Stable</a:t>
            </a:r>
          </a:p>
          <a:p>
            <a:pPr fontAlgn="base"/>
            <a:r>
              <a:rPr lang="en-US" sz="2000" b="1" dirty="0"/>
              <a:t>Disadvantages:</a:t>
            </a:r>
          </a:p>
          <a:p>
            <a:pPr lvl="1" fontAlgn="base"/>
            <a:r>
              <a:rPr lang="en-US" sz="2000" dirty="0"/>
              <a:t>Cannot work for decimal values</a:t>
            </a:r>
          </a:p>
          <a:p>
            <a:pPr lvl="1" fontAlgn="base"/>
            <a:r>
              <a:rPr lang="en-US" sz="2000" dirty="0"/>
              <a:t>Inefficient if range is too large</a:t>
            </a:r>
          </a:p>
          <a:p>
            <a:pPr lvl="1" fontAlgn="base"/>
            <a:r>
              <a:rPr lang="en-US" sz="2000" dirty="0"/>
              <a:t>Not an in-place algorithm</a:t>
            </a:r>
          </a:p>
          <a:p>
            <a:pPr fontAlgn="base"/>
            <a:r>
              <a:rPr lang="en-US" sz="2000" b="1" dirty="0"/>
              <a:t>Applications:</a:t>
            </a:r>
          </a:p>
          <a:p>
            <a:pPr lvl="1" fontAlgn="base"/>
            <a:r>
              <a:rPr lang="en-US" sz="2000" dirty="0"/>
              <a:t>Sort students based on grades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BC894-E61A-49DA-962E-DF9B3D4B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A2D17-9958-2F17-4CF7-69DDCF8CFAD7}"/>
              </a:ext>
            </a:extLst>
          </p:cNvPr>
          <p:cNvSpPr txBox="1"/>
          <p:nvPr/>
        </p:nvSpPr>
        <p:spPr>
          <a:xfrm>
            <a:off x="711200" y="1595021"/>
            <a:ext cx="5166360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COUNTING-SORT(A, n)</a:t>
            </a:r>
          </a:p>
          <a:p>
            <a:r>
              <a:rPr lang="en-US" sz="2400" dirty="0"/>
              <a:t>1. k = maximum element in A</a:t>
            </a:r>
          </a:p>
          <a:p>
            <a:r>
              <a:rPr lang="en-US" sz="2400" dirty="0"/>
              <a:t>2. Create array C[0…k] and initialize to 0</a:t>
            </a:r>
          </a:p>
          <a:p>
            <a:r>
              <a:rPr lang="en-US" sz="2400" dirty="0"/>
              <a:t>3. for </a:t>
            </a:r>
            <a:r>
              <a:rPr lang="en-US" sz="2400" dirty="0" err="1"/>
              <a:t>i</a:t>
            </a:r>
            <a:r>
              <a:rPr lang="en-US" sz="2400" dirty="0"/>
              <a:t> = 0 to n-1</a:t>
            </a:r>
          </a:p>
          <a:p>
            <a:r>
              <a:rPr lang="en-US" sz="2400" dirty="0"/>
              <a:t>       C[A[</a:t>
            </a:r>
            <a:r>
              <a:rPr lang="en-US" sz="2400" dirty="0" err="1"/>
              <a:t>i</a:t>
            </a:r>
            <a:r>
              <a:rPr lang="en-US" sz="2400" dirty="0"/>
              <a:t>]] = C[A[</a:t>
            </a:r>
            <a:r>
              <a:rPr lang="en-US" sz="2400" dirty="0" err="1"/>
              <a:t>i</a:t>
            </a:r>
            <a:r>
              <a:rPr lang="en-US" sz="2400" dirty="0"/>
              <a:t>]] + 1</a:t>
            </a:r>
          </a:p>
          <a:p>
            <a:r>
              <a:rPr lang="en-US" sz="2400" dirty="0"/>
              <a:t>4. for </a:t>
            </a:r>
            <a:r>
              <a:rPr lang="en-US" sz="2400" dirty="0" err="1"/>
              <a:t>i</a:t>
            </a:r>
            <a:r>
              <a:rPr lang="en-US" sz="2400" dirty="0"/>
              <a:t> = 1 to k</a:t>
            </a:r>
          </a:p>
          <a:p>
            <a:r>
              <a:rPr lang="en-US" sz="2400" dirty="0"/>
              <a:t>       C[</a:t>
            </a:r>
            <a:r>
              <a:rPr lang="en-US" sz="2400" dirty="0" err="1"/>
              <a:t>i</a:t>
            </a:r>
            <a:r>
              <a:rPr lang="en-US" sz="2400" dirty="0"/>
              <a:t>] = C[</a:t>
            </a:r>
            <a:r>
              <a:rPr lang="en-US" sz="2400" dirty="0" err="1"/>
              <a:t>i</a:t>
            </a:r>
            <a:r>
              <a:rPr lang="en-US" sz="2400" dirty="0"/>
              <a:t>] + C[i-1]</a:t>
            </a:r>
          </a:p>
          <a:p>
            <a:r>
              <a:rPr lang="en-US" sz="2400" dirty="0"/>
              <a:t>5. Create array B[0…n-1]</a:t>
            </a:r>
          </a:p>
          <a:p>
            <a:r>
              <a:rPr lang="en-US" sz="2400" dirty="0"/>
              <a:t>6. for </a:t>
            </a:r>
            <a:r>
              <a:rPr lang="en-US" sz="2400" dirty="0" err="1"/>
              <a:t>i</a:t>
            </a:r>
            <a:r>
              <a:rPr lang="en-US" sz="2400" dirty="0"/>
              <a:t> = n-1 </a:t>
            </a:r>
            <a:r>
              <a:rPr lang="en-US" sz="2400" dirty="0" err="1"/>
              <a:t>downto</a:t>
            </a:r>
            <a:r>
              <a:rPr lang="en-US" sz="2400" dirty="0"/>
              <a:t> 0</a:t>
            </a:r>
          </a:p>
          <a:p>
            <a:r>
              <a:rPr lang="en-US" sz="2400" dirty="0"/>
              <a:t>       B[C[A[</a:t>
            </a:r>
            <a:r>
              <a:rPr lang="en-US" sz="2400" dirty="0" err="1"/>
              <a:t>i</a:t>
            </a:r>
            <a:r>
              <a:rPr lang="en-US" sz="2400" dirty="0"/>
              <a:t>]] - 1] = A[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r>
              <a:rPr lang="en-US" sz="2400" dirty="0"/>
              <a:t>       C[A[</a:t>
            </a:r>
            <a:r>
              <a:rPr lang="en-US" sz="2400" dirty="0" err="1"/>
              <a:t>i</a:t>
            </a:r>
            <a:r>
              <a:rPr lang="en-US" sz="2400" dirty="0"/>
              <a:t>]] = C[A[</a:t>
            </a:r>
            <a:r>
              <a:rPr lang="en-US" sz="2400" dirty="0" err="1"/>
              <a:t>i</a:t>
            </a:r>
            <a:r>
              <a:rPr lang="en-US" sz="2400" dirty="0"/>
              <a:t>]] - 1</a:t>
            </a:r>
          </a:p>
          <a:p>
            <a:r>
              <a:rPr lang="en-US" sz="2400" dirty="0"/>
              <a:t>7. return B</a:t>
            </a:r>
          </a:p>
        </p:txBody>
      </p:sp>
    </p:spTree>
    <p:extLst>
      <p:ext uri="{BB962C8B-B14F-4D97-AF65-F5344CB8AC3E}">
        <p14:creationId xmlns:p14="http://schemas.microsoft.com/office/powerpoint/2010/main" val="1585745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B9B1-3846-505A-45AA-13F7C6AD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Counting Sort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A162A-FDA1-7755-E318-45E75CA0D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counting sort to sort the numbers. Show the array clearly.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Sort 5, 0, 1, 5, 2, 1, 0, 2, 3, 0</a:t>
            </a:r>
          </a:p>
          <a:p>
            <a:r>
              <a:rPr lang="en-US" dirty="0"/>
              <a:t>Sort 4, 2, 2, 8, 3, 3,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76AE9-51E7-9ED6-2877-E501BF6A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933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B346-423F-4955-954B-BB49DF11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Bucket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F756-C9E8-49CF-B4A9-4D26CA30C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130, 413, 224, 106, 923, 456, 321, 003, 623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BBA42-99AC-418C-8A26-02C0E381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6022E2-32AD-4432-B583-F9F2BF7CBDA1}"/>
                  </a:ext>
                </a:extLst>
              </p14:cNvPr>
              <p14:cNvContentPartPr/>
              <p14:nvPr/>
            </p14:nvContentPartPr>
            <p14:xfrm>
              <a:off x="480960" y="269280"/>
              <a:ext cx="11460960" cy="6306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6022E2-32AD-4432-B583-F9F2BF7CBD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600" y="259920"/>
                <a:ext cx="11479680" cy="63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36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5EEF-2688-4FEE-BD84-EF03E0FA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Radix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14CE-8F6D-4A80-A903-BF27DCBCA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130, 413, 224, 106, 923, 456, 321, 003, 623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8A64F-AC66-4159-91A6-ECADBEB0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EA6D01-21D9-4C66-B499-E680752D57F6}"/>
                  </a:ext>
                </a:extLst>
              </p14:cNvPr>
              <p14:cNvContentPartPr/>
              <p14:nvPr/>
            </p14:nvContentPartPr>
            <p14:xfrm>
              <a:off x="254160" y="229320"/>
              <a:ext cx="11761920" cy="662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EA6D01-21D9-4C66-B499-E680752D57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800" y="219960"/>
                <a:ext cx="11780640" cy="66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7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4F94-D5F8-4FBA-8194-05A622F0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Sorting algorithms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FF980B-7E44-45EA-BF9C-A6B68A5CF9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533587"/>
              </p:ext>
            </p:extLst>
          </p:nvPr>
        </p:nvGraphicFramePr>
        <p:xfrm>
          <a:off x="581660" y="1412508"/>
          <a:ext cx="11028679" cy="4729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209">
                  <a:extLst>
                    <a:ext uri="{9D8B030D-6E8A-4147-A177-3AD203B41FA5}">
                      <a16:colId xmlns:a16="http://schemas.microsoft.com/office/drawing/2014/main" val="320837675"/>
                    </a:ext>
                  </a:extLst>
                </a:gridCol>
                <a:gridCol w="1405830">
                  <a:extLst>
                    <a:ext uri="{9D8B030D-6E8A-4147-A177-3AD203B41FA5}">
                      <a16:colId xmlns:a16="http://schemas.microsoft.com/office/drawing/2014/main" val="2419969843"/>
                    </a:ext>
                  </a:extLst>
                </a:gridCol>
                <a:gridCol w="1729170">
                  <a:extLst>
                    <a:ext uri="{9D8B030D-6E8A-4147-A177-3AD203B41FA5}">
                      <a16:colId xmlns:a16="http://schemas.microsoft.com/office/drawing/2014/main" val="4084863760"/>
                    </a:ext>
                  </a:extLst>
                </a:gridCol>
                <a:gridCol w="1588586">
                  <a:extLst>
                    <a:ext uri="{9D8B030D-6E8A-4147-A177-3AD203B41FA5}">
                      <a16:colId xmlns:a16="http://schemas.microsoft.com/office/drawing/2014/main" val="3430832057"/>
                    </a:ext>
                  </a:extLst>
                </a:gridCol>
                <a:gridCol w="2389908">
                  <a:extLst>
                    <a:ext uri="{9D8B030D-6E8A-4147-A177-3AD203B41FA5}">
                      <a16:colId xmlns:a16="http://schemas.microsoft.com/office/drawing/2014/main" val="358128422"/>
                    </a:ext>
                  </a:extLst>
                </a:gridCol>
                <a:gridCol w="899730">
                  <a:extLst>
                    <a:ext uri="{9D8B030D-6E8A-4147-A177-3AD203B41FA5}">
                      <a16:colId xmlns:a16="http://schemas.microsoft.com/office/drawing/2014/main" val="3922640568"/>
                    </a:ext>
                  </a:extLst>
                </a:gridCol>
                <a:gridCol w="1265246">
                  <a:extLst>
                    <a:ext uri="{9D8B030D-6E8A-4147-A177-3AD203B41FA5}">
                      <a16:colId xmlns:a16="http://schemas.microsoft.com/office/drawing/2014/main" val="3218241024"/>
                    </a:ext>
                  </a:extLst>
                </a:gridCol>
              </a:tblGrid>
              <a:tr h="351859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Algorithms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695162"/>
                  </a:ext>
                </a:extLst>
              </a:tr>
              <a:tr h="7037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 (</a:t>
                      </a:r>
                      <a:r>
                        <a:rPr lang="el-GR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Ω)</a:t>
                      </a:r>
                      <a:endParaRPr lang="el-GR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Case (</a:t>
                      </a:r>
                      <a:r>
                        <a:rPr lang="el-GR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θ)</a:t>
                      </a:r>
                      <a:endParaRPr lang="el-GR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 (O)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already sorted..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Inplace?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Stable?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5375670"/>
                  </a:ext>
                </a:extLst>
              </a:tr>
              <a:tr h="433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53737361"/>
                  </a:ext>
                </a:extLst>
              </a:tr>
              <a:tr h="359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(at times)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7477884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8811514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0779864"/>
                  </a:ext>
                </a:extLst>
              </a:tr>
              <a:tr h="433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5143653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nlogn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81109944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Bucket sort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83772579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Radix sort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n+k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n+k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n+k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the algorithm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5891636"/>
                  </a:ext>
                </a:extLst>
              </a:tr>
              <a:tr h="363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Counting sort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3747363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E7B57-1B1A-4CFB-84CD-33497F8E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20D8D-CD09-EB11-7F39-497D9D235A3F}"/>
              </a:ext>
            </a:extLst>
          </p:cNvPr>
          <p:cNvSpPr txBox="1"/>
          <p:nvPr/>
        </p:nvSpPr>
        <p:spPr>
          <a:xfrm>
            <a:off x="314960" y="6287889"/>
            <a:ext cx="1132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 – input size, k – buckets, d – maximum digit count in the input number, m – maximum number (range) in the array</a:t>
            </a:r>
          </a:p>
        </p:txBody>
      </p:sp>
    </p:spTree>
    <p:extLst>
      <p:ext uri="{BB962C8B-B14F-4D97-AF65-F5344CB8AC3E}">
        <p14:creationId xmlns:p14="http://schemas.microsoft.com/office/powerpoint/2010/main" val="1441342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CF90-6F62-4057-B804-C077874E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1237-0EBB-447B-BC5D-792D06096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530725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Comparison based sorting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Bubble sort 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Insertion sort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Selection sort</a:t>
            </a:r>
            <a:endParaRPr lang="en-US" b="1" dirty="0">
              <a:solidFill>
                <a:srgbClr val="40424E"/>
              </a:solidFill>
              <a:latin typeface="urw-din"/>
            </a:endParaRP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Merge sort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Heap sort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Quick sort</a:t>
            </a:r>
          </a:p>
          <a:p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Non-comparison based sorting</a:t>
            </a: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Radix sort </a:t>
            </a:r>
            <a:endParaRPr lang="en-US" b="1" dirty="0">
              <a:solidFill>
                <a:srgbClr val="40424E"/>
              </a:solidFill>
              <a:latin typeface="urw-din"/>
            </a:endParaRPr>
          </a:p>
          <a:p>
            <a:pPr lvl="1"/>
            <a:r>
              <a:rPr lang="en-US" b="1" i="0" dirty="0">
                <a:solidFill>
                  <a:srgbClr val="40424E"/>
                </a:solidFill>
                <a:effectLst/>
                <a:latin typeface="urw-din"/>
              </a:rPr>
              <a:t>Bucket sort 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Counting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2E2E-B3F5-4F71-91EF-17F17E72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B5EA-634C-4F83-82A2-9C28F1693361}" type="slidenum">
              <a:rPr lang="en-US" smtClean="0"/>
              <a:t>55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C6333A-CCAE-4758-A2FC-8FE8B973D01C}"/>
              </a:ext>
            </a:extLst>
          </p:cNvPr>
          <p:cNvSpPr txBox="1">
            <a:spLocks/>
          </p:cNvSpPr>
          <p:nvPr/>
        </p:nvSpPr>
        <p:spPr>
          <a:xfrm>
            <a:off x="6096000" y="173513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40424E"/>
                </a:solidFill>
                <a:latin typeface="urw-din"/>
              </a:rPr>
              <a:t>Internal sorting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Bubble sort 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Insertion sort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Selection sort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Heap sort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Quick sort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Radix sort 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Bucket sort 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Counting sort</a:t>
            </a:r>
          </a:p>
          <a:p>
            <a:r>
              <a:rPr lang="en-US" b="1" dirty="0">
                <a:solidFill>
                  <a:srgbClr val="40424E"/>
                </a:solidFill>
                <a:latin typeface="urw-din"/>
              </a:rPr>
              <a:t>External sorting</a:t>
            </a:r>
          </a:p>
          <a:p>
            <a:pPr lvl="1"/>
            <a:r>
              <a:rPr lang="en-US" b="1" dirty="0">
                <a:solidFill>
                  <a:srgbClr val="40424E"/>
                </a:solidFill>
                <a:latin typeface="urw-din"/>
              </a:rPr>
              <a:t>Merge sort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11A2B0-10B7-48CB-B228-248A1FDCBC88}"/>
                  </a:ext>
                </a:extLst>
              </p14:cNvPr>
              <p14:cNvContentPartPr/>
              <p14:nvPr/>
            </p14:nvContentPartPr>
            <p14:xfrm>
              <a:off x="1571400" y="3146400"/>
              <a:ext cx="4714560" cy="701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11A2B0-10B7-48CB-B228-248A1FDCBC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2040" y="3137040"/>
                <a:ext cx="4733280" cy="7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220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2506</Words>
  <Application>Microsoft Office PowerPoint</Application>
  <PresentationFormat>Widescreen</PresentationFormat>
  <Paragraphs>508</Paragraphs>
  <Slides>55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Calibri</vt:lpstr>
      <vt:lpstr>Calibri Light</vt:lpstr>
      <vt:lpstr>Comic Sans MS</vt:lpstr>
      <vt:lpstr>Consolas</vt:lpstr>
      <vt:lpstr>Monotype Corsiva</vt:lpstr>
      <vt:lpstr>noto sans</vt:lpstr>
      <vt:lpstr>SFMono-Regular</vt:lpstr>
      <vt:lpstr>Times New Roman</vt:lpstr>
      <vt:lpstr>urw-din</vt:lpstr>
      <vt:lpstr>Office Theme</vt:lpstr>
      <vt:lpstr>Sorting Algorithms</vt:lpstr>
      <vt:lpstr>Why Study Sorting Algorithms?</vt:lpstr>
      <vt:lpstr>Some Definitions</vt:lpstr>
      <vt:lpstr>Stability</vt:lpstr>
      <vt:lpstr>Bubble Sort</vt:lpstr>
      <vt:lpstr>Bubble Sort</vt:lpstr>
      <vt:lpstr>Bubble Sort</vt:lpstr>
      <vt:lpstr>PowerPoint Presentation</vt:lpstr>
      <vt:lpstr>Bubble Sort - Analysis</vt:lpstr>
      <vt:lpstr>Selection Sort</vt:lpstr>
      <vt:lpstr>PowerPoint Presentation</vt:lpstr>
      <vt:lpstr>Selection Sort</vt:lpstr>
      <vt:lpstr>Selection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Quick Sort</vt:lpstr>
      <vt:lpstr>Quick Sort</vt:lpstr>
      <vt:lpstr>Quick Sort</vt:lpstr>
      <vt:lpstr>Quick Sort</vt:lpstr>
      <vt:lpstr>Quick Sort</vt:lpstr>
      <vt:lpstr>QuickSelect</vt:lpstr>
      <vt:lpstr>QuickSelect Algorithm</vt:lpstr>
      <vt:lpstr>Merge Sort</vt:lpstr>
      <vt:lpstr>Merge Sort</vt:lpstr>
      <vt:lpstr>Merge Sort</vt:lpstr>
      <vt:lpstr>Merge Sort</vt:lpstr>
      <vt:lpstr>PowerPoint Presentation</vt:lpstr>
      <vt:lpstr>Merge Sort</vt:lpstr>
      <vt:lpstr>IntroSort or Introspective sort</vt:lpstr>
      <vt:lpstr>How does IntroSort work?</vt:lpstr>
      <vt:lpstr>Counting Sort</vt:lpstr>
      <vt:lpstr>Counting Sort - Algorithm</vt:lpstr>
      <vt:lpstr>Counting Sort - Example</vt:lpstr>
      <vt:lpstr>Bucket sort</vt:lpstr>
      <vt:lpstr>Radix sort</vt:lpstr>
      <vt:lpstr>Comparison of Sorting algorithms</vt:lpstr>
      <vt:lpstr>Categories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Algorithms</dc:title>
  <dc:creator>Supriya M</dc:creator>
  <cp:lastModifiedBy>Dr. Supriya M.</cp:lastModifiedBy>
  <cp:revision>146</cp:revision>
  <dcterms:created xsi:type="dcterms:W3CDTF">2021-02-02T15:57:16Z</dcterms:created>
  <dcterms:modified xsi:type="dcterms:W3CDTF">2026-03-02T06:43:42Z</dcterms:modified>
</cp:coreProperties>
</file>