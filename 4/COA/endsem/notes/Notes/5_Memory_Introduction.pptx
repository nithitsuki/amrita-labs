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1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1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42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82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7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10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89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5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00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21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31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3DC11-D4D3-4F7B-85A1-2E064330C0CE}" type="datetimeFigureOut">
              <a:rPr lang="en-IN" smtClean="0"/>
              <a:t>12-11-2020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9C306-50BF-48A4-BADF-51CF5BB42B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7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31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analogy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illustrates the key principles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locality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underlies both the way in which you did your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in the library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way that programs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operate.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locality states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programs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 relatively small portion of their address space at any instant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22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locality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locality: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stating that if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is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tend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soon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Ex: Loops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Spatial locality: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locality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data location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locations with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 to be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soon. Ex: Arrays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80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 of 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ierarchy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1" y="1442457"/>
            <a:ext cx="8397586" cy="493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SRAM: Static random access memory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transistors and require constant power flow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DRAM: Dynamic random access memory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capacitors.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hierarchy consists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levels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memory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 and sizes.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38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memories 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expensive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bit than the slower memories and thus are smaller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close to the processor and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slower, less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memory is below 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that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memories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as 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from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size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memories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time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increase.</a:t>
            </a:r>
          </a:p>
        </p:txBody>
      </p:sp>
    </p:spTree>
    <p:extLst>
      <p:ext uri="{BB962C8B-B14F-4D97-AF65-F5344CB8AC3E}">
        <p14:creationId xmlns:p14="http://schemas.microsoft.com/office/powerpoint/2010/main" val="140439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present the user with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much 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is available in the cheapest technology, while providing access 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offered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fastest memory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away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processor, the levels take progressively longer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hierarchy can consist of multiple levels, but data is copied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only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adjacent levels at a time, so we can focus our attention on just two levels.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48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8005" y="1316389"/>
            <a:ext cx="3935989" cy="35646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5225626"/>
            <a:ext cx="10515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pair of levels in the memory hierarchy can be thought of as having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lower level.</a:t>
            </a:r>
          </a:p>
        </p:txBody>
      </p:sp>
    </p:spTree>
    <p:extLst>
      <p:ext uri="{BB962C8B-B14F-4D97-AF65-F5344CB8AC3E}">
        <p14:creationId xmlns:p14="http://schemas.microsoft.com/office/powerpoint/2010/main" val="2718567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unit of information that can be either present or not present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two-level hierarchy is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requested by the processor appears in some block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upper level, 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hit.</a:t>
            </a:r>
          </a:p>
          <a:p>
            <a:pPr algn="just"/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not found in the upper level, the request is called a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level in the hierarchy is then accessed to retrieve the block containing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73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699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262"/>
            <a:ext cx="10515600" cy="4727574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fraction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memory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level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termed as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 rate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the performance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hierarchy.</a:t>
            </a:r>
          </a:p>
          <a:p>
            <a:pPr algn="just"/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fraction of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level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is termed as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 rate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required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hierarchy, including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needed to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hit or a miss.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001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4837"/>
            <a:ext cx="10515600" cy="4791508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time to replace a block in the upper level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block from the lower level, plus the time to deliver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block to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processor.</a:t>
            </a:r>
          </a:p>
          <a:p>
            <a:pPr marL="0" indent="0" algn="just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are critical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spend much of their time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necessarily a major factor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528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5016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Observations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locality.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more recently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closer to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processor.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advantage of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locality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blocks consisting of multiple contiguous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to upper levels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hierarchy.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516" y="3519055"/>
            <a:ext cx="5727260" cy="318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9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55037" cy="43513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four primary technologies used today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hierarchies.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SRAM Technology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tatic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processor (caches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SRAMs are simply integrated circuits that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arrays with (usually)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access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that can provide either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write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dirty="0" smtClean="0"/>
              <a:t>No need </a:t>
            </a:r>
            <a:r>
              <a:rPr lang="en-IN" dirty="0"/>
              <a:t>to </a:t>
            </a:r>
            <a:r>
              <a:rPr lang="en-IN" dirty="0" smtClean="0"/>
              <a:t>refresh.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783" y="2939708"/>
            <a:ext cx="4433454" cy="260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88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473" y="0"/>
            <a:ext cx="10827327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Technologies 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473" y="1325563"/>
            <a:ext cx="10827327" cy="50198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 smtClean="0"/>
              <a:t>2.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DRAM Technology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ynamic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</a:p>
          <a:p>
            <a:pPr lvl="1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implemented from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DRAM.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 is less costly per bit than SRAM,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substantially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in a cell is stored as a charge in a capacitor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refresh.</a:t>
            </a:r>
          </a:p>
          <a:p>
            <a:pPr lvl="1"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memory is a type of electrically erasable programmable read-only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(EEPROM).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nonvolatile memory is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Personal Mobile Devices.</a:t>
            </a:r>
          </a:p>
        </p:txBody>
      </p:sp>
    </p:spTree>
    <p:extLst>
      <p:ext uri="{BB962C8B-B14F-4D97-AF65-F5344CB8AC3E}">
        <p14:creationId xmlns:p14="http://schemas.microsoft.com/office/powerpoint/2010/main" val="1888306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Technologies Contd.,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/>
              <a:t>4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slowest level in the hierarchy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servers.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hard disk consists of a collection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platters.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platters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covered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magnetic recording material on both sides, similar to the material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cassette or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videotape.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Disk surface, tracks, sectors.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500" y="4003964"/>
            <a:ext cx="9267000" cy="196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3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43FEB5C221444880D7DBF4538A234" ma:contentTypeVersion="4" ma:contentTypeDescription="Create a new document." ma:contentTypeScope="" ma:versionID="f9278635f885b50443801e55704d5923">
  <xsd:schema xmlns:xsd="http://www.w3.org/2001/XMLSchema" xmlns:xs="http://www.w3.org/2001/XMLSchema" xmlns:p="http://schemas.microsoft.com/office/2006/metadata/properties" xmlns:ns2="08d7cdda-6996-4fae-af94-c53be16a0953" targetNamespace="http://schemas.microsoft.com/office/2006/metadata/properties" ma:root="true" ma:fieldsID="6333a04f46b1de33c84c409f2b85283a" ns2:_="">
    <xsd:import namespace="08d7cdda-6996-4fae-af94-c53be16a09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7cdda-6996-4fae-af94-c53be16a0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24AA91-09AD-4ED8-B0E1-69C020E93967}"/>
</file>

<file path=customXml/itemProps2.xml><?xml version="1.0" encoding="utf-8"?>
<ds:datastoreItem xmlns:ds="http://schemas.openxmlformats.org/officeDocument/2006/customXml" ds:itemID="{6CC3A768-B926-4195-B463-3F3C779BB7C6}"/>
</file>

<file path=customXml/itemProps3.xml><?xml version="1.0" encoding="utf-8"?>
<ds:datastoreItem xmlns:ds="http://schemas.openxmlformats.org/officeDocument/2006/customXml" ds:itemID="{63C5A633-E5B1-4F21-9F7A-65FE69204B09}"/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827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Memory Introduction</vt:lpstr>
      <vt:lpstr>Introduction</vt:lpstr>
      <vt:lpstr>Contd.,</vt:lpstr>
      <vt:lpstr>Basic Structure of Memory Hierarchy</vt:lpstr>
      <vt:lpstr>Contd.,</vt:lpstr>
      <vt:lpstr>Contd.,</vt:lpstr>
      <vt:lpstr>Contd.,</vt:lpstr>
      <vt:lpstr>Contd.,</vt:lpstr>
      <vt:lpstr>Definitions</vt:lpstr>
      <vt:lpstr>Definitions Contd.,</vt:lpstr>
      <vt:lpstr>Definitions Contd.,</vt:lpstr>
      <vt:lpstr>Important Observations</vt:lpstr>
      <vt:lpstr>Memory Technologies</vt:lpstr>
      <vt:lpstr>Memory Technologies Contd.,</vt:lpstr>
      <vt:lpstr>Memory Technologies Contd.,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Introduction</dc:title>
  <dc:creator>admin</dc:creator>
  <cp:lastModifiedBy>admin</cp:lastModifiedBy>
  <cp:revision>15</cp:revision>
  <dcterms:created xsi:type="dcterms:W3CDTF">2020-11-03T03:31:31Z</dcterms:created>
  <dcterms:modified xsi:type="dcterms:W3CDTF">2020-11-12T15:44:32Z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0x0101002F343FEB5C221444880D7DBF4538A234</vt:lpwstr>
  </property>
</Properties>
</file>