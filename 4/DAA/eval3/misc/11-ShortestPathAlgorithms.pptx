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7"/>
  </p:notesMasterIdLst>
  <p:sldIdLst>
    <p:sldId id="268" r:id="rId5"/>
    <p:sldId id="269" r:id="rId6"/>
    <p:sldId id="270" r:id="rId7"/>
    <p:sldId id="286" r:id="rId8"/>
    <p:sldId id="287" r:id="rId9"/>
    <p:sldId id="288" r:id="rId10"/>
    <p:sldId id="290" r:id="rId11"/>
    <p:sldId id="289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310" r:id="rId20"/>
    <p:sldId id="271" r:id="rId21"/>
    <p:sldId id="299" r:id="rId22"/>
    <p:sldId id="272" r:id="rId23"/>
    <p:sldId id="273" r:id="rId24"/>
    <p:sldId id="260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98" r:id="rId36"/>
    <p:sldId id="285" r:id="rId37"/>
    <p:sldId id="300" r:id="rId38"/>
    <p:sldId id="301" r:id="rId39"/>
    <p:sldId id="302" r:id="rId40"/>
    <p:sldId id="303" r:id="rId41"/>
    <p:sldId id="256" r:id="rId42"/>
    <p:sldId id="257" r:id="rId43"/>
    <p:sldId id="258" r:id="rId44"/>
    <p:sldId id="259" r:id="rId45"/>
    <p:sldId id="261" r:id="rId46"/>
    <p:sldId id="262" r:id="rId47"/>
    <p:sldId id="263" r:id="rId48"/>
    <p:sldId id="304" r:id="rId49"/>
    <p:sldId id="305" r:id="rId50"/>
    <p:sldId id="306" r:id="rId51"/>
    <p:sldId id="307" r:id="rId52"/>
    <p:sldId id="308" r:id="rId53"/>
    <p:sldId id="309" r:id="rId54"/>
    <p:sldId id="264" r:id="rId55"/>
    <p:sldId id="265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4-29T04:30:41.00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3180 3129 0,'0'0'16,"0"0"-16,0 0 15,0 0 1,0 0-16,0 0 15,0 0 1,0 0-16,0 9 16,0 0-1,0 1-15,0 8 16,9 10-16,1-1 16,9 1-1,-1 9-15,11 18 16,-10 1-1,9 8-15,0 1 16,0 0-16,10 8 16,-1 1-1,1 0-15,9 18 16,-9 1 0,-1-1-16,1-18 15,0 27 1,9 10-16,0-19 15,0 1-15,-10-19 16,1 9 0,0 0-16,-1-10 15,1-8 1,-10-10-16,0-8 16,-9-10-16,0-10 15,-10 1 1,1-10-16,-1 1 15,1-1 1,-1-8-16,-9-1 16,0 0-1,0-9-15,0 0 16,0 0-16,0 0 16,0 0-1,0 0-15,-9-9 16,-1-10-1,-9-8-15,-9-20 16,-19-26 0,0-10-16,0-1 15,-9 1-15,-1-9 16,10-9 0,0 8-16,-9 1 15,9 9 1,-10-9-16,1 9 15,9 0-15,-10-1 16,10 20 0,10-1-16,-1 1 15,10 8 1,-1 1-16,11 9 16,-1 9-1,0 0-15,10 9 16,-1 10-16,1 8 15,9 1 1,0 9-16,0 0 16,0 0-1,0 0-15,0 0 16,0 0-16,9 9 16,10 19-1,9 28-15,19 8 16,0 19-1,19 28-15,0 9 16,-10-9 0,10-1-16,-9 29 15,-1-10-15,1-27 16,-10-1 0,9 10-16,-9-10 15,0-27 1,-9 0-16,-1-18 15,-8 8-15,-1-8 16,-9-10 0,9 0-16,-9-9 15,0 0 1,-1-10-16,-8-8 16,-1-1-1,1-9-15,-1 10 16,-9-19-16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4-29T04:30:44.98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5090 5095 0,'0'0'0,"0"0"0,0 0 16,0 0 0,0 0-16,0 0 15,0 0-15,0 0 16,9 0 0,10 0-16,9 0 15,19 0 1,19 0-16,9 0 15,38-9 1,0-10-16,9 1 16,-9-1-16,10-9 15,-1 1 1,0-1-16,-9 10 16,9-10-1,1 9-15,8 1 16,1 0-16,9-1 15,-9 1 1,0-1-16,-1 10 16,-18 0-1,-9-1-15,-10 1 16,-10 0-16,-8 0 16,-1 0-1,-9 9-15,-10 0 16,1-10-1,-1 10-15,-9 0 16,0-9 0,-9 9-16,-10 0 15,0 0-15,-9 0 16,-10 0 0,1 0-16,-1 0 15,-9 0 1,0 0-16,0 0 15,0 0 1,0 0-16,0 0 16,0 0-16,0 0 15,0 0 1,0 0-16,-28 0 16,-28 9-1,-20 1-15,-37 8 16,1 0-16,-11-8 15,-8 8 1,-1 1-16,0 8 16,0-8-1,1-1-15,-1 10 16,19-10-16,-19-8 16,20-1-1,-1 9-15,19-8 16,9-1-1,10 0-15,9 0 16,0 0 0,19-9-16,9 0 15,1 0-15,8 0 16,11 0 0,-11 0-16,29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4-29T04:30:46.9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2973 2400 0,'0'0'0,"0"0"15,0 0 1,0 0-16,0 0 16,9 0-1,20 9-15,18 0 16,19 0-16,37 10 15,10-1 1,9-8-16,10-1 16,18-9-1,1-9-15,-19 9 16,9 0 0,-9-10-16,-20 1 15,11 9 1,-10-9-16,-1 9 15,-17 0-15,-1 0 16,9 0 0,1 0-16,-1 0 15,-9 0 1,-9-9-16,-10-1 16,0 1-16,-18 0 15,-10 9 1,-10 0-16,-8 0 15,-11 0 1,1 0-16,-9 0 16,-1 0-1,1 0-15,-1 0 16,-9 0-16,0 0 16,0 0-1,0 0-15,0 0 16,0 0-1,0 0-15,0 0 16,0 0-16,0 0 16,0 0-1,-9-9-15,-10-1 16,-10 1 0,-27 0-16,56 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4-29T04:30:50.5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6717 2086 0,'0'0'0,"0"0"0,0 0 15,0 0 1,10 0-16,8 0 16,11 0-16,8 0 15,10 0 1,0 0-16,19 0 15,0 0 1,-9 0-16,8-9 16,1-1-1,19-8-15,0 9 16,9 0-16,0-10 16,19 10-1,18-10-15,-18 1 16,19-1-1,18 1-15,-8 0 16,-1-10 0,19-9-16,-10 0 15,-18 9-15,-1 1 16,1-1 0,-10 0-16,1 1 15,-10 8 1,0 1-16,-19-1 15,-19 1-15,0-1 16,-18 10 0,-20 0-16,1 0 15,-10-1 1,-9 10-16,-10 0 16,1 0-16,-1 0 15,1 0 1,-10 0-16,0 0 15,0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4-29T04:30:56.684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3406 10734 0,'0'0'0,"0"0"15,0 0 1,0 0-16,0 0 15,0 0 1,0 0-16,0 0 16,0 0-16,0 0 15,-10 19 1,-8 17-16,-1 20 16,0 27-1,-9 18-15,0 1 16,9-19-16,-10 9 15,1 1 1,9-20-16,1-17 16,8-19-1,1-10-15,-1-8 16,10-10 0,0 0-16,0-9 15,0 0-15,0-9 16,0-28-1,10-27-15,9-29 16,9-36 0,9 9-16,1 9 15,0 19 1,-1 0-16,1-1 16,-10 20-16,-9 8 15,0 19 1,0 18-16,-10 0 15,0 10 1,1 0-16,-1 8 16,1 1-16,-1 0 15,10 9 1,0 0-16,9 9 16,0 10-1,10 8-15,-1 19 16,1 1-1,0 8-15,-1 10 16,-8-1-16,8 19 16,1 10-1,-10-20-15,0 1 16,0-9 0,-9-10-16,0 1 15,0-10 1,-10-9-16,1 0 15,-1-19-15,-9 0 16,0-8 0,0-1-16,0-9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4-29T04:30:56.99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3425 11242 0,'0'0'0,"0"0"16,0 0-16,0 0 16,9 0-1,29 0-15,46-10 16,48-8 0,28 0-16,9-10 15,57 0-15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4-29T04:26:43.24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5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1-04-29T04:27:34.052"/>
    </inkml:context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2456 2741 0,'0'0'0,"0"0"15,0 0-15,0 19 16,9 18 0,10 36-16,0 47 15,0 10 1,-10-20-16,0 1 16,-9-37-1,-9-9-15,0-29 16,-1-8-1,1-19-15,-1-9 16,-18-9-16,0-9 16,-10-38-1,1-27-15,8-46 16,20 0 0,9 9-16,9 9 15,1 10-15,9 27 16,-10 18-1,10 10-15,0 19 16,-1 8 0,11 1-16,-1 8 15,19 1-15,9 18 16,10 19 0,9 37-16,-9 18 15,0 9 1,-9 19-16,-10 0 15,-19-10 1,-9-27-16,0-19 16,-10-9-16,0-9 15,-9-18 1,0-10-16,0 0 16,0-9-1,-37-9-15,37 9 16,-414-111-1,414 111-15,-19 0 16,0-9-16,0 0 16,10 9-1,0-9-15,9 9 16,0 0 0,37-28-16,142-64 15,28-10-15</inkml:trace>
  <inkml:trace contextRef="#ctx0" brushRef="#br0" timeOffset="366.57">5965 1855 0,'0'0'0,"0"0"16,0 9-16,0 19 15,9 37 1,10 64-16,0 37 15,-1 9 1,1 28-16,0-27 16,0-10-1,-10-55-15,1-47 16,-10-64-16</inkml:trace>
  <inkml:trace contextRef="#ctx0" brushRef="#br0" timeOffset="936.54">5626 2280 0,'0'0'0,"0"0"16,0-10-16,9-8 15,10 0 1,9-10-16,48-18 15,46-10 1,57-17-16,-1 26 16,-8 20-16,-48 17 15,-47 20 1,-37-1-16,-10 9 16,-9 1-1,-10 18-15,-27 27 16,-20 29-16,-18-10 15,-1-9 1,10-19-16,19-18 16,9-9-1,10-10-15,-1-9 16,10-9-16,0 0 16,0 0-1,19 0-15,66 9 16,28-9-1,-38 0-15,-9 10 16,-29-1 0,-8 0-16,-11 0 15,-8 10-15,-1 18 16,-18 9 0,-10 9-16,-19 1 15,-18-1 1,-10 0-16,0-8 15,0-11-15,0 1 16,-28 10 0,94-47-16</inkml:trace>
  <inkml:trace contextRef="#ctx0" brushRef="#br0" timeOffset="1545.32">4563 5215 0,'0'0'0,"0"0"15,0 0 1,0 0-16,0 0 16,-9 0-16,-20 9 15,-8 19 1,-29 27-16,-9 19 15,-1 9 1,10 18-16,10 1 16,18-19-1,20-18-15,8-10 16,10-9-16,10-9 16,18-9-1,47-10-15,85-36 16,38-38-1,65-54-15,19-10 16,-65 37-16</inkml:trace>
  <inkml:trace contextRef="#ctx0" brushRef="#br0" timeOffset="5802.04">3688 2880 0,'0'0'0,"-9"0"0,-1 0 16,-9 0 0,1 0-16,-1 0 15,0 0 1,10 0-16,9 0 16,0 0-1,9 0-15,29 9 16,74-18-16,39-1 15,18-8 1,19-10-16,-18 1 16,9-10-1,-1 0-15,-8 0 16,8 0 0,-37 0-16,-28 19 15,-19-10-15,-37 19 16,-19-1-1,-10 1-15,-9 9 16,-19 0-16</inkml:trace>
  <inkml:trace contextRef="#ctx0" brushRef="#br0" timeOffset="6411.37">3951 1569 0,'0'0'0,"0"0"15,0 0 1,19-9-16,9-10 16,10 1-1,9-10-15,10 10 16,8-1-16,-8 10 16,-10 9-1,-9 9-15,-10 10 16,-9-1-1,-10 10-15,-18 18 16,-10 0 0,-9 0-16,9-9 15,9-9-15,1-10 16,9-8 0,0-10-16,0 0 15,19 0 1,37 0-16,19 0 15,-9 9 1,0 0-16,-19 10 16,-9 8-16,-10 19 15,-28 19 1,-28 27-16,-29 28 16,-8-27-1,-20-1-15,0-9 16,1-9-16,-11 9 15,95-83 1</inkml:trace>
  <inkml:trace contextRef="#ctx0" brushRef="#br0" timeOffset="6939.46">2964 3840 0,'0'0'15,"0"0"-15,0 0 16,0 0 0,0 0-16,9 9 15,10 9 1,9 28-16,10 19 15,9 9 1,9 18-16,1 19 16,9 18-1,-10-18-15,-9-19 16,0 0-16,0 10 16,-9-19-1,-10-9-15,0 0 16,-9-19-1,0 0-15,-10-18 16,1-9-16,-10-9 16,0-19-1</inkml:trace>
  <inkml:trace contextRef="#ctx0" brushRef="#br0" timeOffset="7284.52">2324 4707 0,'0'0'0,"0"0"16,0 0-16,9 19 15,10 27 1,9 28-16,10 9 16,9 0-1,10 9-15,-1 0 16,0-9-16,10-9 15,-66-74 1</inkml:trace>
  <inkml:trace contextRef="#ctx0" brushRef="#br0" timeOffset="10950.4">6482 3267 0,'0'0'0,"0"0"0,0 0 16,0 0-16,0 0 16,0 0-1,0 10-15,-9 8 16,-10 19 0,-28 46-16,-10 28 15,-9-1 1,-18 1-16,-10 28 15,9-10-15,0-9 16,1 0 0,-20 18-16,20-27 15,8-19 1,10-9-16,10-9 16,0 0-16,9-9 15,9-19 1,10-9-16,9-10 15,0-8 1,10-1-16,9-8 16,0 8-1,0-18-15</inkml:trace>
  <inkml:trace contextRef="#ctx0" brushRef="#br0" timeOffset="13383.43">4920 3904 0,'0'0'0,"0"0"16,0 0-1,0 0-15,0 0 16,10 0-16,9-9 15,18 0 1,39-19-16,18-9 16,-10 0-1,-18 9-15,-9 1 16,-10 8-16,-10 10 16,-9 0-1,-9 9-15,-9 0 16,-1 0-1,-9 0-15,0 9 16,0 19 0,0 18-16,-9 37 15,-1 9-15,1 1 16,-1-1 0,10 0-16,0-18 15,0-74 1</inkml:trace>
  <inkml:trace contextRef="#ctx0" brushRef="#br0" timeOffset="16624.03">10160 1052 0,'0'0'0,"0"0"16,0 0-16,0 0 15,0 0 1,0 0-16,0 0 15,0 9 1,0 19-16,-9 27 16,-10 38-16,0 8 15,0 1 1,1-1-16,-1-8 16,9-20-1,10-8-15,10-19 16,9-9-1,28 9-15,9-18 16,19-10-16,10-8 16,-10-10-1,-9-10-15,-9 1 16,-20-9 0,-9-1-16,-9-8 15,-19 27-15</inkml:trace>
  <inkml:trace contextRef="#ctx0" brushRef="#br0" timeOffset="16888.5">10151 1588 0,'0'0'16,"0"0"-16,0 0 15,0 0 1,0 0-16,9-10 15,10 1 1,9 0-16,19 0 16,10-1-16,9-8 15,0-1 1,9-8-16,-19-1 16,-18 10-1,-19-1-15,-10 10 16,-9 9-1</inkml:trace>
  <inkml:trace contextRef="#ctx0" brushRef="#br0" timeOffset="17061.39">10254 1255 0,'0'0'0,"0"0"16,0 0 0,0 0-16,0 0 15,0 0-15,0 0 16,10-9-1,37-19-15,47-9 16,9-9 0,-103 46-16</inkml:trace>
  <inkml:trace contextRef="#ctx0" brushRef="#br0" timeOffset="17826.48">7216 2307 0,'0'0'0,"0"0"15,0 0 1,0 0-16,0 0 15,0 0-15,0 0 16,0 0 0,0 0-16,9 0 15,10 10 1,28-10-16,38 0 16,28-19-1,0 1-15,37-19 16,1 0-16,-1 0 15,10 0 1,0-9-16,-10 9 16,20 0-1,-39 9-15,-8 1 16,8-1-16,-8 0 16,-20 1-1,-9 8-15,-9 1 16,-19 8-1,-19 1-15,-9 9 16,-10 0 0,0 0-16,-19 0 15,-9 0-15</inkml:trace>
  <inkml:trace contextRef="#ctx0" brushRef="#br0" timeOffset="19560.48">5626 5307 0,'0'0'0,"0"0"16,0 0 0,0 0-16</inkml:trace>
  <inkml:trace contextRef="#ctx0" brushRef="#br0" timeOffset="20216.3">5617 5344 0,'0'0'16,"0"0"-16,0 0 16,0 0-1,9 9-15,0 0 16,10 1 0,19-1-16,18 0 15,20 10 1,27-1-16,29-9 15,9-9-15,28-9 16,29 0 0,-1-19-16,48-18 15,-1-9 1,-8 8-16,18-8 16,-38 9-1,-28 0-15,-37 9 16,-38 18-16,-29 1 15,-27 9 1,-10 9-16,-10 0 16,-8 0-1,-1 0-15,-28 0 16</inkml:trace>
  <inkml:trace contextRef="#ctx0" brushRef="#br0" timeOffset="20513.32">8947 4633 0,'0'0'16,"0"0"-16,0 0 15,9 10-15,10 26 16,0 38 0,9 28-16,-9-10 15,0 0 1,-10 10-16,0-28 16,1-19-1,-10-27-15,0-28 16,0 0-16</inkml:trace>
  <inkml:trace contextRef="#ctx0" brushRef="#br0" timeOffset="20933.66">8872 4652 0,'0'0'0,"0"0"15,0 0-15,0 0 16,0 0-1,0 0-15,9-9 16,19-10-16,38-9 16,19 1-1,9 8-15,-19 10 16,0 18 0,-18 0-16,-10 10 15,-10 9 1,-8 9-16,-11 9 15,-8 18-15,-20 19 16,-27 10 0,-10-1-16,-29 9 15,1-8 1,0-10-16,9-19 16,0-8-16,19-29 15,10 1 1,8-9-16,1-10 15,9-9 1,1-9-16,18 9 16</inkml:trace>
  <inkml:trace contextRef="#ctx0" brushRef="#br0" timeOffset="25498.56">7103 2824 0,'0'0'0,"0"0"0,0 0 15,0 0-15,9 10 16,20 8 0,8 10-16,10 9 15,28 18-15,20 28 16,-1 0-1,9 9-15,-9 1 16,19 8 0,9 1-16,-18-10 15,-1-9-15,-9-9 16,0 9 0,-9 0-16,-19-18 15,0-1 1,-10-8-16,-9-10 15,-9-9 1,-10-10-16,0-8 16,-9-1-1,0-8-15,-10-1 16,1 0-16,-10-9 16,9 0-1,-9 0-15</inkml:trace>
  <inkml:trace contextRef="#ctx0" brushRef="#br0" timeOffset="37834.49">6698 5962 0,'0'0'16,"0"0"-1,0 0-15,0 0 16,0 0-1,0 0-15,0 0 16,0 0-16,0 0 16,0 0-1,0 0-15,0 0 16,0 0 0,0 0-16,0 0 15,0 0 1,10-9-16,-1 0 15,1 0-15,8-10 16,1 10 0,0 0-16,0 0 15,9-1 1,-9 10-16,0 0 16,0 10-16,-1-1 15,-8 18 1,-10 10-16,-10 19 15,-8 18 1,-11-1-16,-8-8 16,8-19-1,11-9-15,-1-9 16,9-10-16,1-9 16,9 1-1,0-10-15,38 0 16,56-19-1,37-27-15,20-19 16,-1 1-16,1-1 16,-19 10-1,-132 55-15</inkml:trace>
  <inkml:trace contextRef="#ctx0" brushRef="#br0" timeOffset="40167.58">8890 2907 0,'0'0'16,"0"0"-16,0 0 15,0 0 1,0 0-16,0 0 16,0 0-1,-9 10-15,-10 17 16,-19 10-16,-9 19 15,10 8 1,-1-8 0,10-10-16,19-19 15,-1 1-15,10-9 16,0-1 0,10 0-16,-1-8 15,10 8-15,9 1 16,0-1-1,0 1-15,1-1 16,-11 0 0,1 10-16,0 0 15,-19 18 1,0 0-16,-9 0 16,-20 0-16,1 1 15,-9-1 1,-1-19-16,10-8 15,-10-10 1,38-9-16</inkml:trace>
  <inkml:trace contextRef="#ctx0" brushRef="#br0" timeOffset="40354.51">8655 3166 0,'0'0'16,"0"0"-16,0 0 15,0 0 1,0 0-16,0 0 16,28-9-1,66-28-15,57-28 16,28-18 0,37-9-16</inkml:trace>
  <inkml:trace contextRef="#ctx0" brushRef="#br0" timeOffset="43937.52">7959 683 0,'0'0'0,"0"0"0,0 0 16,0 18 0,0 29-16,0 26 15,9 47 1,10-18-16,19 36 15,-1-18-15,20 0 16,9 0 0,-66-120-16</inkml:trace>
  <inkml:trace contextRef="#ctx0" brushRef="#br0" timeOffset="44616.59">10546 2067 0,'0'0'16,"0"0"-16,-9 10 15,-1-1 1,-9 28-16,-9 18 15,-9 28 1,-1 19-16,-9 36 16,0 28-1,-10-9-15,-8 19 16,-1-10-16,9-9 16,1 9-1,-10-19-15,0-17 16,0-1-1,0-18-15,19-28 16,10-28-16,9-9 16,9-18-1,9-10-15,10-8 16,0-10 0,19-28-16,-19 28 15</inkml:trace>
  <inkml:trace contextRef="#ctx0" brushRef="#br0" timeOffset="45117.96">10405 3166 0,'0'0'0,"0"0"16,9-9-16,10-1 16,9-8-1,10-1-15,9 1 16,9-10-1,-8 10-15,-1-1 16,-10 10-16,-9 0 16,-9 0-1,0-1-15,-10 10 16,1 0 0,-1 0-16,1 0 15,-1 0 1,0 0-16,1 0 15,-10 0-15,0 0 16,9 0 0,1 10-16,-1 27 15,10 73 1,9 93-16,10 148 16,-10-129-1</inkml:trace>
  <inkml:trace contextRef="#ctx1" brushRef="#br1">4463 16228 0</inkml:trace>
  <inkml:trace contextRef="#ctx1" brushRef="#br1" timeOffset="213.81">4463 16228 0</inkml:trace>
  <inkml:trace contextRef="#ctx1" brushRef="#br1" timeOffset="2701.33">4463 16228 0</inkml:trace>
  <inkml:trace contextRef="#ctx0" brushRef="#br1" timeOffset="54338.59">3124 8390 0,'0'0'0,"0"0"16,0 0-16,0 0 16,0 0-1,0 9-15,0 19 16,-10 18-16,1 9 16,-10 28-1,-9 19-15,0 9 16,-1-19-1,1 0-15,0-18 16,9-19 0,0-8-16,10-11 15,9-17-15,0-10 16,0 0 0,0-9-16,0 0 15,0 0 1,9-27-16,10-29 15,0-27-15,0-9 16,-1 18 0,1 0-16,0 10 15,-9 8 1,8 1-16,-8 18 16,-1 0-16,10 0 15,0 0 1,0-9-16,9 0 15,0 9 1,10 0-16,-1 9 16,-8 10-1,-1 9-15,9 9 16,1 9-16,9 19 16,-9 9-1,-1 18-15,10 19 16,-9 0-1,-10 18-15,0 0 16,-9-18 0,-9 0-16,-1-19 15,0-9-15,-9-46 16</inkml:trace>
  <inkml:trace contextRef="#ctx0" brushRef="#br1" timeOffset="54551.3">3067 8990 0,'0'0'16,"0"0"-16,0 0 15,28 0 1,48 0-16,102-19 15,29 1 1,10-10-16,18 0 16</inkml:trace>
  <inkml:trace contextRef="#ctx1" brushRef="#br1" timeOffset="4487.1">4022 8908 0</inkml:trace>
  <inkml:trace contextRef="#ctx1" brushRef="#br1" timeOffset="4700.21">4022 8908 0</inkml:trace>
  <inkml:trace contextRef="#ctx0" brushRef="#br1" timeOffset="58634.45">2728 1892 0,'0'0'0,"0"0"16,0 0-16,-9 0 16,0 0-16,-10 0 15,-19 9 1,1 1-16,-20 8 15,-18 19 1,0 9-16,-10 19 16,10 9-1,-10 18-15,19-28 16,10 10-16,-1 19 16,20 8-1,18-9-15,9-18 16,1 9-1,9 0-15,0 10 16,9-20-16,10 1 16,9 0-1,-9-18-15,10 8 16,8 1 0,1-1-16,9-8 15,0-10-15,0-9 16,-9-10-1,18 1-15,0-9 16,-9-10 0,0 0-16,1 0 15,-1-9 1,-10 0-16,10 0 16,-9-9-16,-1 0 15,11-10 1,-1 1-16,-10-1 15,10-8 1,-9-1-16,9-9 16,-9 0-1,-1-9-15,1 0 16,-1-9-16,-8-1 16,8 1-1,-9-10-15,1 1 16,-10 8-1,-1-8-15,1-1 16,-9 0-16,-1 1 16,-9-1-1,0-9-15,-9 10 16,-1-1 0,1 10-16,-1-1 15,-8 1-15,-1 0 16,0 8-1,0 1-15,0 0 16,0 9 0,1 10-16,-11-1 15,-8 0 1,-20 1-16,-27 8 16,-76 1-16,-19 36 15,-56 10 1</inkml:trace>
  <inkml:trace contextRef="#ctx0" brushRef="#br1" timeOffset="61351.71">1496 1726 0,'0'0'15,"0"0"1,0 0-16,-9 0 16,-10 9-16,0 10 15,-9-1 1,0 10-16,-10 18 16,0 0-1,-9 19-15,0-1 16,19 1-16,0 9 15,18-10 1,10-8-16,0-1 16,19-9-1,0-9-15,9 0 16,10-9 0,9-1-16,0-8 15,0-10-15,0-9 16,0 0-1,10-9-15,-10-10 16,-10-8 0,-9 8-16,1-8 15,-1-1-15,-9 0 16,0 1 0,-10-10-16,0 9 15,-9-9 1,0 9-16,0 1 15,-9-1 1,0 0-16,-1-9 16,1 10-16,-10-10 15,0 9 1,0 0-16,0 1 16,1-1-1,-1 10-15,0-1 16,0 10-16,0 0 15,10 9 1,-10 0-16,0 0 16,-18 9-1,-20 28-15,-18 18 16,75-55 0</inkml:trace>
  <inkml:trace contextRef="#ctx0" brushRef="#br1" timeOffset="62651.46">6586 720 0,'0'0'16,"0"0"-16,0 0 16,0 0-1,0 0-15,0 0 16,0 0-16,0 0 15,0 9 1,-10 10-16,1 8 16,-1 19-1,-9 1-15,-9 8 16,-9 19 0,-10 0-16,-10 9 15,-18 9 1,-10 0-16,-9-9 15,9-18-15,10-19 16,-9-9 0,8-18-16,10-10 15,10-9 1,9 0-16,19-9 16,0-1-16,9 1 15,9 0 1,1-10-16,-1-8 15,10-10 1,10 0-16,-1 9 16,10 0-16,19-8 15,-1 8 1,1 9-16,9 1 16,0 9-1,10 9-15,8 9 16,11 0-1,8 10-15,1 8 16,-19 1-16,-10 0 16,10-1-1,-9 1-15,-1-9 16,10-1 0,0-9-16,9-9 15,38-9-15,37-37 16,-150 46-1</inkml:trace>
  <inkml:trace contextRef="#ctx0" brushRef="#br1" timeOffset="63584.68">11995 628 0,'0'0'0,"-10"0"15,-18 46-15,-19 9 16,-19 37 0,0 10-16,-18-1 15,-1-8 1,10-10-16,0-9 15,18-19 1,10-18-16,0-9 16,9-10-16,1-9 15,-1-9 1,10 0-16,9-9 16,0-9-1,0-1-15,1-8 16,8-1-1,10-9-15,0 0 16,10 0-16,18-9 16,19-19-1,19 10-15,-10 9 16,1 18 0,-1 10-16,1 8 15,-1 20-15,0 8 16,1 10-1,-1 18-15,10 0 16,0 9 0,9 1-16,-9-10 15,-9 0-15,-1-9 16,-9-18 0,-9-1-16,-1-9 15,10-9 1,-18 0-16,-1 0 15,0-9 1,0 0-16,-9 0 16,-10-1-16,1 1 15,-10 9 1</inkml:trace>
  <inkml:trace contextRef="#ctx0" brushRef="#br1" timeOffset="64334.58">10518 4855 0,'0'0'0,"0"0"16,0 0 0,0 18-16,-10 28 15,-18 37 1,-28 47-16,-10 8 16,-28-18-1,0 0-15,9-37 16,10-27-16,9-10 15,10-28 1,-1-9-16,10-9 16,9-9-1,10-9-15,0-10 16,9-18-16,10-19 16,18-9-1,19-9-15,19 10 16,0 8-1,10 10-15,-1 18 16,1 0 0,9 18-16,-10 10 15,1 18-15,-1 10 16,19 8 0,-9 10-16,9 19 15,10-1 1,9-9-16,0 0 15,0-9 1,19-9-16,19-10 16,-19 1-16,-19-19 15,-94 0 1</inkml:trace>
  <inkml:trace contextRef="#ctx0" brushRef="#br1" timeOffset="65185.01">4883 6433 0,'0'0'16,"0"0"-16,0 0 15,0 0 1,0 0-16,-10 19 15,-8 27 1,-20 28-16,-19 18 16,-8-9-1,-1-9-15,0-19 16,9 0-16,1-18 16,9-9-1,9-9-15,1-10 16,9-9-1,-1 0-15,10 0 16,1-9 0,-1-1-16,9 1 15,1 0-15,0-10 16,-1 1 0,10 9-16,0-1 15,0-8 1,10 9-16,8-10 15,11 1-15,18-1 16,9 1 0,1 9-16,8 9 15,1 9 1,-9 0-16,9 10 16,-10 8-1,10 10-15,0 0 16,-10 9-16,1-9 15,18 0 1,75-28-16,-150-9 16</inkml:trace>
  <inkml:trace contextRef="#ctx0" brushRef="#br1" timeOffset="75652.6">4403 6581 0,'0'0'0,"0"0"0,0 0 16,0 0 0,0 0-16,9 0 15,10 9 1,9 9-16,1 10 16,8 18-16,10 10 15,0-1 1,0-9-16,0 10 15,10 8 1,-1-8-16,1-1 16,-10-9-1,0 0-15,-10-9 16,-8-9-16,-1-10 16,0 1-1,-9-1-15,0 10 16,0 18-1,-19-46-15</inkml:trace>
  <inkml:trace contextRef="#ctx0" brushRef="#br1" timeOffset="76951.52">5588 7670 0,'0'0'15,"0"0"-15,0 0 16,0 0 0,0 0-16,0 0 15,0 0 1,0 0-16,0 0 15,0 0 1,0 9-16,0 10 16,0 8-16,0 10 15,0 0 1,0 18-16,10 10 16,-1 0-1,1-1-15,-1-8 16,0-1-1,-9-9-15,0-9 16,0 0-16,0-9 16,0-10-1,0-9-15,0-9 16,0 0 0,0 0-16,0 0 15,0 0-15,0-9 16,0-19-1,-9-8-15,9-11 16,-9-8 0,-1-10-16,1 10 15,-1 9-15,10 0 16,0 9 0,-9 0-16,9 9 15,0 1 1,0 8-16,0 10 15,0 0 1,0 9-16,0 0 16,0 0-16,0 0 15,0 0 1,0 0-16,0 9 16,0 19-1,9 18-15,1 28 16,-1-10-16,1 1 15,-1-1 1,0 1-16,1-19 16,-10-9-1,0-9-15,0-10 16,0-9 0,0 1-16,0-10 15,0 0-15,0 0 16,0 0-1,0-19-15,0-9 16,-10-8 0,1-20-16,9 56 15</inkml:trace>
  <inkml:trace contextRef="#ctx0" brushRef="#br1" timeOffset="78118.25">3632 8574 0,'0'0'0,"0"0"15,0 0-15,0 0 16,0 0 0,0 0-16,-10 0 15,-18 0-15,-47 19 16,-10 8-1,10 10-15,0 0 16,27 0 0,11-9-16,18-10 15,10-8 1,-1-1-16,10-9 16,0 0-16,28 0 15,29 0 1,18 0-16,0 0 15,-28 9 1,-9 0-16,-10 10 16,-9 36-1,-28 28-15,-29 37 16,-9 9-16,9-36 16,10-38-1,19-18-15,-1-9 16,10-10-1,0-9-15,0 1 16,0-10-16,0 0 16,0 9-1,0 0-15,-9 0 16,-19 28 0,-38 28-16,66-65 15</inkml:trace>
  <inkml:trace contextRef="#ctx0" brushRef="#br1" timeOffset="81335.55">5918 1015 0,'0'0'0,"0"0"0,9 0 16,10 28 0,18 18-16,29 19 15,28 9 1,0-1-16,19 1 16,-9 0-1,-20-19-15,-8 1 16,-1-10-16,-28-9 15,0 0 1,0 0-16,-19-19 16,1 1-1,-11-10-15,-18-9 16</inkml:trace>
  <inkml:trace contextRef="#ctx0" brushRef="#br1" timeOffset="81701.37">6059 941 0,'0'0'0,"0"0"16,9 0-16,19 10 15,19 17 1,10 19-16,9 19 16,0 0-1,18 27-15,1-9 16,-19-18-16,0-1 15,-10-8 1,-9-10-16,-9-18 16,-1-1-1,-37-27-15</inkml:trace>
  <inkml:trace contextRef="#ctx0" brushRef="#br1" timeOffset="82534.39">5127 314 0,'0'0'15,"0"0"1,0 0-16,0 0 15,0 0 1,0 0-16,0 0 16,0 0-1,0 0-15,19-19 16,19-18-16,18 19 16,-9-10-1,0 1-15,10 8 16,-10 19-1,0 0-15,-19 0 16,0 19-16,1-19 16,-20 27-1,0 29-15,-27 54 16,-11-8 0,-8-28-16,-10 0 15,28-47 1,0 1-16,0 9 15,10-28-15,-1 10 16,10-10 0,0 0-16,10 0 15,9 10 1,18-19-16,20 0 16,-1 0-16,1 9 15,-10 9 1,-10-18-16,1 19 15,-19 9 1,-1-19-16,-8 19 16,-1 8-1,-9-8-15,-19 18 16,-9-9-16,-28 19 16,-19-10-1,-10 0-15,-28 0 16,-19 0-1,-9-9-15,141-37 16</inkml:trace>
  <inkml:trace contextRef="#ctx1" brushRef="#br1" timeOffset="32734.86">5151 1341 0</inkml:trace>
  <inkml:trace contextRef="#ctx1" brushRef="#br1" timeOffset="33108.61">5151 1341 0</inkml:trace>
  <inkml:trace contextRef="#ctx1" brushRef="#br1" timeOffset="33674.18">5151 1341 0,'-18'-124'313</inkml:trace>
  <inkml:trace contextRef="#ctx0" brushRef="#br2" timeOffset="90984.75">3001 1846 0,'0'0'0,"0"0"0,0 0 16,0 0 0,0 0-16,0 0 15,0 0-15,-9 9 16,-1 10-1,-8 8-15,-11 10 16,-18 28 0,0 18-16,-9 37 15,-1-9 1,-27 18-16,-10 28 16,9-10-16,10-8 15,0 9 1,9-19-16,9-18 15,1-10 1,9 1-16,9-29 16,10-17-1,0-10-15,9-9 16,0 0-16,19-37 16</inkml:trace>
  <inkml:trace contextRef="#ctx0" brushRef="#br2" timeOffset="92286.65">2117 2335 0,'0'0'16,"0"0"-16,0 0 15,0-9 1,0 0-16,0-1 15,0 1-15,0 9 16,0 0 0,0 0-16,0 0 15,0 0 1,0 0-16,9 0 16,20 19-16,8 8 15,10 19 1,19 19-16,9 27 15,19 28 1,-9-18-16,9-1 16,-19-18-1,10 10-15,0-10 16,-10-19-16,-9-8 16,-10-19-1,1 0-15,-1 9 16,10 18-1,-66-64-15</inkml:trace>
  <inkml:trace contextRef="#ctx0" brushRef="#br2" timeOffset="99468.62">5428 4966 0,'0'0'0,"0"0"0,0 0 16,0 0-16,0 0 16,-9 0-1,-10-10-15,0 1 16,1 0-16,-11 0 16,-8-1-1,-1 1-15,-9-9 16,9 8-1,-9-8-15,0 9 16,0 0-16,-9-1 16,-10 1-1,-9 9-15,-1 0 16,11 9 0,-1 1-16,-9 8 15,-1 10-15,1 9 16,0 0-1,9-1-15,9 11 16,10-1 0,-9 9-16,0 1 15,-1-1 1,10 0-16,9 10 16,1-10-16,-1 1 15,10-1 1,0 0-16,9 1 15,0-1 1,10 1-16,9-10 16,0 0-1,0 0-15,9 0 16,0 0-16,1 0 16,9 10-1,0-1-15,-1-9 16,11 0-1,-1 1-15,0-10 16,0-1-16,0 1 16,10 0-1,9 0-15,-9-9 16,-1 9 0,10-9-16,0-1 15,0-8 1,-9-1-16,9 1 15,-9-10-15,-1 0 16,1-9 0,0 0-16,9-9 15,0 0 1,0-1-16,0 1 16,-10 0-1,1-10-15,-10 10 16,1-9-16,-1 9 15,0-10 1,0 1-16,10-10 16,-10 9-1,0 1-15,0-10 16,1 1-16,-1 8 16,0-9-1,0 1-15,10-10 16,9-9-1,-9 0-15,-1-1 16,1 1-16,0 0 16,-1 0-1,-9 0-15,1 0 16,-1 0 0,0-1-16,-9 10 15,0-9-15,0 9 16,-1-9-1,1 0-15,0 0 16,0 0 0,-10 0-16,1-1 15,-1 1 1,-9 0-16,0 9 16,0 0-16,0 0 15,-9 1 1,-1-1-16,1 0 15,-10 0 1,0 0-16,0 0 16,1 0-1,-1 9-15,0 1 16,-9-1-16,-10 0 16,0 1-1,-9-1-15,-9 9 16,-19 1-1,-1-1-15,1 10 16,-38 0-16,-37 18 16,-29 37-1,-28 37-15,-9 1 16</inkml:trace>
  <inkml:trace contextRef="#ctx1" brushRef="#br2" timeOffset="50949.42">8908 5345 0</inkml:trace>
  <inkml:trace contextRef="#ctx0" brushRef="#br2" timeOffset="132839.34">5617 7448 0,'0'0'0,"9"10"16,10 17 0,0 19-16,-1 19 15,1 9-15,-9 18 16,-1 10 0,-9-1-16,0-18 15,0 0 1,0 0-16,0-9 15,9-18-15,-9-19 16,0-10 0,0 1-16,0-10 15,0-8 1,0-10-16,0 0 16,0 0-1,-9-10-15,0-17 16,-10-19-16,0-19 15,0-46 1,-9-18-16,19 9 16,-1 0-1,1 9-15,-1 19 16,10 27 0,0 19-16,-9 18 15,0 10-15,9 0 16,0 8-1,0 10-15,0 0 16,0 0 0,-10 10-16,1 8 15,-1 28-15,10 19 16,10 9 0,-10 27-16,9 10 15,1-19 1,-1 0-16,-9-18 15,9-9 1,-9-10-16,0-9 16,0-9-16,0 0 15,10-18 1,-10-19-16</inkml:trace>
  <inkml:trace contextRef="#ctx0" brushRef="#br2" timeOffset="134235.68">10047 4864 0,'0'0'0,"0"0"0,0 0 16,10 9-1,9 19-15,9 0 16,10 9 0,-1-1-16,10 1 15,0 10 1,0-1-16,0 9 16,10 10-1,-1-1-15,1-8 16,-1-1-16,10-9 15,-10 0 1,1-9-16,-1 9 16,-9-9-1,0-9-15,-9 0 16,0-1-16,9 1 16,-47-28-1</inkml:trace>
  <inkml:trace contextRef="#ctx0" brushRef="#br2" timeOffset="135373.22">9558 6396 0,'0'0'0,"0"0"16,0 0-1,10-9-15,8-10 16,20-8 0,19-10-16,18 0 15,-9 9 1,18 1-16,1 8 15,-19 10-15,-10 9 16,-9 0 0,-18 9-16,-1 19 15,-9 9 1,-10 18-16,-18 19 16,-20 27-16,-18 1 15,10-19 1,-1-18-16,0-19 15,20-19 1,-1 1-16,9-9 16,1-10-16,0 0 15,9-9 1,0 0-16,0 0 16,0 0-1,0 0-15,9 0 16,10-9-1,18-10-15,20-8 16,-1 8-16,-9 1 16,-9 9-1,0-1-15,-10 10 16,0 0 0,0 0-16,-9 0 15,0 10-15,0-1 16,0 0-1,-1 0-15,1 10 16,-9-1 0,-1 10-16,-9 9 15,0 0 1,-9 9-16,-10 0 16,-9 0-16,-10 10 15,-9-10 1,-10 0-16,1-9 15,-19 0 1,-1 0-16,1-10 16,-19 10-1,9-18-15,-9-1 16,10-9-16,-1 1 16,-28-10-1,113 0-15</inkml:trace>
  <inkml:trace contextRef="#ctx0" brushRef="#br2" timeOffset="146236.71">5174 4495 0,'0'0'0,"0"0"15,0 0-15,-9 9 16,0 19 0,-10 9-16,-9 9 15,-10 18 1,-9 29-16,-10 8 15,1 1 1,0 18-16,-20 37 16,1-10-16,9 1 15,-9 27 1,9-27-16,0 18 16,0 0-16,19-55 15,0 18 1,0-9-16,10-18 15,8-28 1,1-1-16,9-17 16,10-10-1,0-18-15,-1-10 16,10-9-16,0-9 16,0 0-1</inkml:trace>
  <inkml:trace contextRef="#ctx0" brushRef="#br2" timeOffset="146839.24">3688 5242 0,'0'0'16,"0"0"-1,9 0-15,10 10 16,9 8-16,20 28 16,8 10-1,0 8-15,10 10 16,10 18-1,8 10-15,10-1 16,10-17-16,9-11 16,-10-8-1,10 0-15,0-10 16,0 0 0,-19-9-16,0 1 15,-19-10 1,-9-1-16,-19-8 15,-9-9-15,-10-1 16,-9-9 0,0 1-16,-10-10 15,0 0 1,-9 0-16</inkml:trace>
  <inkml:trace contextRef="#ctx0" brushRef="#br2" timeOffset="154286.43">18016 2215 0,'0'0'0,"0"37"0,0 65 16,0 27-16,9 37 15,-9-18 1,0 18-16,-9-9 16,-1-28-1,10-18-15,0-38 16,10-26-1,-10-47-15</inkml:trace>
  <inkml:trace contextRef="#ctx0" brushRef="#br2" timeOffset="154799.81">17903 2907 0,'0'0'0,"-10"-18"15,1-1-15,-1-8 16,1-10-1,0 0-15,9-9 16,18-10 0,20 10-16,0 9 15,-1 10-15,-8 8 16,8 10 0,1 9-16,-1 9 15,-8 0 1,8 10-16,-9-1 15,-9 10-15,0 0 16,-19 9 0,-9 18-16,-20 0 15,1 1 1,9-10-16,1-9 16,8-10-1,10-8-15,10-1 16,8 10-16,29 0 15,29 9 1,18 0-16,28 18 16,-28-18-1,-37-9-15,-29-1 16,-9 1 0,-19 9-16,-29 9 15,-27 19-15,-19-1 16,-19-8-1,9-29-15,19-8 16,66-19 0</inkml:trace>
  <inkml:trace contextRef="#ctx0" brushRef="#br2" timeOffset="155020.79">19154 3461 0,'0'0'16,"-10"9"-16,-18 19 15,-19 37 1,-19 27-16,0 37 16,19-9-1,19-9-15,19-10 16,9-101-16</inkml:trace>
  <inkml:trace contextRef="#ctx0" brushRef="#br2" timeOffset="155380.41">20631 2400 0,'0'0'0,"0"0"16,9 27 0,1 20-16,8 45 15,-8 19 1,-10 27-16,0 0 15,-10-8 1,1-29-16,0-18 16,9-18-16,0-28 15,0-9 1,0-10-16,0-18 16,0 0-1,-19-28-15,19 28 16</inkml:trace>
  <inkml:trace contextRef="#ctx0" brushRef="#br2" timeOffset="155892.34">20358 2658 0,'0'0'16,"-19"-18"-1,-9-10-15,0 0 16,9 10-16,9-1 16,1 1-1,9 9-15,9-1 16,39-17-1,55-1-15,66 0 16,57 10 0,-85 9-16,-47-1 15,-28 10-15,-19 0 16,-9 10 0,-10-1-16,0 9 15,-9 10 1,0 27-16,-10 19 15,-18 19 1,-10-1-16,-19 9 16,-18 19-16,-29 0 15,-9-18 1,-9-19-16,-10 0 16,-9-9-1,18-28-15,29-9 16,9-19-16,19-8 15,9-1 1,10-9-16,9 0 16,10 0-1,-1 0-15,10 0 16,0 0 0,0 0-16,-9 0 15,0 0-15,-10 0 16,19 0-1</inkml:trace>
  <inkml:trace contextRef="#ctx0" brushRef="#br2" timeOffset="156858.51">17959 4698 0,'0'0'0,"0"0"15,9-9-15,1-1 16,9-8 0,0 0-16,18-10 15,20-9 1,18 9-16,-19 10 16,-18 9-16,0 9 15,-10 0 1,-9 9-16,-10 0 15,0 9 1,-9 1-16,0 18 16,-9 0-1,-19 18-15,-10 0 16,1 1-16,8-10 16,10-18-1,1-1-15,8-17 16,10-10-1,0 0-15,10 9 16,18-9-16,28 0 16,20 0-1,27 0-15,10 9 16,-28 0 0,-29 1-16,-18 8 15,-10 0 1,-19 10-16,-27 9 15,-39 37-15,-37 9 16,-28 0 0,-1-18-16,48-28 15,19-19 1,18-18-16,19-18 16,19 18-16</inkml:trace>
  <inkml:trace contextRef="#ctx0" brushRef="#br2" timeOffset="157653.51">20320 4255 0,'0'0'0,"10"0"15,27 9-15,39 19 16,27 9-16,10 9 16,9 9-1,1 10-15,-39-10 16,-37-9 0,-18-9-16,-11 9 15,-27 1-15,-19 8 16,-29 10-1,-9-10-15,1-9 16,18-18 0,-1-1-16,20-8 15,9-10 1,10 0-16,0 1 16,9-10-16,0 0 15,0 0 1,0 0-16,0 0 15,0 0 1,0 0-16,-10 0 16,1 0-16,-10 9 15,0 0 1,0-9-16,1 0 16,-1 0-1,9 0-15,1 0 16,9 0-1,0 0-15,0 0 16,9 0-16,10 0 16,19 0-1,18-9-15,1 9 16,9 0 0,-10 0-16,-18 9 15,-10 0 1,-9 1-16,-1-1 15,-8 9-15,-1 10 16,-18 9 0,-10 18-16,-19 19 15,-18 0 1,-29-10-16,-28 10 16,-28-9-16,-9-19 15,-20-18 1,-18-37-16,-47-10 15</inkml:trace>
  <inkml:trace contextRef="#ctx0" brushRef="#br2" timeOffset="157953.31">22014 4726 0,'0'0'16,"0"0"-16,0 0 15,0 0 1,9 0-16,57-19 15,254-156-15,197-158 16,-122 75 0,-65-28-16,-180 147 15</inkml:trace>
  <inkml:trace contextRef="#ctx0" brushRef="#br2" timeOffset="159925.71">19050 4356 0,'0'0'0,"-9"-9"16,0 0-16,-1 0 15,1-10 1,-10 1-16,-19-10 16,-9 0-1,-19 1-15,-9-1 16,-10 10-16,-9 8 15,0 10 1,-19 10-16,10 8 16,-1 10-1,-8 18-15,-11 9 16,20 10-16,9 18 16,18-9-1,11 9-15,8 0 16,10 18-1,19-18-15,9-9 16,10 9 0,18 0-16,10-9 15,19 0 1,9-9-16,18-1 16,29-8-16,1-19 15,-1-10 1,0 1-16,9-19 15,-9-9 1,0-9-16,0-9 16,0-10-16,10-18 15,-1 0 1,-18-1-16,-10 1 16,-9-9-1,-19 9-15,0 0 16,-9-10-16,0-8 15,-10-1 1,-9 10-16,-10-10 16,0 0-1,-18 1-15,0-1 16,-10-9-16,-9 1 16,-1 8-1,-8 0-15,-20 10 16,-37-10-1,-38 1-15,-56 18 16,-37-19 0</inkml:trace>
  <inkml:trace contextRef="#ctx0" brushRef="#br2" timeOffset="163942.56">7122 1744 0,'0'0'0,"0"0"15,-10 0 1,1-9-16,0 0 16,-1 9-16,-9-9 15,0-1 1,1 1-16,-11 0 15,1 0 1,0 0-16,-10-1 16,1 1-1,-10 0-15,-10 9 16,-9 0-16,10 0 16,-10 0-1,10 0-15,-10 9 16,0 0-1,-9 1-15,-10-1 16,0 9 0,10 10-16,9 0 15,-9-1-15,9 10 16,10 0 0,-10 0-16,9 0 15,1 18 1,9-8-16,0 8 15,9 0-15,10 1 16,0-10 0,9 0-16,10-9 15,-1 9 1,1 0-16,-1 0 16,10 0-1,0 10-15,0-1 16,10-9-16,-1 1 15,-9-11 1,10 1-16,-1-9 16,0 9-1,1-9-15,-1-1 16,10 1 0,0 0-16,0 9 15,-1-10-15,11 10 16,-10-9-1,9 0-15,0-10 16,0 10 0,0-10-16,1 1 15,-1-1-15,0 1 16,-9-10 0,0 9-16,0-8 15,-1-1 1,1 0-16,9 0 15,1 0 1,-11 1-16,11-1 16,-1 0-16,9 0 15,1 1 1,0-10-16,-1 0 16,1 0-1,0 0-15,-1 0 16,1 0-16,9 0 15,9-10 1,-9 1-16,0 0 16,10-10-1,-1 1-15,1 0 16,-1-10 0,-9 9-16,0 1 15,-9-1-15,9-8 16,-9-1-1,-1 0-15,10 1 16,-9-1 0,0-9-16,-1 0 15,-9 0-15,1 0 16,-1 0 0,0 1-16,-9-1 15,0 0 1,-10 0-16,0 0 15,1 0 1,-1 0-16,1 0 16,-1 0-16,1 9 15,-1-8 1,-9-1-16,0-10 16,0 11-1,0-11-15,0 10 16,-9 1-16,-1-1 15,1 0 1,-1 9-16,1 0 16,-1 1-1,1-1-15,0 0 16,-1 1-16,-9-10 16,1 9-1,-11-9-15,-8 0 16,-10 0-1,-10 0-15,-18 0 16,-10 10 0,-56-1-16,141 28 15</inkml:trace>
  <inkml:trace contextRef="#ctx0" brushRef="#br2" timeOffset="173192.77">10659 572 0,'0'0'0,"0"0"16,0 0-1,0 0-15,9 0 16,10 9-16,0 10 16,-10-19-1,10 9-15,9 10 16,1 8-1,8 1-15,20 9 16,9 0 0,9 9-16,0 0 15,0 0-15,1 0 16,8 10 0,-8-1-16,8 1 15,-9-1 1,1 0-16,8 10 15,1-10 1,-10-9-16,-18-9 16,-1 0-16,1-9 15,-20-10 1,1 1-16,0-1 16,-10-8-1,-9-1-15,-1 0 16,-8 0-16,-1 1 15,1-1 1,-1-9-16,0 0 16,-9 0-1</inkml:trace>
  <inkml:trace contextRef="#ctx0" brushRef="#br2" timeOffset="173870.77">13171 831 0,'0'0'0,"0"0"16,0 0-16,0 0 15,0 0 1,0 0-16,-10 18 15,1 10 1,-19 18-16,-1 9 16,-8 1-1,-1 8-15,1 10 16,-1-18-16,0 8 16,10-18-1,0 0-15,9-9 16,10-9-1,-1-9-15,1-1 16,9-9-16,0-9 16,0 9-1,0-9-15,9 10 16,10-1 0,9 0-16,10-9 15,18 9-15,1-9 16,9 0-1,-1-9-15,1 0 16,0 0 0,-19 9-16,-9 0 15,-10 0 1,-9 0-16,0-10 16,0 1-16,-19 9 15</inkml:trace>
  <inkml:trace contextRef="#ctx0" brushRef="#br2" timeOffset="174242.43">13152 1034 0,'0'0'0,"0"0"16,0 0-16,0 0 16,9 18-1,1 10-15,-1 9 16,1 27 0,8 19-16,-8 10 15,9-1-15,-10 0 16,0 10-1,1-1-15,-10-8 16,9-19 0,1 9-16,-1 0 15,0-19 1,-9 1-16,0-19 16,10 9-16,-10-55 15</inkml:trace>
  <inkml:trace contextRef="#ctx0" brushRef="#br2" timeOffset="180915.65">10160 7984 0,'0'0'0,"0"0"0,0 0 16,0 0-1,0 0-15,0 0 16</inkml:trace>
  <inkml:trace contextRef="#ctx0" brushRef="#br2" timeOffset="192854.23">16049 7393 0,'0'0'0,"0"0"0,0 0 15,0 0-15,0 0 16,0 0-1,0 0-15,0 0 16,0 0 0,0 0-16,0 0 15,0 0-15,0 18 16,0 19 0,0 28-16,0 9 15,0 9 1,10 28-16,-10-1 15,0 1 1,-10-9-16,1-10 16,9 0-16,-9-27 15,9-19 1,0-28-16,0-18 16</inkml:trace>
  <inkml:trace contextRef="#ctx0" brushRef="#br2" timeOffset="193554.43">15795 7734 0,'0'0'0,"0"0"16,-9-9-1,9 0-15,0 9 16,-9-9-1,9 0-15,0-10 16,18-18 0,39-18-16,27-1 15,11 10 1,-11 9-16,-9 10 16,1 8-16,-29 10 15,-10 9 1,-8 0-16,-1 9 15,-9 10-15,-10 8 16,0 19 0,-18 10-16,-10 27 15,-9 0 1,-10 9-16,1-9 16,9-18-1,-1-10-15,11-18 16,8-9-16,10-10 15,10 1 1,-1-10-16,29 10 16,9-10-1,28 9-15,0-9 16,-18 1-16,-10 8 16,-10 1-1,-9-1-15,-9 10 16,0-1-1,-10 20-15,-9-1 16,-9 9 0,-29 1-16,-9 8 15,-9-9-15,-10-8 16,-9-10 0,9-10-16,10-8 15,-1-10 1,19 0-16,10-9 15,0 0 1,19 0-16,9 0 16</inkml:trace>
  <inkml:trace contextRef="#ctx0" brushRef="#br2" timeOffset="193906.29">17508 8657 0,'0'0'16,"0"0"-16,-10 10 16,1 8-1,-10 19-15,-9 9 16,-10 28 0,0 9-16,-9 0 15,-9 19 1,9-10-16,9-37 15,38-55-15</inkml:trace>
  <inkml:trace contextRef="#ctx0" brushRef="#br2" timeOffset="194719.81">15993 7227 0,'0'0'0,"0"0"16,9 9-16,10 19 16,19 46-1,18 46-15,-9 18 16,-9 19-16,-19 18 16,-10-27-1,-9 0-15,0-38 16,-9-27-1,9-27-15,0-28 16,0-10 0,0-18-16,0 0 15</inkml:trace>
  <inkml:trace contextRef="#ctx0" brushRef="#br2" timeOffset="195107.51">15682 7522 0,'0'0'16,"0"0"-16,0 0 15,0 0 1,19-9-16,47 0 16,103-10-1,29 10-15,28 9 16,-10 9-1,-46 19-15,-48 9 16,-19 9-16,-27 0 16,-20 10-1,-18 8-15,-20 28 16,-27 19-16,-29 9 16,-27 19-1,-39 18-15,-18-19 16,-10-9-1,-18-9-15,18-28 16,28-27 0,10-19-16,38-18 15,18-19-15,10-9 16,9-28 0,19 28-16</inkml:trace>
  <inkml:trace contextRef="#ctx0" brushRef="#br2" timeOffset="195604.54">15908 7458 0,'0'0'15,"-9"0"-15,-1 0 16,1 0-16,0 0 15,9 0 1,0 0-16,9 0 16,66-10-1,57 1-15,66 18 16,-20 10-16,-18 8 16,-47 10-1,-19 10-15,-28-1 16,-19 0-1,-9 9-15,-10 19 16,-19 18 0,-27 1-16,-30 17 15,-36 38-15,-29 0 16,-47-1 0,-9-17-16,-19-1 15,-1-18 1,39-38-16,18-26 15,38-10 1,28-19-16,19-9 16,19-9-16,9 0 15,10 0 1,9-27-16,0 27 16</inkml:trace>
  <inkml:trace contextRef="#ctx0" brushRef="#br2" timeOffset="196221.24">18486 7374 0,'0'0'16,"0"0"-16,0 10 16,-10 17-16,-8 38 15,-1 37 1,-9 8-1,-10 38-15,0 0 16,1-19-16,9 0 16,9-18-1,9-37-15,10-10 16,10-18-16,-1-9 16,19 0-1,19-9-15,19 0 16,9-10-1,20-18-15,-1 0 16,-19-9-16,-9 0 16,-19-1-1,0-8-15,-10-19 16,-37 37 0</inkml:trace>
  <inkml:trace contextRef="#ctx0" brushRef="#br2" timeOffset="196477.59">18222 8150 0,'0'0'0,"0"0"16,0 0-16,10 0 15,28-9 1,27-1-16,11 1 16,18-9-1,9 8-15,-9-8 16,-18-1-16,-76 19 16</inkml:trace>
  <inkml:trace contextRef="#ctx0" brushRef="#br2" timeOffset="197039.3">18382 7439 0,'0'0'0,"0"0"15,0 0 1,29-9-16,74-19 15,66 0-15,48-8 16,-29 8 0,-38 9-16,-55 10 15,-11-9 1,-37 9-16,-9 9 16,-10 0-16,-18 0 15,-1 0 1,0 0-16,1 0 15,-10 0 1,0 0-16,0 0 16,0 0-1,0 0-15,0 0 16,0 0-16,0 0 16,0 0-1,0 0-15,0 0 16,0 0-1,0 0-15,0 0 16,0 0-16,0 0 16,0 0-1,0 0-15,0 0 16,0 0 0,0 0-16,0 0 15,0 0 1,0 0-16,9 0 15,-9 0-15,0 0 16</inkml:trace>
  <inkml:trace contextRef="#ctx0" brushRef="#br2" timeOffset="198302.04">15965 10079 0,'0'0'0,"0"0"16,0 0-1,0 0-15,0 0 16,0-9-16,9-1 15,1-8 1,18-1-16,28-18 16,29 1-1,0 8-15,-10 9 16,-9 1 0,-10 9-16,-18 9 15,-1 0-15,-8 0 16,-11 0-1,1 9-15,-9 0 16,-1 0 0,-9 10-16,0 18 15,-19 9-15,-9 9 16,-10 1 0,-9-1-16,10-18 15,-10 0 1,9-9-16,10-10 15,0 1 1,9-10-16,9 0 16,10-9-16,0 0 15,0 0 1,19-9-16,38-10 16,27-8-1,10-1-15,-18 19 16,-1-1-1,0 20-15,-9-1 16,-10 9-16,-9 1 16,-9-1-1,-10 10-15,1 0 16,-11-1 0,-8 1-16,-1 9 15,-9 0-15,-19 9 16,-9 0-1,-19 0-15,-19 0 16,-28 10 0,-28-10-16,-10 0 15,38-18-15,9-10 16,10-8 0,9-1-16,19-9 15,10 0 1,8 0-16,11 0 15,18 0 1,0-9-16,0 9 16</inkml:trace>
  <inkml:trace contextRef="#ctx0" brushRef="#br2" timeOffset="199203.76">19126 9497 0,'0'0'16,"0"0"-16,0 0 16,0 0-1,0 0-15,0 0 16,0 10-16,-10 17 16,-9 10-1,-18 19-15,-1 17 16,0 1-1,1 0-15,-1-19 16,1 1 0,8-1-16,1-9 15,9-9-15,10-9 16,0-10 0,-1 1-16,10-10 15,0 0 1,0 1-16,10-1 15,8 0-15,11 0 16,8 0 0,10-9-16,10 0 15,9 10 1,9-1-16,0-9 16,-9 0-1,-10-9-15,-9 9 16,-9 0-1,-10-10-15,-9 10 16,-10 0-16,10-9 16,0-9-1,-19 18-15</inkml:trace>
  <inkml:trace contextRef="#ctx0" brushRef="#br2" timeOffset="199809.96">19323 9820 0,'0'0'0,"0"0"16,0 0-1,0 10-15,0 17 16,0 1 0,0 18-16,10 9 15,-10 19 1,0 0-16,0-9 15,0-1-15,0 1 16,0-10 0,0 1-16,0 8 15,0-18 1,0-9-16,0 0 16,0-9-1,0 0-15,0-10 16,0 1-16,0-10 15,0 0 1,0 0-16,0 1 16,0-1-1,0 0-15,0-9 16,0 9-16,0-9 16,0 0-1,0 0-15,0 9 16,0-9-1,0 0-15,0 0 16,0 0 0,0 0-16,0 0 15,0 0-15,0 0 16,0 0 0,0 0-16,0 0 15,0 0 1,0 0-16,0 0 15,0 0 1,0 0-16,-10 10 16,10-10-16</inkml:trace>
  <inkml:trace contextRef="#ctx0" brushRef="#br2" timeOffset="200509.46">15240 11519 0,'0'0'0,"0"0"16,0 0 0,0 0-16,19 9 15,9 19 1,10 8-16,9 1 16,19 10-16,-10-1 15,-9-9 1,0-10-16,-9 1 15,-10-10 1,0 1-16,-9-10 16,0 0-1,0-9-15,0 0 16,9-9-16,19-9 16,38-38-1,9-8-15,28-38 16,0-9-1,1-9-15,18 0 16,-28 10-16,0 8 16,-19 10-1,-10 18-15,-8 9 16,-20 10 0,0 0-16,-18 18 15,9-9 1,-47 46-16</inkml:trace>
  <inkml:trace contextRef="#ctx0" brushRef="#br2" timeOffset="204204.41">9925 4679 0,'0'0'0,"0"0"16,0 0 0,0 0-16,0 0 15,0 0 1,0 0-16,0 0 15,0 0-15,-9-9 16,-1 0 0,1 0-16,0 0 15,-10-10 1,0 1-16,-9-1 16,-1 1-16,-8-10 15,-10 0 1,0 1-16,0-1 15,-10 0 1,1 1-16,-1-1 16,-8 9-1,8 1-15,1-1 16,-1 1 0,10 9-16,0 0 15,0-1-15,0 1 16,0 0-1,0 9-15,0 0 16,0 0 0,9 0-16,1 0 15,-10 9-15,0 10 16,0-1 0,9 0-16,-9 10 15,0 9 1,9 0-16,1 9 15,-1 0-15,0 0 16,10 1 0,0-1-16,0 18 15,-1 1 1,11 9-16,8-19 16,1 10-16,-1-10 15,1 10 1,9-1-16,9 1 15,1 0 1,-1-10-16,1-9 16,8 0-1,1-9-15,9 9 16,1-9-16,-1 0 16,10 0-1,9 0-15,0 0 16,9-9-1,0-1-15,1 1 16,9-10 0,-10 1-16,1-10 15,-1 0-15,1 1 16,-10-10 0,9 0-16,0-10 15,1 1 1,9-9-16,0-1 15,-10-8-15,1-1 16,-20 9 0,10-8-16,0-10 15,0 0 1,0 0-16,0 0 16,0-9-1,0-10-15,-9-8 16,0 9-16,-1-1 15,-8-8 1,-1-1-16,-9 0 16,-1 1-1,-8 8-15,-10 1 16,0 9 0,0 0-16,0 9 15,-10 0-15,1 0 16,0 9-1,-10-9-15,0 10 16,0-1 0,0 0-16,0 1 15,19 27-15</inkml:trace>
  <inkml:trace contextRef="#ctx0" brushRef="#br2" timeOffset="204811.53">6868 1735 0,'0'0'15,"0"0"-15,0 0 16,0 0 0,0 0-16,0 0 15,-10 19 1,-27 36-16,-20 19 15,-46 46-15,-10 28 16,9-19 0,-8 0-16,-11 9 15,20-18 1,9-27-16,18-19 16,11-10-1,8-9-15,19-18 16,10-9-16,0-9 15,19-10 1,-1 0-16,10-9 16,0 0-1</inkml:trace>
  <inkml:trace contextRef="#ctx0" brushRef="#br2" timeOffset="205226.87">5268 2012 0,'0'0'15,"0"0"-15,19 9 16,28 19 0,29 18-16,46 28 15,0 0 1,10-10-16,0 10 16,28 9-16,-10-9 15,1 0 1,18 9-16,-28-18 15,10-1 1,-1 1-16,-9-10 16,-9 1-16,-10-1 15,0 0 1,10 1-16,-132-56 16</inkml:trace>
  <inkml:trace contextRef="#ctx0" brushRef="#br2" timeOffset="-208359.69">9248 4006 0,'0'0'0,"0"0"16,-10 9-1,-8 19-15,-11 18 16,-18 28-16,-19 55 16,-18 18-1,-1-8-15,-9 36 16,19-18-1,0-9-15,9 0 16,19-19 0,9-37-16,0-9 15,10-28-15,0-8 16,9-20 0,10-8-16,-10-10 15,19-9 1</inkml:trace>
  <inkml:trace contextRef="#ctx0" brushRef="#br2" timeOffset="-207937.36">7940 4661 0,'0'0'0,"0"0"16,10 0-16,8 9 16,20 10-1,18 8-15,39 19 16,17 10-1,20 8-15,0 20 16,9-1 0,0 9-16,-28-9 15,9 9-15,-18-18 16,-10-9 0,-10-10-16,-8-9 15,-20-9 1,-9 0-16,-9-9 15,-1-1-15,1-8 16,-10-10 0,-28-9-16</inkml:trace>
  <inkml:trace contextRef="#ctx0" brushRef="#br2" timeOffset="-206242.22">10904 988 0,'0'0'16,"0"0"-16,0 0 16,0-10-1,-10-8-15,1-1 16,-1 1 0,1 0-16,-10-10 15,-9 19-15,0-19 16,-1 9-1,-8 1-15,-10 9 16,0-10 0,-10 10-16,-9 9 15,-9 9-15,-19 10 16,0 8 0,19-17-16,-1 27 15,11-10 1,-1 19-16,9-9 15,1 19-15,9-10 16,0 18 0,9 10-16,10 9 15,9 0 1,0-9-16,10 0 16,9 0-1,9 18-15,1-18 16,-1-9-1,10-10-15,0 0 16,9-8-16,0-1 16,0-9-1,1 0-15,8 0 16,1-1 0,0 1-16,-10-9 15,9 0-15,1-1 16,0-8-1,-1-1-15,10 1 16,-9-10 0,0 0-16,-1 0 15,1 1-15,-1-10 16,1 0 0,0 0-16,-1 0 15,1 0 1,0-10-16,-1 1 15,1 0 1,0 0-16,-1 0 16,1-10-16,-1 1 15,-8 8 1,-1-8-16,0-1 16,0 1-1,1 0-15,-1-1 16,-9 1-1,-1-10-15,1 0 16,0 1-16,0-1 16,0 0-1,-10 1-15,0-1 16,1-9 0,-1 0-16,1 0 15,-10 0-15,0 0 16,0 0-1,0-9-15,-10 9 16,1-9 0,-1-9-16,1 9 15,0-10-15,-1 10 16,1 0 0,-1 9-16,-8-9 15,-1 0 1,0 9-16,0 0 15,0-9 1,-9 9-16,0 0 16,0 0-16,-10-9 15,-9 9 1,-9 0-16,-48-9 16,-56-10-1,-56-17-15</inkml:trace>
  <inkml:trace contextRef="#ctx0" brushRef="#br2" timeOffset="-200687.39">10640 1191 0,'0'0'0,"0"0"0,0-10 16,0 1 0,10-9-16,-10 8 15,0 1 1,0 9-16,0-18 15,0 18-15,0 0 16,-10 0 0,-9 18-16,-18 10 15,-29 37 1,-19 36-16,-18 19 16,-1 9-1,1 10-15,18-10 16,19-37-16,10-9 15,18-18 1,10-28-16,28-37 16</inkml:trace>
  <inkml:trace contextRef="#ctx0" brushRef="#br2" timeOffset="-200357.99">9558 1172 0,'0'0'15,"0"0"1,10 9-16,8 10 15,20 18-15,28 27 16,28 19 0,19 10-16,9-1 15,19 19 1,-18-10-16,-10-8 16,18-1-1,1-9-15,-132-83 16</inkml:trace>
  <inkml:trace contextRef="#ctx1" brushRef="#br2" timeOffset="206869">3087 11148 0</inkml:trace>
  <inkml:trace contextRef="#ctx1" brushRef="#br2" timeOffset="207227.72">3087 11148 0</inkml:trace>
  <inkml:trace contextRef="#ctx0" brushRef="#br2" timeOffset="-171308.07">5391 10928 0,'0'0'0,"0"0"15,0 0-15,0 0 16,0 0 0,9 0-16,29 0 15,46-9 1,29-10-16,0 1 15,-9-1-15,-10 1 16,-10 9 0,-84 9-16</inkml:trace>
  <inkml:trace contextRef="#ctx0" brushRef="#br0" timeOffset="-167774.4">7282 9783 0,'0'0'16,"0"0"-16,0 0 15,0 0 1,0 19-16,0 9 16,0 27-16,0 19 15,0 46 1,0-9-16,9 9 15,0 0-15,-9-28 16,0-9 0,10-28-16,-10-18 15,0-18 1,0-19-16</inkml:trace>
  <inkml:trace contextRef="#ctx0" brushRef="#br0" timeOffset="-167191.05">7159 9866 0,'0'0'15,"0"0"-15,10-9 16,9 0-1,9 0-15,9 0 16,20-1 0,9 10-16,0 0 15,-10 10 1,-9-1-16,-19 9 16,1 1-16,-11-1 15,-8 10 1,-10 9-16,-10 18 15,-8 1 1,-11-1-16,10-9 16,10-18-16,0-10 15,9 1 1,9-10-16,10 9 16,28 1-1,19-1-15,9 1 16,-9-1-16,-19 10 15,-19-10 1,-9 10-16,-19 18 16,-19 28-1,-37 18-15,-29 1 16,-9-20 0,-10-8-16,10-19 15,19-9-15,19-18 16,18-1-1,19-9-15,10-9 16,9 0 0</inkml:trace>
  <inkml:trace contextRef="#ctx0" brushRef="#br0" timeOffset="-166304.79">9389 9857 0,'0'0'15,"0"0"-15,0 0 16,9 0 0,1-9-16,9 0 15,9 0 1,9-10-16,29-9 15,10-8-15,18 8 16,-19 19 0,-19-1-16,-9 10 15,-9 0 1,-19 0-16,0 10 16,-10-1-1,-9 19-15,-9 18 16,-20 9-16,-8 10 15,-10-10 1,9-9-16,19-18 16,0 0-1,10-10-15,9-9 16,0 0-16,19 1 16,9 8-1,38 1-15,37-1 16,1 1-1,-38-1-15,-19 0 16,-10 1 0,-18-1-16,-9 1 15,-20 18-15,-18 9 16,-28 19 0,-29 18-16,-9-10 15,-10-8 1,1-19-16,28-18 15,18-19-15,10 0 16,0-9 0,47 0-16</inkml:trace>
  <inkml:trace contextRef="#ctx0" brushRef="#br0" timeOffset="-164941.31">10311 9460 0,'0'0'0,"0"0"16,0 0-1,0 0-15,-10-9 16,-8 0 0,-11-10-16,-27 1 15,-38 9 1,-28 9-16,-10 18 15,0 10-15,10 0 16,0 18 0,9 9-16,9 28 15,20 0 1,18 0-16,0 19 16,0 9-1,10 18-15,27-18 16,1 18-16,19 0 15,18-9 1,10-9-16,9-10 16,10-8-1,-1-20-15,1-17 16,18-1-16,1-18 16,28-9-1,9-10-15,19-18 16,9-9-1,10-19-15,-10-9 16,-9-9 0,9-9-16,-18-10 15,-1-9-15,-18 1 16,-10-10 0,-9-10-16,-10 10 15,-9 0 1,-9 0-16,-10-9 15,-9-1 1,-10 10-16,-9 0 16,-9 0-16,-10 9 15,-9 1 1,-10-1-16,1 18 16,-10 10-1,-10 0-15,-18 18 16,-29 1-16,-18 17 15,-47 38 1,-57 0-16</inkml:trace>
  <inkml:trace contextRef="#ctx0" brushRef="#br0" timeOffset="-163074.35">3782 12737 0,'0'9'0,"0"28"16,-9 37-16,-1 18 15,10 28 1,-9 0-16,-1-9 15,1-19-15,0-18 16,-1-19 0,1-18-16,9-9 15,0-9 1,0-10-16,0-9 16,0 0-16,0-9 15,-10-19 1,1-28-16,0-54 15,18-56 1,0-1-16,20 1 16,18 19-1,-10 8-15,1 28 16,0 19-16,-10 18 16,-9 28-1,-10 18-15,10 1 16,0 18-1,-1 9-15,11 9 16,8 28-16,20 46 16,-1 18-1,1 28-15,-10 28 16,0-27 0,-10-10-16,-8-10 15,-11-17 1,-8-38-16,-1-18 15,1-19-15,-10-8 16,0-10 0</inkml:trace>
  <inkml:trace contextRef="#ctx0" brushRef="#br0" timeOffset="-162871.8">3754 13143 0,'0'0'16,"0"0"-16,0 0 16,38-9-1,56-10-15,56-18 16,29-9 0,-19 0-16,-10-9 15,-150 55-15</inkml:trace>
  <inkml:trace contextRef="#ctx0" brushRef="#br0" timeOffset="-162657.45">5137 13041 0,'0'0'0,"0"0"16,0 0-1,0 0-15,19 0 16,18 0 0,38-9-16,20-9 15,46-28 1,-141 46-16</inkml:trace>
  <inkml:trace contextRef="#ctx0" brushRef="#br0" timeOffset="-162205.85">6745 12349 0,'0'0'16,"0"0"-16,0 0 15,0 0 1,0 0-16,0 0 16,-18 10-1,-48 26-15,-28 11 16,0 8 0,-10 10-16,19-10 15,20 0-15,18-9 16,9 1-1,10-1-15,9 0 16,10-9 0,18 9-16,10-9 15,18 0 1,20 9-16,27-18 16,11-10-16,17-9 15,-8-9 1,-10-9-16,0-9 15,10-10 1,-104 28-16</inkml:trace>
  <inkml:trace contextRef="#ctx0" brushRef="#br0" timeOffset="-161001.21">9380 12340 0,'0'0'0,"0"0"15,0 0 1,0 0-16,0 0 16,0 0-1,0 0-15,0 0 16,0 0-1,0 0-15,0 0 16,0 0-16,0 0 16,0 0-1,0 28-15,0 9 16,9 18 0,0 10-16,1 8 15,9 20 1,-1-1-16,1-9 15,-9-18-15,-1-10 16,0-9 0,1-9-16,-10-9 15,0-10 1,0-8-16,0-1 16,0-9-1,0 0-15</inkml:trace>
  <inkml:trace contextRef="#ctx0" brushRef="#br0" timeOffset="-160241.35">9897 12266 0,'0'0'0,"0"0"15,0 0-15,0 0 16,-9-9 0,-1 0-16,-9-10 15,-18-8-15,-10-1 16,-10-9-1,1 0-15,-10 9 16,-9 1 0,-1-1-16,1 10 15,9 8-15,0 10 16,-9 10 0,9 8-16,-9 10 15,0 9 1,0 18-16,9 19 15,9 18 1,10 10-16,19-10 16,0 19-16,18-1 15,10 10 1,10-27-16,18-1 16,10 0-1,9-18-15,0-9 16,9-10-1,10-18-15,9-9 16,19-10-16,29-27 16,-1-28-1,10-28-15,-1-18 16,1-18 0,-19-10-16,-19-9 15,-28 19-15,-19 8 16,-10 1-1,-18 18-15,-9 10 16,-20-1 0,1 19-16,-19-10 15,-10 10 1,-18 9-16,-29 10 16,-75 8-16,-75 47 15,0 0 1</inkml:trace>
  <inkml:trace contextRef="#ctx0" brushRef="#br0" timeOffset="-158996.18">4243 14731 0,'0'0'16,"0"0"-16,0 0 15,0 9 1,0 9-16,0 28 15,9 37-15,1 28 16,-1 0 0,10 18-16,-9 0 15,-1-36 1,0-29-16,-9-8 16,0-29-1,0-8-15,0-10 16,0-9-16,0 0 15,-9-37 1,0-27-16,-1-29 16,1-18-1,-1-9-15,10 10 16,0-1-16,10 9 16,9 10-1,-1 0-15,1 18 16,9-9-1,1 18-15,-1 10 16,0 18-16,-9 9 16,0 10-1,-1 9-15,11 9 16,-1 9 0,10 9-16,9 19 15,9 19 1,0 17-16,-8 1 15,-11 9-15,1 0 16,-10-9 0,10 0-16,-10 0 15,-9-19 1,-1 1-16,-8-19 16,-1-10-1,-9-27-15</inkml:trace>
  <inkml:trace contextRef="#ctx0" brushRef="#br0" timeOffset="-158774.48">4384 15294 0,'0'0'0,"0"0"15,10 0-15,18-10 16,38-8-16,28-19 16,37-9-1,20-10-15,-151 56 16</inkml:trace>
  <inkml:trace contextRef="#ctx0" brushRef="#br0" timeOffset="-158474.18">5767 15164 0,'0'0'0,"0"0"15,0 0 1,0 0-16,0 0 16,19 0-16,9-9 15,29-9 1,18-1-16,9 1 16,1-10-1,0 0-15,-10-9 16,-75 37-1</inkml:trace>
  <inkml:trace contextRef="#ctx0" brushRef="#br0" timeOffset="-158016.18">6877 14583 0,'0'0'0,"0"0"16,0 0-1,0 0-15,0 0 16,0 0 0,0 0-16,0 0 15,0 0 1,0 0-16,-9 0 16,-10 0-16,-9 9 15,-10 0 1,0 1-16,10 8 15,-9 0 1,8 10-16,-8 9 16,-1 9-1,10 10-15,0 17 16,9 1-16,9 0 16,10-9-1,19-10-15,0-9 16,19 0-1,18-9-15,10-9 16,9-10 0,19-18-16,10 0 15,-10-9-15,-28 0 16,9 0 0,-75 9-16</inkml:trace>
  <inkml:trace contextRef="#ctx0" brushRef="#br0" timeOffset="-157740.96">7460 15063 0,'0'0'0,"0"0"15,0 0 1,0 0-16,0 0 15,0 0 1,0 0-16,19 0 16,19-9-1,9-1-15,9 1 16,10-9-16,0-10 16,0 0-1,-10-9-15,-56 37 16</inkml:trace>
  <inkml:trace contextRef="#ctx0" brushRef="#br0" timeOffset="-157357.37">8476 14500 0,'0'0'16,"0"0"-16,0 0 15,0 0 1,0 0-16,0 18 15,10 19 1,9 19-16,-1 17 16,1 10-16,0 10 15,-10-1 1,1-18-16,-10-10 16,0-17-1,0-20-15,0-27 16</inkml:trace>
  <inkml:trace contextRef="#ctx0" brushRef="#br0" timeOffset="-156922.42">8119 14638 0,'0'0'0,"0"0"16,0 0-1,0 0-15,19-9 16,18-9 0,39-1-16,18 1 15,0-1 1,-10 10-16,-8 9 16,-20 0-16,-9 9 15,-9 0 1,-10 10-16,0-1 15,0 1 1,-9 8-16,0 20 16,-19 8-1,-19 37-15,-18 19 16,-29 9-16,-9-9 16,-10-10-1,0-8-15,10-20 16,19-17-1,18-28-15,10-10 16,9 0-16,9-8 16,10-10-1,0 0-15</inkml:trace>
  <inkml:trace contextRef="#ctx0" brushRef="#br0" timeOffset="-155324.12">10527 14241 0,'0'0'15,"0"0"-15,0 0 16,0 0-1,0 0-15,0 0 16,0 0 0,0 0-16,10-9 15,-1 0-15,19 0 16,0-1 0,10-8-16,0 9 15,-10 0 1,0-1-16,0 10 15,-9 0-15,0 0 16,0 0 0,-10 0-16,1 10 15,-1-1 1,0 0-16,-9 19 16,-9-1-1,0 10-15,-20 9 16,1 1-16,0-11 15,9-8 1,0-9-16,10-1 16,0-9-1,9-9-15,0 0 16,0 0-16,9 0 16,19 0-1,10-9-15,18 9 16,1 0-1,-10 0-15,0 0 16,-10 9 0,10 10-16,-9-1 15,0 10-15,-10 0 16,-9-1 0,0 1-16,-10 0 15,0-1 1,-9 1-16,-9 9 15,-19 9 1,-38 19-16,-9 9 16,-29-10-16,-9-8 15,-9-10 1,9-19-16,19-8 16,0-10-1,0-9-15,19-9 16,9-10-16,9-8 15,1-10 1,-1-9-16,10-19 16,0-18-1,19 0-15,0-9 16,18 9 0,20 9-16,-1 0 15,20 0-15,18-18 16,18 9-1,29 18-15,10 10 16,-1 9 0,-8 9-16,-1 9 15,0 19 1,0 9-16,-28 9 16,9 0-16,10 10 15,-10 18 1,9 9-16,1 9 15,-19-9 1,-10 0-16,1 10 16,-10-1-16,0 0 15,-9-8 1,-10-1-16,-9-9 16,-10 0-1,0 0-15,-9-1 16,-9 1-1,-10 0-15,-9 9 16,0-9-16,-10 19 16,-9-1-1,0 0-15,9-8 16,-9-1 0,-9 0-16,-1-9 15,-8 9-15,-20 0 16,-66 19-1,-93 9-15,18-10 16</inkml:trace>
  <inkml:trace contextRef="#ctx0" brushRef="#br0" timeOffset="-150686.05">14422 13660 0,'0'0'0,"0"0"0,0 0 16,0 0-16,0 0 15,0 0 1,0 0-16,0 0 15,0 0 1,-10 0-16,10 0 16,-9 0-16,9 0 15,-9 0 1,9 0-16,0 0 16,0 0-1,0 0-15,0 0 16,-10 0-16,10 0 15,0 0 1,0 0-16,-9 9 16,-10 10-1,-9 17-15,0 11 16,-1 26 0,-8 11-16,-1 8 15,10-9-15,9-9 16,0-28-1,10-9-15,-1-9 16,10-10 0,0-9-16,0 0 15,0-9-15,0 0 16,0 0 0,0 0-16,0-27 15,0-38 1,19-55-16,9-37 15,10 10 1,0 36-16,-1 19 16,-8 18-16,-11 28 15,1 9 1,0 9-16,-10 19 16,1-1-1,9 10-15,9 10 16,0 8-1,10 19-15,9 18 16,0 29-16,-10-11 16,-8 1-1,-1-9-15,0 9 16,0-1 0,-9 1-16,0-18 15,0-1 1,-10-18-16,-9-19 15,0 1-15,0-10 16,-9 0 0,9-9-16</inkml:trace>
  <inkml:trace contextRef="#ctx0" brushRef="#br0" timeOffset="-150491.15">13952 14278 0,'0'0'0,"0"0"16,0 0-16,28-9 15,75-28 1,48-9-16,18 0 16,38 0-1,19-10-15</inkml:trace>
  <inkml:trace contextRef="#ctx0" brushRef="#br0" timeOffset="-148670.59">15466 13318 0,'0'0'0,"0"0"16,0 0-16,0 0 15,0 0 1,0 0-16,0 0 16,-9-9-1,-1-9-15,-18-1 16,-19-18-16,-38-9 15,-28 0 1,-9 9-16,-19 0 16,-9 19-1,8 18-15,-8 18 16,18 10 0,10 18-16,9 19 15,-9 27-15,18 9 16,10 10-1,19 37-15,28-19 16,9 28 0,19 9-16,19-37 15,19 1-15,19-10 16,9-28 0,9-18-16,10-19 15,28-18 1,29-19-16,46-27 15,0-18 1,19-29-16,1-27 16,-11-9-16,10-19 15,-46 0 1,-20-9-16,-19 0 16,-18 19-1,-29 8-15,-27 20 16,-20 17-1,0 10-15,-9 9 16,-9 0-16,-10 0 16,0 10-1,-18-1-15,-1 0 16,-9 10 0,10 9-16,-11-1 15,11 10-15,-1 0 16,10 0-1,9 10-15,10-1 16,-1 0 0,20 0-16,27 10 15,-37-19-15</inkml:trace>
  <inkml:trace contextRef="#ctx0" brushRef="#br0" timeOffset="-147861.22">15777 13743 0,'0'0'0,"0"0"15,0 0 1,0 0-16,0 0 15,0 0 1,0 0-16,0 0 16,0 0-1,0 0-15,9 0 16,29 0-16,46 0 16,39-9-1,-20-1-15,1-8 16,-10 0-1,-19-1-15,-9 10 16,-19 0-16,-19-1 16,0 10-1,-9 0-15,-10 0 16,1 0 0,-1 0-16,-9 0 15,0 0 1,0 0-16</inkml:trace>
  <inkml:trace contextRef="#ctx0" brushRef="#br0" timeOffset="-147123.16">17282 12922 0,'0'0'16,"0"0"-16,0 0 16,0 0-16,0 0 15,0 0 1,0 0-16,9 18 16,1 19-1,-1 27-15,10 47 16,-10 0-1,1-19-15,-10 10 16,0-10-16,0-9 16,0-18-1,0-19-15,0-18 16,0-10 0,0-9-16,0-9 15,0 0-15</inkml:trace>
  <inkml:trace contextRef="#ctx0" brushRef="#br0" timeOffset="-146624.5">17103 13217 0,'0'0'0,"0"0"16,0 0 0,0 0-16,9-9 15,10-10 1,28-18-16,29-9 15,18 0 1,0 9-16,-10 9 16,-8 10-16,-20 9 15,-18 9 1,-10 9-16,-19 0 16,1 10-1,-20 17-15,-9 29 16,-9 9-1,-9-19-15,-1 1 16,19-29-16,10-8 16,-1-1-1,10-8-15,0-1 16,19 0 0,38 9-16,37 1 15,0-1-15,-19 1 16,-28-1-1,-9 1-15,-10-1 16,-9 1 0,-10-1-16,-9 10 15,-9 9-15,-19 9 16,-29 0 0,-18-18-16,75-28 15</inkml:trace>
  <inkml:trace contextRef="#ctx0" brushRef="#br0" timeOffset="-146423.08">18420 13374 0,'0'0'16,"0"0"-1,9 0-15,29-9 16,66-10-16,55-9 16,67-18-1</inkml:trace>
  <inkml:trace contextRef="#ctx0" brushRef="#br0" timeOffset="-146040.99">19464 12312 0,'0'0'0,"0"0"16,0 28-16,0 27 15,-9 38 1,-1 54-16,-18 20 15,0-38 1,0 9-16,0-9 16,9-46-16,0-27 15,10-19 1,9-10-16,0-8 16,9-10-1,10 0-15,28 1 16,37-1-16,20-9 15,-10-9 1,-19-1-16,-18 1 16,-1-19-1,-56 28-15</inkml:trace>
  <inkml:trace contextRef="#ctx0" brushRef="#br0" timeOffset="-145836.25">19398 13115 0,'0'0'0,"0"0"16,38-9 0,28-9-16,28-1 15,0 1 1,-19-1-16,-9-8 15,-66 27-15</inkml:trace>
  <inkml:trace contextRef="#ctx0" brushRef="#br0" timeOffset="-145640.78">19389 12414 0,'0'0'0,"0"0"16,0 0-16,9 0 16,57 0-1,104 0-15,46-9 16,19-10-16</inkml:trace>
  <inkml:trace contextRef="#ctx0" brushRef="#br0" timeOffset="-144235.16">22606 12063 0,'0'0'16,"0"0"-16,0 0 16,0 0-16,0 0 15,0 0 1,0 0-16,-18 28 15,-30 18 1,-36 46-16,-10 19 16,0 0-1,9-19-15,0-9 16,19-18-16,19-19 16,19-18-1,9-10-15,10-9 16,0 1-1,9-10-15,18 9 16,29 0-16,48 9 16,46 1-1,-10-10-15,-18-9 16,-28 0 0,-10 0-16,-9-18 15,-19-10 1,-47 28-16</inkml:trace>
  <inkml:trace contextRef="#ctx0" brushRef="#br0" timeOffset="-144021.09">22409 12534 0,'0'0'0,"0"0"16,-10 9-16,1 10 15,-10 17 1,0 20-16,1 27 15,-1 9 1,0 1-16,9 8 16,1 19-1,9-18-15,19-10 16,0-18-16,-19-74 16</inkml:trace>
  <inkml:trace contextRef="#ctx0" brushRef="#br0" timeOffset="-143257.4">22992 12026 0,'0'0'15,"0"0"-15,0 0 16,-9-9 0,-10 0-16,-28-10 15,-28 1 1,-48-19-16,-27 0 16,-1 19-16,19 8 15,1 10 1,-1 10-16,10 8 15,18 10 1,10 9-16,0 9 16,19 9-1,0 1-15,18 17 16,-9 20-16,19 17 16,19 1-1,0 28-15,18 27 16,20 0-1,9 0-15,9-37 16,19 0-16,0-36 16,9-19-1,10-10-15,10-27 16,18-9 0,37-19-16,-27-9 15,9-18 1,0-10-16,9-9 15,-9-9-15,-10 0 16,-9 0 0,0-10-16,0-8 15,-18-1 1,-20 10-16,-9-10 16,0 10-16,-9-10 15,-19 10 1,-10-19-16,0 0 15,-9-9 1,-9 9-16,-10 9 16,0 19-1,1 9-15,-20 0 16,-65-18-16,-133-28 16,11 0-1</inkml:trace>
  <inkml:trace contextRef="#ctx0" brushRef="#br0" timeOffset="-139952.15">2409 10116 0,'0'0'0,"0"0"0,0 0 16,0 18-1,18 38-15,20 45 16,19 56-1,18 46-15,0 55 16,0 19 0,10 65-16,-10-19 15,0 46 1,-9-27-16,0 36 16,-28-9-16,-1 10 15,1-29 1,-10-8-16,1-10 15,-1-9 1,9-83-16,1 0 16,-10-46-16,0-37 15,-9-46 1,0-19-16,-10-28 16,1-8-1,-10-19-15,0-19 16,0-9-16,0-9 15,-10-18 1,10 18-16</inkml:trace>
  <inkml:trace contextRef="#ctx0" brushRef="#br0" timeOffset="-137621.25">2550 10199 0,'9'-19'0,"48"-45"16,55-29 0,77-36-16,18 0 15,56 0 1,-9 18-16,28 9 16,38-18-1,9 19-15,10 9 16,18 9-16,29-10 15,-28 10 1,18-9-16,19 18 16,-37 9-1,55-8-15,-36 8 16,-20 10 0,1-1-16,-38 29 15,-19-1-15,-10 9 16,-37 29-1,19 8-15,-57 10 16,20 27 0,-58 10-16,11 18 15,-20 0-15,-9 28 16,-19 9 0,-9 27-16,-10 10 15,-19-9 1,-18 0-16,0 36 15,-19-36 1,9 36-16,-9-17 16,-10-20-16,1 29 15,8-19 1,11-19-16,8 10 16,1-19-1,0-18-15,9-10 16,9 1-16,10-10 15,-9-9 1,18-9-16,0-19 16,10 1-1,9-1-15,10-9 16,-1-9 0,1 0-16,27 0 15,-8 0-15,8 0 16,1-10-1,19-8-15,18-1 16,-9-8 0,19-10-16,9-19 15,38-9-15,-10-8 16,1-11 0,-10 1-16,9 0 15,10-9 1,-19 9-16,-10-1 15,10 1 1,-9 0-16,37-9 16,-28 9-16,38-10 15,-48 10 1,20 9-16,-10 0 16,-28 0-1,9-9-15,-28 18 16,19-8-16,-38-1 15,9 0 1,-18 9-16,-10 10 16,-9-1-1,0 10-15,10 9 16,-1 0 0,-19 9-16,-9 0 15,-18 1-15,-29 8 16,-9 0-1,-10 10-15,-9-9 16,-1 8 0,1 19-16,10 10 15,8 18-15,1 27 16,-10 10 0,0 9-16,1 18 15,-1-8 1,-9 27-16,0 9 15,-10 0 1,10 28-16,-19-10 16,-9-8-1,-1 8-15,-9-18 16,-9 0-16,-19 1 16,0-11-1,-9 1-15,-10-27 16,-19 17-1,10-36-15,-19 0 16,-19-10-16,-18 1 16,-20 9-1,1-19-15,-20-9 16,-8-9 0,-1-10-16,-28-8 15,-9-1-15,-1-27 16,-27-10-1,-20-8-15,-18-10 16,0 0 0,-19-10-16,10 1 15,-39 9-15,1-9 16,9 9 0,-28-9-16,10 18 15,-29-18 1,-19 18-16,0 0 15,-9 0 1,0 1-16,-47-10 16,0 0-16,9 9 15,-28 0 1,19 9-16,-37 10 16,36 0-1,-36 0-15,8-1 16,10 1-1,-18 9-15,8 0 16,10 9-16,29 9 16,-10 1-1,-19-1-15,19 0 16,9 1 0,38-19-16,-10 0 15,10 9 1,19 0-16,0 19 15,9-19-15,38 0 16,-1 0 0,-18 0-16,38-9 15,0-9 1,-1-10-16,10-9 16,28 1-16,10-1 15,-10 0 1,38 0-16,-9 1 15,27-1 1,1 9-16,0 10 16,27-10-1,11 10-15,18-19 16,9 1-16,1-10 16,28 0-1,-1-10-15,11-8 16,-1-1-1,0-8-15,19-1 16,0-9-16,0 0 16,9-9-1,-9-9-15,9-10 16,1 0 0,-10 1-16,-19-28 15,66 92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E07C8-B2E4-4714-88A9-B97911125650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60F75-042B-463B-9CA8-C2A1DDF0E99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060F75-042B-463B-9CA8-C2A1DDF0E998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E56B-DEEF-4878-9A72-925B3246E001}" type="datetime1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D5B4F-BD9F-4E67-996C-ACD9B1CE56CF}" type="datetime1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60C2-F4D7-4CE9-B823-DBD80BE434C6}" type="datetime1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0943-86D3-4057-884E-854B3A89CEBA}" type="datetime1">
              <a:rPr lang="en-US" smtClean="0"/>
              <a:t>11/14/2021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15CC-0CE1-4A10-8F29-B201477518AD}" type="datetime1">
              <a:rPr lang="en-US" smtClean="0"/>
              <a:t>11/14/2021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D5EEE-CC20-429B-B7EA-21440AB4B2F6}" type="datetime1">
              <a:rPr lang="en-US" smtClean="0"/>
              <a:t>11/14/2021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1EC2-A2C0-4FA6-B022-F20B59337606}" type="datetime1">
              <a:rPr lang="en-US" smtClean="0"/>
              <a:t>11/14/2021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D31E-0309-42E3-9B71-FF0126407E97}" type="datetime1">
              <a:rPr lang="en-US" smtClean="0"/>
              <a:t>11/14/2021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F43-8178-424B-AADF-47FD03206386}" type="datetime1">
              <a:rPr lang="en-US" smtClean="0"/>
              <a:t>11/14/2021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C674-5EA2-4795-A374-5602200A9980}" type="datetime1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D7DF5-CB6A-4A2C-B1E5-A1D65E2639F4}" type="datetime1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87CA7-DD82-4CDC-B1B1-3E09948C2EAE}" type="datetime1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20.png"/><Relationship Id="rId14" Type="http://schemas.openxmlformats.org/officeDocument/2006/relationships/customXml" Target="../ink/ink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5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6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7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8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5007-17B6-4B96-8D2C-D73A11BA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4FD25-277E-4340-AC30-F9426FA75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D84DCE-C935-4D0C-80F8-FF304C9CFE96}"/>
              </a:ext>
            </a:extLst>
          </p:cNvPr>
          <p:cNvGrpSpPr/>
          <p:nvPr/>
        </p:nvGrpSpPr>
        <p:grpSpPr>
          <a:xfrm>
            <a:off x="111621" y="0"/>
            <a:ext cx="8920758" cy="6858000"/>
            <a:chOff x="111621" y="0"/>
            <a:chExt cx="8920758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68EBDAA-8CF1-42FB-A44C-8655AC65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621" y="0"/>
              <a:ext cx="8920758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8608D1-A337-4353-B9C8-746520E69400}"/>
                </a:ext>
              </a:extLst>
            </p:cNvPr>
            <p:cNvSpPr txBox="1"/>
            <p:nvPr/>
          </p:nvSpPr>
          <p:spPr>
            <a:xfrm>
              <a:off x="2743200" y="5968861"/>
              <a:ext cx="45720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l"/>
              <a:r>
                <a:rPr lang="en-US" sz="2800" b="1" dirty="0">
                  <a:solidFill>
                    <a:schemeClr val="bg1"/>
                  </a:solidFill>
                </a:rPr>
                <a:t>DAG Algorithm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B7178-DCA1-4285-8BD1-FFD7A79D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2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31DB9-C509-44D6-8CF3-D0B14FFC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754F-DE0E-435D-B678-EAF6EF718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567C53-7F09-44C8-8908-DB62FD7C5D45}"/>
              </a:ext>
            </a:extLst>
          </p:cNvPr>
          <p:cNvGrpSpPr/>
          <p:nvPr/>
        </p:nvGrpSpPr>
        <p:grpSpPr>
          <a:xfrm>
            <a:off x="0" y="749015"/>
            <a:ext cx="9144000" cy="5359969"/>
            <a:chOff x="0" y="749015"/>
            <a:chExt cx="9144000" cy="53599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BAA1434-AC9B-4EAE-B3E2-9F8A597A1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49015"/>
              <a:ext cx="9144000" cy="535996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C232C3-44DD-44FE-9E9B-6D299855E426}"/>
                </a:ext>
              </a:extLst>
            </p:cNvPr>
            <p:cNvSpPr txBox="1"/>
            <p:nvPr/>
          </p:nvSpPr>
          <p:spPr>
            <a:xfrm>
              <a:off x="4800600" y="5105400"/>
              <a:ext cx="31242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Undirected graphs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823834-8CCD-47D5-9161-1F96EDB197F1}"/>
                </a:ext>
              </a:extLst>
            </p:cNvPr>
            <p:cNvSpPr txBox="1"/>
            <p:nvPr/>
          </p:nvSpPr>
          <p:spPr>
            <a:xfrm>
              <a:off x="494872" y="2362200"/>
              <a:ext cx="8344328" cy="9541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Can be used only when the graph do not have a negative weight cycle</a:t>
              </a: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0CC34C-FDA6-41E0-B4E1-4F9D9BCC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5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0C66B-B490-4542-875F-83F8A85B3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B2691-5778-4397-ABF3-DFE01B217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64998-65CA-4D27-90CA-E6102F4A0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671"/>
            <a:ext cx="9144000" cy="59826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67AC9-930E-4096-8508-D177088E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5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D82A-C31C-4FC8-ADB5-C49C9548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E1A27-BAB5-416E-9CD2-899351B38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18531-D8E7-45BD-B27B-8F152C44D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89"/>
          <a:stretch/>
        </p:blipFill>
        <p:spPr>
          <a:xfrm>
            <a:off x="137401" y="255802"/>
            <a:ext cx="8869197" cy="6248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6F38F-312B-47FB-AD0B-1518D1FE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17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6FF9-9506-48DE-9238-3C9A9C2A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A906B-5EB1-45B1-84F1-71ECA3ABC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4575C-C00C-4217-BF59-6D4D4D68F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" y="409575"/>
            <a:ext cx="8562975" cy="60388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73EB6-2C49-49F7-AE1B-6BEEFFB93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3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50B1-4E9B-4569-8209-1A4AB0A84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E823D-6120-47BA-A3AB-154326A4E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D4690-8BB6-475C-8082-B7C97FB4E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414337"/>
            <a:ext cx="8715375" cy="60293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D5B26-56BC-4147-B451-C80E8B09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3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0BF5-20BB-4403-9055-0BD66C01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A09A4-573C-409E-BD3A-2D45359EF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08EE8-6DA5-4D96-B4AD-54211974E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300037"/>
            <a:ext cx="8639175" cy="62579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54995-38B1-4C40-901F-32A12E8F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78A5-D031-4CB6-9861-4CBEA1DA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A22F2-29D4-4E45-9A95-FB63C24D3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48241-5DE2-4FF1-A7DD-BC9D9E400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519112"/>
            <a:ext cx="8591550" cy="58197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74C24-AFD2-45DD-9CB7-4D2FAE82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24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D1C7-7F2D-4511-A452-49AAFD44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63FCC-5FF9-42DA-86CD-015294AC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73A1F-352B-4756-9302-AD0EF97B3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07" y="0"/>
            <a:ext cx="8724185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5BB18-8A6D-4CE1-87AF-CADB60DD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7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F0DB-781C-48A3-B92F-B4A4C57D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E2E95-934B-4DC9-929C-C5C810A4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7A947-6022-406A-B565-833D22370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" y="176212"/>
            <a:ext cx="8905875" cy="65055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CDADC-9CFE-4F49-8D85-7DA45B153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8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7A74-82CF-4F29-B476-4FD69A77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AF50C-162A-4594-8841-6244362D6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0D4D77-A741-40C0-8437-22D4B55D4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556"/>
            <a:ext cx="9144000" cy="64228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F6D98-A156-4FCE-9851-2E292744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62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4F37-B255-4D43-BCEC-4C3F7A52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83959-AE5A-42B6-87DF-210EA5AE4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CB4B5-8DA4-40D5-A6C0-B02A2354B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94"/>
            <a:ext cx="9144000" cy="68178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1FF1B-489E-4C3F-B937-F04FAEBE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42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C380-4067-4C7F-8ADA-130770FF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74E7-E730-4715-AA99-B95F7B7CB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AD420-7671-4FEE-B5CD-1A9E0A32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35" y="0"/>
            <a:ext cx="8387729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F8BB1-0F88-4FC8-B3BB-9019B8D7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64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5544-46D6-4B2E-B2EB-B94BB09D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BFBC-88AB-41DB-9D7C-26E03A893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F055D-D11E-4F71-87D8-490F97D95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39" y="0"/>
            <a:ext cx="8166322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1933E-3945-455C-BAFC-D8E9F49A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68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E760-C2C3-4F46-9F20-EA7D425F4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9254-70A9-4356-AACF-27BDDF691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9C616F-DF75-4367-9AD4-ADFEAC9FBD1A}"/>
              </a:ext>
            </a:extLst>
          </p:cNvPr>
          <p:cNvGrpSpPr/>
          <p:nvPr/>
        </p:nvGrpSpPr>
        <p:grpSpPr>
          <a:xfrm>
            <a:off x="0" y="801736"/>
            <a:ext cx="9144000" cy="5254528"/>
            <a:chOff x="0" y="801736"/>
            <a:chExt cx="9144000" cy="52545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2ACB61-2CA3-4CB0-85B5-163258C0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801736"/>
              <a:ext cx="9144000" cy="5254528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EFABCFF-A7BF-433B-AD90-54BE53A1C4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10000" y="847850"/>
              <a:ext cx="2766376" cy="2300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67513-3C29-46B6-8822-BC4EB2A3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46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6589-7F02-47AC-AF56-2CAADD38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5FF96-9027-4628-8D44-CCEC9D84D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74FA06-8A6D-4B45-B8FF-8E6EE86AB988}"/>
                  </a:ext>
                </a:extLst>
              </p14:cNvPr>
              <p14:cNvContentPartPr/>
              <p14:nvPr/>
            </p14:nvContentPartPr>
            <p14:xfrm>
              <a:off x="1134720" y="1126440"/>
              <a:ext cx="376200" cy="840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74FA06-8A6D-4B45-B8FF-8E6EE86AB9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8880" y="1063080"/>
                <a:ext cx="407520" cy="9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C46E2C1-F4B3-46CD-BF7B-58B9A3945705}"/>
                  </a:ext>
                </a:extLst>
              </p14:cNvPr>
              <p14:cNvContentPartPr/>
              <p14:nvPr/>
            </p14:nvContentPartPr>
            <p14:xfrm>
              <a:off x="1832400" y="1694520"/>
              <a:ext cx="1168560" cy="140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C46E2C1-F4B3-46CD-BF7B-58B9A39457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6560" y="1631160"/>
                <a:ext cx="11998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DD0FB5-A813-494B-86C4-5505F5AF1BA8}"/>
                  </a:ext>
                </a:extLst>
              </p14:cNvPr>
              <p14:cNvContentPartPr/>
              <p14:nvPr/>
            </p14:nvContentPartPr>
            <p14:xfrm>
              <a:off x="1070280" y="853920"/>
              <a:ext cx="1029960" cy="40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DD0FB5-A813-494B-86C4-5505F5AF1B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4440" y="790560"/>
                <a:ext cx="10612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0533BF-509E-49BB-BC25-0793D8E56361}"/>
                  </a:ext>
                </a:extLst>
              </p14:cNvPr>
              <p14:cNvContentPartPr/>
              <p14:nvPr/>
            </p14:nvContentPartPr>
            <p14:xfrm>
              <a:off x="2418120" y="554760"/>
              <a:ext cx="1233360" cy="196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0533BF-509E-49BB-BC25-0793D8E563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02280" y="491400"/>
                <a:ext cx="126468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4C06C9-268C-4CB8-8B45-A6A595DDFC3F}"/>
                  </a:ext>
                </a:extLst>
              </p14:cNvPr>
              <p14:cNvContentPartPr/>
              <p14:nvPr/>
            </p14:nvContentPartPr>
            <p14:xfrm>
              <a:off x="1131120" y="3774600"/>
              <a:ext cx="339120" cy="412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4C06C9-268C-4CB8-8B45-A6A595DDFC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15280" y="3711240"/>
                <a:ext cx="370440" cy="53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BD4CD56-A097-4372-BE76-4023BFCAAFAC}"/>
                  </a:ext>
                </a:extLst>
              </p14:cNvPr>
              <p14:cNvContentPartPr/>
              <p14:nvPr/>
            </p14:nvContentPartPr>
            <p14:xfrm>
              <a:off x="1233000" y="4010400"/>
              <a:ext cx="294840" cy="37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BD4CD56-A097-4372-BE76-4023BFCAAFA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17160" y="3947040"/>
                <a:ext cx="3261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9B65FBD-2799-4D1D-87AD-FB19AD9FC029}"/>
                  </a:ext>
                </a:extLst>
              </p14:cNvPr>
              <p14:cNvContentPartPr/>
              <p14:nvPr/>
            </p14:nvContentPartPr>
            <p14:xfrm>
              <a:off x="416520" y="59760"/>
              <a:ext cx="8253720" cy="5895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9B65FBD-2799-4D1D-87AD-FB19AD9FC02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160" y="50400"/>
                <a:ext cx="8272440" cy="59137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199713C-6259-4F8E-8BB1-BB629528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65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Bellman Ford Algorithm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9050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1676400"/>
            <a:ext cx="7696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Single source shortest path algorithm.</a:t>
            </a:r>
          </a:p>
          <a:p>
            <a:pPr>
              <a:buFont typeface="Arial" pitchFamily="34" charset="0"/>
              <a:buChar char="•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Bellman Ford algorithm works for negative weighted graphs.</a:t>
            </a:r>
          </a:p>
          <a:p>
            <a:pPr>
              <a:buFont typeface="Arial" pitchFamily="34" charset="0"/>
              <a:buChar char="•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Principle of this algorithm is, go on relaxing all the edges (n-1) times where ‘n’ is number of edges.</a:t>
            </a:r>
          </a:p>
          <a:p>
            <a:pPr>
              <a:buFont typeface="Arial" pitchFamily="34" charset="0"/>
              <a:buChar char="•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Relaxation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– updating process</a:t>
            </a:r>
          </a:p>
          <a:p>
            <a:pPr>
              <a:buFont typeface="Arial" pitchFamily="34" charset="0"/>
              <a:buChar char="•"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If (d[u] + c(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 &lt; d[v])</a:t>
            </a: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   d[v] = d[u] + c(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5746E-FBA6-4C67-ACAF-90BDE6FB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812699"/>
            <a:ext cx="5143536" cy="5188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4DCA3-5328-4D13-9B6A-133D07EC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371600"/>
            <a:ext cx="5943600" cy="4556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62000" y="457200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Example 1: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Find the shortest path from A to all other vertices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9C4D09-80AC-4359-B21F-93BF721B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53340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Step 1: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Initialization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600200"/>
            <a:ext cx="5138738" cy="4292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09267-FECE-4C74-813D-B423FD2A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9600"/>
            <a:ext cx="815340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List all the edges present in the graph.</a:t>
            </a: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Edges: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(AB), (AC), (AD), (BE), (CB), (CE), (DC), (DF), (EF)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523064"/>
            <a:ext cx="4197051" cy="3506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C36C3-C35C-4AE1-9328-0C9D67C6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33400"/>
            <a:ext cx="815340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Step 3: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Relaxation</a:t>
            </a: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Iteration: </a:t>
            </a:r>
            <a:r>
              <a:rPr lang="en-IN" sz="20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(AB), (AC), (AD), (BE), (CB),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(CE), </a:t>
            </a:r>
            <a:r>
              <a:rPr lang="en-IN" sz="20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(DC), (DF),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(EF) </a:t>
            </a: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037838"/>
            <a:ext cx="5191125" cy="435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95361-F0B5-4459-9173-070477A5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33400"/>
            <a:ext cx="8229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Iteration :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(AB), (AC), (AD),</a:t>
            </a:r>
            <a:r>
              <a:rPr lang="en-IN" sz="20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 (BE), (CB),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(CE), (DC), (DF), (EF) 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295400"/>
            <a:ext cx="6076950" cy="5093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B9A61E-6184-4569-93BB-1F70D161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533400"/>
            <a:ext cx="8153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Iteration :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(AB), (AC), (AD),</a:t>
            </a:r>
            <a:r>
              <a:rPr lang="en-IN" sz="20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 (BE),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(CB), (CE), (DC), (DF), </a:t>
            </a:r>
            <a:r>
              <a:rPr lang="en-IN" sz="20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(EF) </a:t>
            </a:r>
            <a:endParaRPr lang="en-US" sz="2000" dirty="0">
              <a:solidFill>
                <a:srgbClr val="92D05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345230"/>
            <a:ext cx="5972175" cy="4903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C0B9B-A68E-4E84-9DEA-000C6F90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85800"/>
            <a:ext cx="7924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Iteration: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(AB), (AC), (AD),</a:t>
            </a:r>
            <a:r>
              <a:rPr lang="en-IN" sz="20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(BE), (CB), (CE), (DC), (DF), (EF) 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345230"/>
            <a:ext cx="5972175" cy="4903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83217-5728-46D1-BF0D-1628122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652" y="1066800"/>
            <a:ext cx="9089348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Observation: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Though we are suppose to do five iterations here, we observed that 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there is no update in the 4</a:t>
            </a:r>
            <a:r>
              <a:rPr lang="en-IN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iteration. Hence we stop here, however 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algorithm continues till (n-1) iterations.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Disadvantage: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 disadvantage of  Bellman Ford algorithm is, it will not work when 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there is a negative edge cycle present in the graph.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But a variation of the algorithm works for n-1 cycles and still if the cost </a:t>
            </a: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changes, concludes that the graph leads to a negative weight cycle.</a:t>
            </a:r>
            <a:br>
              <a:rPr lang="en-IN" sz="2400" dirty="0"/>
            </a:b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618AD4-0490-47B0-A381-E90ACF06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838200"/>
            <a:ext cx="3048000" cy="2849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09600" y="685800"/>
            <a:ext cx="231505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Example 2:</a:t>
            </a: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Initialization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4038600"/>
            <a:ext cx="28098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10E9D-1664-47C6-9809-54DECFAF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"/>
            <a:ext cx="5835252" cy="59093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List all the edges present in the graph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Edges: 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), (ac), 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), 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), (dc)</a:t>
            </a: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752600"/>
            <a:ext cx="3678382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CFAAA-7D42-4FEC-913F-A8382A8B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85800"/>
            <a:ext cx="5075428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Step 3: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Relaxation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400" b="1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Iteration:  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), (ac), (</a:t>
            </a:r>
            <a:r>
              <a:rPr lang="en-IN" sz="24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(dc)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981200"/>
            <a:ext cx="4578178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CD94B9-A73B-412A-8F7F-B8E1D607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85800"/>
            <a:ext cx="507703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400" b="1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Iteration: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(ac), (</a:t>
            </a:r>
            <a:r>
              <a:rPr lang="en-IN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(dc)</a:t>
            </a:r>
          </a:p>
          <a:p>
            <a:endParaRPr lang="en-IN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472045"/>
            <a:ext cx="4895850" cy="4784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A48AE7-E1AA-4281-8B8F-BB316EB4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09600"/>
            <a:ext cx="8001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sz="2400" b="1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Iteration: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(ac), 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IN" sz="24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(dc)</a:t>
            </a: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According to algorithm, from a we have found shortest path to all other nodes, but continue for one more iteration...</a:t>
            </a:r>
          </a:p>
          <a:p>
            <a:r>
              <a:rPr lang="en-IN" b="1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solidFill>
                <a:srgbClr val="92D050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295400"/>
            <a:ext cx="4367213" cy="4192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500762-116F-44D5-92BF-16D237AD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4404" y="642918"/>
            <a:ext cx="8282918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99A21-DE1C-4F33-8E26-60E1B76E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709" y="1720921"/>
            <a:ext cx="4511754" cy="279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762000" y="914400"/>
            <a:ext cx="2880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Try it yourself..!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510FB02-C223-4324-B605-A3FEF85F8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8688" y="1752600"/>
            <a:ext cx="4211603" cy="17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FC40947-4C18-4E66-89C0-18132DD2D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92835" y="3886200"/>
            <a:ext cx="2685256" cy="2454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4A7C80-DDBC-4DE4-8A8B-CFFF6852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DAG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3786" y="1714488"/>
            <a:ext cx="8455932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D00FB-0707-4EBB-A0AA-F22C177E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50F-2960-44A6-B03A-DCC63DC25A53}" type="slidenum">
              <a:rPr lang="tr-TR"/>
              <a:pPr/>
              <a:t>35</a:t>
            </a:fld>
            <a:endParaRPr lang="tr-TR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b="1" dirty="0"/>
              <a:t>Single-Source Shortest Paths in D</a:t>
            </a:r>
            <a:r>
              <a:rPr lang="en-US" sz="3600" b="1" dirty="0"/>
              <a:t>AG</a:t>
            </a:r>
            <a:r>
              <a:rPr lang="tr-TR" sz="3600" b="1" dirty="0"/>
              <a:t>s</a:t>
            </a:r>
          </a:p>
        </p:txBody>
      </p:sp>
      <p:cxnSp>
        <p:nvCxnSpPr>
          <p:cNvPr id="48132" name="AutoShape 4"/>
          <p:cNvCxnSpPr>
            <a:cxnSpLocks noChangeShapeType="1"/>
          </p:cNvCxnSpPr>
          <p:nvPr/>
        </p:nvCxnSpPr>
        <p:spPr bwMode="auto">
          <a:xfrm rot="5400000" flipV="1">
            <a:off x="4495800" y="1905000"/>
            <a:ext cx="1588" cy="1588"/>
          </a:xfrm>
          <a:prstGeom prst="curvedConnector3">
            <a:avLst>
              <a:gd name="adj1" fmla="val -14400000"/>
            </a:avLst>
          </a:prstGeom>
          <a:noFill/>
          <a:ln w="9525">
            <a:noFill/>
            <a:round/>
            <a:headEnd/>
            <a:tailEnd type="triangle" w="med" len="med"/>
          </a:ln>
          <a:effectLst/>
        </p:spPr>
      </p:cxnSp>
      <p:sp>
        <p:nvSpPr>
          <p:cNvPr id="48133" name="Text Box 5"/>
          <p:cNvSpPr txBox="1"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7924800" cy="4114800"/>
          </a:xfrm>
          <a:noFill/>
          <a:ln/>
        </p:spPr>
        <p:txBody>
          <a:bodyPr/>
          <a:lstStyle/>
          <a:p>
            <a:pPr marL="609600" indent="-609600">
              <a:buFontTx/>
              <a:buNone/>
            </a:pPr>
            <a:r>
              <a:rPr lang="tr-TR" sz="2400" i="1" dirty="0">
                <a:solidFill>
                  <a:srgbClr val="FF3300"/>
                </a:solidFill>
              </a:rPr>
              <a:t>Runs in linear time:</a:t>
            </a:r>
            <a:r>
              <a:rPr lang="tr-TR" sz="2400" dirty="0"/>
              <a:t>  </a:t>
            </a:r>
            <a:r>
              <a:rPr lang="tr-TR" sz="2400" dirty="0">
                <a:cs typeface="Times New Roman" pitchFamily="18" charset="0"/>
              </a:rPr>
              <a:t>Θ</a:t>
            </a:r>
            <a:r>
              <a:rPr lang="tr-TR" sz="2400" dirty="0"/>
              <a:t>(V+E)</a:t>
            </a:r>
          </a:p>
          <a:p>
            <a:pPr marL="609600" indent="-609600">
              <a:buFontTx/>
              <a:buNone/>
            </a:pPr>
            <a:endParaRPr lang="tr-TR" sz="2000" dirty="0"/>
          </a:p>
          <a:p>
            <a:pPr marL="609600" indent="-609600">
              <a:buFont typeface="Wingdings" pitchFamily="2" charset="2"/>
              <a:buChar char="Ø"/>
            </a:pPr>
            <a:r>
              <a:rPr lang="tr-TR" sz="2400" dirty="0"/>
              <a:t>topological sort: </a:t>
            </a:r>
            <a:r>
              <a:rPr lang="tr-TR" sz="2400" dirty="0">
                <a:cs typeface="Times New Roman" pitchFamily="18" charset="0"/>
              </a:rPr>
              <a:t>Θ</a:t>
            </a:r>
            <a:r>
              <a:rPr lang="tr-TR" sz="2400" dirty="0"/>
              <a:t>(V+E)</a:t>
            </a:r>
          </a:p>
          <a:p>
            <a:pPr marL="609600" indent="-609600">
              <a:buFontTx/>
              <a:buNone/>
            </a:pPr>
            <a:endParaRPr lang="tr-TR" sz="2000" dirty="0"/>
          </a:p>
          <a:p>
            <a:pPr marL="609600" indent="-609600">
              <a:buFont typeface="Wingdings" pitchFamily="2" charset="2"/>
              <a:buChar char="Ø"/>
            </a:pPr>
            <a:r>
              <a:rPr lang="tr-TR" sz="2400" dirty="0"/>
              <a:t>initialization: </a:t>
            </a:r>
            <a:r>
              <a:rPr lang="tr-TR" sz="2400" dirty="0">
                <a:cs typeface="Times New Roman" pitchFamily="18" charset="0"/>
              </a:rPr>
              <a:t>Θ</a:t>
            </a:r>
            <a:r>
              <a:rPr lang="tr-TR" sz="2400" dirty="0"/>
              <a:t>(V+E)</a:t>
            </a:r>
            <a:endParaRPr lang="tr-TR" sz="2400" i="1" dirty="0">
              <a:solidFill>
                <a:srgbClr val="FF0000"/>
              </a:solidFill>
            </a:endParaRPr>
          </a:p>
          <a:p>
            <a:pPr marL="609600" indent="-609600">
              <a:buFontTx/>
              <a:buNone/>
            </a:pPr>
            <a:endParaRPr lang="tr-TR" sz="2000" dirty="0"/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r>
              <a:rPr lang="tr-TR" sz="2400" i="1" dirty="0">
                <a:solidFill>
                  <a:srgbClr val="FF3300"/>
                </a:solidFill>
              </a:rPr>
              <a:t>for-loop:</a:t>
            </a:r>
            <a:r>
              <a:rPr lang="tr-TR" sz="2400" dirty="0"/>
              <a:t> </a:t>
            </a:r>
            <a:r>
              <a:rPr lang="tr-TR" sz="2400" dirty="0">
                <a:cs typeface="Times New Roman" pitchFamily="18" charset="0"/>
              </a:rPr>
              <a:t>Θ</a:t>
            </a:r>
            <a:r>
              <a:rPr lang="tr-TR" sz="2400" dirty="0"/>
              <a:t>(V+E)</a:t>
            </a:r>
          </a:p>
          <a:p>
            <a:pPr marL="609600" indent="-609600">
              <a:buFontTx/>
              <a:buNone/>
            </a:pPr>
            <a:r>
              <a:rPr lang="tr-TR" sz="2400" dirty="0"/>
              <a:t>		each vertex processed exactly once </a:t>
            </a:r>
          </a:p>
          <a:p>
            <a:pPr marL="609600" indent="-609600">
              <a:buFontTx/>
              <a:buNone/>
            </a:pPr>
            <a:r>
              <a:rPr lang="tr-TR" sz="2400" dirty="0"/>
              <a:t>              </a:t>
            </a:r>
            <a:r>
              <a:rPr lang="en-US" sz="2400" dirty="0"/>
              <a:t>=&gt;</a:t>
            </a:r>
            <a:r>
              <a:rPr lang="tr-TR" sz="2400" dirty="0"/>
              <a:t> each edge processed exactly once: </a:t>
            </a:r>
            <a:r>
              <a:rPr lang="tr-TR" sz="2400" dirty="0">
                <a:cs typeface="Times New Roman" pitchFamily="18" charset="0"/>
              </a:rPr>
              <a:t>Θ</a:t>
            </a:r>
            <a:r>
              <a:rPr lang="tr-TR" sz="2400" dirty="0"/>
              <a:t>(V+E)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0308" y="2500307"/>
            <a:ext cx="628534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9B91B-3293-42A0-B435-B97D7161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11" name="Group 10"/>
          <p:cNvGrpSpPr/>
          <p:nvPr/>
        </p:nvGrpSpPr>
        <p:grpSpPr>
          <a:xfrm>
            <a:off x="1643042" y="2452688"/>
            <a:ext cx="6332991" cy="2762262"/>
            <a:chOff x="1643042" y="2452688"/>
            <a:chExt cx="6332991" cy="2762262"/>
          </a:xfrm>
        </p:grpSpPr>
        <p:pic>
          <p:nvPicPr>
            <p:cNvPr id="61442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643042" y="2452688"/>
              <a:ext cx="6332991" cy="276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0" name="Straight Arrow Connector 9"/>
            <p:cNvCxnSpPr/>
            <p:nvPr/>
          </p:nvCxnSpPr>
          <p:spPr>
            <a:xfrm rot="5400000">
              <a:off x="3214678" y="3714752"/>
              <a:ext cx="142876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A0E11-8FF2-4131-BBC4-CFB18D43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All Pair Shortest Path Algorithm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Shortest path between every pair of vertices.</a:t>
            </a: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Floyd-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Warshall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algorithm.</a:t>
            </a: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Dynamic programming approach.</a:t>
            </a: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Input: Weighted graph without negative cycles.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BD01D9-4AE7-4B55-94F7-8D72444F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1" y="838200"/>
            <a:ext cx="8077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Example 1: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Step 1: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Write the adjacency matrix of the graph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/>
              <a:t>     </a:t>
            </a:r>
          </a:p>
          <a:p>
            <a:endParaRPr lang="en-IN" baseline="30000" dirty="0"/>
          </a:p>
          <a:p>
            <a:endParaRPr lang="en-IN" baseline="30000" dirty="0"/>
          </a:p>
          <a:p>
            <a:endParaRPr lang="en-IN" baseline="30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4114800"/>
            <a:ext cx="3581693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0" y="1295400"/>
            <a:ext cx="2271713" cy="1982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B1F25E-D645-488D-81CF-6B2C426F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9601"/>
            <a:ext cx="81534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Step 2: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To write the D</a:t>
            </a:r>
            <a:r>
              <a:rPr lang="en-IN" sz="20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matrix keep 1</a:t>
            </a:r>
            <a:r>
              <a:rPr lang="en-IN" sz="20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row, 1</a:t>
            </a:r>
            <a:r>
              <a:rPr lang="en-IN" sz="20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column unaltered and use the below formula to fill the other values of matrix.</a:t>
            </a: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min [ D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i,j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], D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i,k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+ D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k,j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] </a:t>
            </a:r>
            <a:r>
              <a:rPr lang="en-IN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where k varies from 1 to n which is the number of vertices.</a:t>
            </a: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min [ D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i,j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], D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i,k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+ D</a:t>
            </a:r>
            <a:r>
              <a:rPr lang="en-IN" sz="2000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k,j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]</a:t>
            </a:r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IN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</a:t>
            </a:r>
            <a:r>
              <a:rPr lang="en-IN" sz="20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1</a:t>
            </a:r>
            <a:r>
              <a:rPr lang="en-IN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[2,3]  min [ D</a:t>
            </a:r>
            <a:r>
              <a:rPr lang="en-IN" sz="20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1-1</a:t>
            </a:r>
            <a:r>
              <a:rPr lang="en-IN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[2,3], D</a:t>
            </a:r>
            <a:r>
              <a:rPr lang="en-IN" sz="20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1-1</a:t>
            </a:r>
            <a:r>
              <a:rPr lang="en-IN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[2,1] + D</a:t>
            </a:r>
            <a:r>
              <a:rPr lang="en-IN" sz="20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1-1</a:t>
            </a:r>
            <a:r>
              <a:rPr lang="en-IN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[1,3] ]</a:t>
            </a:r>
          </a:p>
          <a:p>
            <a:pPr algn="just"/>
            <a:r>
              <a:rPr lang="en-IN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          min [ ∞, 5] = 5</a:t>
            </a: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IN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Similarly find the other values of matrix which is D</a:t>
            </a:r>
            <a:r>
              <a:rPr lang="en-IN" sz="20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1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590800"/>
            <a:ext cx="1814513" cy="1583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2590800"/>
            <a:ext cx="2857856" cy="160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7400" y="2667000"/>
            <a:ext cx="2579069" cy="140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5443D8-775D-46CD-8B83-D33EA6DB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57200"/>
            <a:ext cx="8153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Step 3: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To write the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matrix keep 2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 row, 2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 column unaltered and use the below formula to fill the other values of matrix.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min [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i,j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],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i,k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+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k,j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]</a:t>
            </a:r>
            <a:endParaRPr lang="en-IN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[3,1]  min [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[3,1],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[3,2] +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[2,1] ]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          min [ ∞, 9] = 9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371600"/>
            <a:ext cx="1814513" cy="1583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9800" y="1447800"/>
            <a:ext cx="2582269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29200" y="1524000"/>
            <a:ext cx="2362200" cy="1308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981200" y="4325112"/>
            <a:ext cx="4006850" cy="192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CD66B-C878-4A63-8F1B-1308FD3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5334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Step 3: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To write the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matrix keep 3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 row, 3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 column unaltered and use the below formula to fill the other values of matrix.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1814513" cy="1583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1447800"/>
            <a:ext cx="2582269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9200" y="1524000"/>
            <a:ext cx="2362200" cy="1308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0" y="3352800"/>
            <a:ext cx="2705307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429000" y="3429000"/>
            <a:ext cx="47019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min [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i,j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],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i,k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+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k,j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]</a:t>
            </a:r>
            <a:endParaRPr lang="en-IN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3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[1,2]  min [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3-1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[1,2],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3-1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[1,3] +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3-1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[3,2] ]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          min [ ∞, 10] = 10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514600" y="4876799"/>
            <a:ext cx="3886200" cy="1818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0B847-FBFA-42FB-BF2A-948CDC5E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3340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Step 4: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To write the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matrix keep 4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 row, 4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 column unaltered and use the below formula to fill the other values of matrix.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1814513" cy="1583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1447800"/>
            <a:ext cx="2582269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9200" y="1524000"/>
            <a:ext cx="2362200" cy="1308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0" y="3352800"/>
            <a:ext cx="25841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048000" y="3276600"/>
            <a:ext cx="2830169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81000" y="5181600"/>
            <a:ext cx="472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min [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i,j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],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i,k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+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k,j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]</a:t>
            </a:r>
            <a:endParaRPr lang="en-IN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4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[3,1]  min [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4-1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[3,1],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4-1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[3,4] + D</a:t>
            </a:r>
            <a:r>
              <a:rPr lang="en-IN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4-1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[4,1] ]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          min [ 9, 7] = 7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53000" y="4648200"/>
            <a:ext cx="3841037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CCF1A-1F6B-4351-8E6B-655F549F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1" y="685800"/>
            <a:ext cx="784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When the value of k =4, algorithm will stop working since there are only 4 vertices.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209577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581400"/>
            <a:ext cx="3886199" cy="2178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71482" y="3429000"/>
            <a:ext cx="3872824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77B59-A44A-400D-B3A7-F0F0E6D9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914400" y="1752600"/>
            <a:ext cx="4267200" cy="3567113"/>
            <a:chOff x="1200" y="1152"/>
            <a:chExt cx="2688" cy="2247"/>
          </a:xfrm>
        </p:grpSpPr>
        <p:sp>
          <p:nvSpPr>
            <p:cNvPr id="15405" name="Line 70"/>
            <p:cNvSpPr>
              <a:spLocks noChangeShapeType="1"/>
            </p:cNvSpPr>
            <p:nvPr/>
          </p:nvSpPr>
          <p:spPr bwMode="auto">
            <a:xfrm>
              <a:off x="1344" y="2064"/>
              <a:ext cx="48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06" name="Line 71"/>
            <p:cNvSpPr>
              <a:spLocks noChangeShapeType="1"/>
            </p:cNvSpPr>
            <p:nvPr/>
          </p:nvSpPr>
          <p:spPr bwMode="auto">
            <a:xfrm flipH="1" flipV="1">
              <a:off x="2640" y="1344"/>
              <a:ext cx="1104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07" name="Line 72"/>
            <p:cNvSpPr>
              <a:spLocks noChangeShapeType="1"/>
            </p:cNvSpPr>
            <p:nvPr/>
          </p:nvSpPr>
          <p:spPr bwMode="auto">
            <a:xfrm flipH="1" flipV="1">
              <a:off x="1440" y="2064"/>
              <a:ext cx="1776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08" name="Line 73"/>
            <p:cNvSpPr>
              <a:spLocks noChangeShapeType="1"/>
            </p:cNvSpPr>
            <p:nvPr/>
          </p:nvSpPr>
          <p:spPr bwMode="auto">
            <a:xfrm flipV="1">
              <a:off x="1392" y="1344"/>
              <a:ext cx="105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09" name="Oval 74"/>
            <p:cNvSpPr>
              <a:spLocks noChangeArrowheads="1"/>
            </p:cNvSpPr>
            <p:nvPr/>
          </p:nvSpPr>
          <p:spPr bwMode="auto">
            <a:xfrm rot="5400000">
              <a:off x="2448" y="115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5410" name="Oval 75"/>
            <p:cNvSpPr>
              <a:spLocks noChangeArrowheads="1"/>
            </p:cNvSpPr>
            <p:nvPr/>
          </p:nvSpPr>
          <p:spPr bwMode="auto">
            <a:xfrm rot="5400000">
              <a:off x="1200" y="187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5411" name="Oval 76"/>
            <p:cNvSpPr>
              <a:spLocks noChangeArrowheads="1"/>
            </p:cNvSpPr>
            <p:nvPr/>
          </p:nvSpPr>
          <p:spPr bwMode="auto">
            <a:xfrm rot="5400000">
              <a:off x="1776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5412" name="Oval 77"/>
            <p:cNvSpPr>
              <a:spLocks noChangeArrowheads="1"/>
            </p:cNvSpPr>
            <p:nvPr/>
          </p:nvSpPr>
          <p:spPr bwMode="auto">
            <a:xfrm rot="5400000">
              <a:off x="3648" y="1920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5413" name="Oval 78"/>
            <p:cNvSpPr>
              <a:spLocks noChangeArrowheads="1"/>
            </p:cNvSpPr>
            <p:nvPr/>
          </p:nvSpPr>
          <p:spPr bwMode="auto">
            <a:xfrm rot="5400000">
              <a:off x="3120" y="2976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5414" name="Line 79"/>
            <p:cNvSpPr>
              <a:spLocks noChangeShapeType="1"/>
            </p:cNvSpPr>
            <p:nvPr/>
          </p:nvSpPr>
          <p:spPr bwMode="auto">
            <a:xfrm>
              <a:off x="2016" y="312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15" name="Line 80"/>
            <p:cNvSpPr>
              <a:spLocks noChangeShapeType="1"/>
            </p:cNvSpPr>
            <p:nvPr/>
          </p:nvSpPr>
          <p:spPr bwMode="auto">
            <a:xfrm flipV="1">
              <a:off x="3264" y="2112"/>
              <a:ext cx="43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16" name="Line 81"/>
            <p:cNvSpPr>
              <a:spLocks noChangeShapeType="1"/>
            </p:cNvSpPr>
            <p:nvPr/>
          </p:nvSpPr>
          <p:spPr bwMode="auto">
            <a:xfrm flipH="1">
              <a:off x="1920" y="1392"/>
              <a:ext cx="624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17" name="Line 82"/>
            <p:cNvSpPr>
              <a:spLocks noChangeShapeType="1"/>
            </p:cNvSpPr>
            <p:nvPr/>
          </p:nvSpPr>
          <p:spPr bwMode="auto">
            <a:xfrm>
              <a:off x="2592" y="1392"/>
              <a:ext cx="576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18" name="Line 83"/>
            <p:cNvSpPr>
              <a:spLocks noChangeShapeType="1"/>
            </p:cNvSpPr>
            <p:nvPr/>
          </p:nvSpPr>
          <p:spPr bwMode="auto">
            <a:xfrm>
              <a:off x="1440" y="2016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19" name="Text Box 84"/>
            <p:cNvSpPr txBox="1">
              <a:spLocks noChangeArrowheads="1"/>
            </p:cNvSpPr>
            <p:nvPr/>
          </p:nvSpPr>
          <p:spPr bwMode="auto">
            <a:xfrm>
              <a:off x="1632" y="144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5420" name="Text Box 85"/>
            <p:cNvSpPr txBox="1">
              <a:spLocks noChangeArrowheads="1"/>
            </p:cNvSpPr>
            <p:nvPr/>
          </p:nvSpPr>
          <p:spPr bwMode="auto">
            <a:xfrm>
              <a:off x="3024" y="124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5421" name="Text Box 86"/>
            <p:cNvSpPr txBox="1">
              <a:spLocks noChangeArrowheads="1"/>
            </p:cNvSpPr>
            <p:nvPr/>
          </p:nvSpPr>
          <p:spPr bwMode="auto">
            <a:xfrm>
              <a:off x="3072" y="1824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5422" name="Text Box 87"/>
            <p:cNvSpPr txBox="1">
              <a:spLocks noChangeArrowheads="1"/>
            </p:cNvSpPr>
            <p:nvPr/>
          </p:nvSpPr>
          <p:spPr bwMode="auto">
            <a:xfrm>
              <a:off x="1296" y="24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-4</a:t>
              </a:r>
            </a:p>
          </p:txBody>
        </p:sp>
        <p:sp>
          <p:nvSpPr>
            <p:cNvPr id="15423" name="Text Box 88"/>
            <p:cNvSpPr txBox="1">
              <a:spLocks noChangeArrowheads="1"/>
            </p:cNvSpPr>
            <p:nvPr/>
          </p:nvSpPr>
          <p:spPr bwMode="auto">
            <a:xfrm>
              <a:off x="2496" y="31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5424" name="Text Box 89"/>
            <p:cNvSpPr txBox="1">
              <a:spLocks noChangeArrowheads="1"/>
            </p:cNvSpPr>
            <p:nvPr/>
          </p:nvSpPr>
          <p:spPr bwMode="auto">
            <a:xfrm>
              <a:off x="1776" y="2112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5425" name="Text Box 90"/>
            <p:cNvSpPr txBox="1">
              <a:spLocks noChangeArrowheads="1"/>
            </p:cNvSpPr>
            <p:nvPr/>
          </p:nvSpPr>
          <p:spPr bwMode="auto">
            <a:xfrm>
              <a:off x="3024" y="2496"/>
              <a:ext cx="1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5426" name="Text Box 91"/>
            <p:cNvSpPr txBox="1">
              <a:spLocks noChangeArrowheads="1"/>
            </p:cNvSpPr>
            <p:nvPr/>
          </p:nvSpPr>
          <p:spPr bwMode="auto">
            <a:xfrm>
              <a:off x="3456" y="249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-5</a:t>
              </a:r>
            </a:p>
          </p:txBody>
        </p:sp>
        <p:sp>
          <p:nvSpPr>
            <p:cNvPr id="15427" name="Text Box 92"/>
            <p:cNvSpPr txBox="1">
              <a:spLocks noChangeArrowheads="1"/>
            </p:cNvSpPr>
            <p:nvPr/>
          </p:nvSpPr>
          <p:spPr bwMode="auto">
            <a:xfrm>
              <a:off x="2016" y="2736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</p:grpSp>
      <p:graphicFrame>
        <p:nvGraphicFramePr>
          <p:cNvPr id="164957" name="Group 93"/>
          <p:cNvGraphicFramePr>
            <a:graphicFrameLocks noGrp="1"/>
          </p:cNvGraphicFramePr>
          <p:nvPr/>
        </p:nvGraphicFramePr>
        <p:xfrm>
          <a:off x="5943600" y="2590800"/>
          <a:ext cx="2057400" cy="2133602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403" name="Text Box 131"/>
          <p:cNvSpPr txBox="1">
            <a:spLocks noChangeArrowheads="1"/>
          </p:cNvSpPr>
          <p:nvPr/>
        </p:nvSpPr>
        <p:spPr bwMode="auto">
          <a:xfrm>
            <a:off x="5867400" y="2209800"/>
            <a:ext cx="297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1     2    3    4     5</a:t>
            </a:r>
          </a:p>
        </p:txBody>
      </p:sp>
      <p:sp>
        <p:nvSpPr>
          <p:cNvPr id="15404" name="Text Box 132"/>
          <p:cNvSpPr txBox="1">
            <a:spLocks noChangeArrowheads="1"/>
          </p:cNvSpPr>
          <p:nvPr/>
        </p:nvSpPr>
        <p:spPr bwMode="auto">
          <a:xfrm>
            <a:off x="5562600" y="2667000"/>
            <a:ext cx="533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  <a:p>
            <a:pPr>
              <a:spcBef>
                <a:spcPct val="50000"/>
              </a:spcBef>
            </a:pPr>
            <a:r>
              <a:rPr lang="en-US"/>
              <a:t>2</a:t>
            </a:r>
          </a:p>
          <a:p>
            <a:pPr>
              <a:spcBef>
                <a:spcPct val="50000"/>
              </a:spcBef>
            </a:pPr>
            <a:r>
              <a:rPr lang="en-US"/>
              <a:t>3</a:t>
            </a:r>
          </a:p>
          <a:p>
            <a:pPr>
              <a:spcBef>
                <a:spcPct val="50000"/>
              </a:spcBef>
            </a:pPr>
            <a:r>
              <a:rPr lang="en-US"/>
              <a:t>4</a:t>
            </a:r>
          </a:p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graphicFrame>
        <p:nvGraphicFramePr>
          <p:cNvPr id="15362" name="Object 134"/>
          <p:cNvGraphicFramePr>
            <a:graphicFrameLocks noGrp="1" noChangeAspect="1"/>
          </p:cNvGraphicFramePr>
          <p:nvPr>
            <p:ph idx="1"/>
          </p:nvPr>
        </p:nvGraphicFramePr>
        <p:xfrm>
          <a:off x="6400800" y="1600200"/>
          <a:ext cx="1219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3" imgW="596880" imgH="203040" progId="Equation.3">
                  <p:embed/>
                </p:oleObj>
              </mc:Choice>
              <mc:Fallback>
                <p:oleObj name="Equation" r:id="rId3" imgW="596880" imgH="203040" progId="Equation.3">
                  <p:embed/>
                  <p:pic>
                    <p:nvPicPr>
                      <p:cNvPr id="15362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600200"/>
                        <a:ext cx="12192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720A6C-10B0-4FFA-B9E8-1E5BBFC8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1752600"/>
            <a:ext cx="4267200" cy="3567113"/>
            <a:chOff x="1200" y="1152"/>
            <a:chExt cx="2688" cy="2247"/>
          </a:xfrm>
        </p:grpSpPr>
        <p:sp>
          <p:nvSpPr>
            <p:cNvPr id="16429" name="Line 4"/>
            <p:cNvSpPr>
              <a:spLocks noChangeShapeType="1"/>
            </p:cNvSpPr>
            <p:nvPr/>
          </p:nvSpPr>
          <p:spPr bwMode="auto">
            <a:xfrm>
              <a:off x="1344" y="2064"/>
              <a:ext cx="48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30" name="Line 5"/>
            <p:cNvSpPr>
              <a:spLocks noChangeShapeType="1"/>
            </p:cNvSpPr>
            <p:nvPr/>
          </p:nvSpPr>
          <p:spPr bwMode="auto">
            <a:xfrm flipH="1" flipV="1">
              <a:off x="2640" y="1344"/>
              <a:ext cx="1104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31" name="Line 6"/>
            <p:cNvSpPr>
              <a:spLocks noChangeShapeType="1"/>
            </p:cNvSpPr>
            <p:nvPr/>
          </p:nvSpPr>
          <p:spPr bwMode="auto">
            <a:xfrm flipH="1" flipV="1">
              <a:off x="1440" y="2064"/>
              <a:ext cx="1776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32" name="Line 7"/>
            <p:cNvSpPr>
              <a:spLocks noChangeShapeType="1"/>
            </p:cNvSpPr>
            <p:nvPr/>
          </p:nvSpPr>
          <p:spPr bwMode="auto">
            <a:xfrm flipV="1">
              <a:off x="1392" y="1344"/>
              <a:ext cx="105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33" name="Oval 8"/>
            <p:cNvSpPr>
              <a:spLocks noChangeArrowheads="1"/>
            </p:cNvSpPr>
            <p:nvPr/>
          </p:nvSpPr>
          <p:spPr bwMode="auto">
            <a:xfrm rot="5400000">
              <a:off x="2448" y="115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6434" name="Oval 9"/>
            <p:cNvSpPr>
              <a:spLocks noChangeArrowheads="1"/>
            </p:cNvSpPr>
            <p:nvPr/>
          </p:nvSpPr>
          <p:spPr bwMode="auto">
            <a:xfrm rot="5400000">
              <a:off x="1200" y="187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6435" name="Oval 10"/>
            <p:cNvSpPr>
              <a:spLocks noChangeArrowheads="1"/>
            </p:cNvSpPr>
            <p:nvPr/>
          </p:nvSpPr>
          <p:spPr bwMode="auto">
            <a:xfrm rot="5400000">
              <a:off x="1776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6436" name="Oval 11"/>
            <p:cNvSpPr>
              <a:spLocks noChangeArrowheads="1"/>
            </p:cNvSpPr>
            <p:nvPr/>
          </p:nvSpPr>
          <p:spPr bwMode="auto">
            <a:xfrm rot="5400000">
              <a:off x="3648" y="1920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6437" name="Oval 12"/>
            <p:cNvSpPr>
              <a:spLocks noChangeArrowheads="1"/>
            </p:cNvSpPr>
            <p:nvPr/>
          </p:nvSpPr>
          <p:spPr bwMode="auto">
            <a:xfrm rot="5400000">
              <a:off x="3120" y="2976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6438" name="Line 13"/>
            <p:cNvSpPr>
              <a:spLocks noChangeShapeType="1"/>
            </p:cNvSpPr>
            <p:nvPr/>
          </p:nvSpPr>
          <p:spPr bwMode="auto">
            <a:xfrm>
              <a:off x="2016" y="312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39" name="Line 14"/>
            <p:cNvSpPr>
              <a:spLocks noChangeShapeType="1"/>
            </p:cNvSpPr>
            <p:nvPr/>
          </p:nvSpPr>
          <p:spPr bwMode="auto">
            <a:xfrm flipV="1">
              <a:off x="3264" y="2112"/>
              <a:ext cx="43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40" name="Line 15"/>
            <p:cNvSpPr>
              <a:spLocks noChangeShapeType="1"/>
            </p:cNvSpPr>
            <p:nvPr/>
          </p:nvSpPr>
          <p:spPr bwMode="auto">
            <a:xfrm flipH="1">
              <a:off x="1920" y="1392"/>
              <a:ext cx="624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41" name="Line 16"/>
            <p:cNvSpPr>
              <a:spLocks noChangeShapeType="1"/>
            </p:cNvSpPr>
            <p:nvPr/>
          </p:nvSpPr>
          <p:spPr bwMode="auto">
            <a:xfrm>
              <a:off x="2592" y="1392"/>
              <a:ext cx="576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42" name="Line 17"/>
            <p:cNvSpPr>
              <a:spLocks noChangeShapeType="1"/>
            </p:cNvSpPr>
            <p:nvPr/>
          </p:nvSpPr>
          <p:spPr bwMode="auto">
            <a:xfrm>
              <a:off x="1440" y="2016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43" name="Text Box 18"/>
            <p:cNvSpPr txBox="1">
              <a:spLocks noChangeArrowheads="1"/>
            </p:cNvSpPr>
            <p:nvPr/>
          </p:nvSpPr>
          <p:spPr bwMode="auto">
            <a:xfrm>
              <a:off x="1632" y="144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6444" name="Text Box 19"/>
            <p:cNvSpPr txBox="1">
              <a:spLocks noChangeArrowheads="1"/>
            </p:cNvSpPr>
            <p:nvPr/>
          </p:nvSpPr>
          <p:spPr bwMode="auto">
            <a:xfrm>
              <a:off x="3024" y="124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6445" name="Text Box 20"/>
            <p:cNvSpPr txBox="1">
              <a:spLocks noChangeArrowheads="1"/>
            </p:cNvSpPr>
            <p:nvPr/>
          </p:nvSpPr>
          <p:spPr bwMode="auto">
            <a:xfrm>
              <a:off x="3072" y="1824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6446" name="Text Box 21"/>
            <p:cNvSpPr txBox="1">
              <a:spLocks noChangeArrowheads="1"/>
            </p:cNvSpPr>
            <p:nvPr/>
          </p:nvSpPr>
          <p:spPr bwMode="auto">
            <a:xfrm>
              <a:off x="1296" y="24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-4</a:t>
              </a:r>
            </a:p>
          </p:txBody>
        </p:sp>
        <p:sp>
          <p:nvSpPr>
            <p:cNvPr id="16447" name="Text Box 22"/>
            <p:cNvSpPr txBox="1">
              <a:spLocks noChangeArrowheads="1"/>
            </p:cNvSpPr>
            <p:nvPr/>
          </p:nvSpPr>
          <p:spPr bwMode="auto">
            <a:xfrm>
              <a:off x="2496" y="31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6448" name="Text Box 23"/>
            <p:cNvSpPr txBox="1">
              <a:spLocks noChangeArrowheads="1"/>
            </p:cNvSpPr>
            <p:nvPr/>
          </p:nvSpPr>
          <p:spPr bwMode="auto">
            <a:xfrm>
              <a:off x="1776" y="2112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6449" name="Text Box 24"/>
            <p:cNvSpPr txBox="1">
              <a:spLocks noChangeArrowheads="1"/>
            </p:cNvSpPr>
            <p:nvPr/>
          </p:nvSpPr>
          <p:spPr bwMode="auto">
            <a:xfrm>
              <a:off x="3024" y="2496"/>
              <a:ext cx="1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6450" name="Text Box 25"/>
            <p:cNvSpPr txBox="1">
              <a:spLocks noChangeArrowheads="1"/>
            </p:cNvSpPr>
            <p:nvPr/>
          </p:nvSpPr>
          <p:spPr bwMode="auto">
            <a:xfrm>
              <a:off x="3456" y="249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-5</a:t>
              </a:r>
            </a:p>
          </p:txBody>
        </p:sp>
        <p:sp>
          <p:nvSpPr>
            <p:cNvPr id="16451" name="Text Box 26"/>
            <p:cNvSpPr txBox="1">
              <a:spLocks noChangeArrowheads="1"/>
            </p:cNvSpPr>
            <p:nvPr/>
          </p:nvSpPr>
          <p:spPr bwMode="auto">
            <a:xfrm>
              <a:off x="2016" y="2736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</p:grpSp>
      <p:graphicFrame>
        <p:nvGraphicFramePr>
          <p:cNvPr id="172109" name="Group 77"/>
          <p:cNvGraphicFramePr>
            <a:graphicFrameLocks noGrp="1"/>
          </p:cNvGraphicFramePr>
          <p:nvPr/>
        </p:nvGraphicFramePr>
        <p:xfrm>
          <a:off x="5943600" y="2590800"/>
          <a:ext cx="2057400" cy="2103439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427" name="Text Box 65"/>
          <p:cNvSpPr txBox="1">
            <a:spLocks noChangeArrowheads="1"/>
          </p:cNvSpPr>
          <p:nvPr/>
        </p:nvSpPr>
        <p:spPr bwMode="auto">
          <a:xfrm>
            <a:off x="5867400" y="2209800"/>
            <a:ext cx="297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1     2    3    4     5</a:t>
            </a:r>
          </a:p>
        </p:txBody>
      </p:sp>
      <p:sp>
        <p:nvSpPr>
          <p:cNvPr id="16428" name="Text Box 66"/>
          <p:cNvSpPr txBox="1">
            <a:spLocks noChangeArrowheads="1"/>
          </p:cNvSpPr>
          <p:nvPr/>
        </p:nvSpPr>
        <p:spPr bwMode="auto">
          <a:xfrm>
            <a:off x="5562600" y="2667000"/>
            <a:ext cx="533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  <a:p>
            <a:pPr>
              <a:spcBef>
                <a:spcPct val="50000"/>
              </a:spcBef>
            </a:pPr>
            <a:r>
              <a:rPr lang="en-US"/>
              <a:t>2</a:t>
            </a:r>
          </a:p>
          <a:p>
            <a:pPr>
              <a:spcBef>
                <a:spcPct val="50000"/>
              </a:spcBef>
            </a:pPr>
            <a:r>
              <a:rPr lang="en-US"/>
              <a:t>3</a:t>
            </a:r>
          </a:p>
          <a:p>
            <a:pPr>
              <a:spcBef>
                <a:spcPct val="50000"/>
              </a:spcBef>
            </a:pPr>
            <a:r>
              <a:rPr lang="en-US"/>
              <a:t>4</a:t>
            </a:r>
          </a:p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graphicFrame>
        <p:nvGraphicFramePr>
          <p:cNvPr id="16386" name="Object 67"/>
          <p:cNvGraphicFramePr>
            <a:graphicFrameLocks noGrp="1" noChangeAspect="1"/>
          </p:cNvGraphicFramePr>
          <p:nvPr>
            <p:ph idx="1"/>
          </p:nvPr>
        </p:nvGraphicFramePr>
        <p:xfrm>
          <a:off x="6705600" y="1600200"/>
          <a:ext cx="609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3" imgW="279360" imgH="190440" progId="Equation.3">
                  <p:embed/>
                </p:oleObj>
              </mc:Choice>
              <mc:Fallback>
                <p:oleObj name="Equation" r:id="rId3" imgW="279360" imgH="190440" progId="Equation.3">
                  <p:embed/>
                  <p:pic>
                    <p:nvPicPr>
                      <p:cNvPr id="16386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600200"/>
                        <a:ext cx="6096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508A6B-329F-4336-8F41-566ACD76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1752600"/>
            <a:ext cx="4267200" cy="3567113"/>
            <a:chOff x="1200" y="1152"/>
            <a:chExt cx="2688" cy="2247"/>
          </a:xfrm>
        </p:grpSpPr>
        <p:sp>
          <p:nvSpPr>
            <p:cNvPr id="17453" name="Line 4"/>
            <p:cNvSpPr>
              <a:spLocks noChangeShapeType="1"/>
            </p:cNvSpPr>
            <p:nvPr/>
          </p:nvSpPr>
          <p:spPr bwMode="auto">
            <a:xfrm>
              <a:off x="1344" y="2064"/>
              <a:ext cx="48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4" name="Line 5"/>
            <p:cNvSpPr>
              <a:spLocks noChangeShapeType="1"/>
            </p:cNvSpPr>
            <p:nvPr/>
          </p:nvSpPr>
          <p:spPr bwMode="auto">
            <a:xfrm flipH="1" flipV="1">
              <a:off x="2640" y="1344"/>
              <a:ext cx="1104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5" name="Line 6"/>
            <p:cNvSpPr>
              <a:spLocks noChangeShapeType="1"/>
            </p:cNvSpPr>
            <p:nvPr/>
          </p:nvSpPr>
          <p:spPr bwMode="auto">
            <a:xfrm flipH="1" flipV="1">
              <a:off x="1440" y="2064"/>
              <a:ext cx="1776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6" name="Line 7"/>
            <p:cNvSpPr>
              <a:spLocks noChangeShapeType="1"/>
            </p:cNvSpPr>
            <p:nvPr/>
          </p:nvSpPr>
          <p:spPr bwMode="auto">
            <a:xfrm flipV="1">
              <a:off x="1392" y="1344"/>
              <a:ext cx="105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7" name="Oval 8"/>
            <p:cNvSpPr>
              <a:spLocks noChangeArrowheads="1"/>
            </p:cNvSpPr>
            <p:nvPr/>
          </p:nvSpPr>
          <p:spPr bwMode="auto">
            <a:xfrm rot="5400000">
              <a:off x="2448" y="115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7458" name="Oval 9"/>
            <p:cNvSpPr>
              <a:spLocks noChangeArrowheads="1"/>
            </p:cNvSpPr>
            <p:nvPr/>
          </p:nvSpPr>
          <p:spPr bwMode="auto">
            <a:xfrm rot="5400000">
              <a:off x="1200" y="187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7459" name="Oval 10"/>
            <p:cNvSpPr>
              <a:spLocks noChangeArrowheads="1"/>
            </p:cNvSpPr>
            <p:nvPr/>
          </p:nvSpPr>
          <p:spPr bwMode="auto">
            <a:xfrm rot="5400000">
              <a:off x="1776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7460" name="Oval 11"/>
            <p:cNvSpPr>
              <a:spLocks noChangeArrowheads="1"/>
            </p:cNvSpPr>
            <p:nvPr/>
          </p:nvSpPr>
          <p:spPr bwMode="auto">
            <a:xfrm rot="5400000">
              <a:off x="3648" y="1920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7461" name="Oval 12"/>
            <p:cNvSpPr>
              <a:spLocks noChangeArrowheads="1"/>
            </p:cNvSpPr>
            <p:nvPr/>
          </p:nvSpPr>
          <p:spPr bwMode="auto">
            <a:xfrm rot="5400000">
              <a:off x="3120" y="2976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7462" name="Line 13"/>
            <p:cNvSpPr>
              <a:spLocks noChangeShapeType="1"/>
            </p:cNvSpPr>
            <p:nvPr/>
          </p:nvSpPr>
          <p:spPr bwMode="auto">
            <a:xfrm>
              <a:off x="2016" y="312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63" name="Line 14"/>
            <p:cNvSpPr>
              <a:spLocks noChangeShapeType="1"/>
            </p:cNvSpPr>
            <p:nvPr/>
          </p:nvSpPr>
          <p:spPr bwMode="auto">
            <a:xfrm flipV="1">
              <a:off x="3264" y="2112"/>
              <a:ext cx="43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64" name="Line 15"/>
            <p:cNvSpPr>
              <a:spLocks noChangeShapeType="1"/>
            </p:cNvSpPr>
            <p:nvPr/>
          </p:nvSpPr>
          <p:spPr bwMode="auto">
            <a:xfrm flipH="1">
              <a:off x="1920" y="1392"/>
              <a:ext cx="624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65" name="Line 16"/>
            <p:cNvSpPr>
              <a:spLocks noChangeShapeType="1"/>
            </p:cNvSpPr>
            <p:nvPr/>
          </p:nvSpPr>
          <p:spPr bwMode="auto">
            <a:xfrm>
              <a:off x="2592" y="1392"/>
              <a:ext cx="576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66" name="Line 17"/>
            <p:cNvSpPr>
              <a:spLocks noChangeShapeType="1"/>
            </p:cNvSpPr>
            <p:nvPr/>
          </p:nvSpPr>
          <p:spPr bwMode="auto">
            <a:xfrm>
              <a:off x="1440" y="2016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67" name="Text Box 18"/>
            <p:cNvSpPr txBox="1">
              <a:spLocks noChangeArrowheads="1"/>
            </p:cNvSpPr>
            <p:nvPr/>
          </p:nvSpPr>
          <p:spPr bwMode="auto">
            <a:xfrm>
              <a:off x="1632" y="144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7468" name="Text Box 19"/>
            <p:cNvSpPr txBox="1">
              <a:spLocks noChangeArrowheads="1"/>
            </p:cNvSpPr>
            <p:nvPr/>
          </p:nvSpPr>
          <p:spPr bwMode="auto">
            <a:xfrm>
              <a:off x="3024" y="124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7469" name="Text Box 20"/>
            <p:cNvSpPr txBox="1">
              <a:spLocks noChangeArrowheads="1"/>
            </p:cNvSpPr>
            <p:nvPr/>
          </p:nvSpPr>
          <p:spPr bwMode="auto">
            <a:xfrm>
              <a:off x="3072" y="1824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7470" name="Text Box 21"/>
            <p:cNvSpPr txBox="1">
              <a:spLocks noChangeArrowheads="1"/>
            </p:cNvSpPr>
            <p:nvPr/>
          </p:nvSpPr>
          <p:spPr bwMode="auto">
            <a:xfrm>
              <a:off x="1296" y="24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-4</a:t>
              </a:r>
            </a:p>
          </p:txBody>
        </p:sp>
        <p:sp>
          <p:nvSpPr>
            <p:cNvPr id="17471" name="Text Box 22"/>
            <p:cNvSpPr txBox="1">
              <a:spLocks noChangeArrowheads="1"/>
            </p:cNvSpPr>
            <p:nvPr/>
          </p:nvSpPr>
          <p:spPr bwMode="auto">
            <a:xfrm>
              <a:off x="2496" y="31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7472" name="Text Box 23"/>
            <p:cNvSpPr txBox="1">
              <a:spLocks noChangeArrowheads="1"/>
            </p:cNvSpPr>
            <p:nvPr/>
          </p:nvSpPr>
          <p:spPr bwMode="auto">
            <a:xfrm>
              <a:off x="1776" y="2112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7473" name="Text Box 24"/>
            <p:cNvSpPr txBox="1">
              <a:spLocks noChangeArrowheads="1"/>
            </p:cNvSpPr>
            <p:nvPr/>
          </p:nvSpPr>
          <p:spPr bwMode="auto">
            <a:xfrm>
              <a:off x="3024" y="2496"/>
              <a:ext cx="1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7474" name="Text Box 25"/>
            <p:cNvSpPr txBox="1">
              <a:spLocks noChangeArrowheads="1"/>
            </p:cNvSpPr>
            <p:nvPr/>
          </p:nvSpPr>
          <p:spPr bwMode="auto">
            <a:xfrm>
              <a:off x="3456" y="249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-5</a:t>
              </a:r>
            </a:p>
          </p:txBody>
        </p:sp>
        <p:sp>
          <p:nvSpPr>
            <p:cNvPr id="17475" name="Text Box 26"/>
            <p:cNvSpPr txBox="1">
              <a:spLocks noChangeArrowheads="1"/>
            </p:cNvSpPr>
            <p:nvPr/>
          </p:nvSpPr>
          <p:spPr bwMode="auto">
            <a:xfrm>
              <a:off x="2016" y="2736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</p:grpSp>
      <p:graphicFrame>
        <p:nvGraphicFramePr>
          <p:cNvPr id="173129" name="Group 73"/>
          <p:cNvGraphicFramePr>
            <a:graphicFrameLocks noGrp="1"/>
          </p:cNvGraphicFramePr>
          <p:nvPr/>
        </p:nvGraphicFramePr>
        <p:xfrm>
          <a:off x="5943600" y="2590800"/>
          <a:ext cx="2286000" cy="2103439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51" name="Text Box 65"/>
          <p:cNvSpPr txBox="1">
            <a:spLocks noChangeArrowheads="1"/>
          </p:cNvSpPr>
          <p:nvPr/>
        </p:nvSpPr>
        <p:spPr bwMode="auto">
          <a:xfrm>
            <a:off x="5867400" y="2209800"/>
            <a:ext cx="297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1     2    3     4      5</a:t>
            </a:r>
          </a:p>
        </p:txBody>
      </p:sp>
      <p:sp>
        <p:nvSpPr>
          <p:cNvPr id="17452" name="Text Box 66"/>
          <p:cNvSpPr txBox="1">
            <a:spLocks noChangeArrowheads="1"/>
          </p:cNvSpPr>
          <p:nvPr/>
        </p:nvSpPr>
        <p:spPr bwMode="auto">
          <a:xfrm>
            <a:off x="5562600" y="2667000"/>
            <a:ext cx="533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  <a:p>
            <a:pPr>
              <a:spcBef>
                <a:spcPct val="50000"/>
              </a:spcBef>
            </a:pPr>
            <a:r>
              <a:rPr lang="en-US"/>
              <a:t>2</a:t>
            </a:r>
          </a:p>
          <a:p>
            <a:pPr>
              <a:spcBef>
                <a:spcPct val="50000"/>
              </a:spcBef>
            </a:pPr>
            <a:r>
              <a:rPr lang="en-US"/>
              <a:t>3</a:t>
            </a:r>
          </a:p>
          <a:p>
            <a:pPr>
              <a:spcBef>
                <a:spcPct val="50000"/>
              </a:spcBef>
            </a:pPr>
            <a:r>
              <a:rPr lang="en-US"/>
              <a:t>4</a:t>
            </a:r>
          </a:p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graphicFrame>
        <p:nvGraphicFramePr>
          <p:cNvPr id="17410" name="Object 67"/>
          <p:cNvGraphicFramePr>
            <a:graphicFrameLocks noGrp="1" noChangeAspect="1"/>
          </p:cNvGraphicFramePr>
          <p:nvPr>
            <p:ph idx="1"/>
          </p:nvPr>
        </p:nvGraphicFramePr>
        <p:xfrm>
          <a:off x="6705600" y="1609725"/>
          <a:ext cx="609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3" imgW="291960" imgH="190440" progId="Equation.3">
                  <p:embed/>
                </p:oleObj>
              </mc:Choice>
              <mc:Fallback>
                <p:oleObj name="Equation" r:id="rId3" imgW="291960" imgH="190440" progId="Equation.3">
                  <p:embed/>
                  <p:pic>
                    <p:nvPicPr>
                      <p:cNvPr id="1741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609725"/>
                        <a:ext cx="6096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CC67C-4191-4ED9-8D37-8682C077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1752600"/>
            <a:ext cx="4267200" cy="3567113"/>
            <a:chOff x="1200" y="1152"/>
            <a:chExt cx="2688" cy="2247"/>
          </a:xfrm>
        </p:grpSpPr>
        <p:sp>
          <p:nvSpPr>
            <p:cNvPr id="18477" name="Line 4"/>
            <p:cNvSpPr>
              <a:spLocks noChangeShapeType="1"/>
            </p:cNvSpPr>
            <p:nvPr/>
          </p:nvSpPr>
          <p:spPr bwMode="auto">
            <a:xfrm>
              <a:off x="1344" y="2064"/>
              <a:ext cx="48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78" name="Line 5"/>
            <p:cNvSpPr>
              <a:spLocks noChangeShapeType="1"/>
            </p:cNvSpPr>
            <p:nvPr/>
          </p:nvSpPr>
          <p:spPr bwMode="auto">
            <a:xfrm flipH="1" flipV="1">
              <a:off x="2640" y="1344"/>
              <a:ext cx="1104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79" name="Line 6"/>
            <p:cNvSpPr>
              <a:spLocks noChangeShapeType="1"/>
            </p:cNvSpPr>
            <p:nvPr/>
          </p:nvSpPr>
          <p:spPr bwMode="auto">
            <a:xfrm flipH="1" flipV="1">
              <a:off x="1440" y="2064"/>
              <a:ext cx="1776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80" name="Line 7"/>
            <p:cNvSpPr>
              <a:spLocks noChangeShapeType="1"/>
            </p:cNvSpPr>
            <p:nvPr/>
          </p:nvSpPr>
          <p:spPr bwMode="auto">
            <a:xfrm flipV="1">
              <a:off x="1392" y="1344"/>
              <a:ext cx="105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81" name="Oval 8"/>
            <p:cNvSpPr>
              <a:spLocks noChangeArrowheads="1"/>
            </p:cNvSpPr>
            <p:nvPr/>
          </p:nvSpPr>
          <p:spPr bwMode="auto">
            <a:xfrm rot="5400000">
              <a:off x="2448" y="115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8482" name="Oval 9"/>
            <p:cNvSpPr>
              <a:spLocks noChangeArrowheads="1"/>
            </p:cNvSpPr>
            <p:nvPr/>
          </p:nvSpPr>
          <p:spPr bwMode="auto">
            <a:xfrm rot="5400000">
              <a:off x="1200" y="187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8483" name="Oval 10"/>
            <p:cNvSpPr>
              <a:spLocks noChangeArrowheads="1"/>
            </p:cNvSpPr>
            <p:nvPr/>
          </p:nvSpPr>
          <p:spPr bwMode="auto">
            <a:xfrm rot="5400000">
              <a:off x="1776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8484" name="Oval 11"/>
            <p:cNvSpPr>
              <a:spLocks noChangeArrowheads="1"/>
            </p:cNvSpPr>
            <p:nvPr/>
          </p:nvSpPr>
          <p:spPr bwMode="auto">
            <a:xfrm rot="5400000">
              <a:off x="3648" y="1920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8485" name="Oval 12"/>
            <p:cNvSpPr>
              <a:spLocks noChangeArrowheads="1"/>
            </p:cNvSpPr>
            <p:nvPr/>
          </p:nvSpPr>
          <p:spPr bwMode="auto">
            <a:xfrm rot="5400000">
              <a:off x="3120" y="2976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8486" name="Line 13"/>
            <p:cNvSpPr>
              <a:spLocks noChangeShapeType="1"/>
            </p:cNvSpPr>
            <p:nvPr/>
          </p:nvSpPr>
          <p:spPr bwMode="auto">
            <a:xfrm>
              <a:off x="2016" y="312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87" name="Line 14"/>
            <p:cNvSpPr>
              <a:spLocks noChangeShapeType="1"/>
            </p:cNvSpPr>
            <p:nvPr/>
          </p:nvSpPr>
          <p:spPr bwMode="auto">
            <a:xfrm flipV="1">
              <a:off x="3264" y="2112"/>
              <a:ext cx="43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88" name="Line 15"/>
            <p:cNvSpPr>
              <a:spLocks noChangeShapeType="1"/>
            </p:cNvSpPr>
            <p:nvPr/>
          </p:nvSpPr>
          <p:spPr bwMode="auto">
            <a:xfrm flipH="1">
              <a:off x="1920" y="1392"/>
              <a:ext cx="624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89" name="Line 16"/>
            <p:cNvSpPr>
              <a:spLocks noChangeShapeType="1"/>
            </p:cNvSpPr>
            <p:nvPr/>
          </p:nvSpPr>
          <p:spPr bwMode="auto">
            <a:xfrm>
              <a:off x="2592" y="1392"/>
              <a:ext cx="576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90" name="Line 17"/>
            <p:cNvSpPr>
              <a:spLocks noChangeShapeType="1"/>
            </p:cNvSpPr>
            <p:nvPr/>
          </p:nvSpPr>
          <p:spPr bwMode="auto">
            <a:xfrm>
              <a:off x="1440" y="2016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91" name="Text Box 18"/>
            <p:cNvSpPr txBox="1">
              <a:spLocks noChangeArrowheads="1"/>
            </p:cNvSpPr>
            <p:nvPr/>
          </p:nvSpPr>
          <p:spPr bwMode="auto">
            <a:xfrm>
              <a:off x="1632" y="144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8492" name="Text Box 19"/>
            <p:cNvSpPr txBox="1">
              <a:spLocks noChangeArrowheads="1"/>
            </p:cNvSpPr>
            <p:nvPr/>
          </p:nvSpPr>
          <p:spPr bwMode="auto">
            <a:xfrm>
              <a:off x="3024" y="124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8493" name="Text Box 20"/>
            <p:cNvSpPr txBox="1">
              <a:spLocks noChangeArrowheads="1"/>
            </p:cNvSpPr>
            <p:nvPr/>
          </p:nvSpPr>
          <p:spPr bwMode="auto">
            <a:xfrm>
              <a:off x="3072" y="1824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8494" name="Text Box 21"/>
            <p:cNvSpPr txBox="1">
              <a:spLocks noChangeArrowheads="1"/>
            </p:cNvSpPr>
            <p:nvPr/>
          </p:nvSpPr>
          <p:spPr bwMode="auto">
            <a:xfrm>
              <a:off x="1296" y="24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-4</a:t>
              </a:r>
            </a:p>
          </p:txBody>
        </p:sp>
        <p:sp>
          <p:nvSpPr>
            <p:cNvPr id="18495" name="Text Box 22"/>
            <p:cNvSpPr txBox="1">
              <a:spLocks noChangeArrowheads="1"/>
            </p:cNvSpPr>
            <p:nvPr/>
          </p:nvSpPr>
          <p:spPr bwMode="auto">
            <a:xfrm>
              <a:off x="2496" y="31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8496" name="Text Box 23"/>
            <p:cNvSpPr txBox="1">
              <a:spLocks noChangeArrowheads="1"/>
            </p:cNvSpPr>
            <p:nvPr/>
          </p:nvSpPr>
          <p:spPr bwMode="auto">
            <a:xfrm>
              <a:off x="1776" y="2112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8497" name="Text Box 24"/>
            <p:cNvSpPr txBox="1">
              <a:spLocks noChangeArrowheads="1"/>
            </p:cNvSpPr>
            <p:nvPr/>
          </p:nvSpPr>
          <p:spPr bwMode="auto">
            <a:xfrm>
              <a:off x="3024" y="2496"/>
              <a:ext cx="1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8498" name="Text Box 25"/>
            <p:cNvSpPr txBox="1">
              <a:spLocks noChangeArrowheads="1"/>
            </p:cNvSpPr>
            <p:nvPr/>
          </p:nvSpPr>
          <p:spPr bwMode="auto">
            <a:xfrm>
              <a:off x="3456" y="249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-5</a:t>
              </a:r>
            </a:p>
          </p:txBody>
        </p:sp>
        <p:sp>
          <p:nvSpPr>
            <p:cNvPr id="18499" name="Text Box 26"/>
            <p:cNvSpPr txBox="1">
              <a:spLocks noChangeArrowheads="1"/>
            </p:cNvSpPr>
            <p:nvPr/>
          </p:nvSpPr>
          <p:spPr bwMode="auto">
            <a:xfrm>
              <a:off x="2016" y="2736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</p:grpSp>
      <p:graphicFrame>
        <p:nvGraphicFramePr>
          <p:cNvPr id="174164" name="Group 84"/>
          <p:cNvGraphicFramePr>
            <a:graphicFrameLocks noGrp="1"/>
          </p:cNvGraphicFramePr>
          <p:nvPr/>
        </p:nvGraphicFramePr>
        <p:xfrm>
          <a:off x="5943600" y="2590800"/>
          <a:ext cx="2286000" cy="210343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75" name="Text Box 65"/>
          <p:cNvSpPr txBox="1">
            <a:spLocks noChangeArrowheads="1"/>
          </p:cNvSpPr>
          <p:nvPr/>
        </p:nvSpPr>
        <p:spPr bwMode="auto">
          <a:xfrm>
            <a:off x="5867400" y="2209800"/>
            <a:ext cx="297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1     2    3     4      5</a:t>
            </a:r>
          </a:p>
        </p:txBody>
      </p:sp>
      <p:sp>
        <p:nvSpPr>
          <p:cNvPr id="18476" name="Text Box 66"/>
          <p:cNvSpPr txBox="1">
            <a:spLocks noChangeArrowheads="1"/>
          </p:cNvSpPr>
          <p:nvPr/>
        </p:nvSpPr>
        <p:spPr bwMode="auto">
          <a:xfrm>
            <a:off x="5562600" y="2667000"/>
            <a:ext cx="533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  <a:p>
            <a:pPr>
              <a:spcBef>
                <a:spcPct val="50000"/>
              </a:spcBef>
            </a:pPr>
            <a:r>
              <a:rPr lang="en-US"/>
              <a:t>2</a:t>
            </a:r>
          </a:p>
          <a:p>
            <a:pPr>
              <a:spcBef>
                <a:spcPct val="50000"/>
              </a:spcBef>
            </a:pPr>
            <a:r>
              <a:rPr lang="en-US"/>
              <a:t>3</a:t>
            </a:r>
          </a:p>
          <a:p>
            <a:pPr>
              <a:spcBef>
                <a:spcPct val="50000"/>
              </a:spcBef>
            </a:pPr>
            <a:r>
              <a:rPr lang="en-US"/>
              <a:t>4</a:t>
            </a:r>
          </a:p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graphicFrame>
        <p:nvGraphicFramePr>
          <p:cNvPr id="18434" name="Object 67"/>
          <p:cNvGraphicFramePr>
            <a:graphicFrameLocks noGrp="1" noChangeAspect="1"/>
          </p:cNvGraphicFramePr>
          <p:nvPr>
            <p:ph idx="1"/>
          </p:nvPr>
        </p:nvGraphicFramePr>
        <p:xfrm>
          <a:off x="6718300" y="1609725"/>
          <a:ext cx="5826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3" imgW="279360" imgH="190440" progId="Equation.3">
                  <p:embed/>
                </p:oleObj>
              </mc:Choice>
              <mc:Fallback>
                <p:oleObj name="Equation" r:id="rId3" imgW="279360" imgH="190440" progId="Equation.3">
                  <p:embed/>
                  <p:pic>
                    <p:nvPicPr>
                      <p:cNvPr id="18434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1609725"/>
                        <a:ext cx="582613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9A308C-C143-48B7-975E-9340F5C1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1752600"/>
            <a:ext cx="4267200" cy="3567113"/>
            <a:chOff x="1200" y="1152"/>
            <a:chExt cx="2688" cy="2247"/>
          </a:xfrm>
        </p:grpSpPr>
        <p:sp>
          <p:nvSpPr>
            <p:cNvPr id="19501" name="Line 4"/>
            <p:cNvSpPr>
              <a:spLocks noChangeShapeType="1"/>
            </p:cNvSpPr>
            <p:nvPr/>
          </p:nvSpPr>
          <p:spPr bwMode="auto">
            <a:xfrm>
              <a:off x="1344" y="2064"/>
              <a:ext cx="48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02" name="Line 5"/>
            <p:cNvSpPr>
              <a:spLocks noChangeShapeType="1"/>
            </p:cNvSpPr>
            <p:nvPr/>
          </p:nvSpPr>
          <p:spPr bwMode="auto">
            <a:xfrm flipH="1" flipV="1">
              <a:off x="2640" y="1344"/>
              <a:ext cx="1104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03" name="Line 6"/>
            <p:cNvSpPr>
              <a:spLocks noChangeShapeType="1"/>
            </p:cNvSpPr>
            <p:nvPr/>
          </p:nvSpPr>
          <p:spPr bwMode="auto">
            <a:xfrm flipH="1" flipV="1">
              <a:off x="1440" y="2064"/>
              <a:ext cx="1776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04" name="Line 7"/>
            <p:cNvSpPr>
              <a:spLocks noChangeShapeType="1"/>
            </p:cNvSpPr>
            <p:nvPr/>
          </p:nvSpPr>
          <p:spPr bwMode="auto">
            <a:xfrm flipV="1">
              <a:off x="1392" y="1344"/>
              <a:ext cx="105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05" name="Oval 8"/>
            <p:cNvSpPr>
              <a:spLocks noChangeArrowheads="1"/>
            </p:cNvSpPr>
            <p:nvPr/>
          </p:nvSpPr>
          <p:spPr bwMode="auto">
            <a:xfrm rot="5400000">
              <a:off x="2448" y="115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9506" name="Oval 9"/>
            <p:cNvSpPr>
              <a:spLocks noChangeArrowheads="1"/>
            </p:cNvSpPr>
            <p:nvPr/>
          </p:nvSpPr>
          <p:spPr bwMode="auto">
            <a:xfrm rot="5400000">
              <a:off x="1200" y="187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9507" name="Oval 10"/>
            <p:cNvSpPr>
              <a:spLocks noChangeArrowheads="1"/>
            </p:cNvSpPr>
            <p:nvPr/>
          </p:nvSpPr>
          <p:spPr bwMode="auto">
            <a:xfrm rot="5400000">
              <a:off x="1776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9508" name="Oval 11"/>
            <p:cNvSpPr>
              <a:spLocks noChangeArrowheads="1"/>
            </p:cNvSpPr>
            <p:nvPr/>
          </p:nvSpPr>
          <p:spPr bwMode="auto">
            <a:xfrm rot="5400000">
              <a:off x="3648" y="1920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9509" name="Oval 12"/>
            <p:cNvSpPr>
              <a:spLocks noChangeArrowheads="1"/>
            </p:cNvSpPr>
            <p:nvPr/>
          </p:nvSpPr>
          <p:spPr bwMode="auto">
            <a:xfrm rot="5400000">
              <a:off x="3120" y="2976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9510" name="Line 13"/>
            <p:cNvSpPr>
              <a:spLocks noChangeShapeType="1"/>
            </p:cNvSpPr>
            <p:nvPr/>
          </p:nvSpPr>
          <p:spPr bwMode="auto">
            <a:xfrm>
              <a:off x="2016" y="312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11" name="Line 14"/>
            <p:cNvSpPr>
              <a:spLocks noChangeShapeType="1"/>
            </p:cNvSpPr>
            <p:nvPr/>
          </p:nvSpPr>
          <p:spPr bwMode="auto">
            <a:xfrm flipV="1">
              <a:off x="3264" y="2112"/>
              <a:ext cx="43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12" name="Line 15"/>
            <p:cNvSpPr>
              <a:spLocks noChangeShapeType="1"/>
            </p:cNvSpPr>
            <p:nvPr/>
          </p:nvSpPr>
          <p:spPr bwMode="auto">
            <a:xfrm flipH="1">
              <a:off x="1920" y="1392"/>
              <a:ext cx="624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13" name="Line 16"/>
            <p:cNvSpPr>
              <a:spLocks noChangeShapeType="1"/>
            </p:cNvSpPr>
            <p:nvPr/>
          </p:nvSpPr>
          <p:spPr bwMode="auto">
            <a:xfrm>
              <a:off x="2592" y="1392"/>
              <a:ext cx="576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14" name="Line 17"/>
            <p:cNvSpPr>
              <a:spLocks noChangeShapeType="1"/>
            </p:cNvSpPr>
            <p:nvPr/>
          </p:nvSpPr>
          <p:spPr bwMode="auto">
            <a:xfrm>
              <a:off x="1440" y="2016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515" name="Text Box 18"/>
            <p:cNvSpPr txBox="1">
              <a:spLocks noChangeArrowheads="1"/>
            </p:cNvSpPr>
            <p:nvPr/>
          </p:nvSpPr>
          <p:spPr bwMode="auto">
            <a:xfrm>
              <a:off x="1632" y="144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9516" name="Text Box 19"/>
            <p:cNvSpPr txBox="1">
              <a:spLocks noChangeArrowheads="1"/>
            </p:cNvSpPr>
            <p:nvPr/>
          </p:nvSpPr>
          <p:spPr bwMode="auto">
            <a:xfrm>
              <a:off x="3024" y="124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19517" name="Text Box 20"/>
            <p:cNvSpPr txBox="1">
              <a:spLocks noChangeArrowheads="1"/>
            </p:cNvSpPr>
            <p:nvPr/>
          </p:nvSpPr>
          <p:spPr bwMode="auto">
            <a:xfrm>
              <a:off x="3072" y="1824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19518" name="Text Box 21"/>
            <p:cNvSpPr txBox="1">
              <a:spLocks noChangeArrowheads="1"/>
            </p:cNvSpPr>
            <p:nvPr/>
          </p:nvSpPr>
          <p:spPr bwMode="auto">
            <a:xfrm>
              <a:off x="1296" y="24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-4</a:t>
              </a:r>
            </a:p>
          </p:txBody>
        </p:sp>
        <p:sp>
          <p:nvSpPr>
            <p:cNvPr id="19519" name="Text Box 22"/>
            <p:cNvSpPr txBox="1">
              <a:spLocks noChangeArrowheads="1"/>
            </p:cNvSpPr>
            <p:nvPr/>
          </p:nvSpPr>
          <p:spPr bwMode="auto">
            <a:xfrm>
              <a:off x="2496" y="31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19520" name="Text Box 23"/>
            <p:cNvSpPr txBox="1">
              <a:spLocks noChangeArrowheads="1"/>
            </p:cNvSpPr>
            <p:nvPr/>
          </p:nvSpPr>
          <p:spPr bwMode="auto">
            <a:xfrm>
              <a:off x="1776" y="2112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9521" name="Text Box 24"/>
            <p:cNvSpPr txBox="1">
              <a:spLocks noChangeArrowheads="1"/>
            </p:cNvSpPr>
            <p:nvPr/>
          </p:nvSpPr>
          <p:spPr bwMode="auto">
            <a:xfrm>
              <a:off x="3024" y="2496"/>
              <a:ext cx="1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19522" name="Text Box 25"/>
            <p:cNvSpPr txBox="1">
              <a:spLocks noChangeArrowheads="1"/>
            </p:cNvSpPr>
            <p:nvPr/>
          </p:nvSpPr>
          <p:spPr bwMode="auto">
            <a:xfrm>
              <a:off x="3456" y="249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-5</a:t>
              </a:r>
            </a:p>
          </p:txBody>
        </p:sp>
        <p:sp>
          <p:nvSpPr>
            <p:cNvPr id="19523" name="Text Box 26"/>
            <p:cNvSpPr txBox="1">
              <a:spLocks noChangeArrowheads="1"/>
            </p:cNvSpPr>
            <p:nvPr/>
          </p:nvSpPr>
          <p:spPr bwMode="auto">
            <a:xfrm>
              <a:off x="2016" y="2736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</p:grpSp>
      <p:graphicFrame>
        <p:nvGraphicFramePr>
          <p:cNvPr id="175175" name="Group 71"/>
          <p:cNvGraphicFramePr>
            <a:graphicFrameLocks noGrp="1"/>
          </p:cNvGraphicFramePr>
          <p:nvPr/>
        </p:nvGraphicFramePr>
        <p:xfrm>
          <a:off x="5943600" y="2590800"/>
          <a:ext cx="2286000" cy="210343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99" name="Text Box 65"/>
          <p:cNvSpPr txBox="1">
            <a:spLocks noChangeArrowheads="1"/>
          </p:cNvSpPr>
          <p:nvPr/>
        </p:nvSpPr>
        <p:spPr bwMode="auto">
          <a:xfrm>
            <a:off x="5867400" y="2209800"/>
            <a:ext cx="297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1     2    3     4      5</a:t>
            </a:r>
          </a:p>
        </p:txBody>
      </p:sp>
      <p:sp>
        <p:nvSpPr>
          <p:cNvPr id="19500" name="Text Box 66"/>
          <p:cNvSpPr txBox="1">
            <a:spLocks noChangeArrowheads="1"/>
          </p:cNvSpPr>
          <p:nvPr/>
        </p:nvSpPr>
        <p:spPr bwMode="auto">
          <a:xfrm>
            <a:off x="5562600" y="2667000"/>
            <a:ext cx="533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  <a:p>
            <a:pPr>
              <a:spcBef>
                <a:spcPct val="50000"/>
              </a:spcBef>
            </a:pPr>
            <a:r>
              <a:rPr lang="en-US"/>
              <a:t>2</a:t>
            </a:r>
          </a:p>
          <a:p>
            <a:pPr>
              <a:spcBef>
                <a:spcPct val="50000"/>
              </a:spcBef>
            </a:pPr>
            <a:r>
              <a:rPr lang="en-US"/>
              <a:t>3</a:t>
            </a:r>
          </a:p>
          <a:p>
            <a:pPr>
              <a:spcBef>
                <a:spcPct val="50000"/>
              </a:spcBef>
            </a:pPr>
            <a:r>
              <a:rPr lang="en-US"/>
              <a:t>4</a:t>
            </a:r>
          </a:p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graphicFrame>
        <p:nvGraphicFramePr>
          <p:cNvPr id="19458" name="Object 67"/>
          <p:cNvGraphicFramePr>
            <a:graphicFrameLocks noGrp="1" noChangeAspect="1"/>
          </p:cNvGraphicFramePr>
          <p:nvPr>
            <p:ph idx="1"/>
          </p:nvPr>
        </p:nvGraphicFramePr>
        <p:xfrm>
          <a:off x="6718300" y="1617663"/>
          <a:ext cx="5826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3" imgW="291960" imgH="190440" progId="Equation.3">
                  <p:embed/>
                </p:oleObj>
              </mc:Choice>
              <mc:Fallback>
                <p:oleObj name="Equation" r:id="rId3" imgW="291960" imgH="190440" progId="Equation.3">
                  <p:embed/>
                  <p:pic>
                    <p:nvPicPr>
                      <p:cNvPr id="19458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1617663"/>
                        <a:ext cx="582613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16321-48CA-4CE5-8017-C334FD04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1752600"/>
            <a:ext cx="4267200" cy="3567113"/>
            <a:chOff x="1200" y="1152"/>
            <a:chExt cx="2688" cy="2247"/>
          </a:xfrm>
        </p:grpSpPr>
        <p:sp>
          <p:nvSpPr>
            <p:cNvPr id="20525" name="Line 4"/>
            <p:cNvSpPr>
              <a:spLocks noChangeShapeType="1"/>
            </p:cNvSpPr>
            <p:nvPr/>
          </p:nvSpPr>
          <p:spPr bwMode="auto">
            <a:xfrm>
              <a:off x="1344" y="2064"/>
              <a:ext cx="48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26" name="Line 5"/>
            <p:cNvSpPr>
              <a:spLocks noChangeShapeType="1"/>
            </p:cNvSpPr>
            <p:nvPr/>
          </p:nvSpPr>
          <p:spPr bwMode="auto">
            <a:xfrm flipH="1" flipV="1">
              <a:off x="2640" y="1344"/>
              <a:ext cx="1104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27" name="Line 6"/>
            <p:cNvSpPr>
              <a:spLocks noChangeShapeType="1"/>
            </p:cNvSpPr>
            <p:nvPr/>
          </p:nvSpPr>
          <p:spPr bwMode="auto">
            <a:xfrm flipH="1" flipV="1">
              <a:off x="1440" y="2064"/>
              <a:ext cx="1776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28" name="Line 7"/>
            <p:cNvSpPr>
              <a:spLocks noChangeShapeType="1"/>
            </p:cNvSpPr>
            <p:nvPr/>
          </p:nvSpPr>
          <p:spPr bwMode="auto">
            <a:xfrm flipV="1">
              <a:off x="1392" y="1344"/>
              <a:ext cx="105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29" name="Oval 8"/>
            <p:cNvSpPr>
              <a:spLocks noChangeArrowheads="1"/>
            </p:cNvSpPr>
            <p:nvPr/>
          </p:nvSpPr>
          <p:spPr bwMode="auto">
            <a:xfrm rot="5400000">
              <a:off x="2448" y="115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20530" name="Oval 9"/>
            <p:cNvSpPr>
              <a:spLocks noChangeArrowheads="1"/>
            </p:cNvSpPr>
            <p:nvPr/>
          </p:nvSpPr>
          <p:spPr bwMode="auto">
            <a:xfrm rot="5400000">
              <a:off x="1200" y="1872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20531" name="Oval 10"/>
            <p:cNvSpPr>
              <a:spLocks noChangeArrowheads="1"/>
            </p:cNvSpPr>
            <p:nvPr/>
          </p:nvSpPr>
          <p:spPr bwMode="auto">
            <a:xfrm rot="5400000">
              <a:off x="1776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20532" name="Oval 11"/>
            <p:cNvSpPr>
              <a:spLocks noChangeArrowheads="1"/>
            </p:cNvSpPr>
            <p:nvPr/>
          </p:nvSpPr>
          <p:spPr bwMode="auto">
            <a:xfrm rot="5400000">
              <a:off x="3648" y="1920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20533" name="Oval 12"/>
            <p:cNvSpPr>
              <a:spLocks noChangeArrowheads="1"/>
            </p:cNvSpPr>
            <p:nvPr/>
          </p:nvSpPr>
          <p:spPr bwMode="auto">
            <a:xfrm rot="5400000">
              <a:off x="3120" y="2976"/>
              <a:ext cx="240" cy="24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20534" name="Line 13"/>
            <p:cNvSpPr>
              <a:spLocks noChangeShapeType="1"/>
            </p:cNvSpPr>
            <p:nvPr/>
          </p:nvSpPr>
          <p:spPr bwMode="auto">
            <a:xfrm>
              <a:off x="2016" y="312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35" name="Line 14"/>
            <p:cNvSpPr>
              <a:spLocks noChangeShapeType="1"/>
            </p:cNvSpPr>
            <p:nvPr/>
          </p:nvSpPr>
          <p:spPr bwMode="auto">
            <a:xfrm flipV="1">
              <a:off x="3264" y="2112"/>
              <a:ext cx="432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36" name="Line 15"/>
            <p:cNvSpPr>
              <a:spLocks noChangeShapeType="1"/>
            </p:cNvSpPr>
            <p:nvPr/>
          </p:nvSpPr>
          <p:spPr bwMode="auto">
            <a:xfrm flipH="1">
              <a:off x="1920" y="1392"/>
              <a:ext cx="624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37" name="Line 16"/>
            <p:cNvSpPr>
              <a:spLocks noChangeShapeType="1"/>
            </p:cNvSpPr>
            <p:nvPr/>
          </p:nvSpPr>
          <p:spPr bwMode="auto">
            <a:xfrm>
              <a:off x="2592" y="1392"/>
              <a:ext cx="576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38" name="Line 17"/>
            <p:cNvSpPr>
              <a:spLocks noChangeShapeType="1"/>
            </p:cNvSpPr>
            <p:nvPr/>
          </p:nvSpPr>
          <p:spPr bwMode="auto">
            <a:xfrm>
              <a:off x="1440" y="2016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39" name="Text Box 18"/>
            <p:cNvSpPr txBox="1">
              <a:spLocks noChangeArrowheads="1"/>
            </p:cNvSpPr>
            <p:nvPr/>
          </p:nvSpPr>
          <p:spPr bwMode="auto">
            <a:xfrm>
              <a:off x="1632" y="1440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20540" name="Text Box 19"/>
            <p:cNvSpPr txBox="1">
              <a:spLocks noChangeArrowheads="1"/>
            </p:cNvSpPr>
            <p:nvPr/>
          </p:nvSpPr>
          <p:spPr bwMode="auto">
            <a:xfrm>
              <a:off x="3024" y="124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20541" name="Text Box 20"/>
            <p:cNvSpPr txBox="1">
              <a:spLocks noChangeArrowheads="1"/>
            </p:cNvSpPr>
            <p:nvPr/>
          </p:nvSpPr>
          <p:spPr bwMode="auto">
            <a:xfrm>
              <a:off x="3072" y="1824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20542" name="Text Box 21"/>
            <p:cNvSpPr txBox="1">
              <a:spLocks noChangeArrowheads="1"/>
            </p:cNvSpPr>
            <p:nvPr/>
          </p:nvSpPr>
          <p:spPr bwMode="auto">
            <a:xfrm>
              <a:off x="1296" y="24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-4</a:t>
              </a:r>
            </a:p>
          </p:txBody>
        </p:sp>
        <p:sp>
          <p:nvSpPr>
            <p:cNvPr id="20543" name="Text Box 22"/>
            <p:cNvSpPr txBox="1">
              <a:spLocks noChangeArrowheads="1"/>
            </p:cNvSpPr>
            <p:nvPr/>
          </p:nvSpPr>
          <p:spPr bwMode="auto">
            <a:xfrm>
              <a:off x="2496" y="31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20544" name="Text Box 23"/>
            <p:cNvSpPr txBox="1">
              <a:spLocks noChangeArrowheads="1"/>
            </p:cNvSpPr>
            <p:nvPr/>
          </p:nvSpPr>
          <p:spPr bwMode="auto">
            <a:xfrm>
              <a:off x="1776" y="2112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20545" name="Text Box 24"/>
            <p:cNvSpPr txBox="1">
              <a:spLocks noChangeArrowheads="1"/>
            </p:cNvSpPr>
            <p:nvPr/>
          </p:nvSpPr>
          <p:spPr bwMode="auto">
            <a:xfrm>
              <a:off x="3024" y="2496"/>
              <a:ext cx="1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0546" name="Text Box 25"/>
            <p:cNvSpPr txBox="1">
              <a:spLocks noChangeArrowheads="1"/>
            </p:cNvSpPr>
            <p:nvPr/>
          </p:nvSpPr>
          <p:spPr bwMode="auto">
            <a:xfrm>
              <a:off x="3456" y="249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-5</a:t>
              </a:r>
            </a:p>
          </p:txBody>
        </p:sp>
        <p:sp>
          <p:nvSpPr>
            <p:cNvPr id="20547" name="Text Box 26"/>
            <p:cNvSpPr txBox="1">
              <a:spLocks noChangeArrowheads="1"/>
            </p:cNvSpPr>
            <p:nvPr/>
          </p:nvSpPr>
          <p:spPr bwMode="auto">
            <a:xfrm>
              <a:off x="2016" y="2736"/>
              <a:ext cx="1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</p:grpSp>
      <p:graphicFrame>
        <p:nvGraphicFramePr>
          <p:cNvPr id="176199" name="Group 71"/>
          <p:cNvGraphicFramePr>
            <a:graphicFrameLocks noGrp="1"/>
          </p:cNvGraphicFramePr>
          <p:nvPr/>
        </p:nvGraphicFramePr>
        <p:xfrm>
          <a:off x="5943600" y="2590800"/>
          <a:ext cx="2286000" cy="210343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523" name="Text Box 65"/>
          <p:cNvSpPr txBox="1">
            <a:spLocks noChangeArrowheads="1"/>
          </p:cNvSpPr>
          <p:nvPr/>
        </p:nvSpPr>
        <p:spPr bwMode="auto">
          <a:xfrm>
            <a:off x="5867400" y="2209800"/>
            <a:ext cx="297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  1     2    3     4      5</a:t>
            </a:r>
          </a:p>
        </p:txBody>
      </p:sp>
      <p:sp>
        <p:nvSpPr>
          <p:cNvPr id="20524" name="Text Box 66"/>
          <p:cNvSpPr txBox="1">
            <a:spLocks noChangeArrowheads="1"/>
          </p:cNvSpPr>
          <p:nvPr/>
        </p:nvSpPr>
        <p:spPr bwMode="auto">
          <a:xfrm>
            <a:off x="5562600" y="2667000"/>
            <a:ext cx="533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  <a:p>
            <a:pPr>
              <a:spcBef>
                <a:spcPct val="50000"/>
              </a:spcBef>
            </a:pPr>
            <a:r>
              <a:rPr lang="en-US"/>
              <a:t>2</a:t>
            </a:r>
          </a:p>
          <a:p>
            <a:pPr>
              <a:spcBef>
                <a:spcPct val="50000"/>
              </a:spcBef>
            </a:pPr>
            <a:r>
              <a:rPr lang="en-US"/>
              <a:t>3</a:t>
            </a:r>
          </a:p>
          <a:p>
            <a:pPr>
              <a:spcBef>
                <a:spcPct val="50000"/>
              </a:spcBef>
            </a:pPr>
            <a:r>
              <a:rPr lang="en-US"/>
              <a:t>4</a:t>
            </a:r>
          </a:p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graphicFrame>
        <p:nvGraphicFramePr>
          <p:cNvPr id="20482" name="Object 67"/>
          <p:cNvGraphicFramePr>
            <a:graphicFrameLocks noGrp="1" noChangeAspect="1"/>
          </p:cNvGraphicFramePr>
          <p:nvPr>
            <p:ph idx="1"/>
          </p:nvPr>
        </p:nvGraphicFramePr>
        <p:xfrm>
          <a:off x="6718300" y="1617663"/>
          <a:ext cx="5826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3" imgW="291960" imgH="190440" progId="Equation.3">
                  <p:embed/>
                </p:oleObj>
              </mc:Choice>
              <mc:Fallback>
                <p:oleObj name="Equation" r:id="rId3" imgW="291960" imgH="190440" progId="Equation.3">
                  <p:embed/>
                  <p:pic>
                    <p:nvPicPr>
                      <p:cNvPr id="20482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1617663"/>
                        <a:ext cx="582613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5E0074-E891-4727-8C1D-95A31631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304800"/>
            <a:ext cx="86106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Algorithm Floyd </a:t>
            </a:r>
            <a:r>
              <a:rPr lang="en-IN" b="1" dirty="0" err="1"/>
              <a:t>Warshall</a:t>
            </a:r>
            <a:r>
              <a:rPr lang="en-IN" b="1" dirty="0"/>
              <a:t> </a:t>
            </a:r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>
                <a:sym typeface="Wingdings" pitchFamily="2" charset="2"/>
              </a:rPr>
              <a:t> 1 to n do</a:t>
            </a:r>
          </a:p>
          <a:p>
            <a:r>
              <a:rPr lang="en-IN" dirty="0">
                <a:sym typeface="Wingdings" pitchFamily="2" charset="2"/>
              </a:rPr>
              <a:t>     for j 1 to n do</a:t>
            </a:r>
          </a:p>
          <a:p>
            <a:r>
              <a:rPr lang="en-IN" dirty="0">
                <a:sym typeface="Wingdings" pitchFamily="2" charset="2"/>
              </a:rPr>
              <a:t>          if (</a:t>
            </a:r>
            <a:r>
              <a:rPr lang="en-IN" dirty="0" err="1">
                <a:sym typeface="Wingdings" pitchFamily="2" charset="2"/>
              </a:rPr>
              <a:t>i</a:t>
            </a:r>
            <a:r>
              <a:rPr lang="en-IN" dirty="0">
                <a:sym typeface="Wingdings" pitchFamily="2" charset="2"/>
              </a:rPr>
              <a:t>==j) then</a:t>
            </a:r>
          </a:p>
          <a:p>
            <a:r>
              <a:rPr lang="en-IN" dirty="0">
                <a:sym typeface="Wingdings" pitchFamily="2" charset="2"/>
              </a:rPr>
              <a:t>               D[</a:t>
            </a:r>
            <a:r>
              <a:rPr lang="en-IN" dirty="0" err="1">
                <a:sym typeface="Wingdings" pitchFamily="2" charset="2"/>
              </a:rPr>
              <a:t>i,j</a:t>
            </a:r>
            <a:r>
              <a:rPr lang="en-IN" dirty="0">
                <a:sym typeface="Wingdings" pitchFamily="2" charset="2"/>
              </a:rPr>
              <a:t>]  0</a:t>
            </a:r>
          </a:p>
          <a:p>
            <a:r>
              <a:rPr lang="en-IN" dirty="0">
                <a:sym typeface="Wingdings" pitchFamily="2" charset="2"/>
              </a:rPr>
              <a:t>          else if ((v</a:t>
            </a:r>
            <a:r>
              <a:rPr lang="en-IN" baseline="-25000" dirty="0">
                <a:sym typeface="Wingdings" pitchFamily="2" charset="2"/>
              </a:rPr>
              <a:t>i</a:t>
            </a:r>
            <a:r>
              <a:rPr lang="en-IN" dirty="0">
                <a:sym typeface="Wingdings" pitchFamily="2" charset="2"/>
              </a:rPr>
              <a:t>, </a:t>
            </a:r>
            <a:r>
              <a:rPr lang="en-IN" dirty="0" err="1">
                <a:sym typeface="Wingdings" pitchFamily="2" charset="2"/>
              </a:rPr>
              <a:t>v</a:t>
            </a:r>
            <a:r>
              <a:rPr lang="en-IN" baseline="-25000" dirty="0" err="1">
                <a:sym typeface="Wingdings" pitchFamily="2" charset="2"/>
              </a:rPr>
              <a:t>j</a:t>
            </a:r>
            <a:r>
              <a:rPr lang="en-IN" dirty="0">
                <a:sym typeface="Wingdings" pitchFamily="2" charset="2"/>
              </a:rPr>
              <a:t>) is an edge in graph) then</a:t>
            </a:r>
          </a:p>
          <a:p>
            <a:r>
              <a:rPr lang="en-IN" dirty="0">
                <a:sym typeface="Wingdings" pitchFamily="2" charset="2"/>
              </a:rPr>
              <a:t>               D[</a:t>
            </a:r>
            <a:r>
              <a:rPr lang="en-IN" dirty="0" err="1">
                <a:sym typeface="Wingdings" pitchFamily="2" charset="2"/>
              </a:rPr>
              <a:t>i,j</a:t>
            </a:r>
            <a:r>
              <a:rPr lang="en-IN" dirty="0">
                <a:sym typeface="Wingdings" pitchFamily="2" charset="2"/>
              </a:rPr>
              <a:t>]  W[</a:t>
            </a:r>
            <a:r>
              <a:rPr lang="en-IN" dirty="0" err="1">
                <a:sym typeface="Wingdings" pitchFamily="2" charset="2"/>
              </a:rPr>
              <a:t>i,j</a:t>
            </a:r>
            <a:r>
              <a:rPr lang="en-IN" dirty="0">
                <a:sym typeface="Wingdings" pitchFamily="2" charset="2"/>
              </a:rPr>
              <a:t>]</a:t>
            </a:r>
          </a:p>
          <a:p>
            <a:r>
              <a:rPr lang="en-IN" dirty="0">
                <a:sym typeface="Wingdings" pitchFamily="2" charset="2"/>
              </a:rPr>
              <a:t>          else</a:t>
            </a:r>
          </a:p>
          <a:p>
            <a:r>
              <a:rPr lang="en-IN" dirty="0">
                <a:sym typeface="Wingdings" pitchFamily="2" charset="2"/>
              </a:rPr>
              <a:t>               D[</a:t>
            </a:r>
            <a:r>
              <a:rPr lang="en-IN" dirty="0" err="1">
                <a:sym typeface="Wingdings" pitchFamily="2" charset="2"/>
              </a:rPr>
              <a:t>i,j</a:t>
            </a:r>
            <a:r>
              <a:rPr lang="en-IN" dirty="0">
                <a:sym typeface="Wingdings" pitchFamily="2" charset="2"/>
              </a:rPr>
              <a:t>]  ∞</a:t>
            </a:r>
          </a:p>
          <a:p>
            <a:r>
              <a:rPr lang="en-IN" dirty="0">
                <a:sym typeface="Wingdings" pitchFamily="2" charset="2"/>
              </a:rPr>
              <a:t>     end for</a:t>
            </a:r>
          </a:p>
          <a:p>
            <a:r>
              <a:rPr lang="en-IN" dirty="0">
                <a:sym typeface="Wingdings" pitchFamily="2" charset="2"/>
              </a:rPr>
              <a:t>end for</a:t>
            </a:r>
          </a:p>
          <a:p>
            <a:endParaRPr lang="en-IN" dirty="0">
              <a:sym typeface="Wingdings" pitchFamily="2" charset="2"/>
            </a:endParaRPr>
          </a:p>
          <a:p>
            <a:r>
              <a:rPr lang="en-IN" dirty="0"/>
              <a:t>for k</a:t>
            </a:r>
            <a:r>
              <a:rPr lang="en-IN" dirty="0">
                <a:sym typeface="Wingdings" pitchFamily="2" charset="2"/>
              </a:rPr>
              <a:t> 1 to n do</a:t>
            </a:r>
          </a:p>
          <a:p>
            <a:r>
              <a:rPr lang="en-IN" dirty="0"/>
              <a:t>     for </a:t>
            </a:r>
            <a:r>
              <a:rPr lang="en-IN" dirty="0" err="1"/>
              <a:t>i</a:t>
            </a:r>
            <a:r>
              <a:rPr lang="en-IN" dirty="0">
                <a:sym typeface="Wingdings" pitchFamily="2" charset="2"/>
              </a:rPr>
              <a:t> 1 to n do</a:t>
            </a:r>
          </a:p>
          <a:p>
            <a:r>
              <a:rPr lang="en-IN" dirty="0"/>
              <a:t>           for j</a:t>
            </a:r>
            <a:r>
              <a:rPr lang="en-IN" dirty="0">
                <a:sym typeface="Wingdings" pitchFamily="2" charset="2"/>
              </a:rPr>
              <a:t> 1 to n do</a:t>
            </a:r>
          </a:p>
          <a:p>
            <a:r>
              <a:rPr lang="en-IN" dirty="0">
                <a:sym typeface="Wingdings" pitchFamily="2" charset="2"/>
              </a:rPr>
              <a:t>               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min [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i,j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],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i,k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+ D</a:t>
            </a:r>
            <a:r>
              <a:rPr lang="en-IN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k-1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k,j</a:t>
            </a:r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] ]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  </a:t>
            </a:r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end for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end for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end for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r>
              <a:rPr lang="en-IN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Complexity:</a:t>
            </a:r>
            <a:r>
              <a:rPr lang="en-IN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T(n) = O(n</a:t>
            </a:r>
            <a:r>
              <a:rPr lang="en-IN" sz="24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lang="en-IN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 + O(n</a:t>
            </a:r>
            <a:r>
              <a:rPr lang="en-IN" sz="24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3</a:t>
            </a:r>
            <a:r>
              <a:rPr lang="en-IN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 =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O(n</a:t>
            </a:r>
            <a:r>
              <a:rPr lang="en-IN" sz="2400" b="1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3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C93AAE-8472-41C4-948C-639DC431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33400"/>
            <a:ext cx="3617144" cy="3600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Example 2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 Try yourself..!</a:t>
            </a: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Example 3: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Try yourself..!</a:t>
            </a:r>
          </a:p>
          <a:p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95400"/>
            <a:ext cx="2412086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4191000"/>
            <a:ext cx="267652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A9BA92E-8652-414F-8242-125E6F141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90916" y="3579961"/>
            <a:ext cx="3052777" cy="2756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1BB8774-0F21-4163-9A3E-D1B02C96E583}"/>
              </a:ext>
            </a:extLst>
          </p:cNvPr>
          <p:cNvGrpSpPr/>
          <p:nvPr/>
        </p:nvGrpSpPr>
        <p:grpSpPr>
          <a:xfrm>
            <a:off x="5638800" y="1140611"/>
            <a:ext cx="2214578" cy="2214578"/>
            <a:chOff x="5500694" y="2143116"/>
            <a:chExt cx="2214578" cy="221457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8735381-857B-45A6-BDA7-8AA62A1370C8}"/>
                </a:ext>
              </a:extLst>
            </p:cNvPr>
            <p:cNvSpPr/>
            <p:nvPr/>
          </p:nvSpPr>
          <p:spPr>
            <a:xfrm>
              <a:off x="6500826" y="2143116"/>
              <a:ext cx="428628" cy="4286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9340892-B06F-428E-97DB-A805F5E9D1ED}"/>
                </a:ext>
              </a:extLst>
            </p:cNvPr>
            <p:cNvSpPr/>
            <p:nvPr/>
          </p:nvSpPr>
          <p:spPr>
            <a:xfrm>
              <a:off x="6429388" y="3929066"/>
              <a:ext cx="428628" cy="4286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4F56C2-3736-47D9-A5BD-A282978CA1AA}"/>
                </a:ext>
              </a:extLst>
            </p:cNvPr>
            <p:cNvSpPr/>
            <p:nvPr/>
          </p:nvSpPr>
          <p:spPr>
            <a:xfrm>
              <a:off x="5500694" y="3071810"/>
              <a:ext cx="428628" cy="4286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C5E478E-8ED2-45C0-91FD-4B576C9C3544}"/>
                </a:ext>
              </a:extLst>
            </p:cNvPr>
            <p:cNvSpPr/>
            <p:nvPr/>
          </p:nvSpPr>
          <p:spPr>
            <a:xfrm>
              <a:off x="7286644" y="3071810"/>
              <a:ext cx="428628" cy="4286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4EB072-E9AF-4155-9B8B-333101BC9114}"/>
                </a:ext>
              </a:extLst>
            </p:cNvPr>
            <p:cNvCxnSpPr>
              <a:stCxn id="7" idx="2"/>
              <a:endCxn id="9" idx="0"/>
            </p:cNvCxnSpPr>
            <p:nvPr/>
          </p:nvCxnSpPr>
          <p:spPr>
            <a:xfrm rot="10800000" flipV="1">
              <a:off x="5715008" y="2357430"/>
              <a:ext cx="785818" cy="71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1F1F9CC-0DF6-4EBC-B13E-F1E40835416C}"/>
                </a:ext>
              </a:extLst>
            </p:cNvPr>
            <p:cNvCxnSpPr>
              <a:stCxn id="7" idx="6"/>
            </p:cNvCxnSpPr>
            <p:nvPr/>
          </p:nvCxnSpPr>
          <p:spPr>
            <a:xfrm>
              <a:off x="6929454" y="2357430"/>
              <a:ext cx="571504" cy="7143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F55F2D-0F31-48B7-8B91-807CF0FC70F6}"/>
                </a:ext>
              </a:extLst>
            </p:cNvPr>
            <p:cNvCxnSpPr>
              <a:stCxn id="10" idx="4"/>
            </p:cNvCxnSpPr>
            <p:nvPr/>
          </p:nvCxnSpPr>
          <p:spPr>
            <a:xfrm rot="5400000">
              <a:off x="6858016" y="3429000"/>
              <a:ext cx="571504" cy="71438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B6567E5-410F-486A-A0C9-DFE06C87B9B7}"/>
                </a:ext>
              </a:extLst>
            </p:cNvPr>
            <p:cNvCxnSpPr>
              <a:stCxn id="9" idx="5"/>
              <a:endCxn id="8" idx="2"/>
            </p:cNvCxnSpPr>
            <p:nvPr/>
          </p:nvCxnSpPr>
          <p:spPr>
            <a:xfrm rot="16200000" flipH="1">
              <a:off x="5795113" y="3509104"/>
              <a:ext cx="705713" cy="56283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25186C-84F2-412C-B3B2-028D1582E31D}"/>
                </a:ext>
              </a:extLst>
            </p:cNvPr>
            <p:cNvSpPr txBox="1"/>
            <p:nvPr/>
          </p:nvSpPr>
          <p:spPr>
            <a:xfrm>
              <a:off x="5786446" y="2428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367494-F9A8-4C8D-8AE4-CBC3626DC355}"/>
                </a:ext>
              </a:extLst>
            </p:cNvPr>
            <p:cNvSpPr txBox="1"/>
            <p:nvPr/>
          </p:nvSpPr>
          <p:spPr>
            <a:xfrm>
              <a:off x="7215206" y="25003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5A12AA-BCF6-4BFB-9D83-132DDF2A1BDE}"/>
                </a:ext>
              </a:extLst>
            </p:cNvPr>
            <p:cNvSpPr txBox="1"/>
            <p:nvPr/>
          </p:nvSpPr>
          <p:spPr>
            <a:xfrm>
              <a:off x="7056396" y="37147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1F94E6-994B-46EE-9E70-D9C689C58041}"/>
                </a:ext>
              </a:extLst>
            </p:cNvPr>
            <p:cNvSpPr txBox="1"/>
            <p:nvPr/>
          </p:nvSpPr>
          <p:spPr>
            <a:xfrm>
              <a:off x="6929454" y="2928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en-IN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F07071-19CD-41CD-82F3-EE32A39C7457}"/>
                </a:ext>
              </a:extLst>
            </p:cNvPr>
            <p:cNvSpPr txBox="1"/>
            <p:nvPr/>
          </p:nvSpPr>
          <p:spPr>
            <a:xfrm>
              <a:off x="6484892" y="271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D7870-8D9E-46D5-B956-2C7326E9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20363D8011B41940A64D3CCD32895" ma:contentTypeVersion="2" ma:contentTypeDescription="Create a new document." ma:contentTypeScope="" ma:versionID="19e3e7d522d31e8bf1968c689a001e93">
  <xsd:schema xmlns:xsd="http://www.w3.org/2001/XMLSchema" xmlns:xs="http://www.w3.org/2001/XMLSchema" xmlns:p="http://schemas.microsoft.com/office/2006/metadata/properties" xmlns:ns2="a53eb8be-1373-446c-881b-5faacba975c5" targetNamespace="http://schemas.microsoft.com/office/2006/metadata/properties" ma:root="true" ma:fieldsID="b12b53dc6d458c9f27af311385edbe54" ns2:_="">
    <xsd:import namespace="a53eb8be-1373-446c-881b-5faacba97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3eb8be-1373-446c-881b-5faacba975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C692B1-5A22-498D-8CDC-D7E8A6CF5A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1CB107-1F29-4A88-8511-3492A60B5B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3eb8be-1373-446c-881b-5faacba975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B7BD38-11AB-4708-8C98-189638D3170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1589</Words>
  <Application>Microsoft Office PowerPoint</Application>
  <PresentationFormat>On-screen Show (4:3)</PresentationFormat>
  <Paragraphs>543</Paragraphs>
  <Slides>52</Slides>
  <Notes>2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Bellman Ford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DAG Algorithm</vt:lpstr>
      <vt:lpstr>Single-Source Shortest Paths in DAGs</vt:lpstr>
      <vt:lpstr>Example 1</vt:lpstr>
      <vt:lpstr>Example 2</vt:lpstr>
      <vt:lpstr>All Pair Shortest Path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Pair Shortest Path Algorithm</dc:title>
  <dc:creator>kushal</dc:creator>
  <cp:lastModifiedBy>Supriya M</cp:lastModifiedBy>
  <cp:revision>55</cp:revision>
  <dcterms:created xsi:type="dcterms:W3CDTF">2006-08-16T00:00:00Z</dcterms:created>
  <dcterms:modified xsi:type="dcterms:W3CDTF">2021-11-14T13:27:59Z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0x010100E2820363D8011B41940A64D3CCD32895</vt:lpwstr>
  </property>
</Properties>
</file>