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4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sldIdLst>
    <p:sldId id="256" r:id="rId2"/>
    <p:sldId id="257" r:id="rId3"/>
    <p:sldId id="304" r:id="rId4"/>
    <p:sldId id="306" r:id="rId5"/>
    <p:sldId id="312" r:id="rId6"/>
    <p:sldId id="305" r:id="rId7"/>
    <p:sldId id="307" r:id="rId8"/>
    <p:sldId id="308" r:id="rId9"/>
    <p:sldId id="309" r:id="rId10"/>
    <p:sldId id="817" r:id="rId11"/>
    <p:sldId id="258" r:id="rId12"/>
    <p:sldId id="313" r:id="rId13"/>
    <p:sldId id="322" r:id="rId14"/>
    <p:sldId id="323" r:id="rId15"/>
    <p:sldId id="317" r:id="rId16"/>
    <p:sldId id="326" r:id="rId17"/>
    <p:sldId id="315" r:id="rId18"/>
    <p:sldId id="319" r:id="rId19"/>
    <p:sldId id="320" r:id="rId20"/>
    <p:sldId id="321" r:id="rId21"/>
    <p:sldId id="325" r:id="rId22"/>
    <p:sldId id="324" r:id="rId23"/>
    <p:sldId id="328" r:id="rId24"/>
    <p:sldId id="327" r:id="rId25"/>
    <p:sldId id="329" r:id="rId26"/>
    <p:sldId id="330" r:id="rId27"/>
    <p:sldId id="331" r:id="rId28"/>
    <p:sldId id="332" r:id="rId29"/>
    <p:sldId id="333" r:id="rId30"/>
    <p:sldId id="334" r:id="rId31"/>
    <p:sldId id="335" r:id="rId32"/>
    <p:sldId id="336" r:id="rId33"/>
    <p:sldId id="337" r:id="rId34"/>
    <p:sldId id="338" r:id="rId35"/>
    <p:sldId id="339" r:id="rId36"/>
    <p:sldId id="804" r:id="rId37"/>
    <p:sldId id="805" r:id="rId38"/>
    <p:sldId id="806" r:id="rId39"/>
    <p:sldId id="340" r:id="rId40"/>
    <p:sldId id="341" r:id="rId41"/>
    <p:sldId id="838" r:id="rId42"/>
    <p:sldId id="342" r:id="rId43"/>
    <p:sldId id="807" r:id="rId44"/>
    <p:sldId id="808" r:id="rId45"/>
    <p:sldId id="809" r:id="rId46"/>
    <p:sldId id="825" r:id="rId47"/>
    <p:sldId id="826" r:id="rId48"/>
    <p:sldId id="827" r:id="rId49"/>
    <p:sldId id="828" r:id="rId50"/>
    <p:sldId id="829" r:id="rId51"/>
    <p:sldId id="830" r:id="rId52"/>
    <p:sldId id="831" r:id="rId53"/>
    <p:sldId id="832" r:id="rId54"/>
    <p:sldId id="833" r:id="rId55"/>
    <p:sldId id="834" r:id="rId56"/>
    <p:sldId id="835" r:id="rId57"/>
    <p:sldId id="836" r:id="rId58"/>
    <p:sldId id="837" r:id="rId59"/>
    <p:sldId id="818" r:id="rId60"/>
    <p:sldId id="839" r:id="rId61"/>
    <p:sldId id="840" r:id="rId62"/>
    <p:sldId id="841" r:id="rId63"/>
    <p:sldId id="842" r:id="rId64"/>
    <p:sldId id="843" r:id="rId65"/>
    <p:sldId id="844" r:id="rId66"/>
    <p:sldId id="845" r:id="rId67"/>
    <p:sldId id="847" r:id="rId68"/>
    <p:sldId id="846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3-31T06:24:39.1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19699 17822 0,'0'0'0,"0"0"0,0 0 16,0 0-16,0 0 15,0 0 1,0 0-16,0 0 16,0 0-1,0 0-15,0 0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3-31T06:49:47.1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20066 3535 0,'0'0'0,"0"0"16,0 0-16,0 0 16,-9-9-16,-1-10 15,1 1 1,-1-1-16,1 10 15,0-9 1,-1-10-16,10 0 16,10 1-16,8-1 15,20-18 1,9 9-16,19 0 16,0 9-1,-10 28-15,-9 0 16,-9 9-1,-1 10-15,1 9 16,0 27-16,-10 10 16,-19 27-1,-9-18-15,-18 36 16,-20 10 0,-19 0-16,-8-27 15,-1-10 1,9-19-16,10-17 15,10-11-15,8-17 16,11-1 0,8-8-16,1-1 15,9-9 1,0 0-16,0 0 16,9 0-16,10 0 15,19-9 1,9-1-16,9-8 15,10-1 1,0 1-16,9 0 16,0-1-1,1 1-15,-1-1 16,-19 1-16,1-1 16,9 1-1,-1-10-15,1-18 16,10-9-1,-76 55-15</inkml:trace>
  <inkml:trace contextRef="#ctx0" brushRef="#br0" timeOffset="832.99">20847 2575 0,'0'0'16,"0"0"-16,0 0 15,0 0 1,0 0-16,0 9 15,0 10 1,9 8-16,1 10 16,8 19-16,1-10 15,0 9 1,-10-18-16,1 0 16,-1 0-1,1-9-15,-1-1 16,-9-17-1,0-1-15,0 0 16,0 0-16,0-9 16,0 0-1,0 0-15,0 0 16,0 0 0,0-18-16,0-10 15,0-18 1,0-19-16,0 1 15,10-1-15,-10 19 16,9 9 0,10-9-16,0 9 15,-1 9 1,11-9-16,-1 10 16,0 8-16,-9 1 15,0 9 1,-10-1-16,0 1 15,1 9 1,-1 0-16,1 0 16,9 9-16,-1 1 15,1 8 1,0 10-16,9 9 16,10 9-1,-10-9-15,0 0 16,0 0-1,1-10-15,-10 1 16,-1-10-16,1-8 16,9 8-1,1-9-15,8-9 16,48-27 0,75-66-16,37-27 15</inkml:trace>
  <inkml:trace contextRef="#ctx0" brushRef="#br0" timeOffset="2700.31">21995 3480 0,'0'0'0,"0"0"16,0 0-16,0 0 16,0 0-1,18 0-15,29-19 16,38 1 0,66-10-16,18-9 15,-37 9 1,18-9-16,-9 1 15,-18 8-15,-20 0 16,10 10 0,0-1-16,-19 1 15,-19 9 1,-9 9-16,-66 0 16</inkml:trace>
  <inkml:trace contextRef="#ctx0" brushRef="#br0" timeOffset="3004.3">22597 3766 0,'0'0'0,"0"0"16,9-10-16,19 1 16,19 0-1,57-28-15,46 0 16,10-18 0,-9-1-16,-20 10 15,1 0 1,-19-18-16,-10-1 15,-27-9-15,-76 74 16</inkml:trace>
  <inkml:trace contextRef="#ctx0" brushRef="#br0" timeOffset="3500.27">23377 2870 0,'0'0'0,"0"0"16,0 0-16,0 10 15,19 8 1,9 10-16,29-1 16,46 10-1,29-18-15,-10-1 16,-9-8-16,-19-10 15,0 9 1,0 9-16,-18 1 16,-10-1-1,-19 10-15,0 9 16,-19-10 0,-9 10-16,-10 0 15,-18 19 1,-20 8-16,-36 29 15,-29-1-15,-1-18 16,1-10 0,10-18-16,8-9 15,11 0-15,18-18 16,9-1 0,10-9-16,0 1 15,9-1 1,0 0-16,-9-9 15,28 0 1</inkml:trace>
  <inkml:trace contextRef="#ctx0" brushRef="#br0" timeOffset="4236.63">17611 4043 0,'0'0'0,"0"0"16,-10 9 0,-9 19-16,-9 18 15,-19 64 1,10 10-16,8 0 16,20-27-1,18-1-15,20-18 16,8-19-16,29-18 15,47-18 1,66-47-16,37-37 16,-47-27-1,-46 0-15,-39 18 16,-18-18 0,-38 27-16,-18 0 15,-20 1-15,-18-10 16,-28 9-1,-20 19-15,-46 18 16,-28 19 0,9 28-16,-10 18 15,10 18-15,28 19 16,38-19 0,18 1-16,39-10 15,18-19 1,18-17-16,-18-10 15</inkml:trace>
  <inkml:trace contextRef="#ctx0" brushRef="#br0" timeOffset="4666.64">19502 1920 0,'0'0'0,"-10"0"16,-18 27 0,-19 66-16,-19 36 15,0 19-15,0 27 16,0 19-1,10-10-15,0 38 16,18-10 0,0-9-16,29 28 15,9-9-15,19-47 16,28 19 0,9-47-16,19-27 15,29 0 1,18-27-16,38-20 15,47-36 1,10-37-16,46-37 16,-37-18-16,-1-10 15</inkml:trace>
  <inkml:trace contextRef="#ctx0" brushRef="#br0" timeOffset="5232.91">21515 1643 0,'0'0'15,"0"0"-15,9 9 16,19 0 0,29 28-16,-1 9 15,10 10 1,19 8-16,9 19 15,19 10-15,0 18 16,-29-19 0,1 28-16,0 46 15,-29 0 1,-9 37-16,-19 0 16,-9 9-1,-19 1-15,-19 8 16,-18-8-16,-10-57 15,-10 66 1,1-102-16,-1-19 16,1-17-1,-1-20-15,10-18 16,10-9-16,9-9 16,9-10-1,0-8-15,10-10 16,9 0-1</inkml:trace>
  <inkml:trace contextRef="#ctx0" brushRef="#br0" timeOffset="6133.27">26369 2344 0,'-9'10'0,"-29"36"16,-19 28-16,-18 55 15,9-9-15,10 0 16,18 37 0,19-28-16,19-18 15,10-10 1,28 1-16,9-29 15,18-17 1,29-19-16,38-28 16,28-46-16,9-28 15,-9 1 1,-28-10-16,-28-18 16,-29 18-1,-28 0-15,-19 0 16,-9 10-1,-10-1-15,-18 0 16,-19 1-16,-10 8 16,-28 1-1,0 9-15,-18 18 16,-1 10 0,0 27-16,1 19 15,18 9-15,19 0 16,19-1-1,18-17-15,10-19 16</inkml:trace>
  <inkml:trace contextRef="#ctx0" brushRef="#br0" timeOffset="6534.42">28599 1384 0,'0'0'15,"-19"19"-15,-38 36 16,-27 47-16,-1 36 15,-9 28 1,-10 37-16,20-36 16,-20 54-1,20-9-15,27 1 16,19 8 0,29-45-16,18 8 15,20-64-15,27 0 16,38-18-1,19-29-15,38-26 16,9-29 0,9-46-16,66-9 15</inkml:trace>
  <inkml:trace contextRef="#ctx0" brushRef="#br0" timeOffset="7100.33">29078 2787 0,'0'0'0,"0"19"15,10 45 1,-1 29-16,1-1 15,-10-9 1,0-28-16,0-8 16,0-10-1,0-10-15,0-18 16,0 1 0,0-10-16,0 0 15,0-10-15,9-36 16,19-37-1,10-37-15,18-18 16,-9 18 0,0 18-16,0 10 15,0 37-15,-9 18 16,0 9 0,-10 19-16,9 9 15,1 18 1,19 38-16,-1 27 15,-9 18 1,-9 19-16,-1-18 16,-8 27-16,-11-18 15,1-19 1,0-18-16,0-28 16,0-18-1,-1-19-15,-18-9 16</inkml:trace>
  <inkml:trace contextRef="#ctx0" brushRef="#br0" timeOffset="7903.77">30358 2427 0,'0'0'16,"19"28"-16,9 27 15,19 56-15,0 0 16,0 27 0,-10-27-16,-8-19 15,-10-27 1,-1-10-16,-8-18 15,-1-9 1,1-19-16,-1 1 16,0-1-1,10-9-15,9-9 16,29-47-16,9-27 16,9-18-1,-19 17-15,-9 1 16,-9 0-16,-10 37 15,-9 9 1,0 19-16,-10 9 16,1 9-1,9 0-15,-1 18 16,1 10 0,9 9-16,1 9 15,-1 9-15,-9-9 16,-1-9-1,1 9-15,0-18 16,0 0 0,0-1-16,9-8 15,10-1 1,-10-8-16,9-20 16,-8 1-16,-1-9 15,0-1 1,-9-8-16,0-10 15,-10-19 1,1-18-16,-20 1 16,1-20-16,-10 1 15,0 18 1,-9-9-16,0 0 16,9 0-1,0-19-15,10-8 16,9-56-16,0 36 15,9 10 1,-9 19-16,0-1 16,0 102-1</inkml:trace>
  <inkml:trace contextRef="#ctx0" brushRef="#br0" timeOffset="8332.44">31505 1089 0,'0'0'0,"10"0"16,27 9-16,39 10 15,74 36 1,10 1-16,-9 27 15,-20-10-15,-18 11 16,-9-1 0,-29 0-16,-9 27 15,-10-8 1,-18 27-16,0 19 16,-20-19-1,-18 65-15,-9 0 16,-19-28-16,-29 37 15,-18-28 1,-28 1-16,-29 27 16,-37-37-1,-104 65-15,-235 92 16,376-240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1-03-31T06:52:38.6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33849 2558 0</inkml:trace>
  <inkml:trace contextRef="#ctx0" brushRef="#br0" timeOffset="105">33849 2558 0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3-29T09:35:40.81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25964 4504 0,'0'0'0,"0"0"15,0 0-15,0 0 16,0 0-1,0 0-15,0 0 16,0 0-16,0-9 16,0 0-16,-9-10 31,0 1-15,-1-1-16,-18 1 15,-10-1-15,-18 1 0,-19-1 31,9 19-31,0 0 16,10 10-16,8 8 16,1 10-1,10 9-15,18-10 16,0 1-16,19 0 16,10 9-1,8 0-15,20 0 16,9-1-16,10 1 15,-1 0-15,10 9 32,-19-9-32,-10 0 15,1 0 1,-19-9-16,0 9 16,-10-10-16,1 1 15,-10 0 1,-19 9-16,0-10 15,-9 1 1,-19 0-16,-10-10 16,1 1-16,-1-10 15,1-9-15,-1 0 16,10 0 0,10-9-16,-1 0 15,10-10-15,9 1 16,10-1-1,-1-9-15,10 28 32</inkml:trace>
  <inkml:trace contextRef="#ctx0" brushRef="#br0" timeOffset="416.94">26228 5067 0,'0'0'0,"0"0"15,0 0 1,0 9-16,-10 19 15,-8 27 1,-20 19-16,-9 19 16,0-1-1,-10-9-15,10-19 0,47-64 16</inkml:trace>
  <inkml:trace contextRef="#ctx0" brushRef="#br0" timeOffset="901.87">26726 4329 0,'0'0'0,"0"0"0,0 0 32,0 0-32,10 18 15,9 10-15,-1 36 16,1 29-16,0 18 16,0-1-16,-10 10 15,1-18 1,-1-19-16,-9-19 15,0-17 1,0-10-16,0-19 16,0-9-16,0-9 15</inkml:trace>
  <inkml:trace contextRef="#ctx0" brushRef="#br0" timeOffset="1218.25">27376 5279 0,'0'0'0,"0"0"0,0 0 16,0 0 0,-10 19-16,-18 18 15,-19 27-15,-19 29 16,-9 17 0,9-27-16,19-18 31,47-65-31</inkml:trace>
  <inkml:trace contextRef="#ctx0" brushRef="#br0" timeOffset="1802.29">28279 4476 0,'0'0'0,"0"0"16,0 0 0,0 0-16,0 19 15,0 18 1,-10 9-16,1 19 16,-10 18-1,0 18-15,0-27 16,1 0-16,8-19 15,1-9-15,-1-9 16,10-9 0,0 0-16,10-10 15,-1 1 1,10-10-16,9 9 16,19 1-16,10-10 31,-1 0-31,10-9 15,-10 0 1,1 0-16,-1 0 16,10-9-1,-19 0-15,-9-1 16,-10 1-16,-28 9 16</inkml:trace>
  <inkml:trace contextRef="#ctx0" brushRef="#br0" timeOffset="2033.58">28373 5012 0,'0'0'16,"0"0"-16,0 9 16,0 19-1,0 18 1,0 28-1,9 18-15,1 0 16,-1 10 0,0-10-16,1-9 15,-1-18-15,-9-65 16</inkml:trace>
  <inkml:trace contextRef="#ctx0" brushRef="#br0" timeOffset="2904.73">25729 5935 0,'0'0'16,"0"0"-16,-9 0 16,-10 9-16,-28 19 31,-19 9-31,-9 18 15,-38 19 1,-9 0-16,-10 9 16,0 9-1,-18 9-15,27-8 16,-8-1 0,-1 0-16,19-18 0,10 9 15,18-18 1,10-10-16,9-9 15,9 1 1,29-29-16,9 0 16,1-8-16,8-10 31,10 0-31</inkml:trace>
  <inkml:trace contextRef="#ctx0" brushRef="#br0" timeOffset="3484.9">23312 7245 0,'0'0'0,"0"0"16,0 0-1,-10 10-15,1 8 16,-10 10 0,-9 9-16,-10 27 0,0 1 15,-9-1 1,0 1-16,10 9 15,9-10 1,-1 10-16,10 0 16,10-18-16,9-1 31,9 0-31,1-9 16,18 1-1,10-1-15,9-9 16,19 9-16,18-19 15,-84-27 1</inkml:trace>
  <inkml:trace contextRef="#ctx0" brushRef="#br0" timeOffset="4197.46">25616 6147 0,'0'0'0,"0"0"15,10 9 1,-1 19-16,1 18 15,8 28 1,-8 37-16,9 18 16,-1 0-16,-8 0 15,-1 0-15,1-9 16,-1-9 0,0-18-16,1-1 15,9-9 1,0-9-16,-1 0 15,1-10 1,-9 1 0,-1-10-16,0-9 15,1-9 1,-1-9-16,1-10 16,-10-8-16,0-10 15,0 0-15</inkml:trace>
  <inkml:trace contextRef="#ctx0" brushRef="#br0" timeOffset="4911.05">25315 8030 0,'0'0'0,"0"0"15,0 0-15,0 0 16,0 0 0,0 0-16,0 0 15,0 0 1,0 0-16,-18 0 31,-11 9-31,-8 0 16,-1 10-16,0-1 15,10 1 1,9-1-16,1 1 16,8-1-1,10 0-15,0 10 16,10 0-16,8 0 15,11 8-15,-1 1 16,0 0 0,-9-9-16,0 0 15,-10-1-15,0 1 16,-9 0 0,-9-10-16,-10 10 31,-9-10-31,0 1 15,-10-1-15,1-9 16,-1 1 0,-9-10-16,9 0 0,1-10 15,-1-8 1,38 18-16</inkml:trace>
  <inkml:trace contextRef="#ctx0" brushRef="#br0" timeOffset="5227.26">25551 8759 0,'0'0'0,"0"0"16,0 0-16,0 0 15,-10 9 1,-9 0-16,0 10 16,1 9-1,-1-1-15,-19 10 16,1 0-16,37-37 15</inkml:trace>
  <inkml:trace contextRef="#ctx0" brushRef="#br0" timeOffset="5913.58">26002 8150 0,'0'0'16,"0"0"-16,0 0 15,0 0-15,0 0 16,0 0 0,0 0-16,0 0 15,-9 9 1,-1 0-16,1 10 16,-1 8-1,10 10 1,0 9-16,0 1 15,0 8 1,0 0-16,0-8 16,10-1-16,-1 0 15,1-9 1,-10-37-16</inkml:trace>
  <inkml:trace contextRef="#ctx0" brushRef="#br0" timeOffset="6730.57">26444 8694 0,'0'0'0,"0"0"16,0 0-1,0 0-15,0 10 16,-9 17 0,-10 29-16,-9 27 15,-10 27-15,1 1 16,-11 0-16,48-111 15</inkml:trace>
  <inkml:trace contextRef="#ctx0" brushRef="#br0" timeOffset="8545.56">26698 8427 0,'0'0'0,"0"0"16,0 0 0,0-10-16,0 1 15,10-9-15,-1-1 31,0-8-31,10 8 16,9-9 0,1 10-16,-1 0 15,0-1 1,-9 10-16,0 0 16,9 9-1,-9 9-15,0 9 0,-1 1 16,-8 8-1,-1 10-15,-9 10 16,-9 8-16,-10-9 16,0 9-1,0-18-15,1 0 16,-1 0-16,9-9 16,1-10-16,0-8 15,9-1 1,0-9-16,9 9 15,0-9 1,29 9-16,18-9 31,10 0-31,10-9 16,-11 0 0,-65 9-16</inkml:trace>
  <inkml:trace contextRef="#ctx0" brushRef="#br0" timeOffset="9619.99">25701 5999 0,'0'0'16,"0"0"-16,0 0 16,0 0-1,9 0-15,1 0 16,9 0-16,-10 0 15,10 10 1,9-1-16,10 9 16,18 10-16,19 9 15,29 9 1,-1 0-16,1 0 16,18 10-1,10 8 1,-10-8-16,10 8 15,9 10 1,-19 0-16,-9 9 16,9-9-1,1 0-15,-10-1 16,0 11-16,-10-11 16,1 1-1,-10-9-15,-19-10 16,-9 1-16,-10-1 15,1-9-15,-10 0 16,-10-9 0,-9-9-16,-9 0 15,0-10 1,-9 0-16,-1-8 16,0-1-16,-9-9 15,0 0-15,0 0 16,10 0-1,-1 9-15,1 0 16,-1-9 0,0 10-1,10-1-15,0 9 16,9 1 0,-9-1-16,9 10 15,-9 0 1,9-1-16,1 1 15,8-10-15,-37-18 16</inkml:trace>
  <inkml:trace contextRef="#ctx0" brushRef="#br0" timeOffset="10611.52">28843 8214 0,'0'0'16,"0"0"0,0 0-16,-19 0 15,0 0-15,-9 10 16,0 8-16,0 1 15,0-1 1,9 0-16,0-8 16,10-1-16,-1 0 15,10 0 1,10 1 0,8 8-1,11 1-15,18 8 16,0 1-16,-10 0 15,-8-1 1,-11 1-16,1-10 16,-9 1-1,-10-1-15,0 1 0,-19 8 16,-9-8 0,-1 9-16,-8-10 15,-1-9 1,10 1-16,0-10 15,9-10 1,19 10 0</inkml:trace>
  <inkml:trace contextRef="#ctx0" brushRef="#br0" timeOffset="10923.81">29398 8657 0,'0'0'16,"0"0"-16,0 0 15,-9 10 1,-10 17-16,-28 29 16,-10 27-16,-8 9 15,8 0 1,57-92 0</inkml:trace>
  <inkml:trace contextRef="#ctx0" brushRef="#br0" timeOffset="12058.74">29502 8159 0,'0'0'16,"0"0"-16,0 0 15,0 0-15,0 0 32,0 0-32,0 0 15,0 0 1,9-9-16,10-10 16,9 1-1,10-10-15,-1 0 16,10 1-16,-9 8 15,-10 10-15,0 0 16,-9 9-16,-9 0 16,-1 9-1,-9 0-15,0 10 16,-9 8 0,-1 1-16,1 0 15,-1-10 1,10 1-1,0-1-15,0 1 16,0-10 0,10 0-16,9 10 15,-1-1 1,11 1-16,-10-1 16,-1 0-16,1 1 15,-9-1-15,-10 10 16,0 0-16,-10-1 15,-9 10 1,-18 0-16,-10 9 16,0-18-1,0 0-15,18-10 16,-8-9-16,37-9 16</inkml:trace>
  <inkml:trace contextRef="#ctx0" brushRef="#br0" timeOffset="12312.37">30386 8713 0,'0'0'0,"0"0"16,0 9 0,-19 19-16,-19 18 15,-27 18-15,-1 10 16,0-9 0,28-19-16,38-46 31</inkml:trace>
  <inkml:trace contextRef="#ctx0" brushRef="#br0" timeOffset="12903.66">30668 7993 0,'0'0'0,"0"0"16,0 0-1,0 0-15,0 0 16,0 0-16,0 0 31,0 9-31,0 10 16,0 8-1,0 19-15,-9 1 16,-10 8-16,0 0 16,0 1-1,0-1-15,1-9 16,8-9-1,10-9-15,0 0 0,0-10 16,0-9 0,10 0-16,8 1 15,11-1 1,-1 0-16,10 0 16,9 1-16,9-10 31,0 0-31,1 0 15,-10 0-15,-9-10 16,-10 1-16,0 0 16,-9-10-16,-19 19 15</inkml:trace>
  <inkml:trace contextRef="#ctx0" brushRef="#br0" timeOffset="13115">30885 8362 0,'0'0'0,"0"0"16,0 0-16,0 0 15,0 9 1,0 19 0,9 27-16,-9 19 15,0 18 1,0 10-16,9-19 15,1-18 1,-10-65-16</inkml:trace>
  <inkml:trace contextRef="#ctx0" brushRef="#br0" timeOffset="14183.99">25767 5805 0,'0'0'0,"0"0"16,0 0 0,0-9-16,0 9 15,9-9-15,1 0 16,9 0 0,18 9-16,10 0 15,10 9-15,27 18 16,10 1-1,10 0-15,18 9 16,29 0-16,-1 0 16,29 9-1,9-9-15,28 18 16,1-9-16,18 28 16,10-9-1,-1-10 1,-9 10-16,19-1 15,-9 1 1,9 9-16,-38-10 16,48 10-1,-48-9-15,38-10 16,-38 0 0,1 1-16,-10 8 0,9-8 15,-37-1 1,9 1-16,-28-10 15,-9-9-15,-10 0 16,-19-1 0,-19 1-16,-18-9 31,9 9-31,-28-9 16,-10-10-1,-9 1-15,-18-1 16,-10-9-16,-1 1 15,-8-1 1,-1-9-16,1 0 16,-1 0-16,-9 0 15,0 0 1,0 0-16,0 0 16,0 0-16</inkml:trace>
  <inkml:trace contextRef="#ctx0" brushRef="#br0" timeOffset="14796.91">32964 8021 0,'0'0'0,"0"0"16,0 0-16,9 9 15,10 9 1,0 10-16,9 9 16,9 9-16,1 9 15,-10 19 1,-9 9-16,0 0 16,-19-18-16,0 0 15,-9-10 1,-10 0-16,-19 10 31,0-19-31,-18 9 16,9-18-16,-9 0 15,-1-18 1,1-1-16,9-9 16,47-9-1</inkml:trace>
  <inkml:trace contextRef="#ctx0" brushRef="#br0" timeOffset="16236.66">25297 9257 0,'0'0'15,"0"0"-15,0 0 16,0 0-16,0 0 15,0 0-15,0 0 16,0 0 0,0 0-16,0 0 15,0 0 1,-10 0-16,-9 10 16,-18 17-1,-20 10 1,-18 9-16,-19 0 15,-28 10-15,-1 8 16,-18 20 0,-19 8-16,0-9 15,10 0 1,-20 9-16,20-9 16,9 10-16,0-1 15,18-18-15,1 0 16,19-10-1,-1 10-15,10-9 16,28-19 0,10 0-16,9 0 15,9-9-15,1-9 16,18-10-16,0 1 16,0-10-1,0 0-15,10 10 16,-1-10-1,10-9 1</inkml:trace>
  <inkml:trace contextRef="#ctx0" brushRef="#br0" timeOffset="16854.18">22183 11112 0,'0'0'16,"0"0"-16,0 0 15,0 0-15,-10 10 16,1 8-16,-19 19 16,-10 9-1,-9 19-15,-9 27 16,18-9-1,0 0 1,10 0-16,0 0 16,18 0-1,1-9-15,9 0 16,9-9 0,10-10-16,9-9 15,10 0 1,0-18-16,18 0 0,1-10 15,-57-18 1</inkml:trace>
  <inkml:trace contextRef="#ctx0" brushRef="#br0" timeOffset="17756.38">25202 9340 0,'0'0'0,"0"0"16,0 0-16,10 0 15,-1 0 1,1 0-16,-1 10 31,0-1-31,1 9 16,-1 10-16,1 9 15,-1 28 1,-18 18-16,-10 18 16,0 10-1,-19 9-15,-9 18 16,0 1-16,0-10 16,-19 28-16,10-19 15,0-8 1,-1 8-16,10-9 15,0-18 1,9-10-16,1-8 16,9-1-1,-1-18 1,11 0-16,-1-19 16,0-9-1,10-9-15,-1-9 16,1-10-1,9 1-15,0-10 16,0 0-16,0-9 16,0 0-16</inkml:trace>
  <inkml:trace contextRef="#ctx0" brushRef="#br0" timeOffset="19375.74">23688 12275 0,'0'0'0,"0"0"0,0-9 16,0 0-1,0 0-15,0 0 16,0-10 0,0 10-16,-10-10 15,1 10-15,-19 0 16,-10 0-16,1-1 31,-10 10-31,-1 0 16,11 0-1,-1 0-15,19 10 16,1-1-16,8 0 16,10 0-1,0 10-15,10 9 16,18 8-16,9 11 16,1-1-1,-10 0-15,-9-9 16,0 9-1,-10-9-15,-9 0 16,-9 0-16,-10 0 16,-19 0-1,-9-1 1,0-8-16,0-9 16,0-1-16,10-9 15,-1-9 1,10 0-16,0 0 15,18 0 1,1-9-16,9 9 16</inkml:trace>
  <inkml:trace contextRef="#ctx0" brushRef="#br0" timeOffset="19645.54">23801 12774 0,'0'0'0,"0"0"16,0 18-16,-10 10 15,-8 18-15,-20 10 31,-9 17-31,0-8 0,-10 0 16,1-10-16,56-55 16</inkml:trace>
  <inkml:trace contextRef="#ctx0" brushRef="#br0" timeOffset="20047.18">24102 12202 0,'0'0'0,"0"0"16,0 0-16,0 0 16,0 18-1,9 19-15,1 9 16,-1 19-1,0 9-15,-9-1 16,0 1-16,0-9 16,10-1-1,-10-17-15,0-10 16,0-19 0,0-18-16</inkml:trace>
  <inkml:trace contextRef="#ctx0" brushRef="#br0" timeOffset="20395.07">24629 12931 0,'0'0'16,"0"0"-16,0 0 16,0 0 15,-10 18-31,1 10 15,-10 27-15,-19 47 16,-18 9-16,-10-1 16,10-17-1,56-93-15</inkml:trace>
  <inkml:trace contextRef="#ctx0" brushRef="#br0" timeOffset="21915.27">25090 12359 0,'0'0'0,"0"0"15,0 0-15,0 0 16,0 0-1,0 0-15,0 0 16,0 0 0,0 0-1,0 0-15,0 0 16,0 0 0,0 0-16,0 9 15,0 28 1,0 9-16,-10 28 15,-9-1 1,1 20-16,8-10 0,1 0 16,-1-9-1,10-19-15,0-55 16</inkml:trace>
  <inkml:trace contextRef="#ctx0" brushRef="#br0" timeOffset="23117.24">25005 9331 0,'0'0'0,"0"0"16,0 0-16,0 0 15,9 9-15,10 1 16,9 8-16,10 19 15,0 0 1,-1 9-16,10 19 16,0 18-1,0 0-15,0 9 16,0 10-16,0 8 16,10 10-16,-1-9 15,1-9 1,9 18-16,-10-10 31,1-17-31,-10-1 16,0 0-1,0 10-15,0-10 16,0-18-16,-10 0 16,1 0-1,0-1-15,-1-8 16,-9-10-16,1 1 15,-11-10 1,1-9-16,0-9 16,-9-1-16,-1-8 15,0-1-15,1-9 16,-10 1 0,0-1-16,0-9 15,0 9 1,0 0-1,0-9 1,0 10-16,9-1 16,1 0-16,-1 0 15,0 10 1,1-10-16,-1 9 16,1 1-1,-1-1-15,0 1 0,1-1 16,-1 1-1,1-1-15,-10-18 16</inkml:trace>
  <inkml:trace contextRef="#ctx0" brushRef="#br0" timeOffset="24003.57">26548 12377 0,'0'0'0,"0"0"15,-10 0-15,-9 0 16,1 0 0,-11 0-16,-18 0 15,0 0-15,0 9 32,-9 10-32,-1-1 15,10 1-15,19-1 16,0 0-1,9 1-15,10-1 16,9-8 0,9 8-16,10 1 15,9 8-15,10 1 16,-1 0-16,1-1 16,-10 1-1,-9-10-15,0 1 16,-10-1-1,1 10-15,-10 0 16,-10-1-16,1 1 16,-10 0-16,-9 0 15,-10-10 1,1 0-16,-1-8 16,0-1 15,10-9-31,0 0 15,0-9-15,9-1 16,0-8-16,19 18 16</inkml:trace>
  <inkml:trace contextRef="#ctx0" brushRef="#br0" timeOffset="24273.18">26689 12968 0,'0'0'16,"0"0"-16,0 0 15,-10 18 1,-8 19-16,-20 28 16,-18 27-16,8 0 15,48-92-15</inkml:trace>
  <inkml:trace contextRef="#ctx0" brushRef="#br0" timeOffset="25026.24">26999 12626 0,'0'0'0,"0"0"16,0 0 0,0 0-16,-9-9 15,-1 0 1,1-1 0,0 1-16,9 0 15,0 0 1,0 0-16,9-1 15,0 1 1,1 0-16,-1 9 16,1 0-1,-1 0-15,0 9 0,1 10 16,-1 8 0,-9 10-16,0 19 15,-9-1 1,-10 0-16,-9 1 15,9-10-15,0-9 32,0-10-32,10-8 15,0-1-15,-1-8 16,10-1-16,0-9 16,0 0-16,0 0 15,0 0 1,10 0-1,18 9-15,9-9 16,1-9-16,0 0 16,-1-1-1,-37 10-15</inkml:trace>
  <inkml:trace contextRef="#ctx0" brushRef="#br0" timeOffset="25261.37">27376 12949 0,'0'0'0,"0"0"16,0 9-1,0 19-15,-10 9 16,1 37-16,-10 18 15,-9-9 1,-1 0-16,1-27 16,28-56-1</inkml:trace>
  <inkml:trace contextRef="#ctx0" brushRef="#br0" timeOffset="25894.76">27573 12598 0,'0'0'0,"0"0"16,0 0-16,0 0 15,0 0 1,0-9-1,10 0-15,-1-9 16,10-1 0,0 1-16,9-1 15,0 10 1,-9 0-16,0-1 16,-1 10-16,1 10 15,-9-1-15,-1 9 16,0 10-16,-9 9 15,0 9 1,0 10-16,-9-10 16,0-9-1,-1 0-15,1-10 16,9 1-16,0-10 16,0 1-16,9-10 15,1 0 1,18 1-16,19-1 15,19-9 1,28 0 0,-9-19-16,27 1 15,-112 18 1</inkml:trace>
  <inkml:trace contextRef="#ctx0" brushRef="#br0" timeOffset="27029.78">25071 9220 0,'0'0'0,"0"0"31,0 0-31,0 0 0,19 10 16,18-1 0,20 19-16,-1 8 31,29 20-31,18 8 15,1 10-15,9 0 16,-1 0 0,11 9-16,-1 0 15,19 0 1,0-9-16,10 0 16,-1 9-16,1 0 15,-1-9-15,-9 9 16,-9-9-1,19 9-15,-1 9 16,-27-9 0,-11-9-16,20 0 15,-28-10 1,-20 1 0,-8-10-16,-20 1 15,0-10-15,-9-9 16,-9-9-16,0-1 15,-10-8 1,-9-1-16,0 1 16,-10-1-1,0-9-15,1 1 16,-1-1-16,-9-9 16,0 0-1,0 0-15,0 0 16,0 0-1,0 0-15,0 0 0,0 0 32,0 0-17,0 0-15,0 0 16</inkml:trace>
  <inkml:trace contextRef="#ctx0" brushRef="#br0" timeOffset="27731.96">28636 11639 0,'0'0'15,"0"0"-15,0 0 16,0 0-16,0 0 16,10 9-1,8 0-15,11 10 16,-1 8-16,0 1 15,0 0 1,0 8-16,-9 1 16,0 10-16,-9 8 15,-1 10 1,-9-1-16,-9-8 16,-10 8-16,-10 10 15,1-19-15,-9-8 16,37-47-1</inkml:trace>
  <inkml:trace contextRef="#ctx0" brushRef="#br0" timeOffset="29387.74">23650 13411 0,'0'0'0,"0"0"15,0 0 1,0 0-16,0 0 31,-9 0-31,-10 9 16,-19 9-1,-18 19-15,-19 19 16,-10 18 0,-9 18-16,9 0 15,-18 0-15,18-9 16,0 19-16,20-28 16,8-10-1,10-8-15,9-10 16,10-9-16,9-9 15,1-10 1,8-9 0,1 0-16,9-9 0,0 0 15</inkml:trace>
  <inkml:trace contextRef="#ctx0" brushRef="#br0" timeOffset="38229.35">22051 15054 0,'0'0'15,"0"0"-15,0 0 16,0 0 0,0 0-16,0 0 0,0 0 15,0 0 1,0 0-16,-9 9 16,-1 9-1,1 10-15,-10 18 16,0 9-1,-9 29 1,0 8-16,9 19 16,0-19-1,0 19-15,10-28 16,-1-9 0,1-19-16,0-18 15,9-19-15,0-8 16,0-10-16,0 0 15</inkml:trace>
  <inkml:trace contextRef="#ctx0" brushRef="#br0" timeOffset="38700.25">22060 15257 0,'0'0'0,"0"0"16,0 0-16,-9 0 16,9 0-16,-9 0 15,9 0 1,0 0-16,0 0 15,0 0-15,0 0 16,0 0 0,0 0-1,9 9 1,0 9-16,10 10 16,9 18-16,1 28 15,-1 0 1,0 0-16,0-1 15,1 11 1,-11-20-16,1-18 0,-9-9 16,-1-9-1,-9-10-15,0-8 16,0-1-16,0-9 16,0 0-1,0 0-15</inkml:trace>
  <inkml:trace contextRef="#ctx0" brushRef="#br0" timeOffset="39016.99">21891 15690 0,'0'0'16,"0"0"-16,0 0 16,0 0-16,9 0 15,10 0 1,9 0-16,10 0 15,9 0 1,10-9-16,-1 0 16,-56 9-1</inkml:trace>
  <inkml:trace contextRef="#ctx0" brushRef="#br0" timeOffset="39580.71">22860 15653 0,'0'0'16,"0"0"0,0 0-1,0 0-15,0 0 0,0 0 16,0 10-16,-9 17 15,-1 10 1,1 28-16,-1 9 16,1 0-1,9 9 1,0-9-16,9-10 16,1-18-1,-1-9-15,-9-37 16</inkml:trace>
  <inkml:trace contextRef="#ctx0" brushRef="#br0" timeOffset="40504.15">26604 13798 0,'0'0'16,"0"0"-16,0 0 15,0 0 1,0 10-16,-9 8 16,-10 19-1,-9 28-15,-10 27 0,-18 9 16,-1 19-1,-9 19-15,-9 18 16,0-28 0,0 9-16,-1-8 15,1-10-15,19-28 16,-1-18-16,1-19 16,9-9-1,9-9-15,10-9 16,9-10-16,0-8 15,10-10 1,9 0-16</inkml:trace>
  <inkml:trace contextRef="#ctx0" brushRef="#br0" timeOffset="41236.46">25400 15681 0,'0'0'0,"0"0"16,0 0-16,0 9 16,0 10-1,0 27-15,-9 28 0,-1 18 16,1 0-1,-10 1-15,10-19 16,-1-19 0,1-18-16,9-19 15,0-8 1,0-10 0,0 0-16,0-28 15,0-28 1,9-17-16,1-1 15,-1-9 1,0 0-16,10 18 16,0 10-1,0-1-15,9 1 0,0 9 16,-9 18 0,0 0-16,0 10 15,0 9-15,-1 9 16,1 9-1,0 9-15,9 19 16,0 9-16,1 19 16,-1 9-16,0 0 15,-9 0 1,-10-19-16,1-9 16,-10-9-1,0 0-15,0-9 31,-10-10-31,1-9 16,9-9-16</inkml:trace>
  <inkml:trace contextRef="#ctx0" brushRef="#br0" timeOffset="41485.33">25287 16023 0,'0'0'0,"0"0"16,0 0 0,10 0-16,8 0 15,20-10 1,9-8 0,9 0-1,20-10-15,-1 9 16,0 1-16,-18-1 15,-57 19 1</inkml:trace>
  <inkml:trace contextRef="#ctx0" brushRef="#br0" timeOffset="42169.85">26143 16161 0,'0'0'16,"0"0"-16,0 0 16,0 0-1,0 0-15,0 0 16,0 0 0,0 0-16,0 0 15,-9-18-15,9-1 16,0-8-16,9 8 15,1 1 1,8-1-16,1 1 16,0 8-1,0 1-15,0 9 16,-1 0 0,-8 9-1,9 10-15,-10 9 16,1 9-16,-10 9 15,-10 0 1,-9 9-16,-18-9 16,-10 0-1,9-9-15,0-9 16,10-9-16,9-1 16,1-9-1,8 0-15,1 1 16,9-10-16,9 0 15,29 0 1,28 0-16,28-10 0,47-8 16,-10 0-1,-18-10-15,-113 28 16</inkml:trace>
  <inkml:trace contextRef="#ctx0" brushRef="#br1" timeOffset="47586.53">30621 9451 0,'0'0'0,"0"0"16,0 0-16,0 0 16,0 0-16,0 0 15,0 0 1,0 0-16,-9 9 15,-1 1 1,-9 8-16,1 10 0,-11 18 16,1 9-1,0 19 1,9-9-16,0-1 16,-9 10-1,0 9-15,0 0 0,-1 0 16,-8 10-16,9-10 15,-10 28 1,0 8-16,1-8 16,-1-9-1,-9 9-15,9-10 16,10 1-16,-9-10 31,8-9-31,1 0 16,0 9-1,9-18-15,0-18 16,0-10-16,10-9 16,0-10-1,-1-8-15,10-1 16,0-9-16,0-9 16,0 0-16,0 10 15,0-10 1,0 0-16</inkml:trace>
  <inkml:trace contextRef="#ctx0" brushRef="#br1" timeOffset="48326.83">29765 12183 0,'0'0'0,"0"0"16,0 0-16,0 0 16,-9 9-1,-1 10 1,-9 9-16,-9 18 16,0 9-1,-10 10-15,1 8 16,-1-8-16,10 0 15,9 9 1,0-10-16,10 1 16,9-10-16,9-9 15,10 0 1,19 1-16,28-11 16,9-8-16,0-9 15,-75-19 1</inkml:trace>
  <inkml:trace contextRef="#ctx0" brushRef="#br1" timeOffset="62430.85">30762 9571 0,'0'0'15,"0"0"-15,0 0 16,0 0-16,0 0 16,-9 0-1,9 0 1,0 0-1,-10 0-15,10 0 16,0 0-16,-9 0 16,9 0-1,-9 0-15,9 0 16,-10 0 0,1 0-16,-1 0 15,10 0-15,-9 0 16,0 0-16,9 0 15,0 0 1,-10 9-16,1 1 31,-1-1-31,1 9 16,9 10-16,-9 0 16,9 9-1,0 9-15,0 0 16,0 9-1,0 1-15,0 8 16,0 10-16,0 0 16,0 0-16,0 9 15,9-9 1,-9 18-16,0 0 16,9 1-16,1-10 15,-1 9 1,1 0-16,-10 1 15,9-1-15,0-9 32,-9 0-32,0 9 0,0 10 15,0-10-15,-9-18 32,9 9-32,-9 9 0,-1-9 31,10-9-31,0 0 15,-9-9-15,9 8 16,-10 1 0,1 9-16,0-9 15,-1-9 1,10-10-16,-9 10 16,-1 9-16,1-1 15,-10 1-15,0 0 16,0-18-1,1 8-15,-1 1 16,0-1-16,-9 10 16,9-9-1,10-19 1,-1 0 0,1 0-16,-10 0 15,10-9-15,-1 0 16,-9 0-1,10-9-15,-1-10 16,1 1 0,0-10-16,9 0 0,0-9 15,0 0 1,0 0-16,0 0 16,0 0-1</inkml:trace>
  <inkml:trace contextRef="#ctx0" brushRef="#br1" timeOffset="63486.39">29718 13983 0,'0'0'0,"0"0"16,0 0-1,0 0-15,0 0 16,0 0-16,0 0 15,0 0-15,0 0 16,-19 0 0,0 0-16,-9 9 15,-9 0 1,-1 1-16,0 8 16,10-9-1,0 10 1,9-10-16,10 0 15,-1 0 1,1 1-16,-1-1 16,10 0-16,0 0 15,10 10 1,-1-1-16,1 1 16,8-1-16,1 1 15,0-1 1,-10 1-16,1-1 15,-10-9-15,0 10 16,-10-1 0,1 1-16,-10-1 15,-18 1-15,-20-1 16,1-9-16,-1 0 16,10-9-1,10 0-15,-1 0 16,19 0-1,10 0 1,9 0-16</inkml:trace>
  <inkml:trace contextRef="#ctx0" brushRef="#br1" timeOffset="63987.33">29831 14389 0,'0'0'0,"0"0"15,0 0-15,0 9 16,-10 10-16,1 18 16,-19 27 15,-10 10-31,1 0 15,8-9-15,29-65 16</inkml:trace>
  <inkml:trace contextRef="#ctx0" brushRef="#br1" timeOffset="64719.93">30085 14011 0,'0'0'15,"0"0"-15,0 0 16,0 0-16,0 0 16,0 0-16,0 0 15,9-10 1,10 1-16,9 0 15,1 0 1,-1 9-16,-9 0 16,-1 0-16,-8 0 15,-1 0-15,1 9 16,-10 0 0,-10 19-16,-9 0 15,-9-1 1,9 1-16,1-10 15,-1 1 1,9-10 0,1 0-16,9-9 15,0 10 1,9-1-16,1 0 16,9 9-1,-1 1-15,1-1 16,-9 1-16,-1-1 15,-9 1-15,0-1 16,-9 1-16,-10 8 16,-9 1-1,-10 0-15,0-10 16,10-9 0,0 1-1,0-1-15,-1 0 16,11-9-1,18 0-15</inkml:trace>
  <inkml:trace contextRef="#ctx0" brushRef="#br1" timeOffset="64989.6">30442 14657 0,'0'0'0,"-9"9"16,0 9-1,-20 19-15,-8 9 16,-10 19-1,0 0-15,0-1 16,18-18-16,29-46 16</inkml:trace>
  <inkml:trace contextRef="#ctx0" brushRef="#br1" timeOffset="65739">30583 14084 0,'0'0'0,"0"0"16,0 0-16,0 0 16,0 0-1,0 0-15,0 0 16,10-9-16,9 0 15,0 0 1,9 0-16,0-1 31,10 1-31,-1 0 16,-9 0 0,-9 9-16,0 0 15,-10 0-15,1 9 16,-10 0-1,0 10-15,-10-1 16,-8 10-16,-11 9 16,11-10-16,-1 1 31,0-10-31,10-8 0,-1-1 16,1 0-1,9-9-15,9 9 16,10 1-16,9-1 15,10 0-15,-1 0 16,1 10 0,0-1-16,-10 1 15,-9-10 1,-10 9-16,1 1 16,-10-1-1,0 10 1,-10 0-16,1-1 15,-10 1 1,-19 0-16,38-28 16</inkml:trace>
  <inkml:trace contextRef="#ctx0" brushRef="#br1" timeOffset="67128.17">30583 9460 0,'0'0'15,"0"0"-15,0 0 16,0 0-16,10-9 16,9 9-16,0 0 15,9 9 1,9 1-16,1 17 16,9 10-1,-9 28-15,9 9 31,-10 18-31,1 9 16,0 19-16,-1 19 16,1-19-1,9 37-15,0-10 16,0-17 0,0 17-16,-19 10 15,10-9-15,-10-10 16,10 19-16,-1-27 15,1-1-15,9 9 16,-9-18 0,-1 0-16,1 0 15,0 0-15,-10-9 32,-9-19-32,-1 19 15,1 9 1,0-19-16,-10-8 15,1 8 1,-1 1-16,1-10 16,-1-9-1,10 0-15,0 0 0,-10-9 16,10 9 0,-10-9-16,1-9 15,-1-1 1,1 1-16,-1-10 15,0 10-15,-9-10 16,0-9-16,0-9 16,0 0-1,0-9-15,0-10 16,0 1-16,0-10 16,0 0-1,0-9-15,0 0 31,10 10-31,-10-10 16,0 0-16,0 0 16</inkml:trace>
  <inkml:trace contextRef="#ctx0" brushRef="#br1" timeOffset="68036.84">31863 14601 0,'0'0'15,"0"0"1,0 0-16,0 0 16,0 0-1,0 0-15,-19 0 16,-9 10-16,-10-1 15,1 0 1,-1 0-16,0 10 16,10-10-1,9 0-15,0 0 16,10 1-16,9-10 16,0 9-1,9 0-15,1 10 16,9-1-16,0 10 15,-10-10 1,10 10-16,-10 0 16,1-1-1,-1 1-15,-9 0 0,0-10 16,0-9 0,-9 0-16,-1 1 31,1-10-31,-10 0 15,-9 0 1,-1 0-16,1 0 16,9 0-16,10 0 15,9 0 1</inkml:trace>
  <inkml:trace contextRef="#ctx0" brushRef="#br1" timeOffset="68335.36">32042 15100 0,'0'0'16,"0"0"-16,0 9 31,-10 9-31,-18 19 0,-10 28 16,-9 36 0,0 1-1,47-102-15</inkml:trace>
  <inkml:trace contextRef="#ctx0" brushRef="#br1" timeOffset="69065.31">32361 14426 0,'0'0'16,"0"0"-16,0 0 15,0 0-15,0 9 16,-9 10-1,-10 27-15,0 9 16,1 1 0,-1-1-16,0-18 15,10-9-15,-1-10 16,1 0-16,9-8 16,0-1-1,0-9-15,9 9 16,1 0-16,18 1 15,9-1 1,20-9 0,-10 0-1,0 0-15,0 9 16,-9-9-16,-1 0 16,-9 0-1,-28 0-15</inkml:trace>
  <inkml:trace contextRef="#ctx0" brushRef="#br1" timeOffset="69287.62">32521 14684 0,'0'0'15,"0"0"1,0 0-16,-9 0 16,0 0-16,-1 0 31,1 10-31,-1-1 15,-8 19 1,-1 18-16,0 18 16,10 19-16,-1-9 15,10-18 1,0-56-16</inkml:trace>
  <inkml:trace contextRef="#ctx0" brushRef="#br1" timeOffset="69608.05">32860 15118 0,'0'0'0,"0"0"16,0 0-16,0 9 16,-9 10-1,-20 27-15,-8 9 16,-10 19-1,47-74 1</inkml:trace>
  <inkml:trace contextRef="#ctx0" brushRef="#br1" timeOffset="70283.61">32982 14241 0,'0'0'15,"0"0"-15,0 0 16,0 0-1,10 10-15,-10 8 16,0 1 0,0 8-16,0 1 15,0 0-15,-10 8 16,1-8 0,9 0-16,-9 9 15,9-10-15,0 1 16,0 0-1,0-10-15,0 1 16,0-1-16,0 1 16,0-1-16,9 1 15,0-1 1,1 1-16,-1-10 16,10 9-1,0-9 1,9 1-16,10-10 15,-1 0 1,1-10-16,9 1 16,-19 0-1,29-9-15,46-10 16</inkml:trace>
  <inkml:trace contextRef="#ctx0" brushRef="#br1" timeOffset="70506.03">33095 14583 0,'0'0'0,"0"0"16,0 0-16,0 0 15,-9 9 1,9 19-16,0-1 15,0 29 1,9 8-16,10 20 16,9-1-16,-28-83 15</inkml:trace>
  <inkml:trace contextRef="#ctx0" brushRef="#br1" timeOffset="71758.35">30527 9294 0,'0'0'15,"0"0"-15,0 0 16,0 0 0,0 0-16,9 0 31,10 19-31,28 18 16,10 9-16,9 18 15,18 19 1,10 19-16,10 18 15,-1-9 1,10-1-16,9 10 16,10-18-16,-10 0 15,1-1-15,-1 1 16,0-1 0,-18 1-16,-10-19 15,0 9 1,0 10-16,-9-19 15,-19-10 1,-1-8 0,-8 9-16,-1-10 15,-9-8-15,0-10 16,0-9 0,-9 0-16,0-9 15,-10-1 1,-9-8-16,0-10 15,-1 0-15,-8 0 16,-10-9-16,0 0 16</inkml:trace>
  <inkml:trace contextRef="#ctx0" brushRef="#br1" timeOffset="72329.23">32935 11842 0,'0'0'0,"0"0"16,0 0-16,0 0 15,0 0-15,0 0 16,0 0-1,10 9 1,9 0 0,9 10-16,0 8 15,10 19 1,-10 1-16,0-1 16,-9 9-1,-10 10-15,1-1 16,-20 10-16,1 0 15,-10 0-15,-9 0 16,-10-10-16,-9 1 16,-19-1-1,10-8-15,9-19 16,0-10 0,9-8-1,1-10-15,37-9 16</inkml:trace>
  <inkml:trace contextRef="#ctx0" brushRef="#br1" timeOffset="73363.83">29727 14998 0,'0'0'15,"0"0"-15,0 0 16,0 0-16,0 0 16,0 0-1,0 19-15,-9 18 16,-10 27-16,-9 38 15,-10 18-15,-9 18 16,-9-9-16,-1-9 16,1-9-1,9-37-15,9-19 32,1-18-17,18-9-15,0-10 16,10-8-16,-1-1 15,1-9-15,9 0 16,0 0 0</inkml:trace>
  <inkml:trace contextRef="#ctx0" brushRef="#br1" timeOffset="73849.23">28758 16410 0,'0'0'16,"0"0"-16,0 10 16,0 17-16,-9 19 15,-10 28 1,0 19-1,-9 8 1,-9 1-16,8-19 16,1-10-16,9-36 15,10-9 1,-1-19-16,10-9 16,0 0-1,0-18-15,0-19 0,10-28 16,-1-9-1,-9 74-15</inkml:trace>
  <inkml:trace contextRef="#ctx0" brushRef="#br1" timeOffset="74134.25">28664 16438 0,'0'0'15,"0"0"1,0 0-16,0 0 0,0 0 16,10 0-1,9 0-15,-1 9 31,11 0-31,-1 10 16,9 9-16,1 9 16,9 27-1,-9 10-15,-10 9 16,0-9 0,-18-10-16,-1-8 15,0-10-15,1-9 16,-10-9-1,0-10-15,0-9 16,-10-9-16,10 0 16</inkml:trace>
  <inkml:trace contextRef="#ctx0" brushRef="#br1" timeOffset="74318.92">28551 17019 0,'0'0'15,"0"0"-15,19 0 16,28 0 0,29-9-16,-11 0 15,-65 9-15</inkml:trace>
  <inkml:trace contextRef="#ctx0" brushRef="#br1" timeOffset="75019.95">29398 16807 0,'0'0'0,"0"0"15,10 0-15,-1-9 16,10 0 0,9 0-1,0-1-15,0 1 16,1 9 0,-1 9-16,0 10 15,-9-1-15,0 10 16,-10 0-1,-9 8-15,-9 1 16,-1 0 0,-8 0-16,-1 0 15,0-9-15,0-10 16,0-8 0,10-1-16,-1 0 15,10-9-15,0 0 16,10 9-16,-1 0 15,19 10 1,20 9-16,-1-1 16,0 1-16,-19-10 15,0 10 1,-9 0-16,-10 0 16,-9 8-16,-19 11 15,-9-1 1,-19 0-16,-9-9 15,-10-19-15,-9-9 16,9-9 0,66 0-1</inkml:trace>
  <inkml:trace contextRef="#ctx0" brushRef="#br1" timeOffset="75651.03">29069 17010 0,'0'0'16,"0"0"-16,0 0 15,0 0 1,0 0-16,-19 0 16,-9 0-16,28 0 15</inkml:trace>
  <inkml:trace contextRef="#ctx0" brushRef="#br1" timeOffset="76436.64">28787 16540 0,'0'0'15,"0"0"-15,0 0 16,0 0 0,-10 9-16,-9 0 15,1 0 1,-1 10-16,-9 8 16,-1 10-1,-8 9-15,-1 28 16,0 9-16,1 0 15,9-9-15,-1-9 16,11-19 0,8-18-16,1-10 15,-1-9-15,1 1 32,9-10-32,0 0 15,0 0 1</inkml:trace>
  <inkml:trace contextRef="#ctx0" brushRef="#br1" timeOffset="77223.39">28947 16512 0,'0'0'0,"0"0"16,0 0 0,0 0-16,0 0 15,0 0-15,0 9 16,9 0 0,0 10-16,1-1 15,-1 28-15,10 37 16,0 10-1,-10-1-15,1-9 16,-1-9-16,0 0 31,1-19-31,-1-9 0,-9-9 16,10-9-16,-10-10 16,0 1-1,0-10-15,0-9 31,0 0-31</inkml:trace>
  <inkml:trace contextRef="#ctx0" brushRef="#br1" timeOffset="77524.28">28514 17066 0,'0'0'0,"0"0"15,0 0 1,0 0-16,0 0 15,9 0 1,10 0-16,9 0 16,10 0-16,9-10 15,-47 10-15</inkml:trace>
  <inkml:trace contextRef="#ctx0" brushRef="#br1" timeOffset="78438.8">32286 15718 0,'0'0'0,"0"9"16,-9 10 0,-10 27-16,-9 37 15,-10 19 1,-18 27-16,-10 9 0,0-18 15,10-28 1,9-18-16,9-18 16,10-19-1,9-10-15,0-17 16,10-1 0,-1-9-1,10 0-15</inkml:trace>
  <inkml:trace contextRef="#ctx0" brushRef="#br1" timeOffset="79271.92">31628 17121 0,'0'0'15,"0"0"-15,0 0 16,0 0 0,0 0-16,0 0 15,-10 18 1,-9 19-16,-9 28 15,0 0-15,-10 8 16,10 10 0,9-18-1,1-10-15,8-27 16,1-9 0,9-10-16,-10 0 15,10-9-15,0 0 16,0 0-1,0-18-15,10-29 16,-1-26 0,1-10-16,8 9 15,1 0-15,9 0 16,-9 28-16,0 9 16,9 9-1,0 1-15,-9 8 16,10 1-1,-11 8-15,11 10 16,-11 10-16,11 8 31,-1 19-31,0 18 16,-9 1-16,-10 8 16,1 10-1,-1-18-15,-9-10 16,0-9-1,0 0-15,0-10 16,-9-8-16,9-10 16,0-9-16</inkml:trace>
  <inkml:trace contextRef="#ctx0" brushRef="#br1" timeOffset="79520.06">31449 17444 0,'0'0'0,"0"0"16,0 0 0,9 9-1,10 0-15,19 1 16,9-10-1,9 0-15,10-10 16,0-8 0,-66 18-16</inkml:trace>
  <inkml:trace contextRef="#ctx0" brushRef="#br1" timeOffset="80020.3">32418 17075 0,'0'0'0,"0"0"16,0 9-16,-9 19 15,-10 18 1,-10 9-16,-8 19 16,-1 0-1,10-28-15,0 0 16,0-9-16,18-18 31,1-1-31,-1-9 16,1 1-1,9-1-15,0-9 16,0 0-16,9 9 16,20 0-1,18-9-15,18 0 16,11 9-16,-10-9 15,-10 0 1,-18 0-16,-1-9 16,-37 9-16</inkml:trace>
  <inkml:trace contextRef="#ctx0" brushRef="#br1" timeOffset="80243.25">32390 17324 0,'0'0'0,"0"0"31,0 0-31,0 9 16,9 19 0,1 9-16,8 27 15,1 47 1,-9 0-16,-1 9 15,-9-28-15,9-36 16,-9-56-16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8E3891-7DA8-41B1-B5F1-D2BA26D4AD53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2B35D-8443-467B-843C-DAE475959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387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0299A-4844-A64B-8D9D-81D063D4E07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261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0299A-4844-A64B-8D9D-81D063D4E07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261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0299A-4844-A64B-8D9D-81D063D4E07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261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0299A-4844-A64B-8D9D-81D063D4E07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261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0299A-4844-A64B-8D9D-81D063D4E07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261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0299A-4844-A64B-8D9D-81D063D4E07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261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70299A-4844-A64B-8D9D-81D063D4E07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261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60B4C97-9EA9-48C1-9BC2-87F367CD9F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26E86F-A508-4E78-A407-E5E7342C2996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732162" name="Rectangle 2">
            <a:extLst>
              <a:ext uri="{FF2B5EF4-FFF2-40B4-BE49-F238E27FC236}">
                <a16:creationId xmlns:a16="http://schemas.microsoft.com/office/drawing/2014/main" id="{90F1D293-5E09-4663-9057-F7EFD613FC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2163" name="Rectangle 3">
            <a:extLst>
              <a:ext uri="{FF2B5EF4-FFF2-40B4-BE49-F238E27FC236}">
                <a16:creationId xmlns:a16="http://schemas.microsoft.com/office/drawing/2014/main" id="{B9CB5E18-B585-4BE2-BFAC-DEFF292A4F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781CD4B-17D2-4ABC-BD15-FD182A0750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BDE604-5BCC-4595-86C5-46242A3BA50B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718850" name="Rectangle 2">
            <a:extLst>
              <a:ext uri="{FF2B5EF4-FFF2-40B4-BE49-F238E27FC236}">
                <a16:creationId xmlns:a16="http://schemas.microsoft.com/office/drawing/2014/main" id="{D131F5D1-7B2D-459A-B528-CE04DB6CC4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8851" name="Rectangle 3">
            <a:extLst>
              <a:ext uri="{FF2B5EF4-FFF2-40B4-BE49-F238E27FC236}">
                <a16:creationId xmlns:a16="http://schemas.microsoft.com/office/drawing/2014/main" id="{20D66688-8FBD-4D50-BA91-A9B9920DE7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A70C6E8-50DE-48B9-933A-206659ACA8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29725A-344B-410C-827B-CA5B937A79D4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719874" name="Rectangle 2">
            <a:extLst>
              <a:ext uri="{FF2B5EF4-FFF2-40B4-BE49-F238E27FC236}">
                <a16:creationId xmlns:a16="http://schemas.microsoft.com/office/drawing/2014/main" id="{BCF41631-95E4-4C31-BD29-891CC8F325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9875" name="Rectangle 3">
            <a:extLst>
              <a:ext uri="{FF2B5EF4-FFF2-40B4-BE49-F238E27FC236}">
                <a16:creationId xmlns:a16="http://schemas.microsoft.com/office/drawing/2014/main" id="{CF36957A-3919-4A2E-BCE0-B85C22C997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F6E6011-45DD-4EFB-9D77-5A69257327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0267F3-319A-48A0-B5C8-A8A4D9FAD6DA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720898" name="Rectangle 2">
            <a:extLst>
              <a:ext uri="{FF2B5EF4-FFF2-40B4-BE49-F238E27FC236}">
                <a16:creationId xmlns:a16="http://schemas.microsoft.com/office/drawing/2014/main" id="{65F30415-7691-4F82-BC86-C65795500A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0899" name="Rectangle 3">
            <a:extLst>
              <a:ext uri="{FF2B5EF4-FFF2-40B4-BE49-F238E27FC236}">
                <a16:creationId xmlns:a16="http://schemas.microsoft.com/office/drawing/2014/main" id="{CE2C8153-AD8E-4EE1-8FBE-904998C678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6C1E3DC-97D6-41A0-B5D5-7F49A81380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369639-5AF0-4934-A390-41CD49B189BB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742402" name="Rectangle 2">
            <a:extLst>
              <a:ext uri="{FF2B5EF4-FFF2-40B4-BE49-F238E27FC236}">
                <a16:creationId xmlns:a16="http://schemas.microsoft.com/office/drawing/2014/main" id="{65262213-9A89-4FD1-AF3E-551E00161F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42403" name="Rectangle 3">
            <a:extLst>
              <a:ext uri="{FF2B5EF4-FFF2-40B4-BE49-F238E27FC236}">
                <a16:creationId xmlns:a16="http://schemas.microsoft.com/office/drawing/2014/main" id="{6EE6AB5A-BAAB-46AF-BA76-A607EA505C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6C92D83-2B31-4BA1-AEF1-901477F559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83FC78-82EE-4D92-B8EB-975860CB802D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744450" name="Rectangle 2">
            <a:extLst>
              <a:ext uri="{FF2B5EF4-FFF2-40B4-BE49-F238E27FC236}">
                <a16:creationId xmlns:a16="http://schemas.microsoft.com/office/drawing/2014/main" id="{1FD59805-F093-40F6-91E0-7E9A3FFA67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44451" name="Rectangle 3">
            <a:extLst>
              <a:ext uri="{FF2B5EF4-FFF2-40B4-BE49-F238E27FC236}">
                <a16:creationId xmlns:a16="http://schemas.microsoft.com/office/drawing/2014/main" id="{D2D0ABB7-44F0-4AA2-92D0-A912097471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98566FE-CE5C-469D-8CEB-3BD2578420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790A49-F1A8-47E3-B987-781C645A23B0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746498" name="Rectangle 2">
            <a:extLst>
              <a:ext uri="{FF2B5EF4-FFF2-40B4-BE49-F238E27FC236}">
                <a16:creationId xmlns:a16="http://schemas.microsoft.com/office/drawing/2014/main" id="{A190DA4C-0098-4B22-B3A3-36EFE7B452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46499" name="Rectangle 3">
            <a:extLst>
              <a:ext uri="{FF2B5EF4-FFF2-40B4-BE49-F238E27FC236}">
                <a16:creationId xmlns:a16="http://schemas.microsoft.com/office/drawing/2014/main" id="{C19EDDDE-7088-4543-8B9B-9782D8B89B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CFB4F28-594F-4EA6-86E2-463723CEFC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D13F59-00EF-484C-9D1A-4C20B2596A28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748546" name="Rectangle 2">
            <a:extLst>
              <a:ext uri="{FF2B5EF4-FFF2-40B4-BE49-F238E27FC236}">
                <a16:creationId xmlns:a16="http://schemas.microsoft.com/office/drawing/2014/main" id="{4BBB704C-8F07-4C20-971E-0E2A13A86E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48547" name="Rectangle 3">
            <a:extLst>
              <a:ext uri="{FF2B5EF4-FFF2-40B4-BE49-F238E27FC236}">
                <a16:creationId xmlns:a16="http://schemas.microsoft.com/office/drawing/2014/main" id="{716E6789-DF13-4EC7-96C2-A507AA2969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8E167A0-1E22-4B1C-B1E1-1EE17A33E2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CBFB57-E9D5-40DF-9153-E5F5DEC5D9C3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750594" name="Rectangle 2">
            <a:extLst>
              <a:ext uri="{FF2B5EF4-FFF2-40B4-BE49-F238E27FC236}">
                <a16:creationId xmlns:a16="http://schemas.microsoft.com/office/drawing/2014/main" id="{A70A995F-EED6-4625-B3E3-7466EA8776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50595" name="Rectangle 3">
            <a:extLst>
              <a:ext uri="{FF2B5EF4-FFF2-40B4-BE49-F238E27FC236}">
                <a16:creationId xmlns:a16="http://schemas.microsoft.com/office/drawing/2014/main" id="{1921E03D-0C23-4248-A7AC-B3BB8AF4F7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5424F68-8BD8-44B4-9512-FFD10C2DB0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9C2AC5-E9FA-4221-AE02-0DF708528257}" type="slidenum">
              <a:rPr lang="en-US" altLang="en-US"/>
              <a:pPr/>
              <a:t>51</a:t>
            </a:fld>
            <a:endParaRPr lang="en-US" altLang="en-US"/>
          </a:p>
        </p:txBody>
      </p:sp>
      <p:sp>
        <p:nvSpPr>
          <p:cNvPr id="752642" name="Rectangle 2">
            <a:extLst>
              <a:ext uri="{FF2B5EF4-FFF2-40B4-BE49-F238E27FC236}">
                <a16:creationId xmlns:a16="http://schemas.microsoft.com/office/drawing/2014/main" id="{BDE89D0C-5FBC-432A-9228-B8DBF9C7D8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52643" name="Rectangle 3">
            <a:extLst>
              <a:ext uri="{FF2B5EF4-FFF2-40B4-BE49-F238E27FC236}">
                <a16:creationId xmlns:a16="http://schemas.microsoft.com/office/drawing/2014/main" id="{C78D2003-B665-41DE-A533-089D1C069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97EDBC5-0FC9-4CAA-AD62-E6E8B504B4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C1AF96-4CBA-482D-9754-5441C7FD116E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754690" name="Rectangle 2">
            <a:extLst>
              <a:ext uri="{FF2B5EF4-FFF2-40B4-BE49-F238E27FC236}">
                <a16:creationId xmlns:a16="http://schemas.microsoft.com/office/drawing/2014/main" id="{E1C5D34F-862D-4A14-84BB-75BF3CB383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54691" name="Rectangle 3">
            <a:extLst>
              <a:ext uri="{FF2B5EF4-FFF2-40B4-BE49-F238E27FC236}">
                <a16:creationId xmlns:a16="http://schemas.microsoft.com/office/drawing/2014/main" id="{51E1595A-024A-4121-A426-F9C4840BAB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11D32C7-A61E-417F-806E-D9AB738B08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34183B-7F5B-4902-93A5-FFC42C6EFB8C}" type="slidenum">
              <a:rPr lang="en-US" altLang="en-US"/>
              <a:pPr/>
              <a:t>53</a:t>
            </a:fld>
            <a:endParaRPr lang="en-US" altLang="en-US"/>
          </a:p>
        </p:txBody>
      </p:sp>
      <p:sp>
        <p:nvSpPr>
          <p:cNvPr id="756738" name="Rectangle 2">
            <a:extLst>
              <a:ext uri="{FF2B5EF4-FFF2-40B4-BE49-F238E27FC236}">
                <a16:creationId xmlns:a16="http://schemas.microsoft.com/office/drawing/2014/main" id="{02E0FF94-D011-4F91-B387-C359DA469E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56739" name="Rectangle 3">
            <a:extLst>
              <a:ext uri="{FF2B5EF4-FFF2-40B4-BE49-F238E27FC236}">
                <a16:creationId xmlns:a16="http://schemas.microsoft.com/office/drawing/2014/main" id="{651E02C3-5672-4AF3-935D-704BDC83F0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47AE504-F9DA-4845-A9D6-05B5EF9F01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66C9BF-03B6-4AA6-B24D-12AEC3F0F980}" type="slidenum">
              <a:rPr lang="en-US" altLang="en-US"/>
              <a:pPr/>
              <a:t>54</a:t>
            </a:fld>
            <a:endParaRPr lang="en-US" altLang="en-US"/>
          </a:p>
        </p:txBody>
      </p:sp>
      <p:sp>
        <p:nvSpPr>
          <p:cNvPr id="758786" name="Rectangle 2">
            <a:extLst>
              <a:ext uri="{FF2B5EF4-FFF2-40B4-BE49-F238E27FC236}">
                <a16:creationId xmlns:a16="http://schemas.microsoft.com/office/drawing/2014/main" id="{6BEE88A5-55AC-43AB-A7A6-A8C5067791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58787" name="Rectangle 3">
            <a:extLst>
              <a:ext uri="{FF2B5EF4-FFF2-40B4-BE49-F238E27FC236}">
                <a16:creationId xmlns:a16="http://schemas.microsoft.com/office/drawing/2014/main" id="{49AD985A-F338-4026-B3DA-6DBE07830F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A152A7F-BE48-4887-8636-9A6BC5778D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D3A79B-654F-4DE4-9213-6993C0C3464C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760834" name="Rectangle 2">
            <a:extLst>
              <a:ext uri="{FF2B5EF4-FFF2-40B4-BE49-F238E27FC236}">
                <a16:creationId xmlns:a16="http://schemas.microsoft.com/office/drawing/2014/main" id="{303B368F-CD46-4360-A578-9B99327B88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60835" name="Rectangle 3">
            <a:extLst>
              <a:ext uri="{FF2B5EF4-FFF2-40B4-BE49-F238E27FC236}">
                <a16:creationId xmlns:a16="http://schemas.microsoft.com/office/drawing/2014/main" id="{6DC2EF4E-24A6-4F6A-9173-9D01C9E663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C6F2AD7-DC9D-4F5C-A9AC-6F17D9B90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5FF720-6DDF-4951-A211-C62DF753FB8A}" type="slidenum">
              <a:rPr lang="en-US" altLang="en-US"/>
              <a:pPr/>
              <a:t>56</a:t>
            </a:fld>
            <a:endParaRPr lang="en-US" altLang="en-US"/>
          </a:p>
        </p:txBody>
      </p:sp>
      <p:sp>
        <p:nvSpPr>
          <p:cNvPr id="762882" name="Rectangle 2">
            <a:extLst>
              <a:ext uri="{FF2B5EF4-FFF2-40B4-BE49-F238E27FC236}">
                <a16:creationId xmlns:a16="http://schemas.microsoft.com/office/drawing/2014/main" id="{2685B5F2-27B9-48B4-BFEA-4423FCE89E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62883" name="Rectangle 3">
            <a:extLst>
              <a:ext uri="{FF2B5EF4-FFF2-40B4-BE49-F238E27FC236}">
                <a16:creationId xmlns:a16="http://schemas.microsoft.com/office/drawing/2014/main" id="{2DF5C6A7-1F2E-4F94-A17A-1CEFB7E058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7BFF663-9447-4A7F-BD16-47FC506A45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A1F085-57C9-4150-A198-05FC6968EDA0}" type="slidenum">
              <a:rPr lang="en-US" altLang="en-US"/>
              <a:pPr/>
              <a:t>57</a:t>
            </a:fld>
            <a:endParaRPr lang="en-US" altLang="en-US"/>
          </a:p>
        </p:txBody>
      </p:sp>
      <p:sp>
        <p:nvSpPr>
          <p:cNvPr id="764930" name="Rectangle 2">
            <a:extLst>
              <a:ext uri="{FF2B5EF4-FFF2-40B4-BE49-F238E27FC236}">
                <a16:creationId xmlns:a16="http://schemas.microsoft.com/office/drawing/2014/main" id="{9C5A8B1D-7B62-4A00-9A82-A2D373C98C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64931" name="Rectangle 3">
            <a:extLst>
              <a:ext uri="{FF2B5EF4-FFF2-40B4-BE49-F238E27FC236}">
                <a16:creationId xmlns:a16="http://schemas.microsoft.com/office/drawing/2014/main" id="{6FF0C2ED-48C7-4BBD-8BA9-5F11585397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6A18285-9B97-440F-B4B6-2661DCBA4F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568DB9-264B-435B-964F-913FDD8A7CE3}" type="slidenum">
              <a:rPr lang="en-US" altLang="en-US"/>
              <a:pPr/>
              <a:t>58</a:t>
            </a:fld>
            <a:endParaRPr lang="en-US" altLang="en-US"/>
          </a:p>
        </p:txBody>
      </p:sp>
      <p:sp>
        <p:nvSpPr>
          <p:cNvPr id="766978" name="Rectangle 2">
            <a:extLst>
              <a:ext uri="{FF2B5EF4-FFF2-40B4-BE49-F238E27FC236}">
                <a16:creationId xmlns:a16="http://schemas.microsoft.com/office/drawing/2014/main" id="{1878019C-DE28-4D3D-83B2-894E859EC7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66979" name="Rectangle 3">
            <a:extLst>
              <a:ext uri="{FF2B5EF4-FFF2-40B4-BE49-F238E27FC236}">
                <a16:creationId xmlns:a16="http://schemas.microsoft.com/office/drawing/2014/main" id="{CAFBE538-6685-4997-8301-D1C221B671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52E14-2156-4B9C-91EC-F6D1969C3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9C29D-3F85-457E-AE6A-26040F547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2C60F-A1DA-4682-986A-A12C89E0A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933F5-8CE0-4D1C-BECA-805DE73CD89F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902D7-5F71-448E-A85F-860CC89EE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E2510-8926-4F00-9A51-4608EEFDA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16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A05FC-B754-463B-8A34-347EC568D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8D17E-E95F-4FE3-88B7-21281465B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9EBB0-3CCD-493D-92E8-A6A479163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AD3D-E8B8-4FE2-B657-BF397A5A6A2E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F8D08-E84D-482B-86D1-8A69A174F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FC891-7759-4FDB-A6BC-5866E1BC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61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4A0D4-CE30-4AD4-B794-2CD6D3E67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ABB7E-E5E3-423D-A34B-6C1B0B25D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F347E-5A30-4ED6-AF93-858D24436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8E40B-9676-48DF-9BA8-476D384B9D3A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A4FE7-3638-451B-82E2-6EF4BE0A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3E47C-AF91-4BA5-BC18-A1A4A2980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206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79F4-7E2B-4286-959D-1951173C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DE0E9-31BE-41C9-8750-8EC7F2A5CF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F5E1B-0311-474B-AFB3-0197B57F4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AA50BD-AE02-4787-AD6B-610EF81A3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29E2B-1E7A-4A42-9658-7B917A6677E4}" type="datetime1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6FD85-3BB3-490A-92FF-DB54C08DB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8D13F-7AF4-4E22-A7FE-D883F88EC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450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5B45-0A60-449B-8142-FC025FFC5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1F7D4-FBBC-4AD3-AF55-CEEFA0845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2E257-95A6-4949-B6D3-0A07A6053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678D2-D80E-472F-92B8-9670174D9E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258C2F-F98F-42EB-BEA7-8A0EEA1550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B40802-A0E0-46C7-9E85-DD9988CD4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82550-AB95-4CDD-A833-D8290265BB49}" type="datetime1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682B68-72F9-47D1-95EB-55ED0D509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3BE593-35AF-449C-A299-A9970E13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683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49E29-ACBD-4358-9B2C-71C125820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FD25F3-6066-44B9-9109-B7876011B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D23F2-1FBE-445B-A353-CD24CF0B3F78}" type="datetime1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669BD2-E766-41F0-A003-0A4DF6F0C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92788-029D-4A9A-8EF8-A87FC3476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20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A1880D-2604-40F4-8FDF-FD293B65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3AD74-8137-4B3D-AA60-852529D7D886}" type="datetime1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1A3F45-BF29-4C88-9D14-DE1EF08AB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5D04A-7883-4A4C-8DDE-E4FD5C291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582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B31EE-93DD-49E9-A517-CF5F0EEBD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98660-4F22-4E97-973B-BB313A8BA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0C2714-2AE2-4D76-AC2A-90B741F678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6C5FB7-1A23-42DE-86BF-0E4FC24C8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677ED-F3E6-492F-AEBB-40EEEAF213DE}" type="datetime1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10EF8-C87F-4526-A56A-FC9314A0B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358A9-5AAF-4435-A96E-0A3C7163E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17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0942A-FB26-48ED-A5A3-3662F8BDE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E839D1-5B2D-4F77-B402-2E96238134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35F9E2-08F6-4481-847C-F5A7647B82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6211B-53A5-4A41-8AF1-95CDEDD23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A3DF8-2BBC-4FC3-805E-260F6A4C52AF}" type="datetime1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B8396-843B-4B1D-AE01-FBC0A0DCF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1DDBF-1AD5-4405-A71E-70444990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54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E63D2-8BC3-41AD-992E-754DB1A13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C5F6E4-5EC5-46AA-AF64-3AF25B2CD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A8EA-9256-4F84-A6D9-55C3172CE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1CD6-B1EA-49A5-8B4B-4EC4B96837A4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D3A34-A519-4761-84B9-BC5ED67CB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73C42-B514-4015-A8C6-2E5543F90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75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62AA2C-CB7A-4EF7-A299-117E30F146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48CA7E-55C2-4379-A34F-63B07C07E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26D12-8F13-47E3-A06C-9475CF823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2975-9069-4B4B-A20A-A684A0753747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C3A3F-1586-4805-8E1F-93F437711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3D2E3-85A1-43FD-85BB-8D33AE3A3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670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15A88-DCD2-4067-8E3A-ECB58D65E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84" y="100013"/>
            <a:ext cx="109728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60195-1659-45B1-BEF1-118B111607F5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67784" y="1214439"/>
            <a:ext cx="53848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5E965-29FB-4433-B515-58785AD26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5784" y="1214439"/>
            <a:ext cx="53848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3C41A6-1FD9-4A53-A281-B6ABA41B2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97625"/>
            <a:ext cx="2844800" cy="323850"/>
          </a:xfrm>
        </p:spPr>
        <p:txBody>
          <a:bodyPr/>
          <a:lstStyle>
            <a:lvl1pPr>
              <a:defRPr/>
            </a:lvl1pPr>
          </a:lstStyle>
          <a:p>
            <a:fld id="{EF72805C-7848-4361-977A-0100EDCDCF4C}" type="datetime1">
              <a:rPr lang="en-US" altLang="en-US" smtClean="0"/>
              <a:t>4/5/2026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10CC3-84A4-489D-848B-B98C6B3AFD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737600" y="6397625"/>
            <a:ext cx="2844800" cy="323850"/>
          </a:xfrm>
        </p:spPr>
        <p:txBody>
          <a:bodyPr/>
          <a:lstStyle>
            <a:lvl1pPr>
              <a:defRPr/>
            </a:lvl1pPr>
          </a:lstStyle>
          <a:p>
            <a:fld id="{B3514937-7999-496E-A19B-9DFA462D2FE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6381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C58702-A13D-4E91-B235-EF2CC4E90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B901C-CE4F-4611-9509-E5E7C882E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2FF1C-4C57-44FB-A107-44EE60FE17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E80BF-36C0-462E-8B56-9A029737325B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432B8-9D3F-4DEA-94F6-E609DEA196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7D0D2-6A7D-4E86-9E95-A64CEA2258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73ECE-47FC-4FB8-9717-342F0F320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921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EC4C5-A1DD-49CA-A761-7B3F5D5C80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Dynamic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13CBE-8BC5-4BB6-B7C1-281C9735BB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1331C-ED5A-4DD2-BB89-A9874B752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82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43038-FF9B-491C-A5D5-67DE3761D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Dynamic Programming?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D0130-4BB2-4BBA-919E-136601D02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Dynamic programming is a very powerful, general tool for solving optimization problems.</a:t>
            </a:r>
          </a:p>
          <a:p>
            <a:pPr algn="just"/>
            <a:r>
              <a:rPr lang="en-US" dirty="0"/>
              <a:t>Once understood it is relatively easy to apply, but many people have trouble understanding it. </a:t>
            </a:r>
          </a:p>
          <a:p>
            <a:pPr algn="just"/>
            <a:r>
              <a:rPr lang="en-US" dirty="0"/>
              <a:t>Why not Greedy?</a:t>
            </a:r>
          </a:p>
          <a:p>
            <a:pPr lvl="1" algn="just"/>
            <a:r>
              <a:rPr lang="en-US" dirty="0"/>
              <a:t>Greedy</a:t>
            </a:r>
            <a:r>
              <a:rPr lang="en-US" i="1" dirty="0"/>
              <a:t> </a:t>
            </a:r>
            <a:r>
              <a:rPr lang="en-US" dirty="0"/>
              <a:t>algorithms focus on making the best local choice at each decision point. </a:t>
            </a:r>
          </a:p>
          <a:p>
            <a:pPr lvl="1" algn="just"/>
            <a:r>
              <a:rPr lang="en-US" dirty="0"/>
              <a:t>For example, a natural way to compute a shortest path from x to y might be to walk out of x, repeatedly following the cheapest edge until we get to y. WRONG!</a:t>
            </a:r>
          </a:p>
          <a:p>
            <a:pPr lvl="1" algn="just"/>
            <a:r>
              <a:rPr lang="en-US" dirty="0"/>
              <a:t>In the absence of a correctness proof, greedy algorithms are very likely to fail.</a:t>
            </a:r>
            <a:br>
              <a:rPr lang="en-US" dirty="0"/>
            </a:b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8D9B8-3AB6-4A04-892F-E44380A80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393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AAE95-EC6F-134F-A23E-FF93AA7F6E3A}" type="slidenum">
              <a:rPr lang="en-US" smtClean="0"/>
              <a:t>3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208317" y="1667926"/>
            <a:ext cx="10031183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Problem</a:t>
            </a:r>
            <a:r>
              <a:rPr lang="en-US" sz="2400" dirty="0"/>
              <a:t>: </a:t>
            </a:r>
          </a:p>
          <a:p>
            <a:r>
              <a:rPr lang="en-US" sz="2400" dirty="0"/>
              <a:t>	Let’s consider the calculation of </a:t>
            </a:r>
            <a:r>
              <a:rPr lang="en-US" sz="2400" b="1" dirty="0"/>
              <a:t>Fibonacci </a:t>
            </a:r>
            <a:r>
              <a:rPr lang="en-US" sz="2400" dirty="0"/>
              <a:t>numbers:</a:t>
            </a:r>
          </a:p>
          <a:p>
            <a:endParaRPr lang="en-US" sz="2400" dirty="0"/>
          </a:p>
          <a:p>
            <a:r>
              <a:rPr lang="en-US" sz="2400" i="1" dirty="0">
                <a:cs typeface="Times"/>
              </a:rPr>
              <a:t>	F(n) = F(n-2) + F(n-1)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	with seed values </a:t>
            </a:r>
            <a:r>
              <a:rPr lang="en-US" sz="2400" i="1" dirty="0">
                <a:cs typeface="Times"/>
              </a:rPr>
              <a:t>F(1) = 1, F(2) = 1</a:t>
            </a:r>
            <a:endParaRPr lang="en-US" sz="2400" dirty="0"/>
          </a:p>
          <a:p>
            <a:r>
              <a:rPr lang="en-US" sz="2400" b="1" dirty="0"/>
              <a:t>or</a:t>
            </a:r>
            <a:r>
              <a:rPr lang="en-US" sz="2400" dirty="0"/>
              <a:t>                           </a:t>
            </a:r>
            <a:r>
              <a:rPr lang="en-US" sz="2400" i="1" dirty="0">
                <a:cs typeface="Times"/>
              </a:rPr>
              <a:t>F(0) = 0, F(1) = 1</a:t>
            </a:r>
          </a:p>
          <a:p>
            <a:endParaRPr lang="en-US" sz="2400" dirty="0"/>
          </a:p>
          <a:p>
            <a:r>
              <a:rPr lang="en-US" sz="2400" dirty="0"/>
              <a:t>	What would a series look like:</a:t>
            </a:r>
          </a:p>
          <a:p>
            <a:endParaRPr lang="en-US" sz="2400" dirty="0"/>
          </a:p>
          <a:p>
            <a:r>
              <a:rPr lang="en-US" sz="2400" i="1" dirty="0">
                <a:cs typeface="Times"/>
              </a:rPr>
              <a:t>	0, 1, 1, 2, 3, 4, 5, 8, 13, 21, 34, 55, 89, 144, </a:t>
            </a:r>
            <a:r>
              <a:rPr lang="is-IS" sz="2400" i="1" dirty="0">
                <a:cs typeface="Times"/>
              </a:rPr>
              <a:t>…</a:t>
            </a:r>
            <a:endParaRPr lang="en-US" sz="2400" i="1" dirty="0">
              <a:cs typeface="Times"/>
            </a:endParaRPr>
          </a:p>
          <a:p>
            <a:endParaRPr lang="en-U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3DF89A2-FAC2-4A20-A686-29EBF7C125ED}"/>
              </a:ext>
            </a:extLst>
          </p:cNvPr>
          <p:cNvSpPr txBox="1">
            <a:spLocks/>
          </p:cNvSpPr>
          <p:nvPr/>
        </p:nvSpPr>
        <p:spPr>
          <a:xfrm>
            <a:off x="838200" y="384175"/>
            <a:ext cx="10515600" cy="7778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Example 1 – Fibonacci number generation</a:t>
            </a:r>
          </a:p>
        </p:txBody>
      </p:sp>
    </p:spTree>
    <p:extLst>
      <p:ext uri="{BB962C8B-B14F-4D97-AF65-F5344CB8AC3E}">
        <p14:creationId xmlns:p14="http://schemas.microsoft.com/office/powerpoint/2010/main" val="2890502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AAE95-EC6F-134F-A23E-FF93AA7F6E3A}" type="slidenum">
              <a:rPr lang="en-US" smtClean="0"/>
              <a:t>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04875" y="1383456"/>
            <a:ext cx="844867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Recursive Algorithm:</a:t>
            </a:r>
          </a:p>
          <a:p>
            <a:endParaRPr lang="en-US" sz="2800" dirty="0"/>
          </a:p>
          <a:p>
            <a:r>
              <a:rPr lang="en-US" sz="2400" dirty="0"/>
              <a:t>Fib(n)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if (n == 0)</a:t>
            </a:r>
          </a:p>
          <a:p>
            <a:r>
              <a:rPr lang="en-US" sz="2400" dirty="0"/>
              <a:t>        return 0;</a:t>
            </a:r>
          </a:p>
          <a:p>
            <a:endParaRPr lang="en-US" sz="2400" dirty="0"/>
          </a:p>
          <a:p>
            <a:r>
              <a:rPr lang="en-US" sz="2400" dirty="0"/>
              <a:t>    if (n == 1)</a:t>
            </a:r>
          </a:p>
          <a:p>
            <a:r>
              <a:rPr lang="en-US" sz="2400" dirty="0"/>
              <a:t>        return 1;</a:t>
            </a:r>
          </a:p>
          <a:p>
            <a:endParaRPr lang="en-US" sz="2400" dirty="0"/>
          </a:p>
          <a:p>
            <a:r>
              <a:rPr lang="en-US" sz="2400" dirty="0"/>
              <a:t>   </a:t>
            </a:r>
            <a:r>
              <a:rPr lang="en-CA" sz="2400" dirty="0"/>
              <a:t>Return Fib(n-1)+Fib(n-2)</a:t>
            </a:r>
            <a:endParaRPr lang="de-DE" sz="2400" dirty="0"/>
          </a:p>
          <a:p>
            <a:r>
              <a:rPr lang="de-DE" sz="3200" dirty="0"/>
              <a:t>}</a:t>
            </a:r>
            <a:endParaRPr lang="en-US" sz="32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CB4B45E-1CAB-4802-A959-A69617C5F97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815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Example 1 – Fibonacci number generation</a:t>
            </a:r>
          </a:p>
        </p:txBody>
      </p:sp>
    </p:spTree>
    <p:extLst>
      <p:ext uri="{BB962C8B-B14F-4D97-AF65-F5344CB8AC3E}">
        <p14:creationId xmlns:p14="http://schemas.microsoft.com/office/powerpoint/2010/main" val="4027897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AAE95-EC6F-134F-A23E-FF93AA7F6E3A}" type="slidenum">
              <a:rPr lang="en-US" smtClean="0"/>
              <a:t>5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71550" y="1383456"/>
            <a:ext cx="825817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Recursive Algorithm:</a:t>
            </a:r>
          </a:p>
          <a:p>
            <a:endParaRPr lang="en-US" sz="2800" dirty="0"/>
          </a:p>
          <a:p>
            <a:r>
              <a:rPr lang="en-US" sz="2400" dirty="0"/>
              <a:t>Fib(n)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if (n == 0)</a:t>
            </a:r>
          </a:p>
          <a:p>
            <a:r>
              <a:rPr lang="en-US" sz="2400" dirty="0"/>
              <a:t>        return 0;</a:t>
            </a:r>
          </a:p>
          <a:p>
            <a:endParaRPr lang="en-US" sz="2400" dirty="0"/>
          </a:p>
          <a:p>
            <a:r>
              <a:rPr lang="en-US" sz="2400" dirty="0"/>
              <a:t>    if (n == 1)</a:t>
            </a:r>
          </a:p>
          <a:p>
            <a:r>
              <a:rPr lang="en-US" sz="2400" dirty="0"/>
              <a:t>        return 1;</a:t>
            </a:r>
          </a:p>
          <a:p>
            <a:endParaRPr lang="en-US" sz="2400" dirty="0"/>
          </a:p>
          <a:p>
            <a:r>
              <a:rPr lang="en-US" sz="2400" dirty="0"/>
              <a:t>   </a:t>
            </a:r>
            <a:r>
              <a:rPr lang="en-CA" sz="2400" dirty="0"/>
              <a:t>Return Fib(n-1)+Fib(n-2)</a:t>
            </a:r>
            <a:endParaRPr lang="de-DE" sz="2400" dirty="0"/>
          </a:p>
          <a:p>
            <a:r>
              <a:rPr lang="de-DE" sz="3200" dirty="0"/>
              <a:t>}</a:t>
            </a:r>
            <a:endParaRPr lang="en-US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6022707" y="2106825"/>
            <a:ext cx="294781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It has a serious issue!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741397A-4DD3-4039-9DAC-F0BE50D93E3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815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Example 1 – Fibonacci number generation</a:t>
            </a:r>
          </a:p>
        </p:txBody>
      </p:sp>
    </p:spTree>
    <p:extLst>
      <p:ext uri="{BB962C8B-B14F-4D97-AF65-F5344CB8AC3E}">
        <p14:creationId xmlns:p14="http://schemas.microsoft.com/office/powerpoint/2010/main" val="1974783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Fib1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030" y="2369583"/>
            <a:ext cx="8403166" cy="366183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AAE95-EC6F-134F-A23E-FF93AA7F6E3A}" type="slidenum">
              <a:rPr lang="en-US" smtClean="0"/>
              <a:t>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741243" y="1642646"/>
            <a:ext cx="23501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Recursion 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1668" y="1981200"/>
            <a:ext cx="2168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What’s the problem?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9F95D00-9F9E-4AE0-909E-1354C02F824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815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Example 1 – Fibonacci number generation</a:t>
            </a:r>
          </a:p>
        </p:txBody>
      </p:sp>
    </p:spTree>
    <p:extLst>
      <p:ext uri="{BB962C8B-B14F-4D97-AF65-F5344CB8AC3E}">
        <p14:creationId xmlns:p14="http://schemas.microsoft.com/office/powerpoint/2010/main" val="3608125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AAE95-EC6F-134F-A23E-FF93AA7F6E3A}" type="slidenum">
              <a:rPr lang="en-US" smtClean="0"/>
              <a:t>7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38200" y="1452741"/>
            <a:ext cx="8963025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Memoization</a:t>
            </a:r>
            <a:r>
              <a:rPr lang="en-US" sz="2800" b="1" dirty="0"/>
              <a:t>:</a:t>
            </a:r>
            <a:endParaRPr lang="en-US" sz="2800" dirty="0"/>
          </a:p>
          <a:p>
            <a:r>
              <a:rPr lang="en-US" sz="2000" dirty="0"/>
              <a:t>Fib(n)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    if (n == 0)</a:t>
            </a:r>
          </a:p>
          <a:p>
            <a:r>
              <a:rPr lang="en-US" sz="2000" dirty="0"/>
              <a:t>        return M[0];</a:t>
            </a:r>
          </a:p>
          <a:p>
            <a:r>
              <a:rPr lang="en-US" sz="2000" dirty="0"/>
              <a:t>    if (n == 1)</a:t>
            </a:r>
          </a:p>
          <a:p>
            <a:r>
              <a:rPr lang="en-US" sz="2000" dirty="0"/>
              <a:t>        return M[1];</a:t>
            </a:r>
          </a:p>
          <a:p>
            <a:r>
              <a:rPr lang="en-US" sz="2000" dirty="0"/>
              <a:t>    if (Fib(n-2) is not calculated)</a:t>
            </a:r>
          </a:p>
          <a:p>
            <a:r>
              <a:rPr lang="ro-RO" sz="2000" dirty="0"/>
              <a:t>        call Fib(n-2);</a:t>
            </a:r>
          </a:p>
          <a:p>
            <a:r>
              <a:rPr lang="ro-RO" sz="2000" dirty="0"/>
              <a:t>    if(Fib(n-1) is </a:t>
            </a:r>
            <a:r>
              <a:rPr lang="en-US" sz="2000" dirty="0"/>
              <a:t>not</a:t>
            </a:r>
            <a:r>
              <a:rPr lang="ro-RO" sz="2000" dirty="0"/>
              <a:t> calculated)</a:t>
            </a:r>
          </a:p>
          <a:p>
            <a:r>
              <a:rPr lang="ro-RO" sz="2000" dirty="0"/>
              <a:t>        call Fib(n-1);</a:t>
            </a:r>
          </a:p>
          <a:p>
            <a:r>
              <a:rPr lang="ro-RO" sz="2000" dirty="0"/>
              <a:t>    </a:t>
            </a:r>
            <a:r>
              <a:rPr lang="ro-RO" sz="2000" dirty="0">
                <a:solidFill>
                  <a:srgbClr val="FF0000"/>
                </a:solidFill>
              </a:rPr>
              <a:t>//Store the ${n}^{th}$ Fibonacci no. in memory &amp; use previous results.</a:t>
            </a:r>
          </a:p>
          <a:p>
            <a:r>
              <a:rPr lang="de-DE" sz="2000" dirty="0"/>
              <a:t>    M[</a:t>
            </a:r>
            <a:r>
              <a:rPr lang="de-DE" sz="2000" dirty="0" err="1"/>
              <a:t>n</a:t>
            </a:r>
            <a:r>
              <a:rPr lang="de-DE" sz="2000" dirty="0"/>
              <a:t>] = M[n-1] + M[n-2] </a:t>
            </a:r>
          </a:p>
          <a:p>
            <a:r>
              <a:rPr lang="de-DE" sz="2000" dirty="0"/>
              <a:t>    Return M[n];</a:t>
            </a:r>
          </a:p>
          <a:p>
            <a:r>
              <a:rPr lang="de-DE" sz="2800" dirty="0"/>
              <a:t>}</a:t>
            </a:r>
            <a:endParaRPr lang="en-US" sz="28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5DC0776-181A-47FF-BC2C-E2B1266D34E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815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Example 1 – Fibonacci number generation</a:t>
            </a:r>
          </a:p>
        </p:txBody>
      </p:sp>
    </p:spTree>
    <p:extLst>
      <p:ext uri="{BB962C8B-B14F-4D97-AF65-F5344CB8AC3E}">
        <p14:creationId xmlns:p14="http://schemas.microsoft.com/office/powerpoint/2010/main" val="11694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AAE95-EC6F-134F-A23E-FF93AA7F6E3A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 descr="Fib2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301" y="1911352"/>
            <a:ext cx="7409293" cy="3204633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778000" y="2328334"/>
            <a:ext cx="5613400" cy="11853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189133" y="3141134"/>
            <a:ext cx="3776133" cy="11853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716868" y="4564700"/>
            <a:ext cx="2100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already calculated </a:t>
            </a:r>
            <a:r>
              <a:rPr lang="is-IS" dirty="0"/>
              <a:t>…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2CBAAF5-5FDA-40BE-8005-A8BD0AE4291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815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Example 1 – Fibonacci number generation</a:t>
            </a:r>
          </a:p>
        </p:txBody>
      </p:sp>
    </p:spTree>
    <p:extLst>
      <p:ext uri="{BB962C8B-B14F-4D97-AF65-F5344CB8AC3E}">
        <p14:creationId xmlns:p14="http://schemas.microsoft.com/office/powerpoint/2010/main" val="369252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AAE95-EC6F-134F-A23E-FF93AA7F6E3A}" type="slidenum">
              <a:rPr lang="en-US" smtClean="0"/>
              <a:t>9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8200" y="1445012"/>
            <a:ext cx="1069657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Tx/>
              <a:buChar char="-"/>
            </a:pPr>
            <a:r>
              <a:rPr lang="en-US" sz="3200" dirty="0"/>
              <a:t>Main approach: recursive, holds answers to a sub problem in a table, can be used without recomputing.</a:t>
            </a:r>
          </a:p>
          <a:p>
            <a:pPr marL="342900" indent="-342900" algn="just">
              <a:buFontTx/>
              <a:buChar char="-"/>
            </a:pPr>
            <a:endParaRPr lang="en-US" sz="3200" dirty="0"/>
          </a:p>
          <a:p>
            <a:pPr marL="342900" indent="-342900" algn="just">
              <a:buFontTx/>
              <a:buChar char="-"/>
            </a:pPr>
            <a:r>
              <a:rPr lang="en-US" sz="3200" dirty="0"/>
              <a:t>Can be formulated both via recursion and saving results in a table (</a:t>
            </a:r>
            <a:r>
              <a:rPr lang="en-US" sz="3200" i="1" dirty="0" err="1"/>
              <a:t>memoization</a:t>
            </a:r>
            <a:r>
              <a:rPr lang="en-US" sz="3200" dirty="0"/>
              <a:t>). Typically, we first formulate the recursive solution and then turn it into recursion plus dynamic programming via </a:t>
            </a:r>
            <a:r>
              <a:rPr lang="en-US" sz="3200" i="1" dirty="0" err="1"/>
              <a:t>memoization</a:t>
            </a:r>
            <a:r>
              <a:rPr lang="en-US" sz="3200" dirty="0"/>
              <a:t> or bottom-up.</a:t>
            </a:r>
          </a:p>
          <a:p>
            <a:pPr marL="342900" indent="-342900" algn="just">
              <a:buFontTx/>
              <a:buChar char="-"/>
            </a:pPr>
            <a:endParaRPr lang="en-US" sz="3200" dirty="0"/>
          </a:p>
          <a:p>
            <a:pPr marL="342900" indent="-342900" algn="just">
              <a:buFontTx/>
              <a:buChar char="-"/>
            </a:pPr>
            <a:r>
              <a:rPr lang="en-US" sz="3200" dirty="0"/>
              <a:t>”</a:t>
            </a:r>
            <a:r>
              <a:rPr lang="en-US" sz="3200" i="1" dirty="0"/>
              <a:t>programming</a:t>
            </a:r>
            <a:r>
              <a:rPr lang="en-US" sz="3200" dirty="0"/>
              <a:t>” as in tabular not programming code</a:t>
            </a:r>
          </a:p>
          <a:p>
            <a:pPr algn="just"/>
            <a:r>
              <a:rPr lang="en-US" sz="3200" dirty="0"/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4ECFBC-87BE-4DB5-83FD-E26A399BDE4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815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4400" b="1" dirty="0"/>
              <a:t>Dynamic programming - Approach</a:t>
            </a:r>
          </a:p>
        </p:txBody>
      </p:sp>
    </p:spTree>
    <p:extLst>
      <p:ext uri="{BB962C8B-B14F-4D97-AF65-F5344CB8AC3E}">
        <p14:creationId xmlns:p14="http://schemas.microsoft.com/office/powerpoint/2010/main" val="374907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818" name="Rectangle 2">
            <a:extLst>
              <a:ext uri="{FF2B5EF4-FFF2-40B4-BE49-F238E27FC236}">
                <a16:creationId xmlns:a16="http://schemas.microsoft.com/office/drawing/2014/main" id="{340FB5BB-1E4A-4F06-B65F-A3F93F86B1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Elements of Dynamic Programming</a:t>
            </a:r>
          </a:p>
        </p:txBody>
      </p:sp>
      <p:sp>
        <p:nvSpPr>
          <p:cNvPr id="674819" name="Rectangle 3">
            <a:extLst>
              <a:ext uri="{FF2B5EF4-FFF2-40B4-BE49-F238E27FC236}">
                <a16:creationId xmlns:a16="http://schemas.microsoft.com/office/drawing/2014/main" id="{413FF42A-B40C-4117-B0C2-5E4234974F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1375" y="1644650"/>
            <a:ext cx="10169650" cy="507682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dirty="0"/>
              <a:t>Optimal Substructure</a:t>
            </a:r>
          </a:p>
          <a:p>
            <a:pPr lvl="1">
              <a:lnSpc>
                <a:spcPct val="120000"/>
              </a:lnSpc>
            </a:pPr>
            <a:r>
              <a:rPr lang="en-US" altLang="en-US" sz="2800" dirty="0"/>
              <a:t>An optimal solution to a problem contains within it an optimal solution to subproblems</a:t>
            </a:r>
          </a:p>
          <a:p>
            <a:pPr lvl="1">
              <a:lnSpc>
                <a:spcPct val="120000"/>
              </a:lnSpc>
            </a:pPr>
            <a:r>
              <a:rPr lang="en-US" altLang="en-US" sz="2800" dirty="0"/>
              <a:t>Optimal solution to the entire problem is build in a bottom-up manner from optimal solutions to subproblems</a:t>
            </a:r>
          </a:p>
          <a:p>
            <a:pPr>
              <a:lnSpc>
                <a:spcPct val="120000"/>
              </a:lnSpc>
            </a:pPr>
            <a:r>
              <a:rPr lang="en-US" altLang="en-US" sz="3200" dirty="0"/>
              <a:t>Overlapping Subproblems</a:t>
            </a:r>
          </a:p>
          <a:p>
            <a:pPr lvl="1">
              <a:lnSpc>
                <a:spcPct val="120000"/>
              </a:lnSpc>
            </a:pPr>
            <a:r>
              <a:rPr lang="en-US" altLang="en-US" sz="2800" dirty="0"/>
              <a:t>If a recursive algorithm revisits the same subproblems over and over </a:t>
            </a:r>
            <a:r>
              <a:rPr lang="en-US" altLang="en-US" sz="2800" dirty="0">
                <a:sym typeface="Symbol" panose="05050102010706020507" pitchFamily="18" charset="2"/>
              </a:rPr>
              <a:t> the problem has overlapping subproblems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576C1A-4F0B-4DFD-A0D7-A478B9D71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6C551-683D-4D96-94CD-A03DCB14A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0-1 Knapsack – DP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B5C18-E96B-48CB-B2EB-80F8397D3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245A23-59F3-4816-B600-F096FB1E89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2874"/>
          <a:stretch/>
        </p:blipFill>
        <p:spPr>
          <a:xfrm>
            <a:off x="738186" y="1787526"/>
            <a:ext cx="10615614" cy="21082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118B8-2688-4F11-972B-6F65EC5D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369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99E0E-287C-49CE-904F-EA5E1AEB9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0-1 Knapsack – 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405284-B228-4E0D-8B25-30A27C4BAFE4}"/>
              </a:ext>
            </a:extLst>
          </p:cNvPr>
          <p:cNvSpPr txBox="1"/>
          <p:nvPr/>
        </p:nvSpPr>
        <p:spPr>
          <a:xfrm>
            <a:off x="990600" y="1439485"/>
            <a:ext cx="43243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w=0 to W do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B[w] = 0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k=1 to n do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for j=W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downto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if B[j-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]+b</a:t>
            </a:r>
            <a:r>
              <a:rPr lang="en-US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B[j]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{     B[j]= B[j-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]+b</a:t>
            </a:r>
            <a:r>
              <a:rPr lang="en-US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  <a:p>
            <a:r>
              <a:rPr lang="en-US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keep[k, j] = 1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else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keep[k, j] = 0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F7CA7F-C4C0-4E7B-AB68-06AC3E0768E7}"/>
              </a:ext>
            </a:extLst>
          </p:cNvPr>
          <p:cNvSpPr txBox="1"/>
          <p:nvPr/>
        </p:nvSpPr>
        <p:spPr>
          <a:xfrm>
            <a:off x="6534150" y="2471133"/>
            <a:ext cx="43243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k=W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downto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do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if keep[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k] == 1 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output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“as selected”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k = k-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2400" b="1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8D8AAE-2BF5-4C7A-847B-D8D4B3D00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833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5B621-093E-4DE9-92C3-29493D3A4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0-1 Knapsack – Example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4B5D5-D617-41DD-A1F7-F82A659FC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/>
          <a:lstStyle/>
          <a:p>
            <a:r>
              <a:rPr lang="en-US" dirty="0"/>
              <a:t>Find the solution for the 0-1 knapsack problem with benefit-weight pairs as (10, 5), (40, 4), (30, 6), (50, 3) and total sack capacity as 10.</a:t>
            </a:r>
          </a:p>
          <a:p>
            <a:endParaRPr lang="en-US" dirty="0"/>
          </a:p>
          <a:p>
            <a:pPr lvl="1"/>
            <a:r>
              <a:rPr lang="en-US" dirty="0"/>
              <a:t>Initialize the benefit array</a:t>
            </a:r>
          </a:p>
          <a:p>
            <a:pPr lvl="1"/>
            <a:r>
              <a:rPr lang="en-US" dirty="0"/>
              <a:t>Initialize the keep array</a:t>
            </a:r>
          </a:p>
          <a:p>
            <a:pPr lvl="1"/>
            <a:r>
              <a:rPr lang="en-US" dirty="0"/>
              <a:t>Solve using DP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4A5C6-2ED7-4385-B8A0-2734E8D0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37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5B621-093E-4DE9-92C3-29493D3A4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0-1 Knapsack – Example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4B5D5-D617-41DD-A1F7-F82A659FC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/>
          <a:lstStyle/>
          <a:p>
            <a:r>
              <a:rPr lang="en-US" dirty="0"/>
              <a:t>Find the solution for the 0-1 knapsack problem with benefit-weight pairs as (10, 5), (40, 4), (30, 6), (50, 3) and total sack capacity as 10.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27DF2F7-38D7-439C-AEA4-E3677ADDE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676937"/>
              </p:ext>
            </p:extLst>
          </p:nvPr>
        </p:nvGraphicFramePr>
        <p:xfrm>
          <a:off x="1069975" y="2615248"/>
          <a:ext cx="3292477" cy="4079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39775">
                  <a:extLst>
                    <a:ext uri="{9D8B030D-6E8A-4147-A177-3AD203B41FA5}">
                      <a16:colId xmlns:a16="http://schemas.microsoft.com/office/drawing/2014/main" val="2561990786"/>
                    </a:ext>
                  </a:extLst>
                </a:gridCol>
                <a:gridCol w="401581">
                  <a:extLst>
                    <a:ext uri="{9D8B030D-6E8A-4147-A177-3AD203B41FA5}">
                      <a16:colId xmlns:a16="http://schemas.microsoft.com/office/drawing/2014/main" val="2514136772"/>
                    </a:ext>
                  </a:extLst>
                </a:gridCol>
                <a:gridCol w="572021">
                  <a:extLst>
                    <a:ext uri="{9D8B030D-6E8A-4147-A177-3AD203B41FA5}">
                      <a16:colId xmlns:a16="http://schemas.microsoft.com/office/drawing/2014/main" val="2372407529"/>
                    </a:ext>
                  </a:extLst>
                </a:gridCol>
                <a:gridCol w="563964">
                  <a:extLst>
                    <a:ext uri="{9D8B030D-6E8A-4147-A177-3AD203B41FA5}">
                      <a16:colId xmlns:a16="http://schemas.microsoft.com/office/drawing/2014/main" val="2680300684"/>
                    </a:ext>
                  </a:extLst>
                </a:gridCol>
                <a:gridCol w="507568">
                  <a:extLst>
                    <a:ext uri="{9D8B030D-6E8A-4147-A177-3AD203B41FA5}">
                      <a16:colId xmlns:a16="http://schemas.microsoft.com/office/drawing/2014/main" val="4191753095"/>
                    </a:ext>
                  </a:extLst>
                </a:gridCol>
                <a:gridCol w="507568">
                  <a:extLst>
                    <a:ext uri="{9D8B030D-6E8A-4147-A177-3AD203B41FA5}">
                      <a16:colId xmlns:a16="http://schemas.microsoft.com/office/drawing/2014/main" val="3135521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176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23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565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890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B[4]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36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B[5]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01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B[6]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B[7]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779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B[8]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920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B[9]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055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B[10]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085481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FA5669B-B2DD-4117-ACC4-C419748E1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783519"/>
              </p:ext>
            </p:extLst>
          </p:nvPr>
        </p:nvGraphicFramePr>
        <p:xfrm>
          <a:off x="5465450" y="3246953"/>
          <a:ext cx="5656575" cy="1858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489436989"/>
                    </a:ext>
                  </a:extLst>
                </a:gridCol>
                <a:gridCol w="454550">
                  <a:extLst>
                    <a:ext uri="{9D8B030D-6E8A-4147-A177-3AD203B41FA5}">
                      <a16:colId xmlns:a16="http://schemas.microsoft.com/office/drawing/2014/main" val="207916231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12373938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115758195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3766365495"/>
                    </a:ext>
                  </a:extLst>
                </a:gridCol>
                <a:gridCol w="479742">
                  <a:extLst>
                    <a:ext uri="{9D8B030D-6E8A-4147-A177-3AD203B41FA5}">
                      <a16:colId xmlns:a16="http://schemas.microsoft.com/office/drawing/2014/main" val="1574912404"/>
                    </a:ext>
                  </a:extLst>
                </a:gridCol>
                <a:gridCol w="434658">
                  <a:extLst>
                    <a:ext uri="{9D8B030D-6E8A-4147-A177-3AD203B41FA5}">
                      <a16:colId xmlns:a16="http://schemas.microsoft.com/office/drawing/2014/main" val="2317313152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3783994836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191383358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103555118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515095846"/>
                    </a:ext>
                  </a:extLst>
                </a:gridCol>
                <a:gridCol w="467042">
                  <a:extLst>
                    <a:ext uri="{9D8B030D-6E8A-4147-A177-3AD203B41FA5}">
                      <a16:colId xmlns:a16="http://schemas.microsoft.com/office/drawing/2014/main" val="1010029032"/>
                    </a:ext>
                  </a:extLst>
                </a:gridCol>
              </a:tblGrid>
              <a:tr h="37560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910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26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38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34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3437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55F00E-E7C0-4E6F-9DF1-4E5F49E4DDDF}"/>
              </a:ext>
            </a:extLst>
          </p:cNvPr>
          <p:cNvSpPr txBox="1"/>
          <p:nvPr/>
        </p:nvSpPr>
        <p:spPr>
          <a:xfrm>
            <a:off x="7496175" y="55245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Initialize the Keep array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7494BD-C89D-45A9-AD95-4F3128A6E166}"/>
              </a:ext>
            </a:extLst>
          </p:cNvPr>
          <p:cNvSpPr txBox="1"/>
          <p:nvPr/>
        </p:nvSpPr>
        <p:spPr>
          <a:xfrm>
            <a:off x="4495800" y="6048157"/>
            <a:ext cx="2076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Initialize the Benefit array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DA4969-18CC-44E9-AC06-CFFF05861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E87DA3C-6B1D-40AC-A5E6-67780C42A101}"/>
                  </a:ext>
                </a:extLst>
              </p14:cNvPr>
              <p14:cNvContentPartPr/>
              <p14:nvPr/>
            </p14:nvContentPartPr>
            <p14:xfrm>
              <a:off x="7091640" y="6415920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87DA3C-6B1D-40AC-A5E6-67780C42A1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82280" y="64065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2800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99E0E-287C-49CE-904F-EA5E1AEB9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0-1 Knapsack – 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405284-B228-4E0D-8B25-30A27C4BAFE4}"/>
              </a:ext>
            </a:extLst>
          </p:cNvPr>
          <p:cNvSpPr txBox="1"/>
          <p:nvPr/>
        </p:nvSpPr>
        <p:spPr>
          <a:xfrm>
            <a:off x="990600" y="1439485"/>
            <a:ext cx="43243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w=0 to W do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B[w] = 0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k=1 to n do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for j=W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downto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if B[j-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]+b</a:t>
            </a:r>
            <a:r>
              <a:rPr lang="en-US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B[j]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{     B[j]= B[j-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]+b</a:t>
            </a:r>
            <a:r>
              <a:rPr lang="en-US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  <a:p>
            <a:r>
              <a:rPr lang="en-US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keep[k, j] = 1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else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keep[k, j] = 0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F7CA7F-C4C0-4E7B-AB68-06AC3E0768E7}"/>
              </a:ext>
            </a:extLst>
          </p:cNvPr>
          <p:cNvSpPr txBox="1"/>
          <p:nvPr/>
        </p:nvSpPr>
        <p:spPr>
          <a:xfrm>
            <a:off x="6534150" y="2471133"/>
            <a:ext cx="43243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k=W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downto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do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if keep[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k] == 1 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output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“as selected”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k = k-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2400" b="1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A69235-63B4-4673-9976-687440C7C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DE803DC-B5C2-4B56-8002-B51C8926CC61}"/>
                  </a:ext>
                </a:extLst>
              </p14:cNvPr>
              <p14:cNvContentPartPr/>
              <p14:nvPr/>
            </p14:nvContentPartPr>
            <p14:xfrm>
              <a:off x="6272280" y="392040"/>
              <a:ext cx="5510160" cy="1379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DE803DC-B5C2-4B56-8002-B51C8926CC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62920" y="382680"/>
                <a:ext cx="5528880" cy="139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2139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5B621-093E-4DE9-92C3-29493D3A4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0-1 Knapsack – Example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4B5D5-D617-41DD-A1F7-F82A659FC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/>
          <a:lstStyle/>
          <a:p>
            <a:r>
              <a:rPr lang="en-US" dirty="0"/>
              <a:t>Find the solution for the 0-1 knapsack problem with benefit-weight pairs as (10, 5), (40, 4), (30, 6), (50, 3) and total sack capacity as 10.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27DF2F7-38D7-439C-AEA4-E3677ADDE2B1}"/>
              </a:ext>
            </a:extLst>
          </p:cNvPr>
          <p:cNvGraphicFramePr>
            <a:graphicFrameLocks noGrp="1"/>
          </p:cNvGraphicFramePr>
          <p:nvPr/>
        </p:nvGraphicFramePr>
        <p:xfrm>
          <a:off x="1069975" y="2615248"/>
          <a:ext cx="3292477" cy="4079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39775">
                  <a:extLst>
                    <a:ext uri="{9D8B030D-6E8A-4147-A177-3AD203B41FA5}">
                      <a16:colId xmlns:a16="http://schemas.microsoft.com/office/drawing/2014/main" val="2561990786"/>
                    </a:ext>
                  </a:extLst>
                </a:gridCol>
                <a:gridCol w="401581">
                  <a:extLst>
                    <a:ext uri="{9D8B030D-6E8A-4147-A177-3AD203B41FA5}">
                      <a16:colId xmlns:a16="http://schemas.microsoft.com/office/drawing/2014/main" val="2514136772"/>
                    </a:ext>
                  </a:extLst>
                </a:gridCol>
                <a:gridCol w="572021">
                  <a:extLst>
                    <a:ext uri="{9D8B030D-6E8A-4147-A177-3AD203B41FA5}">
                      <a16:colId xmlns:a16="http://schemas.microsoft.com/office/drawing/2014/main" val="2372407529"/>
                    </a:ext>
                  </a:extLst>
                </a:gridCol>
                <a:gridCol w="563964">
                  <a:extLst>
                    <a:ext uri="{9D8B030D-6E8A-4147-A177-3AD203B41FA5}">
                      <a16:colId xmlns:a16="http://schemas.microsoft.com/office/drawing/2014/main" val="2680300684"/>
                    </a:ext>
                  </a:extLst>
                </a:gridCol>
                <a:gridCol w="507568">
                  <a:extLst>
                    <a:ext uri="{9D8B030D-6E8A-4147-A177-3AD203B41FA5}">
                      <a16:colId xmlns:a16="http://schemas.microsoft.com/office/drawing/2014/main" val="4191753095"/>
                    </a:ext>
                  </a:extLst>
                </a:gridCol>
                <a:gridCol w="507568">
                  <a:extLst>
                    <a:ext uri="{9D8B030D-6E8A-4147-A177-3AD203B41FA5}">
                      <a16:colId xmlns:a16="http://schemas.microsoft.com/office/drawing/2014/main" val="3135521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176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23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565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890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B[4]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36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B[5]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01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B[6]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B[7]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779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B[8]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920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B[9]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055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B[10]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085481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FA5669B-B2DD-4117-ACC4-C419748E1179}"/>
              </a:ext>
            </a:extLst>
          </p:cNvPr>
          <p:cNvGraphicFramePr>
            <a:graphicFrameLocks noGrp="1"/>
          </p:cNvGraphicFramePr>
          <p:nvPr/>
        </p:nvGraphicFramePr>
        <p:xfrm>
          <a:off x="5465450" y="3246953"/>
          <a:ext cx="5656575" cy="1858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489436989"/>
                    </a:ext>
                  </a:extLst>
                </a:gridCol>
                <a:gridCol w="454550">
                  <a:extLst>
                    <a:ext uri="{9D8B030D-6E8A-4147-A177-3AD203B41FA5}">
                      <a16:colId xmlns:a16="http://schemas.microsoft.com/office/drawing/2014/main" val="207916231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12373938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115758195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3766365495"/>
                    </a:ext>
                  </a:extLst>
                </a:gridCol>
                <a:gridCol w="479742">
                  <a:extLst>
                    <a:ext uri="{9D8B030D-6E8A-4147-A177-3AD203B41FA5}">
                      <a16:colId xmlns:a16="http://schemas.microsoft.com/office/drawing/2014/main" val="1574912404"/>
                    </a:ext>
                  </a:extLst>
                </a:gridCol>
                <a:gridCol w="434658">
                  <a:extLst>
                    <a:ext uri="{9D8B030D-6E8A-4147-A177-3AD203B41FA5}">
                      <a16:colId xmlns:a16="http://schemas.microsoft.com/office/drawing/2014/main" val="2317313152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3783994836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191383358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103555118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515095846"/>
                    </a:ext>
                  </a:extLst>
                </a:gridCol>
                <a:gridCol w="467042">
                  <a:extLst>
                    <a:ext uri="{9D8B030D-6E8A-4147-A177-3AD203B41FA5}">
                      <a16:colId xmlns:a16="http://schemas.microsoft.com/office/drawing/2014/main" val="1010029032"/>
                    </a:ext>
                  </a:extLst>
                </a:gridCol>
              </a:tblGrid>
              <a:tr h="37560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910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26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38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34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3437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55F00E-E7C0-4E6F-9DF1-4E5F49E4DDDF}"/>
              </a:ext>
            </a:extLst>
          </p:cNvPr>
          <p:cNvSpPr txBox="1"/>
          <p:nvPr/>
        </p:nvSpPr>
        <p:spPr>
          <a:xfrm>
            <a:off x="7496175" y="55245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Initialize the Keep array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7494BD-C89D-45A9-AD95-4F3128A6E166}"/>
              </a:ext>
            </a:extLst>
          </p:cNvPr>
          <p:cNvSpPr txBox="1"/>
          <p:nvPr/>
        </p:nvSpPr>
        <p:spPr>
          <a:xfrm>
            <a:off x="4495800" y="6048157"/>
            <a:ext cx="2076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Initialize the Benefit array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E2E40-A957-4498-816E-42E1F5600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005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5B621-093E-4DE9-92C3-29493D3A4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0-1 Knapsack – Example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4B5D5-D617-41DD-A1F7-F82A659FC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/>
          <a:lstStyle/>
          <a:p>
            <a:r>
              <a:rPr lang="en-US" dirty="0"/>
              <a:t>Find the solution for the 0-1 knapsack problem with benefit-weight pairs as (10, 5), (40, 4), (30, 6), (50, 3) and total sack capacity as 10.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27DF2F7-38D7-439C-AEA4-E3677ADDE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465794"/>
              </p:ext>
            </p:extLst>
          </p:nvPr>
        </p:nvGraphicFramePr>
        <p:xfrm>
          <a:off x="1069975" y="2615248"/>
          <a:ext cx="3292477" cy="4079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39775">
                  <a:extLst>
                    <a:ext uri="{9D8B030D-6E8A-4147-A177-3AD203B41FA5}">
                      <a16:colId xmlns:a16="http://schemas.microsoft.com/office/drawing/2014/main" val="2561990786"/>
                    </a:ext>
                  </a:extLst>
                </a:gridCol>
                <a:gridCol w="401581">
                  <a:extLst>
                    <a:ext uri="{9D8B030D-6E8A-4147-A177-3AD203B41FA5}">
                      <a16:colId xmlns:a16="http://schemas.microsoft.com/office/drawing/2014/main" val="2514136772"/>
                    </a:ext>
                  </a:extLst>
                </a:gridCol>
                <a:gridCol w="572021">
                  <a:extLst>
                    <a:ext uri="{9D8B030D-6E8A-4147-A177-3AD203B41FA5}">
                      <a16:colId xmlns:a16="http://schemas.microsoft.com/office/drawing/2014/main" val="2372407529"/>
                    </a:ext>
                  </a:extLst>
                </a:gridCol>
                <a:gridCol w="563964">
                  <a:extLst>
                    <a:ext uri="{9D8B030D-6E8A-4147-A177-3AD203B41FA5}">
                      <a16:colId xmlns:a16="http://schemas.microsoft.com/office/drawing/2014/main" val="2680300684"/>
                    </a:ext>
                  </a:extLst>
                </a:gridCol>
                <a:gridCol w="507568">
                  <a:extLst>
                    <a:ext uri="{9D8B030D-6E8A-4147-A177-3AD203B41FA5}">
                      <a16:colId xmlns:a16="http://schemas.microsoft.com/office/drawing/2014/main" val="4191753095"/>
                    </a:ext>
                  </a:extLst>
                </a:gridCol>
                <a:gridCol w="507568">
                  <a:extLst>
                    <a:ext uri="{9D8B030D-6E8A-4147-A177-3AD203B41FA5}">
                      <a16:colId xmlns:a16="http://schemas.microsoft.com/office/drawing/2014/main" val="3135521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176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23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565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890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B[4]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36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B[5]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01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B[6]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B[7]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779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B[8]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920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B[9]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055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B[10]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085481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FA5669B-B2DD-4117-ACC4-C419748E1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277317"/>
              </p:ext>
            </p:extLst>
          </p:nvPr>
        </p:nvGraphicFramePr>
        <p:xfrm>
          <a:off x="5465450" y="3246953"/>
          <a:ext cx="5656575" cy="1858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489436989"/>
                    </a:ext>
                  </a:extLst>
                </a:gridCol>
                <a:gridCol w="454550">
                  <a:extLst>
                    <a:ext uri="{9D8B030D-6E8A-4147-A177-3AD203B41FA5}">
                      <a16:colId xmlns:a16="http://schemas.microsoft.com/office/drawing/2014/main" val="207916231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12373938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115758195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3766365495"/>
                    </a:ext>
                  </a:extLst>
                </a:gridCol>
                <a:gridCol w="479742">
                  <a:extLst>
                    <a:ext uri="{9D8B030D-6E8A-4147-A177-3AD203B41FA5}">
                      <a16:colId xmlns:a16="http://schemas.microsoft.com/office/drawing/2014/main" val="1574912404"/>
                    </a:ext>
                  </a:extLst>
                </a:gridCol>
                <a:gridCol w="434658">
                  <a:extLst>
                    <a:ext uri="{9D8B030D-6E8A-4147-A177-3AD203B41FA5}">
                      <a16:colId xmlns:a16="http://schemas.microsoft.com/office/drawing/2014/main" val="2317313152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3783994836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191383358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103555118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515095846"/>
                    </a:ext>
                  </a:extLst>
                </a:gridCol>
                <a:gridCol w="467042">
                  <a:extLst>
                    <a:ext uri="{9D8B030D-6E8A-4147-A177-3AD203B41FA5}">
                      <a16:colId xmlns:a16="http://schemas.microsoft.com/office/drawing/2014/main" val="1010029032"/>
                    </a:ext>
                  </a:extLst>
                </a:gridCol>
              </a:tblGrid>
              <a:tr h="37560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910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26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38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34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3437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55F00E-E7C0-4E6F-9DF1-4E5F49E4DDDF}"/>
              </a:ext>
            </a:extLst>
          </p:cNvPr>
          <p:cNvSpPr txBox="1"/>
          <p:nvPr/>
        </p:nvSpPr>
        <p:spPr>
          <a:xfrm>
            <a:off x="7496175" y="5524500"/>
            <a:ext cx="180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Keep array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5785FF-1187-4B54-B31C-511134920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905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5B621-093E-4DE9-92C3-29493D3A4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0-1 Knapsack – Example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4B5D5-D617-41DD-A1F7-F82A659FC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/>
          <a:lstStyle/>
          <a:p>
            <a:r>
              <a:rPr lang="en-US" dirty="0"/>
              <a:t>Find the solution for the 0-1 knapsack problem with benefit-weight pairs as (10, 5), (40, 4), (30, 6), (50, 3) and total sack capacity as 10.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27DF2F7-38D7-439C-AEA4-E3677ADDE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514748"/>
              </p:ext>
            </p:extLst>
          </p:nvPr>
        </p:nvGraphicFramePr>
        <p:xfrm>
          <a:off x="1069975" y="2615248"/>
          <a:ext cx="3292477" cy="4079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0725">
                  <a:extLst>
                    <a:ext uri="{9D8B030D-6E8A-4147-A177-3AD203B41FA5}">
                      <a16:colId xmlns:a16="http://schemas.microsoft.com/office/drawing/2014/main" val="2561990786"/>
                    </a:ext>
                  </a:extLst>
                </a:gridCol>
                <a:gridCol w="420631">
                  <a:extLst>
                    <a:ext uri="{9D8B030D-6E8A-4147-A177-3AD203B41FA5}">
                      <a16:colId xmlns:a16="http://schemas.microsoft.com/office/drawing/2014/main" val="2514136772"/>
                    </a:ext>
                  </a:extLst>
                </a:gridCol>
                <a:gridCol w="572021">
                  <a:extLst>
                    <a:ext uri="{9D8B030D-6E8A-4147-A177-3AD203B41FA5}">
                      <a16:colId xmlns:a16="http://schemas.microsoft.com/office/drawing/2014/main" val="2372407529"/>
                    </a:ext>
                  </a:extLst>
                </a:gridCol>
                <a:gridCol w="563964">
                  <a:extLst>
                    <a:ext uri="{9D8B030D-6E8A-4147-A177-3AD203B41FA5}">
                      <a16:colId xmlns:a16="http://schemas.microsoft.com/office/drawing/2014/main" val="2680300684"/>
                    </a:ext>
                  </a:extLst>
                </a:gridCol>
                <a:gridCol w="507568">
                  <a:extLst>
                    <a:ext uri="{9D8B030D-6E8A-4147-A177-3AD203B41FA5}">
                      <a16:colId xmlns:a16="http://schemas.microsoft.com/office/drawing/2014/main" val="4191753095"/>
                    </a:ext>
                  </a:extLst>
                </a:gridCol>
                <a:gridCol w="507568">
                  <a:extLst>
                    <a:ext uri="{9D8B030D-6E8A-4147-A177-3AD203B41FA5}">
                      <a16:colId xmlns:a16="http://schemas.microsoft.com/office/drawing/2014/main" val="27476824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176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23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565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890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B[4]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36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B[5]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01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B[6]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B[7]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779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B[8]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920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B[9]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055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B[10]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085481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FA5669B-B2DD-4117-ACC4-C419748E1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949155"/>
              </p:ext>
            </p:extLst>
          </p:nvPr>
        </p:nvGraphicFramePr>
        <p:xfrm>
          <a:off x="5465450" y="3246953"/>
          <a:ext cx="5656575" cy="1858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489436989"/>
                    </a:ext>
                  </a:extLst>
                </a:gridCol>
                <a:gridCol w="454550">
                  <a:extLst>
                    <a:ext uri="{9D8B030D-6E8A-4147-A177-3AD203B41FA5}">
                      <a16:colId xmlns:a16="http://schemas.microsoft.com/office/drawing/2014/main" val="207916231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12373938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115758195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3766365495"/>
                    </a:ext>
                  </a:extLst>
                </a:gridCol>
                <a:gridCol w="479742">
                  <a:extLst>
                    <a:ext uri="{9D8B030D-6E8A-4147-A177-3AD203B41FA5}">
                      <a16:colId xmlns:a16="http://schemas.microsoft.com/office/drawing/2014/main" val="1574912404"/>
                    </a:ext>
                  </a:extLst>
                </a:gridCol>
                <a:gridCol w="434658">
                  <a:extLst>
                    <a:ext uri="{9D8B030D-6E8A-4147-A177-3AD203B41FA5}">
                      <a16:colId xmlns:a16="http://schemas.microsoft.com/office/drawing/2014/main" val="2317313152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3783994836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191383358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103555118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515095846"/>
                    </a:ext>
                  </a:extLst>
                </a:gridCol>
                <a:gridCol w="467042">
                  <a:extLst>
                    <a:ext uri="{9D8B030D-6E8A-4147-A177-3AD203B41FA5}">
                      <a16:colId xmlns:a16="http://schemas.microsoft.com/office/drawing/2014/main" val="1010029032"/>
                    </a:ext>
                  </a:extLst>
                </a:gridCol>
              </a:tblGrid>
              <a:tr h="37560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910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26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38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34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3437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55F00E-E7C0-4E6F-9DF1-4E5F49E4DDDF}"/>
              </a:ext>
            </a:extLst>
          </p:cNvPr>
          <p:cNvSpPr txBox="1"/>
          <p:nvPr/>
        </p:nvSpPr>
        <p:spPr>
          <a:xfrm>
            <a:off x="7496175" y="5524500"/>
            <a:ext cx="180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Keep array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D6753C-8E55-4FEB-A5BB-9A5F530D4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495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5B621-093E-4DE9-92C3-29493D3A4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0-1 Knapsack – Example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4B5D5-D617-41DD-A1F7-F82A659FC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/>
          <a:lstStyle/>
          <a:p>
            <a:r>
              <a:rPr lang="en-US" dirty="0"/>
              <a:t>Find the solution for the 0-1 knapsack problem with benefit-weight pairs as (10, 5), (40, 4), (30, 6), (50, 3) and total sack capacity as 10.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27DF2F7-38D7-439C-AEA4-E3677ADDE2B1}"/>
              </a:ext>
            </a:extLst>
          </p:cNvPr>
          <p:cNvGraphicFramePr>
            <a:graphicFrameLocks noGrp="1"/>
          </p:cNvGraphicFramePr>
          <p:nvPr/>
        </p:nvGraphicFramePr>
        <p:xfrm>
          <a:off x="1069975" y="2615248"/>
          <a:ext cx="3292477" cy="4079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0725">
                  <a:extLst>
                    <a:ext uri="{9D8B030D-6E8A-4147-A177-3AD203B41FA5}">
                      <a16:colId xmlns:a16="http://schemas.microsoft.com/office/drawing/2014/main" val="2561990786"/>
                    </a:ext>
                  </a:extLst>
                </a:gridCol>
                <a:gridCol w="420631">
                  <a:extLst>
                    <a:ext uri="{9D8B030D-6E8A-4147-A177-3AD203B41FA5}">
                      <a16:colId xmlns:a16="http://schemas.microsoft.com/office/drawing/2014/main" val="2514136772"/>
                    </a:ext>
                  </a:extLst>
                </a:gridCol>
                <a:gridCol w="572021">
                  <a:extLst>
                    <a:ext uri="{9D8B030D-6E8A-4147-A177-3AD203B41FA5}">
                      <a16:colId xmlns:a16="http://schemas.microsoft.com/office/drawing/2014/main" val="2372407529"/>
                    </a:ext>
                  </a:extLst>
                </a:gridCol>
                <a:gridCol w="563964">
                  <a:extLst>
                    <a:ext uri="{9D8B030D-6E8A-4147-A177-3AD203B41FA5}">
                      <a16:colId xmlns:a16="http://schemas.microsoft.com/office/drawing/2014/main" val="2680300684"/>
                    </a:ext>
                  </a:extLst>
                </a:gridCol>
                <a:gridCol w="507568">
                  <a:extLst>
                    <a:ext uri="{9D8B030D-6E8A-4147-A177-3AD203B41FA5}">
                      <a16:colId xmlns:a16="http://schemas.microsoft.com/office/drawing/2014/main" val="4191753095"/>
                    </a:ext>
                  </a:extLst>
                </a:gridCol>
                <a:gridCol w="507568">
                  <a:extLst>
                    <a:ext uri="{9D8B030D-6E8A-4147-A177-3AD203B41FA5}">
                      <a16:colId xmlns:a16="http://schemas.microsoft.com/office/drawing/2014/main" val="27476824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176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23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565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890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B[4]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36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B[5]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01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B[6]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B[7]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779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B[8]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920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B[9]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055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B[10]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085481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FA5669B-B2DD-4117-ACC4-C419748E1179}"/>
              </a:ext>
            </a:extLst>
          </p:cNvPr>
          <p:cNvGraphicFramePr>
            <a:graphicFrameLocks noGrp="1"/>
          </p:cNvGraphicFramePr>
          <p:nvPr/>
        </p:nvGraphicFramePr>
        <p:xfrm>
          <a:off x="5465450" y="3246953"/>
          <a:ext cx="5656575" cy="1858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489436989"/>
                    </a:ext>
                  </a:extLst>
                </a:gridCol>
                <a:gridCol w="454550">
                  <a:extLst>
                    <a:ext uri="{9D8B030D-6E8A-4147-A177-3AD203B41FA5}">
                      <a16:colId xmlns:a16="http://schemas.microsoft.com/office/drawing/2014/main" val="207916231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12373938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115758195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3766365495"/>
                    </a:ext>
                  </a:extLst>
                </a:gridCol>
                <a:gridCol w="479742">
                  <a:extLst>
                    <a:ext uri="{9D8B030D-6E8A-4147-A177-3AD203B41FA5}">
                      <a16:colId xmlns:a16="http://schemas.microsoft.com/office/drawing/2014/main" val="1574912404"/>
                    </a:ext>
                  </a:extLst>
                </a:gridCol>
                <a:gridCol w="434658">
                  <a:extLst>
                    <a:ext uri="{9D8B030D-6E8A-4147-A177-3AD203B41FA5}">
                      <a16:colId xmlns:a16="http://schemas.microsoft.com/office/drawing/2014/main" val="2317313152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3783994836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191383358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103555118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515095846"/>
                    </a:ext>
                  </a:extLst>
                </a:gridCol>
                <a:gridCol w="467042">
                  <a:extLst>
                    <a:ext uri="{9D8B030D-6E8A-4147-A177-3AD203B41FA5}">
                      <a16:colId xmlns:a16="http://schemas.microsoft.com/office/drawing/2014/main" val="1010029032"/>
                    </a:ext>
                  </a:extLst>
                </a:gridCol>
              </a:tblGrid>
              <a:tr h="37560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910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26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38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34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3437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55F00E-E7C0-4E6F-9DF1-4E5F49E4DDDF}"/>
              </a:ext>
            </a:extLst>
          </p:cNvPr>
          <p:cNvSpPr txBox="1"/>
          <p:nvPr/>
        </p:nvSpPr>
        <p:spPr>
          <a:xfrm>
            <a:off x="7496175" y="5524500"/>
            <a:ext cx="180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Keep array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E29FD6-D6BC-4A17-9782-B68D67CC5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937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38E3AAEE-ED20-48EE-95FE-B665183A5344}"/>
              </a:ext>
            </a:extLst>
          </p:cNvPr>
          <p:cNvSpPr/>
          <p:nvPr/>
        </p:nvSpPr>
        <p:spPr>
          <a:xfrm>
            <a:off x="3781425" y="6203951"/>
            <a:ext cx="812802" cy="681037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F5B621-093E-4DE9-92C3-29493D3A4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0-1 Knapsack – Example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4B5D5-D617-41DD-A1F7-F82A659FC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/>
          <a:lstStyle/>
          <a:p>
            <a:r>
              <a:rPr lang="en-US" dirty="0"/>
              <a:t>Find the solution for the 0-1 knapsack problem with benefit-weight pairs as (10, 5), (40, 4), (30, 6), (50, 3) and total sack capacity as 10.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27DF2F7-38D7-439C-AEA4-E3677ADDE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965624"/>
              </p:ext>
            </p:extLst>
          </p:nvPr>
        </p:nvGraphicFramePr>
        <p:xfrm>
          <a:off x="1069975" y="2615248"/>
          <a:ext cx="3292477" cy="4079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0725">
                  <a:extLst>
                    <a:ext uri="{9D8B030D-6E8A-4147-A177-3AD203B41FA5}">
                      <a16:colId xmlns:a16="http://schemas.microsoft.com/office/drawing/2014/main" val="2561990786"/>
                    </a:ext>
                  </a:extLst>
                </a:gridCol>
                <a:gridCol w="420631">
                  <a:extLst>
                    <a:ext uri="{9D8B030D-6E8A-4147-A177-3AD203B41FA5}">
                      <a16:colId xmlns:a16="http://schemas.microsoft.com/office/drawing/2014/main" val="2514136772"/>
                    </a:ext>
                  </a:extLst>
                </a:gridCol>
                <a:gridCol w="572021">
                  <a:extLst>
                    <a:ext uri="{9D8B030D-6E8A-4147-A177-3AD203B41FA5}">
                      <a16:colId xmlns:a16="http://schemas.microsoft.com/office/drawing/2014/main" val="2372407529"/>
                    </a:ext>
                  </a:extLst>
                </a:gridCol>
                <a:gridCol w="563964">
                  <a:extLst>
                    <a:ext uri="{9D8B030D-6E8A-4147-A177-3AD203B41FA5}">
                      <a16:colId xmlns:a16="http://schemas.microsoft.com/office/drawing/2014/main" val="2680300684"/>
                    </a:ext>
                  </a:extLst>
                </a:gridCol>
                <a:gridCol w="507568">
                  <a:extLst>
                    <a:ext uri="{9D8B030D-6E8A-4147-A177-3AD203B41FA5}">
                      <a16:colId xmlns:a16="http://schemas.microsoft.com/office/drawing/2014/main" val="4191753095"/>
                    </a:ext>
                  </a:extLst>
                </a:gridCol>
                <a:gridCol w="507568">
                  <a:extLst>
                    <a:ext uri="{9D8B030D-6E8A-4147-A177-3AD203B41FA5}">
                      <a16:colId xmlns:a16="http://schemas.microsoft.com/office/drawing/2014/main" val="27476824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176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23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565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890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B[4]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36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B[5]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01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B[6]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B[7]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779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B[8]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920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B[9]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055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B[10]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085481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FA5669B-B2DD-4117-ACC4-C419748E1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154188"/>
              </p:ext>
            </p:extLst>
          </p:nvPr>
        </p:nvGraphicFramePr>
        <p:xfrm>
          <a:off x="5465450" y="3246953"/>
          <a:ext cx="5656575" cy="1858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489436989"/>
                    </a:ext>
                  </a:extLst>
                </a:gridCol>
                <a:gridCol w="454550">
                  <a:extLst>
                    <a:ext uri="{9D8B030D-6E8A-4147-A177-3AD203B41FA5}">
                      <a16:colId xmlns:a16="http://schemas.microsoft.com/office/drawing/2014/main" val="207916231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12373938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115758195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3766365495"/>
                    </a:ext>
                  </a:extLst>
                </a:gridCol>
                <a:gridCol w="479742">
                  <a:extLst>
                    <a:ext uri="{9D8B030D-6E8A-4147-A177-3AD203B41FA5}">
                      <a16:colId xmlns:a16="http://schemas.microsoft.com/office/drawing/2014/main" val="1574912404"/>
                    </a:ext>
                  </a:extLst>
                </a:gridCol>
                <a:gridCol w="434658">
                  <a:extLst>
                    <a:ext uri="{9D8B030D-6E8A-4147-A177-3AD203B41FA5}">
                      <a16:colId xmlns:a16="http://schemas.microsoft.com/office/drawing/2014/main" val="2317313152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3783994836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191383358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103555118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515095846"/>
                    </a:ext>
                  </a:extLst>
                </a:gridCol>
                <a:gridCol w="467042">
                  <a:extLst>
                    <a:ext uri="{9D8B030D-6E8A-4147-A177-3AD203B41FA5}">
                      <a16:colId xmlns:a16="http://schemas.microsoft.com/office/drawing/2014/main" val="1010029032"/>
                    </a:ext>
                  </a:extLst>
                </a:gridCol>
              </a:tblGrid>
              <a:tr h="37560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910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26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38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34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3437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55F00E-E7C0-4E6F-9DF1-4E5F49E4DDDF}"/>
              </a:ext>
            </a:extLst>
          </p:cNvPr>
          <p:cNvSpPr txBox="1"/>
          <p:nvPr/>
        </p:nvSpPr>
        <p:spPr>
          <a:xfrm>
            <a:off x="7496175" y="5517614"/>
            <a:ext cx="180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Keep array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FBFF0F-276A-4DD7-AA83-2FF032167F71}"/>
              </a:ext>
            </a:extLst>
          </p:cNvPr>
          <p:cNvSpPr txBox="1"/>
          <p:nvPr/>
        </p:nvSpPr>
        <p:spPr>
          <a:xfrm>
            <a:off x="4829175" y="6325156"/>
            <a:ext cx="180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Maximum Profit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B3BB42-9E8B-41F8-AF67-B5D09BE8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5AAE9E3-C61A-4CB4-A4B4-5E521EF0581D}"/>
                  </a:ext>
                </a:extLst>
              </p14:cNvPr>
              <p14:cNvContentPartPr/>
              <p14:nvPr/>
            </p14:nvContentPartPr>
            <p14:xfrm>
              <a:off x="12185640" y="92088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5AAE9E3-C61A-4CB4-A4B4-5E521EF058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76280" y="9115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933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99E0E-287C-49CE-904F-EA5E1AEB9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0-1 Knapsack – 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405284-B228-4E0D-8B25-30A27C4BAFE4}"/>
              </a:ext>
            </a:extLst>
          </p:cNvPr>
          <p:cNvSpPr txBox="1"/>
          <p:nvPr/>
        </p:nvSpPr>
        <p:spPr>
          <a:xfrm>
            <a:off x="990600" y="1439485"/>
            <a:ext cx="43243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w=0 to W do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B[w] = 0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k=1 to n do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for j=W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downto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if B[j-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]+b</a:t>
            </a:r>
            <a:r>
              <a:rPr lang="en-US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B[j]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{     B[j]= B[j-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]+b</a:t>
            </a:r>
            <a:r>
              <a:rPr lang="en-US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  <a:p>
            <a:r>
              <a:rPr lang="en-US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keep[k, j] = 1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else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keep[k, j] = 0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F7CA7F-C4C0-4E7B-AB68-06AC3E0768E7}"/>
              </a:ext>
            </a:extLst>
          </p:cNvPr>
          <p:cNvSpPr txBox="1"/>
          <p:nvPr/>
        </p:nvSpPr>
        <p:spPr>
          <a:xfrm>
            <a:off x="6534150" y="2471133"/>
            <a:ext cx="43243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k=W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downto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do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if keep[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k] == 1 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output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“as selected”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k = k-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2400" b="1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79BBA0-79D0-40FF-A1C2-2D61943F0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46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D3611-BE95-4836-AF24-A38EEF2B9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0-1 Knapsack – Example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D06C9-5AE4-4927-B639-132EE90B3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648074"/>
            <a:ext cx="4619625" cy="30384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/>
              <a:t>k=10</a:t>
            </a:r>
          </a:p>
          <a:p>
            <a:pPr marL="0" indent="0">
              <a:buNone/>
            </a:pPr>
            <a:r>
              <a:rPr lang="en-US" sz="2000" b="1" dirty="0" err="1"/>
              <a:t>i</a:t>
            </a:r>
            <a:r>
              <a:rPr lang="en-US" sz="2000" b="1" dirty="0"/>
              <a:t>=4 to 1</a:t>
            </a:r>
          </a:p>
          <a:p>
            <a:pPr marL="0" indent="0">
              <a:buNone/>
            </a:pPr>
            <a:r>
              <a:rPr lang="en-US" sz="2000" b="1" dirty="0"/>
              <a:t>When </a:t>
            </a:r>
            <a:r>
              <a:rPr lang="en-US" sz="2000" b="1" dirty="0" err="1"/>
              <a:t>i</a:t>
            </a:r>
            <a:r>
              <a:rPr lang="en-US" sz="2000" b="1" dirty="0"/>
              <a:t>=4, keep[4,10]==1?? </a:t>
            </a:r>
          </a:p>
          <a:p>
            <a:pPr marL="0" indent="0">
              <a:buNone/>
            </a:pPr>
            <a:r>
              <a:rPr lang="en-US" sz="2000" b="1" dirty="0"/>
              <a:t>Yes, pick item 4,     </a:t>
            </a:r>
            <a:r>
              <a:rPr lang="en-US" sz="2000" b="1" dirty="0">
                <a:solidFill>
                  <a:srgbClr val="C00000"/>
                </a:solidFill>
              </a:rPr>
              <a:t>k=10-3 = 7</a:t>
            </a:r>
          </a:p>
          <a:p>
            <a:pPr marL="0" indent="0">
              <a:buNone/>
            </a:pPr>
            <a:r>
              <a:rPr lang="en-US" sz="2000" b="1" dirty="0"/>
              <a:t>When </a:t>
            </a:r>
            <a:r>
              <a:rPr lang="en-US" sz="2000" b="1" dirty="0" err="1"/>
              <a:t>i</a:t>
            </a:r>
            <a:r>
              <a:rPr lang="en-US" sz="2000" b="1" dirty="0"/>
              <a:t>=3, keep[3,7]==1?? </a:t>
            </a:r>
          </a:p>
          <a:p>
            <a:pPr marL="0" indent="0">
              <a:buNone/>
            </a:pPr>
            <a:r>
              <a:rPr lang="en-US" sz="2000" b="1" dirty="0"/>
              <a:t>No</a:t>
            </a:r>
          </a:p>
          <a:p>
            <a:pPr marL="0" indent="0">
              <a:buNone/>
            </a:pPr>
            <a:r>
              <a:rPr lang="en-US" sz="2000" b="1" dirty="0"/>
              <a:t>When </a:t>
            </a:r>
            <a:r>
              <a:rPr lang="en-US" sz="2000" b="1" dirty="0" err="1"/>
              <a:t>i</a:t>
            </a:r>
            <a:r>
              <a:rPr lang="en-US" sz="2000" b="1" dirty="0"/>
              <a:t>=2, keep[2,7]==1?? </a:t>
            </a:r>
          </a:p>
          <a:p>
            <a:pPr marL="0" indent="0">
              <a:buNone/>
            </a:pPr>
            <a:r>
              <a:rPr lang="en-US" sz="2000" b="1" dirty="0"/>
              <a:t>Yes, pick item 2,     </a:t>
            </a:r>
            <a:r>
              <a:rPr lang="en-US" sz="2100" b="1" dirty="0">
                <a:solidFill>
                  <a:srgbClr val="C00000"/>
                </a:solidFill>
              </a:rPr>
              <a:t>k=7-4 = 3</a:t>
            </a:r>
          </a:p>
          <a:p>
            <a:pPr marL="0" indent="0">
              <a:buNone/>
            </a:pPr>
            <a:r>
              <a:rPr lang="en-US" sz="2000" b="1" dirty="0"/>
              <a:t>When </a:t>
            </a:r>
            <a:r>
              <a:rPr lang="en-US" sz="2000" b="1" dirty="0" err="1"/>
              <a:t>i</a:t>
            </a:r>
            <a:r>
              <a:rPr lang="en-US" sz="2000" b="1" dirty="0"/>
              <a:t>=1, keep[1,3]==1?? No</a:t>
            </a:r>
          </a:p>
          <a:p>
            <a:pPr marL="0" indent="0">
              <a:buNone/>
            </a:pPr>
            <a:endParaRPr lang="en-US" sz="2000" b="1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1DDD8AB3-E0F5-4777-B227-8ADC5106F6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775560"/>
              </p:ext>
            </p:extLst>
          </p:nvPr>
        </p:nvGraphicFramePr>
        <p:xfrm>
          <a:off x="809625" y="1570037"/>
          <a:ext cx="5656575" cy="1858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489436989"/>
                    </a:ext>
                  </a:extLst>
                </a:gridCol>
                <a:gridCol w="454550">
                  <a:extLst>
                    <a:ext uri="{9D8B030D-6E8A-4147-A177-3AD203B41FA5}">
                      <a16:colId xmlns:a16="http://schemas.microsoft.com/office/drawing/2014/main" val="207916231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12373938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115758195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3766365495"/>
                    </a:ext>
                  </a:extLst>
                </a:gridCol>
                <a:gridCol w="479742">
                  <a:extLst>
                    <a:ext uri="{9D8B030D-6E8A-4147-A177-3AD203B41FA5}">
                      <a16:colId xmlns:a16="http://schemas.microsoft.com/office/drawing/2014/main" val="1574912404"/>
                    </a:ext>
                  </a:extLst>
                </a:gridCol>
                <a:gridCol w="434658">
                  <a:extLst>
                    <a:ext uri="{9D8B030D-6E8A-4147-A177-3AD203B41FA5}">
                      <a16:colId xmlns:a16="http://schemas.microsoft.com/office/drawing/2014/main" val="2317313152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3783994836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191383358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103555118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515095846"/>
                    </a:ext>
                  </a:extLst>
                </a:gridCol>
                <a:gridCol w="467042">
                  <a:extLst>
                    <a:ext uri="{9D8B030D-6E8A-4147-A177-3AD203B41FA5}">
                      <a16:colId xmlns:a16="http://schemas.microsoft.com/office/drawing/2014/main" val="1010029032"/>
                    </a:ext>
                  </a:extLst>
                </a:gridCol>
              </a:tblGrid>
              <a:tr h="37560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910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26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38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34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34376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E938B14-0B6B-4E0B-B44F-F6F4E18D0AC5}"/>
              </a:ext>
            </a:extLst>
          </p:cNvPr>
          <p:cNvSpPr txBox="1"/>
          <p:nvPr/>
        </p:nvSpPr>
        <p:spPr>
          <a:xfrm>
            <a:off x="9172575" y="976372"/>
            <a:ext cx="200025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I1 - (10, 5), I2 - (40, 4), I3 - (30, 6), I4 - (50, 3)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BBE41E-8B12-47BD-8726-9354D482535A}"/>
              </a:ext>
            </a:extLst>
          </p:cNvPr>
          <p:cNvSpPr txBox="1"/>
          <p:nvPr/>
        </p:nvSpPr>
        <p:spPr>
          <a:xfrm>
            <a:off x="7524750" y="4629150"/>
            <a:ext cx="27813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Final Solution, [0, 1, 0, 1] = 90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38948-39FA-44C0-9CB7-E300177F6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27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99E0E-287C-49CE-904F-EA5E1AEB9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0-1 Knapsack – 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405284-B228-4E0D-8B25-30A27C4BAFE4}"/>
              </a:ext>
            </a:extLst>
          </p:cNvPr>
          <p:cNvSpPr txBox="1"/>
          <p:nvPr/>
        </p:nvSpPr>
        <p:spPr>
          <a:xfrm>
            <a:off x="990600" y="1439485"/>
            <a:ext cx="43243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w=0 to W do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B[w] = 0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k=1 to n do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for j=W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downto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if B[j-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]+b</a:t>
            </a:r>
            <a:r>
              <a:rPr lang="en-US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B[j]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{     B[j]= B[j-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]+b</a:t>
            </a:r>
            <a:r>
              <a:rPr lang="en-US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  <a:p>
            <a:r>
              <a:rPr lang="en-US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keep[k, j] = 1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else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keep[k, j] = 0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F7CA7F-C4C0-4E7B-AB68-06AC3E0768E7}"/>
              </a:ext>
            </a:extLst>
          </p:cNvPr>
          <p:cNvSpPr txBox="1"/>
          <p:nvPr/>
        </p:nvSpPr>
        <p:spPr>
          <a:xfrm>
            <a:off x="6534150" y="2471133"/>
            <a:ext cx="43243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k=W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downto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do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if keep[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k] == 1 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output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“as selected”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k = k-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2400" b="1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609E21-F32D-4391-BFE3-F209CFA46442}"/>
              </a:ext>
            </a:extLst>
          </p:cNvPr>
          <p:cNvSpPr txBox="1"/>
          <p:nvPr/>
        </p:nvSpPr>
        <p:spPr>
          <a:xfrm>
            <a:off x="8086725" y="5887453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Complexity??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E96EE7-7A72-4DE7-B791-248DE66DDB3D}"/>
              </a:ext>
            </a:extLst>
          </p:cNvPr>
          <p:cNvSpPr txBox="1"/>
          <p:nvPr/>
        </p:nvSpPr>
        <p:spPr>
          <a:xfrm>
            <a:off x="10577512" y="5918230"/>
            <a:ext cx="1247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O(</a:t>
            </a:r>
            <a:r>
              <a:rPr lang="en-US" sz="2800" b="1" dirty="0" err="1">
                <a:solidFill>
                  <a:srgbClr val="C00000"/>
                </a:solidFill>
              </a:rPr>
              <a:t>nW</a:t>
            </a:r>
            <a:r>
              <a:rPr lang="en-US" sz="2800" b="1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A7B57-0867-4171-8A03-373786796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47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C752-41E5-4221-89D7-6B20F2090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0-1 Knapsack – Example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55F10-BE87-4CEA-9C8A-E3CCDCA24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given benefit-weight list for four items as {1, 4, 5, 7} and {1, 3, 4, 5}. Solve the 0-1 knapsack problem assuming W=7.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E5786A9-DDC3-4594-805B-E363D5E0D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000038"/>
              </p:ext>
            </p:extLst>
          </p:nvPr>
        </p:nvGraphicFramePr>
        <p:xfrm>
          <a:off x="1222375" y="3246953"/>
          <a:ext cx="3292477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39775">
                  <a:extLst>
                    <a:ext uri="{9D8B030D-6E8A-4147-A177-3AD203B41FA5}">
                      <a16:colId xmlns:a16="http://schemas.microsoft.com/office/drawing/2014/main" val="2561990786"/>
                    </a:ext>
                  </a:extLst>
                </a:gridCol>
                <a:gridCol w="401581">
                  <a:extLst>
                    <a:ext uri="{9D8B030D-6E8A-4147-A177-3AD203B41FA5}">
                      <a16:colId xmlns:a16="http://schemas.microsoft.com/office/drawing/2014/main" val="2514136772"/>
                    </a:ext>
                  </a:extLst>
                </a:gridCol>
                <a:gridCol w="572021">
                  <a:extLst>
                    <a:ext uri="{9D8B030D-6E8A-4147-A177-3AD203B41FA5}">
                      <a16:colId xmlns:a16="http://schemas.microsoft.com/office/drawing/2014/main" val="2372407529"/>
                    </a:ext>
                  </a:extLst>
                </a:gridCol>
                <a:gridCol w="563964">
                  <a:extLst>
                    <a:ext uri="{9D8B030D-6E8A-4147-A177-3AD203B41FA5}">
                      <a16:colId xmlns:a16="http://schemas.microsoft.com/office/drawing/2014/main" val="2680300684"/>
                    </a:ext>
                  </a:extLst>
                </a:gridCol>
                <a:gridCol w="507568">
                  <a:extLst>
                    <a:ext uri="{9D8B030D-6E8A-4147-A177-3AD203B41FA5}">
                      <a16:colId xmlns:a16="http://schemas.microsoft.com/office/drawing/2014/main" val="4191753095"/>
                    </a:ext>
                  </a:extLst>
                </a:gridCol>
                <a:gridCol w="507568">
                  <a:extLst>
                    <a:ext uri="{9D8B030D-6E8A-4147-A177-3AD203B41FA5}">
                      <a16:colId xmlns:a16="http://schemas.microsoft.com/office/drawing/2014/main" val="3135521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176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23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565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890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B[4]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36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B[5]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01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B[6]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B[7]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779569"/>
                  </a:ext>
                </a:extLst>
              </a:tr>
            </a:tbl>
          </a:graphicData>
        </a:graphic>
      </p:graphicFrame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A106D04F-2BC3-4CB6-BD87-C0C69207F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690972"/>
              </p:ext>
            </p:extLst>
          </p:nvPr>
        </p:nvGraphicFramePr>
        <p:xfrm>
          <a:off x="6208400" y="3246953"/>
          <a:ext cx="4256083" cy="1858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489436989"/>
                    </a:ext>
                  </a:extLst>
                </a:gridCol>
                <a:gridCol w="454550">
                  <a:extLst>
                    <a:ext uri="{9D8B030D-6E8A-4147-A177-3AD203B41FA5}">
                      <a16:colId xmlns:a16="http://schemas.microsoft.com/office/drawing/2014/main" val="207916231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12373938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115758195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3766365495"/>
                    </a:ext>
                  </a:extLst>
                </a:gridCol>
                <a:gridCol w="479742">
                  <a:extLst>
                    <a:ext uri="{9D8B030D-6E8A-4147-A177-3AD203B41FA5}">
                      <a16:colId xmlns:a16="http://schemas.microsoft.com/office/drawing/2014/main" val="1574912404"/>
                    </a:ext>
                  </a:extLst>
                </a:gridCol>
                <a:gridCol w="434658">
                  <a:extLst>
                    <a:ext uri="{9D8B030D-6E8A-4147-A177-3AD203B41FA5}">
                      <a16:colId xmlns:a16="http://schemas.microsoft.com/office/drawing/2014/main" val="2317313152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3783994836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1913833580"/>
                    </a:ext>
                  </a:extLst>
                </a:gridCol>
              </a:tblGrid>
              <a:tr h="37560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910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26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38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34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34376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1AC6F08-0E92-4AE3-8107-4152B3BF4154}"/>
              </a:ext>
            </a:extLst>
          </p:cNvPr>
          <p:cNvSpPr txBox="1"/>
          <p:nvPr/>
        </p:nvSpPr>
        <p:spPr>
          <a:xfrm>
            <a:off x="7496175" y="55245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Keep array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ADC53F-C64C-44FE-9333-AB7E8AEA0896}"/>
              </a:ext>
            </a:extLst>
          </p:cNvPr>
          <p:cNvSpPr txBox="1"/>
          <p:nvPr/>
        </p:nvSpPr>
        <p:spPr>
          <a:xfrm>
            <a:off x="4514852" y="6029007"/>
            <a:ext cx="2076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Benefit array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6677C9-76FD-4FAA-A51E-863147C4A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6004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C752-41E5-4221-89D7-6B20F2090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0-1 Knapsack – Example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55F10-BE87-4CEA-9C8A-E3CCDCA24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/>
              <a:t>Consider the given benefit-weight list for four items as {1, 4, 5, 7} and {1, 3, 4, 5} respectively. Solve the 0-1 knapsack problem assuming W=7.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E5786A9-DDC3-4594-805B-E363D5E0D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583276"/>
              </p:ext>
            </p:extLst>
          </p:nvPr>
        </p:nvGraphicFramePr>
        <p:xfrm>
          <a:off x="1222375" y="3246953"/>
          <a:ext cx="3292477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39775">
                  <a:extLst>
                    <a:ext uri="{9D8B030D-6E8A-4147-A177-3AD203B41FA5}">
                      <a16:colId xmlns:a16="http://schemas.microsoft.com/office/drawing/2014/main" val="2561990786"/>
                    </a:ext>
                  </a:extLst>
                </a:gridCol>
                <a:gridCol w="401581">
                  <a:extLst>
                    <a:ext uri="{9D8B030D-6E8A-4147-A177-3AD203B41FA5}">
                      <a16:colId xmlns:a16="http://schemas.microsoft.com/office/drawing/2014/main" val="2514136772"/>
                    </a:ext>
                  </a:extLst>
                </a:gridCol>
                <a:gridCol w="572021">
                  <a:extLst>
                    <a:ext uri="{9D8B030D-6E8A-4147-A177-3AD203B41FA5}">
                      <a16:colId xmlns:a16="http://schemas.microsoft.com/office/drawing/2014/main" val="2372407529"/>
                    </a:ext>
                  </a:extLst>
                </a:gridCol>
                <a:gridCol w="563964">
                  <a:extLst>
                    <a:ext uri="{9D8B030D-6E8A-4147-A177-3AD203B41FA5}">
                      <a16:colId xmlns:a16="http://schemas.microsoft.com/office/drawing/2014/main" val="2680300684"/>
                    </a:ext>
                  </a:extLst>
                </a:gridCol>
                <a:gridCol w="507568">
                  <a:extLst>
                    <a:ext uri="{9D8B030D-6E8A-4147-A177-3AD203B41FA5}">
                      <a16:colId xmlns:a16="http://schemas.microsoft.com/office/drawing/2014/main" val="4191753095"/>
                    </a:ext>
                  </a:extLst>
                </a:gridCol>
                <a:gridCol w="507568">
                  <a:extLst>
                    <a:ext uri="{9D8B030D-6E8A-4147-A177-3AD203B41FA5}">
                      <a16:colId xmlns:a16="http://schemas.microsoft.com/office/drawing/2014/main" val="3135521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176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23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565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890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B[4]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36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B[5]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01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B[6]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B[7]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779569"/>
                  </a:ext>
                </a:extLst>
              </a:tr>
            </a:tbl>
          </a:graphicData>
        </a:graphic>
      </p:graphicFrame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A106D04F-2BC3-4CB6-BD87-C0C69207F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060604"/>
              </p:ext>
            </p:extLst>
          </p:nvPr>
        </p:nvGraphicFramePr>
        <p:xfrm>
          <a:off x="6208400" y="3246953"/>
          <a:ext cx="4256083" cy="1858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489436989"/>
                    </a:ext>
                  </a:extLst>
                </a:gridCol>
                <a:gridCol w="454550">
                  <a:extLst>
                    <a:ext uri="{9D8B030D-6E8A-4147-A177-3AD203B41FA5}">
                      <a16:colId xmlns:a16="http://schemas.microsoft.com/office/drawing/2014/main" val="207916231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12373938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115758195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3766365495"/>
                    </a:ext>
                  </a:extLst>
                </a:gridCol>
                <a:gridCol w="479742">
                  <a:extLst>
                    <a:ext uri="{9D8B030D-6E8A-4147-A177-3AD203B41FA5}">
                      <a16:colId xmlns:a16="http://schemas.microsoft.com/office/drawing/2014/main" val="1574912404"/>
                    </a:ext>
                  </a:extLst>
                </a:gridCol>
                <a:gridCol w="434658">
                  <a:extLst>
                    <a:ext uri="{9D8B030D-6E8A-4147-A177-3AD203B41FA5}">
                      <a16:colId xmlns:a16="http://schemas.microsoft.com/office/drawing/2014/main" val="2317313152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3783994836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1913833580"/>
                    </a:ext>
                  </a:extLst>
                </a:gridCol>
              </a:tblGrid>
              <a:tr h="37560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910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26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38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34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34376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02E09FC-90DC-4E94-AF51-56B01C9CF04B}"/>
              </a:ext>
            </a:extLst>
          </p:cNvPr>
          <p:cNvSpPr txBox="1"/>
          <p:nvPr/>
        </p:nvSpPr>
        <p:spPr>
          <a:xfrm>
            <a:off x="7496175" y="55245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Keep array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2AE985-69EA-4DE5-8A65-0DDD10FD8ECC}"/>
              </a:ext>
            </a:extLst>
          </p:cNvPr>
          <p:cNvSpPr txBox="1"/>
          <p:nvPr/>
        </p:nvSpPr>
        <p:spPr>
          <a:xfrm>
            <a:off x="4514852" y="6029007"/>
            <a:ext cx="2076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Benefit array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B256093-7D85-459C-9B4F-D6E0ABA79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3268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C752-41E5-4221-89D7-6B20F2090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0-1 Knapsack – Example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55F10-BE87-4CEA-9C8A-E3CCDCA24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/>
              <a:t>Consider the given benefit-weight list for four items as {1, 4, 5, 7} and {1, 3, 4, 5} respectively. Solve the 0-1 knapsack problem assuming W=7.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E5786A9-DDC3-4594-805B-E363D5E0D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664240"/>
              </p:ext>
            </p:extLst>
          </p:nvPr>
        </p:nvGraphicFramePr>
        <p:xfrm>
          <a:off x="1222375" y="3246953"/>
          <a:ext cx="3292477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39775">
                  <a:extLst>
                    <a:ext uri="{9D8B030D-6E8A-4147-A177-3AD203B41FA5}">
                      <a16:colId xmlns:a16="http://schemas.microsoft.com/office/drawing/2014/main" val="2561990786"/>
                    </a:ext>
                  </a:extLst>
                </a:gridCol>
                <a:gridCol w="401581">
                  <a:extLst>
                    <a:ext uri="{9D8B030D-6E8A-4147-A177-3AD203B41FA5}">
                      <a16:colId xmlns:a16="http://schemas.microsoft.com/office/drawing/2014/main" val="2514136772"/>
                    </a:ext>
                  </a:extLst>
                </a:gridCol>
                <a:gridCol w="572021">
                  <a:extLst>
                    <a:ext uri="{9D8B030D-6E8A-4147-A177-3AD203B41FA5}">
                      <a16:colId xmlns:a16="http://schemas.microsoft.com/office/drawing/2014/main" val="2372407529"/>
                    </a:ext>
                  </a:extLst>
                </a:gridCol>
                <a:gridCol w="563964">
                  <a:extLst>
                    <a:ext uri="{9D8B030D-6E8A-4147-A177-3AD203B41FA5}">
                      <a16:colId xmlns:a16="http://schemas.microsoft.com/office/drawing/2014/main" val="2680300684"/>
                    </a:ext>
                  </a:extLst>
                </a:gridCol>
                <a:gridCol w="507568">
                  <a:extLst>
                    <a:ext uri="{9D8B030D-6E8A-4147-A177-3AD203B41FA5}">
                      <a16:colId xmlns:a16="http://schemas.microsoft.com/office/drawing/2014/main" val="4191753095"/>
                    </a:ext>
                  </a:extLst>
                </a:gridCol>
                <a:gridCol w="507568">
                  <a:extLst>
                    <a:ext uri="{9D8B030D-6E8A-4147-A177-3AD203B41FA5}">
                      <a16:colId xmlns:a16="http://schemas.microsoft.com/office/drawing/2014/main" val="3135521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176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23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565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890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B[4]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36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B[5]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01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B[6]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B[7]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779569"/>
                  </a:ext>
                </a:extLst>
              </a:tr>
            </a:tbl>
          </a:graphicData>
        </a:graphic>
      </p:graphicFrame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A106D04F-2BC3-4CB6-BD87-C0C69207F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859121"/>
              </p:ext>
            </p:extLst>
          </p:nvPr>
        </p:nvGraphicFramePr>
        <p:xfrm>
          <a:off x="6208400" y="3246953"/>
          <a:ext cx="4256083" cy="1858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489436989"/>
                    </a:ext>
                  </a:extLst>
                </a:gridCol>
                <a:gridCol w="454550">
                  <a:extLst>
                    <a:ext uri="{9D8B030D-6E8A-4147-A177-3AD203B41FA5}">
                      <a16:colId xmlns:a16="http://schemas.microsoft.com/office/drawing/2014/main" val="207916231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12373938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115758195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3766365495"/>
                    </a:ext>
                  </a:extLst>
                </a:gridCol>
                <a:gridCol w="479742">
                  <a:extLst>
                    <a:ext uri="{9D8B030D-6E8A-4147-A177-3AD203B41FA5}">
                      <a16:colId xmlns:a16="http://schemas.microsoft.com/office/drawing/2014/main" val="1574912404"/>
                    </a:ext>
                  </a:extLst>
                </a:gridCol>
                <a:gridCol w="434658">
                  <a:extLst>
                    <a:ext uri="{9D8B030D-6E8A-4147-A177-3AD203B41FA5}">
                      <a16:colId xmlns:a16="http://schemas.microsoft.com/office/drawing/2014/main" val="2317313152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3783994836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1913833580"/>
                    </a:ext>
                  </a:extLst>
                </a:gridCol>
              </a:tblGrid>
              <a:tr h="37560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910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26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38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34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34376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02E09FC-90DC-4E94-AF51-56B01C9CF04B}"/>
              </a:ext>
            </a:extLst>
          </p:cNvPr>
          <p:cNvSpPr txBox="1"/>
          <p:nvPr/>
        </p:nvSpPr>
        <p:spPr>
          <a:xfrm>
            <a:off x="7496175" y="55245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Keep array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2AE985-69EA-4DE5-8A65-0DDD10FD8ECC}"/>
              </a:ext>
            </a:extLst>
          </p:cNvPr>
          <p:cNvSpPr txBox="1"/>
          <p:nvPr/>
        </p:nvSpPr>
        <p:spPr>
          <a:xfrm>
            <a:off x="4514852" y="6029007"/>
            <a:ext cx="2076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Benefit array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FAB36A7-A9A6-4BBC-8D5A-22C9016CC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26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C752-41E5-4221-89D7-6B20F2090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0-1 Knapsack – Example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55F10-BE87-4CEA-9C8A-E3CCDCA24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/>
              <a:t>Consider the given benefit-weight list for four items as {1, 4, 5, 7} and {1, 3, 4, 5} respectively. Solve the 0-1 knapsack problem assuming W=7.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E5786A9-DDC3-4594-805B-E363D5E0D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311333"/>
              </p:ext>
            </p:extLst>
          </p:nvPr>
        </p:nvGraphicFramePr>
        <p:xfrm>
          <a:off x="1222375" y="3246953"/>
          <a:ext cx="3292477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39775">
                  <a:extLst>
                    <a:ext uri="{9D8B030D-6E8A-4147-A177-3AD203B41FA5}">
                      <a16:colId xmlns:a16="http://schemas.microsoft.com/office/drawing/2014/main" val="2561990786"/>
                    </a:ext>
                  </a:extLst>
                </a:gridCol>
                <a:gridCol w="401581">
                  <a:extLst>
                    <a:ext uri="{9D8B030D-6E8A-4147-A177-3AD203B41FA5}">
                      <a16:colId xmlns:a16="http://schemas.microsoft.com/office/drawing/2014/main" val="2514136772"/>
                    </a:ext>
                  </a:extLst>
                </a:gridCol>
                <a:gridCol w="572021">
                  <a:extLst>
                    <a:ext uri="{9D8B030D-6E8A-4147-A177-3AD203B41FA5}">
                      <a16:colId xmlns:a16="http://schemas.microsoft.com/office/drawing/2014/main" val="2372407529"/>
                    </a:ext>
                  </a:extLst>
                </a:gridCol>
                <a:gridCol w="563964">
                  <a:extLst>
                    <a:ext uri="{9D8B030D-6E8A-4147-A177-3AD203B41FA5}">
                      <a16:colId xmlns:a16="http://schemas.microsoft.com/office/drawing/2014/main" val="2680300684"/>
                    </a:ext>
                  </a:extLst>
                </a:gridCol>
                <a:gridCol w="507568">
                  <a:extLst>
                    <a:ext uri="{9D8B030D-6E8A-4147-A177-3AD203B41FA5}">
                      <a16:colId xmlns:a16="http://schemas.microsoft.com/office/drawing/2014/main" val="4191753095"/>
                    </a:ext>
                  </a:extLst>
                </a:gridCol>
                <a:gridCol w="507568">
                  <a:extLst>
                    <a:ext uri="{9D8B030D-6E8A-4147-A177-3AD203B41FA5}">
                      <a16:colId xmlns:a16="http://schemas.microsoft.com/office/drawing/2014/main" val="3135521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176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23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565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890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B[4]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36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B[5]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01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B[6]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B[7]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779569"/>
                  </a:ext>
                </a:extLst>
              </a:tr>
            </a:tbl>
          </a:graphicData>
        </a:graphic>
      </p:graphicFrame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A106D04F-2BC3-4CB6-BD87-C0C69207F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709952"/>
              </p:ext>
            </p:extLst>
          </p:nvPr>
        </p:nvGraphicFramePr>
        <p:xfrm>
          <a:off x="6208400" y="3246953"/>
          <a:ext cx="4256083" cy="1858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489436989"/>
                    </a:ext>
                  </a:extLst>
                </a:gridCol>
                <a:gridCol w="454550">
                  <a:extLst>
                    <a:ext uri="{9D8B030D-6E8A-4147-A177-3AD203B41FA5}">
                      <a16:colId xmlns:a16="http://schemas.microsoft.com/office/drawing/2014/main" val="207916231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12373938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115758195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3766365495"/>
                    </a:ext>
                  </a:extLst>
                </a:gridCol>
                <a:gridCol w="479742">
                  <a:extLst>
                    <a:ext uri="{9D8B030D-6E8A-4147-A177-3AD203B41FA5}">
                      <a16:colId xmlns:a16="http://schemas.microsoft.com/office/drawing/2014/main" val="1574912404"/>
                    </a:ext>
                  </a:extLst>
                </a:gridCol>
                <a:gridCol w="434658">
                  <a:extLst>
                    <a:ext uri="{9D8B030D-6E8A-4147-A177-3AD203B41FA5}">
                      <a16:colId xmlns:a16="http://schemas.microsoft.com/office/drawing/2014/main" val="2317313152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3783994836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1913833580"/>
                    </a:ext>
                  </a:extLst>
                </a:gridCol>
              </a:tblGrid>
              <a:tr h="37560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910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26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38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34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34376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02E09FC-90DC-4E94-AF51-56B01C9CF04B}"/>
              </a:ext>
            </a:extLst>
          </p:cNvPr>
          <p:cNvSpPr txBox="1"/>
          <p:nvPr/>
        </p:nvSpPr>
        <p:spPr>
          <a:xfrm>
            <a:off x="7496175" y="55245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Keep array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2AE985-69EA-4DE5-8A65-0DDD10FD8ECC}"/>
              </a:ext>
            </a:extLst>
          </p:cNvPr>
          <p:cNvSpPr txBox="1"/>
          <p:nvPr/>
        </p:nvSpPr>
        <p:spPr>
          <a:xfrm>
            <a:off x="4514852" y="6029007"/>
            <a:ext cx="2076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Benefit array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F266D7-8089-45BA-A531-6C4DCD1D1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663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ABEDBC72-B9E9-4303-AAC7-9C57AD2920EB}"/>
              </a:ext>
            </a:extLst>
          </p:cNvPr>
          <p:cNvSpPr/>
          <p:nvPr/>
        </p:nvSpPr>
        <p:spPr>
          <a:xfrm>
            <a:off x="3350900" y="5739866"/>
            <a:ext cx="812802" cy="681037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5E45E2-2364-4DA6-BCDF-2ED0059A1A1B}"/>
              </a:ext>
            </a:extLst>
          </p:cNvPr>
          <p:cNvSpPr txBox="1"/>
          <p:nvPr/>
        </p:nvSpPr>
        <p:spPr>
          <a:xfrm>
            <a:off x="4522475" y="5877739"/>
            <a:ext cx="180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Maximum Profit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74C752-41E5-4221-89D7-6B20F2090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0-1 Knapsack – Example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55F10-BE87-4CEA-9C8A-E3CCDCA24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/>
              <a:t>Consider the given benefit-weight list for four items as {1, 4, 5, 7} and {1, 3, 4, 5} respectively. Solve the 0-1 knapsack problem assuming W=7.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E5786A9-DDC3-4594-805B-E363D5E0D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033745"/>
              </p:ext>
            </p:extLst>
          </p:nvPr>
        </p:nvGraphicFramePr>
        <p:xfrm>
          <a:off x="1222375" y="3246953"/>
          <a:ext cx="3292477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39775">
                  <a:extLst>
                    <a:ext uri="{9D8B030D-6E8A-4147-A177-3AD203B41FA5}">
                      <a16:colId xmlns:a16="http://schemas.microsoft.com/office/drawing/2014/main" val="2561990786"/>
                    </a:ext>
                  </a:extLst>
                </a:gridCol>
                <a:gridCol w="401581">
                  <a:extLst>
                    <a:ext uri="{9D8B030D-6E8A-4147-A177-3AD203B41FA5}">
                      <a16:colId xmlns:a16="http://schemas.microsoft.com/office/drawing/2014/main" val="2514136772"/>
                    </a:ext>
                  </a:extLst>
                </a:gridCol>
                <a:gridCol w="572021">
                  <a:extLst>
                    <a:ext uri="{9D8B030D-6E8A-4147-A177-3AD203B41FA5}">
                      <a16:colId xmlns:a16="http://schemas.microsoft.com/office/drawing/2014/main" val="2372407529"/>
                    </a:ext>
                  </a:extLst>
                </a:gridCol>
                <a:gridCol w="563964">
                  <a:extLst>
                    <a:ext uri="{9D8B030D-6E8A-4147-A177-3AD203B41FA5}">
                      <a16:colId xmlns:a16="http://schemas.microsoft.com/office/drawing/2014/main" val="2680300684"/>
                    </a:ext>
                  </a:extLst>
                </a:gridCol>
                <a:gridCol w="507568">
                  <a:extLst>
                    <a:ext uri="{9D8B030D-6E8A-4147-A177-3AD203B41FA5}">
                      <a16:colId xmlns:a16="http://schemas.microsoft.com/office/drawing/2014/main" val="4191753095"/>
                    </a:ext>
                  </a:extLst>
                </a:gridCol>
                <a:gridCol w="507568">
                  <a:extLst>
                    <a:ext uri="{9D8B030D-6E8A-4147-A177-3AD203B41FA5}">
                      <a16:colId xmlns:a16="http://schemas.microsoft.com/office/drawing/2014/main" val="3135521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176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23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565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890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B[4]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36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B[5]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01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B[6]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B[7]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779569"/>
                  </a:ext>
                </a:extLst>
              </a:tr>
            </a:tbl>
          </a:graphicData>
        </a:graphic>
      </p:graphicFrame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A106D04F-2BC3-4CB6-BD87-C0C69207F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5312"/>
              </p:ext>
            </p:extLst>
          </p:nvPr>
        </p:nvGraphicFramePr>
        <p:xfrm>
          <a:off x="6208400" y="3246953"/>
          <a:ext cx="4256083" cy="1858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489436989"/>
                    </a:ext>
                  </a:extLst>
                </a:gridCol>
                <a:gridCol w="454550">
                  <a:extLst>
                    <a:ext uri="{9D8B030D-6E8A-4147-A177-3AD203B41FA5}">
                      <a16:colId xmlns:a16="http://schemas.microsoft.com/office/drawing/2014/main" val="207916231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12373938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115758195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3766365495"/>
                    </a:ext>
                  </a:extLst>
                </a:gridCol>
                <a:gridCol w="479742">
                  <a:extLst>
                    <a:ext uri="{9D8B030D-6E8A-4147-A177-3AD203B41FA5}">
                      <a16:colId xmlns:a16="http://schemas.microsoft.com/office/drawing/2014/main" val="1574912404"/>
                    </a:ext>
                  </a:extLst>
                </a:gridCol>
                <a:gridCol w="434658">
                  <a:extLst>
                    <a:ext uri="{9D8B030D-6E8A-4147-A177-3AD203B41FA5}">
                      <a16:colId xmlns:a16="http://schemas.microsoft.com/office/drawing/2014/main" val="2317313152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3783994836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1913833580"/>
                    </a:ext>
                  </a:extLst>
                </a:gridCol>
              </a:tblGrid>
              <a:tr h="37560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910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26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38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34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34376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02E09FC-90DC-4E94-AF51-56B01C9CF04B}"/>
              </a:ext>
            </a:extLst>
          </p:cNvPr>
          <p:cNvSpPr txBox="1"/>
          <p:nvPr/>
        </p:nvSpPr>
        <p:spPr>
          <a:xfrm>
            <a:off x="7496175" y="55245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Keep array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2AE985-69EA-4DE5-8A65-0DDD10FD8ECC}"/>
              </a:ext>
            </a:extLst>
          </p:cNvPr>
          <p:cNvSpPr txBox="1"/>
          <p:nvPr/>
        </p:nvSpPr>
        <p:spPr>
          <a:xfrm>
            <a:off x="1534802" y="6308209"/>
            <a:ext cx="2076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Benefit array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8E1166-355E-4B21-AC7F-FAFA3B5B8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976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D3611-BE95-4836-AF24-A38EEF2B9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0-1 Knapsack – Example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D06C9-5AE4-4927-B639-132EE90B3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648074"/>
            <a:ext cx="4619625" cy="30384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/>
              <a:t>k=7</a:t>
            </a:r>
          </a:p>
          <a:p>
            <a:pPr marL="0" indent="0">
              <a:buNone/>
            </a:pPr>
            <a:r>
              <a:rPr lang="en-US" sz="2000" b="1" dirty="0" err="1"/>
              <a:t>i</a:t>
            </a:r>
            <a:r>
              <a:rPr lang="en-US" sz="2000" b="1" dirty="0"/>
              <a:t>=4 to 1</a:t>
            </a:r>
          </a:p>
          <a:p>
            <a:pPr marL="0" indent="0">
              <a:buNone/>
            </a:pPr>
            <a:r>
              <a:rPr lang="en-US" sz="2000" b="1" dirty="0"/>
              <a:t>When </a:t>
            </a:r>
            <a:r>
              <a:rPr lang="en-US" sz="2000" b="1" dirty="0" err="1"/>
              <a:t>i</a:t>
            </a:r>
            <a:r>
              <a:rPr lang="en-US" sz="2000" b="1" dirty="0"/>
              <a:t>=4, keep[4,7]==1?? </a:t>
            </a:r>
          </a:p>
          <a:p>
            <a:pPr marL="0" indent="0">
              <a:buNone/>
            </a:pPr>
            <a:r>
              <a:rPr lang="en-US" sz="2000" b="1" dirty="0"/>
              <a:t>No</a:t>
            </a: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/>
              <a:t>When </a:t>
            </a:r>
            <a:r>
              <a:rPr lang="en-US" sz="2000" b="1" dirty="0" err="1"/>
              <a:t>i</a:t>
            </a:r>
            <a:r>
              <a:rPr lang="en-US" sz="2000" b="1" dirty="0"/>
              <a:t>=3, keep[3,7]==1?? </a:t>
            </a:r>
          </a:p>
          <a:p>
            <a:pPr marL="0" indent="0">
              <a:buNone/>
            </a:pPr>
            <a:r>
              <a:rPr lang="en-US" sz="2000" b="1" dirty="0"/>
              <a:t>Yes, pick item 3,    </a:t>
            </a:r>
            <a:r>
              <a:rPr lang="en-US" sz="2000" b="1" dirty="0">
                <a:solidFill>
                  <a:srgbClr val="C00000"/>
                </a:solidFill>
              </a:rPr>
              <a:t>k=7-4 = 3</a:t>
            </a:r>
            <a:r>
              <a:rPr lang="en-US" sz="2000" b="1" dirty="0"/>
              <a:t> </a:t>
            </a:r>
          </a:p>
          <a:p>
            <a:pPr marL="0" indent="0">
              <a:buNone/>
            </a:pPr>
            <a:r>
              <a:rPr lang="en-US" sz="2000" b="1" dirty="0"/>
              <a:t>When </a:t>
            </a:r>
            <a:r>
              <a:rPr lang="en-US" sz="2000" b="1" dirty="0" err="1"/>
              <a:t>i</a:t>
            </a:r>
            <a:r>
              <a:rPr lang="en-US" sz="2000" b="1" dirty="0"/>
              <a:t>=2, keep[2,3]==1?? </a:t>
            </a:r>
          </a:p>
          <a:p>
            <a:pPr marL="0" indent="0">
              <a:buNone/>
            </a:pPr>
            <a:r>
              <a:rPr lang="en-US" sz="2000" b="1" dirty="0"/>
              <a:t>Yes, pick item 2,     </a:t>
            </a:r>
            <a:r>
              <a:rPr lang="en-US" sz="2100" b="1" dirty="0">
                <a:solidFill>
                  <a:srgbClr val="C00000"/>
                </a:solidFill>
              </a:rPr>
              <a:t>k=3-3 = 0</a:t>
            </a:r>
          </a:p>
          <a:p>
            <a:pPr marL="0" indent="0">
              <a:buNone/>
            </a:pPr>
            <a:r>
              <a:rPr lang="en-US" sz="2000" b="1" dirty="0"/>
              <a:t>When </a:t>
            </a:r>
            <a:r>
              <a:rPr lang="en-US" sz="2000" b="1" dirty="0" err="1"/>
              <a:t>i</a:t>
            </a:r>
            <a:r>
              <a:rPr lang="en-US" sz="2000" b="1" dirty="0"/>
              <a:t>=1, keep[1,0]==1?? No</a:t>
            </a:r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938B14-0B6B-4E0B-B44F-F6F4E18D0AC5}"/>
              </a:ext>
            </a:extLst>
          </p:cNvPr>
          <p:cNvSpPr txBox="1"/>
          <p:nvPr/>
        </p:nvSpPr>
        <p:spPr>
          <a:xfrm>
            <a:off x="9172576" y="976372"/>
            <a:ext cx="180022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I1 - (1, 1), I2 - (4, 3), I3 - (5, 4), I4 - (7, 5)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BBE41E-8B12-47BD-8726-9354D482535A}"/>
              </a:ext>
            </a:extLst>
          </p:cNvPr>
          <p:cNvSpPr txBox="1"/>
          <p:nvPr/>
        </p:nvSpPr>
        <p:spPr>
          <a:xfrm>
            <a:off x="7524750" y="4629150"/>
            <a:ext cx="27813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Final Solution, [0, 1, 1, 0] = 9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0438D158-D38C-4732-A6E4-B492358C3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449199"/>
              </p:ext>
            </p:extLst>
          </p:nvPr>
        </p:nvGraphicFramePr>
        <p:xfrm>
          <a:off x="1323978" y="1690688"/>
          <a:ext cx="4256083" cy="1858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489436989"/>
                    </a:ext>
                  </a:extLst>
                </a:gridCol>
                <a:gridCol w="454550">
                  <a:extLst>
                    <a:ext uri="{9D8B030D-6E8A-4147-A177-3AD203B41FA5}">
                      <a16:colId xmlns:a16="http://schemas.microsoft.com/office/drawing/2014/main" val="207916231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12373938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115758195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3766365495"/>
                    </a:ext>
                  </a:extLst>
                </a:gridCol>
                <a:gridCol w="479742">
                  <a:extLst>
                    <a:ext uri="{9D8B030D-6E8A-4147-A177-3AD203B41FA5}">
                      <a16:colId xmlns:a16="http://schemas.microsoft.com/office/drawing/2014/main" val="1574912404"/>
                    </a:ext>
                  </a:extLst>
                </a:gridCol>
                <a:gridCol w="434658">
                  <a:extLst>
                    <a:ext uri="{9D8B030D-6E8A-4147-A177-3AD203B41FA5}">
                      <a16:colId xmlns:a16="http://schemas.microsoft.com/office/drawing/2014/main" val="2317313152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3783994836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1913833580"/>
                    </a:ext>
                  </a:extLst>
                </a:gridCol>
              </a:tblGrid>
              <a:tr h="37560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910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26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38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34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34376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43399-8523-422D-B1EF-4041D7742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82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3C7FE-5C30-440E-AAD5-6C10C7EBA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Matrix Chain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C672B-3E1A-40EF-849A-3720FFD48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3200" dirty="0"/>
              <a:t>Finding the most efficient way to multiply a given sequence of matrices. </a:t>
            </a:r>
          </a:p>
          <a:p>
            <a:pPr algn="just"/>
            <a:r>
              <a:rPr lang="en-US" sz="3200" dirty="0"/>
              <a:t>The problem is not actually to perform the multiplications, but merely to decide the sequence of the matrix multiplications involved. </a:t>
            </a:r>
          </a:p>
          <a:p>
            <a:pPr algn="just"/>
            <a:r>
              <a:rPr lang="en-US" sz="3200" dirty="0"/>
              <a:t>Matrix chain multiplication is an optimization problem.</a:t>
            </a:r>
          </a:p>
          <a:p>
            <a:pPr algn="just"/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87100-C92E-4D64-9A90-F0B648DFB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893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E2E2E-5C71-4EF8-ADA0-00482A723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Parenthesizing the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ECF418-5E8C-44FD-89E1-768D287B77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a chain of ‘n’ matrices. The number of ways to parenthesize the matrices can be found by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e>
                            </m:mr>
                            <m:mr>
                              <m:e>
                                <m:nary>
                                  <m:naryPr>
                                    <m:chr m:val="∑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𝑒𝑙𝑠𝑒𝑤h𝑒𝑟𝑒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ECF418-5E8C-44FD-89E1-768D287B77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6544E-AF62-4370-A78A-2B8BC40A2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160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CC57A-E9BF-4FC7-98E0-FB9351A49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88A99-6377-49DD-9991-602A422C4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many ways you can parenthesize 3 and 4 matrices and what are they? Assume the matrices as A1, A2, A3, A4.</a:t>
            </a:r>
          </a:p>
          <a:p>
            <a:r>
              <a:rPr lang="en-US" b="1" dirty="0">
                <a:solidFill>
                  <a:srgbClr val="C00000"/>
                </a:solidFill>
              </a:rPr>
              <a:t>P(2) = P(1).P(1) = 1.1=1</a:t>
            </a:r>
          </a:p>
          <a:p>
            <a:r>
              <a:rPr lang="en-US" b="1" dirty="0">
                <a:solidFill>
                  <a:srgbClr val="C00000"/>
                </a:solidFill>
              </a:rPr>
              <a:t>P(3) = P(1)P(2) + P(2).P(1)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        = 1.1 + 1.1 = 2 ways</a:t>
            </a:r>
          </a:p>
          <a:p>
            <a:r>
              <a:rPr lang="en-US" b="1" dirty="0">
                <a:solidFill>
                  <a:srgbClr val="C00000"/>
                </a:solidFill>
              </a:rPr>
              <a:t>P(4) = P(1).P(3)+P(2).P(2)+P(3).P(1)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       = 1.2 + 1.1 + 2.1 = 5 ways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483CE7-7054-41E7-9749-878855969711}"/>
              </a:ext>
            </a:extLst>
          </p:cNvPr>
          <p:cNvSpPr txBox="1"/>
          <p:nvPr/>
        </p:nvSpPr>
        <p:spPr>
          <a:xfrm>
            <a:off x="7096124" y="2967335"/>
            <a:ext cx="40100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 matrices: </a:t>
            </a:r>
          </a:p>
          <a:p>
            <a:pPr lvl="1"/>
            <a:r>
              <a:rPr lang="en-US" sz="2400" b="1" dirty="0"/>
              <a:t>Solution 1: (A1.A2).A3</a:t>
            </a:r>
          </a:p>
          <a:p>
            <a:pPr lvl="1"/>
            <a:r>
              <a:rPr lang="en-US" sz="2400" b="1" dirty="0"/>
              <a:t>Solution 2: A1.(A2.A3)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0BA559-6123-40F7-9EB4-FC068A61F2F6}"/>
              </a:ext>
            </a:extLst>
          </p:cNvPr>
          <p:cNvSpPr txBox="1"/>
          <p:nvPr/>
        </p:nvSpPr>
        <p:spPr>
          <a:xfrm>
            <a:off x="6886575" y="4377035"/>
            <a:ext cx="46196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4 matrices: </a:t>
            </a:r>
          </a:p>
          <a:p>
            <a:pPr lvl="1"/>
            <a:r>
              <a:rPr lang="en-US" sz="2400" b="1" dirty="0"/>
              <a:t>Solution 1: ((A1.A2).(A3.A4))</a:t>
            </a:r>
          </a:p>
          <a:p>
            <a:pPr lvl="1"/>
            <a:r>
              <a:rPr lang="en-US" sz="2400" b="1" dirty="0"/>
              <a:t>Solution 2: (A1.((A2.A3).A4))</a:t>
            </a:r>
          </a:p>
          <a:p>
            <a:pPr lvl="1"/>
            <a:r>
              <a:rPr lang="en-US" sz="2400" b="1" dirty="0"/>
              <a:t>Solution 3: ((A1.(A2.A3)).A4)</a:t>
            </a:r>
          </a:p>
          <a:p>
            <a:pPr lvl="1"/>
            <a:r>
              <a:rPr lang="en-US" sz="2400" b="1" dirty="0"/>
              <a:t>Solution 4: (((A1.A2).A3).A4)</a:t>
            </a:r>
          </a:p>
          <a:p>
            <a:pPr lvl="1"/>
            <a:r>
              <a:rPr lang="en-US" sz="2400" b="1" dirty="0"/>
              <a:t>Solution 5: (A1.(A2.(A3.A4)))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56EB4-678A-40C0-AF59-A9D3C7C8A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686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AD913-1056-474F-BD8E-019CC05D3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2E8E3-F38D-4427-9CDB-14FB1E2A7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chain of 4 matrices with the size 30, 35, 10, 15, 12. Find the number of scalar multiplications in all the possible ways and find the optimal way of multiplying these matrices.</a:t>
            </a:r>
          </a:p>
          <a:p>
            <a:r>
              <a:rPr lang="en-US" b="1" dirty="0"/>
              <a:t>Solution 1: </a:t>
            </a:r>
            <a:r>
              <a:rPr lang="en-US" sz="2800" b="1" dirty="0"/>
              <a:t>((A1.A2).(A3.A4))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dirty="0"/>
              <a:t>= 30 x 35 x 10 + 10 x 15 x 12 + 30 x 10 x 12 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>
                <a:solidFill>
                  <a:srgbClr val="C00000"/>
                </a:solidFill>
              </a:rPr>
              <a:t>=15900</a:t>
            </a:r>
          </a:p>
          <a:p>
            <a:r>
              <a:rPr lang="en-US" sz="2800" b="1" dirty="0"/>
              <a:t>Solution 2: (A1.((A2.A3).A4))</a:t>
            </a:r>
          </a:p>
          <a:p>
            <a:pPr marL="0" indent="0">
              <a:buNone/>
            </a:pPr>
            <a:r>
              <a:rPr lang="en-US" b="1" dirty="0"/>
              <a:t>  </a:t>
            </a:r>
            <a:r>
              <a:rPr lang="en-US" dirty="0"/>
              <a:t>= 35 x 10 x 15 + 35 x 15 x 12 + 30 x 35 x 12 </a:t>
            </a:r>
          </a:p>
          <a:p>
            <a:pPr marL="0" indent="0">
              <a:buNone/>
            </a:pPr>
            <a:r>
              <a:rPr lang="en-US" dirty="0"/>
              <a:t>  = 24150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98D8C8-AD85-43D5-9812-8DA85D24DF19}"/>
              </a:ext>
            </a:extLst>
          </p:cNvPr>
          <p:cNvSpPr txBox="1"/>
          <p:nvPr/>
        </p:nvSpPr>
        <p:spPr>
          <a:xfrm>
            <a:off x="9601199" y="3429000"/>
            <a:ext cx="18573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A1 – 30 x 35</a:t>
            </a:r>
          </a:p>
          <a:p>
            <a:r>
              <a:rPr lang="en-US" sz="2400" b="1" dirty="0"/>
              <a:t>A2 – 35 x 10</a:t>
            </a:r>
          </a:p>
          <a:p>
            <a:r>
              <a:rPr lang="en-US" sz="2400" b="1" dirty="0"/>
              <a:t>A3 – 10 x 15</a:t>
            </a:r>
          </a:p>
          <a:p>
            <a:r>
              <a:rPr lang="en-US" sz="2400" b="1" dirty="0"/>
              <a:t>A4 – 15 x 12</a:t>
            </a:r>
          </a:p>
          <a:p>
            <a:endParaRPr lang="en-US" sz="24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72434-2F45-40A5-8901-D3BE1173B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9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08AA4-2CA7-426A-BF80-9E89E992D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2C77F-AED5-4DE5-8C0C-12914366F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/>
              <a:t>Solution 3: ((A1.(A2.A3)).A4)</a:t>
            </a:r>
          </a:p>
          <a:p>
            <a:pPr marL="0" indent="0">
              <a:buNone/>
            </a:pPr>
            <a:r>
              <a:rPr lang="en-US" dirty="0"/>
              <a:t>   = 35 x 10 x 15 + 30 x 35 x 15 + 30 x 15 x 12</a:t>
            </a:r>
          </a:p>
          <a:p>
            <a:pPr marL="0" indent="0">
              <a:buNone/>
            </a:pPr>
            <a:r>
              <a:rPr lang="en-US" dirty="0"/>
              <a:t>   = 26400</a:t>
            </a:r>
          </a:p>
          <a:p>
            <a:r>
              <a:rPr lang="en-US" b="1" dirty="0"/>
              <a:t>Solution 4: (((A1.A2).A3).A4)</a:t>
            </a:r>
          </a:p>
          <a:p>
            <a:pPr marL="0" indent="0">
              <a:buNone/>
            </a:pPr>
            <a:r>
              <a:rPr lang="en-US" b="1" dirty="0"/>
              <a:t>  </a:t>
            </a:r>
            <a:r>
              <a:rPr lang="en-US" dirty="0"/>
              <a:t>= 30 x 35 x 10 + 30 x 10 x 15 + 30 x 15 x 12</a:t>
            </a:r>
          </a:p>
          <a:p>
            <a:pPr marL="0" indent="0">
              <a:buNone/>
            </a:pPr>
            <a:r>
              <a:rPr lang="en-US" dirty="0"/>
              <a:t>  = 20400</a:t>
            </a:r>
          </a:p>
          <a:p>
            <a:r>
              <a:rPr lang="en-US" b="1" dirty="0"/>
              <a:t>Solution 5: (A1.(A2.(A3.A4)))</a:t>
            </a:r>
          </a:p>
          <a:p>
            <a:pPr marL="0" indent="0">
              <a:buNone/>
            </a:pPr>
            <a:r>
              <a:rPr lang="en-US" b="1" dirty="0"/>
              <a:t>  </a:t>
            </a:r>
            <a:r>
              <a:rPr lang="en-US" dirty="0"/>
              <a:t>= 10 x 15 x 12 + 35 x 10 x 12 + 30 x 35 x 12</a:t>
            </a:r>
          </a:p>
          <a:p>
            <a:pPr marL="0" indent="0">
              <a:buNone/>
            </a:pPr>
            <a:r>
              <a:rPr lang="en-US" dirty="0"/>
              <a:t>  =18600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69625C-505F-430E-874C-AEB9ED9EA877}"/>
              </a:ext>
            </a:extLst>
          </p:cNvPr>
          <p:cNvSpPr txBox="1"/>
          <p:nvPr/>
        </p:nvSpPr>
        <p:spPr>
          <a:xfrm>
            <a:off x="9391649" y="1362075"/>
            <a:ext cx="18573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A1 – 30 x 35</a:t>
            </a:r>
          </a:p>
          <a:p>
            <a:r>
              <a:rPr lang="en-US" sz="2400" b="1" dirty="0"/>
              <a:t>A2 – 35 x 10</a:t>
            </a:r>
          </a:p>
          <a:p>
            <a:r>
              <a:rPr lang="en-US" sz="2400" b="1" dirty="0"/>
              <a:t>A3 – 10 x 15</a:t>
            </a:r>
          </a:p>
          <a:p>
            <a:r>
              <a:rPr lang="en-US" sz="2400" b="1" dirty="0"/>
              <a:t>A4 – 15 x 12</a:t>
            </a:r>
          </a:p>
          <a:p>
            <a:endParaRPr lang="en-US" sz="24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9C70B1-61BC-4BA3-85A3-77174EED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62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A73CC-F2A7-4265-8597-D0A0406D7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Matrix Chain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D391B-BFE5-4B66-837F-CC2ED1A6F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4000" dirty="0"/>
              <a:t>Given a chain of matrices namely A</a:t>
            </a:r>
            <a:r>
              <a:rPr lang="en-US" sz="4000" baseline="-25000" dirty="0"/>
              <a:t>1</a:t>
            </a:r>
            <a:r>
              <a:rPr lang="en-US" sz="4000" dirty="0"/>
              <a:t>, A</a:t>
            </a:r>
            <a:r>
              <a:rPr lang="en-US" sz="4000" baseline="-25000" dirty="0"/>
              <a:t>2</a:t>
            </a:r>
            <a:r>
              <a:rPr lang="en-US" sz="4000" dirty="0"/>
              <a:t>, A</a:t>
            </a:r>
            <a:r>
              <a:rPr lang="en-US" sz="4000" baseline="-25000" dirty="0"/>
              <a:t>3</a:t>
            </a:r>
            <a:r>
              <a:rPr lang="en-US" sz="4000" dirty="0"/>
              <a:t>…A</a:t>
            </a:r>
            <a:r>
              <a:rPr lang="en-US" sz="4000" baseline="-25000" dirty="0"/>
              <a:t>n</a:t>
            </a:r>
            <a:r>
              <a:rPr lang="en-US" sz="4000" dirty="0"/>
              <a:t>, matrix A</a:t>
            </a:r>
            <a:r>
              <a:rPr lang="en-US" sz="4000" baseline="-25000" dirty="0"/>
              <a:t>i</a:t>
            </a:r>
            <a:r>
              <a:rPr lang="en-US" sz="4000" dirty="0"/>
              <a:t> has the  dimensions P</a:t>
            </a:r>
            <a:r>
              <a:rPr lang="en-US" sz="4000" baseline="-25000" dirty="0"/>
              <a:t>i-1</a:t>
            </a:r>
            <a:r>
              <a:rPr lang="en-US" sz="4000" dirty="0"/>
              <a:t>xP</a:t>
            </a:r>
            <a:r>
              <a:rPr lang="en-US" sz="4000" baseline="-25000" dirty="0"/>
              <a:t>i</a:t>
            </a:r>
            <a:r>
              <a:rPr lang="en-US" sz="4000" dirty="0"/>
              <a:t>,</a:t>
            </a:r>
            <a:r>
              <a:rPr lang="en-US" sz="4000" baseline="-25000" dirty="0"/>
              <a:t> </a:t>
            </a:r>
            <a:r>
              <a:rPr lang="en-US" sz="4000" dirty="0"/>
              <a:t>completely parenthesize the product in a way such that it minimizes the number of scalar multiplications.</a:t>
            </a:r>
          </a:p>
          <a:p>
            <a:pPr algn="just"/>
            <a:endParaRPr lang="en-US" sz="4000" dirty="0"/>
          </a:p>
          <a:p>
            <a:pPr algn="just"/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7F2DDB-AD10-43B9-A5DB-50A68AB9433B}"/>
                  </a:ext>
                </a:extLst>
              </p:cNvPr>
              <p:cNvSpPr txBox="1"/>
              <p:nvPr/>
            </p:nvSpPr>
            <p:spPr>
              <a:xfrm>
                <a:off x="904876" y="4313152"/>
                <a:ext cx="10706100" cy="1211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i="1" dirty="0"/>
                  <a:t>m[</a:t>
                </a:r>
                <a:r>
                  <a:rPr lang="en-US" sz="2800" b="1" i="1" dirty="0" err="1"/>
                  <a:t>i</a:t>
                </a:r>
                <a:r>
                  <a:rPr lang="en-US" sz="2800" b="1" i="1" dirty="0"/>
                  <a:t>, j]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𝒎𝒊𝒏</m:t>
                                  </m:r>
                                </m:e>
                                <m:sub>
                                  <m:r>
                                    <a:rPr lang="en-US" sz="2800" b="1" i="0" smtClean="0"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  <m:r>
                                    <a:rPr lang="en-US" sz="2800" b="1" i="0" smtClean="0">
                                      <a:latin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sz="2800" b="1" i="0" smtClean="0">
                                      <a:latin typeface="Cambria Math" panose="02040503050406030204" pitchFamily="18" charset="0"/>
                                    </a:rPr>
                                    <m:t>𝐤</m:t>
                                  </m:r>
                                  <m:r>
                                    <a:rPr lang="en-US" sz="2800" b="1" i="0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sz="2800" b="1" i="0" smtClean="0">
                                      <a:latin typeface="Cambria Math" panose="02040503050406030204" pitchFamily="18" charset="0"/>
                                    </a:rPr>
                                    <m:t>𝐣</m:t>
                                  </m:r>
                                </m:sub>
                              </m:sSub>
                              <m:d>
                                <m:dPr>
                                  <m:begChr m:val="{"/>
                                  <m:endChr m:val="]"/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e>
                                  </m:d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e>
                              </m:d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7F2DDB-AD10-43B9-A5DB-50A68AB94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6" y="4313152"/>
                <a:ext cx="10706100" cy="1211422"/>
              </a:xfrm>
              <a:prstGeom prst="rect">
                <a:avLst/>
              </a:prstGeom>
              <a:blipFill>
                <a:blip r:embed="rId2"/>
                <a:stretch>
                  <a:fillRect l="-1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4E4F33-F466-4F59-9871-87A6F3D32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4219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E1A5ACA1-2361-4B36-9193-46642F7C6A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F5209C-CA70-49F6-89D8-3A10E2064013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661507" name="Rectangle 3">
            <a:extLst>
              <a:ext uri="{FF2B5EF4-FFF2-40B4-BE49-F238E27FC236}">
                <a16:creationId xmlns:a16="http://schemas.microsoft.com/office/drawing/2014/main" id="{AC2640FB-5BA4-4631-A7F5-E1C8F6FF7C0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74838" y="1214439"/>
            <a:ext cx="8018462" cy="50768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	</a:t>
            </a:r>
            <a:r>
              <a:rPr lang="en-US" altLang="en-US" sz="2400" dirty="0">
                <a:sym typeface="Symbol" panose="05050102010706020507" pitchFamily="18" charset="2"/>
              </a:rPr>
              <a:t>		</a:t>
            </a:r>
            <a:r>
              <a:rPr lang="en-US" altLang="en-US" sz="2400" dirty="0">
                <a:solidFill>
                  <a:srgbClr val="DD0111"/>
                </a:solidFill>
                <a:sym typeface="Symbol" panose="05050102010706020507" pitchFamily="18" charset="2"/>
              </a:rPr>
              <a:t>0</a:t>
            </a:r>
            <a:r>
              <a:rPr lang="en-US" altLang="en-US" sz="2400" dirty="0">
                <a:sym typeface="Symbol" panose="05050102010706020507" pitchFamily="18" charset="2"/>
              </a:rPr>
              <a:t>				      </a:t>
            </a:r>
            <a:r>
              <a:rPr lang="en-US" altLang="en-US" sz="2400" dirty="0">
                <a:solidFill>
                  <a:srgbClr val="DD0111"/>
                </a:solidFill>
                <a:sym typeface="Symbol" panose="05050102010706020507" pitchFamily="18" charset="2"/>
              </a:rPr>
              <a:t>if </a:t>
            </a:r>
            <a:r>
              <a:rPr lang="en-US" altLang="en-US" sz="2400" dirty="0" err="1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= j</a:t>
            </a:r>
          </a:p>
          <a:p>
            <a:pPr>
              <a:buFontTx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r>
              <a:rPr lang="en-US" altLang="en-US" sz="2400" dirty="0">
                <a:solidFill>
                  <a:srgbClr val="DD0111"/>
                </a:solidFill>
                <a:latin typeface="Comic Sans MS" panose="030F0702030302020204" pitchFamily="66" charset="0"/>
              </a:rPr>
              <a:t>m[</a:t>
            </a:r>
            <a:r>
              <a:rPr lang="en-US" altLang="en-US" sz="2400" dirty="0" err="1">
                <a:solidFill>
                  <a:srgbClr val="DD0111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 sz="2400" dirty="0">
                <a:solidFill>
                  <a:srgbClr val="DD0111"/>
                </a:solidFill>
                <a:latin typeface="Comic Sans MS" panose="030F0702030302020204" pitchFamily="66" charset="0"/>
              </a:rPr>
              <a:t>, j]</a:t>
            </a:r>
            <a:r>
              <a:rPr lang="en-US" altLang="en-US" sz="2400" dirty="0">
                <a:latin typeface="Comic Sans MS" panose="030F0702030302020204" pitchFamily="66" charset="0"/>
              </a:rPr>
              <a:t> </a:t>
            </a:r>
            <a:r>
              <a:rPr lang="en-US" altLang="en-US" sz="2400" dirty="0">
                <a:solidFill>
                  <a:srgbClr val="DD0111"/>
                </a:solidFill>
                <a:latin typeface="Comic Sans MS" panose="030F0702030302020204" pitchFamily="66" charset="0"/>
              </a:rPr>
              <a:t>=  min {m[</a:t>
            </a:r>
            <a:r>
              <a:rPr lang="en-US" altLang="en-US" sz="2400" dirty="0" err="1">
                <a:solidFill>
                  <a:srgbClr val="DD0111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 sz="2400" dirty="0">
                <a:solidFill>
                  <a:srgbClr val="DD0111"/>
                </a:solidFill>
                <a:latin typeface="Comic Sans MS" panose="030F0702030302020204" pitchFamily="66" charset="0"/>
              </a:rPr>
              <a:t>, k] + m[k+1, j] + p</a:t>
            </a:r>
            <a:r>
              <a:rPr lang="en-US" altLang="en-US" sz="2400" baseline="-25000" dirty="0">
                <a:solidFill>
                  <a:srgbClr val="DD0111"/>
                </a:solidFill>
                <a:latin typeface="Comic Sans MS" panose="030F0702030302020204" pitchFamily="66" charset="0"/>
              </a:rPr>
              <a:t>i-1</a:t>
            </a:r>
            <a:r>
              <a:rPr lang="en-US" altLang="en-US" sz="2400" dirty="0">
                <a:solidFill>
                  <a:srgbClr val="DD0111"/>
                </a:solidFill>
                <a:latin typeface="Comic Sans MS" panose="030F0702030302020204" pitchFamily="66" charset="0"/>
              </a:rPr>
              <a:t>p</a:t>
            </a:r>
            <a:r>
              <a:rPr lang="en-US" altLang="en-US" sz="2400" baseline="-25000" dirty="0">
                <a:solidFill>
                  <a:srgbClr val="DD0111"/>
                </a:solidFill>
                <a:latin typeface="Comic Sans MS" panose="030F0702030302020204" pitchFamily="66" charset="0"/>
              </a:rPr>
              <a:t>k</a:t>
            </a:r>
            <a:r>
              <a:rPr lang="en-US" altLang="en-US" sz="2400" dirty="0">
                <a:solidFill>
                  <a:srgbClr val="DD0111"/>
                </a:solidFill>
                <a:latin typeface="Comic Sans MS" panose="030F0702030302020204" pitchFamily="66" charset="0"/>
              </a:rPr>
              <a:t>p</a:t>
            </a:r>
            <a:r>
              <a:rPr lang="en-US" altLang="en-US" sz="2400" baseline="-25000" dirty="0">
                <a:solidFill>
                  <a:srgbClr val="DD0111"/>
                </a:solidFill>
                <a:latin typeface="Comic Sans MS" panose="030F0702030302020204" pitchFamily="66" charset="0"/>
              </a:rPr>
              <a:t>j</a:t>
            </a:r>
            <a:r>
              <a:rPr lang="en-US" altLang="en-US" sz="2400" dirty="0">
                <a:solidFill>
                  <a:srgbClr val="DD0111"/>
                </a:solidFill>
                <a:latin typeface="Comic Sans MS" panose="030F0702030302020204" pitchFamily="66" charset="0"/>
              </a:rPr>
              <a:t>}</a:t>
            </a:r>
            <a:r>
              <a:rPr lang="en-US" altLang="en-US" sz="2400" baseline="-25000" dirty="0">
                <a:solidFill>
                  <a:srgbClr val="DD0111"/>
                </a:solidFill>
                <a:latin typeface="Comic Sans MS" panose="030F0702030302020204" pitchFamily="66" charset="0"/>
              </a:rPr>
              <a:t>    </a:t>
            </a:r>
            <a:r>
              <a:rPr lang="en-US" altLang="en-US" sz="2400" dirty="0">
                <a:solidFill>
                  <a:srgbClr val="DD0111"/>
                </a:solidFill>
              </a:rPr>
              <a:t>if</a:t>
            </a:r>
            <a:r>
              <a:rPr lang="en-US" altLang="en-US" sz="2400" dirty="0">
                <a:solidFill>
                  <a:srgbClr val="DD0111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2400" dirty="0" err="1">
                <a:solidFill>
                  <a:srgbClr val="DD0111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 sz="2400" dirty="0">
                <a:solidFill>
                  <a:srgbClr val="DD0111"/>
                </a:solidFill>
                <a:latin typeface="Comic Sans MS" panose="030F0702030302020204" pitchFamily="66" charset="0"/>
              </a:rPr>
              <a:t> &lt; j</a:t>
            </a:r>
            <a:endParaRPr lang="en-US" altLang="en-US" sz="2400" baseline="-25000" dirty="0">
              <a:solidFill>
                <a:srgbClr val="DD0111"/>
              </a:solidFill>
              <a:latin typeface="Comic Sans MS" panose="030F0702030302020204" pitchFamily="66" charset="0"/>
            </a:endParaRPr>
          </a:p>
          <a:p>
            <a:pPr>
              <a:lnSpc>
                <a:spcPct val="50000"/>
              </a:lnSpc>
              <a:buFontTx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	</a:t>
            </a:r>
            <a:r>
              <a:rPr lang="en-US" altLang="en-US" sz="2400" baseline="30000" dirty="0" err="1">
                <a:solidFill>
                  <a:srgbClr val="DD0111"/>
                </a:solidFill>
                <a:sym typeface="Symbol" panose="05050102010706020507" pitchFamily="18" charset="2"/>
              </a:rPr>
              <a:t>ik</a:t>
            </a:r>
            <a:r>
              <a:rPr lang="en-US" altLang="en-US" sz="2400" baseline="30000" dirty="0">
                <a:solidFill>
                  <a:srgbClr val="DD0111"/>
                </a:solidFill>
                <a:sym typeface="Symbol" panose="05050102010706020507" pitchFamily="18" charset="2"/>
              </a:rPr>
              <a:t>&lt;j</a:t>
            </a:r>
            <a:endParaRPr lang="en-US" altLang="en-US" sz="2400" dirty="0"/>
          </a:p>
          <a:p>
            <a:r>
              <a:rPr lang="en-US" altLang="en-US" sz="2400" dirty="0"/>
              <a:t>Length = 1: </a:t>
            </a:r>
            <a:r>
              <a:rPr lang="en-US" altLang="en-US" sz="2400" dirty="0" err="1">
                <a:latin typeface="Comic Sans MS" panose="030F0702030302020204" pitchFamily="66" charset="0"/>
              </a:rPr>
              <a:t>i</a:t>
            </a:r>
            <a:r>
              <a:rPr lang="en-US" altLang="en-US" sz="2400" dirty="0">
                <a:latin typeface="Comic Sans MS" panose="030F0702030302020204" pitchFamily="66" charset="0"/>
              </a:rPr>
              <a:t> = j, </a:t>
            </a:r>
            <a:r>
              <a:rPr lang="en-US" altLang="en-US" sz="2400" dirty="0" err="1">
                <a:latin typeface="Comic Sans MS" panose="030F0702030302020204" pitchFamily="66" charset="0"/>
              </a:rPr>
              <a:t>i</a:t>
            </a:r>
            <a:r>
              <a:rPr lang="en-US" altLang="en-US" sz="2400" dirty="0">
                <a:latin typeface="Comic Sans MS" panose="030F0702030302020204" pitchFamily="66" charset="0"/>
              </a:rPr>
              <a:t> = 1, 2, …, n</a:t>
            </a:r>
          </a:p>
          <a:p>
            <a:r>
              <a:rPr lang="en-US" altLang="en-US" sz="2400" dirty="0"/>
              <a:t>Length = 2: </a:t>
            </a:r>
            <a:r>
              <a:rPr lang="en-US" altLang="en-US" sz="2400" dirty="0">
                <a:latin typeface="Comic Sans MS" panose="030F0702030302020204" pitchFamily="66" charset="0"/>
              </a:rPr>
              <a:t>j = </a:t>
            </a:r>
            <a:r>
              <a:rPr lang="en-US" altLang="en-US" sz="2400" dirty="0" err="1">
                <a:latin typeface="Comic Sans MS" panose="030F0702030302020204" pitchFamily="66" charset="0"/>
              </a:rPr>
              <a:t>i</a:t>
            </a:r>
            <a:r>
              <a:rPr lang="en-US" altLang="en-US" sz="2400" dirty="0">
                <a:latin typeface="Comic Sans MS" panose="030F0702030302020204" pitchFamily="66" charset="0"/>
              </a:rPr>
              <a:t> + 1, </a:t>
            </a:r>
            <a:r>
              <a:rPr lang="en-US" altLang="en-US" sz="2400" dirty="0" err="1">
                <a:latin typeface="Comic Sans MS" panose="030F0702030302020204" pitchFamily="66" charset="0"/>
              </a:rPr>
              <a:t>i</a:t>
            </a:r>
            <a:r>
              <a:rPr lang="en-US" altLang="en-US" sz="2400" dirty="0">
                <a:latin typeface="Comic Sans MS" panose="030F0702030302020204" pitchFamily="66" charset="0"/>
              </a:rPr>
              <a:t> = 1, 2, …, n-1</a:t>
            </a:r>
          </a:p>
        </p:txBody>
      </p:sp>
      <p:sp>
        <p:nvSpPr>
          <p:cNvPr id="661508" name="AutoShape 4">
            <a:extLst>
              <a:ext uri="{FF2B5EF4-FFF2-40B4-BE49-F238E27FC236}">
                <a16:creationId xmlns:a16="http://schemas.microsoft.com/office/drawing/2014/main" id="{5FBC81C1-36AB-4505-8CAF-05909EDAF23F}"/>
              </a:ext>
            </a:extLst>
          </p:cNvPr>
          <p:cNvSpPr>
            <a:spLocks/>
          </p:cNvSpPr>
          <p:nvPr/>
        </p:nvSpPr>
        <p:spPr bwMode="auto">
          <a:xfrm>
            <a:off x="3433763" y="1295401"/>
            <a:ext cx="106362" cy="968375"/>
          </a:xfrm>
          <a:prstGeom prst="leftBrace">
            <a:avLst>
              <a:gd name="adj1" fmla="val 75871"/>
              <a:gd name="adj2" fmla="val 50000"/>
            </a:avLst>
          </a:prstGeom>
          <a:noFill/>
          <a:ln w="25400">
            <a:solidFill>
              <a:srgbClr val="DD011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61509" name="Group 5">
            <a:extLst>
              <a:ext uri="{FF2B5EF4-FFF2-40B4-BE49-F238E27FC236}">
                <a16:creationId xmlns:a16="http://schemas.microsoft.com/office/drawing/2014/main" id="{5DC2DFA8-69F1-4934-9223-E4053EFA043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543676" y="3479800"/>
          <a:ext cx="3338513" cy="2743200"/>
        </p:xfrm>
        <a:graphic>
          <a:graphicData uri="http://schemas.openxmlformats.org/drawingml/2006/table">
            <a:tbl>
              <a:tblPr/>
              <a:tblGrid>
                <a:gridCol w="557213">
                  <a:extLst>
                    <a:ext uri="{9D8B030D-6E8A-4147-A177-3AD203B41FA5}">
                      <a16:colId xmlns:a16="http://schemas.microsoft.com/office/drawing/2014/main" val="3974661475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75302085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val="336353592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757648371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val="85277397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104225231"/>
                    </a:ext>
                  </a:extLst>
                </a:gridCol>
              </a:tblGrid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653800"/>
                  </a:ext>
                </a:extLst>
              </a:tr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10571"/>
                  </a:ext>
                </a:extLst>
              </a:tr>
              <a:tr h="446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377768"/>
                  </a:ext>
                </a:extLst>
              </a:tr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511666"/>
                  </a:ext>
                </a:extLst>
              </a:tr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393000"/>
                  </a:ext>
                </a:extLst>
              </a:tr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301901"/>
                  </a:ext>
                </a:extLst>
              </a:tr>
            </a:tbl>
          </a:graphicData>
        </a:graphic>
      </p:graphicFrame>
      <p:sp>
        <p:nvSpPr>
          <p:cNvPr id="661560" name="Text Box 56">
            <a:extLst>
              <a:ext uri="{FF2B5EF4-FFF2-40B4-BE49-F238E27FC236}">
                <a16:creationId xmlns:a16="http://schemas.microsoft.com/office/drawing/2014/main" id="{88AA4ADC-6913-4ED8-AA0D-055BC8AD6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8614" y="3143251"/>
            <a:ext cx="2873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661561" name="Text Box 57">
            <a:extLst>
              <a:ext uri="{FF2B5EF4-FFF2-40B4-BE49-F238E27FC236}">
                <a16:creationId xmlns:a16="http://schemas.microsoft.com/office/drawing/2014/main" id="{26B02176-6610-4363-BC35-70383E31B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4114" y="5811838"/>
            <a:ext cx="2873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661562" name="Text Box 58">
            <a:extLst>
              <a:ext uri="{FF2B5EF4-FFF2-40B4-BE49-F238E27FC236}">
                <a16:creationId xmlns:a16="http://schemas.microsoft.com/office/drawing/2014/main" id="{7C1C764C-9A25-43B5-ACF0-805CBEF80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6775" y="3143251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661563" name="Text Box 59">
            <a:extLst>
              <a:ext uri="{FF2B5EF4-FFF2-40B4-BE49-F238E27FC236}">
                <a16:creationId xmlns:a16="http://schemas.microsoft.com/office/drawing/2014/main" id="{703E2986-55AC-4161-8E80-8A465B624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0" y="3143251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661564" name="Text Box 60">
            <a:extLst>
              <a:ext uri="{FF2B5EF4-FFF2-40B4-BE49-F238E27FC236}">
                <a16:creationId xmlns:a16="http://schemas.microsoft.com/office/drawing/2014/main" id="{7EC5D137-06F2-4524-A559-AC020DFFD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7688" y="3143251"/>
            <a:ext cx="3032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n</a:t>
            </a:r>
          </a:p>
        </p:txBody>
      </p:sp>
      <p:sp>
        <p:nvSpPr>
          <p:cNvPr id="661565" name="Text Box 61">
            <a:extLst>
              <a:ext uri="{FF2B5EF4-FFF2-40B4-BE49-F238E27FC236}">
                <a16:creationId xmlns:a16="http://schemas.microsoft.com/office/drawing/2014/main" id="{E4C46F1D-01BB-4637-A8EE-E49AAE7C9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7600" y="536733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661566" name="Text Box 62">
            <a:extLst>
              <a:ext uri="{FF2B5EF4-FFF2-40B4-BE49-F238E27FC236}">
                <a16:creationId xmlns:a16="http://schemas.microsoft.com/office/drawing/2014/main" id="{5E9C05B5-8153-46DA-B15A-4CAA7B9A4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7600" y="491013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661567" name="Text Box 63">
            <a:extLst>
              <a:ext uri="{FF2B5EF4-FFF2-40B4-BE49-F238E27FC236}">
                <a16:creationId xmlns:a16="http://schemas.microsoft.com/office/drawing/2014/main" id="{E7174740-D13C-4D6F-B4FF-415A2FDD8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8238" y="3560763"/>
            <a:ext cx="3032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n</a:t>
            </a:r>
          </a:p>
        </p:txBody>
      </p:sp>
      <p:grpSp>
        <p:nvGrpSpPr>
          <p:cNvPr id="661568" name="Group 64">
            <a:extLst>
              <a:ext uri="{FF2B5EF4-FFF2-40B4-BE49-F238E27FC236}">
                <a16:creationId xmlns:a16="http://schemas.microsoft.com/office/drawing/2014/main" id="{0EADC542-B481-40E1-9ACD-5F1D07B8AA68}"/>
              </a:ext>
            </a:extLst>
          </p:cNvPr>
          <p:cNvGrpSpPr>
            <a:grpSpLocks/>
          </p:cNvGrpSpPr>
          <p:nvPr/>
        </p:nvGrpSpPr>
        <p:grpSpPr bwMode="auto">
          <a:xfrm>
            <a:off x="6646863" y="3055938"/>
            <a:ext cx="3662362" cy="3052762"/>
            <a:chOff x="2089" y="1961"/>
            <a:chExt cx="2307" cy="1923"/>
          </a:xfrm>
        </p:grpSpPr>
        <p:sp>
          <p:nvSpPr>
            <p:cNvPr id="661569" name="Line 65">
              <a:extLst>
                <a:ext uri="{FF2B5EF4-FFF2-40B4-BE49-F238E27FC236}">
                  <a16:creationId xmlns:a16="http://schemas.microsoft.com/office/drawing/2014/main" id="{D36D30C5-81D7-4DAD-A9E0-D793AA8D68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89" y="2264"/>
              <a:ext cx="2001" cy="1620"/>
            </a:xfrm>
            <a:prstGeom prst="line">
              <a:avLst/>
            </a:prstGeom>
            <a:noFill/>
            <a:ln w="76200">
              <a:solidFill>
                <a:srgbClr val="3366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1570" name="Text Box 66">
              <a:extLst>
                <a:ext uri="{FF2B5EF4-FFF2-40B4-BE49-F238E27FC236}">
                  <a16:creationId xmlns:a16="http://schemas.microsoft.com/office/drawing/2014/main" id="{1B3192D8-7518-4E8D-BB08-199FC01A47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532437">
              <a:off x="4048" y="1961"/>
              <a:ext cx="3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first</a:t>
              </a:r>
            </a:p>
          </p:txBody>
        </p:sp>
      </p:grpSp>
      <p:grpSp>
        <p:nvGrpSpPr>
          <p:cNvPr id="661571" name="Group 67">
            <a:extLst>
              <a:ext uri="{FF2B5EF4-FFF2-40B4-BE49-F238E27FC236}">
                <a16:creationId xmlns:a16="http://schemas.microsoft.com/office/drawing/2014/main" id="{E7208F70-9D9C-4ED9-834A-502B55655DE1}"/>
              </a:ext>
            </a:extLst>
          </p:cNvPr>
          <p:cNvGrpSpPr>
            <a:grpSpLocks/>
          </p:cNvGrpSpPr>
          <p:nvPr/>
        </p:nvGrpSpPr>
        <p:grpSpPr bwMode="auto">
          <a:xfrm>
            <a:off x="6691314" y="2930526"/>
            <a:ext cx="3297237" cy="2673349"/>
            <a:chOff x="2117" y="1882"/>
            <a:chExt cx="2077" cy="1684"/>
          </a:xfrm>
        </p:grpSpPr>
        <p:sp>
          <p:nvSpPr>
            <p:cNvPr id="661572" name="Line 68">
              <a:extLst>
                <a:ext uri="{FF2B5EF4-FFF2-40B4-BE49-F238E27FC236}">
                  <a16:creationId xmlns:a16="http://schemas.microsoft.com/office/drawing/2014/main" id="{AE31B55C-FBFE-4BCE-BC7D-59E1F06386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7" y="2266"/>
              <a:ext cx="1619" cy="1300"/>
            </a:xfrm>
            <a:prstGeom prst="line">
              <a:avLst/>
            </a:prstGeom>
            <a:noFill/>
            <a:ln w="76200">
              <a:solidFill>
                <a:srgbClr val="3366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1573" name="Text Box 69">
              <a:extLst>
                <a:ext uri="{FF2B5EF4-FFF2-40B4-BE49-F238E27FC236}">
                  <a16:creationId xmlns:a16="http://schemas.microsoft.com/office/drawing/2014/main" id="{FB325E8C-28DC-4443-B86F-771186CBC6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067563">
              <a:off x="3658" y="1882"/>
              <a:ext cx="5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second</a:t>
              </a:r>
            </a:p>
          </p:txBody>
        </p:sp>
      </p:grpSp>
      <p:grpSp>
        <p:nvGrpSpPr>
          <p:cNvPr id="661574" name="Group 70">
            <a:extLst>
              <a:ext uri="{FF2B5EF4-FFF2-40B4-BE49-F238E27FC236}">
                <a16:creationId xmlns:a16="http://schemas.microsoft.com/office/drawing/2014/main" id="{228C1839-AE28-43D2-816A-8D7C388ABCC5}"/>
              </a:ext>
            </a:extLst>
          </p:cNvPr>
          <p:cNvGrpSpPr>
            <a:grpSpLocks/>
          </p:cNvGrpSpPr>
          <p:nvPr/>
        </p:nvGrpSpPr>
        <p:grpSpPr bwMode="auto">
          <a:xfrm>
            <a:off x="6553201" y="3486151"/>
            <a:ext cx="1235075" cy="1014413"/>
            <a:chOff x="2030" y="2232"/>
            <a:chExt cx="778" cy="639"/>
          </a:xfrm>
        </p:grpSpPr>
        <p:sp>
          <p:nvSpPr>
            <p:cNvPr id="661575" name="Line 71">
              <a:extLst>
                <a:ext uri="{FF2B5EF4-FFF2-40B4-BE49-F238E27FC236}">
                  <a16:creationId xmlns:a16="http://schemas.microsoft.com/office/drawing/2014/main" id="{096CA386-EEA7-418D-8C93-32EB6ADF06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34" y="2633"/>
              <a:ext cx="274" cy="238"/>
            </a:xfrm>
            <a:prstGeom prst="line">
              <a:avLst/>
            </a:prstGeom>
            <a:noFill/>
            <a:ln w="38100">
              <a:solidFill>
                <a:srgbClr val="336699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1576" name="Rectangle 72">
              <a:extLst>
                <a:ext uri="{FF2B5EF4-FFF2-40B4-BE49-F238E27FC236}">
                  <a16:creationId xmlns:a16="http://schemas.microsoft.com/office/drawing/2014/main" id="{6F179B76-BF2C-4B37-AC95-8D498F3CB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0" y="2232"/>
              <a:ext cx="346" cy="28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rgbClr val="3366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61577" name="Text Box 73">
            <a:extLst>
              <a:ext uri="{FF2B5EF4-FFF2-40B4-BE49-F238E27FC236}">
                <a16:creationId xmlns:a16="http://schemas.microsoft.com/office/drawing/2014/main" id="{8C8DDEF2-87C5-4C10-BE43-4689D1BBB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076" y="4986339"/>
            <a:ext cx="39846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/>
              <a:t>Compute rows from bottom to top and from left to right</a:t>
            </a:r>
          </a:p>
          <a:p>
            <a:endParaRPr lang="en-US" altLang="en-US" sz="2000"/>
          </a:p>
        </p:txBody>
      </p:sp>
      <p:grpSp>
        <p:nvGrpSpPr>
          <p:cNvPr id="661578" name="Group 74">
            <a:extLst>
              <a:ext uri="{FF2B5EF4-FFF2-40B4-BE49-F238E27FC236}">
                <a16:creationId xmlns:a16="http://schemas.microsoft.com/office/drawing/2014/main" id="{5064760A-C46A-4483-8032-FF6BD60A23BE}"/>
              </a:ext>
            </a:extLst>
          </p:cNvPr>
          <p:cNvGrpSpPr>
            <a:grpSpLocks/>
          </p:cNvGrpSpPr>
          <p:nvPr/>
        </p:nvGrpSpPr>
        <p:grpSpPr bwMode="auto">
          <a:xfrm>
            <a:off x="3008313" y="3340100"/>
            <a:ext cx="3810000" cy="1079500"/>
            <a:chOff x="935" y="2104"/>
            <a:chExt cx="2400" cy="680"/>
          </a:xfrm>
        </p:grpSpPr>
        <p:sp>
          <p:nvSpPr>
            <p:cNvPr id="661579" name="Text Box 75">
              <a:extLst>
                <a:ext uri="{FF2B5EF4-FFF2-40B4-BE49-F238E27FC236}">
                  <a16:creationId xmlns:a16="http://schemas.microsoft.com/office/drawing/2014/main" id="{A1E57C88-C168-47E1-835D-94BC23D8A0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5" y="2380"/>
              <a:ext cx="168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m[1, n] </a:t>
              </a:r>
              <a:r>
                <a:rPr lang="en-US" altLang="en-US"/>
                <a:t>gives the optimal</a:t>
              </a:r>
            </a:p>
            <a:p>
              <a:r>
                <a:rPr lang="en-US" altLang="en-US"/>
                <a:t>solution to the problem</a:t>
              </a:r>
            </a:p>
          </p:txBody>
        </p:sp>
        <p:sp>
          <p:nvSpPr>
            <p:cNvPr id="661580" name="Freeform 76">
              <a:extLst>
                <a:ext uri="{FF2B5EF4-FFF2-40B4-BE49-F238E27FC236}">
                  <a16:creationId xmlns:a16="http://schemas.microsoft.com/office/drawing/2014/main" id="{F746A959-C17F-4E09-969B-089404A68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6" y="2104"/>
              <a:ext cx="2079" cy="326"/>
            </a:xfrm>
            <a:custGeom>
              <a:avLst/>
              <a:gdLst>
                <a:gd name="T0" fmla="*/ 0 w 2079"/>
                <a:gd name="T1" fmla="*/ 326 h 326"/>
                <a:gd name="T2" fmla="*/ 117 w 2079"/>
                <a:gd name="T3" fmla="*/ 164 h 326"/>
                <a:gd name="T4" fmla="*/ 513 w 2079"/>
                <a:gd name="T5" fmla="*/ 25 h 326"/>
                <a:gd name="T6" fmla="*/ 1093 w 2079"/>
                <a:gd name="T7" fmla="*/ 16 h 326"/>
                <a:gd name="T8" fmla="*/ 1462 w 2079"/>
                <a:gd name="T9" fmla="*/ 61 h 326"/>
                <a:gd name="T10" fmla="*/ 1683 w 2079"/>
                <a:gd name="T11" fmla="*/ 115 h 326"/>
                <a:gd name="T12" fmla="*/ 2079 w 2079"/>
                <a:gd name="T13" fmla="*/ 241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79" h="326">
                  <a:moveTo>
                    <a:pt x="0" y="326"/>
                  </a:moveTo>
                  <a:cubicBezTo>
                    <a:pt x="16" y="270"/>
                    <a:pt x="32" y="214"/>
                    <a:pt x="117" y="164"/>
                  </a:cubicBezTo>
                  <a:cubicBezTo>
                    <a:pt x="202" y="114"/>
                    <a:pt x="350" y="50"/>
                    <a:pt x="513" y="25"/>
                  </a:cubicBezTo>
                  <a:cubicBezTo>
                    <a:pt x="676" y="0"/>
                    <a:pt x="935" y="10"/>
                    <a:pt x="1093" y="16"/>
                  </a:cubicBezTo>
                  <a:cubicBezTo>
                    <a:pt x="1251" y="22"/>
                    <a:pt x="1364" y="44"/>
                    <a:pt x="1462" y="61"/>
                  </a:cubicBezTo>
                  <a:cubicBezTo>
                    <a:pt x="1560" y="78"/>
                    <a:pt x="1580" y="85"/>
                    <a:pt x="1683" y="115"/>
                  </a:cubicBezTo>
                  <a:cubicBezTo>
                    <a:pt x="1786" y="145"/>
                    <a:pt x="1932" y="193"/>
                    <a:pt x="2079" y="24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1581" name="Text Box 77">
            <a:extLst>
              <a:ext uri="{FF2B5EF4-FFF2-40B4-BE49-F238E27FC236}">
                <a16:creationId xmlns:a16="http://schemas.microsoft.com/office/drawing/2014/main" id="{1C940AE9-F6C0-4BE0-B2DB-FD5B6F178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0" y="6261101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661582" name="Text Box 78">
            <a:extLst>
              <a:ext uri="{FF2B5EF4-FFF2-40B4-BE49-F238E27FC236}">
                <a16:creationId xmlns:a16="http://schemas.microsoft.com/office/drawing/2014/main" id="{2281ACDF-C25F-4E69-B9E6-FC8D55E2C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3314" y="4683126"/>
            <a:ext cx="2762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j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A99074C4-418D-49DC-AC8A-BF4850837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 b="1" dirty="0"/>
              <a:t>Computing the Optimal Costs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530" name="Rectangle 2">
            <a:extLst>
              <a:ext uri="{FF2B5EF4-FFF2-40B4-BE49-F238E27FC236}">
                <a16:creationId xmlns:a16="http://schemas.microsoft.com/office/drawing/2014/main" id="{79948017-FB04-41D9-BC3D-16AC4F65BB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1051" y="984252"/>
            <a:ext cx="10515600" cy="1325563"/>
          </a:xfrm>
        </p:spPr>
        <p:txBody>
          <a:bodyPr/>
          <a:lstStyle/>
          <a:p>
            <a:pPr algn="l"/>
            <a:r>
              <a:rPr lang="en-US" altLang="en-US" sz="3600" dirty="0"/>
              <a:t>Example: </a:t>
            </a:r>
            <a:r>
              <a:rPr lang="en-US" altLang="en-US" sz="2800" dirty="0">
                <a:solidFill>
                  <a:srgbClr val="DD0111"/>
                </a:solidFill>
                <a:latin typeface="Comic Sans MS" panose="030F0702030302020204" pitchFamily="66" charset="0"/>
              </a:rPr>
              <a:t>min {m[</a:t>
            </a:r>
            <a:r>
              <a:rPr lang="en-US" altLang="en-US" sz="2800" dirty="0" err="1">
                <a:solidFill>
                  <a:srgbClr val="DD0111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 sz="2800" dirty="0">
                <a:solidFill>
                  <a:srgbClr val="DD0111"/>
                </a:solidFill>
                <a:latin typeface="Comic Sans MS" panose="030F0702030302020204" pitchFamily="66" charset="0"/>
              </a:rPr>
              <a:t>, k] + m[k+1, j] + p</a:t>
            </a:r>
            <a:r>
              <a:rPr lang="en-US" altLang="en-US" sz="2800" baseline="-25000" dirty="0">
                <a:solidFill>
                  <a:srgbClr val="DD0111"/>
                </a:solidFill>
                <a:latin typeface="Comic Sans MS" panose="030F0702030302020204" pitchFamily="66" charset="0"/>
              </a:rPr>
              <a:t>i-1</a:t>
            </a:r>
            <a:r>
              <a:rPr lang="en-US" altLang="en-US" sz="2800" dirty="0">
                <a:solidFill>
                  <a:srgbClr val="DD0111"/>
                </a:solidFill>
                <a:latin typeface="Comic Sans MS" panose="030F0702030302020204" pitchFamily="66" charset="0"/>
              </a:rPr>
              <a:t>p</a:t>
            </a:r>
            <a:r>
              <a:rPr lang="en-US" altLang="en-US" sz="2800" baseline="-25000" dirty="0">
                <a:solidFill>
                  <a:srgbClr val="DD0111"/>
                </a:solidFill>
                <a:latin typeface="Comic Sans MS" panose="030F0702030302020204" pitchFamily="66" charset="0"/>
              </a:rPr>
              <a:t>k</a:t>
            </a:r>
            <a:r>
              <a:rPr lang="en-US" altLang="en-US" sz="2800" dirty="0">
                <a:solidFill>
                  <a:srgbClr val="DD0111"/>
                </a:solidFill>
                <a:latin typeface="Comic Sans MS" panose="030F0702030302020204" pitchFamily="66" charset="0"/>
              </a:rPr>
              <a:t>p</a:t>
            </a:r>
            <a:r>
              <a:rPr lang="en-US" altLang="en-US" sz="2800" baseline="-25000" dirty="0">
                <a:solidFill>
                  <a:srgbClr val="DD0111"/>
                </a:solidFill>
                <a:latin typeface="Comic Sans MS" panose="030F0702030302020204" pitchFamily="66" charset="0"/>
              </a:rPr>
              <a:t>j</a:t>
            </a:r>
            <a:r>
              <a:rPr lang="en-US" altLang="en-US" sz="2800" dirty="0">
                <a:solidFill>
                  <a:srgbClr val="DD0111"/>
                </a:solidFill>
                <a:latin typeface="Comic Sans MS" panose="030F0702030302020204" pitchFamily="66" charset="0"/>
              </a:rPr>
              <a:t>}</a:t>
            </a:r>
            <a:r>
              <a:rPr lang="en-US" altLang="en-US" sz="3600" baseline="-25000" dirty="0">
                <a:solidFill>
                  <a:srgbClr val="DD0111"/>
                </a:solidFill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662531" name="Rectangle 3">
            <a:extLst>
              <a:ext uri="{FF2B5EF4-FFF2-40B4-BE49-F238E27FC236}">
                <a16:creationId xmlns:a16="http://schemas.microsoft.com/office/drawing/2014/main" id="{BC7DC18B-A5E8-46F4-BE9B-810BE39395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74838" y="1900239"/>
            <a:ext cx="8007350" cy="1468437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/>
              <a:t>				</a:t>
            </a:r>
            <a:r>
              <a:rPr lang="en-US" altLang="en-US">
                <a:solidFill>
                  <a:srgbClr val="336699"/>
                </a:solidFill>
              </a:rPr>
              <a:t>m[2, 2] + m[3, 5] + p</a:t>
            </a:r>
            <a:r>
              <a:rPr lang="en-US" altLang="en-US" baseline="-25000">
                <a:solidFill>
                  <a:srgbClr val="336699"/>
                </a:solidFill>
              </a:rPr>
              <a:t>1</a:t>
            </a:r>
            <a:r>
              <a:rPr lang="en-US" altLang="en-US">
                <a:solidFill>
                  <a:srgbClr val="336699"/>
                </a:solidFill>
              </a:rPr>
              <a:t>p</a:t>
            </a:r>
            <a:r>
              <a:rPr lang="en-US" altLang="en-US" baseline="-25000">
                <a:solidFill>
                  <a:srgbClr val="336699"/>
                </a:solidFill>
              </a:rPr>
              <a:t>2</a:t>
            </a:r>
            <a:r>
              <a:rPr lang="en-US" altLang="en-US">
                <a:solidFill>
                  <a:srgbClr val="336699"/>
                </a:solidFill>
              </a:rPr>
              <a:t>p</a:t>
            </a:r>
            <a:r>
              <a:rPr lang="en-US" altLang="en-US" baseline="-25000">
                <a:solidFill>
                  <a:srgbClr val="336699"/>
                </a:solidFill>
              </a:rPr>
              <a:t>5</a:t>
            </a:r>
            <a:r>
              <a:rPr lang="en-US" altLang="en-US">
                <a:solidFill>
                  <a:srgbClr val="336699"/>
                </a:solidFill>
              </a:rPr>
              <a:t>	</a:t>
            </a:r>
            <a:endParaRPr lang="en-US" altLang="en-US" baseline="-25000">
              <a:solidFill>
                <a:srgbClr val="336699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>
                <a:solidFill>
                  <a:srgbClr val="FF0066"/>
                </a:solidFill>
              </a:rPr>
              <a:t>				m[2, 3] + m[4, 5] + p</a:t>
            </a:r>
            <a:r>
              <a:rPr lang="en-US" altLang="en-US" baseline="-25000">
                <a:solidFill>
                  <a:srgbClr val="FF0066"/>
                </a:solidFill>
              </a:rPr>
              <a:t>1</a:t>
            </a:r>
            <a:r>
              <a:rPr lang="en-US" altLang="en-US">
                <a:solidFill>
                  <a:srgbClr val="FF0066"/>
                </a:solidFill>
              </a:rPr>
              <a:t>p</a:t>
            </a:r>
            <a:r>
              <a:rPr lang="en-US" altLang="en-US" baseline="-25000">
                <a:solidFill>
                  <a:srgbClr val="FF0066"/>
                </a:solidFill>
              </a:rPr>
              <a:t>3</a:t>
            </a:r>
            <a:r>
              <a:rPr lang="en-US" altLang="en-US">
                <a:solidFill>
                  <a:srgbClr val="FF0066"/>
                </a:solidFill>
              </a:rPr>
              <a:t>p</a:t>
            </a:r>
            <a:r>
              <a:rPr lang="en-US" altLang="en-US" baseline="-25000">
                <a:solidFill>
                  <a:srgbClr val="FF0066"/>
                </a:solidFill>
              </a:rPr>
              <a:t>5</a:t>
            </a:r>
            <a:r>
              <a:rPr lang="en-US" altLang="en-US">
                <a:solidFill>
                  <a:srgbClr val="FF0066"/>
                </a:solidFill>
              </a:rPr>
              <a:t>	</a:t>
            </a:r>
            <a:endParaRPr lang="en-US" altLang="en-US" baseline="-25000">
              <a:solidFill>
                <a:srgbClr val="FF0066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/>
              <a:t>				</a:t>
            </a:r>
            <a:r>
              <a:rPr lang="en-US" altLang="en-US">
                <a:solidFill>
                  <a:srgbClr val="008000"/>
                </a:solidFill>
              </a:rPr>
              <a:t>m[2, 4] + m[5, 5] + p</a:t>
            </a:r>
            <a:r>
              <a:rPr lang="en-US" altLang="en-US" baseline="-25000">
                <a:solidFill>
                  <a:srgbClr val="008000"/>
                </a:solidFill>
              </a:rPr>
              <a:t>1</a:t>
            </a:r>
            <a:r>
              <a:rPr lang="en-US" altLang="en-US">
                <a:solidFill>
                  <a:srgbClr val="008000"/>
                </a:solidFill>
              </a:rPr>
              <a:t>p</a:t>
            </a:r>
            <a:r>
              <a:rPr lang="en-US" altLang="en-US" baseline="-25000">
                <a:solidFill>
                  <a:srgbClr val="008000"/>
                </a:solidFill>
              </a:rPr>
              <a:t>4</a:t>
            </a:r>
            <a:r>
              <a:rPr lang="en-US" altLang="en-US">
                <a:solidFill>
                  <a:srgbClr val="008000"/>
                </a:solidFill>
              </a:rPr>
              <a:t>p</a:t>
            </a:r>
            <a:r>
              <a:rPr lang="en-US" altLang="en-US" baseline="-25000">
                <a:solidFill>
                  <a:srgbClr val="008000"/>
                </a:solidFill>
              </a:rPr>
              <a:t>5</a:t>
            </a:r>
            <a:r>
              <a:rPr lang="en-US" altLang="en-US">
                <a:solidFill>
                  <a:srgbClr val="008000"/>
                </a:solidFill>
              </a:rPr>
              <a:t>	</a:t>
            </a:r>
          </a:p>
        </p:txBody>
      </p:sp>
      <p:graphicFrame>
        <p:nvGraphicFramePr>
          <p:cNvPr id="662532" name="Group 4">
            <a:extLst>
              <a:ext uri="{FF2B5EF4-FFF2-40B4-BE49-F238E27FC236}">
                <a16:creationId xmlns:a16="http://schemas.microsoft.com/office/drawing/2014/main" id="{FD3ECF34-61B4-4C04-BB1D-C39A840274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773934"/>
              </p:ext>
            </p:extLst>
          </p:nvPr>
        </p:nvGraphicFramePr>
        <p:xfrm>
          <a:off x="2395538" y="3798888"/>
          <a:ext cx="3338512" cy="2743200"/>
        </p:xfrm>
        <a:graphic>
          <a:graphicData uri="http://schemas.openxmlformats.org/drawingml/2006/table">
            <a:tbl>
              <a:tblPr/>
              <a:tblGrid>
                <a:gridCol w="557212">
                  <a:extLst>
                    <a:ext uri="{9D8B030D-6E8A-4147-A177-3AD203B41FA5}">
                      <a16:colId xmlns:a16="http://schemas.microsoft.com/office/drawing/2014/main" val="3407428475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949087394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val="39998005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758818743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val="474042465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3061352451"/>
                    </a:ext>
                  </a:extLst>
                </a:gridCol>
              </a:tblGrid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851036"/>
                  </a:ext>
                </a:extLst>
              </a:tr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9567"/>
                  </a:ext>
                </a:extLst>
              </a:tr>
              <a:tr h="446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492458"/>
                  </a:ext>
                </a:extLst>
              </a:tr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58752"/>
                  </a:ext>
                </a:extLst>
              </a:tr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592378"/>
                  </a:ext>
                </a:extLst>
              </a:tr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013189"/>
                  </a:ext>
                </a:extLst>
              </a:tr>
            </a:tbl>
          </a:graphicData>
        </a:graphic>
      </p:graphicFrame>
      <p:sp>
        <p:nvSpPr>
          <p:cNvPr id="662583" name="Text Box 55">
            <a:extLst>
              <a:ext uri="{FF2B5EF4-FFF2-40B4-BE49-F238E27FC236}">
                <a16:creationId xmlns:a16="http://schemas.microsoft.com/office/drawing/2014/main" id="{B85BA7E0-7023-4E3E-BC1E-DDFE5D4DC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0475" y="3462338"/>
            <a:ext cx="2873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662584" name="Text Box 56">
            <a:extLst>
              <a:ext uri="{FF2B5EF4-FFF2-40B4-BE49-F238E27FC236}">
                <a16:creationId xmlns:a16="http://schemas.microsoft.com/office/drawing/2014/main" id="{191F646B-5647-4A35-80D2-7D155D540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2800" y="6130926"/>
            <a:ext cx="2873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662585" name="Text Box 57">
            <a:extLst>
              <a:ext uri="{FF2B5EF4-FFF2-40B4-BE49-F238E27FC236}">
                <a16:creationId xmlns:a16="http://schemas.microsoft.com/office/drawing/2014/main" id="{1AC4A2DD-0E69-4FB2-8394-95888E49E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8638" y="346233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662586" name="Text Box 58">
            <a:extLst>
              <a:ext uri="{FF2B5EF4-FFF2-40B4-BE49-F238E27FC236}">
                <a16:creationId xmlns:a16="http://schemas.microsoft.com/office/drawing/2014/main" id="{F99E7800-CCA5-4492-A84D-27F9B4290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613" y="346233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662587" name="Text Box 59">
            <a:extLst>
              <a:ext uri="{FF2B5EF4-FFF2-40B4-BE49-F238E27FC236}">
                <a16:creationId xmlns:a16="http://schemas.microsoft.com/office/drawing/2014/main" id="{FC1C45F8-34ED-4E5B-8834-D29E4D400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9550" y="346233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662588" name="Text Box 60">
            <a:extLst>
              <a:ext uri="{FF2B5EF4-FFF2-40B4-BE49-F238E27FC236}">
                <a16:creationId xmlns:a16="http://schemas.microsoft.com/office/drawing/2014/main" id="{BA190185-0DA9-40EA-B68F-64C9B3EF3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6288" y="5686426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662589" name="Text Box 61">
            <a:extLst>
              <a:ext uri="{FF2B5EF4-FFF2-40B4-BE49-F238E27FC236}">
                <a16:creationId xmlns:a16="http://schemas.microsoft.com/office/drawing/2014/main" id="{9D42C41C-F732-4878-A798-A8D90CDF3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6288" y="5229226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662590" name="Text Box 62">
            <a:extLst>
              <a:ext uri="{FF2B5EF4-FFF2-40B4-BE49-F238E27FC236}">
                <a16:creationId xmlns:a16="http://schemas.microsoft.com/office/drawing/2014/main" id="{7104ADEF-B8A2-4748-86D2-1D5AF1D3D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6288" y="3879851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662591" name="Text Box 63">
            <a:extLst>
              <a:ext uri="{FF2B5EF4-FFF2-40B4-BE49-F238E27FC236}">
                <a16:creationId xmlns:a16="http://schemas.microsoft.com/office/drawing/2014/main" id="{657ADA78-3ABA-4486-BFC8-B52A64F4C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6188" y="6616701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662592" name="Text Box 64">
            <a:extLst>
              <a:ext uri="{FF2B5EF4-FFF2-40B4-BE49-F238E27FC236}">
                <a16:creationId xmlns:a16="http://schemas.microsoft.com/office/drawing/2014/main" id="{A70042FD-9F9A-43F2-88E5-5D27BF234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0739" y="4902201"/>
            <a:ext cx="2762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j</a:t>
            </a:r>
          </a:p>
        </p:txBody>
      </p:sp>
      <p:sp>
        <p:nvSpPr>
          <p:cNvPr id="662593" name="Text Box 65">
            <a:extLst>
              <a:ext uri="{FF2B5EF4-FFF2-40B4-BE49-F238E27FC236}">
                <a16:creationId xmlns:a16="http://schemas.microsoft.com/office/drawing/2014/main" id="{2B4C1AAF-22AD-444F-963E-CC7ED0FD4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6713" y="346233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662594" name="Text Box 66">
            <a:extLst>
              <a:ext uri="{FF2B5EF4-FFF2-40B4-BE49-F238E27FC236}">
                <a16:creationId xmlns:a16="http://schemas.microsoft.com/office/drawing/2014/main" id="{40FBC987-AE89-4244-B7E1-11B9E5040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1700" y="346233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662595" name="Text Box 67">
            <a:extLst>
              <a:ext uri="{FF2B5EF4-FFF2-40B4-BE49-F238E27FC236}">
                <a16:creationId xmlns:a16="http://schemas.microsoft.com/office/drawing/2014/main" id="{F87D4A7E-5280-4BBE-8AF0-B2A1A5622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6288" y="478631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662596" name="Text Box 68">
            <a:extLst>
              <a:ext uri="{FF2B5EF4-FFF2-40B4-BE49-F238E27FC236}">
                <a16:creationId xmlns:a16="http://schemas.microsoft.com/office/drawing/2014/main" id="{3B9C8A3A-8B35-4C5A-A848-8009524FA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6288" y="4292601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662597" name="AutoShape 69">
            <a:extLst>
              <a:ext uri="{FF2B5EF4-FFF2-40B4-BE49-F238E27FC236}">
                <a16:creationId xmlns:a16="http://schemas.microsoft.com/office/drawing/2014/main" id="{5A715B9C-B04F-49B9-AC90-292C8B82F63E}"/>
              </a:ext>
            </a:extLst>
          </p:cNvPr>
          <p:cNvSpPr>
            <a:spLocks/>
          </p:cNvSpPr>
          <p:nvPr/>
        </p:nvSpPr>
        <p:spPr bwMode="auto">
          <a:xfrm>
            <a:off x="4376739" y="1947863"/>
            <a:ext cx="134937" cy="1282700"/>
          </a:xfrm>
          <a:prstGeom prst="leftBrace">
            <a:avLst>
              <a:gd name="adj1" fmla="val 79216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62598" name="Group 70">
            <a:extLst>
              <a:ext uri="{FF2B5EF4-FFF2-40B4-BE49-F238E27FC236}">
                <a16:creationId xmlns:a16="http://schemas.microsoft.com/office/drawing/2014/main" id="{DA6DEC7C-ACB3-440D-9FF1-A926B1953363}"/>
              </a:ext>
            </a:extLst>
          </p:cNvPr>
          <p:cNvGrpSpPr>
            <a:grpSpLocks/>
          </p:cNvGrpSpPr>
          <p:nvPr/>
        </p:nvGrpSpPr>
        <p:grpSpPr bwMode="auto">
          <a:xfrm>
            <a:off x="2952751" y="4252913"/>
            <a:ext cx="1116013" cy="1822450"/>
            <a:chOff x="2255" y="2281"/>
            <a:chExt cx="703" cy="1148"/>
          </a:xfrm>
        </p:grpSpPr>
        <p:sp>
          <p:nvSpPr>
            <p:cNvPr id="662599" name="Rectangle 71">
              <a:extLst>
                <a:ext uri="{FF2B5EF4-FFF2-40B4-BE49-F238E27FC236}">
                  <a16:creationId xmlns:a16="http://schemas.microsoft.com/office/drawing/2014/main" id="{88D7932C-DF17-4C61-8FCC-FF0F03360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3146"/>
              <a:ext cx="346" cy="283"/>
            </a:xfrm>
            <a:prstGeom prst="rect">
              <a:avLst/>
            </a:prstGeom>
            <a:solidFill>
              <a:srgbClr val="3366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2600" name="Rectangle 72">
              <a:extLst>
                <a:ext uri="{FF2B5EF4-FFF2-40B4-BE49-F238E27FC236}">
                  <a16:creationId xmlns:a16="http://schemas.microsoft.com/office/drawing/2014/main" id="{B356F12F-91AA-4750-80A6-76DB6F6F6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2" y="2281"/>
              <a:ext cx="346" cy="283"/>
            </a:xfrm>
            <a:prstGeom prst="rect">
              <a:avLst/>
            </a:prstGeom>
            <a:solidFill>
              <a:srgbClr val="3366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62601" name="Group 73">
            <a:extLst>
              <a:ext uri="{FF2B5EF4-FFF2-40B4-BE49-F238E27FC236}">
                <a16:creationId xmlns:a16="http://schemas.microsoft.com/office/drawing/2014/main" id="{ECCB5EC4-1006-44BD-AB5F-E1215A9D1A18}"/>
              </a:ext>
            </a:extLst>
          </p:cNvPr>
          <p:cNvGrpSpPr>
            <a:grpSpLocks/>
          </p:cNvGrpSpPr>
          <p:nvPr/>
        </p:nvGrpSpPr>
        <p:grpSpPr bwMode="auto">
          <a:xfrm>
            <a:off x="2952750" y="4252914"/>
            <a:ext cx="1665288" cy="1368425"/>
            <a:chOff x="2255" y="2281"/>
            <a:chExt cx="1049" cy="862"/>
          </a:xfrm>
        </p:grpSpPr>
        <p:sp>
          <p:nvSpPr>
            <p:cNvPr id="662602" name="Rectangle 74">
              <a:extLst>
                <a:ext uri="{FF2B5EF4-FFF2-40B4-BE49-F238E27FC236}">
                  <a16:creationId xmlns:a16="http://schemas.microsoft.com/office/drawing/2014/main" id="{8C8C9283-A8B3-440F-A64C-01B3377F0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2860"/>
              <a:ext cx="346" cy="283"/>
            </a:xfrm>
            <a:prstGeom prst="rect">
              <a:avLst/>
            </a:prstGeom>
            <a:solidFill>
              <a:srgbClr val="FF0066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2603" name="Rectangle 75">
              <a:extLst>
                <a:ext uri="{FF2B5EF4-FFF2-40B4-BE49-F238E27FC236}">
                  <a16:creationId xmlns:a16="http://schemas.microsoft.com/office/drawing/2014/main" id="{444F3FB3-0EBD-4273-A643-54977CB0EB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8" y="2281"/>
              <a:ext cx="346" cy="283"/>
            </a:xfrm>
            <a:prstGeom prst="rect">
              <a:avLst/>
            </a:prstGeom>
            <a:solidFill>
              <a:srgbClr val="FF0066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62604" name="Rectangle 76">
            <a:extLst>
              <a:ext uri="{FF2B5EF4-FFF2-40B4-BE49-F238E27FC236}">
                <a16:creationId xmlns:a16="http://schemas.microsoft.com/office/drawing/2014/main" id="{DAA9BA1F-9945-49F1-A480-21943C8A1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8388" y="2346326"/>
            <a:ext cx="2349500" cy="61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2400"/>
              <a:t>m[2, 5] = min </a:t>
            </a:r>
            <a:endParaRPr lang="en-US" altLang="en-US" sz="2400">
              <a:solidFill>
                <a:srgbClr val="008000"/>
              </a:solidFill>
            </a:endParaRPr>
          </a:p>
        </p:txBody>
      </p:sp>
      <p:grpSp>
        <p:nvGrpSpPr>
          <p:cNvPr id="662605" name="Group 77">
            <a:extLst>
              <a:ext uri="{FF2B5EF4-FFF2-40B4-BE49-F238E27FC236}">
                <a16:creationId xmlns:a16="http://schemas.microsoft.com/office/drawing/2014/main" id="{53A389A2-875D-4CFA-A9CC-00E827238BC0}"/>
              </a:ext>
            </a:extLst>
          </p:cNvPr>
          <p:cNvGrpSpPr>
            <a:grpSpLocks/>
          </p:cNvGrpSpPr>
          <p:nvPr/>
        </p:nvGrpSpPr>
        <p:grpSpPr bwMode="auto">
          <a:xfrm>
            <a:off x="2955925" y="4252913"/>
            <a:ext cx="2216150" cy="914400"/>
            <a:chOff x="2257" y="2281"/>
            <a:chExt cx="1396" cy="576"/>
          </a:xfrm>
        </p:grpSpPr>
        <p:sp>
          <p:nvSpPr>
            <p:cNvPr id="662606" name="Rectangle 78">
              <a:extLst>
                <a:ext uri="{FF2B5EF4-FFF2-40B4-BE49-F238E27FC236}">
                  <a16:creationId xmlns:a16="http://schemas.microsoft.com/office/drawing/2014/main" id="{44CD6805-E0F7-4AEA-AC56-064CA574D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7" y="2281"/>
              <a:ext cx="346" cy="283"/>
            </a:xfrm>
            <a:prstGeom prst="rect">
              <a:avLst/>
            </a:prstGeom>
            <a:solidFill>
              <a:srgbClr val="339966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2607" name="Rectangle 79">
              <a:extLst>
                <a:ext uri="{FF2B5EF4-FFF2-40B4-BE49-F238E27FC236}">
                  <a16:creationId xmlns:a16="http://schemas.microsoft.com/office/drawing/2014/main" id="{97242CD9-54E0-4181-A6C8-BE30D5F6C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7" y="2574"/>
              <a:ext cx="346" cy="283"/>
            </a:xfrm>
            <a:prstGeom prst="rect">
              <a:avLst/>
            </a:prstGeom>
            <a:solidFill>
              <a:srgbClr val="339966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62608" name="Rectangle 80">
            <a:extLst>
              <a:ext uri="{FF2B5EF4-FFF2-40B4-BE49-F238E27FC236}">
                <a16:creationId xmlns:a16="http://schemas.microsoft.com/office/drawing/2014/main" id="{9B6DF0D1-3A42-4A02-9B31-4DF4A0DDD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9189" y="4535488"/>
            <a:ext cx="4249737" cy="2354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/>
              <a:t>Values </a:t>
            </a:r>
            <a:r>
              <a:rPr lang="en-US" altLang="en-US" sz="2400">
                <a:latin typeface="Comic Sans MS" panose="030F0702030302020204" pitchFamily="66" charset="0"/>
              </a:rPr>
              <a:t>m[i, j]</a:t>
            </a:r>
            <a:r>
              <a:rPr lang="en-US" altLang="en-US" sz="2400"/>
              <a:t> depend only on values that have been previously computed</a:t>
            </a:r>
          </a:p>
          <a:p>
            <a:pPr>
              <a:buFontTx/>
              <a:buNone/>
            </a:pPr>
            <a:endParaRPr lang="en-US" altLang="en-US" sz="2400">
              <a:solidFill>
                <a:srgbClr val="008000"/>
              </a:solidFill>
            </a:endParaRPr>
          </a:p>
        </p:txBody>
      </p:sp>
      <p:sp>
        <p:nvSpPr>
          <p:cNvPr id="662609" name="Rectangle 81">
            <a:extLst>
              <a:ext uri="{FF2B5EF4-FFF2-40B4-BE49-F238E27FC236}">
                <a16:creationId xmlns:a16="http://schemas.microsoft.com/office/drawing/2014/main" id="{7B36B6B6-F811-4D7D-89B7-F196E36F2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0701" y="1903413"/>
            <a:ext cx="6270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en-US">
                <a:solidFill>
                  <a:srgbClr val="336699"/>
                </a:solidFill>
              </a:rPr>
              <a:t>k = 2</a:t>
            </a:r>
          </a:p>
        </p:txBody>
      </p:sp>
      <p:sp>
        <p:nvSpPr>
          <p:cNvPr id="662610" name="Rectangle 82">
            <a:extLst>
              <a:ext uri="{FF2B5EF4-FFF2-40B4-BE49-F238E27FC236}">
                <a16:creationId xmlns:a16="http://schemas.microsoft.com/office/drawing/2014/main" id="{3C6EB925-B680-4A86-8E23-F3E239A71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0701" y="2346325"/>
            <a:ext cx="6270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k = 3</a:t>
            </a:r>
          </a:p>
        </p:txBody>
      </p:sp>
      <p:sp>
        <p:nvSpPr>
          <p:cNvPr id="662611" name="Rectangle 83">
            <a:extLst>
              <a:ext uri="{FF2B5EF4-FFF2-40B4-BE49-F238E27FC236}">
                <a16:creationId xmlns:a16="http://schemas.microsoft.com/office/drawing/2014/main" id="{E3324B94-3BED-4973-9E8F-B8F8CCA47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0701" y="2838450"/>
            <a:ext cx="6270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008000"/>
                </a:solidFill>
              </a:rPr>
              <a:t>k = 4</a:t>
            </a: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2E36962F-C449-442A-ABCA-D9433A4CB56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Matrix Chain Multiplication</a:t>
            </a:r>
            <a:endParaRPr 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228663-E145-4179-A982-AA1E93FE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260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4">
            <a:extLst>
              <a:ext uri="{FF2B5EF4-FFF2-40B4-BE49-F238E27FC236}">
                <a16:creationId xmlns:a16="http://schemas.microsoft.com/office/drawing/2014/main" id="{C029003E-B877-4B8D-B7CB-13D72E5844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AD203B3-41B1-43E8-9020-787B88096DF3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663554" name="Rectangle 2">
            <a:extLst>
              <a:ext uri="{FF2B5EF4-FFF2-40B4-BE49-F238E27FC236}">
                <a16:creationId xmlns:a16="http://schemas.microsoft.com/office/drawing/2014/main" id="{BA02E2E4-C3C1-4AE2-AE2F-C4FF1E225B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z="3600" b="1" dirty="0"/>
              <a:t>Example</a:t>
            </a:r>
            <a:r>
              <a:rPr lang="en-US" altLang="en-US" sz="3600" dirty="0"/>
              <a:t> </a:t>
            </a:r>
            <a:r>
              <a:rPr lang="en-US" altLang="en-US" sz="2800" dirty="0">
                <a:solidFill>
                  <a:srgbClr val="DD0111"/>
                </a:solidFill>
                <a:latin typeface="Comic Sans MS" panose="030F0702030302020204" pitchFamily="66" charset="0"/>
              </a:rPr>
              <a:t>min {m[</a:t>
            </a:r>
            <a:r>
              <a:rPr lang="en-US" altLang="en-US" sz="2800" dirty="0" err="1">
                <a:solidFill>
                  <a:srgbClr val="DD0111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 sz="2800" dirty="0">
                <a:solidFill>
                  <a:srgbClr val="DD0111"/>
                </a:solidFill>
                <a:latin typeface="Comic Sans MS" panose="030F0702030302020204" pitchFamily="66" charset="0"/>
              </a:rPr>
              <a:t>, k] + m[k+1, j] + p</a:t>
            </a:r>
            <a:r>
              <a:rPr lang="en-US" altLang="en-US" sz="2800" baseline="-25000" dirty="0">
                <a:solidFill>
                  <a:srgbClr val="DD0111"/>
                </a:solidFill>
                <a:latin typeface="Comic Sans MS" panose="030F0702030302020204" pitchFamily="66" charset="0"/>
              </a:rPr>
              <a:t>i-1</a:t>
            </a:r>
            <a:r>
              <a:rPr lang="en-US" altLang="en-US" sz="2800" dirty="0">
                <a:solidFill>
                  <a:srgbClr val="DD0111"/>
                </a:solidFill>
                <a:latin typeface="Comic Sans MS" panose="030F0702030302020204" pitchFamily="66" charset="0"/>
              </a:rPr>
              <a:t>p</a:t>
            </a:r>
            <a:r>
              <a:rPr lang="en-US" altLang="en-US" sz="2800" baseline="-25000" dirty="0">
                <a:solidFill>
                  <a:srgbClr val="DD0111"/>
                </a:solidFill>
                <a:latin typeface="Comic Sans MS" panose="030F0702030302020204" pitchFamily="66" charset="0"/>
              </a:rPr>
              <a:t>k</a:t>
            </a:r>
            <a:r>
              <a:rPr lang="en-US" altLang="en-US" sz="2800" dirty="0">
                <a:solidFill>
                  <a:srgbClr val="DD0111"/>
                </a:solidFill>
                <a:latin typeface="Comic Sans MS" panose="030F0702030302020204" pitchFamily="66" charset="0"/>
              </a:rPr>
              <a:t>p</a:t>
            </a:r>
            <a:r>
              <a:rPr lang="en-US" altLang="en-US" sz="2800" baseline="-25000" dirty="0">
                <a:solidFill>
                  <a:srgbClr val="DD0111"/>
                </a:solidFill>
                <a:latin typeface="Comic Sans MS" panose="030F0702030302020204" pitchFamily="66" charset="0"/>
              </a:rPr>
              <a:t>j</a:t>
            </a:r>
            <a:r>
              <a:rPr lang="en-US" altLang="en-US" sz="2800" dirty="0">
                <a:solidFill>
                  <a:srgbClr val="DD0111"/>
                </a:solidFill>
                <a:latin typeface="Comic Sans MS" panose="030F0702030302020204" pitchFamily="66" charset="0"/>
              </a:rPr>
              <a:t>}</a:t>
            </a:r>
            <a:r>
              <a:rPr lang="en-US" altLang="en-US" sz="3600" baseline="-25000" dirty="0">
                <a:solidFill>
                  <a:srgbClr val="DD0111"/>
                </a:solidFill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663555" name="Rectangle 3">
            <a:extLst>
              <a:ext uri="{FF2B5EF4-FFF2-40B4-BE49-F238E27FC236}">
                <a16:creationId xmlns:a16="http://schemas.microsoft.com/office/drawing/2014/main" id="{C1BC79FD-209C-4AA8-AC35-94B2695A65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74838" y="1214439"/>
            <a:ext cx="8661400" cy="5337175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buFontTx/>
              <a:buNone/>
            </a:pPr>
            <a:r>
              <a:rPr lang="en-US" altLang="en-US" sz="3200" dirty="0">
                <a:sym typeface="Symbol" panose="05050102010706020507" pitchFamily="18" charset="2"/>
              </a:rPr>
              <a:t>	</a:t>
            </a:r>
            <a:r>
              <a:rPr lang="en-US" altLang="en-US" sz="2400" dirty="0">
                <a:sym typeface="Symbol" panose="05050102010706020507" pitchFamily="18" charset="2"/>
              </a:rPr>
              <a:t>Compute A</a:t>
            </a:r>
            <a:r>
              <a:rPr lang="en-US" altLang="en-US" sz="2400" baseline="-25000" dirty="0">
                <a:sym typeface="Symbol" panose="05050102010706020507" pitchFamily="18" charset="2"/>
              </a:rPr>
              <a:t>1 </a:t>
            </a:r>
            <a:r>
              <a:rPr lang="en-US" altLang="en-US" sz="2400" dirty="0">
                <a:sym typeface="Symbol" panose="05050102010706020507" pitchFamily="18" charset="2"/>
              </a:rPr>
              <a:t> A</a:t>
            </a:r>
            <a:r>
              <a:rPr lang="en-US" altLang="en-US" sz="2400" baseline="-25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  A</a:t>
            </a:r>
            <a:r>
              <a:rPr lang="en-US" altLang="en-US" sz="2400" baseline="-25000" dirty="0">
                <a:sym typeface="Symbol" panose="05050102010706020507" pitchFamily="18" charset="2"/>
              </a:rPr>
              <a:t>3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altLang="en-US" sz="2400" dirty="0">
                <a:sym typeface="Symbol" panose="05050102010706020507" pitchFamily="18" charset="2"/>
              </a:rPr>
              <a:t>A</a:t>
            </a:r>
            <a:r>
              <a:rPr lang="en-US" altLang="en-US" sz="2400" baseline="-25000" dirty="0"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ym typeface="Symbol" panose="05050102010706020507" pitchFamily="18" charset="2"/>
              </a:rPr>
              <a:t>: 10 x 100 (p</a:t>
            </a:r>
            <a:r>
              <a:rPr lang="en-US" altLang="en-US" sz="2400" baseline="-25000" dirty="0">
                <a:sym typeface="Symbol" panose="05050102010706020507" pitchFamily="18" charset="2"/>
              </a:rPr>
              <a:t>0</a:t>
            </a:r>
            <a:r>
              <a:rPr lang="en-US" altLang="en-US" sz="2400" dirty="0">
                <a:sym typeface="Symbol" panose="05050102010706020507" pitchFamily="18" charset="2"/>
              </a:rPr>
              <a:t> x p</a:t>
            </a:r>
            <a:r>
              <a:rPr lang="en-US" altLang="en-US" sz="2400" baseline="-25000" dirty="0"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en-US" sz="2400" dirty="0">
                <a:sym typeface="Symbol" panose="05050102010706020507" pitchFamily="18" charset="2"/>
              </a:rPr>
              <a:t>A</a:t>
            </a:r>
            <a:r>
              <a:rPr lang="en-US" altLang="en-US" sz="2400" baseline="-25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: 100 x 5   (p</a:t>
            </a:r>
            <a:r>
              <a:rPr lang="en-US" altLang="en-US" sz="2400" baseline="-25000" dirty="0"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ym typeface="Symbol" panose="05050102010706020507" pitchFamily="18" charset="2"/>
              </a:rPr>
              <a:t> x p</a:t>
            </a:r>
            <a:r>
              <a:rPr lang="en-US" altLang="en-US" sz="2400" baseline="-25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en-US" sz="2400" dirty="0">
                <a:sym typeface="Symbol" panose="05050102010706020507" pitchFamily="18" charset="2"/>
              </a:rPr>
              <a:t>A</a:t>
            </a:r>
            <a:r>
              <a:rPr lang="en-US" altLang="en-US" sz="2400" baseline="-25000" dirty="0">
                <a:sym typeface="Symbol" panose="05050102010706020507" pitchFamily="18" charset="2"/>
              </a:rPr>
              <a:t>3</a:t>
            </a:r>
            <a:r>
              <a:rPr lang="en-US" altLang="en-US" sz="2400" dirty="0">
                <a:sym typeface="Symbol" panose="05050102010706020507" pitchFamily="18" charset="2"/>
              </a:rPr>
              <a:t>: 5 x 50	   (p</a:t>
            </a:r>
            <a:r>
              <a:rPr lang="en-US" altLang="en-US" sz="2400" baseline="-25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 x p</a:t>
            </a:r>
            <a:r>
              <a:rPr lang="en-US" altLang="en-US" sz="2400" baseline="-25000" dirty="0">
                <a:sym typeface="Symbol" panose="05050102010706020507" pitchFamily="18" charset="2"/>
              </a:rPr>
              <a:t>3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</a:p>
          <a:p>
            <a:pPr>
              <a:buFontTx/>
              <a:buNone/>
            </a:pPr>
            <a:r>
              <a:rPr lang="en-US" altLang="en-US" sz="2400" dirty="0"/>
              <a:t>m[</a:t>
            </a:r>
            <a:r>
              <a:rPr lang="en-US" altLang="en-US" sz="2400" dirty="0" err="1"/>
              <a:t>i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i</a:t>
            </a:r>
            <a:r>
              <a:rPr lang="en-US" altLang="en-US" sz="2400" dirty="0"/>
              <a:t>] = 0 for </a:t>
            </a:r>
            <a:r>
              <a:rPr lang="en-US" altLang="en-US" sz="2400" dirty="0" err="1"/>
              <a:t>i</a:t>
            </a:r>
            <a:r>
              <a:rPr lang="en-US" altLang="en-US" sz="2400" dirty="0"/>
              <a:t> = 1, 2, 3</a:t>
            </a:r>
          </a:p>
          <a:p>
            <a:pPr>
              <a:buFontTx/>
              <a:buNone/>
            </a:pPr>
            <a:r>
              <a:rPr lang="en-US" altLang="en-US" sz="2400" dirty="0"/>
              <a:t>m[1, 2] = m[1, 1] + m[2, 2] + p</a:t>
            </a:r>
            <a:r>
              <a:rPr lang="en-US" altLang="en-US" sz="2400" baseline="-25000" dirty="0"/>
              <a:t>0</a:t>
            </a:r>
            <a:r>
              <a:rPr lang="en-US" altLang="en-US" sz="2400" dirty="0"/>
              <a:t>p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p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		(A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A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)</a:t>
            </a:r>
            <a:endParaRPr lang="en-US" altLang="en-US" sz="2400" baseline="-25000" dirty="0"/>
          </a:p>
          <a:p>
            <a:pPr>
              <a:buFontTx/>
              <a:buNone/>
            </a:pPr>
            <a:r>
              <a:rPr lang="en-US" altLang="en-US" sz="2400" dirty="0"/>
              <a:t>		 = 0 + 0 + 10 *100* 5 = 5,000</a:t>
            </a:r>
          </a:p>
          <a:p>
            <a:pPr>
              <a:buFontTx/>
              <a:buNone/>
            </a:pPr>
            <a:r>
              <a:rPr lang="en-US" altLang="en-US" sz="2400" dirty="0"/>
              <a:t>m[2, 3] = m[2, 2] + m[3, 3] + p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p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p</a:t>
            </a:r>
            <a:r>
              <a:rPr lang="en-US" altLang="en-US" sz="2400" baseline="-25000" dirty="0"/>
              <a:t>3</a:t>
            </a:r>
            <a:r>
              <a:rPr lang="en-US" altLang="en-US" sz="2400" dirty="0"/>
              <a:t> 		 (A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A</a:t>
            </a:r>
            <a:r>
              <a:rPr lang="en-US" altLang="en-US" sz="2400" baseline="-25000" dirty="0"/>
              <a:t>3</a:t>
            </a:r>
            <a:r>
              <a:rPr lang="en-US" altLang="en-US" sz="2400" dirty="0"/>
              <a:t>)</a:t>
            </a:r>
          </a:p>
          <a:p>
            <a:pPr>
              <a:buFontTx/>
              <a:buNone/>
            </a:pPr>
            <a:r>
              <a:rPr lang="en-US" altLang="en-US" sz="2400" dirty="0"/>
              <a:t>		 = 0 + 0 + 100 * 5 * 50 = 25,000</a:t>
            </a:r>
          </a:p>
          <a:p>
            <a:pPr>
              <a:buFontTx/>
              <a:buNone/>
            </a:pPr>
            <a:r>
              <a:rPr lang="en-US" altLang="en-US" sz="2400" dirty="0"/>
              <a:t>m[1, 3] = min  m[1, 1] + m[2, 3] + p</a:t>
            </a:r>
            <a:r>
              <a:rPr lang="en-US" altLang="en-US" sz="2400" baseline="-25000" dirty="0"/>
              <a:t>0</a:t>
            </a:r>
            <a:r>
              <a:rPr lang="en-US" altLang="en-US" sz="2400" dirty="0"/>
              <a:t>p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p</a:t>
            </a:r>
            <a:r>
              <a:rPr lang="en-US" altLang="en-US" sz="2400" baseline="-25000" dirty="0"/>
              <a:t>3</a:t>
            </a:r>
            <a:r>
              <a:rPr lang="en-US" altLang="en-US" sz="2400" dirty="0"/>
              <a:t> = 75,000  (A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(A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A</a:t>
            </a:r>
            <a:r>
              <a:rPr lang="en-US" altLang="en-US" sz="2400" baseline="-25000" dirty="0"/>
              <a:t>3</a:t>
            </a:r>
            <a:r>
              <a:rPr lang="en-US" altLang="en-US" sz="2400" dirty="0"/>
              <a:t>))</a:t>
            </a:r>
          </a:p>
          <a:p>
            <a:pPr>
              <a:buFontTx/>
              <a:buNone/>
            </a:pPr>
            <a:r>
              <a:rPr lang="en-US" altLang="en-US" sz="2400" dirty="0"/>
              <a:t>			 m[1, 2] + m[3, 3] + p</a:t>
            </a:r>
            <a:r>
              <a:rPr lang="en-US" altLang="en-US" sz="2400" baseline="-25000" dirty="0"/>
              <a:t>0</a:t>
            </a:r>
            <a:r>
              <a:rPr lang="en-US" altLang="en-US" sz="2400" dirty="0"/>
              <a:t>p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p</a:t>
            </a:r>
            <a:r>
              <a:rPr lang="en-US" altLang="en-US" sz="2400" baseline="-25000" dirty="0"/>
              <a:t>3</a:t>
            </a:r>
            <a:r>
              <a:rPr lang="en-US" altLang="en-US" sz="2400" dirty="0"/>
              <a:t> = </a:t>
            </a:r>
            <a:r>
              <a:rPr lang="en-US" altLang="en-US" sz="2400" dirty="0">
                <a:solidFill>
                  <a:srgbClr val="FF0000"/>
                </a:solidFill>
              </a:rPr>
              <a:t>7,500    </a:t>
            </a:r>
            <a:r>
              <a:rPr lang="en-US" altLang="en-US" sz="2400" dirty="0"/>
              <a:t>((A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A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)A</a:t>
            </a:r>
            <a:r>
              <a:rPr lang="en-US" altLang="en-US" sz="2400" baseline="-25000" dirty="0"/>
              <a:t>3</a:t>
            </a:r>
            <a:r>
              <a:rPr lang="en-US" altLang="en-US" sz="2400" dirty="0"/>
              <a:t>)</a:t>
            </a:r>
          </a:p>
        </p:txBody>
      </p:sp>
      <p:graphicFrame>
        <p:nvGraphicFramePr>
          <p:cNvPr id="663556" name="Group 4">
            <a:extLst>
              <a:ext uri="{FF2B5EF4-FFF2-40B4-BE49-F238E27FC236}">
                <a16:creationId xmlns:a16="http://schemas.microsoft.com/office/drawing/2014/main" id="{A81216B8-3481-4D63-9BC9-C77359CC4FD6}"/>
              </a:ext>
            </a:extLst>
          </p:cNvPr>
          <p:cNvGraphicFramePr>
            <a:graphicFrameLocks noGrp="1"/>
          </p:cNvGraphicFramePr>
          <p:nvPr/>
        </p:nvGraphicFramePr>
        <p:xfrm>
          <a:off x="6967538" y="1530350"/>
          <a:ext cx="2652712" cy="1733550"/>
        </p:xfrm>
        <a:graphic>
          <a:graphicData uri="http://schemas.openxmlformats.org/drawingml/2006/table">
            <a:tbl>
              <a:tblPr/>
              <a:tblGrid>
                <a:gridCol w="884237">
                  <a:extLst>
                    <a:ext uri="{9D8B030D-6E8A-4147-A177-3AD203B41FA5}">
                      <a16:colId xmlns:a16="http://schemas.microsoft.com/office/drawing/2014/main" val="1247136132"/>
                    </a:ext>
                  </a:extLst>
                </a:gridCol>
                <a:gridCol w="906463">
                  <a:extLst>
                    <a:ext uri="{9D8B030D-6E8A-4147-A177-3AD203B41FA5}">
                      <a16:colId xmlns:a16="http://schemas.microsoft.com/office/drawing/2014/main" val="3553022403"/>
                    </a:ext>
                  </a:extLst>
                </a:gridCol>
                <a:gridCol w="862012">
                  <a:extLst>
                    <a:ext uri="{9D8B030D-6E8A-4147-A177-3AD203B41FA5}">
                      <a16:colId xmlns:a16="http://schemas.microsoft.com/office/drawing/2014/main" val="4219906819"/>
                    </a:ext>
                  </a:extLst>
                </a:gridCol>
              </a:tblGrid>
              <a:tr h="577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139890"/>
                  </a:ext>
                </a:extLst>
              </a:tr>
              <a:tr h="577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892256"/>
                  </a:ext>
                </a:extLst>
              </a:tr>
              <a:tr h="577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837727"/>
                  </a:ext>
                </a:extLst>
              </a:tr>
            </a:tbl>
          </a:graphicData>
        </a:graphic>
      </p:graphicFrame>
      <p:grpSp>
        <p:nvGrpSpPr>
          <p:cNvPr id="663574" name="Group 22">
            <a:extLst>
              <a:ext uri="{FF2B5EF4-FFF2-40B4-BE49-F238E27FC236}">
                <a16:creationId xmlns:a16="http://schemas.microsoft.com/office/drawing/2014/main" id="{C99EA96E-20D6-4F09-9594-05335B35B9A6}"/>
              </a:ext>
            </a:extLst>
          </p:cNvPr>
          <p:cNvGrpSpPr>
            <a:grpSpLocks/>
          </p:cNvGrpSpPr>
          <p:nvPr/>
        </p:nvGrpSpPr>
        <p:grpSpPr bwMode="auto">
          <a:xfrm>
            <a:off x="7385051" y="1703388"/>
            <a:ext cx="2157413" cy="1479550"/>
            <a:chOff x="3692" y="1073"/>
            <a:chExt cx="1359" cy="932"/>
          </a:xfrm>
        </p:grpSpPr>
        <p:sp>
          <p:nvSpPr>
            <p:cNvPr id="663575" name="Text Box 23">
              <a:extLst>
                <a:ext uri="{FF2B5EF4-FFF2-40B4-BE49-F238E27FC236}">
                  <a16:creationId xmlns:a16="http://schemas.microsoft.com/office/drawing/2014/main" id="{207299DB-53A4-42B6-BAEE-725913A98A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2" y="1774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0</a:t>
              </a:r>
            </a:p>
          </p:txBody>
        </p:sp>
        <p:sp>
          <p:nvSpPr>
            <p:cNvPr id="663576" name="Text Box 24">
              <a:extLst>
                <a:ext uri="{FF2B5EF4-FFF2-40B4-BE49-F238E27FC236}">
                  <a16:creationId xmlns:a16="http://schemas.microsoft.com/office/drawing/2014/main" id="{CE1E9F1B-3C0B-4E92-AD75-02FE72FC5F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2" y="142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0</a:t>
              </a:r>
            </a:p>
          </p:txBody>
        </p:sp>
        <p:sp>
          <p:nvSpPr>
            <p:cNvPr id="663577" name="Text Box 25">
              <a:extLst>
                <a:ext uri="{FF2B5EF4-FFF2-40B4-BE49-F238E27FC236}">
                  <a16:creationId xmlns:a16="http://schemas.microsoft.com/office/drawing/2014/main" id="{8248B54A-0F91-409D-B102-E73E6484A7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07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0</a:t>
              </a:r>
            </a:p>
          </p:txBody>
        </p:sp>
      </p:grpSp>
      <p:sp>
        <p:nvSpPr>
          <p:cNvPr id="663578" name="Text Box 26">
            <a:extLst>
              <a:ext uri="{FF2B5EF4-FFF2-40B4-BE49-F238E27FC236}">
                <a16:creationId xmlns:a16="http://schemas.microsoft.com/office/drawing/2014/main" id="{4F6A800E-5512-4815-98EF-B5DDFBA6B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9163" y="11572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663579" name="Text Box 27">
            <a:extLst>
              <a:ext uri="{FF2B5EF4-FFF2-40B4-BE49-F238E27FC236}">
                <a16:creationId xmlns:a16="http://schemas.microsoft.com/office/drawing/2014/main" id="{D7690AFC-DF8A-4B82-8E68-6722FC369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6063" y="286861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663580" name="Text Box 28">
            <a:extLst>
              <a:ext uri="{FF2B5EF4-FFF2-40B4-BE49-F238E27FC236}">
                <a16:creationId xmlns:a16="http://schemas.microsoft.com/office/drawing/2014/main" id="{954ECCB4-B2FF-4B0F-A1C0-FCB884B0E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8638" y="11572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</a:t>
            </a:r>
          </a:p>
        </p:txBody>
      </p:sp>
      <p:sp>
        <p:nvSpPr>
          <p:cNvPr id="663581" name="Text Box 29">
            <a:extLst>
              <a:ext uri="{FF2B5EF4-FFF2-40B4-BE49-F238E27FC236}">
                <a16:creationId xmlns:a16="http://schemas.microsoft.com/office/drawing/2014/main" id="{303CD8EB-770D-44CB-A471-658B9AEFF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6063" y="22431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</a:t>
            </a:r>
          </a:p>
        </p:txBody>
      </p:sp>
      <p:sp>
        <p:nvSpPr>
          <p:cNvPr id="663582" name="Text Box 30">
            <a:extLst>
              <a:ext uri="{FF2B5EF4-FFF2-40B4-BE49-F238E27FC236}">
                <a16:creationId xmlns:a16="http://schemas.microsoft.com/office/drawing/2014/main" id="{A7325AAD-98B2-4E35-B14E-0AE552320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6525" y="11572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3</a:t>
            </a:r>
          </a:p>
        </p:txBody>
      </p:sp>
      <p:sp>
        <p:nvSpPr>
          <p:cNvPr id="663583" name="Text Box 31">
            <a:extLst>
              <a:ext uri="{FF2B5EF4-FFF2-40B4-BE49-F238E27FC236}">
                <a16:creationId xmlns:a16="http://schemas.microsoft.com/office/drawing/2014/main" id="{CEE866B6-00E4-49A8-B20F-7C03921F0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6063" y="16589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3</a:t>
            </a:r>
          </a:p>
        </p:txBody>
      </p:sp>
      <p:grpSp>
        <p:nvGrpSpPr>
          <p:cNvPr id="663584" name="Group 32">
            <a:extLst>
              <a:ext uri="{FF2B5EF4-FFF2-40B4-BE49-F238E27FC236}">
                <a16:creationId xmlns:a16="http://schemas.microsoft.com/office/drawing/2014/main" id="{C6D0E847-2E0A-4CF8-AAB6-144AE8F245C6}"/>
              </a:ext>
            </a:extLst>
          </p:cNvPr>
          <p:cNvGrpSpPr>
            <a:grpSpLocks/>
          </p:cNvGrpSpPr>
          <p:nvPr/>
        </p:nvGrpSpPr>
        <p:grpSpPr bwMode="auto">
          <a:xfrm>
            <a:off x="6989766" y="2106613"/>
            <a:ext cx="831850" cy="576262"/>
            <a:chOff x="3443" y="1327"/>
            <a:chExt cx="524" cy="363"/>
          </a:xfrm>
        </p:grpSpPr>
        <p:sp>
          <p:nvSpPr>
            <p:cNvPr id="663585" name="Text Box 33">
              <a:extLst>
                <a:ext uri="{FF2B5EF4-FFF2-40B4-BE49-F238E27FC236}">
                  <a16:creationId xmlns:a16="http://schemas.microsoft.com/office/drawing/2014/main" id="{CBF2C1D6-553E-47A7-B3CB-ADC0FD055B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6" y="1457"/>
              <a:ext cx="41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5000</a:t>
              </a:r>
            </a:p>
          </p:txBody>
        </p:sp>
        <p:sp>
          <p:nvSpPr>
            <p:cNvPr id="663586" name="Text Box 34">
              <a:extLst>
                <a:ext uri="{FF2B5EF4-FFF2-40B4-BE49-F238E27FC236}">
                  <a16:creationId xmlns:a16="http://schemas.microsoft.com/office/drawing/2014/main" id="{F4F32180-E2B7-4F83-BCB5-E5726DB100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3" y="132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</a:t>
              </a:r>
            </a:p>
          </p:txBody>
        </p:sp>
      </p:grpSp>
      <p:grpSp>
        <p:nvGrpSpPr>
          <p:cNvPr id="663587" name="Group 35">
            <a:extLst>
              <a:ext uri="{FF2B5EF4-FFF2-40B4-BE49-F238E27FC236}">
                <a16:creationId xmlns:a16="http://schemas.microsoft.com/office/drawing/2014/main" id="{B92CBAE4-919A-4D19-9C8D-54C6111A2447}"/>
              </a:ext>
            </a:extLst>
          </p:cNvPr>
          <p:cNvGrpSpPr>
            <a:grpSpLocks/>
          </p:cNvGrpSpPr>
          <p:nvPr/>
        </p:nvGrpSpPr>
        <p:grpSpPr bwMode="auto">
          <a:xfrm>
            <a:off x="7840666" y="1543050"/>
            <a:ext cx="909638" cy="566738"/>
            <a:chOff x="3979" y="972"/>
            <a:chExt cx="573" cy="357"/>
          </a:xfrm>
        </p:grpSpPr>
        <p:sp>
          <p:nvSpPr>
            <p:cNvPr id="663588" name="Text Box 36">
              <a:extLst>
                <a:ext uri="{FF2B5EF4-FFF2-40B4-BE49-F238E27FC236}">
                  <a16:creationId xmlns:a16="http://schemas.microsoft.com/office/drawing/2014/main" id="{D8D2F1A2-975C-46CF-BEED-8E072E3F99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7" y="1096"/>
              <a:ext cx="48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25000</a:t>
              </a:r>
            </a:p>
          </p:txBody>
        </p:sp>
        <p:sp>
          <p:nvSpPr>
            <p:cNvPr id="663589" name="Text Box 37">
              <a:extLst>
                <a:ext uri="{FF2B5EF4-FFF2-40B4-BE49-F238E27FC236}">
                  <a16:creationId xmlns:a16="http://schemas.microsoft.com/office/drawing/2014/main" id="{F4696620-5609-45D0-8332-5EB255EB40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9" y="97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</a:t>
              </a:r>
            </a:p>
          </p:txBody>
        </p:sp>
      </p:grpSp>
      <p:sp>
        <p:nvSpPr>
          <p:cNvPr id="663590" name="AutoShape 38">
            <a:extLst>
              <a:ext uri="{FF2B5EF4-FFF2-40B4-BE49-F238E27FC236}">
                <a16:creationId xmlns:a16="http://schemas.microsoft.com/office/drawing/2014/main" id="{EFD9E938-3A9E-4688-9A8D-E8CE237ED7E7}"/>
              </a:ext>
            </a:extLst>
          </p:cNvPr>
          <p:cNvSpPr>
            <a:spLocks/>
          </p:cNvSpPr>
          <p:nvPr/>
        </p:nvSpPr>
        <p:spPr bwMode="auto">
          <a:xfrm>
            <a:off x="3605214" y="5479257"/>
            <a:ext cx="134937" cy="771525"/>
          </a:xfrm>
          <a:prstGeom prst="leftBrace">
            <a:avLst>
              <a:gd name="adj1" fmla="val 4764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63591" name="Group 39">
            <a:extLst>
              <a:ext uri="{FF2B5EF4-FFF2-40B4-BE49-F238E27FC236}">
                <a16:creationId xmlns:a16="http://schemas.microsoft.com/office/drawing/2014/main" id="{A6D38864-C50A-446F-82BF-3E22D0A5C219}"/>
              </a:ext>
            </a:extLst>
          </p:cNvPr>
          <p:cNvGrpSpPr>
            <a:grpSpLocks/>
          </p:cNvGrpSpPr>
          <p:nvPr/>
        </p:nvGrpSpPr>
        <p:grpSpPr bwMode="auto">
          <a:xfrm>
            <a:off x="7018341" y="1554163"/>
            <a:ext cx="831850" cy="576262"/>
            <a:chOff x="3443" y="1327"/>
            <a:chExt cx="524" cy="363"/>
          </a:xfrm>
        </p:grpSpPr>
        <p:sp>
          <p:nvSpPr>
            <p:cNvPr id="663592" name="Text Box 40">
              <a:extLst>
                <a:ext uri="{FF2B5EF4-FFF2-40B4-BE49-F238E27FC236}">
                  <a16:creationId xmlns:a16="http://schemas.microsoft.com/office/drawing/2014/main" id="{42EAD107-9CE9-4BA2-B5FD-BED1A378BC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6" y="1457"/>
              <a:ext cx="41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7500</a:t>
              </a:r>
            </a:p>
          </p:txBody>
        </p:sp>
        <p:sp>
          <p:nvSpPr>
            <p:cNvPr id="663593" name="Text Box 41">
              <a:extLst>
                <a:ext uri="{FF2B5EF4-FFF2-40B4-BE49-F238E27FC236}">
                  <a16:creationId xmlns:a16="http://schemas.microsoft.com/office/drawing/2014/main" id="{9F0D9882-7B0C-4C63-893A-9352F560EB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3" y="132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76002-05FA-420E-A0A5-5707BF1CC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D1814-8838-48B7-A80E-AAB6FD987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order of matrices as 30, 35, 15, 5, 10, 20, 25. Find the optimal number of scalar multiplications in multiplying the matrices. </a:t>
            </a:r>
          </a:p>
          <a:p>
            <a:pPr marL="914400" lvl="2" indent="0">
              <a:buNone/>
            </a:pPr>
            <a:r>
              <a:rPr lang="en-US" sz="3200" b="1" dirty="0"/>
              <a:t>A1 – 30 x 35</a:t>
            </a:r>
          </a:p>
          <a:p>
            <a:pPr marL="914400" lvl="2" indent="0">
              <a:buNone/>
            </a:pPr>
            <a:r>
              <a:rPr lang="en-US" sz="3200" b="1" dirty="0"/>
              <a:t>A2 – 35 x 15</a:t>
            </a:r>
          </a:p>
          <a:p>
            <a:pPr marL="914400" lvl="2" indent="0">
              <a:buNone/>
            </a:pPr>
            <a:r>
              <a:rPr lang="en-US" sz="3200" b="1" dirty="0"/>
              <a:t>A3 – 15 x 5</a:t>
            </a:r>
          </a:p>
          <a:p>
            <a:pPr marL="914400" lvl="2" indent="0">
              <a:buNone/>
            </a:pPr>
            <a:r>
              <a:rPr lang="en-US" sz="3200" b="1" dirty="0"/>
              <a:t>A4 – 5 x 10</a:t>
            </a:r>
          </a:p>
          <a:p>
            <a:pPr marL="914400" lvl="2" indent="0">
              <a:buNone/>
            </a:pPr>
            <a:r>
              <a:rPr lang="en-US" sz="3200" b="1" dirty="0"/>
              <a:t>A5 – 10 x 20</a:t>
            </a:r>
          </a:p>
          <a:p>
            <a:pPr marL="914400" lvl="2" indent="0">
              <a:buNone/>
            </a:pPr>
            <a:r>
              <a:rPr lang="en-US" sz="3200" b="1" dirty="0"/>
              <a:t>A6 – 20 x 25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40E82E-A5E2-41FA-ABB2-62D8F16B7E0A}"/>
              </a:ext>
            </a:extLst>
          </p:cNvPr>
          <p:cNvSpPr txBox="1"/>
          <p:nvPr/>
        </p:nvSpPr>
        <p:spPr>
          <a:xfrm>
            <a:off x="7284378" y="3011122"/>
            <a:ext cx="132536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</a:t>
            </a:r>
            <a:r>
              <a:rPr lang="en-US" sz="2800" b="1" baseline="-25000" dirty="0"/>
              <a:t>0</a:t>
            </a:r>
            <a:r>
              <a:rPr lang="en-US" sz="2800" b="1" dirty="0"/>
              <a:t> = 30</a:t>
            </a:r>
          </a:p>
          <a:p>
            <a:r>
              <a:rPr lang="en-US" sz="2800" b="1" dirty="0"/>
              <a:t>P</a:t>
            </a:r>
            <a:r>
              <a:rPr lang="en-US" sz="2800" b="1" baseline="-25000" dirty="0"/>
              <a:t>1</a:t>
            </a:r>
            <a:r>
              <a:rPr lang="en-US" sz="2800" b="1" dirty="0"/>
              <a:t> = 35</a:t>
            </a:r>
          </a:p>
          <a:p>
            <a:r>
              <a:rPr lang="en-US" sz="2800" b="1" dirty="0"/>
              <a:t>P</a:t>
            </a:r>
            <a:r>
              <a:rPr lang="en-US" sz="2800" b="1" baseline="-25000" dirty="0"/>
              <a:t>2</a:t>
            </a:r>
            <a:r>
              <a:rPr lang="en-US" sz="2800" b="1" dirty="0"/>
              <a:t> = 15</a:t>
            </a:r>
          </a:p>
          <a:p>
            <a:r>
              <a:rPr lang="en-US" sz="2800" b="1" dirty="0"/>
              <a:t>P</a:t>
            </a:r>
            <a:r>
              <a:rPr lang="en-US" sz="2800" b="1" baseline="-25000" dirty="0"/>
              <a:t>3</a:t>
            </a:r>
            <a:r>
              <a:rPr lang="en-US" sz="2800" b="1" dirty="0"/>
              <a:t> = 5</a:t>
            </a:r>
          </a:p>
          <a:p>
            <a:r>
              <a:rPr lang="en-US" sz="2800" b="1" dirty="0"/>
              <a:t>P</a:t>
            </a:r>
            <a:r>
              <a:rPr lang="en-US" sz="2800" b="1" baseline="-25000" dirty="0"/>
              <a:t>4 </a:t>
            </a:r>
            <a:r>
              <a:rPr lang="en-US" sz="2800" b="1" dirty="0"/>
              <a:t>= 10</a:t>
            </a:r>
          </a:p>
          <a:p>
            <a:r>
              <a:rPr lang="en-US" sz="2800" b="1" dirty="0"/>
              <a:t>P</a:t>
            </a:r>
            <a:r>
              <a:rPr lang="en-US" sz="2800" b="1" baseline="-25000" dirty="0"/>
              <a:t>6</a:t>
            </a:r>
            <a:r>
              <a:rPr lang="en-US" sz="2800" b="1" dirty="0"/>
              <a:t> = 20</a:t>
            </a:r>
          </a:p>
          <a:p>
            <a:r>
              <a:rPr lang="en-US" sz="2800" b="1" dirty="0"/>
              <a:t>P</a:t>
            </a:r>
            <a:r>
              <a:rPr lang="en-US" sz="2800" b="1" baseline="-25000" dirty="0"/>
              <a:t>7</a:t>
            </a:r>
            <a:r>
              <a:rPr lang="en-US" sz="2800" b="1" dirty="0"/>
              <a:t> = 25</a:t>
            </a:r>
          </a:p>
          <a:p>
            <a:endParaRPr lang="en-US" sz="28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B28E88-45B2-489A-9903-F7BE41F0F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625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58E70-9F89-4C1A-BAAC-27EFEDF0C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1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A8D5596-5442-476E-AD45-45BC49368D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3140358"/>
              </p:ext>
            </p:extLst>
          </p:nvPr>
        </p:nvGraphicFramePr>
        <p:xfrm>
          <a:off x="838200" y="1838324"/>
          <a:ext cx="484124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90">
                  <a:extLst>
                    <a:ext uri="{9D8B030D-6E8A-4147-A177-3AD203B41FA5}">
                      <a16:colId xmlns:a16="http://schemas.microsoft.com/office/drawing/2014/main" val="3261037095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1716428225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3415595794"/>
                    </a:ext>
                  </a:extLst>
                </a:gridCol>
                <a:gridCol w="698818">
                  <a:extLst>
                    <a:ext uri="{9D8B030D-6E8A-4147-A177-3AD203B41FA5}">
                      <a16:colId xmlns:a16="http://schemas.microsoft.com/office/drawing/2014/main" val="3980101353"/>
                    </a:ext>
                  </a:extLst>
                </a:gridCol>
                <a:gridCol w="698818">
                  <a:extLst>
                    <a:ext uri="{9D8B030D-6E8A-4147-A177-3AD203B41FA5}">
                      <a16:colId xmlns:a16="http://schemas.microsoft.com/office/drawing/2014/main" val="3809719740"/>
                    </a:ext>
                  </a:extLst>
                </a:gridCol>
                <a:gridCol w="698818">
                  <a:extLst>
                    <a:ext uri="{9D8B030D-6E8A-4147-A177-3AD203B41FA5}">
                      <a16:colId xmlns:a16="http://schemas.microsoft.com/office/drawing/2014/main" val="1413461687"/>
                    </a:ext>
                  </a:extLst>
                </a:gridCol>
                <a:gridCol w="814386">
                  <a:extLst>
                    <a:ext uri="{9D8B030D-6E8A-4147-A177-3AD203B41FA5}">
                      <a16:colId xmlns:a16="http://schemas.microsoft.com/office/drawing/2014/main" val="3890346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11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15125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5375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1559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11875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7125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405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9375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4375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325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7875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348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15750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737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2927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311F5D4-075B-437E-99B5-E9C3B97DE77D}"/>
              </a:ext>
            </a:extLst>
          </p:cNvPr>
          <p:cNvSpPr txBox="1"/>
          <p:nvPr/>
        </p:nvSpPr>
        <p:spPr>
          <a:xfrm>
            <a:off x="2676525" y="4990783"/>
            <a:ext cx="13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 - table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CDC514-6042-4BDA-AC29-77AAAFE08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133483"/>
              </p:ext>
            </p:extLst>
          </p:nvPr>
        </p:nvGraphicFramePr>
        <p:xfrm>
          <a:off x="7317104" y="1998347"/>
          <a:ext cx="2760348" cy="26847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58">
                  <a:extLst>
                    <a:ext uri="{9D8B030D-6E8A-4147-A177-3AD203B41FA5}">
                      <a16:colId xmlns:a16="http://schemas.microsoft.com/office/drawing/2014/main" val="3932566811"/>
                    </a:ext>
                  </a:extLst>
                </a:gridCol>
                <a:gridCol w="460058">
                  <a:extLst>
                    <a:ext uri="{9D8B030D-6E8A-4147-A177-3AD203B41FA5}">
                      <a16:colId xmlns:a16="http://schemas.microsoft.com/office/drawing/2014/main" val="4109773433"/>
                    </a:ext>
                  </a:extLst>
                </a:gridCol>
                <a:gridCol w="460058">
                  <a:extLst>
                    <a:ext uri="{9D8B030D-6E8A-4147-A177-3AD203B41FA5}">
                      <a16:colId xmlns:a16="http://schemas.microsoft.com/office/drawing/2014/main" val="37439064"/>
                    </a:ext>
                  </a:extLst>
                </a:gridCol>
                <a:gridCol w="460058">
                  <a:extLst>
                    <a:ext uri="{9D8B030D-6E8A-4147-A177-3AD203B41FA5}">
                      <a16:colId xmlns:a16="http://schemas.microsoft.com/office/drawing/2014/main" val="1376157230"/>
                    </a:ext>
                  </a:extLst>
                </a:gridCol>
                <a:gridCol w="460058">
                  <a:extLst>
                    <a:ext uri="{9D8B030D-6E8A-4147-A177-3AD203B41FA5}">
                      <a16:colId xmlns:a16="http://schemas.microsoft.com/office/drawing/2014/main" val="4284092442"/>
                    </a:ext>
                  </a:extLst>
                </a:gridCol>
                <a:gridCol w="460058">
                  <a:extLst>
                    <a:ext uri="{9D8B030D-6E8A-4147-A177-3AD203B41FA5}">
                      <a16:colId xmlns:a16="http://schemas.microsoft.com/office/drawing/2014/main" val="1160760908"/>
                    </a:ext>
                  </a:extLst>
                </a:gridCol>
              </a:tblGrid>
              <a:tr h="447463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990988"/>
                  </a:ext>
                </a:extLst>
              </a:tr>
              <a:tr h="44746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31826"/>
                  </a:ext>
                </a:extLst>
              </a:tr>
              <a:tr h="44746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303986"/>
                  </a:ext>
                </a:extLst>
              </a:tr>
              <a:tr h="44746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255423"/>
                  </a:ext>
                </a:extLst>
              </a:tr>
              <a:tr h="44746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750967"/>
                  </a:ext>
                </a:extLst>
              </a:tr>
              <a:tr h="44746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10599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3E414E3-0B65-46A9-8926-32AECBA4AF4E}"/>
              </a:ext>
            </a:extLst>
          </p:cNvPr>
          <p:cNvSpPr txBox="1"/>
          <p:nvPr/>
        </p:nvSpPr>
        <p:spPr>
          <a:xfrm>
            <a:off x="7840904" y="4990784"/>
            <a:ext cx="23263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 – table</a:t>
            </a:r>
          </a:p>
          <a:p>
            <a:pPr algn="ctr"/>
            <a:r>
              <a:rPr lang="en-US" sz="2400" b="1" dirty="0"/>
              <a:t>(Split Table)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33B114-656A-4A65-808D-7AEA1B55352D}"/>
              </a:ext>
            </a:extLst>
          </p:cNvPr>
          <p:cNvSpPr/>
          <p:nvPr/>
        </p:nvSpPr>
        <p:spPr>
          <a:xfrm>
            <a:off x="1279634" y="4129513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68F2C-9B18-4A15-BCB2-3FD065FCAEFE}"/>
              </a:ext>
            </a:extLst>
          </p:cNvPr>
          <p:cNvSpPr/>
          <p:nvPr/>
        </p:nvSpPr>
        <p:spPr>
          <a:xfrm>
            <a:off x="2096553" y="3777504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0A1B81-4D2E-4B41-91AA-4EF27FD96E04}"/>
              </a:ext>
            </a:extLst>
          </p:cNvPr>
          <p:cNvSpPr/>
          <p:nvPr/>
        </p:nvSpPr>
        <p:spPr>
          <a:xfrm>
            <a:off x="2791878" y="3386082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270B38-F67B-472F-B743-DE9ECE1320E1}"/>
              </a:ext>
            </a:extLst>
          </p:cNvPr>
          <p:cNvSpPr/>
          <p:nvPr/>
        </p:nvSpPr>
        <p:spPr>
          <a:xfrm>
            <a:off x="3487203" y="3036471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C9B580-9743-4E37-8E6C-3DEFAE2EC1B0}"/>
              </a:ext>
            </a:extLst>
          </p:cNvPr>
          <p:cNvSpPr/>
          <p:nvPr/>
        </p:nvSpPr>
        <p:spPr>
          <a:xfrm>
            <a:off x="4230052" y="2640089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1EA52A-3E6E-462F-BAFD-2C13C4081F1F}"/>
              </a:ext>
            </a:extLst>
          </p:cNvPr>
          <p:cNvSpPr/>
          <p:nvPr/>
        </p:nvSpPr>
        <p:spPr>
          <a:xfrm>
            <a:off x="5022042" y="2291255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1177BF-E4A5-4131-845E-5D370228BBB7}"/>
              </a:ext>
            </a:extLst>
          </p:cNvPr>
          <p:cNvSpPr/>
          <p:nvPr/>
        </p:nvSpPr>
        <p:spPr>
          <a:xfrm>
            <a:off x="1279634" y="3802675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DEFBB2-4C60-497E-BF9F-9AD6BC9EFDD2}"/>
              </a:ext>
            </a:extLst>
          </p:cNvPr>
          <p:cNvSpPr/>
          <p:nvPr/>
        </p:nvSpPr>
        <p:spPr>
          <a:xfrm>
            <a:off x="1235067" y="3407800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85609B-6778-4E60-B76B-1A33BE257783}"/>
              </a:ext>
            </a:extLst>
          </p:cNvPr>
          <p:cNvSpPr/>
          <p:nvPr/>
        </p:nvSpPr>
        <p:spPr>
          <a:xfrm>
            <a:off x="1292744" y="3046202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EC653E-CFBA-49DE-B62C-97EE3E4D2948}"/>
              </a:ext>
            </a:extLst>
          </p:cNvPr>
          <p:cNvSpPr/>
          <p:nvPr/>
        </p:nvSpPr>
        <p:spPr>
          <a:xfrm>
            <a:off x="1269814" y="2656302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2E78D9A-34F7-4A25-90E4-61ACC9333188}"/>
              </a:ext>
            </a:extLst>
          </p:cNvPr>
          <p:cNvSpPr/>
          <p:nvPr/>
        </p:nvSpPr>
        <p:spPr>
          <a:xfrm>
            <a:off x="1269814" y="2291255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A0F7C38-33C4-4665-99D4-6A87D655A24F}"/>
              </a:ext>
            </a:extLst>
          </p:cNvPr>
          <p:cNvSpPr/>
          <p:nvPr/>
        </p:nvSpPr>
        <p:spPr>
          <a:xfrm>
            <a:off x="2088026" y="3399235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8C09ADD-C748-489A-A201-3B27A05D4C07}"/>
              </a:ext>
            </a:extLst>
          </p:cNvPr>
          <p:cNvSpPr/>
          <p:nvPr/>
        </p:nvSpPr>
        <p:spPr>
          <a:xfrm>
            <a:off x="2037274" y="3019292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39D679-F1AF-485A-9ADE-1AD655574858}"/>
              </a:ext>
            </a:extLst>
          </p:cNvPr>
          <p:cNvSpPr/>
          <p:nvPr/>
        </p:nvSpPr>
        <p:spPr>
          <a:xfrm>
            <a:off x="2002863" y="2643707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B0E42EA-5517-4DEA-A978-F6D87AF15CB8}"/>
              </a:ext>
            </a:extLst>
          </p:cNvPr>
          <p:cNvSpPr/>
          <p:nvPr/>
        </p:nvSpPr>
        <p:spPr>
          <a:xfrm>
            <a:off x="2053899" y="2268122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20B9AEF-8B2F-49DA-AEDF-64A7CF7EF514}"/>
              </a:ext>
            </a:extLst>
          </p:cNvPr>
          <p:cNvSpPr/>
          <p:nvPr/>
        </p:nvSpPr>
        <p:spPr>
          <a:xfrm>
            <a:off x="2855942" y="2312823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C18872F-A7A4-453D-BFC6-37F033A4E66C}"/>
              </a:ext>
            </a:extLst>
          </p:cNvPr>
          <p:cNvSpPr/>
          <p:nvPr/>
        </p:nvSpPr>
        <p:spPr>
          <a:xfrm>
            <a:off x="2831825" y="2637297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67D609-DDE5-4776-8266-0338076D9D9F}"/>
              </a:ext>
            </a:extLst>
          </p:cNvPr>
          <p:cNvSpPr/>
          <p:nvPr/>
        </p:nvSpPr>
        <p:spPr>
          <a:xfrm>
            <a:off x="2794109" y="3036470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F0841D0-4000-4FCC-B3CB-8A623B9D3F14}"/>
              </a:ext>
            </a:extLst>
          </p:cNvPr>
          <p:cNvSpPr/>
          <p:nvPr/>
        </p:nvSpPr>
        <p:spPr>
          <a:xfrm>
            <a:off x="3487203" y="2630009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9D3C8E-3E59-4706-A90B-29EAEA387BF1}"/>
              </a:ext>
            </a:extLst>
          </p:cNvPr>
          <p:cNvSpPr/>
          <p:nvPr/>
        </p:nvSpPr>
        <p:spPr>
          <a:xfrm>
            <a:off x="3543786" y="2323340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03EF45D-565F-4BE8-B743-969ECD4B19C0}"/>
              </a:ext>
            </a:extLst>
          </p:cNvPr>
          <p:cNvSpPr/>
          <p:nvPr/>
        </p:nvSpPr>
        <p:spPr>
          <a:xfrm>
            <a:off x="4225815" y="2291255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4612E8E-1846-4B6E-8DE1-9D9C7AE995C0}"/>
              </a:ext>
            </a:extLst>
          </p:cNvPr>
          <p:cNvSpPr/>
          <p:nvPr/>
        </p:nvSpPr>
        <p:spPr>
          <a:xfrm>
            <a:off x="7827882" y="4329100"/>
            <a:ext cx="347290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CBD475C-E15D-48E8-A108-9162B88D9D5C}"/>
              </a:ext>
            </a:extLst>
          </p:cNvPr>
          <p:cNvSpPr/>
          <p:nvPr/>
        </p:nvSpPr>
        <p:spPr>
          <a:xfrm>
            <a:off x="8295034" y="3877297"/>
            <a:ext cx="347290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BBCD4DA-E9EA-48F6-809F-A0B89DFD7E58}"/>
              </a:ext>
            </a:extLst>
          </p:cNvPr>
          <p:cNvSpPr/>
          <p:nvPr/>
        </p:nvSpPr>
        <p:spPr>
          <a:xfrm>
            <a:off x="8762593" y="3437299"/>
            <a:ext cx="347290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2A00CE6-1CF1-45AB-849F-1264692598EB}"/>
              </a:ext>
            </a:extLst>
          </p:cNvPr>
          <p:cNvSpPr/>
          <p:nvPr/>
        </p:nvSpPr>
        <p:spPr>
          <a:xfrm>
            <a:off x="9224246" y="3014928"/>
            <a:ext cx="347290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C1AADE1-08F9-4556-9484-F8C6FABC6512}"/>
              </a:ext>
            </a:extLst>
          </p:cNvPr>
          <p:cNvSpPr/>
          <p:nvPr/>
        </p:nvSpPr>
        <p:spPr>
          <a:xfrm>
            <a:off x="9697505" y="2511879"/>
            <a:ext cx="347290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D44642E-16EF-445F-AF88-944F2DCE8471}"/>
              </a:ext>
            </a:extLst>
          </p:cNvPr>
          <p:cNvSpPr/>
          <p:nvPr/>
        </p:nvSpPr>
        <p:spPr>
          <a:xfrm>
            <a:off x="7816997" y="3875890"/>
            <a:ext cx="347290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8C22B22-9ED6-4188-9638-2687BF8A20BD}"/>
              </a:ext>
            </a:extLst>
          </p:cNvPr>
          <p:cNvSpPr/>
          <p:nvPr/>
        </p:nvSpPr>
        <p:spPr>
          <a:xfrm>
            <a:off x="8295034" y="3404173"/>
            <a:ext cx="347290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F2946EA-A536-474F-BD8C-15AAA3630569}"/>
              </a:ext>
            </a:extLst>
          </p:cNvPr>
          <p:cNvSpPr/>
          <p:nvPr/>
        </p:nvSpPr>
        <p:spPr>
          <a:xfrm>
            <a:off x="8762593" y="3014927"/>
            <a:ext cx="347290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D1177CD-AC55-4447-9E41-26A786CEAE21}"/>
              </a:ext>
            </a:extLst>
          </p:cNvPr>
          <p:cNvSpPr/>
          <p:nvPr/>
        </p:nvSpPr>
        <p:spPr>
          <a:xfrm>
            <a:off x="9224246" y="2559112"/>
            <a:ext cx="347290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D343426-CABC-45F7-B1F1-7C491E7112EE}"/>
              </a:ext>
            </a:extLst>
          </p:cNvPr>
          <p:cNvSpPr/>
          <p:nvPr/>
        </p:nvSpPr>
        <p:spPr>
          <a:xfrm>
            <a:off x="7827882" y="3404172"/>
            <a:ext cx="347290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5EC3555-E1D4-42D3-BB98-46B0E6D2B747}"/>
              </a:ext>
            </a:extLst>
          </p:cNvPr>
          <p:cNvSpPr/>
          <p:nvPr/>
        </p:nvSpPr>
        <p:spPr>
          <a:xfrm>
            <a:off x="8300221" y="3014927"/>
            <a:ext cx="347290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48B69EF-3A38-4913-96C0-8F2A5D12A62C}"/>
              </a:ext>
            </a:extLst>
          </p:cNvPr>
          <p:cNvSpPr/>
          <p:nvPr/>
        </p:nvSpPr>
        <p:spPr>
          <a:xfrm>
            <a:off x="8708165" y="2530215"/>
            <a:ext cx="347290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CD5A40F-F101-4845-AA2C-E2A723DD2616}"/>
              </a:ext>
            </a:extLst>
          </p:cNvPr>
          <p:cNvSpPr/>
          <p:nvPr/>
        </p:nvSpPr>
        <p:spPr>
          <a:xfrm>
            <a:off x="7840904" y="2968082"/>
            <a:ext cx="347290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0F0D9D7-F772-4C5A-A101-0EADC632997D}"/>
              </a:ext>
            </a:extLst>
          </p:cNvPr>
          <p:cNvSpPr/>
          <p:nvPr/>
        </p:nvSpPr>
        <p:spPr>
          <a:xfrm>
            <a:off x="8264427" y="2578778"/>
            <a:ext cx="347290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E4BB27B-2715-457D-82FC-999837D45538}"/>
              </a:ext>
            </a:extLst>
          </p:cNvPr>
          <p:cNvSpPr/>
          <p:nvPr/>
        </p:nvSpPr>
        <p:spPr>
          <a:xfrm>
            <a:off x="7791169" y="2490679"/>
            <a:ext cx="347290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50BCC6-C4C9-4C66-A9C7-D3EF6D931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40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A90B384-4DAD-42D3-90A8-073C8BBADC9B}"/>
                  </a:ext>
                </a:extLst>
              </p:cNvPr>
              <p:cNvSpPr txBox="1"/>
              <p:nvPr/>
            </p:nvSpPr>
            <p:spPr>
              <a:xfrm>
                <a:off x="3583188" y="407956"/>
                <a:ext cx="8304012" cy="1051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i="1" dirty="0">
                    <a:solidFill>
                      <a:srgbClr val="C00000"/>
                    </a:solidFill>
                  </a:rPr>
                  <a:t>m[</a:t>
                </a:r>
                <a:r>
                  <a:rPr lang="en-US" sz="2400" b="1" i="1" dirty="0" err="1">
                    <a:solidFill>
                      <a:srgbClr val="C00000"/>
                    </a:solidFill>
                  </a:rPr>
                  <a:t>i</a:t>
                </a:r>
                <a:r>
                  <a:rPr lang="en-US" sz="2400" b="1" i="1" dirty="0">
                    <a:solidFill>
                      <a:srgbClr val="C00000"/>
                    </a:solidFill>
                  </a:rPr>
                  <a:t>, j]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𝒎𝒊𝒏</m:t>
                                  </m:r>
                                </m:e>
                                <m:sub>
                                  <m:r>
                                    <a:rPr lang="en-US" sz="2400" b="1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  <m:r>
                                    <a:rPr lang="en-US" sz="2400" b="1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sz="2400" b="1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𝐤</m:t>
                                  </m:r>
                                  <m:r>
                                    <a:rPr lang="en-US" sz="2400" b="1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sz="2400" b="1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𝐣</m:t>
                                  </m:r>
                                </m:sub>
                              </m:sSub>
                              <m:d>
                                <m:dPr>
                                  <m:begChr m:val="{"/>
                                  <m:endChr m:val="]"/>
                                  <m:ctrlPr>
                                    <a:rPr lang="en-US" sz="2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sz="24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24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e>
                                  </m:d>
                                  <m:r>
                                    <a:rPr lang="en-US" sz="2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US" sz="24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sz="24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sz="24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sz="24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e>
                              </m:d>
                              <m:r>
                                <a:rPr lang="en-US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sz="2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A90B384-4DAD-42D3-90A8-073C8BBAD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188" y="407956"/>
                <a:ext cx="8304012" cy="1051570"/>
              </a:xfrm>
              <a:prstGeom prst="rect">
                <a:avLst/>
              </a:prstGeom>
              <a:blipFill>
                <a:blip r:embed="rId2"/>
                <a:stretch>
                  <a:fillRect l="-1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26F69D17-D63C-4072-88E4-6799E9232971}"/>
              </a:ext>
            </a:extLst>
          </p:cNvPr>
          <p:cNvSpPr txBox="1"/>
          <p:nvPr/>
        </p:nvSpPr>
        <p:spPr>
          <a:xfrm>
            <a:off x="10719502" y="2108809"/>
            <a:ext cx="132536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P</a:t>
            </a:r>
            <a:r>
              <a:rPr lang="en-US" sz="2000" b="1" baseline="-25000" dirty="0">
                <a:solidFill>
                  <a:srgbClr val="C00000"/>
                </a:solidFill>
              </a:rPr>
              <a:t>0</a:t>
            </a:r>
            <a:r>
              <a:rPr lang="en-US" sz="2000" b="1" dirty="0">
                <a:solidFill>
                  <a:srgbClr val="C00000"/>
                </a:solidFill>
              </a:rPr>
              <a:t> = 30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P</a:t>
            </a:r>
            <a:r>
              <a:rPr lang="en-US" sz="2000" b="1" baseline="-25000" dirty="0">
                <a:solidFill>
                  <a:srgbClr val="C00000"/>
                </a:solidFill>
              </a:rPr>
              <a:t>1</a:t>
            </a:r>
            <a:r>
              <a:rPr lang="en-US" sz="2000" b="1" dirty="0">
                <a:solidFill>
                  <a:srgbClr val="C00000"/>
                </a:solidFill>
              </a:rPr>
              <a:t> = 35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P</a:t>
            </a:r>
            <a:r>
              <a:rPr lang="en-US" sz="2000" b="1" baseline="-25000" dirty="0">
                <a:solidFill>
                  <a:srgbClr val="C00000"/>
                </a:solidFill>
              </a:rPr>
              <a:t>2</a:t>
            </a:r>
            <a:r>
              <a:rPr lang="en-US" sz="2000" b="1" dirty="0">
                <a:solidFill>
                  <a:srgbClr val="C00000"/>
                </a:solidFill>
              </a:rPr>
              <a:t> = 15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P</a:t>
            </a:r>
            <a:r>
              <a:rPr lang="en-US" sz="2000" b="1" baseline="-25000" dirty="0">
                <a:solidFill>
                  <a:srgbClr val="C00000"/>
                </a:solidFill>
              </a:rPr>
              <a:t>3</a:t>
            </a:r>
            <a:r>
              <a:rPr lang="en-US" sz="2000" b="1" dirty="0">
                <a:solidFill>
                  <a:srgbClr val="C00000"/>
                </a:solidFill>
              </a:rPr>
              <a:t> = 5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P</a:t>
            </a:r>
            <a:r>
              <a:rPr lang="en-US" sz="2000" b="1" baseline="-25000" dirty="0">
                <a:solidFill>
                  <a:srgbClr val="C00000"/>
                </a:solidFill>
              </a:rPr>
              <a:t>4 </a:t>
            </a:r>
            <a:r>
              <a:rPr lang="en-US" sz="2000" b="1" dirty="0">
                <a:solidFill>
                  <a:srgbClr val="C00000"/>
                </a:solidFill>
              </a:rPr>
              <a:t>= 10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P</a:t>
            </a:r>
            <a:r>
              <a:rPr lang="en-US" sz="2000" b="1" baseline="-25000" dirty="0">
                <a:solidFill>
                  <a:srgbClr val="C00000"/>
                </a:solidFill>
              </a:rPr>
              <a:t>5</a:t>
            </a:r>
            <a:r>
              <a:rPr lang="en-US" sz="2000" b="1" dirty="0">
                <a:solidFill>
                  <a:srgbClr val="C00000"/>
                </a:solidFill>
              </a:rPr>
              <a:t> = 20</a:t>
            </a:r>
          </a:p>
          <a:p>
            <a:r>
              <a:rPr lang="en-US" sz="2000" b="1">
                <a:solidFill>
                  <a:srgbClr val="C00000"/>
                </a:solidFill>
              </a:rPr>
              <a:t>P</a:t>
            </a:r>
            <a:r>
              <a:rPr lang="en-US" sz="2000" b="1" baseline="-25000" dirty="0">
                <a:solidFill>
                  <a:srgbClr val="C00000"/>
                </a:solidFill>
              </a:rPr>
              <a:t>6</a:t>
            </a:r>
            <a:r>
              <a:rPr lang="en-US" sz="2000" b="1">
                <a:solidFill>
                  <a:srgbClr val="C00000"/>
                </a:solidFill>
              </a:rPr>
              <a:t> </a:t>
            </a:r>
            <a:r>
              <a:rPr lang="en-US" sz="2000" b="1" dirty="0">
                <a:solidFill>
                  <a:srgbClr val="C00000"/>
                </a:solidFill>
              </a:rPr>
              <a:t>= 25</a:t>
            </a:r>
          </a:p>
          <a:p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49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7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6338B-65DD-4E6A-B264-6E6E92CB7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A350F-16FF-4EB8-BA1B-387FA51C1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A551A-BBDC-4D5E-AA0B-EEBD59F3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41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DB4C4B-F64A-4E5C-836F-4EF5FAD65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4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69653" y="1393292"/>
            <a:ext cx="7405170" cy="5216004"/>
          </a:xfrm>
          <a:prstGeom prst="rect">
            <a:avLst/>
          </a:prstGeom>
          <a:noFill/>
          <a:ln/>
        </p:spPr>
      </p:pic>
      <p:sp>
        <p:nvSpPr>
          <p:cNvPr id="6" name="Text Box 5">
            <a:extLst>
              <a:ext uri="{FF2B5EF4-FFF2-40B4-BE49-F238E27FC236}">
                <a16:creationId xmlns:a16="http://schemas.microsoft.com/office/drawing/2014/main" id="{41CA9D88-EF2A-44BF-A021-47860E03C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60969" y="4489807"/>
            <a:ext cx="12679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dirty="0"/>
              <a:t>O(N</a:t>
            </a:r>
            <a:r>
              <a:rPr lang="en-US" altLang="en-US" sz="2800" baseline="30000" dirty="0"/>
              <a:t>3</a:t>
            </a:r>
            <a:r>
              <a:rPr lang="en-US" alt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717726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6AE65-BE57-4126-BAAA-069540590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Printing optimal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EE8FE-97F7-403E-A58A-8CA5C134B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5925" cy="435133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PRINT-OPT-PARENS(</a:t>
            </a:r>
            <a:r>
              <a:rPr lang="en-US" altLang="en-US" sz="2800" dirty="0">
                <a:latin typeface="Comic Sans MS" panose="030F0702030302020204" pitchFamily="66" charset="0"/>
                <a:sym typeface="Symbol" panose="05050102010706020507" pitchFamily="18" charset="2"/>
              </a:rPr>
              <a:t>s, </a:t>
            </a:r>
            <a:r>
              <a:rPr lang="en-US" altLang="en-US" sz="2800" dirty="0" err="1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800" dirty="0">
                <a:latin typeface="Comic Sans MS" panose="030F0702030302020204" pitchFamily="66" charset="0"/>
                <a:sym typeface="Symbol" panose="05050102010706020507" pitchFamily="18" charset="2"/>
              </a:rPr>
              <a:t>, j</a:t>
            </a:r>
            <a:r>
              <a:rPr lang="en-US" altLang="en-US" sz="2800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2800" b="1" dirty="0">
                <a:sym typeface="Symbol" panose="05050102010706020507" pitchFamily="18" charset="2"/>
              </a:rPr>
              <a:t>if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i</a:t>
            </a:r>
            <a:r>
              <a:rPr lang="en-US" altLang="en-US" sz="2800" dirty="0">
                <a:sym typeface="Symbol" panose="05050102010706020507" pitchFamily="18" charset="2"/>
              </a:rPr>
              <a:t> = j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   </a:t>
            </a:r>
            <a:r>
              <a:rPr lang="en-US" altLang="en-US" sz="2800" b="1" dirty="0">
                <a:sym typeface="Symbol" panose="05050102010706020507" pitchFamily="18" charset="2"/>
              </a:rPr>
              <a:t>then</a:t>
            </a:r>
            <a:r>
              <a:rPr lang="en-US" altLang="en-US" sz="2800" dirty="0">
                <a:sym typeface="Symbol" panose="05050102010706020507" pitchFamily="18" charset="2"/>
              </a:rPr>
              <a:t> print “</a:t>
            </a:r>
            <a:r>
              <a:rPr lang="en-US" altLang="en-US" sz="2800" dirty="0" err="1">
                <a:sym typeface="Symbol" panose="05050102010706020507" pitchFamily="18" charset="2"/>
              </a:rPr>
              <a:t>A”</a:t>
            </a:r>
            <a:r>
              <a:rPr lang="en-US" altLang="en-US" sz="2800" baseline="-25000" dirty="0" err="1">
                <a:sym typeface="Symbol" panose="05050102010706020507" pitchFamily="18" charset="2"/>
              </a:rPr>
              <a:t>i</a:t>
            </a:r>
            <a:endParaRPr lang="en-US" altLang="en-US" sz="2800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   </a:t>
            </a:r>
            <a:r>
              <a:rPr lang="en-US" altLang="en-US" sz="2800" b="1" dirty="0">
                <a:sym typeface="Symbol" panose="05050102010706020507" pitchFamily="18" charset="2"/>
              </a:rPr>
              <a:t>else</a:t>
            </a:r>
            <a:r>
              <a:rPr lang="en-US" altLang="en-US" sz="2800" dirty="0">
                <a:sym typeface="Symbol" panose="05050102010706020507" pitchFamily="18" charset="2"/>
              </a:rPr>
              <a:t> print “(”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	      PRINT-OPT-PARENS(</a:t>
            </a:r>
            <a:r>
              <a:rPr lang="en-US" altLang="en-US" sz="2800" dirty="0">
                <a:latin typeface="Comic Sans MS" panose="030F0702030302020204" pitchFamily="66" charset="0"/>
                <a:sym typeface="Symbol" panose="05050102010706020507" pitchFamily="18" charset="2"/>
              </a:rPr>
              <a:t>s, </a:t>
            </a:r>
            <a:r>
              <a:rPr lang="en-US" altLang="en-US" sz="2800" dirty="0" err="1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800" dirty="0">
                <a:latin typeface="Comic Sans MS" panose="030F0702030302020204" pitchFamily="66" charset="0"/>
                <a:sym typeface="Symbol" panose="05050102010706020507" pitchFamily="18" charset="2"/>
              </a:rPr>
              <a:t>, s[</a:t>
            </a:r>
            <a:r>
              <a:rPr lang="en-US" altLang="en-US" sz="2800" dirty="0" err="1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800" dirty="0">
                <a:latin typeface="Comic Sans MS" panose="030F0702030302020204" pitchFamily="66" charset="0"/>
                <a:sym typeface="Symbol" panose="05050102010706020507" pitchFamily="18" charset="2"/>
              </a:rPr>
              <a:t>, j]</a:t>
            </a:r>
            <a:r>
              <a:rPr lang="en-US" altLang="en-US" sz="2800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	      PRINT-OPT-PARENS(</a:t>
            </a:r>
            <a:r>
              <a:rPr lang="en-US" altLang="en-US" sz="2800" dirty="0">
                <a:latin typeface="Comic Sans MS" panose="030F0702030302020204" pitchFamily="66" charset="0"/>
                <a:sym typeface="Symbol" panose="05050102010706020507" pitchFamily="18" charset="2"/>
              </a:rPr>
              <a:t>s, s[</a:t>
            </a:r>
            <a:r>
              <a:rPr lang="en-US" altLang="en-US" sz="2800" dirty="0" err="1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800" dirty="0">
                <a:latin typeface="Comic Sans MS" panose="030F0702030302020204" pitchFamily="66" charset="0"/>
                <a:sym typeface="Symbol" panose="05050102010706020507" pitchFamily="18" charset="2"/>
              </a:rPr>
              <a:t>, j] + 1, j</a:t>
            </a:r>
            <a:r>
              <a:rPr lang="en-US" altLang="en-US" sz="2800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	      print “)”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3C41FC-F07A-4B1E-BC40-A77B5FE3D0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274271"/>
              </p:ext>
            </p:extLst>
          </p:nvPr>
        </p:nvGraphicFramePr>
        <p:xfrm>
          <a:off x="7130994" y="365125"/>
          <a:ext cx="196538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564">
                  <a:extLst>
                    <a:ext uri="{9D8B030D-6E8A-4147-A177-3AD203B41FA5}">
                      <a16:colId xmlns:a16="http://schemas.microsoft.com/office/drawing/2014/main" val="3932566811"/>
                    </a:ext>
                  </a:extLst>
                </a:gridCol>
                <a:gridCol w="327564">
                  <a:extLst>
                    <a:ext uri="{9D8B030D-6E8A-4147-A177-3AD203B41FA5}">
                      <a16:colId xmlns:a16="http://schemas.microsoft.com/office/drawing/2014/main" val="4109773433"/>
                    </a:ext>
                  </a:extLst>
                </a:gridCol>
                <a:gridCol w="327564">
                  <a:extLst>
                    <a:ext uri="{9D8B030D-6E8A-4147-A177-3AD203B41FA5}">
                      <a16:colId xmlns:a16="http://schemas.microsoft.com/office/drawing/2014/main" val="37439064"/>
                    </a:ext>
                  </a:extLst>
                </a:gridCol>
                <a:gridCol w="327564">
                  <a:extLst>
                    <a:ext uri="{9D8B030D-6E8A-4147-A177-3AD203B41FA5}">
                      <a16:colId xmlns:a16="http://schemas.microsoft.com/office/drawing/2014/main" val="1376157230"/>
                    </a:ext>
                  </a:extLst>
                </a:gridCol>
                <a:gridCol w="327564">
                  <a:extLst>
                    <a:ext uri="{9D8B030D-6E8A-4147-A177-3AD203B41FA5}">
                      <a16:colId xmlns:a16="http://schemas.microsoft.com/office/drawing/2014/main" val="4284092442"/>
                    </a:ext>
                  </a:extLst>
                </a:gridCol>
                <a:gridCol w="327564">
                  <a:extLst>
                    <a:ext uri="{9D8B030D-6E8A-4147-A177-3AD203B41FA5}">
                      <a16:colId xmlns:a16="http://schemas.microsoft.com/office/drawing/2014/main" val="1160760908"/>
                    </a:ext>
                  </a:extLst>
                </a:gridCol>
              </a:tblGrid>
              <a:tr h="350308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990988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31826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303986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255423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750967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10599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4C88894-E8EB-439C-8B29-08F09F4E428E}"/>
              </a:ext>
            </a:extLst>
          </p:cNvPr>
          <p:cNvSpPr txBox="1"/>
          <p:nvPr/>
        </p:nvSpPr>
        <p:spPr>
          <a:xfrm>
            <a:off x="8106234" y="2568670"/>
            <a:ext cx="94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S, 1, 6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BE2ADDB-D40B-49DF-8E2A-C6BD8D87ED72}"/>
              </a:ext>
            </a:extLst>
          </p:cNvPr>
          <p:cNvGrpSpPr/>
          <p:nvPr/>
        </p:nvGrpSpPr>
        <p:grpSpPr>
          <a:xfrm>
            <a:off x="7780004" y="2935361"/>
            <a:ext cx="1847849" cy="613887"/>
            <a:chOff x="8067676" y="3325773"/>
            <a:chExt cx="1847849" cy="613887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952997F-98D1-4C0E-8A63-A46A07FA9139}"/>
                </a:ext>
              </a:extLst>
            </p:cNvPr>
            <p:cNvCxnSpPr/>
            <p:nvPr/>
          </p:nvCxnSpPr>
          <p:spPr>
            <a:xfrm flipH="1">
              <a:off x="8067676" y="3355420"/>
              <a:ext cx="676275" cy="4402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3332BF1-673F-4EA5-AA1E-15A1F2289A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34413" y="3331607"/>
              <a:ext cx="123825" cy="6022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E52B4BB-93B0-4294-BD92-2212971FFA90}"/>
                </a:ext>
              </a:extLst>
            </p:cNvPr>
            <p:cNvCxnSpPr>
              <a:cxnSpLocks/>
            </p:cNvCxnSpPr>
            <p:nvPr/>
          </p:nvCxnSpPr>
          <p:spPr>
            <a:xfrm>
              <a:off x="8772528" y="3325773"/>
              <a:ext cx="352428" cy="6138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9B44B47-F34E-4C06-BEAD-22A784779110}"/>
                </a:ext>
              </a:extLst>
            </p:cNvPr>
            <p:cNvCxnSpPr>
              <a:cxnSpLocks/>
            </p:cNvCxnSpPr>
            <p:nvPr/>
          </p:nvCxnSpPr>
          <p:spPr>
            <a:xfrm>
              <a:off x="8758238" y="3343276"/>
              <a:ext cx="1157287" cy="4402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A89AABE-7E51-4B29-BACD-734A28542F4C}"/>
              </a:ext>
            </a:extLst>
          </p:cNvPr>
          <p:cNvSpPr txBox="1"/>
          <p:nvPr/>
        </p:nvSpPr>
        <p:spPr>
          <a:xfrm>
            <a:off x="7465678" y="3393157"/>
            <a:ext cx="314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(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3D9B64-2180-4106-A5AC-F39486886543}"/>
              </a:ext>
            </a:extLst>
          </p:cNvPr>
          <p:cNvSpPr txBox="1"/>
          <p:nvPr/>
        </p:nvSpPr>
        <p:spPr>
          <a:xfrm>
            <a:off x="7894309" y="3557341"/>
            <a:ext cx="94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S, 1, 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F9E4B5-DF4F-4647-87EB-25CF4495DD23}"/>
              </a:ext>
            </a:extLst>
          </p:cNvPr>
          <p:cNvSpPr txBox="1"/>
          <p:nvPr/>
        </p:nvSpPr>
        <p:spPr>
          <a:xfrm>
            <a:off x="8649160" y="3516982"/>
            <a:ext cx="94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S, 4, 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4084B2-4DF9-49DB-8A4D-8812E1B90E55}"/>
              </a:ext>
            </a:extLst>
          </p:cNvPr>
          <p:cNvSpPr txBox="1"/>
          <p:nvPr/>
        </p:nvSpPr>
        <p:spPr>
          <a:xfrm>
            <a:off x="9582610" y="3395301"/>
            <a:ext cx="423865" cy="367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)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76FED1E-BFD5-4CE6-A336-124FBB27A260}"/>
              </a:ext>
            </a:extLst>
          </p:cNvPr>
          <p:cNvGrpSpPr/>
          <p:nvPr/>
        </p:nvGrpSpPr>
        <p:grpSpPr>
          <a:xfrm>
            <a:off x="7674132" y="3902071"/>
            <a:ext cx="1414468" cy="675701"/>
            <a:chOff x="8067676" y="3325773"/>
            <a:chExt cx="1847849" cy="613887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ECA70F5-98F1-4826-9B18-92F8EECA59AD}"/>
                </a:ext>
              </a:extLst>
            </p:cNvPr>
            <p:cNvCxnSpPr/>
            <p:nvPr/>
          </p:nvCxnSpPr>
          <p:spPr>
            <a:xfrm flipH="1">
              <a:off x="8067676" y="3355420"/>
              <a:ext cx="676275" cy="4402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FFD7F74-85F0-4C78-8FEC-419FF92416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34413" y="3331607"/>
              <a:ext cx="123825" cy="6022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9451BF2-9886-44C9-A783-AD4DBA1D62F7}"/>
                </a:ext>
              </a:extLst>
            </p:cNvPr>
            <p:cNvCxnSpPr>
              <a:cxnSpLocks/>
            </p:cNvCxnSpPr>
            <p:nvPr/>
          </p:nvCxnSpPr>
          <p:spPr>
            <a:xfrm>
              <a:off x="8772528" y="3325773"/>
              <a:ext cx="352428" cy="6138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D71C843-C9DD-4C9E-BBE7-031DDD18FE40}"/>
                </a:ext>
              </a:extLst>
            </p:cNvPr>
            <p:cNvCxnSpPr>
              <a:cxnSpLocks/>
            </p:cNvCxnSpPr>
            <p:nvPr/>
          </p:nvCxnSpPr>
          <p:spPr>
            <a:xfrm>
              <a:off x="8758238" y="3343276"/>
              <a:ext cx="1157287" cy="4402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BF6A1234-7002-4FFC-B35F-2DC77ECF3254}"/>
              </a:ext>
            </a:extLst>
          </p:cNvPr>
          <p:cNvSpPr txBox="1"/>
          <p:nvPr/>
        </p:nvSpPr>
        <p:spPr>
          <a:xfrm>
            <a:off x="7359806" y="4386683"/>
            <a:ext cx="314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(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75475E-5300-491E-BE60-FE7F6CADA626}"/>
              </a:ext>
            </a:extLst>
          </p:cNvPr>
          <p:cNvSpPr txBox="1"/>
          <p:nvPr/>
        </p:nvSpPr>
        <p:spPr>
          <a:xfrm>
            <a:off x="7706813" y="4549854"/>
            <a:ext cx="94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S, 1, 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45E157-490B-46FC-9045-691EDE00B52D}"/>
              </a:ext>
            </a:extLst>
          </p:cNvPr>
          <p:cNvSpPr txBox="1"/>
          <p:nvPr/>
        </p:nvSpPr>
        <p:spPr>
          <a:xfrm>
            <a:off x="8405338" y="4540699"/>
            <a:ext cx="94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S, 2,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D1E1AB-3A02-40D8-ACBE-4526D1BFAE96}"/>
              </a:ext>
            </a:extLst>
          </p:cNvPr>
          <p:cNvSpPr txBox="1"/>
          <p:nvPr/>
        </p:nvSpPr>
        <p:spPr>
          <a:xfrm>
            <a:off x="9179883" y="4388827"/>
            <a:ext cx="423865" cy="367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)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F726064-FCA6-4A43-96A8-B4B6CF12798D}"/>
              </a:ext>
            </a:extLst>
          </p:cNvPr>
          <p:cNvGrpSpPr/>
          <p:nvPr/>
        </p:nvGrpSpPr>
        <p:grpSpPr>
          <a:xfrm>
            <a:off x="9154576" y="3806141"/>
            <a:ext cx="2431594" cy="795858"/>
            <a:chOff x="9154576" y="3806141"/>
            <a:chExt cx="2431594" cy="795858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0C4925F8-A8BD-498F-A0BA-D2AD5CE51D36}"/>
                </a:ext>
              </a:extLst>
            </p:cNvPr>
            <p:cNvCxnSpPr>
              <a:cxnSpLocks/>
            </p:cNvCxnSpPr>
            <p:nvPr/>
          </p:nvCxnSpPr>
          <p:spPr>
            <a:xfrm>
              <a:off x="9154576" y="3832352"/>
              <a:ext cx="541091" cy="7582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F2F3CB1-A8B5-4D8D-BF6D-3A8A8FA68572}"/>
                </a:ext>
              </a:extLst>
            </p:cNvPr>
            <p:cNvCxnSpPr>
              <a:cxnSpLocks/>
            </p:cNvCxnSpPr>
            <p:nvPr/>
          </p:nvCxnSpPr>
          <p:spPr>
            <a:xfrm>
              <a:off x="9165513" y="3806141"/>
              <a:ext cx="1060308" cy="795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38D42174-CE52-44C3-ACF2-BBEC5AF72F21}"/>
                </a:ext>
              </a:extLst>
            </p:cNvPr>
            <p:cNvCxnSpPr>
              <a:cxnSpLocks/>
            </p:cNvCxnSpPr>
            <p:nvPr/>
          </p:nvCxnSpPr>
          <p:spPr>
            <a:xfrm>
              <a:off x="9198176" y="3830074"/>
              <a:ext cx="1889677" cy="7716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861427DB-9D59-4270-806C-CA9104600685}"/>
                </a:ext>
              </a:extLst>
            </p:cNvPr>
            <p:cNvCxnSpPr>
              <a:cxnSpLocks/>
            </p:cNvCxnSpPr>
            <p:nvPr/>
          </p:nvCxnSpPr>
          <p:spPr>
            <a:xfrm>
              <a:off x="9170565" y="3830282"/>
              <a:ext cx="2415605" cy="6004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4302C66D-9D2E-4ED3-830E-755D1B0A387A}"/>
              </a:ext>
            </a:extLst>
          </p:cNvPr>
          <p:cNvSpPr txBox="1"/>
          <p:nvPr/>
        </p:nvSpPr>
        <p:spPr>
          <a:xfrm>
            <a:off x="9554469" y="4560602"/>
            <a:ext cx="314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(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76264D-B148-49B7-8F6A-A7851F9FA4B3}"/>
              </a:ext>
            </a:extLst>
          </p:cNvPr>
          <p:cNvSpPr txBox="1"/>
          <p:nvPr/>
        </p:nvSpPr>
        <p:spPr>
          <a:xfrm>
            <a:off x="9896115" y="4580504"/>
            <a:ext cx="94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S, 4, 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9D5396-4D35-42CD-94FB-22C99709AD3F}"/>
              </a:ext>
            </a:extLst>
          </p:cNvPr>
          <p:cNvSpPr txBox="1"/>
          <p:nvPr/>
        </p:nvSpPr>
        <p:spPr>
          <a:xfrm>
            <a:off x="10594640" y="4571349"/>
            <a:ext cx="94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S, 6, 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B15A8D4-0F0A-4902-8591-5A1B88F01D01}"/>
              </a:ext>
            </a:extLst>
          </p:cNvPr>
          <p:cNvSpPr txBox="1"/>
          <p:nvPr/>
        </p:nvSpPr>
        <p:spPr>
          <a:xfrm>
            <a:off x="11477835" y="4450712"/>
            <a:ext cx="423865" cy="367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)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BD70401-DA46-4CAF-9BDF-E72F31EB80DC}"/>
              </a:ext>
            </a:extLst>
          </p:cNvPr>
          <p:cNvCxnSpPr/>
          <p:nvPr/>
        </p:nvCxnSpPr>
        <p:spPr>
          <a:xfrm flipH="1">
            <a:off x="7836880" y="4948732"/>
            <a:ext cx="188392" cy="430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EDF3062D-15D2-4E78-BE08-3EA545C7A3A7}"/>
              </a:ext>
            </a:extLst>
          </p:cNvPr>
          <p:cNvSpPr txBox="1"/>
          <p:nvPr/>
        </p:nvSpPr>
        <p:spPr>
          <a:xfrm>
            <a:off x="7582164" y="5381673"/>
            <a:ext cx="44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</a:t>
            </a:r>
            <a:r>
              <a:rPr lang="en-US" b="1" baseline="-25000" dirty="0">
                <a:solidFill>
                  <a:srgbClr val="C00000"/>
                </a:solidFill>
              </a:rPr>
              <a:t>1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964BB93-A1DD-44B9-AE50-BB4618205453}"/>
              </a:ext>
            </a:extLst>
          </p:cNvPr>
          <p:cNvGrpSpPr/>
          <p:nvPr/>
        </p:nvGrpSpPr>
        <p:grpSpPr>
          <a:xfrm>
            <a:off x="8196454" y="4875920"/>
            <a:ext cx="1308749" cy="758238"/>
            <a:chOff x="8484126" y="5266332"/>
            <a:chExt cx="1330468" cy="675701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D1FAA943-428D-42ED-B3A9-BD7A2E5606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4126" y="5298964"/>
              <a:ext cx="517666" cy="4846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10BC66A-C9ED-45B1-9335-707D435465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17945" y="5272753"/>
              <a:ext cx="94784" cy="6628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96D3AE6A-F6BD-4E34-8D00-D8822E8372F4}"/>
                </a:ext>
              </a:extLst>
            </p:cNvPr>
            <p:cNvCxnSpPr>
              <a:cxnSpLocks/>
            </p:cNvCxnSpPr>
            <p:nvPr/>
          </p:nvCxnSpPr>
          <p:spPr>
            <a:xfrm>
              <a:off x="9023667" y="5266332"/>
              <a:ext cx="269772" cy="6757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EDFC1853-15D0-4336-A6CC-71072B9AD5E1}"/>
                </a:ext>
              </a:extLst>
            </p:cNvPr>
            <p:cNvCxnSpPr>
              <a:cxnSpLocks/>
            </p:cNvCxnSpPr>
            <p:nvPr/>
          </p:nvCxnSpPr>
          <p:spPr>
            <a:xfrm>
              <a:off x="9012729" y="5285597"/>
              <a:ext cx="801865" cy="5330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0C112F5B-D440-4B9A-A149-5879C5ADCBA3}"/>
              </a:ext>
            </a:extLst>
          </p:cNvPr>
          <p:cNvSpPr txBox="1"/>
          <p:nvPr/>
        </p:nvSpPr>
        <p:spPr>
          <a:xfrm>
            <a:off x="7953700" y="5315585"/>
            <a:ext cx="314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(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756D451-3F9F-457F-8C36-C8AF928B4194}"/>
              </a:ext>
            </a:extLst>
          </p:cNvPr>
          <p:cNvSpPr txBox="1"/>
          <p:nvPr/>
        </p:nvSpPr>
        <p:spPr>
          <a:xfrm>
            <a:off x="8121750" y="5486884"/>
            <a:ext cx="78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S, 2, 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745C693-1C01-4870-B7CF-79843676620B}"/>
              </a:ext>
            </a:extLst>
          </p:cNvPr>
          <p:cNvSpPr txBox="1"/>
          <p:nvPr/>
        </p:nvSpPr>
        <p:spPr>
          <a:xfrm>
            <a:off x="8708474" y="5566339"/>
            <a:ext cx="833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S, 3, 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1836786-E4E1-4B86-A7B6-0C1404548407}"/>
              </a:ext>
            </a:extLst>
          </p:cNvPr>
          <p:cNvSpPr txBox="1"/>
          <p:nvPr/>
        </p:nvSpPr>
        <p:spPr>
          <a:xfrm>
            <a:off x="9435881" y="5489602"/>
            <a:ext cx="423865" cy="367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)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8FB61A0-99D0-4A91-9903-C13161C786D1}"/>
              </a:ext>
            </a:extLst>
          </p:cNvPr>
          <p:cNvCxnSpPr/>
          <p:nvPr/>
        </p:nvCxnSpPr>
        <p:spPr>
          <a:xfrm flipH="1">
            <a:off x="8159347" y="5828829"/>
            <a:ext cx="188392" cy="430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F4859008-C2DB-47B2-9898-5878F14685E1}"/>
              </a:ext>
            </a:extLst>
          </p:cNvPr>
          <p:cNvSpPr txBox="1"/>
          <p:nvPr/>
        </p:nvSpPr>
        <p:spPr>
          <a:xfrm>
            <a:off x="7925332" y="6114352"/>
            <a:ext cx="44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</a:t>
            </a:r>
            <a:r>
              <a:rPr lang="en-US" b="1" baseline="-25000" dirty="0">
                <a:solidFill>
                  <a:srgbClr val="C00000"/>
                </a:solidFill>
              </a:rPr>
              <a:t>2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D7AB99F-DEC9-4428-A3E0-FC93A1E06883}"/>
              </a:ext>
            </a:extLst>
          </p:cNvPr>
          <p:cNvCxnSpPr>
            <a:cxnSpLocks/>
          </p:cNvCxnSpPr>
          <p:nvPr/>
        </p:nvCxnSpPr>
        <p:spPr>
          <a:xfrm>
            <a:off x="9135615" y="5873662"/>
            <a:ext cx="142379" cy="291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E3F1F112-0E94-475B-9381-0C23170937A1}"/>
              </a:ext>
            </a:extLst>
          </p:cNvPr>
          <p:cNvSpPr txBox="1"/>
          <p:nvPr/>
        </p:nvSpPr>
        <p:spPr>
          <a:xfrm>
            <a:off x="9198176" y="6054204"/>
            <a:ext cx="44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</a:t>
            </a:r>
            <a:r>
              <a:rPr lang="en-US" b="1" baseline="-25000" dirty="0">
                <a:solidFill>
                  <a:srgbClr val="C00000"/>
                </a:solidFill>
              </a:rPr>
              <a:t>3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42E2458-C479-4CCB-952B-97641C4BE512}"/>
              </a:ext>
            </a:extLst>
          </p:cNvPr>
          <p:cNvGrpSpPr/>
          <p:nvPr/>
        </p:nvGrpSpPr>
        <p:grpSpPr>
          <a:xfrm>
            <a:off x="9785684" y="4938537"/>
            <a:ext cx="1414468" cy="675701"/>
            <a:chOff x="8067676" y="3325773"/>
            <a:chExt cx="1847849" cy="613887"/>
          </a:xfrm>
        </p:grpSpPr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70D75CF3-F585-4C4B-B77F-497DAD0E8037}"/>
                </a:ext>
              </a:extLst>
            </p:cNvPr>
            <p:cNvCxnSpPr/>
            <p:nvPr/>
          </p:nvCxnSpPr>
          <p:spPr>
            <a:xfrm flipH="1">
              <a:off x="8067676" y="3355420"/>
              <a:ext cx="676275" cy="4402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CF925622-58C4-4A15-9429-C542B6D6D8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34413" y="3331607"/>
              <a:ext cx="123825" cy="6022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36636B85-3897-4FCE-BA4F-E253918D3F1B}"/>
                </a:ext>
              </a:extLst>
            </p:cNvPr>
            <p:cNvCxnSpPr>
              <a:cxnSpLocks/>
            </p:cNvCxnSpPr>
            <p:nvPr/>
          </p:nvCxnSpPr>
          <p:spPr>
            <a:xfrm>
              <a:off x="8772528" y="3325773"/>
              <a:ext cx="352428" cy="6138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232CD440-5CE5-4AB2-83F7-B2E32600854B}"/>
                </a:ext>
              </a:extLst>
            </p:cNvPr>
            <p:cNvCxnSpPr>
              <a:cxnSpLocks/>
            </p:cNvCxnSpPr>
            <p:nvPr/>
          </p:nvCxnSpPr>
          <p:spPr>
            <a:xfrm>
              <a:off x="8758238" y="3343276"/>
              <a:ext cx="1157287" cy="4402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5E1CCC52-F05E-4D69-876B-E55D1561BB24}"/>
              </a:ext>
            </a:extLst>
          </p:cNvPr>
          <p:cNvSpPr txBox="1"/>
          <p:nvPr/>
        </p:nvSpPr>
        <p:spPr>
          <a:xfrm>
            <a:off x="9615816" y="5389164"/>
            <a:ext cx="314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(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F256A0F-FBBC-4C55-BBC0-B43B89CC6DFB}"/>
              </a:ext>
            </a:extLst>
          </p:cNvPr>
          <p:cNvSpPr txBox="1"/>
          <p:nvPr/>
        </p:nvSpPr>
        <p:spPr>
          <a:xfrm>
            <a:off x="9710980" y="5549501"/>
            <a:ext cx="94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S, 4, 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5A3F5C-C0BF-4FFE-9E4E-A1FA402FC818}"/>
              </a:ext>
            </a:extLst>
          </p:cNvPr>
          <p:cNvSpPr txBox="1"/>
          <p:nvPr/>
        </p:nvSpPr>
        <p:spPr>
          <a:xfrm>
            <a:off x="10394182" y="5554502"/>
            <a:ext cx="94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S, 5, 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53F25B4-EB6F-4C44-BE05-940CCA23360D}"/>
              </a:ext>
            </a:extLst>
          </p:cNvPr>
          <p:cNvSpPr txBox="1"/>
          <p:nvPr/>
        </p:nvSpPr>
        <p:spPr>
          <a:xfrm>
            <a:off x="11221008" y="5317911"/>
            <a:ext cx="423865" cy="367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)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9141EBA-1C3E-4144-B775-CDA07EC3BA01}"/>
              </a:ext>
            </a:extLst>
          </p:cNvPr>
          <p:cNvCxnSpPr>
            <a:cxnSpLocks/>
          </p:cNvCxnSpPr>
          <p:nvPr/>
        </p:nvCxnSpPr>
        <p:spPr>
          <a:xfrm>
            <a:off x="11190178" y="4923188"/>
            <a:ext cx="341493" cy="254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DC1C6F56-925C-4BC5-BA64-A738BD000E6E}"/>
              </a:ext>
            </a:extLst>
          </p:cNvPr>
          <p:cNvSpPr txBox="1"/>
          <p:nvPr/>
        </p:nvSpPr>
        <p:spPr>
          <a:xfrm>
            <a:off x="11477834" y="5154468"/>
            <a:ext cx="42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</a:t>
            </a:r>
            <a:r>
              <a:rPr lang="en-US" b="1" baseline="-25000" dirty="0">
                <a:solidFill>
                  <a:srgbClr val="C00000"/>
                </a:solidFill>
              </a:rPr>
              <a:t>6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4D836E2-2557-47B3-B6DD-0C31F1291A83}"/>
              </a:ext>
            </a:extLst>
          </p:cNvPr>
          <p:cNvCxnSpPr/>
          <p:nvPr/>
        </p:nvCxnSpPr>
        <p:spPr>
          <a:xfrm flipH="1">
            <a:off x="9904165" y="5873662"/>
            <a:ext cx="188392" cy="430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7BBAC552-F547-4BCD-B711-1F559D92E2D6}"/>
              </a:ext>
            </a:extLst>
          </p:cNvPr>
          <p:cNvSpPr txBox="1"/>
          <p:nvPr/>
        </p:nvSpPr>
        <p:spPr>
          <a:xfrm>
            <a:off x="9670150" y="6159185"/>
            <a:ext cx="44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</a:t>
            </a:r>
            <a:r>
              <a:rPr lang="en-US" b="1" baseline="-25000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6BF3133-F961-41B7-913E-9B6C15A29566}"/>
              </a:ext>
            </a:extLst>
          </p:cNvPr>
          <p:cNvSpPr txBox="1"/>
          <p:nvPr/>
        </p:nvSpPr>
        <p:spPr>
          <a:xfrm>
            <a:off x="10833247" y="6152507"/>
            <a:ext cx="44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</a:t>
            </a:r>
            <a:r>
              <a:rPr lang="en-US" b="1" baseline="-25000" dirty="0">
                <a:solidFill>
                  <a:srgbClr val="C00000"/>
                </a:solidFill>
              </a:rPr>
              <a:t>5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FB9FA0B-1D95-4F10-A106-DD0098AF4122}"/>
              </a:ext>
            </a:extLst>
          </p:cNvPr>
          <p:cNvCxnSpPr>
            <a:cxnSpLocks/>
          </p:cNvCxnSpPr>
          <p:nvPr/>
        </p:nvCxnSpPr>
        <p:spPr>
          <a:xfrm>
            <a:off x="10859732" y="5873662"/>
            <a:ext cx="142379" cy="291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DC6D3AE1-0997-4563-84CB-3CEE1CBF0E48}"/>
              </a:ext>
            </a:extLst>
          </p:cNvPr>
          <p:cNvSpPr txBox="1"/>
          <p:nvPr/>
        </p:nvSpPr>
        <p:spPr>
          <a:xfrm>
            <a:off x="2866490" y="6219241"/>
            <a:ext cx="3904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((A</a:t>
            </a:r>
            <a:r>
              <a:rPr lang="en-US" sz="2800" b="1" baseline="-25000" dirty="0">
                <a:solidFill>
                  <a:srgbClr val="C00000"/>
                </a:solidFill>
              </a:rPr>
              <a:t>1</a:t>
            </a:r>
            <a:r>
              <a:rPr lang="en-US" sz="2800" b="1" dirty="0">
                <a:solidFill>
                  <a:srgbClr val="C00000"/>
                </a:solidFill>
              </a:rPr>
              <a:t>(A</a:t>
            </a:r>
            <a:r>
              <a:rPr lang="en-US" sz="2800" b="1" baseline="-25000" dirty="0">
                <a:solidFill>
                  <a:srgbClr val="C00000"/>
                </a:solidFill>
              </a:rPr>
              <a:t>2</a:t>
            </a:r>
            <a:r>
              <a:rPr lang="en-US" sz="2800" b="1" dirty="0">
                <a:solidFill>
                  <a:srgbClr val="C00000"/>
                </a:solidFill>
              </a:rPr>
              <a:t>A</a:t>
            </a:r>
            <a:r>
              <a:rPr lang="en-US" sz="2800" b="1" baseline="-25000" dirty="0">
                <a:solidFill>
                  <a:srgbClr val="C00000"/>
                </a:solidFill>
              </a:rPr>
              <a:t>3</a:t>
            </a:r>
            <a:r>
              <a:rPr lang="en-US" sz="2800" b="1" dirty="0">
                <a:solidFill>
                  <a:srgbClr val="C00000"/>
                </a:solidFill>
              </a:rPr>
              <a:t>))((A</a:t>
            </a:r>
            <a:r>
              <a:rPr lang="en-US" sz="2800" b="1" baseline="-25000" dirty="0">
                <a:solidFill>
                  <a:srgbClr val="C00000"/>
                </a:solidFill>
              </a:rPr>
              <a:t>4</a:t>
            </a:r>
            <a:r>
              <a:rPr lang="en-US" sz="2800" b="1" dirty="0">
                <a:solidFill>
                  <a:srgbClr val="C00000"/>
                </a:solidFill>
              </a:rPr>
              <a:t>A</a:t>
            </a:r>
            <a:r>
              <a:rPr lang="en-US" sz="2800" b="1" baseline="-25000" dirty="0">
                <a:solidFill>
                  <a:srgbClr val="C00000"/>
                </a:solidFill>
              </a:rPr>
              <a:t>5</a:t>
            </a:r>
            <a:r>
              <a:rPr lang="en-US" sz="2800" b="1" dirty="0">
                <a:solidFill>
                  <a:srgbClr val="C00000"/>
                </a:solidFill>
              </a:rPr>
              <a:t>)A</a:t>
            </a:r>
            <a:r>
              <a:rPr lang="en-US" sz="2800" b="1" baseline="-25000" dirty="0">
                <a:solidFill>
                  <a:srgbClr val="C00000"/>
                </a:solidFill>
              </a:rPr>
              <a:t>6</a:t>
            </a:r>
            <a:r>
              <a:rPr lang="en-US" sz="2800" b="1" dirty="0">
                <a:solidFill>
                  <a:srgbClr val="C00000"/>
                </a:solidFill>
              </a:rPr>
              <a:t>))</a:t>
            </a:r>
          </a:p>
        </p:txBody>
      </p:sp>
      <p:sp>
        <p:nvSpPr>
          <p:cNvPr id="110" name="Slide Number Placeholder 109">
            <a:extLst>
              <a:ext uri="{FF2B5EF4-FFF2-40B4-BE49-F238E27FC236}">
                <a16:creationId xmlns:a16="http://schemas.microsoft.com/office/drawing/2014/main" id="{1F45809A-43BF-4590-8204-6204B6E60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29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1" grpId="0"/>
      <p:bldP spid="22" grpId="0"/>
      <p:bldP spid="23" grpId="0"/>
      <p:bldP spid="24" grpId="0"/>
      <p:bldP spid="33" grpId="0"/>
      <p:bldP spid="34" grpId="0"/>
      <p:bldP spid="35" grpId="0"/>
      <p:bldP spid="36" grpId="0"/>
      <p:bldP spid="42" grpId="0"/>
      <p:bldP spid="43" grpId="0"/>
      <p:bldP spid="44" grpId="0"/>
      <p:bldP spid="45" grpId="0"/>
      <p:bldP spid="63" grpId="0"/>
      <p:bldP spid="69" grpId="0"/>
      <p:bldP spid="70" grpId="0"/>
      <p:bldP spid="71" grpId="0"/>
      <p:bldP spid="72" grpId="0"/>
      <p:bldP spid="76" grpId="0"/>
      <p:bldP spid="78" grpId="0"/>
      <p:bldP spid="87" grpId="0"/>
      <p:bldP spid="88" grpId="0"/>
      <p:bldP spid="89" grpId="0"/>
      <p:bldP spid="90" grpId="0"/>
      <p:bldP spid="98" grpId="0"/>
      <p:bldP spid="105" grpId="0"/>
      <p:bldP spid="106" grpId="0"/>
      <p:bldP spid="10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26186-5642-4A6B-8C67-6A33AA683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2DFE2-79F6-4FCA-A1E1-A74447201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chain of 4 matrices with the size 30, 35, 10, 15, 12.</a:t>
            </a:r>
          </a:p>
          <a:p>
            <a:pPr marL="914400" lvl="2" indent="0">
              <a:buNone/>
            </a:pPr>
            <a:r>
              <a:rPr lang="en-US" sz="2800" b="1" dirty="0"/>
              <a:t>A1 – 30 x 35</a:t>
            </a:r>
          </a:p>
          <a:p>
            <a:pPr marL="914400" lvl="2" indent="0">
              <a:buNone/>
            </a:pPr>
            <a:r>
              <a:rPr lang="en-US" sz="2800" b="1" dirty="0"/>
              <a:t>A2 – 35 x 10</a:t>
            </a:r>
          </a:p>
          <a:p>
            <a:pPr marL="914400" lvl="2" indent="0">
              <a:buNone/>
            </a:pPr>
            <a:r>
              <a:rPr lang="en-US" sz="2800" b="1" dirty="0"/>
              <a:t>A3 – 10 x 15</a:t>
            </a:r>
          </a:p>
          <a:p>
            <a:pPr marL="914400" lvl="2" indent="0">
              <a:buNone/>
            </a:pPr>
            <a:r>
              <a:rPr lang="en-US" sz="2800" b="1" dirty="0"/>
              <a:t>A4 – 15 x 12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A9F3AE-34CA-4E8F-AEA4-5D3656F32207}"/>
              </a:ext>
            </a:extLst>
          </p:cNvPr>
          <p:cNvSpPr txBox="1"/>
          <p:nvPr/>
        </p:nvSpPr>
        <p:spPr>
          <a:xfrm>
            <a:off x="7284378" y="3011122"/>
            <a:ext cx="132536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</a:t>
            </a:r>
            <a:r>
              <a:rPr lang="en-US" sz="2800" b="1" baseline="-25000" dirty="0"/>
              <a:t>0</a:t>
            </a:r>
            <a:r>
              <a:rPr lang="en-US" sz="2800" b="1" dirty="0"/>
              <a:t> = 30</a:t>
            </a:r>
          </a:p>
          <a:p>
            <a:r>
              <a:rPr lang="en-US" sz="2800" b="1" dirty="0"/>
              <a:t>P</a:t>
            </a:r>
            <a:r>
              <a:rPr lang="en-US" sz="2800" b="1" baseline="-25000" dirty="0"/>
              <a:t>1</a:t>
            </a:r>
            <a:r>
              <a:rPr lang="en-US" sz="2800" b="1" dirty="0"/>
              <a:t> = 35</a:t>
            </a:r>
          </a:p>
          <a:p>
            <a:r>
              <a:rPr lang="en-US" sz="2800" b="1" dirty="0"/>
              <a:t>P</a:t>
            </a:r>
            <a:r>
              <a:rPr lang="en-US" sz="2800" b="1" baseline="-25000" dirty="0"/>
              <a:t>2</a:t>
            </a:r>
            <a:r>
              <a:rPr lang="en-US" sz="2800" b="1" dirty="0"/>
              <a:t> = 10</a:t>
            </a:r>
          </a:p>
          <a:p>
            <a:r>
              <a:rPr lang="en-US" sz="2800" b="1" dirty="0"/>
              <a:t>P</a:t>
            </a:r>
            <a:r>
              <a:rPr lang="en-US" sz="2800" b="1" baseline="-25000" dirty="0"/>
              <a:t>3</a:t>
            </a:r>
            <a:r>
              <a:rPr lang="en-US" sz="2800" b="1" dirty="0"/>
              <a:t> = 15</a:t>
            </a:r>
          </a:p>
          <a:p>
            <a:r>
              <a:rPr lang="en-US" sz="2800" b="1" dirty="0"/>
              <a:t>P</a:t>
            </a:r>
            <a:r>
              <a:rPr lang="en-US" sz="2800" b="1" baseline="-25000" dirty="0"/>
              <a:t>4 </a:t>
            </a:r>
            <a:r>
              <a:rPr lang="en-US" sz="2800" b="1" dirty="0"/>
              <a:t>= 12</a:t>
            </a:r>
          </a:p>
          <a:p>
            <a:endParaRPr lang="en-US" sz="28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FC983B-F30C-4BDE-B56A-DCC43108F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7302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58E70-9F89-4C1A-BAAC-27EFEDF0C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1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A8D5596-5442-476E-AD45-45BC49368D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6969370"/>
              </p:ext>
            </p:extLst>
          </p:nvPr>
        </p:nvGraphicFramePr>
        <p:xfrm>
          <a:off x="745478" y="2552298"/>
          <a:ext cx="332803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90">
                  <a:extLst>
                    <a:ext uri="{9D8B030D-6E8A-4147-A177-3AD203B41FA5}">
                      <a16:colId xmlns:a16="http://schemas.microsoft.com/office/drawing/2014/main" val="3261037095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1716428225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3415595794"/>
                    </a:ext>
                  </a:extLst>
                </a:gridCol>
                <a:gridCol w="698818">
                  <a:extLst>
                    <a:ext uri="{9D8B030D-6E8A-4147-A177-3AD203B41FA5}">
                      <a16:colId xmlns:a16="http://schemas.microsoft.com/office/drawing/2014/main" val="3980101353"/>
                    </a:ext>
                  </a:extLst>
                </a:gridCol>
                <a:gridCol w="698818">
                  <a:extLst>
                    <a:ext uri="{9D8B030D-6E8A-4147-A177-3AD203B41FA5}">
                      <a16:colId xmlns:a16="http://schemas.microsoft.com/office/drawing/2014/main" val="38097197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11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15900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325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5250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348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737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2927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311F5D4-075B-437E-99B5-E9C3B97DE77D}"/>
              </a:ext>
            </a:extLst>
          </p:cNvPr>
          <p:cNvSpPr txBox="1"/>
          <p:nvPr/>
        </p:nvSpPr>
        <p:spPr>
          <a:xfrm>
            <a:off x="1875142" y="4990783"/>
            <a:ext cx="13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 - table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CDC514-6042-4BDA-AC29-77AAAFE08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089904"/>
              </p:ext>
            </p:extLst>
          </p:nvPr>
        </p:nvGraphicFramePr>
        <p:xfrm>
          <a:off x="5282823" y="2491117"/>
          <a:ext cx="2300290" cy="1789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58">
                  <a:extLst>
                    <a:ext uri="{9D8B030D-6E8A-4147-A177-3AD203B41FA5}">
                      <a16:colId xmlns:a16="http://schemas.microsoft.com/office/drawing/2014/main" val="3932566811"/>
                    </a:ext>
                  </a:extLst>
                </a:gridCol>
                <a:gridCol w="460058">
                  <a:extLst>
                    <a:ext uri="{9D8B030D-6E8A-4147-A177-3AD203B41FA5}">
                      <a16:colId xmlns:a16="http://schemas.microsoft.com/office/drawing/2014/main" val="4109773433"/>
                    </a:ext>
                  </a:extLst>
                </a:gridCol>
                <a:gridCol w="460058">
                  <a:extLst>
                    <a:ext uri="{9D8B030D-6E8A-4147-A177-3AD203B41FA5}">
                      <a16:colId xmlns:a16="http://schemas.microsoft.com/office/drawing/2014/main" val="37439064"/>
                    </a:ext>
                  </a:extLst>
                </a:gridCol>
                <a:gridCol w="460058">
                  <a:extLst>
                    <a:ext uri="{9D8B030D-6E8A-4147-A177-3AD203B41FA5}">
                      <a16:colId xmlns:a16="http://schemas.microsoft.com/office/drawing/2014/main" val="1376157230"/>
                    </a:ext>
                  </a:extLst>
                </a:gridCol>
                <a:gridCol w="460058">
                  <a:extLst>
                    <a:ext uri="{9D8B030D-6E8A-4147-A177-3AD203B41FA5}">
                      <a16:colId xmlns:a16="http://schemas.microsoft.com/office/drawing/2014/main" val="4284092442"/>
                    </a:ext>
                  </a:extLst>
                </a:gridCol>
              </a:tblGrid>
              <a:tr h="447463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990988"/>
                  </a:ext>
                </a:extLst>
              </a:tr>
              <a:tr h="44746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255423"/>
                  </a:ext>
                </a:extLst>
              </a:tr>
              <a:tr h="44746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750967"/>
                  </a:ext>
                </a:extLst>
              </a:tr>
              <a:tr h="44746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10599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3E414E3-0B65-46A9-8926-32AECBA4AF4E}"/>
              </a:ext>
            </a:extLst>
          </p:cNvPr>
          <p:cNvSpPr txBox="1"/>
          <p:nvPr/>
        </p:nvSpPr>
        <p:spPr>
          <a:xfrm>
            <a:off x="5949275" y="4990784"/>
            <a:ext cx="13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 - table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DEFBB2-4C60-497E-BF9F-9AD6BC9EFDD2}"/>
              </a:ext>
            </a:extLst>
          </p:cNvPr>
          <p:cNvSpPr/>
          <p:nvPr/>
        </p:nvSpPr>
        <p:spPr>
          <a:xfrm>
            <a:off x="1142345" y="4121774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85609B-6778-4E60-B76B-1A33BE257783}"/>
              </a:ext>
            </a:extLst>
          </p:cNvPr>
          <p:cNvSpPr/>
          <p:nvPr/>
        </p:nvSpPr>
        <p:spPr>
          <a:xfrm>
            <a:off x="1177092" y="3762266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EC653E-CFBA-49DE-B62C-97EE3E4D2948}"/>
              </a:ext>
            </a:extLst>
          </p:cNvPr>
          <p:cNvSpPr/>
          <p:nvPr/>
        </p:nvSpPr>
        <p:spPr>
          <a:xfrm>
            <a:off x="1177092" y="3351270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2E78D9A-34F7-4A25-90E4-61ACC9333188}"/>
              </a:ext>
            </a:extLst>
          </p:cNvPr>
          <p:cNvSpPr/>
          <p:nvPr/>
        </p:nvSpPr>
        <p:spPr>
          <a:xfrm>
            <a:off x="1177092" y="2974881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8C09ADD-C748-489A-A201-3B27A05D4C07}"/>
              </a:ext>
            </a:extLst>
          </p:cNvPr>
          <p:cNvSpPr/>
          <p:nvPr/>
        </p:nvSpPr>
        <p:spPr>
          <a:xfrm>
            <a:off x="1944552" y="3733266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39D679-F1AF-485A-9ADE-1AD655574858}"/>
              </a:ext>
            </a:extLst>
          </p:cNvPr>
          <p:cNvSpPr/>
          <p:nvPr/>
        </p:nvSpPr>
        <p:spPr>
          <a:xfrm>
            <a:off x="1990878" y="3357681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B0E42EA-5517-4DEA-A978-F6D87AF15CB8}"/>
              </a:ext>
            </a:extLst>
          </p:cNvPr>
          <p:cNvSpPr/>
          <p:nvPr/>
        </p:nvSpPr>
        <p:spPr>
          <a:xfrm>
            <a:off x="1950008" y="3034550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20B9AEF-8B2F-49DA-AEDF-64A7CF7EF514}"/>
              </a:ext>
            </a:extLst>
          </p:cNvPr>
          <p:cNvSpPr/>
          <p:nvPr/>
        </p:nvSpPr>
        <p:spPr>
          <a:xfrm>
            <a:off x="2767012" y="2982096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C18872F-A7A4-453D-BFC6-37F033A4E66C}"/>
              </a:ext>
            </a:extLst>
          </p:cNvPr>
          <p:cNvSpPr/>
          <p:nvPr/>
        </p:nvSpPr>
        <p:spPr>
          <a:xfrm>
            <a:off x="2739103" y="3351271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9D3C8E-3E59-4706-A90B-29EAEA387BF1}"/>
              </a:ext>
            </a:extLst>
          </p:cNvPr>
          <p:cNvSpPr/>
          <p:nvPr/>
        </p:nvSpPr>
        <p:spPr>
          <a:xfrm>
            <a:off x="3451064" y="3037314"/>
            <a:ext cx="579972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D343426-CABC-45F7-B1F1-7C491E7112EE}"/>
              </a:ext>
            </a:extLst>
          </p:cNvPr>
          <p:cNvSpPr/>
          <p:nvPr/>
        </p:nvSpPr>
        <p:spPr>
          <a:xfrm>
            <a:off x="5793601" y="3896942"/>
            <a:ext cx="347290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5EC3555-E1D4-42D3-BB98-46B0E6D2B747}"/>
              </a:ext>
            </a:extLst>
          </p:cNvPr>
          <p:cNvSpPr/>
          <p:nvPr/>
        </p:nvSpPr>
        <p:spPr>
          <a:xfrm>
            <a:off x="6265940" y="3507697"/>
            <a:ext cx="347290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48B69EF-3A38-4913-96C0-8F2A5D12A62C}"/>
              </a:ext>
            </a:extLst>
          </p:cNvPr>
          <p:cNvSpPr/>
          <p:nvPr/>
        </p:nvSpPr>
        <p:spPr>
          <a:xfrm>
            <a:off x="6673884" y="3022985"/>
            <a:ext cx="347290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CD5A40F-F101-4845-AA2C-E2A723DD2616}"/>
              </a:ext>
            </a:extLst>
          </p:cNvPr>
          <p:cNvSpPr/>
          <p:nvPr/>
        </p:nvSpPr>
        <p:spPr>
          <a:xfrm>
            <a:off x="5775630" y="3499347"/>
            <a:ext cx="347290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0F0D9D7-F772-4C5A-A101-0EADC632997D}"/>
              </a:ext>
            </a:extLst>
          </p:cNvPr>
          <p:cNvSpPr/>
          <p:nvPr/>
        </p:nvSpPr>
        <p:spPr>
          <a:xfrm>
            <a:off x="6265940" y="2989064"/>
            <a:ext cx="347290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E4BB27B-2715-457D-82FC-999837D45538}"/>
              </a:ext>
            </a:extLst>
          </p:cNvPr>
          <p:cNvSpPr/>
          <p:nvPr/>
        </p:nvSpPr>
        <p:spPr>
          <a:xfrm>
            <a:off x="5798083" y="2999339"/>
            <a:ext cx="347290" cy="19958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5515101-6DC6-4254-BDE1-0AAC345C6372}"/>
                  </a:ext>
                </a:extLst>
              </p14:cNvPr>
              <p14:cNvContentPartPr/>
              <p14:nvPr/>
            </p14:nvContentPartPr>
            <p14:xfrm>
              <a:off x="7860600" y="1558440"/>
              <a:ext cx="4169160" cy="4904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5515101-6DC6-4254-BDE1-0AAC345C63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51240" y="1549080"/>
                <a:ext cx="4187880" cy="4923360"/>
              </a:xfrm>
              <a:prstGeom prst="rect">
                <a:avLst/>
              </a:prstGeom>
            </p:spPr>
          </p:pic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42B41746-748E-4693-9C78-49679F57ABB0}"/>
              </a:ext>
            </a:extLst>
          </p:cNvPr>
          <p:cNvSpPr txBox="1"/>
          <p:nvPr/>
        </p:nvSpPr>
        <p:spPr>
          <a:xfrm>
            <a:off x="2866490" y="5775123"/>
            <a:ext cx="3904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((A</a:t>
            </a:r>
            <a:r>
              <a:rPr lang="en-US" sz="2800" b="1" baseline="-25000" dirty="0">
                <a:solidFill>
                  <a:srgbClr val="C00000"/>
                </a:solidFill>
              </a:rPr>
              <a:t>1</a:t>
            </a:r>
            <a:r>
              <a:rPr lang="en-US" sz="2800" b="1" dirty="0">
                <a:solidFill>
                  <a:srgbClr val="C00000"/>
                </a:solidFill>
              </a:rPr>
              <a:t>A</a:t>
            </a:r>
            <a:r>
              <a:rPr lang="en-US" sz="2800" b="1" baseline="-25000" dirty="0">
                <a:solidFill>
                  <a:srgbClr val="C00000"/>
                </a:solidFill>
              </a:rPr>
              <a:t>2</a:t>
            </a:r>
            <a:r>
              <a:rPr lang="en-US" sz="2800" b="1" dirty="0">
                <a:solidFill>
                  <a:srgbClr val="C00000"/>
                </a:solidFill>
              </a:rPr>
              <a:t>)(A</a:t>
            </a:r>
            <a:r>
              <a:rPr lang="en-US" sz="2800" b="1" baseline="-25000" dirty="0">
                <a:solidFill>
                  <a:srgbClr val="C00000"/>
                </a:solidFill>
              </a:rPr>
              <a:t>3</a:t>
            </a:r>
            <a:r>
              <a:rPr lang="en-US" sz="2800" b="1" dirty="0">
                <a:solidFill>
                  <a:srgbClr val="C00000"/>
                </a:solidFill>
              </a:rPr>
              <a:t>A</a:t>
            </a:r>
            <a:r>
              <a:rPr lang="en-US" sz="2800" b="1" baseline="-25000" dirty="0">
                <a:solidFill>
                  <a:srgbClr val="C00000"/>
                </a:solidFill>
              </a:rPr>
              <a:t>4</a:t>
            </a:r>
            <a:r>
              <a:rPr lang="en-US" sz="2800" b="1" dirty="0">
                <a:solidFill>
                  <a:srgbClr val="C00000"/>
                </a:solidFill>
              </a:rPr>
              <a:t>))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B89E72-E553-4572-83A1-F8A10C1F8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82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4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349F-A1F6-4563-B928-6E433336C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Longest Common Subsequence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CF127-16FB-4B3D-82E0-CA3B1AEDA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Given two sequences</a:t>
            </a:r>
          </a:p>
          <a:p>
            <a:pPr>
              <a:buFontTx/>
              <a:buNone/>
            </a:pPr>
            <a:r>
              <a:rPr lang="en-US" altLang="en-US" dirty="0"/>
              <a:t>		X = </a:t>
            </a:r>
            <a:r>
              <a:rPr lang="en-US" altLang="en-US" dirty="0">
                <a:sym typeface="Symbol" panose="05050102010706020507" pitchFamily="18" charset="2"/>
              </a:rPr>
              <a:t>x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, x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, …, </a:t>
            </a:r>
            <a:r>
              <a:rPr lang="en-US" altLang="en-US" dirty="0" err="1">
                <a:sym typeface="Symbol" panose="05050102010706020507" pitchFamily="18" charset="2"/>
              </a:rPr>
              <a:t>x</a:t>
            </a:r>
            <a:r>
              <a:rPr lang="en-US" altLang="en-US" baseline="-25000" dirty="0" err="1">
                <a:sym typeface="Symbol" panose="05050102010706020507" pitchFamily="18" charset="2"/>
              </a:rPr>
              <a:t>m</a:t>
            </a:r>
            <a:r>
              <a:rPr lang="en-US" altLang="en-US" dirty="0">
                <a:sym typeface="Symbol" panose="05050102010706020507" pitchFamily="18" charset="2"/>
              </a:rPr>
              <a:t></a:t>
            </a:r>
          </a:p>
          <a:p>
            <a:pPr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		</a:t>
            </a:r>
            <a:r>
              <a:rPr lang="en-US" altLang="en-US" dirty="0"/>
              <a:t>Y = </a:t>
            </a:r>
            <a:r>
              <a:rPr lang="en-US" altLang="en-US" dirty="0">
                <a:sym typeface="Symbol" panose="05050102010706020507" pitchFamily="18" charset="2"/>
              </a:rPr>
              <a:t>y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, y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, …, </a:t>
            </a:r>
            <a:r>
              <a:rPr lang="en-US" altLang="en-US" dirty="0" err="1">
                <a:sym typeface="Symbol" panose="05050102010706020507" pitchFamily="18" charset="2"/>
              </a:rPr>
              <a:t>y</a:t>
            </a:r>
            <a:r>
              <a:rPr lang="en-US" altLang="en-US" baseline="-25000" dirty="0" err="1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</a:t>
            </a:r>
          </a:p>
          <a:p>
            <a:pPr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	find a maximum length common subsequence (LCS) of X and Y</a:t>
            </a:r>
          </a:p>
          <a:p>
            <a:r>
              <a:rPr lang="en-US" altLang="en-US" dirty="0">
                <a:solidFill>
                  <a:srgbClr val="FF0000"/>
                </a:solidFill>
                <a:latin typeface="Monotype Corsiva" panose="03010101010201010101" pitchFamily="66" charset="0"/>
                <a:sym typeface="Symbol" panose="05050102010706020507" pitchFamily="18" charset="2"/>
              </a:rPr>
              <a:t>E.g.: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</a:p>
          <a:p>
            <a:pPr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		X = A, B, C, B, D, A, B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Subsequences of X: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A subset of elements in the sequence taken in order</a:t>
            </a:r>
          </a:p>
          <a:p>
            <a:pPr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	 	A, B, D, B, C, D, B, etc.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CF70A-F7B2-4782-9A7C-16485933C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3977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378" name="Rectangle 2">
            <a:extLst>
              <a:ext uri="{FF2B5EF4-FFF2-40B4-BE49-F238E27FC236}">
                <a16:creationId xmlns:a16="http://schemas.microsoft.com/office/drawing/2014/main" id="{87966EF2-C4ED-4525-9A8B-0E38F55B4C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Example</a:t>
            </a:r>
          </a:p>
        </p:txBody>
      </p:sp>
      <p:sp>
        <p:nvSpPr>
          <p:cNvPr id="741379" name="Rectangle 3">
            <a:extLst>
              <a:ext uri="{FF2B5EF4-FFF2-40B4-BE49-F238E27FC236}">
                <a16:creationId xmlns:a16="http://schemas.microsoft.com/office/drawing/2014/main" id="{0E694BF4-D1CD-45F2-A908-CADCD280A9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214439"/>
            <a:ext cx="10515600" cy="5291137"/>
          </a:xfrm>
        </p:spPr>
        <p:txBody>
          <a:bodyPr/>
          <a:lstStyle/>
          <a:p>
            <a:pPr>
              <a:buFontTx/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X = A, B, C, B, D, A, B       X = A, B, C, B, D, A, B</a:t>
            </a:r>
          </a:p>
          <a:p>
            <a:pPr>
              <a:buFontTx/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Y = B, D, C, A, B, A	        Y = B, D, C, A, B, A</a:t>
            </a:r>
          </a:p>
          <a:p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B, C, B, A and B, D, A, B are longest common subsequences of X and Y (length = 4) </a:t>
            </a:r>
          </a:p>
          <a:p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B, C, A, however is not a LCS of X and Y</a:t>
            </a:r>
          </a:p>
        </p:txBody>
      </p:sp>
      <p:sp>
        <p:nvSpPr>
          <p:cNvPr id="741380" name="Line 4">
            <a:extLst>
              <a:ext uri="{FF2B5EF4-FFF2-40B4-BE49-F238E27FC236}">
                <a16:creationId xmlns:a16="http://schemas.microsoft.com/office/drawing/2014/main" id="{453520F1-9B61-4D16-B778-4D1B346042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14500" y="2132014"/>
            <a:ext cx="377825" cy="636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1381" name="Line 5">
            <a:extLst>
              <a:ext uri="{FF2B5EF4-FFF2-40B4-BE49-F238E27FC236}">
                <a16:creationId xmlns:a16="http://schemas.microsoft.com/office/drawing/2014/main" id="{54102A2E-51C5-489F-83F1-4A21A5875B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8635" y="2146300"/>
            <a:ext cx="0" cy="657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1382" name="Line 6">
            <a:extLst>
              <a:ext uri="{FF2B5EF4-FFF2-40B4-BE49-F238E27FC236}">
                <a16:creationId xmlns:a16="http://schemas.microsoft.com/office/drawing/2014/main" id="{0CCF43A0-2F64-41A7-A3DE-95267F9D8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5700" y="2146300"/>
            <a:ext cx="269022" cy="6223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1383" name="Line 7">
            <a:extLst>
              <a:ext uri="{FF2B5EF4-FFF2-40B4-BE49-F238E27FC236}">
                <a16:creationId xmlns:a16="http://schemas.microsoft.com/office/drawing/2014/main" id="{29B386A8-F531-47DF-BCE5-E95830CC78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20914" y="2103439"/>
            <a:ext cx="22225" cy="665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1384" name="Line 8">
            <a:extLst>
              <a:ext uri="{FF2B5EF4-FFF2-40B4-BE49-F238E27FC236}">
                <a16:creationId xmlns:a16="http://schemas.microsoft.com/office/drawing/2014/main" id="{DCB1B1D0-0D41-441C-8F54-5E90C2A2B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1676" y="2132014"/>
            <a:ext cx="180813" cy="6818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1385" name="Line 9">
            <a:extLst>
              <a:ext uri="{FF2B5EF4-FFF2-40B4-BE49-F238E27FC236}">
                <a16:creationId xmlns:a16="http://schemas.microsoft.com/office/drawing/2014/main" id="{BAF1499F-9240-4D35-A647-B2895A4A7B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85381" y="2146300"/>
            <a:ext cx="475783" cy="6675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1386" name="Line 10">
            <a:extLst>
              <a:ext uri="{FF2B5EF4-FFF2-40B4-BE49-F238E27FC236}">
                <a16:creationId xmlns:a16="http://schemas.microsoft.com/office/drawing/2014/main" id="{110FD8C8-670F-4A4A-B0A8-124D5328C5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12633" y="2103440"/>
            <a:ext cx="91908" cy="7515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1387" name="Line 11">
            <a:extLst>
              <a:ext uri="{FF2B5EF4-FFF2-40B4-BE49-F238E27FC236}">
                <a16:creationId xmlns:a16="http://schemas.microsoft.com/office/drawing/2014/main" id="{AC335A99-094B-4FA5-B518-25C6998C29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52988" y="2146299"/>
            <a:ext cx="103021" cy="64293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412A4C-2B8E-485F-B49F-52E79FC75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426" name="Rectangle 2">
            <a:extLst>
              <a:ext uri="{FF2B5EF4-FFF2-40B4-BE49-F238E27FC236}">
                <a16:creationId xmlns:a16="http://schemas.microsoft.com/office/drawing/2014/main" id="{FE9C016E-CBE5-4E18-A52D-8648B1B2D6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Brute-Force Solution</a:t>
            </a:r>
          </a:p>
        </p:txBody>
      </p:sp>
      <p:sp>
        <p:nvSpPr>
          <p:cNvPr id="743427" name="Rectangle 3">
            <a:extLst>
              <a:ext uri="{FF2B5EF4-FFF2-40B4-BE49-F238E27FC236}">
                <a16:creationId xmlns:a16="http://schemas.microsoft.com/office/drawing/2014/main" id="{12ACA101-35C7-4984-98CB-638E0870EA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/>
              <a:t>For every subsequence of X, check whether it’s a subsequence of Y</a:t>
            </a:r>
          </a:p>
          <a:p>
            <a:pPr>
              <a:lnSpc>
                <a:spcPct val="150000"/>
              </a:lnSpc>
            </a:pPr>
            <a:r>
              <a:rPr lang="en-US" altLang="en-US"/>
              <a:t>There are </a:t>
            </a:r>
            <a:r>
              <a:rPr lang="en-US" altLang="en-US">
                <a:latin typeface="Comic Sans MS" panose="030F0702030302020204" pitchFamily="66" charset="0"/>
              </a:rPr>
              <a:t>2</a:t>
            </a:r>
            <a:r>
              <a:rPr lang="en-US" altLang="en-US" baseline="30000">
                <a:latin typeface="Comic Sans MS" panose="030F0702030302020204" pitchFamily="66" charset="0"/>
              </a:rPr>
              <a:t>m</a:t>
            </a:r>
            <a:r>
              <a:rPr lang="en-US" altLang="en-US"/>
              <a:t> subsequences of X to check</a:t>
            </a:r>
          </a:p>
          <a:p>
            <a:pPr>
              <a:lnSpc>
                <a:spcPct val="150000"/>
              </a:lnSpc>
            </a:pPr>
            <a:r>
              <a:rPr lang="en-US" altLang="en-US"/>
              <a:t>Each subsequence takes </a:t>
            </a: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</a:t>
            </a:r>
            <a:r>
              <a:rPr lang="en-US" altLang="en-US">
                <a:latin typeface="Comic Sans MS" panose="030F0702030302020204" pitchFamily="66" charset="0"/>
              </a:rPr>
              <a:t>(n)</a:t>
            </a:r>
            <a:r>
              <a:rPr lang="en-US" altLang="en-US"/>
              <a:t> time to check</a:t>
            </a:r>
          </a:p>
          <a:p>
            <a:pPr lvl="1">
              <a:lnSpc>
                <a:spcPct val="150000"/>
              </a:lnSpc>
            </a:pPr>
            <a:r>
              <a:rPr lang="en-US" altLang="en-US"/>
              <a:t>scan Y for first letter, from there scan for second, and so on</a:t>
            </a:r>
          </a:p>
          <a:p>
            <a:pPr>
              <a:lnSpc>
                <a:spcPct val="150000"/>
              </a:lnSpc>
            </a:pPr>
            <a:r>
              <a:rPr lang="en-US" altLang="en-US"/>
              <a:t>Running time: </a:t>
            </a: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</a:t>
            </a:r>
            <a:r>
              <a:rPr lang="en-US" altLang="en-US">
                <a:latin typeface="Comic Sans MS" panose="030F0702030302020204" pitchFamily="66" charset="0"/>
              </a:rPr>
              <a:t>(n2</a:t>
            </a:r>
            <a:r>
              <a:rPr lang="en-US" altLang="en-US" baseline="30000">
                <a:latin typeface="Comic Sans MS" panose="030F0702030302020204" pitchFamily="66" charset="0"/>
              </a:rPr>
              <a:t>m</a:t>
            </a:r>
            <a:r>
              <a:rPr lang="en-US" altLang="en-US">
                <a:latin typeface="Comic Sans MS" panose="030F0702030302020204" pitchFamily="66" charset="0"/>
              </a:rPr>
              <a:t>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47AA61-6983-41E5-8317-53CB94BF4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474" name="Rectangle 2">
            <a:extLst>
              <a:ext uri="{FF2B5EF4-FFF2-40B4-BE49-F238E27FC236}">
                <a16:creationId xmlns:a16="http://schemas.microsoft.com/office/drawing/2014/main" id="{D90644B0-E4B7-4008-B222-1C4563317D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Making the choice</a:t>
            </a:r>
          </a:p>
        </p:txBody>
      </p:sp>
      <p:sp>
        <p:nvSpPr>
          <p:cNvPr id="745475" name="Rectangle 3">
            <a:extLst>
              <a:ext uri="{FF2B5EF4-FFF2-40B4-BE49-F238E27FC236}">
                <a16:creationId xmlns:a16="http://schemas.microsoft.com/office/drawing/2014/main" id="{C235DFED-3109-4662-BC4C-2D4FEFB09E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30000"/>
              </a:lnSpc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		X</a:t>
            </a:r>
            <a:r>
              <a:rPr lang="en-US" altLang="en-US" baseline="-25000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= A, B, D, E</a:t>
            </a: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		Y = Z, B, E</a:t>
            </a:r>
          </a:p>
          <a:p>
            <a:r>
              <a:rPr lang="en-US" altLang="en-US" dirty="0"/>
              <a:t>Choice: include one element into the common sequence (E) and solve the resulting subproblem</a:t>
            </a:r>
          </a:p>
          <a:p>
            <a:endParaRPr lang="en-US" altLang="en-US" dirty="0"/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		X</a:t>
            </a:r>
            <a:r>
              <a:rPr lang="en-US" altLang="en-US" baseline="-25000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= A, B, D, G</a:t>
            </a: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		Y = Z, B, D</a:t>
            </a:r>
          </a:p>
          <a:p>
            <a:r>
              <a:rPr lang="en-US" altLang="en-US" dirty="0"/>
              <a:t>Choice: exclude an element from a string and solve the resulting subproblem</a:t>
            </a:r>
          </a:p>
        </p:txBody>
      </p:sp>
      <p:sp>
        <p:nvSpPr>
          <p:cNvPr id="745476" name="Freeform 4">
            <a:extLst>
              <a:ext uri="{FF2B5EF4-FFF2-40B4-BE49-F238E27FC236}">
                <a16:creationId xmlns:a16="http://schemas.microsoft.com/office/drawing/2014/main" id="{13591BCB-BF5E-4DE5-BF22-4B87818BE7B5}"/>
              </a:ext>
            </a:extLst>
          </p:cNvPr>
          <p:cNvSpPr>
            <a:spLocks/>
          </p:cNvSpPr>
          <p:nvPr/>
        </p:nvSpPr>
        <p:spPr bwMode="auto">
          <a:xfrm rot="21128158">
            <a:off x="2874286" y="1892078"/>
            <a:ext cx="1050925" cy="1157287"/>
          </a:xfrm>
          <a:custGeom>
            <a:avLst/>
            <a:gdLst>
              <a:gd name="T0" fmla="*/ 376 w 628"/>
              <a:gd name="T1" fmla="*/ 6 h 678"/>
              <a:gd name="T2" fmla="*/ 331 w 628"/>
              <a:gd name="T3" fmla="*/ 170 h 678"/>
              <a:gd name="T4" fmla="*/ 263 w 628"/>
              <a:gd name="T5" fmla="*/ 322 h 678"/>
              <a:gd name="T6" fmla="*/ 88 w 628"/>
              <a:gd name="T7" fmla="*/ 367 h 678"/>
              <a:gd name="T8" fmla="*/ 37 w 628"/>
              <a:gd name="T9" fmla="*/ 390 h 678"/>
              <a:gd name="T10" fmla="*/ 15 w 628"/>
              <a:gd name="T11" fmla="*/ 441 h 678"/>
              <a:gd name="T12" fmla="*/ 3 w 628"/>
              <a:gd name="T13" fmla="*/ 475 h 678"/>
              <a:gd name="T14" fmla="*/ 32 w 628"/>
              <a:gd name="T15" fmla="*/ 605 h 678"/>
              <a:gd name="T16" fmla="*/ 54 w 628"/>
              <a:gd name="T17" fmla="*/ 633 h 678"/>
              <a:gd name="T18" fmla="*/ 60 w 628"/>
              <a:gd name="T19" fmla="*/ 650 h 678"/>
              <a:gd name="T20" fmla="*/ 139 w 628"/>
              <a:gd name="T21" fmla="*/ 678 h 678"/>
              <a:gd name="T22" fmla="*/ 218 w 628"/>
              <a:gd name="T23" fmla="*/ 667 h 678"/>
              <a:gd name="T24" fmla="*/ 263 w 628"/>
              <a:gd name="T25" fmla="*/ 655 h 678"/>
              <a:gd name="T26" fmla="*/ 280 w 628"/>
              <a:gd name="T27" fmla="*/ 650 h 678"/>
              <a:gd name="T28" fmla="*/ 325 w 628"/>
              <a:gd name="T29" fmla="*/ 593 h 678"/>
              <a:gd name="T30" fmla="*/ 354 w 628"/>
              <a:gd name="T31" fmla="*/ 542 h 678"/>
              <a:gd name="T32" fmla="*/ 427 w 628"/>
              <a:gd name="T33" fmla="*/ 390 h 678"/>
              <a:gd name="T34" fmla="*/ 540 w 628"/>
              <a:gd name="T35" fmla="*/ 294 h 678"/>
              <a:gd name="T36" fmla="*/ 574 w 628"/>
              <a:gd name="T37" fmla="*/ 254 h 678"/>
              <a:gd name="T38" fmla="*/ 619 w 628"/>
              <a:gd name="T39" fmla="*/ 175 h 678"/>
              <a:gd name="T40" fmla="*/ 579 w 628"/>
              <a:gd name="T41" fmla="*/ 51 h 678"/>
              <a:gd name="T42" fmla="*/ 416 w 628"/>
              <a:gd name="T43" fmla="*/ 0 h 678"/>
              <a:gd name="T44" fmla="*/ 376 w 628"/>
              <a:gd name="T45" fmla="*/ 6 h 6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28" h="678">
                <a:moveTo>
                  <a:pt x="376" y="6"/>
                </a:moveTo>
                <a:cubicBezTo>
                  <a:pt x="360" y="61"/>
                  <a:pt x="350" y="116"/>
                  <a:pt x="331" y="170"/>
                </a:cubicBezTo>
                <a:cubicBezTo>
                  <a:pt x="325" y="229"/>
                  <a:pt x="330" y="302"/>
                  <a:pt x="263" y="322"/>
                </a:cubicBezTo>
                <a:cubicBezTo>
                  <a:pt x="213" y="354"/>
                  <a:pt x="145" y="362"/>
                  <a:pt x="88" y="367"/>
                </a:cubicBezTo>
                <a:cubicBezTo>
                  <a:pt x="70" y="373"/>
                  <a:pt x="55" y="384"/>
                  <a:pt x="37" y="390"/>
                </a:cubicBezTo>
                <a:cubicBezTo>
                  <a:pt x="26" y="407"/>
                  <a:pt x="21" y="422"/>
                  <a:pt x="15" y="441"/>
                </a:cubicBezTo>
                <a:cubicBezTo>
                  <a:pt x="11" y="452"/>
                  <a:pt x="3" y="475"/>
                  <a:pt x="3" y="475"/>
                </a:cubicBezTo>
                <a:cubicBezTo>
                  <a:pt x="6" y="515"/>
                  <a:pt x="0" y="573"/>
                  <a:pt x="32" y="605"/>
                </a:cubicBezTo>
                <a:cubicBezTo>
                  <a:pt x="44" y="644"/>
                  <a:pt x="26" y="598"/>
                  <a:pt x="54" y="633"/>
                </a:cubicBezTo>
                <a:cubicBezTo>
                  <a:pt x="58" y="638"/>
                  <a:pt x="56" y="646"/>
                  <a:pt x="60" y="650"/>
                </a:cubicBezTo>
                <a:cubicBezTo>
                  <a:pt x="67" y="657"/>
                  <a:pt x="130" y="676"/>
                  <a:pt x="139" y="678"/>
                </a:cubicBezTo>
                <a:cubicBezTo>
                  <a:pt x="180" y="674"/>
                  <a:pt x="186" y="675"/>
                  <a:pt x="218" y="667"/>
                </a:cubicBezTo>
                <a:cubicBezTo>
                  <a:pt x="233" y="663"/>
                  <a:pt x="248" y="659"/>
                  <a:pt x="263" y="655"/>
                </a:cubicBezTo>
                <a:cubicBezTo>
                  <a:pt x="269" y="653"/>
                  <a:pt x="280" y="650"/>
                  <a:pt x="280" y="650"/>
                </a:cubicBezTo>
                <a:cubicBezTo>
                  <a:pt x="297" y="632"/>
                  <a:pt x="316" y="618"/>
                  <a:pt x="325" y="593"/>
                </a:cubicBezTo>
                <a:cubicBezTo>
                  <a:pt x="340" y="551"/>
                  <a:pt x="329" y="567"/>
                  <a:pt x="354" y="542"/>
                </a:cubicBezTo>
                <a:cubicBezTo>
                  <a:pt x="366" y="489"/>
                  <a:pt x="379" y="421"/>
                  <a:pt x="427" y="390"/>
                </a:cubicBezTo>
                <a:cubicBezTo>
                  <a:pt x="448" y="358"/>
                  <a:pt x="507" y="316"/>
                  <a:pt x="540" y="294"/>
                </a:cubicBezTo>
                <a:cubicBezTo>
                  <a:pt x="550" y="278"/>
                  <a:pt x="561" y="268"/>
                  <a:pt x="574" y="254"/>
                </a:cubicBezTo>
                <a:cubicBezTo>
                  <a:pt x="583" y="225"/>
                  <a:pt x="608" y="205"/>
                  <a:pt x="619" y="175"/>
                </a:cubicBezTo>
                <a:cubicBezTo>
                  <a:pt x="614" y="111"/>
                  <a:pt x="628" y="83"/>
                  <a:pt x="579" y="51"/>
                </a:cubicBezTo>
                <a:cubicBezTo>
                  <a:pt x="556" y="16"/>
                  <a:pt x="453" y="4"/>
                  <a:pt x="416" y="0"/>
                </a:cubicBezTo>
                <a:cubicBezTo>
                  <a:pt x="408" y="2"/>
                  <a:pt x="376" y="18"/>
                  <a:pt x="376" y="6"/>
                </a:cubicBezTo>
                <a:close/>
              </a:path>
            </a:pathLst>
          </a:custGeom>
          <a:solidFill>
            <a:srgbClr val="EAEAEA">
              <a:alpha val="39999"/>
            </a:srgbClr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FB6AE4-1EE2-4939-A751-6E5EFF38C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48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D93928-A284-4E5D-85A2-358EB1181C3B}"/>
              </a:ext>
            </a:extLst>
          </p:cNvPr>
          <p:cNvSpPr txBox="1"/>
          <p:nvPr/>
        </p:nvSpPr>
        <p:spPr>
          <a:xfrm>
            <a:off x="760287" y="1496547"/>
            <a:ext cx="1756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Scenario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811AFE-2868-4892-A80F-8D9D30E5E1C1}"/>
              </a:ext>
            </a:extLst>
          </p:cNvPr>
          <p:cNvSpPr txBox="1"/>
          <p:nvPr/>
        </p:nvSpPr>
        <p:spPr>
          <a:xfrm>
            <a:off x="838200" y="3739684"/>
            <a:ext cx="1756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Scenario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22" name="Rectangle 2">
            <a:extLst>
              <a:ext uri="{FF2B5EF4-FFF2-40B4-BE49-F238E27FC236}">
                <a16:creationId xmlns:a16="http://schemas.microsoft.com/office/drawing/2014/main" id="{F7399536-A080-4890-9EB5-37927832D6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Notations</a:t>
            </a:r>
          </a:p>
        </p:txBody>
      </p:sp>
      <p:sp>
        <p:nvSpPr>
          <p:cNvPr id="747523" name="Rectangle 3">
            <a:extLst>
              <a:ext uri="{FF2B5EF4-FFF2-40B4-BE49-F238E27FC236}">
                <a16:creationId xmlns:a16="http://schemas.microsoft.com/office/drawing/2014/main" id="{420D4A94-51C0-49C9-B928-254683A51E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/>
              <a:t>Given a sequence X = </a:t>
            </a:r>
            <a:r>
              <a:rPr lang="en-US" altLang="en-US">
                <a:sym typeface="Symbol" panose="05050102010706020507" pitchFamily="18" charset="2"/>
              </a:rPr>
              <a:t>x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, x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, …, x</a:t>
            </a:r>
            <a:r>
              <a:rPr lang="en-US" altLang="en-US" baseline="-25000">
                <a:sym typeface="Symbol" panose="05050102010706020507" pitchFamily="18" charset="2"/>
              </a:rPr>
              <a:t>m</a:t>
            </a:r>
            <a:r>
              <a:rPr lang="en-US" altLang="en-US">
                <a:sym typeface="Symbol" panose="05050102010706020507" pitchFamily="18" charset="2"/>
              </a:rPr>
              <a:t> we define the i-th prefix of X, for i = 0, 1, 2, …, m</a:t>
            </a:r>
            <a:endParaRPr lang="en-US" altLang="en-US"/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/>
              <a:t>		X</a:t>
            </a:r>
            <a:r>
              <a:rPr lang="en-US" altLang="en-US" baseline="-25000"/>
              <a:t>i</a:t>
            </a:r>
            <a:r>
              <a:rPr lang="en-US" altLang="en-US"/>
              <a:t> = </a:t>
            </a:r>
            <a:r>
              <a:rPr lang="en-US" altLang="en-US">
                <a:sym typeface="Symbol" panose="05050102010706020507" pitchFamily="18" charset="2"/>
              </a:rPr>
              <a:t></a:t>
            </a:r>
            <a:r>
              <a:rPr lang="en-US" altLang="en-US"/>
              <a:t>x</a:t>
            </a:r>
            <a:r>
              <a:rPr lang="en-US" altLang="en-US" baseline="-25000"/>
              <a:t>1</a:t>
            </a:r>
            <a:r>
              <a:rPr lang="en-US" altLang="en-US"/>
              <a:t>, </a:t>
            </a:r>
            <a:r>
              <a:rPr lang="en-US" altLang="en-US">
                <a:sym typeface="Symbol" panose="05050102010706020507" pitchFamily="18" charset="2"/>
              </a:rPr>
              <a:t>x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, …</a:t>
            </a:r>
            <a:r>
              <a:rPr lang="en-US" altLang="en-US"/>
              <a:t>, x</a:t>
            </a:r>
            <a:r>
              <a:rPr lang="en-US" altLang="en-US" baseline="-25000"/>
              <a:t>i</a:t>
            </a:r>
            <a:r>
              <a:rPr lang="en-US" altLang="en-US">
                <a:sym typeface="Symbol" panose="05050102010706020507" pitchFamily="18" charset="2"/>
              </a:rPr>
              <a:t></a:t>
            </a:r>
          </a:p>
          <a:p>
            <a:pPr>
              <a:lnSpc>
                <a:spcPct val="150000"/>
              </a:lnSpc>
              <a:buFontTx/>
              <a:buNone/>
            </a:pPr>
            <a:endParaRPr lang="en-US" altLang="en-US"/>
          </a:p>
          <a:p>
            <a:pPr>
              <a:lnSpc>
                <a:spcPct val="150000"/>
              </a:lnSpc>
            </a:pPr>
            <a:r>
              <a:rPr lang="en-US" altLang="en-US">
                <a:latin typeface="Comic Sans MS" panose="030F0702030302020204" pitchFamily="66" charset="0"/>
              </a:rPr>
              <a:t>c[i, j]</a:t>
            </a:r>
            <a:r>
              <a:rPr lang="en-US" altLang="en-US"/>
              <a:t> = the length of a LCS of the sequences     X</a:t>
            </a:r>
            <a:r>
              <a:rPr lang="en-US" altLang="en-US" baseline="-25000"/>
              <a:t>i</a:t>
            </a:r>
            <a:r>
              <a:rPr lang="en-US" altLang="en-US"/>
              <a:t> = </a:t>
            </a:r>
            <a:r>
              <a:rPr lang="en-US" altLang="en-US">
                <a:sym typeface="Symbol" panose="05050102010706020507" pitchFamily="18" charset="2"/>
              </a:rPr>
              <a:t>x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, x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, …, x</a:t>
            </a:r>
            <a:r>
              <a:rPr lang="en-US" altLang="en-US" baseline="-25000">
                <a:sym typeface="Symbol" panose="05050102010706020507" pitchFamily="18" charset="2"/>
              </a:rPr>
              <a:t>i</a:t>
            </a:r>
            <a:r>
              <a:rPr lang="en-US" altLang="en-US">
                <a:sym typeface="Symbol" panose="05050102010706020507" pitchFamily="18" charset="2"/>
              </a:rPr>
              <a:t></a:t>
            </a:r>
            <a:r>
              <a:rPr lang="en-US" altLang="en-US"/>
              <a:t> and Y</a:t>
            </a:r>
            <a:r>
              <a:rPr lang="en-US" altLang="en-US" baseline="-25000"/>
              <a:t>j</a:t>
            </a:r>
            <a:r>
              <a:rPr lang="en-US" altLang="en-US"/>
              <a:t> = </a:t>
            </a:r>
            <a:r>
              <a:rPr lang="en-US" altLang="en-US">
                <a:sym typeface="Symbol" panose="05050102010706020507" pitchFamily="18" charset="2"/>
              </a:rPr>
              <a:t>y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, y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, …, y</a:t>
            </a:r>
            <a:r>
              <a:rPr lang="en-US" altLang="en-US" baseline="-25000">
                <a:sym typeface="Symbol" panose="05050102010706020507" pitchFamily="18" charset="2"/>
              </a:rPr>
              <a:t>j</a:t>
            </a:r>
            <a:r>
              <a:rPr lang="en-US" altLang="en-US">
                <a:sym typeface="Symbol" panose="05050102010706020507" pitchFamily="18" charset="2"/>
              </a:rPr>
              <a:t>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6C0E82-1D2C-4945-B335-27BB64B07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570" name="Rectangle 2">
            <a:extLst>
              <a:ext uri="{FF2B5EF4-FFF2-40B4-BE49-F238E27FC236}">
                <a16:creationId xmlns:a16="http://schemas.microsoft.com/office/drawing/2014/main" id="{9DE22A53-0B19-4977-B893-99E9D79C9A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A Recursive Solution</a:t>
            </a:r>
          </a:p>
        </p:txBody>
      </p:sp>
      <p:sp>
        <p:nvSpPr>
          <p:cNvPr id="749571" name="Rectangle 3">
            <a:extLst>
              <a:ext uri="{FF2B5EF4-FFF2-40B4-BE49-F238E27FC236}">
                <a16:creationId xmlns:a16="http://schemas.microsoft.com/office/drawing/2014/main" id="{B16B61B4-3E97-4119-A992-A22E1775F2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30000"/>
              </a:lnSpc>
              <a:buFontTx/>
              <a:buNone/>
            </a:pPr>
            <a:r>
              <a:rPr lang="en-US" altLang="en-US" dirty="0"/>
              <a:t>Case 1: x</a:t>
            </a:r>
            <a:r>
              <a:rPr lang="en-US" altLang="en-US" baseline="-25000" dirty="0"/>
              <a:t>i</a:t>
            </a:r>
            <a:r>
              <a:rPr lang="en-US" altLang="en-US" dirty="0"/>
              <a:t> = </a:t>
            </a:r>
            <a:r>
              <a:rPr lang="en-US" altLang="en-US" dirty="0" err="1"/>
              <a:t>y</a:t>
            </a:r>
            <a:r>
              <a:rPr lang="en-US" altLang="en-US" baseline="-25000" dirty="0" err="1"/>
              <a:t>j</a:t>
            </a:r>
            <a:endParaRPr lang="en-US" altLang="en-US" baseline="-25000" dirty="0"/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 dirty="0">
                <a:solidFill>
                  <a:srgbClr val="DD0111"/>
                </a:solidFill>
                <a:latin typeface="Monotype Corsiva" panose="03010101010201010101" pitchFamily="66" charset="0"/>
                <a:sym typeface="Symbol" panose="05050102010706020507" pitchFamily="18" charset="2"/>
              </a:rPr>
              <a:t>e.g.: 	</a:t>
            </a:r>
            <a:r>
              <a:rPr lang="en-US" altLang="en-US" dirty="0">
                <a:sym typeface="Symbol" panose="05050102010706020507" pitchFamily="18" charset="2"/>
              </a:rPr>
              <a:t>X</a:t>
            </a:r>
            <a:r>
              <a:rPr lang="en-US" altLang="en-US" baseline="-25000" dirty="0">
                <a:sym typeface="Symbol" panose="05050102010706020507" pitchFamily="18" charset="2"/>
              </a:rPr>
              <a:t>i </a:t>
            </a:r>
            <a:r>
              <a:rPr lang="en-US" altLang="en-US" dirty="0">
                <a:sym typeface="Symbol" panose="05050102010706020507" pitchFamily="18" charset="2"/>
              </a:rPr>
              <a:t>= A, B, D, E</a:t>
            </a: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		</a:t>
            </a:r>
            <a:r>
              <a:rPr lang="en-US" altLang="en-US" dirty="0" err="1">
                <a:sym typeface="Symbol" panose="05050102010706020507" pitchFamily="18" charset="2"/>
              </a:rPr>
              <a:t>Y</a:t>
            </a:r>
            <a:r>
              <a:rPr lang="en-US" altLang="en-US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 = Z, B, E</a:t>
            </a:r>
          </a:p>
          <a:p>
            <a:pPr>
              <a:lnSpc>
                <a:spcPct val="130000"/>
              </a:lnSpc>
              <a:buFontTx/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130000"/>
              </a:lnSpc>
              <a:buFontTx/>
              <a:buNone/>
            </a:pPr>
            <a:endParaRPr lang="en-US" altLang="en-US" sz="3000" dirty="0">
              <a:sym typeface="Symbol" panose="05050102010706020507" pitchFamily="18" charset="2"/>
            </a:endParaRPr>
          </a:p>
          <a:p>
            <a:pPr lvl="1">
              <a:lnSpc>
                <a:spcPct val="130000"/>
              </a:lnSpc>
            </a:pPr>
            <a:r>
              <a:rPr lang="en-US" altLang="en-US" sz="2600" dirty="0">
                <a:sym typeface="Symbol" panose="05050102010706020507" pitchFamily="18" charset="2"/>
              </a:rPr>
              <a:t>Append x</a:t>
            </a:r>
            <a:r>
              <a:rPr lang="en-US" altLang="en-US" sz="2600" baseline="-25000" dirty="0">
                <a:sym typeface="Symbol" panose="05050102010706020507" pitchFamily="18" charset="2"/>
              </a:rPr>
              <a:t>i</a:t>
            </a:r>
            <a:r>
              <a:rPr lang="en-US" altLang="en-US" sz="2600" dirty="0">
                <a:sym typeface="Symbol" panose="05050102010706020507" pitchFamily="18" charset="2"/>
              </a:rPr>
              <a:t> = </a:t>
            </a:r>
            <a:r>
              <a:rPr lang="en-US" altLang="en-US" sz="2600" dirty="0" err="1">
                <a:sym typeface="Symbol" panose="05050102010706020507" pitchFamily="18" charset="2"/>
              </a:rPr>
              <a:t>y</a:t>
            </a:r>
            <a:r>
              <a:rPr lang="en-US" altLang="en-US" sz="2600" baseline="-25000" dirty="0" err="1">
                <a:sym typeface="Symbol" panose="05050102010706020507" pitchFamily="18" charset="2"/>
              </a:rPr>
              <a:t>j</a:t>
            </a:r>
            <a:r>
              <a:rPr lang="en-US" altLang="en-US" sz="2600" dirty="0">
                <a:sym typeface="Symbol" panose="05050102010706020507" pitchFamily="18" charset="2"/>
              </a:rPr>
              <a:t> to the LCS of X</a:t>
            </a:r>
            <a:r>
              <a:rPr lang="en-US" altLang="en-US" sz="2600" baseline="-25000" dirty="0">
                <a:sym typeface="Symbol" panose="05050102010706020507" pitchFamily="18" charset="2"/>
              </a:rPr>
              <a:t>i-1</a:t>
            </a:r>
            <a:r>
              <a:rPr lang="en-US" altLang="en-US" sz="2600" dirty="0">
                <a:sym typeface="Symbol" panose="05050102010706020507" pitchFamily="18" charset="2"/>
              </a:rPr>
              <a:t> and Y</a:t>
            </a:r>
            <a:r>
              <a:rPr lang="en-US" altLang="en-US" sz="2600" baseline="-25000" dirty="0">
                <a:sym typeface="Symbol" panose="05050102010706020507" pitchFamily="18" charset="2"/>
              </a:rPr>
              <a:t>j-1</a:t>
            </a:r>
            <a:endParaRPr lang="en-US" altLang="en-US" sz="2600" dirty="0"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 lvl="1">
              <a:lnSpc>
                <a:spcPct val="130000"/>
              </a:lnSpc>
            </a:pPr>
            <a:r>
              <a:rPr lang="en-US" altLang="en-US" sz="2600" dirty="0">
                <a:sym typeface="Symbol" panose="05050102010706020507" pitchFamily="18" charset="2"/>
              </a:rPr>
              <a:t>Must find a LCS of X</a:t>
            </a:r>
            <a:r>
              <a:rPr lang="en-US" altLang="en-US" sz="2600" baseline="-25000" dirty="0">
                <a:sym typeface="Symbol" panose="05050102010706020507" pitchFamily="18" charset="2"/>
              </a:rPr>
              <a:t>i-1</a:t>
            </a:r>
            <a:r>
              <a:rPr lang="en-US" altLang="en-US" sz="2600" dirty="0">
                <a:sym typeface="Symbol" panose="05050102010706020507" pitchFamily="18" charset="2"/>
              </a:rPr>
              <a:t> and Y</a:t>
            </a:r>
            <a:r>
              <a:rPr lang="en-US" altLang="en-US" sz="2600" baseline="-25000" dirty="0">
                <a:sym typeface="Symbol" panose="05050102010706020507" pitchFamily="18" charset="2"/>
              </a:rPr>
              <a:t>j-1</a:t>
            </a:r>
            <a:r>
              <a:rPr lang="en-US" altLang="en-US" sz="2600" dirty="0">
                <a:sym typeface="Symbol" panose="05050102010706020507" pitchFamily="18" charset="2"/>
              </a:rPr>
              <a:t>  optimal solution to a problem includes optimal solutions to subproblems</a:t>
            </a:r>
            <a:endParaRPr lang="en-US" altLang="en-US" sz="2600" baseline="-25000" dirty="0">
              <a:sym typeface="Symbol" panose="05050102010706020507" pitchFamily="18" charset="2"/>
            </a:endParaRPr>
          </a:p>
        </p:txBody>
      </p:sp>
      <p:sp>
        <p:nvSpPr>
          <p:cNvPr id="749572" name="Freeform 4">
            <a:extLst>
              <a:ext uri="{FF2B5EF4-FFF2-40B4-BE49-F238E27FC236}">
                <a16:creationId xmlns:a16="http://schemas.microsoft.com/office/drawing/2014/main" id="{58D0EC91-95E2-4E88-8F07-91BE2DB5968D}"/>
              </a:ext>
            </a:extLst>
          </p:cNvPr>
          <p:cNvSpPr>
            <a:spLocks/>
          </p:cNvSpPr>
          <p:nvPr/>
        </p:nvSpPr>
        <p:spPr bwMode="auto">
          <a:xfrm rot="21128158">
            <a:off x="2913445" y="2461641"/>
            <a:ext cx="1050925" cy="1157288"/>
          </a:xfrm>
          <a:custGeom>
            <a:avLst/>
            <a:gdLst>
              <a:gd name="T0" fmla="*/ 376 w 628"/>
              <a:gd name="T1" fmla="*/ 6 h 678"/>
              <a:gd name="T2" fmla="*/ 331 w 628"/>
              <a:gd name="T3" fmla="*/ 170 h 678"/>
              <a:gd name="T4" fmla="*/ 263 w 628"/>
              <a:gd name="T5" fmla="*/ 322 h 678"/>
              <a:gd name="T6" fmla="*/ 88 w 628"/>
              <a:gd name="T7" fmla="*/ 367 h 678"/>
              <a:gd name="T8" fmla="*/ 37 w 628"/>
              <a:gd name="T9" fmla="*/ 390 h 678"/>
              <a:gd name="T10" fmla="*/ 15 w 628"/>
              <a:gd name="T11" fmla="*/ 441 h 678"/>
              <a:gd name="T12" fmla="*/ 3 w 628"/>
              <a:gd name="T13" fmla="*/ 475 h 678"/>
              <a:gd name="T14" fmla="*/ 32 w 628"/>
              <a:gd name="T15" fmla="*/ 605 h 678"/>
              <a:gd name="T16" fmla="*/ 54 w 628"/>
              <a:gd name="T17" fmla="*/ 633 h 678"/>
              <a:gd name="T18" fmla="*/ 60 w 628"/>
              <a:gd name="T19" fmla="*/ 650 h 678"/>
              <a:gd name="T20" fmla="*/ 139 w 628"/>
              <a:gd name="T21" fmla="*/ 678 h 678"/>
              <a:gd name="T22" fmla="*/ 218 w 628"/>
              <a:gd name="T23" fmla="*/ 667 h 678"/>
              <a:gd name="T24" fmla="*/ 263 w 628"/>
              <a:gd name="T25" fmla="*/ 655 h 678"/>
              <a:gd name="T26" fmla="*/ 280 w 628"/>
              <a:gd name="T27" fmla="*/ 650 h 678"/>
              <a:gd name="T28" fmla="*/ 325 w 628"/>
              <a:gd name="T29" fmla="*/ 593 h 678"/>
              <a:gd name="T30" fmla="*/ 354 w 628"/>
              <a:gd name="T31" fmla="*/ 542 h 678"/>
              <a:gd name="T32" fmla="*/ 427 w 628"/>
              <a:gd name="T33" fmla="*/ 390 h 678"/>
              <a:gd name="T34" fmla="*/ 540 w 628"/>
              <a:gd name="T35" fmla="*/ 294 h 678"/>
              <a:gd name="T36" fmla="*/ 574 w 628"/>
              <a:gd name="T37" fmla="*/ 254 h 678"/>
              <a:gd name="T38" fmla="*/ 619 w 628"/>
              <a:gd name="T39" fmla="*/ 175 h 678"/>
              <a:gd name="T40" fmla="*/ 579 w 628"/>
              <a:gd name="T41" fmla="*/ 51 h 678"/>
              <a:gd name="T42" fmla="*/ 416 w 628"/>
              <a:gd name="T43" fmla="*/ 0 h 678"/>
              <a:gd name="T44" fmla="*/ 376 w 628"/>
              <a:gd name="T45" fmla="*/ 6 h 6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28" h="678">
                <a:moveTo>
                  <a:pt x="376" y="6"/>
                </a:moveTo>
                <a:cubicBezTo>
                  <a:pt x="360" y="61"/>
                  <a:pt x="350" y="116"/>
                  <a:pt x="331" y="170"/>
                </a:cubicBezTo>
                <a:cubicBezTo>
                  <a:pt x="325" y="229"/>
                  <a:pt x="330" y="302"/>
                  <a:pt x="263" y="322"/>
                </a:cubicBezTo>
                <a:cubicBezTo>
                  <a:pt x="213" y="354"/>
                  <a:pt x="145" y="362"/>
                  <a:pt x="88" y="367"/>
                </a:cubicBezTo>
                <a:cubicBezTo>
                  <a:pt x="70" y="373"/>
                  <a:pt x="55" y="384"/>
                  <a:pt x="37" y="390"/>
                </a:cubicBezTo>
                <a:cubicBezTo>
                  <a:pt x="26" y="407"/>
                  <a:pt x="21" y="422"/>
                  <a:pt x="15" y="441"/>
                </a:cubicBezTo>
                <a:cubicBezTo>
                  <a:pt x="11" y="452"/>
                  <a:pt x="3" y="475"/>
                  <a:pt x="3" y="475"/>
                </a:cubicBezTo>
                <a:cubicBezTo>
                  <a:pt x="6" y="515"/>
                  <a:pt x="0" y="573"/>
                  <a:pt x="32" y="605"/>
                </a:cubicBezTo>
                <a:cubicBezTo>
                  <a:pt x="44" y="644"/>
                  <a:pt x="26" y="598"/>
                  <a:pt x="54" y="633"/>
                </a:cubicBezTo>
                <a:cubicBezTo>
                  <a:pt x="58" y="638"/>
                  <a:pt x="56" y="646"/>
                  <a:pt x="60" y="650"/>
                </a:cubicBezTo>
                <a:cubicBezTo>
                  <a:pt x="67" y="657"/>
                  <a:pt x="130" y="676"/>
                  <a:pt x="139" y="678"/>
                </a:cubicBezTo>
                <a:cubicBezTo>
                  <a:pt x="180" y="674"/>
                  <a:pt x="186" y="675"/>
                  <a:pt x="218" y="667"/>
                </a:cubicBezTo>
                <a:cubicBezTo>
                  <a:pt x="233" y="663"/>
                  <a:pt x="248" y="659"/>
                  <a:pt x="263" y="655"/>
                </a:cubicBezTo>
                <a:cubicBezTo>
                  <a:pt x="269" y="653"/>
                  <a:pt x="280" y="650"/>
                  <a:pt x="280" y="650"/>
                </a:cubicBezTo>
                <a:cubicBezTo>
                  <a:pt x="297" y="632"/>
                  <a:pt x="316" y="618"/>
                  <a:pt x="325" y="593"/>
                </a:cubicBezTo>
                <a:cubicBezTo>
                  <a:pt x="340" y="551"/>
                  <a:pt x="329" y="567"/>
                  <a:pt x="354" y="542"/>
                </a:cubicBezTo>
                <a:cubicBezTo>
                  <a:pt x="366" y="489"/>
                  <a:pt x="379" y="421"/>
                  <a:pt x="427" y="390"/>
                </a:cubicBezTo>
                <a:cubicBezTo>
                  <a:pt x="448" y="358"/>
                  <a:pt x="507" y="316"/>
                  <a:pt x="540" y="294"/>
                </a:cubicBezTo>
                <a:cubicBezTo>
                  <a:pt x="550" y="278"/>
                  <a:pt x="561" y="268"/>
                  <a:pt x="574" y="254"/>
                </a:cubicBezTo>
                <a:cubicBezTo>
                  <a:pt x="583" y="225"/>
                  <a:pt x="608" y="205"/>
                  <a:pt x="619" y="175"/>
                </a:cubicBezTo>
                <a:cubicBezTo>
                  <a:pt x="614" y="111"/>
                  <a:pt x="628" y="83"/>
                  <a:pt x="579" y="51"/>
                </a:cubicBezTo>
                <a:cubicBezTo>
                  <a:pt x="556" y="16"/>
                  <a:pt x="453" y="4"/>
                  <a:pt x="416" y="0"/>
                </a:cubicBezTo>
                <a:cubicBezTo>
                  <a:pt x="408" y="2"/>
                  <a:pt x="376" y="18"/>
                  <a:pt x="376" y="6"/>
                </a:cubicBezTo>
                <a:close/>
              </a:path>
            </a:pathLst>
          </a:custGeom>
          <a:solidFill>
            <a:srgbClr val="EAEAEA">
              <a:alpha val="39999"/>
            </a:srgbClr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9573" name="Text Box 5">
            <a:extLst>
              <a:ext uri="{FF2B5EF4-FFF2-40B4-BE49-F238E27FC236}">
                <a16:creationId xmlns:a16="http://schemas.microsoft.com/office/drawing/2014/main" id="{9C18B039-272F-4E91-B7B9-CA3377BA6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8989" y="3425826"/>
            <a:ext cx="1368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>
                <a:latin typeface="Comic Sans MS" panose="030F0702030302020204" pitchFamily="66" charset="0"/>
                <a:sym typeface="Symbol" panose="05050102010706020507" pitchFamily="18" charset="2"/>
              </a:rPr>
              <a:t>c[</a:t>
            </a:r>
            <a:r>
              <a:rPr lang="en-US" altLang="en-US" sz="2800" dirty="0" err="1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800" dirty="0">
                <a:latin typeface="Comic Sans MS" panose="030F0702030302020204" pitchFamily="66" charset="0"/>
                <a:sym typeface="Symbol" panose="05050102010706020507" pitchFamily="18" charset="2"/>
              </a:rPr>
              <a:t>, j] =</a:t>
            </a:r>
          </a:p>
        </p:txBody>
      </p:sp>
      <p:sp>
        <p:nvSpPr>
          <p:cNvPr id="749574" name="Text Box 6">
            <a:extLst>
              <a:ext uri="{FF2B5EF4-FFF2-40B4-BE49-F238E27FC236}">
                <a16:creationId xmlns:a16="http://schemas.microsoft.com/office/drawing/2014/main" id="{080E604C-33A2-4B5B-AB12-4038EDC64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750" y="3416301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>
                <a:latin typeface="Comic Sans MS" panose="030F0702030302020204" pitchFamily="66" charset="0"/>
                <a:sym typeface="Symbol" panose="05050102010706020507" pitchFamily="18" charset="2"/>
              </a:rPr>
              <a:t>c[i - 1, j - 1] + 1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FA0513-34B5-4EA6-A69D-BF33BCA4E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50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9573" grpId="0"/>
      <p:bldP spid="74957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618" name="Rectangle 2">
            <a:extLst>
              <a:ext uri="{FF2B5EF4-FFF2-40B4-BE49-F238E27FC236}">
                <a16:creationId xmlns:a16="http://schemas.microsoft.com/office/drawing/2014/main" id="{06FF6BE7-6536-4025-996F-F35328CD00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A Recursive Solution</a:t>
            </a:r>
          </a:p>
        </p:txBody>
      </p:sp>
      <p:sp>
        <p:nvSpPr>
          <p:cNvPr id="751619" name="Rectangle 3">
            <a:extLst>
              <a:ext uri="{FF2B5EF4-FFF2-40B4-BE49-F238E27FC236}">
                <a16:creationId xmlns:a16="http://schemas.microsoft.com/office/drawing/2014/main" id="{F292B95E-1CEB-4F3F-B0C3-4AA48BBBD3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71254" y="1214439"/>
            <a:ext cx="8933184" cy="5551487"/>
          </a:xfrm>
        </p:spPr>
        <p:txBody>
          <a:bodyPr/>
          <a:lstStyle/>
          <a:p>
            <a:pPr>
              <a:lnSpc>
                <a:spcPct val="130000"/>
              </a:lnSpc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Case 2: </a:t>
            </a:r>
            <a:r>
              <a:rPr lang="en-US" altLang="en-US" dirty="0"/>
              <a:t>x</a:t>
            </a:r>
            <a:r>
              <a:rPr lang="en-US" altLang="en-US" baseline="-25000" dirty="0"/>
              <a:t>i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</a:t>
            </a:r>
            <a:r>
              <a:rPr lang="en-US" altLang="en-US" dirty="0"/>
              <a:t> </a:t>
            </a:r>
            <a:r>
              <a:rPr lang="en-US" altLang="en-US" dirty="0" err="1"/>
              <a:t>y</a:t>
            </a:r>
            <a:r>
              <a:rPr lang="en-US" altLang="en-US" baseline="-25000" dirty="0" err="1"/>
              <a:t>j</a:t>
            </a:r>
            <a:endParaRPr lang="en-US" altLang="en-US" baseline="-25000" dirty="0"/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 dirty="0">
                <a:solidFill>
                  <a:srgbClr val="DD0111"/>
                </a:solidFill>
                <a:latin typeface="Monotype Corsiva" panose="03010101010201010101" pitchFamily="66" charset="0"/>
                <a:sym typeface="Symbol" panose="05050102010706020507" pitchFamily="18" charset="2"/>
              </a:rPr>
              <a:t>e.g.: 	</a:t>
            </a:r>
            <a:r>
              <a:rPr lang="en-US" altLang="en-US" dirty="0">
                <a:sym typeface="Symbol" panose="05050102010706020507" pitchFamily="18" charset="2"/>
              </a:rPr>
              <a:t>X</a:t>
            </a:r>
            <a:r>
              <a:rPr lang="en-US" altLang="en-US" baseline="-25000" dirty="0">
                <a:sym typeface="Symbol" panose="05050102010706020507" pitchFamily="18" charset="2"/>
              </a:rPr>
              <a:t>i </a:t>
            </a:r>
            <a:r>
              <a:rPr lang="en-US" altLang="en-US" dirty="0">
                <a:sym typeface="Symbol" panose="05050102010706020507" pitchFamily="18" charset="2"/>
              </a:rPr>
              <a:t>= A, B, D, G</a:t>
            </a: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		</a:t>
            </a:r>
            <a:r>
              <a:rPr lang="en-US" altLang="en-US" dirty="0" err="1">
                <a:sym typeface="Symbol" panose="05050102010706020507" pitchFamily="18" charset="2"/>
              </a:rPr>
              <a:t>Y</a:t>
            </a:r>
            <a:r>
              <a:rPr lang="en-US" altLang="en-US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 = Z, B, D</a:t>
            </a:r>
          </a:p>
          <a:p>
            <a:pPr>
              <a:lnSpc>
                <a:spcPct val="130000"/>
              </a:lnSpc>
              <a:buFontTx/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lvl="1">
              <a:lnSpc>
                <a:spcPct val="130000"/>
              </a:lnSpc>
            </a:pPr>
            <a:r>
              <a:rPr lang="en-US" altLang="en-US" dirty="0">
                <a:sym typeface="Symbol" panose="05050102010706020507" pitchFamily="18" charset="2"/>
              </a:rPr>
              <a:t>Must solve two problems</a:t>
            </a:r>
          </a:p>
          <a:p>
            <a:pPr lvl="2">
              <a:lnSpc>
                <a:spcPct val="130000"/>
              </a:lnSpc>
            </a:pPr>
            <a:r>
              <a:rPr lang="en-US" altLang="en-US" dirty="0">
                <a:sym typeface="Symbol" panose="05050102010706020507" pitchFamily="18" charset="2"/>
              </a:rPr>
              <a:t>find a LCS of X</a:t>
            </a:r>
            <a:r>
              <a:rPr lang="en-US" altLang="en-US" baseline="-25000" dirty="0">
                <a:sym typeface="Symbol" panose="05050102010706020507" pitchFamily="18" charset="2"/>
              </a:rPr>
              <a:t>i-1</a:t>
            </a:r>
            <a:r>
              <a:rPr lang="en-US" altLang="en-US" dirty="0">
                <a:sym typeface="Symbol" panose="05050102010706020507" pitchFamily="18" charset="2"/>
              </a:rPr>
              <a:t> and </a:t>
            </a:r>
            <a:r>
              <a:rPr lang="en-US" altLang="en-US" dirty="0" err="1">
                <a:sym typeface="Symbol" panose="05050102010706020507" pitchFamily="18" charset="2"/>
              </a:rPr>
              <a:t>Y</a:t>
            </a:r>
            <a:r>
              <a:rPr lang="en-US" altLang="en-US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: X</a:t>
            </a:r>
            <a:r>
              <a:rPr lang="en-US" altLang="en-US" baseline="-25000" dirty="0">
                <a:sym typeface="Symbol" panose="05050102010706020507" pitchFamily="18" charset="2"/>
              </a:rPr>
              <a:t>i-1 </a:t>
            </a:r>
            <a:r>
              <a:rPr lang="en-US" altLang="en-US" dirty="0">
                <a:sym typeface="Symbol" panose="05050102010706020507" pitchFamily="18" charset="2"/>
              </a:rPr>
              <a:t>= A, B, D and </a:t>
            </a:r>
            <a:r>
              <a:rPr lang="en-US" altLang="en-US" dirty="0" err="1">
                <a:sym typeface="Symbol" panose="05050102010706020507" pitchFamily="18" charset="2"/>
              </a:rPr>
              <a:t>Y</a:t>
            </a:r>
            <a:r>
              <a:rPr lang="en-US" altLang="en-US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 = Z, B, D</a:t>
            </a:r>
          </a:p>
          <a:p>
            <a:pPr lvl="2">
              <a:lnSpc>
                <a:spcPct val="130000"/>
              </a:lnSpc>
            </a:pPr>
            <a:r>
              <a:rPr lang="en-US" altLang="en-US" dirty="0">
                <a:sym typeface="Symbol" panose="05050102010706020507" pitchFamily="18" charset="2"/>
              </a:rPr>
              <a:t>find a LCS of X</a:t>
            </a:r>
            <a:r>
              <a:rPr lang="en-US" altLang="en-US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and Y</a:t>
            </a:r>
            <a:r>
              <a:rPr lang="en-US" altLang="en-US" baseline="-25000" dirty="0">
                <a:sym typeface="Symbol" panose="05050102010706020507" pitchFamily="18" charset="2"/>
              </a:rPr>
              <a:t>j-1</a:t>
            </a:r>
            <a:r>
              <a:rPr lang="en-US" altLang="en-US" dirty="0">
                <a:sym typeface="Symbol" panose="05050102010706020507" pitchFamily="18" charset="2"/>
              </a:rPr>
              <a:t>: X</a:t>
            </a:r>
            <a:r>
              <a:rPr lang="en-US" altLang="en-US" baseline="-25000" dirty="0">
                <a:sym typeface="Symbol" panose="05050102010706020507" pitchFamily="18" charset="2"/>
              </a:rPr>
              <a:t>i </a:t>
            </a:r>
            <a:r>
              <a:rPr lang="en-US" altLang="en-US" dirty="0">
                <a:sym typeface="Symbol" panose="05050102010706020507" pitchFamily="18" charset="2"/>
              </a:rPr>
              <a:t>= A, B, D, G and </a:t>
            </a:r>
            <a:r>
              <a:rPr lang="en-US" altLang="en-US" dirty="0" err="1">
                <a:sym typeface="Symbol" panose="05050102010706020507" pitchFamily="18" charset="2"/>
              </a:rPr>
              <a:t>Y</a:t>
            </a:r>
            <a:r>
              <a:rPr lang="en-US" altLang="en-US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 = Z, B</a:t>
            </a:r>
          </a:p>
          <a:p>
            <a:pPr>
              <a:lnSpc>
                <a:spcPct val="130000"/>
              </a:lnSpc>
            </a:pPr>
            <a:r>
              <a:rPr lang="en-US" altLang="en-US" dirty="0">
                <a:sym typeface="Symbol" panose="05050102010706020507" pitchFamily="18" charset="2"/>
              </a:rPr>
              <a:t>Optimal solution to a problem includes optimal solutions to subproblems	</a:t>
            </a:r>
          </a:p>
        </p:txBody>
      </p:sp>
      <p:sp>
        <p:nvSpPr>
          <p:cNvPr id="751620" name="Text Box 4">
            <a:extLst>
              <a:ext uri="{FF2B5EF4-FFF2-40B4-BE49-F238E27FC236}">
                <a16:creationId xmlns:a16="http://schemas.microsoft.com/office/drawing/2014/main" id="{CD889BE6-ABD0-4167-B0C9-B442AEF0C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3426" y="3282951"/>
            <a:ext cx="1368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>
                <a:latin typeface="Comic Sans MS" panose="030F0702030302020204" pitchFamily="66" charset="0"/>
                <a:sym typeface="Symbol" panose="05050102010706020507" pitchFamily="18" charset="2"/>
              </a:rPr>
              <a:t>c[i, j] =</a:t>
            </a:r>
          </a:p>
        </p:txBody>
      </p:sp>
      <p:sp>
        <p:nvSpPr>
          <p:cNvPr id="751621" name="Text Box 5">
            <a:extLst>
              <a:ext uri="{FF2B5EF4-FFF2-40B4-BE49-F238E27FC236}">
                <a16:creationId xmlns:a16="http://schemas.microsoft.com/office/drawing/2014/main" id="{663212DD-9844-400A-944C-7D765BA8A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4851" y="3273426"/>
            <a:ext cx="4365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800">
                <a:latin typeface="Comic Sans MS" panose="030F0702030302020204" pitchFamily="66" charset="0"/>
                <a:sym typeface="Symbol" panose="05050102010706020507" pitchFamily="18" charset="2"/>
              </a:rPr>
              <a:t>max { c[i - 1, j], c[i, j-1] }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B4293E-DBBE-40D1-B4B8-2F84DA3D4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51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1620" grpId="0"/>
      <p:bldP spid="7516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666" name="Rectangle 2">
            <a:extLst>
              <a:ext uri="{FF2B5EF4-FFF2-40B4-BE49-F238E27FC236}">
                <a16:creationId xmlns:a16="http://schemas.microsoft.com/office/drawing/2014/main" id="{847A7369-5F13-45DD-87CA-C8E5A5B4C5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Overlapping Subproblems</a:t>
            </a:r>
          </a:p>
        </p:txBody>
      </p:sp>
      <p:sp>
        <p:nvSpPr>
          <p:cNvPr id="753667" name="Rectangle 3">
            <a:extLst>
              <a:ext uri="{FF2B5EF4-FFF2-40B4-BE49-F238E27FC236}">
                <a16:creationId xmlns:a16="http://schemas.microsoft.com/office/drawing/2014/main" id="{637DD7F8-51E6-4402-871C-4416B77C45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en-US"/>
              <a:t>To find a LCS of X and Y</a:t>
            </a:r>
          </a:p>
          <a:p>
            <a:pPr lvl="1">
              <a:lnSpc>
                <a:spcPct val="200000"/>
              </a:lnSpc>
            </a:pPr>
            <a:r>
              <a:rPr lang="en-US" altLang="en-US"/>
              <a:t>we may need to find the LCS between X and Y</a:t>
            </a:r>
            <a:r>
              <a:rPr lang="en-US" altLang="en-US" baseline="-25000"/>
              <a:t>n-1</a:t>
            </a:r>
            <a:r>
              <a:rPr lang="en-US" altLang="en-US"/>
              <a:t> and that of X</a:t>
            </a:r>
            <a:r>
              <a:rPr lang="en-US" altLang="en-US" baseline="-25000"/>
              <a:t>m-1</a:t>
            </a:r>
            <a:r>
              <a:rPr lang="en-US" altLang="en-US"/>
              <a:t> and Y</a:t>
            </a:r>
          </a:p>
          <a:p>
            <a:pPr lvl="1">
              <a:lnSpc>
                <a:spcPct val="200000"/>
              </a:lnSpc>
            </a:pPr>
            <a:r>
              <a:rPr lang="en-US" altLang="en-US"/>
              <a:t>Both the above subproblems has the subproblem of finding the LCS of X</a:t>
            </a:r>
            <a:r>
              <a:rPr lang="en-US" altLang="en-US" baseline="-25000"/>
              <a:t>m-1</a:t>
            </a:r>
            <a:r>
              <a:rPr lang="en-US" altLang="en-US"/>
              <a:t> and Y</a:t>
            </a:r>
            <a:r>
              <a:rPr lang="en-US" altLang="en-US" baseline="-25000"/>
              <a:t>n-1</a:t>
            </a:r>
            <a:r>
              <a:rPr lang="en-US" altLang="en-US"/>
              <a:t> </a:t>
            </a:r>
          </a:p>
          <a:p>
            <a:pPr>
              <a:lnSpc>
                <a:spcPct val="200000"/>
              </a:lnSpc>
            </a:pPr>
            <a:r>
              <a:rPr lang="en-US" altLang="en-US"/>
              <a:t>Subproblems share subsubproblems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49D430-ED6C-420A-918D-8AE9487E2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714" name="Rectangle 2">
            <a:extLst>
              <a:ext uri="{FF2B5EF4-FFF2-40B4-BE49-F238E27FC236}">
                <a16:creationId xmlns:a16="http://schemas.microsoft.com/office/drawing/2014/main" id="{9757EB76-772B-49F2-8AF4-47E3967C59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/>
              <a:t>Computing the Length of the LCS</a:t>
            </a:r>
          </a:p>
        </p:txBody>
      </p:sp>
      <p:sp>
        <p:nvSpPr>
          <p:cNvPr id="755715" name="Rectangle 3">
            <a:extLst>
              <a:ext uri="{FF2B5EF4-FFF2-40B4-BE49-F238E27FC236}">
                <a16:creationId xmlns:a16="http://schemas.microsoft.com/office/drawing/2014/main" id="{845DF5A8-9929-419A-B1EE-8156F34394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74838" y="1214439"/>
            <a:ext cx="8229600" cy="1544637"/>
          </a:xfrm>
        </p:spPr>
        <p:txBody>
          <a:bodyPr/>
          <a:lstStyle/>
          <a:p>
            <a:pPr lvl="1">
              <a:buFontTx/>
              <a:buNone/>
            </a:pP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			0				if i = 0 or j = 0</a:t>
            </a:r>
          </a:p>
          <a:p>
            <a:pPr lvl="1">
              <a:buFontTx/>
              <a:buNone/>
            </a:pP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c[i, j] = 	c[i-1, j-1] + 1			if x</a:t>
            </a:r>
            <a:r>
              <a:rPr lang="en-US" altLang="en-US" baseline="-250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 = y</a:t>
            </a:r>
            <a:r>
              <a:rPr lang="en-US" altLang="en-US" baseline="-25000">
                <a:latin typeface="Comic Sans MS" panose="030F0702030302020204" pitchFamily="66" charset="0"/>
                <a:sym typeface="Symbol" panose="05050102010706020507" pitchFamily="18" charset="2"/>
              </a:rPr>
              <a:t>j</a:t>
            </a:r>
          </a:p>
          <a:p>
            <a:pPr lvl="1">
              <a:buFontTx/>
              <a:buNone/>
            </a:pP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			max(c[i, j-1], c[i-1, j])	if x</a:t>
            </a:r>
            <a:r>
              <a:rPr lang="en-US" altLang="en-US" baseline="-250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  y</a:t>
            </a:r>
            <a:r>
              <a:rPr lang="en-US" altLang="en-US" baseline="-25000">
                <a:latin typeface="Comic Sans MS" panose="030F0702030302020204" pitchFamily="66" charset="0"/>
                <a:sym typeface="Symbol" panose="05050102010706020507" pitchFamily="18" charset="2"/>
              </a:rPr>
              <a:t>j</a:t>
            </a:r>
            <a:endParaRPr lang="en-US" altLang="en-US"/>
          </a:p>
        </p:txBody>
      </p:sp>
      <p:sp>
        <p:nvSpPr>
          <p:cNvPr id="755716" name="AutoShape 4">
            <a:extLst>
              <a:ext uri="{FF2B5EF4-FFF2-40B4-BE49-F238E27FC236}">
                <a16:creationId xmlns:a16="http://schemas.microsoft.com/office/drawing/2014/main" id="{1D3FD4B7-B89A-4CCA-A455-69884C591FEE}"/>
              </a:ext>
            </a:extLst>
          </p:cNvPr>
          <p:cNvSpPr>
            <a:spLocks/>
          </p:cNvSpPr>
          <p:nvPr/>
        </p:nvSpPr>
        <p:spPr bwMode="auto">
          <a:xfrm>
            <a:off x="3543301" y="1243014"/>
            <a:ext cx="142875" cy="1271587"/>
          </a:xfrm>
          <a:prstGeom prst="leftBrace">
            <a:avLst>
              <a:gd name="adj1" fmla="val 74167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55717" name="Group 5">
            <a:extLst>
              <a:ext uri="{FF2B5EF4-FFF2-40B4-BE49-F238E27FC236}">
                <a16:creationId xmlns:a16="http://schemas.microsoft.com/office/drawing/2014/main" id="{BCEDDA60-A829-4C81-A71A-A5CAF4FE74B4}"/>
              </a:ext>
            </a:extLst>
          </p:cNvPr>
          <p:cNvGraphicFramePr>
            <a:graphicFrameLocks noGrp="1"/>
          </p:cNvGraphicFramePr>
          <p:nvPr/>
        </p:nvGraphicFramePr>
        <p:xfrm>
          <a:off x="4727576" y="3252788"/>
          <a:ext cx="3338513" cy="2743200"/>
        </p:xfrm>
        <a:graphic>
          <a:graphicData uri="http://schemas.openxmlformats.org/drawingml/2006/table">
            <a:tbl>
              <a:tblPr/>
              <a:tblGrid>
                <a:gridCol w="557213">
                  <a:extLst>
                    <a:ext uri="{9D8B030D-6E8A-4147-A177-3AD203B41FA5}">
                      <a16:colId xmlns:a16="http://schemas.microsoft.com/office/drawing/2014/main" val="4087530165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3574718140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val="3519380607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1695903092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val="385380616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823177334"/>
                    </a:ext>
                  </a:extLst>
                </a:gridCol>
              </a:tblGrid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479186"/>
                  </a:ext>
                </a:extLst>
              </a:tr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329679"/>
                  </a:ext>
                </a:extLst>
              </a:tr>
              <a:tr h="446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258114"/>
                  </a:ext>
                </a:extLst>
              </a:tr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360296"/>
                  </a:ext>
                </a:extLst>
              </a:tr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312510"/>
                  </a:ext>
                </a:extLst>
              </a:tr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042346"/>
                  </a:ext>
                </a:extLst>
              </a:tr>
            </a:tbl>
          </a:graphicData>
        </a:graphic>
      </p:graphicFrame>
      <p:sp>
        <p:nvSpPr>
          <p:cNvPr id="755768" name="Text Box 56">
            <a:extLst>
              <a:ext uri="{FF2B5EF4-FFF2-40B4-BE49-F238E27FC236}">
                <a16:creationId xmlns:a16="http://schemas.microsoft.com/office/drawing/2014/main" id="{260FEC49-4961-487C-8A0E-7B43F3601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2513" y="2884488"/>
            <a:ext cx="4111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y</a:t>
            </a:r>
            <a:r>
              <a:rPr lang="en-US" altLang="en-US" baseline="-25000">
                <a:latin typeface="Comic Sans MS" panose="030F0702030302020204" pitchFamily="66" charset="0"/>
              </a:rPr>
              <a:t>j:</a:t>
            </a:r>
            <a:endParaRPr lang="en-US" altLang="en-US">
              <a:latin typeface="Comic Sans MS" panose="030F0702030302020204" pitchFamily="66" charset="0"/>
            </a:endParaRPr>
          </a:p>
        </p:txBody>
      </p:sp>
      <p:sp>
        <p:nvSpPr>
          <p:cNvPr id="755769" name="Text Box 57">
            <a:extLst>
              <a:ext uri="{FF2B5EF4-FFF2-40B4-BE49-F238E27FC236}">
                <a16:creationId xmlns:a16="http://schemas.microsoft.com/office/drawing/2014/main" id="{A9CDB890-85EB-4E07-8B59-0068A4132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1325" y="5584826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x</a:t>
            </a:r>
            <a:r>
              <a:rPr lang="en-US" altLang="en-US" baseline="-25000">
                <a:latin typeface="Comic Sans MS" panose="030F0702030302020204" pitchFamily="66" charset="0"/>
              </a:rPr>
              <a:t>m</a:t>
            </a:r>
          </a:p>
        </p:txBody>
      </p:sp>
      <p:sp>
        <p:nvSpPr>
          <p:cNvPr id="755770" name="Text Box 58">
            <a:extLst>
              <a:ext uri="{FF2B5EF4-FFF2-40B4-BE49-F238E27FC236}">
                <a16:creationId xmlns:a16="http://schemas.microsoft.com/office/drawing/2014/main" id="{3B959814-4C7D-4364-AC1D-9600FADF2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0676" y="2884488"/>
            <a:ext cx="3714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y</a:t>
            </a:r>
            <a:r>
              <a:rPr lang="en-US" altLang="en-US" baseline="-25000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755771" name="Text Box 59">
            <a:extLst>
              <a:ext uri="{FF2B5EF4-FFF2-40B4-BE49-F238E27FC236}">
                <a16:creationId xmlns:a16="http://schemas.microsoft.com/office/drawing/2014/main" id="{375E38BF-BFCF-45FB-89DF-E0AE7D2CD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1" y="2884488"/>
            <a:ext cx="3968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y</a:t>
            </a:r>
            <a:r>
              <a:rPr lang="en-US" altLang="en-US" baseline="-25000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755772" name="Text Box 60">
            <a:extLst>
              <a:ext uri="{FF2B5EF4-FFF2-40B4-BE49-F238E27FC236}">
                <a16:creationId xmlns:a16="http://schemas.microsoft.com/office/drawing/2014/main" id="{6E7D0480-551D-4B65-8906-9173DCB64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1589" y="2884488"/>
            <a:ext cx="3825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y</a:t>
            </a:r>
            <a:r>
              <a:rPr lang="en-US" altLang="en-US" baseline="-25000">
                <a:latin typeface="Comic Sans MS" panose="030F0702030302020204" pitchFamily="66" charset="0"/>
              </a:rPr>
              <a:t>n</a:t>
            </a:r>
          </a:p>
        </p:txBody>
      </p:sp>
      <p:sp>
        <p:nvSpPr>
          <p:cNvPr id="755773" name="Text Box 61">
            <a:extLst>
              <a:ext uri="{FF2B5EF4-FFF2-40B4-BE49-F238E27FC236}">
                <a16:creationId xmlns:a16="http://schemas.microsoft.com/office/drawing/2014/main" id="{33EA5AC4-E82F-4A28-8DF2-7B5FE0DEA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938" y="3697288"/>
            <a:ext cx="387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x</a:t>
            </a:r>
            <a:r>
              <a:rPr lang="en-US" altLang="en-US" baseline="-25000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755774" name="Text Box 62">
            <a:extLst>
              <a:ext uri="{FF2B5EF4-FFF2-40B4-BE49-F238E27FC236}">
                <a16:creationId xmlns:a16="http://schemas.microsoft.com/office/drawing/2014/main" id="{25880E19-74A5-4B50-941C-F44AAB554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9425" y="4140201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x</a:t>
            </a:r>
            <a:r>
              <a:rPr lang="en-US" altLang="en-US" baseline="-25000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755775" name="Text Box 63">
            <a:extLst>
              <a:ext uri="{FF2B5EF4-FFF2-40B4-BE49-F238E27FC236}">
                <a16:creationId xmlns:a16="http://schemas.microsoft.com/office/drawing/2014/main" id="{046E1BED-ACC1-483E-8600-2689058C5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9425" y="3333751"/>
            <a:ext cx="361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x</a:t>
            </a:r>
            <a:r>
              <a:rPr lang="en-US" altLang="en-US" baseline="-25000"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755776" name="Text Box 64">
            <a:extLst>
              <a:ext uri="{FF2B5EF4-FFF2-40B4-BE49-F238E27FC236}">
                <a16:creationId xmlns:a16="http://schemas.microsoft.com/office/drawing/2014/main" id="{F6A09B01-B8A7-4B03-9DD3-32A59F525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1901" y="6034088"/>
            <a:ext cx="2762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j</a:t>
            </a:r>
          </a:p>
        </p:txBody>
      </p:sp>
      <p:sp>
        <p:nvSpPr>
          <p:cNvPr id="755777" name="Text Box 65">
            <a:extLst>
              <a:ext uri="{FF2B5EF4-FFF2-40B4-BE49-F238E27FC236}">
                <a16:creationId xmlns:a16="http://schemas.microsoft.com/office/drawing/2014/main" id="{A08EAB7B-B669-401E-A5AD-A691E28F5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7213" y="4456113"/>
            <a:ext cx="24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755778" name="Text Box 66">
            <a:extLst>
              <a:ext uri="{FF2B5EF4-FFF2-40B4-BE49-F238E27FC236}">
                <a16:creationId xmlns:a16="http://schemas.microsoft.com/office/drawing/2014/main" id="{4102F794-0D6A-4C3E-84C0-766AA8433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4100" y="260826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755779" name="Text Box 67">
            <a:extLst>
              <a:ext uri="{FF2B5EF4-FFF2-40B4-BE49-F238E27FC236}">
                <a16:creationId xmlns:a16="http://schemas.microsoft.com/office/drawing/2014/main" id="{9C1DFF6A-B911-49A8-AC8E-EB8B1106B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2264" y="2608263"/>
            <a:ext cx="2873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755780" name="Text Box 68">
            <a:extLst>
              <a:ext uri="{FF2B5EF4-FFF2-40B4-BE49-F238E27FC236}">
                <a16:creationId xmlns:a16="http://schemas.microsoft.com/office/drawing/2014/main" id="{9A323956-15D6-43F6-A39F-17BA2DBD4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4238" y="260826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755781" name="Text Box 69">
            <a:extLst>
              <a:ext uri="{FF2B5EF4-FFF2-40B4-BE49-F238E27FC236}">
                <a16:creationId xmlns:a16="http://schemas.microsoft.com/office/drawing/2014/main" id="{7ED60004-50AF-46C8-B764-CC8AE516C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3176" y="2608263"/>
            <a:ext cx="3032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n</a:t>
            </a:r>
          </a:p>
        </p:txBody>
      </p:sp>
      <p:sp>
        <p:nvSpPr>
          <p:cNvPr id="755782" name="Text Box 70">
            <a:extLst>
              <a:ext uri="{FF2B5EF4-FFF2-40B4-BE49-F238E27FC236}">
                <a16:creationId xmlns:a16="http://schemas.microsoft.com/office/drawing/2014/main" id="{4D8994C6-578C-46F2-97BD-1CC1C7CD0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1913" y="5586413"/>
            <a:ext cx="361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m</a:t>
            </a:r>
          </a:p>
        </p:txBody>
      </p:sp>
      <p:sp>
        <p:nvSpPr>
          <p:cNvPr id="755783" name="Text Box 71">
            <a:extLst>
              <a:ext uri="{FF2B5EF4-FFF2-40B4-BE49-F238E27FC236}">
                <a16:creationId xmlns:a16="http://schemas.microsoft.com/office/drawing/2014/main" id="{AAFEE1F7-8D38-4D44-8B5A-95F3E2353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6525" y="3698876"/>
            <a:ext cx="2873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755784" name="Text Box 72">
            <a:extLst>
              <a:ext uri="{FF2B5EF4-FFF2-40B4-BE49-F238E27FC236}">
                <a16:creationId xmlns:a16="http://schemas.microsoft.com/office/drawing/2014/main" id="{7D6CF03A-82D6-4FA4-8736-8FEED29BA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0013" y="414178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755785" name="Text Box 73">
            <a:extLst>
              <a:ext uri="{FF2B5EF4-FFF2-40B4-BE49-F238E27FC236}">
                <a16:creationId xmlns:a16="http://schemas.microsoft.com/office/drawing/2014/main" id="{4BDA4066-E99F-45C1-9618-E8F9B9FAD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0013" y="333533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0</a:t>
            </a:r>
          </a:p>
        </p:txBody>
      </p:sp>
      <p:grpSp>
        <p:nvGrpSpPr>
          <p:cNvPr id="755786" name="Group 74">
            <a:extLst>
              <a:ext uri="{FF2B5EF4-FFF2-40B4-BE49-F238E27FC236}">
                <a16:creationId xmlns:a16="http://schemas.microsoft.com/office/drawing/2014/main" id="{FED92D18-7B53-4286-990E-E001DF1FA5E7}"/>
              </a:ext>
            </a:extLst>
          </p:cNvPr>
          <p:cNvGrpSpPr>
            <a:grpSpLocks/>
          </p:cNvGrpSpPr>
          <p:nvPr/>
        </p:nvGrpSpPr>
        <p:grpSpPr bwMode="auto">
          <a:xfrm>
            <a:off x="5413375" y="4756150"/>
            <a:ext cx="2463800" cy="979488"/>
            <a:chOff x="2219" y="2979"/>
            <a:chExt cx="1552" cy="617"/>
          </a:xfrm>
        </p:grpSpPr>
        <p:sp>
          <p:nvSpPr>
            <p:cNvPr id="755787" name="Line 75">
              <a:extLst>
                <a:ext uri="{FF2B5EF4-FFF2-40B4-BE49-F238E27FC236}">
                  <a16:creationId xmlns:a16="http://schemas.microsoft.com/office/drawing/2014/main" id="{1CA2FAFF-FC09-4898-A362-D56CF3D91F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3" y="2979"/>
              <a:ext cx="0" cy="378"/>
            </a:xfrm>
            <a:prstGeom prst="line">
              <a:avLst/>
            </a:prstGeom>
            <a:noFill/>
            <a:ln w="38100">
              <a:solidFill>
                <a:srgbClr val="336699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5788" name="Line 76">
              <a:extLst>
                <a:ext uri="{FF2B5EF4-FFF2-40B4-BE49-F238E27FC236}">
                  <a16:creationId xmlns:a16="http://schemas.microsoft.com/office/drawing/2014/main" id="{A3A1407B-78C8-4C37-A282-8D9865AC3A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9" y="3595"/>
              <a:ext cx="1552" cy="1"/>
            </a:xfrm>
            <a:prstGeom prst="line">
              <a:avLst/>
            </a:prstGeom>
            <a:noFill/>
            <a:ln w="76200">
              <a:solidFill>
                <a:srgbClr val="3366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55789" name="Group 77">
            <a:extLst>
              <a:ext uri="{FF2B5EF4-FFF2-40B4-BE49-F238E27FC236}">
                <a16:creationId xmlns:a16="http://schemas.microsoft.com/office/drawing/2014/main" id="{54E05B2E-1EF3-4A65-BDD7-8786351AADF7}"/>
              </a:ext>
            </a:extLst>
          </p:cNvPr>
          <p:cNvGrpSpPr>
            <a:grpSpLocks/>
          </p:cNvGrpSpPr>
          <p:nvPr/>
        </p:nvGrpSpPr>
        <p:grpSpPr bwMode="auto">
          <a:xfrm>
            <a:off x="5413376" y="3714751"/>
            <a:ext cx="3389313" cy="366713"/>
            <a:chOff x="2219" y="2323"/>
            <a:chExt cx="2135" cy="231"/>
          </a:xfrm>
        </p:grpSpPr>
        <p:sp>
          <p:nvSpPr>
            <p:cNvPr id="755790" name="Line 78">
              <a:extLst>
                <a:ext uri="{FF2B5EF4-FFF2-40B4-BE49-F238E27FC236}">
                  <a16:creationId xmlns:a16="http://schemas.microsoft.com/office/drawing/2014/main" id="{90D86CDF-596B-47CA-8CC0-3C23F4052A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9" y="2452"/>
              <a:ext cx="1552" cy="1"/>
            </a:xfrm>
            <a:prstGeom prst="line">
              <a:avLst/>
            </a:prstGeom>
            <a:noFill/>
            <a:ln w="76200">
              <a:solidFill>
                <a:srgbClr val="3366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5791" name="Text Box 79">
              <a:extLst>
                <a:ext uri="{FF2B5EF4-FFF2-40B4-BE49-F238E27FC236}">
                  <a16:creationId xmlns:a16="http://schemas.microsoft.com/office/drawing/2014/main" id="{46558004-16B5-42FC-A90C-8F0A73FBF4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6" y="2323"/>
              <a:ext cx="3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first</a:t>
              </a:r>
            </a:p>
          </p:txBody>
        </p:sp>
      </p:grpSp>
      <p:grpSp>
        <p:nvGrpSpPr>
          <p:cNvPr id="755792" name="Group 80">
            <a:extLst>
              <a:ext uri="{FF2B5EF4-FFF2-40B4-BE49-F238E27FC236}">
                <a16:creationId xmlns:a16="http://schemas.microsoft.com/office/drawing/2014/main" id="{95E6D84A-04B9-420C-B8C7-F841F3C5A408}"/>
              </a:ext>
            </a:extLst>
          </p:cNvPr>
          <p:cNvGrpSpPr>
            <a:grpSpLocks/>
          </p:cNvGrpSpPr>
          <p:nvPr/>
        </p:nvGrpSpPr>
        <p:grpSpPr bwMode="auto">
          <a:xfrm>
            <a:off x="5413376" y="4179889"/>
            <a:ext cx="3687763" cy="369887"/>
            <a:chOff x="2219" y="2616"/>
            <a:chExt cx="2323" cy="233"/>
          </a:xfrm>
        </p:grpSpPr>
        <p:sp>
          <p:nvSpPr>
            <p:cNvPr id="755793" name="Line 81">
              <a:extLst>
                <a:ext uri="{FF2B5EF4-FFF2-40B4-BE49-F238E27FC236}">
                  <a16:creationId xmlns:a16="http://schemas.microsoft.com/office/drawing/2014/main" id="{4D50EC4D-2630-4632-89BD-86627322A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9" y="2725"/>
              <a:ext cx="1552" cy="1"/>
            </a:xfrm>
            <a:prstGeom prst="line">
              <a:avLst/>
            </a:prstGeom>
            <a:noFill/>
            <a:ln w="76200">
              <a:solidFill>
                <a:srgbClr val="3366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5794" name="Text Box 82">
              <a:extLst>
                <a:ext uri="{FF2B5EF4-FFF2-40B4-BE49-F238E27FC236}">
                  <a16:creationId xmlns:a16="http://schemas.microsoft.com/office/drawing/2014/main" id="{570CA298-5E63-457B-9091-DFEE5C3074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6" y="2616"/>
              <a:ext cx="5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second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04B62B-2661-4D8E-9B4B-BF9A9C011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53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62" name="Rectangle 2">
            <a:extLst>
              <a:ext uri="{FF2B5EF4-FFF2-40B4-BE49-F238E27FC236}">
                <a16:creationId xmlns:a16="http://schemas.microsoft.com/office/drawing/2014/main" id="{E70105E2-7AFF-432E-B6E1-E2173CC8F6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Additional Information</a:t>
            </a:r>
          </a:p>
        </p:txBody>
      </p:sp>
      <p:sp>
        <p:nvSpPr>
          <p:cNvPr id="757763" name="Rectangle 3">
            <a:extLst>
              <a:ext uri="{FF2B5EF4-FFF2-40B4-BE49-F238E27FC236}">
                <a16:creationId xmlns:a16="http://schemas.microsoft.com/office/drawing/2014/main" id="{99B84E9A-696E-41EF-850A-B1ED523D20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70038" y="1214439"/>
            <a:ext cx="4813300" cy="1544637"/>
          </a:xfrm>
        </p:spPr>
        <p:txBody>
          <a:bodyPr/>
          <a:lstStyle/>
          <a:p>
            <a:pPr lvl="1">
              <a:buFontTx/>
              <a:buNone/>
            </a:pPr>
            <a:r>
              <a:rPr lang="en-US" altLang="en-US" sz="2000">
                <a:latin typeface="Comic Sans MS" panose="030F0702030302020204" pitchFamily="66" charset="0"/>
                <a:sym typeface="Symbol" panose="05050102010706020507" pitchFamily="18" charset="2"/>
              </a:rPr>
              <a:t>		 0			if i,j = 0</a:t>
            </a:r>
          </a:p>
          <a:p>
            <a:pPr>
              <a:buFontTx/>
              <a:buNone/>
            </a:pPr>
            <a:r>
              <a:rPr lang="en-US" altLang="en-US" sz="2000">
                <a:latin typeface="Comic Sans MS" panose="030F0702030302020204" pitchFamily="66" charset="0"/>
                <a:sym typeface="Symbol" panose="05050102010706020507" pitchFamily="18" charset="2"/>
              </a:rPr>
              <a:t>c[i, j] =  c[i-1, j-1] + 1		if x</a:t>
            </a:r>
            <a:r>
              <a:rPr lang="en-US" altLang="en-US" sz="2000" baseline="-250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000">
                <a:latin typeface="Comic Sans MS" panose="030F0702030302020204" pitchFamily="66" charset="0"/>
                <a:sym typeface="Symbol" panose="05050102010706020507" pitchFamily="18" charset="2"/>
              </a:rPr>
              <a:t> = y</a:t>
            </a:r>
            <a:r>
              <a:rPr lang="en-US" altLang="en-US" sz="2000" baseline="-25000">
                <a:latin typeface="Comic Sans MS" panose="030F0702030302020204" pitchFamily="66" charset="0"/>
                <a:sym typeface="Symbol" panose="05050102010706020507" pitchFamily="18" charset="2"/>
              </a:rPr>
              <a:t>j</a:t>
            </a:r>
          </a:p>
          <a:p>
            <a:pPr lvl="1">
              <a:buFontTx/>
              <a:buNone/>
            </a:pPr>
            <a:r>
              <a:rPr lang="en-US" altLang="en-US" sz="2000">
                <a:latin typeface="Comic Sans MS" panose="030F0702030302020204" pitchFamily="66" charset="0"/>
                <a:sym typeface="Symbol" panose="05050102010706020507" pitchFamily="18" charset="2"/>
              </a:rPr>
              <a:t>		 max(c[i, j-1], c[i-1, j])	if x</a:t>
            </a:r>
            <a:r>
              <a:rPr lang="en-US" altLang="en-US" sz="2000" baseline="-250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000">
                <a:latin typeface="Comic Sans MS" panose="030F0702030302020204" pitchFamily="66" charset="0"/>
                <a:sym typeface="Symbol" panose="05050102010706020507" pitchFamily="18" charset="2"/>
              </a:rPr>
              <a:t>  y</a:t>
            </a:r>
            <a:r>
              <a:rPr lang="en-US" altLang="en-US" sz="2000" baseline="-25000">
                <a:latin typeface="Comic Sans MS" panose="030F0702030302020204" pitchFamily="66" charset="0"/>
                <a:sym typeface="Symbol" panose="05050102010706020507" pitchFamily="18" charset="2"/>
              </a:rPr>
              <a:t>j</a:t>
            </a:r>
            <a:endParaRPr lang="en-US" altLang="en-US" sz="2000"/>
          </a:p>
        </p:txBody>
      </p:sp>
      <p:sp>
        <p:nvSpPr>
          <p:cNvPr id="757764" name="AutoShape 4">
            <a:extLst>
              <a:ext uri="{FF2B5EF4-FFF2-40B4-BE49-F238E27FC236}">
                <a16:creationId xmlns:a16="http://schemas.microsoft.com/office/drawing/2014/main" id="{04564F70-B9C2-473B-99C6-6A3D574A1F9F}"/>
              </a:ext>
            </a:extLst>
          </p:cNvPr>
          <p:cNvSpPr>
            <a:spLocks/>
          </p:cNvSpPr>
          <p:nvPr/>
        </p:nvSpPr>
        <p:spPr bwMode="auto">
          <a:xfrm>
            <a:off x="2511426" y="1143000"/>
            <a:ext cx="142875" cy="1271588"/>
          </a:xfrm>
          <a:prstGeom prst="leftBrace">
            <a:avLst>
              <a:gd name="adj1" fmla="val 74167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57765" name="Group 5">
            <a:extLst>
              <a:ext uri="{FF2B5EF4-FFF2-40B4-BE49-F238E27FC236}">
                <a16:creationId xmlns:a16="http://schemas.microsoft.com/office/drawing/2014/main" id="{56CE7CCC-C5AC-403D-8F99-A9ED3836CE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526541"/>
              </p:ext>
            </p:extLst>
          </p:nvPr>
        </p:nvGraphicFramePr>
        <p:xfrm>
          <a:off x="2701926" y="3225800"/>
          <a:ext cx="3338513" cy="2743200"/>
        </p:xfrm>
        <a:graphic>
          <a:graphicData uri="http://schemas.openxmlformats.org/drawingml/2006/table">
            <a:tbl>
              <a:tblPr/>
              <a:tblGrid>
                <a:gridCol w="557213">
                  <a:extLst>
                    <a:ext uri="{9D8B030D-6E8A-4147-A177-3AD203B41FA5}">
                      <a16:colId xmlns:a16="http://schemas.microsoft.com/office/drawing/2014/main" val="1926877489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730277744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val="259201617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3214276111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val="410461547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3569809278"/>
                    </a:ext>
                  </a:extLst>
                </a:gridCol>
              </a:tblGrid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74157"/>
                  </a:ext>
                </a:extLst>
              </a:tr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097498"/>
                  </a:ext>
                </a:extLst>
              </a:tr>
              <a:tr h="446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906917"/>
                  </a:ext>
                </a:extLst>
              </a:tr>
              <a:tr h="454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291892"/>
                  </a:ext>
                </a:extLst>
              </a:tr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9966060"/>
                  </a:ext>
                </a:extLst>
              </a:tr>
              <a:tr h="430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136284"/>
                  </a:ext>
                </a:extLst>
              </a:tr>
            </a:tbl>
          </a:graphicData>
        </a:graphic>
      </p:graphicFrame>
      <p:sp>
        <p:nvSpPr>
          <p:cNvPr id="757816" name="Text Box 56">
            <a:extLst>
              <a:ext uri="{FF2B5EF4-FFF2-40B4-BE49-F238E27FC236}">
                <a16:creationId xmlns:a16="http://schemas.microsoft.com/office/drawing/2014/main" id="{8830C90B-56BF-414F-950C-840FE737A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6863" y="2857501"/>
            <a:ext cx="4111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y</a:t>
            </a:r>
            <a:r>
              <a:rPr lang="en-US" altLang="en-US" baseline="-25000">
                <a:latin typeface="Comic Sans MS" panose="030F0702030302020204" pitchFamily="66" charset="0"/>
              </a:rPr>
              <a:t>j:</a:t>
            </a:r>
            <a:endParaRPr lang="en-US" altLang="en-US">
              <a:latin typeface="Comic Sans MS" panose="030F0702030302020204" pitchFamily="66" charset="0"/>
            </a:endParaRPr>
          </a:p>
        </p:txBody>
      </p:sp>
      <p:sp>
        <p:nvSpPr>
          <p:cNvPr id="757817" name="Text Box 57">
            <a:extLst>
              <a:ext uri="{FF2B5EF4-FFF2-40B4-BE49-F238E27FC236}">
                <a16:creationId xmlns:a16="http://schemas.microsoft.com/office/drawing/2014/main" id="{BC65348B-65B6-4CC9-936A-25C05B9E4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75" y="5557838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D</a:t>
            </a:r>
            <a:endParaRPr lang="en-US" altLang="en-US" baseline="-25000">
              <a:latin typeface="Comic Sans MS" panose="030F0702030302020204" pitchFamily="66" charset="0"/>
            </a:endParaRPr>
          </a:p>
        </p:txBody>
      </p:sp>
      <p:sp>
        <p:nvSpPr>
          <p:cNvPr id="757818" name="Text Box 58">
            <a:extLst>
              <a:ext uri="{FF2B5EF4-FFF2-40B4-BE49-F238E27FC236}">
                <a16:creationId xmlns:a16="http://schemas.microsoft.com/office/drawing/2014/main" id="{EE17CFB0-3F27-4C32-BDA8-A5B31E1C2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5025" y="2857501"/>
            <a:ext cx="3508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A</a:t>
            </a:r>
            <a:endParaRPr lang="en-US" altLang="en-US" baseline="-25000">
              <a:latin typeface="Comic Sans MS" panose="030F0702030302020204" pitchFamily="66" charset="0"/>
            </a:endParaRPr>
          </a:p>
        </p:txBody>
      </p:sp>
      <p:sp>
        <p:nvSpPr>
          <p:cNvPr id="757819" name="Text Box 59">
            <a:extLst>
              <a:ext uri="{FF2B5EF4-FFF2-40B4-BE49-F238E27FC236}">
                <a16:creationId xmlns:a16="http://schemas.microsoft.com/office/drawing/2014/main" id="{65B25BC2-D165-4157-8E84-1C7EDE452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001" y="2857501"/>
            <a:ext cx="3222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C</a:t>
            </a:r>
            <a:endParaRPr lang="en-US" altLang="en-US" baseline="-25000">
              <a:latin typeface="Comic Sans MS" panose="030F0702030302020204" pitchFamily="66" charset="0"/>
            </a:endParaRPr>
          </a:p>
        </p:txBody>
      </p:sp>
      <p:sp>
        <p:nvSpPr>
          <p:cNvPr id="757820" name="Text Box 60">
            <a:extLst>
              <a:ext uri="{FF2B5EF4-FFF2-40B4-BE49-F238E27FC236}">
                <a16:creationId xmlns:a16="http://schemas.microsoft.com/office/drawing/2014/main" id="{406CAB43-E3AF-43E5-80FC-5F4A23DFF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5938" y="2857501"/>
            <a:ext cx="3222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F</a:t>
            </a:r>
            <a:endParaRPr lang="en-US" altLang="en-US" baseline="-25000">
              <a:latin typeface="Comic Sans MS" panose="030F0702030302020204" pitchFamily="66" charset="0"/>
            </a:endParaRPr>
          </a:p>
        </p:txBody>
      </p:sp>
      <p:sp>
        <p:nvSpPr>
          <p:cNvPr id="757821" name="Text Box 61">
            <a:extLst>
              <a:ext uri="{FF2B5EF4-FFF2-40B4-BE49-F238E27FC236}">
                <a16:creationId xmlns:a16="http://schemas.microsoft.com/office/drawing/2014/main" id="{D8758D2A-2B3D-461A-BEE4-49BCDA4C5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2825" y="3670301"/>
            <a:ext cx="3508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A</a:t>
            </a:r>
            <a:endParaRPr lang="en-US" altLang="en-US" baseline="-25000">
              <a:latin typeface="Comic Sans MS" panose="030F0702030302020204" pitchFamily="66" charset="0"/>
            </a:endParaRPr>
          </a:p>
        </p:txBody>
      </p:sp>
      <p:sp>
        <p:nvSpPr>
          <p:cNvPr id="757822" name="Text Box 62">
            <a:extLst>
              <a:ext uri="{FF2B5EF4-FFF2-40B4-BE49-F238E27FC236}">
                <a16:creationId xmlns:a16="http://schemas.microsoft.com/office/drawing/2014/main" id="{157E428B-8633-4D9B-9FE8-7D8FF5134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2351" y="4113213"/>
            <a:ext cx="3286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B</a:t>
            </a:r>
            <a:endParaRPr lang="en-US" altLang="en-US" baseline="-25000">
              <a:latin typeface="Comic Sans MS" panose="030F0702030302020204" pitchFamily="66" charset="0"/>
            </a:endParaRPr>
          </a:p>
        </p:txBody>
      </p:sp>
      <p:sp>
        <p:nvSpPr>
          <p:cNvPr id="757823" name="Text Box 63">
            <a:extLst>
              <a:ext uri="{FF2B5EF4-FFF2-40B4-BE49-F238E27FC236}">
                <a16:creationId xmlns:a16="http://schemas.microsoft.com/office/drawing/2014/main" id="{ADB669D0-4C5B-4254-8688-F19E71908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3775" y="3306763"/>
            <a:ext cx="361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x</a:t>
            </a:r>
            <a:r>
              <a:rPr lang="en-US" altLang="en-US" baseline="-25000"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757824" name="Text Box 64">
            <a:extLst>
              <a:ext uri="{FF2B5EF4-FFF2-40B4-BE49-F238E27FC236}">
                <a16:creationId xmlns:a16="http://schemas.microsoft.com/office/drawing/2014/main" id="{4175E6D5-2C38-4E95-8BA6-1A5C898E2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1" y="6007101"/>
            <a:ext cx="2762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j</a:t>
            </a:r>
          </a:p>
        </p:txBody>
      </p:sp>
      <p:sp>
        <p:nvSpPr>
          <p:cNvPr id="757825" name="Text Box 65">
            <a:extLst>
              <a:ext uri="{FF2B5EF4-FFF2-40B4-BE49-F238E27FC236}">
                <a16:creationId xmlns:a16="http://schemas.microsoft.com/office/drawing/2014/main" id="{8276BCC0-FBBA-4EF0-9802-3C674F9C8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1563" y="4429126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757826" name="Text Box 66">
            <a:extLst>
              <a:ext uri="{FF2B5EF4-FFF2-40B4-BE49-F238E27FC236}">
                <a16:creationId xmlns:a16="http://schemas.microsoft.com/office/drawing/2014/main" id="{AF7FFCB6-B546-4F00-8903-B09665439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8450" y="2581276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757827" name="Text Box 67">
            <a:extLst>
              <a:ext uri="{FF2B5EF4-FFF2-40B4-BE49-F238E27FC236}">
                <a16:creationId xmlns:a16="http://schemas.microsoft.com/office/drawing/2014/main" id="{C5CA9197-5ED3-46C7-B4ED-D69283625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614" y="2581276"/>
            <a:ext cx="2873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757828" name="Text Box 68">
            <a:extLst>
              <a:ext uri="{FF2B5EF4-FFF2-40B4-BE49-F238E27FC236}">
                <a16:creationId xmlns:a16="http://schemas.microsoft.com/office/drawing/2014/main" id="{5EF4E033-6F07-43E7-9F50-27AD3F2EB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2581276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757829" name="Text Box 69">
            <a:extLst>
              <a:ext uri="{FF2B5EF4-FFF2-40B4-BE49-F238E27FC236}">
                <a16:creationId xmlns:a16="http://schemas.microsoft.com/office/drawing/2014/main" id="{B378186F-1AA9-4B14-887D-AE04DC6F2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7526" y="2581276"/>
            <a:ext cx="303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n</a:t>
            </a:r>
          </a:p>
        </p:txBody>
      </p:sp>
      <p:sp>
        <p:nvSpPr>
          <p:cNvPr id="757830" name="Text Box 70">
            <a:extLst>
              <a:ext uri="{FF2B5EF4-FFF2-40B4-BE49-F238E27FC236}">
                <a16:creationId xmlns:a16="http://schemas.microsoft.com/office/drawing/2014/main" id="{BCB55767-34EE-4D81-A2F4-04E61E93D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6263" y="5559426"/>
            <a:ext cx="361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m</a:t>
            </a:r>
          </a:p>
        </p:txBody>
      </p:sp>
      <p:sp>
        <p:nvSpPr>
          <p:cNvPr id="757831" name="Text Box 71">
            <a:extLst>
              <a:ext uri="{FF2B5EF4-FFF2-40B4-BE49-F238E27FC236}">
                <a16:creationId xmlns:a16="http://schemas.microsoft.com/office/drawing/2014/main" id="{555D0CAA-AA5E-4234-BC04-3452287F9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5" y="3671888"/>
            <a:ext cx="2873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757832" name="Text Box 72">
            <a:extLst>
              <a:ext uri="{FF2B5EF4-FFF2-40B4-BE49-F238E27FC236}">
                <a16:creationId xmlns:a16="http://schemas.microsoft.com/office/drawing/2014/main" id="{7D28FB67-AA32-4C12-BB4D-3560FF2D0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3" y="4114801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757833" name="Text Box 73">
            <a:extLst>
              <a:ext uri="{FF2B5EF4-FFF2-40B4-BE49-F238E27FC236}">
                <a16:creationId xmlns:a16="http://schemas.microsoft.com/office/drawing/2014/main" id="{C1BCDB3C-0945-4780-960F-E6EC21D8B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3" y="3308351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757834" name="Rectangle 74">
            <a:extLst>
              <a:ext uri="{FF2B5EF4-FFF2-40B4-BE49-F238E27FC236}">
                <a16:creationId xmlns:a16="http://schemas.microsoft.com/office/drawing/2014/main" id="{C0DFC5C4-922A-4356-B660-388F0B906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725" y="1158875"/>
            <a:ext cx="4019550" cy="532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2400" dirty="0"/>
              <a:t>A matrix </a:t>
            </a:r>
            <a:r>
              <a:rPr lang="en-US" altLang="en-US" sz="2400" dirty="0">
                <a:latin typeface="Comic Sans MS" panose="030F0702030302020204" pitchFamily="66" charset="0"/>
              </a:rPr>
              <a:t>b[</a:t>
            </a:r>
            <a:r>
              <a:rPr lang="en-US" altLang="en-US" sz="2400" dirty="0" err="1">
                <a:latin typeface="Comic Sans MS" panose="030F0702030302020204" pitchFamily="66" charset="0"/>
              </a:rPr>
              <a:t>i</a:t>
            </a:r>
            <a:r>
              <a:rPr lang="en-US" altLang="en-US" sz="2400" dirty="0">
                <a:latin typeface="Comic Sans MS" panose="030F0702030302020204" pitchFamily="66" charset="0"/>
              </a:rPr>
              <a:t>, j]</a:t>
            </a:r>
            <a:r>
              <a:rPr lang="en-US" altLang="en-US" sz="2400" dirty="0"/>
              <a:t>:</a:t>
            </a:r>
          </a:p>
          <a:p>
            <a:r>
              <a:rPr lang="en-US" altLang="en-US" sz="2400" dirty="0"/>
              <a:t>For a subproblem [</a:t>
            </a:r>
            <a:r>
              <a:rPr lang="en-US" altLang="en-US" sz="2400" dirty="0" err="1"/>
              <a:t>i</a:t>
            </a:r>
            <a:r>
              <a:rPr lang="en-US" altLang="en-US" sz="2400" dirty="0"/>
              <a:t>, j] it tells us what choice was made to obtain the optimal value</a:t>
            </a:r>
          </a:p>
          <a:p>
            <a:r>
              <a:rPr lang="en-US" altLang="en-US" sz="2400" dirty="0"/>
              <a:t>If 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x</a:t>
            </a:r>
            <a:r>
              <a:rPr lang="en-US" altLang="en-US" sz="24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= 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y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j</a:t>
            </a:r>
            <a:endParaRPr lang="en-US" altLang="en-US" sz="2400" dirty="0"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en-US" sz="24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		</a:t>
            </a:r>
            <a:r>
              <a:rPr lang="en-US" altLang="en-US" sz="2400" dirty="0">
                <a:solidFill>
                  <a:srgbClr val="336699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b[</a:t>
            </a:r>
            <a:r>
              <a:rPr lang="en-US" altLang="en-US" sz="2400" dirty="0" err="1">
                <a:solidFill>
                  <a:srgbClr val="336699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336699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, j] = “   ”</a:t>
            </a:r>
          </a:p>
          <a:p>
            <a:r>
              <a:rPr lang="en-US" altLang="en-US" sz="2400" dirty="0">
                <a:sym typeface="Symbol" panose="05050102010706020507" pitchFamily="18" charset="2"/>
              </a:rPr>
              <a:t>Else, if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		         c[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- 1, j] ≥ c[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, j-1]</a:t>
            </a:r>
          </a:p>
          <a:p>
            <a:pPr>
              <a:buFontTx/>
              <a:buNone/>
            </a:pPr>
            <a:r>
              <a:rPr lang="en-US" altLang="en-US" sz="2400" dirty="0"/>
              <a:t>		</a:t>
            </a:r>
            <a:r>
              <a:rPr lang="en-US" altLang="en-US" sz="2400" dirty="0">
                <a:solidFill>
                  <a:srgbClr val="336699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b[</a:t>
            </a:r>
            <a:r>
              <a:rPr lang="en-US" altLang="en-US" sz="2400" dirty="0" err="1">
                <a:solidFill>
                  <a:srgbClr val="336699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336699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, j] = “  ”</a:t>
            </a:r>
          </a:p>
          <a:p>
            <a:pPr>
              <a:buFontTx/>
              <a:buNone/>
            </a:pP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	</a:t>
            </a:r>
            <a:r>
              <a:rPr lang="en-US" altLang="en-US" sz="2400" dirty="0">
                <a:sym typeface="Symbol" panose="05050102010706020507" pitchFamily="18" charset="2"/>
              </a:rPr>
              <a:t>else</a:t>
            </a:r>
          </a:p>
          <a:p>
            <a:pPr>
              <a:buFontTx/>
              <a:buNone/>
            </a:pP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		</a:t>
            </a:r>
            <a:r>
              <a:rPr lang="en-US" altLang="en-US" sz="2400" dirty="0">
                <a:solidFill>
                  <a:srgbClr val="336699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b[</a:t>
            </a:r>
            <a:r>
              <a:rPr lang="en-US" altLang="en-US" sz="2400" dirty="0" err="1">
                <a:solidFill>
                  <a:srgbClr val="336699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336699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, j] = “  ”</a:t>
            </a:r>
            <a:endParaRPr lang="en-US" altLang="en-US" sz="2400" dirty="0">
              <a:solidFill>
                <a:srgbClr val="336699"/>
              </a:solidFill>
            </a:endParaRPr>
          </a:p>
        </p:txBody>
      </p:sp>
      <p:sp>
        <p:nvSpPr>
          <p:cNvPr id="757835" name="Line 75">
            <a:extLst>
              <a:ext uri="{FF2B5EF4-FFF2-40B4-BE49-F238E27FC236}">
                <a16:creationId xmlns:a16="http://schemas.microsoft.com/office/drawing/2014/main" id="{40B8787D-57E5-450A-B9DE-38C82096F0D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17014" y="3617914"/>
            <a:ext cx="276225" cy="276225"/>
          </a:xfrm>
          <a:prstGeom prst="line">
            <a:avLst/>
          </a:prstGeom>
          <a:noFill/>
          <a:ln w="12700">
            <a:solidFill>
              <a:srgbClr val="336699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36" name="Text Box 76">
            <a:extLst>
              <a:ext uri="{FF2B5EF4-FFF2-40B4-BE49-F238E27FC236}">
                <a16:creationId xmlns:a16="http://schemas.microsoft.com/office/drawing/2014/main" id="{C2120105-DCAF-46B0-9BA7-89AFD27C1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1200" y="2581276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757837" name="Text Box 77">
            <a:extLst>
              <a:ext uri="{FF2B5EF4-FFF2-40B4-BE49-F238E27FC236}">
                <a16:creationId xmlns:a16="http://schemas.microsoft.com/office/drawing/2014/main" id="{1F57D50B-84A6-4DC0-8F41-CD814F1D1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3" y="465931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757838" name="Text Box 78">
            <a:extLst>
              <a:ext uri="{FF2B5EF4-FFF2-40B4-BE49-F238E27FC236}">
                <a16:creationId xmlns:a16="http://schemas.microsoft.com/office/drawing/2014/main" id="{9BC5A105-1093-4879-A98F-CD23512FD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7113" y="4659313"/>
            <a:ext cx="3222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C</a:t>
            </a:r>
            <a:endParaRPr lang="en-US" altLang="en-US" baseline="-25000">
              <a:latin typeface="Comic Sans MS" panose="030F0702030302020204" pitchFamily="66" charset="0"/>
            </a:endParaRPr>
          </a:p>
        </p:txBody>
      </p:sp>
      <p:sp>
        <p:nvSpPr>
          <p:cNvPr id="757839" name="Text Box 79">
            <a:extLst>
              <a:ext uri="{FF2B5EF4-FFF2-40B4-BE49-F238E27FC236}">
                <a16:creationId xmlns:a16="http://schemas.microsoft.com/office/drawing/2014/main" id="{02381C15-00DC-4669-B0A2-77708886B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2150" y="2857501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D</a:t>
            </a:r>
            <a:endParaRPr lang="en-US" altLang="en-US" baseline="-25000">
              <a:latin typeface="Comic Sans MS" panose="030F0702030302020204" pitchFamily="66" charset="0"/>
            </a:endParaRPr>
          </a:p>
        </p:txBody>
      </p:sp>
      <p:sp>
        <p:nvSpPr>
          <p:cNvPr id="757840" name="Line 80">
            <a:extLst>
              <a:ext uri="{FF2B5EF4-FFF2-40B4-BE49-F238E27FC236}">
                <a16:creationId xmlns:a16="http://schemas.microsoft.com/office/drawing/2014/main" id="{8D7C926F-23E2-4FFA-B621-8D5E18D02A1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62388" y="4640264"/>
            <a:ext cx="18415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41" name="Text Box 81">
            <a:extLst>
              <a:ext uri="{FF2B5EF4-FFF2-40B4-BE49-F238E27FC236}">
                <a16:creationId xmlns:a16="http://schemas.microsoft.com/office/drawing/2014/main" id="{A56172D2-D2F2-40BD-BFEF-344B6F639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0851" y="2651125"/>
            <a:ext cx="993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>
                <a:latin typeface="Comic Sans MS" panose="030F0702030302020204" pitchFamily="66" charset="0"/>
              </a:rPr>
              <a:t>b &amp; c:</a:t>
            </a:r>
          </a:p>
        </p:txBody>
      </p:sp>
      <p:grpSp>
        <p:nvGrpSpPr>
          <p:cNvPr id="757842" name="Group 82">
            <a:extLst>
              <a:ext uri="{FF2B5EF4-FFF2-40B4-BE49-F238E27FC236}">
                <a16:creationId xmlns:a16="http://schemas.microsoft.com/office/drawing/2014/main" id="{3BEA22B5-3EE2-446A-AAF3-6D826133FBCB}"/>
              </a:ext>
            </a:extLst>
          </p:cNvPr>
          <p:cNvGrpSpPr>
            <a:grpSpLocks/>
          </p:cNvGrpSpPr>
          <p:nvPr/>
        </p:nvGrpSpPr>
        <p:grpSpPr bwMode="auto">
          <a:xfrm>
            <a:off x="3727450" y="4275138"/>
            <a:ext cx="1282700" cy="811212"/>
            <a:chOff x="1388" y="2693"/>
            <a:chExt cx="808" cy="511"/>
          </a:xfrm>
        </p:grpSpPr>
        <p:sp>
          <p:nvSpPr>
            <p:cNvPr id="757843" name="Text Box 83">
              <a:extLst>
                <a:ext uri="{FF2B5EF4-FFF2-40B4-BE49-F238E27FC236}">
                  <a16:creationId xmlns:a16="http://schemas.microsoft.com/office/drawing/2014/main" id="{2801F752-51E1-4B8D-A290-10A4DF385D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8" y="2992"/>
              <a:ext cx="4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600"/>
                <a:t>c[i,j-1]</a:t>
              </a:r>
            </a:p>
          </p:txBody>
        </p:sp>
        <p:sp>
          <p:nvSpPr>
            <p:cNvPr id="757844" name="Rectangle 84">
              <a:extLst>
                <a:ext uri="{FF2B5EF4-FFF2-40B4-BE49-F238E27FC236}">
                  <a16:creationId xmlns:a16="http://schemas.microsoft.com/office/drawing/2014/main" id="{407C2678-A022-4727-B287-44DD3387D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8" y="2693"/>
              <a:ext cx="4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altLang="en-US" sz="1600"/>
                <a:t>c[i-1,j]</a:t>
              </a:r>
            </a:p>
          </p:txBody>
        </p:sp>
      </p:grpSp>
      <p:sp>
        <p:nvSpPr>
          <p:cNvPr id="757845" name="Line 85">
            <a:extLst>
              <a:ext uri="{FF2B5EF4-FFF2-40B4-BE49-F238E27FC236}">
                <a16:creationId xmlns:a16="http://schemas.microsoft.com/office/drawing/2014/main" id="{BA8A018E-E44B-40D3-9E85-52BC93A2A2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52963" y="4660900"/>
            <a:ext cx="0" cy="312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9511E0-D6E4-4A05-9851-998798BB6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54</a:t>
            </a:fld>
            <a:endParaRPr lang="en-US"/>
          </a:p>
        </p:txBody>
      </p:sp>
      <p:sp>
        <p:nvSpPr>
          <p:cNvPr id="38" name="Line 85">
            <a:extLst>
              <a:ext uri="{FF2B5EF4-FFF2-40B4-BE49-F238E27FC236}">
                <a16:creationId xmlns:a16="http://schemas.microsoft.com/office/drawing/2014/main" id="{BF08D22F-AEBA-4027-A635-FF95BC6E9FF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75414" y="5290342"/>
            <a:ext cx="415422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0" name="Rectangle 2">
            <a:extLst>
              <a:ext uri="{FF2B5EF4-FFF2-40B4-BE49-F238E27FC236}">
                <a16:creationId xmlns:a16="http://schemas.microsoft.com/office/drawing/2014/main" id="{0E2B1120-5227-4EB9-AC01-7695B8BD56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LCS-LENGTH(X, Y, m, n)</a:t>
            </a:r>
          </a:p>
        </p:txBody>
      </p:sp>
      <p:sp>
        <p:nvSpPr>
          <p:cNvPr id="759811" name="Rectangle 3">
            <a:extLst>
              <a:ext uri="{FF2B5EF4-FFF2-40B4-BE49-F238E27FC236}">
                <a16:creationId xmlns:a16="http://schemas.microsoft.com/office/drawing/2014/main" id="{D3FE8804-AC6B-439C-98B1-FDDA7E073B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381000" indent="-381000">
              <a:buFontTx/>
              <a:buAutoNum type="arabicPeriod"/>
            </a:pPr>
            <a:r>
              <a:rPr lang="en-US" altLang="en-US" sz="2000" b="1" dirty="0"/>
              <a:t> for </a:t>
            </a:r>
            <a:r>
              <a:rPr lang="en-US" altLang="en-US" sz="2000" dirty="0" err="1">
                <a:latin typeface="Comic Sans MS" panose="030F0702030302020204" pitchFamily="66" charset="0"/>
              </a:rPr>
              <a:t>i</a:t>
            </a:r>
            <a:r>
              <a:rPr lang="en-US" altLang="en-US" sz="2000" dirty="0">
                <a:latin typeface="Comic Sans MS" panose="030F0702030302020204" pitchFamily="66" charset="0"/>
              </a:rPr>
              <a:t> ← 1</a:t>
            </a:r>
            <a:r>
              <a:rPr lang="en-US" altLang="en-US" sz="2000" dirty="0"/>
              <a:t> </a:t>
            </a:r>
            <a:r>
              <a:rPr lang="en-US" altLang="en-US" sz="2000" b="1" dirty="0"/>
              <a:t>to </a:t>
            </a:r>
            <a:r>
              <a:rPr lang="en-US" altLang="en-US" sz="2000" dirty="0">
                <a:latin typeface="Comic Sans MS" panose="030F0702030302020204" pitchFamily="66" charset="0"/>
              </a:rPr>
              <a:t>m</a:t>
            </a:r>
          </a:p>
          <a:p>
            <a:pPr marL="381000" indent="-381000">
              <a:buFontTx/>
              <a:buAutoNum type="arabicPeriod"/>
            </a:pPr>
            <a:r>
              <a:rPr lang="en-US" altLang="en-US" sz="2000" b="1" dirty="0"/>
              <a:t>      do </a:t>
            </a:r>
            <a:r>
              <a:rPr lang="en-US" altLang="en-US" sz="2000" dirty="0">
                <a:latin typeface="Comic Sans MS" panose="030F0702030302020204" pitchFamily="66" charset="0"/>
              </a:rPr>
              <a:t>c[</a:t>
            </a:r>
            <a:r>
              <a:rPr lang="en-US" altLang="en-US" sz="2000" dirty="0" err="1">
                <a:latin typeface="Comic Sans MS" panose="030F0702030302020204" pitchFamily="66" charset="0"/>
              </a:rPr>
              <a:t>i</a:t>
            </a:r>
            <a:r>
              <a:rPr lang="en-US" altLang="en-US" sz="2000" dirty="0">
                <a:latin typeface="Comic Sans MS" panose="030F0702030302020204" pitchFamily="66" charset="0"/>
              </a:rPr>
              <a:t>, 0] ← 0</a:t>
            </a:r>
          </a:p>
          <a:p>
            <a:pPr marL="381000" indent="-381000">
              <a:buFontTx/>
              <a:buAutoNum type="arabicPeriod"/>
            </a:pPr>
            <a:r>
              <a:rPr lang="en-US" altLang="en-US" sz="2000" b="1" dirty="0"/>
              <a:t> for </a:t>
            </a:r>
            <a:r>
              <a:rPr lang="en-US" altLang="en-US" sz="2000" dirty="0">
                <a:latin typeface="Comic Sans MS" panose="030F0702030302020204" pitchFamily="66" charset="0"/>
              </a:rPr>
              <a:t>j ← 0 </a:t>
            </a:r>
            <a:r>
              <a:rPr lang="en-US" altLang="en-US" sz="2000" b="1" dirty="0"/>
              <a:t>to </a:t>
            </a:r>
            <a:r>
              <a:rPr lang="en-US" altLang="en-US" sz="2000" dirty="0">
                <a:latin typeface="Comic Sans MS" panose="030F0702030302020204" pitchFamily="66" charset="0"/>
              </a:rPr>
              <a:t>n</a:t>
            </a:r>
          </a:p>
          <a:p>
            <a:pPr marL="381000" indent="-381000">
              <a:buFontTx/>
              <a:buAutoNum type="arabicPeriod"/>
            </a:pPr>
            <a:r>
              <a:rPr lang="en-US" altLang="en-US" sz="2000" b="1" dirty="0"/>
              <a:t>     do </a:t>
            </a:r>
            <a:r>
              <a:rPr lang="en-US" altLang="en-US" sz="2000" dirty="0">
                <a:latin typeface="Comic Sans MS" panose="030F0702030302020204" pitchFamily="66" charset="0"/>
              </a:rPr>
              <a:t>c[0, j] ← 0</a:t>
            </a:r>
          </a:p>
          <a:p>
            <a:pPr marL="381000" indent="-381000">
              <a:buFontTx/>
              <a:buAutoNum type="arabicPeriod"/>
            </a:pPr>
            <a:r>
              <a:rPr lang="en-US" altLang="en-US" sz="2000" b="1" dirty="0"/>
              <a:t> for </a:t>
            </a:r>
            <a:r>
              <a:rPr lang="en-US" altLang="en-US" sz="2000" dirty="0" err="1">
                <a:latin typeface="Comic Sans MS" panose="030F0702030302020204" pitchFamily="66" charset="0"/>
              </a:rPr>
              <a:t>i</a:t>
            </a:r>
            <a:r>
              <a:rPr lang="en-US" altLang="en-US" sz="2000" dirty="0">
                <a:latin typeface="Comic Sans MS" panose="030F0702030302020204" pitchFamily="66" charset="0"/>
              </a:rPr>
              <a:t> ← 1</a:t>
            </a:r>
            <a:r>
              <a:rPr lang="en-US" altLang="en-US" sz="2000" dirty="0"/>
              <a:t> </a:t>
            </a:r>
            <a:r>
              <a:rPr lang="en-US" altLang="en-US" sz="2000" b="1" dirty="0"/>
              <a:t>to </a:t>
            </a:r>
            <a:r>
              <a:rPr lang="en-US" altLang="en-US" sz="2000" dirty="0">
                <a:latin typeface="Comic Sans MS" panose="030F0702030302020204" pitchFamily="66" charset="0"/>
              </a:rPr>
              <a:t>m</a:t>
            </a:r>
          </a:p>
          <a:p>
            <a:pPr marL="381000" indent="-381000">
              <a:buFontTx/>
              <a:buAutoNum type="arabicPeriod"/>
            </a:pPr>
            <a:r>
              <a:rPr lang="en-US" altLang="en-US" sz="2000" b="1" dirty="0"/>
              <a:t>       do for </a:t>
            </a:r>
            <a:r>
              <a:rPr lang="en-US" altLang="en-US" sz="2000" dirty="0">
                <a:latin typeface="Comic Sans MS" panose="030F0702030302020204" pitchFamily="66" charset="0"/>
              </a:rPr>
              <a:t>j ← 1</a:t>
            </a:r>
            <a:r>
              <a:rPr lang="en-US" altLang="en-US" sz="2000" dirty="0"/>
              <a:t> </a:t>
            </a:r>
            <a:r>
              <a:rPr lang="en-US" altLang="en-US" sz="2000" b="1" dirty="0"/>
              <a:t>to </a:t>
            </a:r>
            <a:r>
              <a:rPr lang="en-US" altLang="en-US" sz="2000" dirty="0">
                <a:latin typeface="Comic Sans MS" panose="030F0702030302020204" pitchFamily="66" charset="0"/>
              </a:rPr>
              <a:t>n</a:t>
            </a:r>
          </a:p>
          <a:p>
            <a:pPr marL="381000" indent="-381000">
              <a:buFontTx/>
              <a:buAutoNum type="arabicPeriod"/>
            </a:pPr>
            <a:r>
              <a:rPr lang="en-US" altLang="en-US" sz="2000" b="1" dirty="0"/>
              <a:t> 	          do if </a:t>
            </a:r>
            <a:r>
              <a:rPr lang="en-US" altLang="en-US" sz="2000" dirty="0">
                <a:latin typeface="Comic Sans MS" panose="030F0702030302020204" pitchFamily="66" charset="0"/>
              </a:rPr>
              <a:t>x</a:t>
            </a:r>
            <a:r>
              <a:rPr lang="en-US" altLang="en-US" sz="2000" baseline="-25000" dirty="0">
                <a:latin typeface="Comic Sans MS" panose="030F0702030302020204" pitchFamily="66" charset="0"/>
              </a:rPr>
              <a:t>i </a:t>
            </a:r>
            <a:r>
              <a:rPr lang="en-US" altLang="en-US" sz="2000" dirty="0">
                <a:latin typeface="Comic Sans MS" panose="030F0702030302020204" pitchFamily="66" charset="0"/>
              </a:rPr>
              <a:t>= </a:t>
            </a:r>
            <a:r>
              <a:rPr lang="en-US" altLang="en-US" sz="2000" dirty="0" err="1">
                <a:latin typeface="Comic Sans MS" panose="030F0702030302020204" pitchFamily="66" charset="0"/>
              </a:rPr>
              <a:t>y</a:t>
            </a:r>
            <a:r>
              <a:rPr lang="en-US" altLang="en-US" sz="2000" baseline="-25000" dirty="0" err="1">
                <a:latin typeface="Comic Sans MS" panose="030F0702030302020204" pitchFamily="66" charset="0"/>
              </a:rPr>
              <a:t>j</a:t>
            </a:r>
            <a:endParaRPr lang="en-US" altLang="en-US" sz="2000" baseline="-25000" dirty="0">
              <a:latin typeface="Comic Sans MS" panose="030F0702030302020204" pitchFamily="66" charset="0"/>
            </a:endParaRPr>
          </a:p>
          <a:p>
            <a:pPr marL="381000" indent="-381000">
              <a:buFontTx/>
              <a:buAutoNum type="arabicPeriod"/>
            </a:pPr>
            <a:r>
              <a:rPr lang="en-US" altLang="en-US" sz="2000" b="1" dirty="0"/>
              <a:t> 		     then </a:t>
            </a:r>
            <a:r>
              <a:rPr lang="en-US" altLang="en-US" sz="2000" dirty="0">
                <a:latin typeface="Comic Sans MS" panose="030F0702030302020204" pitchFamily="66" charset="0"/>
              </a:rPr>
              <a:t>c[</a:t>
            </a:r>
            <a:r>
              <a:rPr lang="en-US" altLang="en-US" sz="2000" dirty="0" err="1">
                <a:latin typeface="Comic Sans MS" panose="030F0702030302020204" pitchFamily="66" charset="0"/>
              </a:rPr>
              <a:t>i</a:t>
            </a:r>
            <a:r>
              <a:rPr lang="en-US" altLang="en-US" sz="2000" dirty="0">
                <a:latin typeface="Comic Sans MS" panose="030F0702030302020204" pitchFamily="66" charset="0"/>
              </a:rPr>
              <a:t>, j] ← c[</a:t>
            </a:r>
            <a:r>
              <a:rPr lang="en-US" altLang="en-US" sz="2000" dirty="0" err="1">
                <a:latin typeface="Comic Sans MS" panose="030F0702030302020204" pitchFamily="66" charset="0"/>
              </a:rPr>
              <a:t>i</a:t>
            </a:r>
            <a:r>
              <a:rPr lang="en-US" altLang="en-US" sz="2000" dirty="0">
                <a:latin typeface="Comic Sans MS" panose="030F0702030302020204" pitchFamily="66" charset="0"/>
              </a:rPr>
              <a:t> - 1, j - 1] + 1</a:t>
            </a:r>
          </a:p>
          <a:p>
            <a:pPr marL="381000" indent="-381000">
              <a:buFontTx/>
              <a:buAutoNum type="arabicPeriod"/>
            </a:pPr>
            <a:r>
              <a:rPr lang="en-US" altLang="en-US" sz="2000" dirty="0"/>
              <a:t> 			 </a:t>
            </a:r>
            <a:r>
              <a:rPr lang="en-US" altLang="en-US" sz="2000" dirty="0">
                <a:latin typeface="Comic Sans MS" panose="030F0702030302020204" pitchFamily="66" charset="0"/>
              </a:rPr>
              <a:t>b[</a:t>
            </a:r>
            <a:r>
              <a:rPr lang="en-US" altLang="en-US" sz="2000" dirty="0" err="1">
                <a:latin typeface="Comic Sans MS" panose="030F0702030302020204" pitchFamily="66" charset="0"/>
              </a:rPr>
              <a:t>i</a:t>
            </a:r>
            <a:r>
              <a:rPr lang="en-US" altLang="en-US" sz="2000" dirty="0">
                <a:latin typeface="Comic Sans MS" panose="030F0702030302020204" pitchFamily="66" charset="0"/>
              </a:rPr>
              <a:t>, j ] ← “    ”</a:t>
            </a:r>
          </a:p>
          <a:p>
            <a:pPr marL="381000" indent="-381000">
              <a:buFontTx/>
              <a:buAutoNum type="arabicPeriod"/>
            </a:pPr>
            <a:r>
              <a:rPr lang="en-US" altLang="en-US" sz="2000" b="1" dirty="0"/>
              <a:t> 		     else if </a:t>
            </a:r>
            <a:r>
              <a:rPr lang="en-US" altLang="en-US" sz="2000" dirty="0">
                <a:latin typeface="Comic Sans MS" panose="030F0702030302020204" pitchFamily="66" charset="0"/>
              </a:rPr>
              <a:t>c[</a:t>
            </a:r>
            <a:r>
              <a:rPr lang="en-US" altLang="en-US" sz="2000" dirty="0" err="1">
                <a:latin typeface="Comic Sans MS" panose="030F0702030302020204" pitchFamily="66" charset="0"/>
              </a:rPr>
              <a:t>i</a:t>
            </a:r>
            <a:r>
              <a:rPr lang="en-US" altLang="en-US" sz="2000" dirty="0">
                <a:latin typeface="Comic Sans MS" panose="030F0702030302020204" pitchFamily="66" charset="0"/>
              </a:rPr>
              <a:t> - 1, j] ≥ c[</a:t>
            </a:r>
            <a:r>
              <a:rPr lang="en-US" altLang="en-US" sz="2000" dirty="0" err="1">
                <a:latin typeface="Comic Sans MS" panose="030F0702030302020204" pitchFamily="66" charset="0"/>
              </a:rPr>
              <a:t>i</a:t>
            </a:r>
            <a:r>
              <a:rPr lang="en-US" altLang="en-US" sz="2000" dirty="0">
                <a:latin typeface="Comic Sans MS" panose="030F0702030302020204" pitchFamily="66" charset="0"/>
              </a:rPr>
              <a:t>, j - 1]</a:t>
            </a:r>
          </a:p>
          <a:p>
            <a:pPr marL="381000" indent="-381000">
              <a:buFontTx/>
              <a:buAutoNum type="arabicPeriod"/>
            </a:pPr>
            <a:r>
              <a:rPr lang="en-US" altLang="en-US" sz="2000" b="1" dirty="0"/>
              <a:t> 			   then </a:t>
            </a:r>
            <a:r>
              <a:rPr lang="en-US" altLang="en-US" sz="2000" dirty="0">
                <a:latin typeface="Comic Sans MS" panose="030F0702030302020204" pitchFamily="66" charset="0"/>
              </a:rPr>
              <a:t>c[</a:t>
            </a:r>
            <a:r>
              <a:rPr lang="en-US" altLang="en-US" sz="2000" dirty="0" err="1">
                <a:latin typeface="Comic Sans MS" panose="030F0702030302020204" pitchFamily="66" charset="0"/>
              </a:rPr>
              <a:t>i</a:t>
            </a:r>
            <a:r>
              <a:rPr lang="en-US" altLang="en-US" sz="2000" dirty="0">
                <a:latin typeface="Comic Sans MS" panose="030F0702030302020204" pitchFamily="66" charset="0"/>
              </a:rPr>
              <a:t>, j] ← c[</a:t>
            </a:r>
            <a:r>
              <a:rPr lang="en-US" altLang="en-US" sz="2000" dirty="0" err="1">
                <a:latin typeface="Comic Sans MS" panose="030F0702030302020204" pitchFamily="66" charset="0"/>
              </a:rPr>
              <a:t>i</a:t>
            </a:r>
            <a:r>
              <a:rPr lang="en-US" altLang="en-US" sz="2000" dirty="0">
                <a:latin typeface="Comic Sans MS" panose="030F0702030302020204" pitchFamily="66" charset="0"/>
              </a:rPr>
              <a:t> - 1, j]</a:t>
            </a:r>
          </a:p>
          <a:p>
            <a:pPr marL="381000" indent="-381000">
              <a:buFontTx/>
              <a:buAutoNum type="arabicPeriod"/>
            </a:pPr>
            <a:r>
              <a:rPr lang="en-US" altLang="en-US" sz="2000" dirty="0"/>
              <a:t> 			            </a:t>
            </a:r>
            <a:r>
              <a:rPr lang="en-US" altLang="en-US" sz="2000" dirty="0">
                <a:latin typeface="Comic Sans MS" panose="030F0702030302020204" pitchFamily="66" charset="0"/>
              </a:rPr>
              <a:t>b[</a:t>
            </a:r>
            <a:r>
              <a:rPr lang="en-US" altLang="en-US" sz="2000" dirty="0" err="1">
                <a:latin typeface="Comic Sans MS" panose="030F0702030302020204" pitchFamily="66" charset="0"/>
              </a:rPr>
              <a:t>i</a:t>
            </a:r>
            <a:r>
              <a:rPr lang="en-US" altLang="en-US" sz="2000" dirty="0">
                <a:latin typeface="Comic Sans MS" panose="030F0702030302020204" pitchFamily="66" charset="0"/>
              </a:rPr>
              <a:t>, j] ← “↑”</a:t>
            </a:r>
          </a:p>
          <a:p>
            <a:pPr marL="381000" indent="-381000">
              <a:buFontTx/>
              <a:buAutoNum type="arabicPeriod"/>
            </a:pPr>
            <a:r>
              <a:rPr lang="en-US" altLang="en-US" sz="2000" b="1" dirty="0"/>
              <a:t> 			   else </a:t>
            </a:r>
            <a:r>
              <a:rPr lang="en-US" altLang="en-US" sz="2000" dirty="0">
                <a:latin typeface="Comic Sans MS" panose="030F0702030302020204" pitchFamily="66" charset="0"/>
              </a:rPr>
              <a:t>c[</a:t>
            </a:r>
            <a:r>
              <a:rPr lang="en-US" altLang="en-US" sz="2000" dirty="0" err="1">
                <a:latin typeface="Comic Sans MS" panose="030F0702030302020204" pitchFamily="66" charset="0"/>
              </a:rPr>
              <a:t>i</a:t>
            </a:r>
            <a:r>
              <a:rPr lang="en-US" altLang="en-US" sz="2000" dirty="0">
                <a:latin typeface="Comic Sans MS" panose="030F0702030302020204" pitchFamily="66" charset="0"/>
              </a:rPr>
              <a:t>, j] ← c[</a:t>
            </a:r>
            <a:r>
              <a:rPr lang="en-US" altLang="en-US" sz="2000" dirty="0" err="1">
                <a:latin typeface="Comic Sans MS" panose="030F0702030302020204" pitchFamily="66" charset="0"/>
              </a:rPr>
              <a:t>i</a:t>
            </a:r>
            <a:r>
              <a:rPr lang="en-US" altLang="en-US" sz="2000" dirty="0">
                <a:latin typeface="Comic Sans MS" panose="030F0702030302020204" pitchFamily="66" charset="0"/>
              </a:rPr>
              <a:t>, j - 1]</a:t>
            </a:r>
          </a:p>
          <a:p>
            <a:pPr marL="381000" indent="-381000">
              <a:buFontTx/>
              <a:buAutoNum type="arabicPeriod"/>
            </a:pPr>
            <a:r>
              <a:rPr lang="en-US" altLang="en-US" sz="2000" dirty="0"/>
              <a:t> 			           </a:t>
            </a:r>
            <a:r>
              <a:rPr lang="en-US" altLang="en-US" sz="2000" dirty="0">
                <a:latin typeface="Comic Sans MS" panose="030F0702030302020204" pitchFamily="66" charset="0"/>
              </a:rPr>
              <a:t>b[</a:t>
            </a:r>
            <a:r>
              <a:rPr lang="en-US" altLang="en-US" sz="2000" dirty="0" err="1">
                <a:latin typeface="Comic Sans MS" panose="030F0702030302020204" pitchFamily="66" charset="0"/>
              </a:rPr>
              <a:t>i</a:t>
            </a:r>
            <a:r>
              <a:rPr lang="en-US" altLang="en-US" sz="2000" dirty="0">
                <a:latin typeface="Comic Sans MS" panose="030F0702030302020204" pitchFamily="66" charset="0"/>
              </a:rPr>
              <a:t>, j] ← “←”</a:t>
            </a:r>
          </a:p>
          <a:p>
            <a:pPr marL="381000" indent="-381000">
              <a:buFontTx/>
              <a:buAutoNum type="arabicPeriod"/>
            </a:pPr>
            <a:r>
              <a:rPr lang="en-US" altLang="en-US" sz="2000" b="1" dirty="0"/>
              <a:t>return </a:t>
            </a:r>
            <a:r>
              <a:rPr lang="en-US" altLang="en-US" sz="2000" dirty="0">
                <a:latin typeface="Comic Sans MS" panose="030F0702030302020204" pitchFamily="66" charset="0"/>
              </a:rPr>
              <a:t>c</a:t>
            </a:r>
            <a:r>
              <a:rPr lang="en-US" altLang="en-US" sz="2000" dirty="0"/>
              <a:t> and </a:t>
            </a:r>
            <a:r>
              <a:rPr lang="en-US" altLang="en-US" sz="2000" dirty="0"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759812" name="Line 4">
            <a:extLst>
              <a:ext uri="{FF2B5EF4-FFF2-40B4-BE49-F238E27FC236}">
                <a16:creationId xmlns:a16="http://schemas.microsoft.com/office/drawing/2014/main" id="{B0495813-B0B7-4C43-8270-524BB741144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23228" y="4037806"/>
            <a:ext cx="185738" cy="236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9813" name="AutoShape 5">
            <a:extLst>
              <a:ext uri="{FF2B5EF4-FFF2-40B4-BE49-F238E27FC236}">
                <a16:creationId xmlns:a16="http://schemas.microsoft.com/office/drawing/2014/main" id="{9B3FB3D6-4132-426E-A886-672728272F7E}"/>
              </a:ext>
            </a:extLst>
          </p:cNvPr>
          <p:cNvSpPr>
            <a:spLocks/>
          </p:cNvSpPr>
          <p:nvPr/>
        </p:nvSpPr>
        <p:spPr bwMode="auto">
          <a:xfrm>
            <a:off x="4818063" y="1250951"/>
            <a:ext cx="171450" cy="1357313"/>
          </a:xfrm>
          <a:prstGeom prst="rightBrace">
            <a:avLst>
              <a:gd name="adj1" fmla="val 6597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9814" name="Text Box 6">
            <a:extLst>
              <a:ext uri="{FF2B5EF4-FFF2-40B4-BE49-F238E27FC236}">
                <a16:creationId xmlns:a16="http://schemas.microsoft.com/office/drawing/2014/main" id="{C98D92A5-B81E-4AD7-BD97-159D1F3EE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6664" y="1619251"/>
            <a:ext cx="441383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The length of the LCS if one of the sequences</a:t>
            </a:r>
          </a:p>
          <a:p>
            <a:r>
              <a:rPr lang="en-US" altLang="en-US"/>
              <a:t>is empty is zero</a:t>
            </a:r>
          </a:p>
        </p:txBody>
      </p:sp>
      <p:sp>
        <p:nvSpPr>
          <p:cNvPr id="759815" name="AutoShape 7">
            <a:extLst>
              <a:ext uri="{FF2B5EF4-FFF2-40B4-BE49-F238E27FC236}">
                <a16:creationId xmlns:a16="http://schemas.microsoft.com/office/drawing/2014/main" id="{165257AF-EE19-4C95-AFED-54304F478236}"/>
              </a:ext>
            </a:extLst>
          </p:cNvPr>
          <p:cNvSpPr>
            <a:spLocks/>
          </p:cNvSpPr>
          <p:nvPr/>
        </p:nvSpPr>
        <p:spPr bwMode="auto">
          <a:xfrm>
            <a:off x="7720013" y="3128963"/>
            <a:ext cx="100012" cy="1071562"/>
          </a:xfrm>
          <a:prstGeom prst="rightBrace">
            <a:avLst>
              <a:gd name="adj1" fmla="val 8928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9816" name="Text Box 8">
            <a:extLst>
              <a:ext uri="{FF2B5EF4-FFF2-40B4-BE49-F238E27FC236}">
                <a16:creationId xmlns:a16="http://schemas.microsoft.com/office/drawing/2014/main" id="{DF3E9F68-5F6D-477A-89D8-D116875C6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1300" y="3449638"/>
            <a:ext cx="14590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Case 1: x</a:t>
            </a:r>
            <a:r>
              <a:rPr lang="en-US" altLang="en-US" baseline="-25000"/>
              <a:t>i</a:t>
            </a:r>
            <a:r>
              <a:rPr lang="en-US" altLang="en-US"/>
              <a:t> = y</a:t>
            </a:r>
            <a:r>
              <a:rPr lang="en-US" altLang="en-US" baseline="-25000"/>
              <a:t>j</a:t>
            </a:r>
            <a:r>
              <a:rPr lang="en-US" altLang="en-US"/>
              <a:t> </a:t>
            </a:r>
          </a:p>
        </p:txBody>
      </p:sp>
      <p:sp>
        <p:nvSpPr>
          <p:cNvPr id="759817" name="AutoShape 9">
            <a:extLst>
              <a:ext uri="{FF2B5EF4-FFF2-40B4-BE49-F238E27FC236}">
                <a16:creationId xmlns:a16="http://schemas.microsoft.com/office/drawing/2014/main" id="{EAFE693D-EDCF-491D-A1A0-FE2ED7036BF3}"/>
              </a:ext>
            </a:extLst>
          </p:cNvPr>
          <p:cNvSpPr>
            <a:spLocks/>
          </p:cNvSpPr>
          <p:nvPr/>
        </p:nvSpPr>
        <p:spPr bwMode="auto">
          <a:xfrm>
            <a:off x="7742239" y="4381500"/>
            <a:ext cx="77787" cy="1608138"/>
          </a:xfrm>
          <a:prstGeom prst="rightBrace">
            <a:avLst>
              <a:gd name="adj1" fmla="val 17228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9818" name="Text Box 10">
            <a:extLst>
              <a:ext uri="{FF2B5EF4-FFF2-40B4-BE49-F238E27FC236}">
                <a16:creationId xmlns:a16="http://schemas.microsoft.com/office/drawing/2014/main" id="{5231A22A-584C-4443-B85B-B7B49065D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1300" y="4984750"/>
            <a:ext cx="14702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Case 2: x</a:t>
            </a:r>
            <a:r>
              <a:rPr lang="en-US" altLang="en-US" baseline="-25000"/>
              <a:t>i</a:t>
            </a:r>
            <a:r>
              <a:rPr lang="en-US" altLang="en-US"/>
              <a:t> </a:t>
            </a:r>
            <a:r>
              <a:rPr lang="en-US" altLang="en-US">
                <a:sym typeface="Symbol" panose="05050102010706020507" pitchFamily="18" charset="2"/>
              </a:rPr>
              <a:t></a:t>
            </a:r>
            <a:r>
              <a:rPr lang="en-US" altLang="en-US"/>
              <a:t> y</a:t>
            </a:r>
            <a:r>
              <a:rPr lang="en-US" altLang="en-US" baseline="-25000"/>
              <a:t>j</a:t>
            </a:r>
            <a:r>
              <a:rPr lang="en-US" altLang="en-US"/>
              <a:t> </a:t>
            </a:r>
          </a:p>
        </p:txBody>
      </p:sp>
      <p:sp>
        <p:nvSpPr>
          <p:cNvPr id="759819" name="Text Box 11">
            <a:extLst>
              <a:ext uri="{FF2B5EF4-FFF2-40B4-BE49-F238E27FC236}">
                <a16:creationId xmlns:a16="http://schemas.microsoft.com/office/drawing/2014/main" id="{9DA9E9AD-EBC8-45E5-B673-43455F565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6" y="5959476"/>
            <a:ext cx="28584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>
                <a:sym typeface="Symbol" panose="05050102010706020507" pitchFamily="18" charset="2"/>
              </a:rPr>
              <a:t>Running time: </a:t>
            </a:r>
            <a:r>
              <a:rPr lang="en-US" altLang="en-US" sz="2400">
                <a:latin typeface="Comic Sans MS" panose="030F0702030302020204" pitchFamily="66" charset="0"/>
                <a:sym typeface="Symbol" panose="05050102010706020507" pitchFamily="18" charset="2"/>
              </a:rPr>
              <a:t>(mn)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015959-330B-474D-9D27-3C32846F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55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9814" grpId="0"/>
      <p:bldP spid="759816" grpId="0"/>
      <p:bldP spid="759818" grpId="0"/>
      <p:bldP spid="75981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858" name="Rectangle 2">
            <a:extLst>
              <a:ext uri="{FF2B5EF4-FFF2-40B4-BE49-F238E27FC236}">
                <a16:creationId xmlns:a16="http://schemas.microsoft.com/office/drawing/2014/main" id="{91AD3862-2038-4E8F-ABA7-A151A0EC14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Example 1</a:t>
            </a:r>
          </a:p>
        </p:txBody>
      </p:sp>
      <p:sp>
        <p:nvSpPr>
          <p:cNvPr id="761859" name="Rectangle 3">
            <a:extLst>
              <a:ext uri="{FF2B5EF4-FFF2-40B4-BE49-F238E27FC236}">
                <a16:creationId xmlns:a16="http://schemas.microsoft.com/office/drawing/2014/main" id="{8FB3D85A-50BF-4F47-A96E-0A39E73490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24013" y="1289050"/>
            <a:ext cx="3543300" cy="9398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X = A, B, C, B, D, A, B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/>
              <a:t>Y = </a:t>
            </a:r>
            <a:r>
              <a:rPr lang="en-US" altLang="en-US" sz="2400" dirty="0">
                <a:sym typeface="Symbol" panose="05050102010706020507" pitchFamily="18" charset="2"/>
              </a:rPr>
              <a:t>B, D, C, A, B, A</a:t>
            </a:r>
          </a:p>
        </p:txBody>
      </p:sp>
      <p:sp>
        <p:nvSpPr>
          <p:cNvPr id="761860" name="AutoShape 4">
            <a:extLst>
              <a:ext uri="{FF2B5EF4-FFF2-40B4-BE49-F238E27FC236}">
                <a16:creationId xmlns:a16="http://schemas.microsoft.com/office/drawing/2014/main" id="{0C656EA8-A7A1-4C89-A76F-AA6BBA70AFB4}"/>
              </a:ext>
            </a:extLst>
          </p:cNvPr>
          <p:cNvSpPr>
            <a:spLocks/>
          </p:cNvSpPr>
          <p:nvPr/>
        </p:nvSpPr>
        <p:spPr bwMode="auto">
          <a:xfrm>
            <a:off x="5657851" y="1144588"/>
            <a:ext cx="92075" cy="1092200"/>
          </a:xfrm>
          <a:prstGeom prst="leftBrace">
            <a:avLst>
              <a:gd name="adj1" fmla="val 98851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61861" name="Group 5">
            <a:extLst>
              <a:ext uri="{FF2B5EF4-FFF2-40B4-BE49-F238E27FC236}">
                <a16:creationId xmlns:a16="http://schemas.microsoft.com/office/drawing/2014/main" id="{FD31EB7D-A271-4F16-AD9C-CDF4E017602F}"/>
              </a:ext>
            </a:extLst>
          </p:cNvPr>
          <p:cNvGraphicFramePr>
            <a:graphicFrameLocks noGrp="1"/>
          </p:cNvGraphicFramePr>
          <p:nvPr/>
        </p:nvGraphicFramePr>
        <p:xfrm>
          <a:off x="5745163" y="2819401"/>
          <a:ext cx="4102100" cy="3556003"/>
        </p:xfrm>
        <a:graphic>
          <a:graphicData uri="http://schemas.openxmlformats.org/drawingml/2006/table">
            <a:tbl>
              <a:tblPr/>
              <a:tblGrid>
                <a:gridCol w="585787">
                  <a:extLst>
                    <a:ext uri="{9D8B030D-6E8A-4147-A177-3AD203B41FA5}">
                      <a16:colId xmlns:a16="http://schemas.microsoft.com/office/drawing/2014/main" val="3669270161"/>
                    </a:ext>
                  </a:extLst>
                </a:gridCol>
                <a:gridCol w="585788">
                  <a:extLst>
                    <a:ext uri="{9D8B030D-6E8A-4147-A177-3AD203B41FA5}">
                      <a16:colId xmlns:a16="http://schemas.microsoft.com/office/drawing/2014/main" val="1633425644"/>
                    </a:ext>
                  </a:extLst>
                </a:gridCol>
                <a:gridCol w="585787">
                  <a:extLst>
                    <a:ext uri="{9D8B030D-6E8A-4147-A177-3AD203B41FA5}">
                      <a16:colId xmlns:a16="http://schemas.microsoft.com/office/drawing/2014/main" val="3747469434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1653385863"/>
                    </a:ext>
                  </a:extLst>
                </a:gridCol>
                <a:gridCol w="585788">
                  <a:extLst>
                    <a:ext uri="{9D8B030D-6E8A-4147-A177-3AD203B41FA5}">
                      <a16:colId xmlns:a16="http://schemas.microsoft.com/office/drawing/2014/main" val="2284510187"/>
                    </a:ext>
                  </a:extLst>
                </a:gridCol>
                <a:gridCol w="585787">
                  <a:extLst>
                    <a:ext uri="{9D8B030D-6E8A-4147-A177-3AD203B41FA5}">
                      <a16:colId xmlns:a16="http://schemas.microsoft.com/office/drawing/2014/main" val="2132490713"/>
                    </a:ext>
                  </a:extLst>
                </a:gridCol>
                <a:gridCol w="585788">
                  <a:extLst>
                    <a:ext uri="{9D8B030D-6E8A-4147-A177-3AD203B41FA5}">
                      <a16:colId xmlns:a16="http://schemas.microsoft.com/office/drawing/2014/main" val="2981578508"/>
                    </a:ext>
                  </a:extLst>
                </a:gridCol>
              </a:tblGrid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175408"/>
                  </a:ext>
                </a:extLst>
              </a:tr>
              <a:tr h="446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084016"/>
                  </a:ext>
                </a:extLst>
              </a:tr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378939"/>
                  </a:ext>
                </a:extLst>
              </a:tr>
              <a:tr h="446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333086"/>
                  </a:ext>
                </a:extLst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137893"/>
                  </a:ext>
                </a:extLst>
              </a:tr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952565"/>
                  </a:ext>
                </a:extLst>
              </a:tr>
              <a:tr h="446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725859"/>
                  </a:ext>
                </a:extLst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29402"/>
                  </a:ext>
                </a:extLst>
              </a:tr>
            </a:tbl>
          </a:graphicData>
        </a:graphic>
      </p:graphicFrame>
      <p:sp>
        <p:nvSpPr>
          <p:cNvPr id="761935" name="Rectangle 79">
            <a:extLst>
              <a:ext uri="{FF2B5EF4-FFF2-40B4-BE49-F238E27FC236}">
                <a16:creationId xmlns:a16="http://schemas.microsoft.com/office/drawing/2014/main" id="{750DE879-0D5C-40DE-99C5-F593B95E8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1950" y="1111250"/>
            <a:ext cx="6351588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buFontTx/>
              <a:buNone/>
            </a:pPr>
            <a:r>
              <a:rPr lang="en-US" altLang="en-US" sz="2000">
                <a:latin typeface="Comic Sans MS" panose="030F0702030302020204" pitchFamily="66" charset="0"/>
                <a:sym typeface="Symbol" panose="05050102010706020507" pitchFamily="18" charset="2"/>
              </a:rPr>
              <a:t>		        0			       if i = 0 or j = 0</a:t>
            </a:r>
          </a:p>
          <a:p>
            <a:pPr lvl="1">
              <a:buFontTx/>
              <a:buNone/>
            </a:pPr>
            <a:r>
              <a:rPr lang="en-US" altLang="en-US" sz="2000">
                <a:latin typeface="Comic Sans MS" panose="030F0702030302020204" pitchFamily="66" charset="0"/>
                <a:sym typeface="Symbol" panose="05050102010706020507" pitchFamily="18" charset="2"/>
              </a:rPr>
              <a:t>c[i, j] =   c[i-1, j-1] + 1	       if x</a:t>
            </a:r>
            <a:r>
              <a:rPr lang="en-US" altLang="en-US" sz="2000" baseline="-250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000">
                <a:latin typeface="Comic Sans MS" panose="030F0702030302020204" pitchFamily="66" charset="0"/>
                <a:sym typeface="Symbol" panose="05050102010706020507" pitchFamily="18" charset="2"/>
              </a:rPr>
              <a:t> = y</a:t>
            </a:r>
            <a:r>
              <a:rPr lang="en-US" altLang="en-US" sz="2000" baseline="-25000">
                <a:latin typeface="Comic Sans MS" panose="030F0702030302020204" pitchFamily="66" charset="0"/>
                <a:sym typeface="Symbol" panose="05050102010706020507" pitchFamily="18" charset="2"/>
              </a:rPr>
              <a:t>j</a:t>
            </a:r>
          </a:p>
          <a:p>
            <a:pPr lvl="1">
              <a:buFontTx/>
              <a:buNone/>
            </a:pPr>
            <a:r>
              <a:rPr lang="en-US" altLang="en-US" sz="2000">
                <a:latin typeface="Comic Sans MS" panose="030F0702030302020204" pitchFamily="66" charset="0"/>
                <a:sym typeface="Symbol" panose="05050102010706020507" pitchFamily="18" charset="2"/>
              </a:rPr>
              <a:t>		        max(c[i, j-1], c[i-1, j])  if x</a:t>
            </a:r>
            <a:r>
              <a:rPr lang="en-US" altLang="en-US" sz="2000" baseline="-250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000">
                <a:latin typeface="Comic Sans MS" panose="030F0702030302020204" pitchFamily="66" charset="0"/>
                <a:sym typeface="Symbol" panose="05050102010706020507" pitchFamily="18" charset="2"/>
              </a:rPr>
              <a:t>  y</a:t>
            </a:r>
            <a:r>
              <a:rPr lang="en-US" altLang="en-US" sz="2000" baseline="-25000">
                <a:latin typeface="Comic Sans MS" panose="030F0702030302020204" pitchFamily="66" charset="0"/>
                <a:sym typeface="Symbol" panose="05050102010706020507" pitchFamily="18" charset="2"/>
              </a:rPr>
              <a:t>j</a:t>
            </a:r>
            <a:endParaRPr lang="en-US" altLang="en-US" sz="2000">
              <a:sym typeface="Symbol" panose="05050102010706020507" pitchFamily="18" charset="2"/>
            </a:endParaRPr>
          </a:p>
        </p:txBody>
      </p:sp>
      <p:sp>
        <p:nvSpPr>
          <p:cNvPr id="761936" name="Text Box 80">
            <a:extLst>
              <a:ext uri="{FF2B5EF4-FFF2-40B4-BE49-F238E27FC236}">
                <a16:creationId xmlns:a16="http://schemas.microsoft.com/office/drawing/2014/main" id="{C6AA922E-A0DC-4196-A447-706120861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9463" y="216693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761937" name="Text Box 81">
            <a:extLst>
              <a:ext uri="{FF2B5EF4-FFF2-40B4-BE49-F238E27FC236}">
                <a16:creationId xmlns:a16="http://schemas.microsoft.com/office/drawing/2014/main" id="{BF2D6A1D-B7BA-4692-88F1-E2CBAACE9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9064" y="2166938"/>
            <a:ext cx="2873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761938" name="Text Box 82">
            <a:extLst>
              <a:ext uri="{FF2B5EF4-FFF2-40B4-BE49-F238E27FC236}">
                <a16:creationId xmlns:a16="http://schemas.microsoft.com/office/drawing/2014/main" id="{B55133CD-8212-4559-A6CC-AD83FED0A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3100" y="216693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761939" name="Text Box 83">
            <a:extLst>
              <a:ext uri="{FF2B5EF4-FFF2-40B4-BE49-F238E27FC236}">
                <a16:creationId xmlns:a16="http://schemas.microsoft.com/office/drawing/2014/main" id="{5DBB1326-3F94-4CC0-97C8-9119708DC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8638" y="216693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761940" name="Text Box 84">
            <a:extLst>
              <a:ext uri="{FF2B5EF4-FFF2-40B4-BE49-F238E27FC236}">
                <a16:creationId xmlns:a16="http://schemas.microsoft.com/office/drawing/2014/main" id="{C9F9564C-3433-4B87-898B-8D582796E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3338" y="216693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761941" name="Text Box 85">
            <a:extLst>
              <a:ext uri="{FF2B5EF4-FFF2-40B4-BE49-F238E27FC236}">
                <a16:creationId xmlns:a16="http://schemas.microsoft.com/office/drawing/2014/main" id="{6FB71162-62F6-45A7-97DD-AEFD15458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4838" y="216693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761942" name="Text Box 86">
            <a:extLst>
              <a:ext uri="{FF2B5EF4-FFF2-40B4-BE49-F238E27FC236}">
                <a16:creationId xmlns:a16="http://schemas.microsoft.com/office/drawing/2014/main" id="{FE3FCA91-20C0-450E-8301-AB0EDA869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4275" y="216693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761943" name="Text Box 87">
            <a:extLst>
              <a:ext uri="{FF2B5EF4-FFF2-40B4-BE49-F238E27FC236}">
                <a16:creationId xmlns:a16="http://schemas.microsoft.com/office/drawing/2014/main" id="{56AAFC53-9709-4A1C-BE04-8E2A7B105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114" y="2411413"/>
            <a:ext cx="365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y</a:t>
            </a:r>
            <a:r>
              <a:rPr lang="en-US" altLang="en-US" baseline="-25000">
                <a:latin typeface="Comic Sans MS" panose="030F0702030302020204" pitchFamily="66" charset="0"/>
              </a:rPr>
              <a:t>j</a:t>
            </a:r>
            <a:endParaRPr lang="en-US" altLang="en-US">
              <a:latin typeface="Comic Sans MS" panose="030F0702030302020204" pitchFamily="66" charset="0"/>
            </a:endParaRPr>
          </a:p>
        </p:txBody>
      </p:sp>
      <p:sp>
        <p:nvSpPr>
          <p:cNvPr id="761944" name="Text Box 88">
            <a:extLst>
              <a:ext uri="{FF2B5EF4-FFF2-40B4-BE49-F238E27FC236}">
                <a16:creationId xmlns:a16="http://schemas.microsoft.com/office/drawing/2014/main" id="{58A7B2DE-EDD5-4E9B-B011-8C7BB9564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2713" y="2478088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761945" name="Text Box 89">
            <a:extLst>
              <a:ext uri="{FF2B5EF4-FFF2-40B4-BE49-F238E27FC236}">
                <a16:creationId xmlns:a16="http://schemas.microsoft.com/office/drawing/2014/main" id="{CD559893-A8B4-430D-8878-EF85F546B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0" y="2478088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D</a:t>
            </a:r>
          </a:p>
        </p:txBody>
      </p:sp>
      <p:sp>
        <p:nvSpPr>
          <p:cNvPr id="761946" name="Text Box 90">
            <a:extLst>
              <a:ext uri="{FF2B5EF4-FFF2-40B4-BE49-F238E27FC236}">
                <a16:creationId xmlns:a16="http://schemas.microsoft.com/office/drawing/2014/main" id="{34E0CE48-F49A-405A-AD6F-EAF9CD389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2289" y="247808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761947" name="Text Box 91">
            <a:extLst>
              <a:ext uri="{FF2B5EF4-FFF2-40B4-BE49-F238E27FC236}">
                <a16:creationId xmlns:a16="http://schemas.microsoft.com/office/drawing/2014/main" id="{6346622B-608D-435F-A9E6-8F10791CB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6988" y="247808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C</a:t>
            </a:r>
          </a:p>
        </p:txBody>
      </p:sp>
      <p:sp>
        <p:nvSpPr>
          <p:cNvPr id="761948" name="Text Box 92">
            <a:extLst>
              <a:ext uri="{FF2B5EF4-FFF2-40B4-BE49-F238E27FC236}">
                <a16:creationId xmlns:a16="http://schemas.microsoft.com/office/drawing/2014/main" id="{20D1E4AD-3342-4BE1-AA52-7F006C409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8489" y="247808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761949" name="Text Box 93">
            <a:extLst>
              <a:ext uri="{FF2B5EF4-FFF2-40B4-BE49-F238E27FC236}">
                <a16:creationId xmlns:a16="http://schemas.microsoft.com/office/drawing/2014/main" id="{048CAE5D-90F5-4921-9E8C-0B9702A50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7926" y="2478088"/>
            <a:ext cx="3286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761950" name="Text Box 94">
            <a:extLst>
              <a:ext uri="{FF2B5EF4-FFF2-40B4-BE49-F238E27FC236}">
                <a16:creationId xmlns:a16="http://schemas.microsoft.com/office/drawing/2014/main" id="{46528BD4-F290-468F-80D9-7BD9643BC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3788" y="510698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761951" name="Text Box 95">
            <a:extLst>
              <a:ext uri="{FF2B5EF4-FFF2-40B4-BE49-F238E27FC236}">
                <a16:creationId xmlns:a16="http://schemas.microsoft.com/office/drawing/2014/main" id="{18EE7BF3-C01E-4BCF-9B5E-54E7AAE2E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2839" y="3287713"/>
            <a:ext cx="2873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761952" name="Text Box 96">
            <a:extLst>
              <a:ext uri="{FF2B5EF4-FFF2-40B4-BE49-F238E27FC236}">
                <a16:creationId xmlns:a16="http://schemas.microsoft.com/office/drawing/2014/main" id="{02C6961A-B249-48B2-A0DD-C915E4949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3788" y="3743326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761953" name="Text Box 97">
            <a:extLst>
              <a:ext uri="{FF2B5EF4-FFF2-40B4-BE49-F238E27FC236}">
                <a16:creationId xmlns:a16="http://schemas.microsoft.com/office/drawing/2014/main" id="{689960F7-A3AC-45EA-BCA4-810E69E51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3788" y="283368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761954" name="Text Box 98">
            <a:extLst>
              <a:ext uri="{FF2B5EF4-FFF2-40B4-BE49-F238E27FC236}">
                <a16:creationId xmlns:a16="http://schemas.microsoft.com/office/drawing/2014/main" id="{D465980B-579D-4B0D-AE5C-1BDFD827A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3788" y="4197351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761955" name="Text Box 99">
            <a:extLst>
              <a:ext uri="{FF2B5EF4-FFF2-40B4-BE49-F238E27FC236}">
                <a16:creationId xmlns:a16="http://schemas.microsoft.com/office/drawing/2014/main" id="{BF0C0276-CC97-4BDF-B866-93EE3005F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3788" y="465296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761956" name="Text Box 100">
            <a:extLst>
              <a:ext uri="{FF2B5EF4-FFF2-40B4-BE49-F238E27FC236}">
                <a16:creationId xmlns:a16="http://schemas.microsoft.com/office/drawing/2014/main" id="{341CBE0A-5092-4DDE-88AA-139EDCE3F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3788" y="5562601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761957" name="Text Box 101">
            <a:extLst>
              <a:ext uri="{FF2B5EF4-FFF2-40B4-BE49-F238E27FC236}">
                <a16:creationId xmlns:a16="http://schemas.microsoft.com/office/drawing/2014/main" id="{8C052659-6E9C-4E1A-978D-96B5A291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3788" y="601821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761958" name="Text Box 102">
            <a:extLst>
              <a:ext uri="{FF2B5EF4-FFF2-40B4-BE49-F238E27FC236}">
                <a16:creationId xmlns:a16="http://schemas.microsoft.com/office/drawing/2014/main" id="{B7BBF529-4CE1-4A76-AC61-05AAA3065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25" y="5108576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D</a:t>
            </a:r>
          </a:p>
        </p:txBody>
      </p:sp>
      <p:sp>
        <p:nvSpPr>
          <p:cNvPr id="761959" name="Text Box 103">
            <a:extLst>
              <a:ext uri="{FF2B5EF4-FFF2-40B4-BE49-F238E27FC236}">
                <a16:creationId xmlns:a16="http://schemas.microsoft.com/office/drawing/2014/main" id="{35E0298A-202B-476D-B2CA-2014F40AC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7175" y="3289301"/>
            <a:ext cx="3508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761960" name="Text Box 104">
            <a:extLst>
              <a:ext uri="{FF2B5EF4-FFF2-40B4-BE49-F238E27FC236}">
                <a16:creationId xmlns:a16="http://schemas.microsoft.com/office/drawing/2014/main" id="{136A5DD1-4178-45F6-B071-5D2EF2CD9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26" y="3744913"/>
            <a:ext cx="3286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761961" name="Text Box 105">
            <a:extLst>
              <a:ext uri="{FF2B5EF4-FFF2-40B4-BE49-F238E27FC236}">
                <a16:creationId xmlns:a16="http://schemas.microsoft.com/office/drawing/2014/main" id="{9D75CEE0-84A0-4288-BC72-732CAB079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25" y="2835276"/>
            <a:ext cx="361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x</a:t>
            </a:r>
            <a:r>
              <a:rPr lang="en-US" altLang="en-US" baseline="-25000">
                <a:latin typeface="Comic Sans MS" panose="030F0702030302020204" pitchFamily="66" charset="0"/>
              </a:rPr>
              <a:t>i</a:t>
            </a:r>
            <a:endParaRPr lang="en-US" altLang="en-US">
              <a:latin typeface="Comic Sans MS" panose="030F0702030302020204" pitchFamily="66" charset="0"/>
            </a:endParaRPr>
          </a:p>
        </p:txBody>
      </p:sp>
      <p:sp>
        <p:nvSpPr>
          <p:cNvPr id="761962" name="Text Box 106">
            <a:extLst>
              <a:ext uri="{FF2B5EF4-FFF2-40B4-BE49-F238E27FC236}">
                <a16:creationId xmlns:a16="http://schemas.microsoft.com/office/drawing/2014/main" id="{E74A1E04-6E26-43D3-82FC-F757BCF9C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25" y="419893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C</a:t>
            </a:r>
          </a:p>
        </p:txBody>
      </p:sp>
      <p:sp>
        <p:nvSpPr>
          <p:cNvPr id="761963" name="Text Box 107">
            <a:extLst>
              <a:ext uri="{FF2B5EF4-FFF2-40B4-BE49-F238E27FC236}">
                <a16:creationId xmlns:a16="http://schemas.microsoft.com/office/drawing/2014/main" id="{50B4AFB1-755F-42D8-9790-727A47528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26" y="4654551"/>
            <a:ext cx="3286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761964" name="Text Box 108">
            <a:extLst>
              <a:ext uri="{FF2B5EF4-FFF2-40B4-BE49-F238E27FC236}">
                <a16:creationId xmlns:a16="http://schemas.microsoft.com/office/drawing/2014/main" id="{639D985E-28D9-4DA6-A43C-7D4BD1035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25" y="5564188"/>
            <a:ext cx="3508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761965" name="Text Box 109">
            <a:extLst>
              <a:ext uri="{FF2B5EF4-FFF2-40B4-BE49-F238E27FC236}">
                <a16:creationId xmlns:a16="http://schemas.microsoft.com/office/drawing/2014/main" id="{7CAA3FA9-F6FE-427C-95E8-93B101FB1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26" y="6019801"/>
            <a:ext cx="3286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B</a:t>
            </a:r>
          </a:p>
        </p:txBody>
      </p:sp>
      <p:grpSp>
        <p:nvGrpSpPr>
          <p:cNvPr id="761966" name="Group 110">
            <a:extLst>
              <a:ext uri="{FF2B5EF4-FFF2-40B4-BE49-F238E27FC236}">
                <a16:creationId xmlns:a16="http://schemas.microsoft.com/office/drawing/2014/main" id="{79DAFB10-4A31-452C-8BD2-86206C076CFC}"/>
              </a:ext>
            </a:extLst>
          </p:cNvPr>
          <p:cNvGrpSpPr>
            <a:grpSpLocks/>
          </p:cNvGrpSpPr>
          <p:nvPr/>
        </p:nvGrpSpPr>
        <p:grpSpPr bwMode="auto">
          <a:xfrm>
            <a:off x="6470651" y="2925763"/>
            <a:ext cx="3273425" cy="366712"/>
            <a:chOff x="2133" y="1816"/>
            <a:chExt cx="2062" cy="231"/>
          </a:xfrm>
        </p:grpSpPr>
        <p:sp>
          <p:nvSpPr>
            <p:cNvPr id="761967" name="Text Box 111">
              <a:extLst>
                <a:ext uri="{FF2B5EF4-FFF2-40B4-BE49-F238E27FC236}">
                  <a16:creationId xmlns:a16="http://schemas.microsoft.com/office/drawing/2014/main" id="{65829596-55A9-45BE-B090-0181E468C3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" y="1816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761968" name="Text Box 112">
              <a:extLst>
                <a:ext uri="{FF2B5EF4-FFF2-40B4-BE49-F238E27FC236}">
                  <a16:creationId xmlns:a16="http://schemas.microsoft.com/office/drawing/2014/main" id="{D7BED599-879E-46FC-8E03-4048B36588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2" y="1816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761969" name="Text Box 113">
              <a:extLst>
                <a:ext uri="{FF2B5EF4-FFF2-40B4-BE49-F238E27FC236}">
                  <a16:creationId xmlns:a16="http://schemas.microsoft.com/office/drawing/2014/main" id="{D68CEAE8-9C75-4C31-B69C-34DAD83C7A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1" y="1816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761970" name="Text Box 114">
              <a:extLst>
                <a:ext uri="{FF2B5EF4-FFF2-40B4-BE49-F238E27FC236}">
                  <a16:creationId xmlns:a16="http://schemas.microsoft.com/office/drawing/2014/main" id="{2AFEF9B7-9AE6-4458-90BC-4FFB84562A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9" y="1816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761971" name="Text Box 115">
              <a:extLst>
                <a:ext uri="{FF2B5EF4-FFF2-40B4-BE49-F238E27FC236}">
                  <a16:creationId xmlns:a16="http://schemas.microsoft.com/office/drawing/2014/main" id="{1FBBF5F1-C717-43DA-A795-E692E9CA6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9" y="1816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761972" name="Text Box 116">
              <a:extLst>
                <a:ext uri="{FF2B5EF4-FFF2-40B4-BE49-F238E27FC236}">
                  <a16:creationId xmlns:a16="http://schemas.microsoft.com/office/drawing/2014/main" id="{54124E23-58AA-4D6E-BC8A-7E12E2E780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4" y="1816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</p:grpSp>
      <p:grpSp>
        <p:nvGrpSpPr>
          <p:cNvPr id="761973" name="Group 117">
            <a:extLst>
              <a:ext uri="{FF2B5EF4-FFF2-40B4-BE49-F238E27FC236}">
                <a16:creationId xmlns:a16="http://schemas.microsoft.com/office/drawing/2014/main" id="{FC607111-EA10-4459-BF72-16B7E7FA5DAF}"/>
              </a:ext>
            </a:extLst>
          </p:cNvPr>
          <p:cNvGrpSpPr>
            <a:grpSpLocks/>
          </p:cNvGrpSpPr>
          <p:nvPr/>
        </p:nvGrpSpPr>
        <p:grpSpPr bwMode="auto">
          <a:xfrm>
            <a:off x="5872164" y="2925763"/>
            <a:ext cx="325437" cy="3524250"/>
            <a:chOff x="1756" y="1816"/>
            <a:chExt cx="205" cy="2220"/>
          </a:xfrm>
        </p:grpSpPr>
        <p:sp>
          <p:nvSpPr>
            <p:cNvPr id="761974" name="Text Box 118">
              <a:extLst>
                <a:ext uri="{FF2B5EF4-FFF2-40B4-BE49-F238E27FC236}">
                  <a16:creationId xmlns:a16="http://schemas.microsoft.com/office/drawing/2014/main" id="{83D3786A-42EB-4A8B-B458-0184637988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7" y="1816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761975" name="Text Box 119">
              <a:extLst>
                <a:ext uri="{FF2B5EF4-FFF2-40B4-BE49-F238E27FC236}">
                  <a16:creationId xmlns:a16="http://schemas.microsoft.com/office/drawing/2014/main" id="{10E222B2-484D-477F-AD5F-6525E1A3E8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6" y="3231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761976" name="Text Box 120">
              <a:extLst>
                <a:ext uri="{FF2B5EF4-FFF2-40B4-BE49-F238E27FC236}">
                  <a16:creationId xmlns:a16="http://schemas.microsoft.com/office/drawing/2014/main" id="{7C71F450-9048-430F-8AA1-ED0C4D3D8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7" y="208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761977" name="Text Box 121">
              <a:extLst>
                <a:ext uri="{FF2B5EF4-FFF2-40B4-BE49-F238E27FC236}">
                  <a16:creationId xmlns:a16="http://schemas.microsoft.com/office/drawing/2014/main" id="{6CE94315-227C-4E1C-9901-C144A72D4F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6" y="2372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761978" name="Text Box 122">
              <a:extLst>
                <a:ext uri="{FF2B5EF4-FFF2-40B4-BE49-F238E27FC236}">
                  <a16:creationId xmlns:a16="http://schemas.microsoft.com/office/drawing/2014/main" id="{A91EE418-FD11-4483-923A-5A2B0FA973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6" y="2658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761979" name="Text Box 123">
              <a:extLst>
                <a:ext uri="{FF2B5EF4-FFF2-40B4-BE49-F238E27FC236}">
                  <a16:creationId xmlns:a16="http://schemas.microsoft.com/office/drawing/2014/main" id="{02A47A90-9568-4D46-B6CD-6CD1111D4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6" y="294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761980" name="Text Box 124">
              <a:extLst>
                <a:ext uri="{FF2B5EF4-FFF2-40B4-BE49-F238E27FC236}">
                  <a16:creationId xmlns:a16="http://schemas.microsoft.com/office/drawing/2014/main" id="{DE4096CC-519C-4612-8D4E-1FDFD80234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6" y="3518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761981" name="Text Box 125">
              <a:extLst>
                <a:ext uri="{FF2B5EF4-FFF2-40B4-BE49-F238E27FC236}">
                  <a16:creationId xmlns:a16="http://schemas.microsoft.com/office/drawing/2014/main" id="{B97BC17A-9982-48EC-8B7A-6815ACE3F3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6" y="380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</p:grpSp>
      <p:sp>
        <p:nvSpPr>
          <p:cNvPr id="761982" name="Text Box 126">
            <a:extLst>
              <a:ext uri="{FF2B5EF4-FFF2-40B4-BE49-F238E27FC236}">
                <a16:creationId xmlns:a16="http://schemas.microsoft.com/office/drawing/2014/main" id="{36C047DB-6350-4745-B9C3-B926C04A0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2238" y="3314701"/>
            <a:ext cx="323850" cy="445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>
              <a:lnSpc>
                <a:spcPct val="70000"/>
              </a:lnSpc>
            </a:pPr>
            <a:r>
              <a:rPr lang="en-US" altLang="en-US" sz="1600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761983" name="Text Box 127">
            <a:extLst>
              <a:ext uri="{FF2B5EF4-FFF2-40B4-BE49-F238E27FC236}">
                <a16:creationId xmlns:a16="http://schemas.microsoft.com/office/drawing/2014/main" id="{52217B4B-12AD-440A-B408-7EB85CAA3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8338" y="3314701"/>
            <a:ext cx="323850" cy="445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>
              <a:lnSpc>
                <a:spcPct val="70000"/>
              </a:lnSpc>
            </a:pPr>
            <a:r>
              <a:rPr lang="en-US" altLang="en-US" sz="1600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761984" name="Text Box 128">
            <a:extLst>
              <a:ext uri="{FF2B5EF4-FFF2-40B4-BE49-F238E27FC236}">
                <a16:creationId xmlns:a16="http://schemas.microsoft.com/office/drawing/2014/main" id="{E999BCC4-2395-4616-B891-29BC29B2E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0163" y="3314701"/>
            <a:ext cx="323850" cy="445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>
              <a:lnSpc>
                <a:spcPct val="70000"/>
              </a:lnSpc>
            </a:pPr>
            <a:r>
              <a:rPr lang="en-US" altLang="en-US" sz="1600">
                <a:latin typeface="Comic Sans MS" panose="030F0702030302020204" pitchFamily="66" charset="0"/>
              </a:rPr>
              <a:t>0</a:t>
            </a:r>
          </a:p>
        </p:txBody>
      </p:sp>
      <p:grpSp>
        <p:nvGrpSpPr>
          <p:cNvPr id="761985" name="Group 129">
            <a:extLst>
              <a:ext uri="{FF2B5EF4-FFF2-40B4-BE49-F238E27FC236}">
                <a16:creationId xmlns:a16="http://schemas.microsoft.com/office/drawing/2014/main" id="{506F7D7C-040C-49E5-90EA-C4D9011753CB}"/>
              </a:ext>
            </a:extLst>
          </p:cNvPr>
          <p:cNvGrpSpPr>
            <a:grpSpLocks/>
          </p:cNvGrpSpPr>
          <p:nvPr/>
        </p:nvGrpSpPr>
        <p:grpSpPr bwMode="auto">
          <a:xfrm>
            <a:off x="8216901" y="3313109"/>
            <a:ext cx="352425" cy="447674"/>
            <a:chOff x="3233" y="2100"/>
            <a:chExt cx="222" cy="282"/>
          </a:xfrm>
        </p:grpSpPr>
        <p:sp>
          <p:nvSpPr>
            <p:cNvPr id="761986" name="Text Box 130">
              <a:extLst>
                <a:ext uri="{FF2B5EF4-FFF2-40B4-BE49-F238E27FC236}">
                  <a16:creationId xmlns:a16="http://schemas.microsoft.com/office/drawing/2014/main" id="{60EEEA52-AAFA-4DCD-8E02-08EAAD532B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" y="2101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761987" name="Line 131">
              <a:extLst>
                <a:ext uri="{FF2B5EF4-FFF2-40B4-BE49-F238E27FC236}">
                  <a16:creationId xmlns:a16="http://schemas.microsoft.com/office/drawing/2014/main" id="{DE15CB9C-FD69-4E91-B1C4-6742919DDC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33" y="2100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61988" name="Text Box 132">
            <a:extLst>
              <a:ext uri="{FF2B5EF4-FFF2-40B4-BE49-F238E27FC236}">
                <a16:creationId xmlns:a16="http://schemas.microsoft.com/office/drawing/2014/main" id="{FB4EE2D8-2969-4F6D-A5E4-3F99B8506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9813" y="3471864"/>
            <a:ext cx="609600" cy="27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</a:t>
            </a:r>
            <a:r>
              <a:rPr lang="en-US" altLang="en-US" sz="1600">
                <a:latin typeface="Comic Sans MS" panose="030F0702030302020204" pitchFamily="66" charset="0"/>
              </a:rPr>
              <a:t>1</a:t>
            </a:r>
          </a:p>
        </p:txBody>
      </p:sp>
      <p:grpSp>
        <p:nvGrpSpPr>
          <p:cNvPr id="761989" name="Group 133">
            <a:extLst>
              <a:ext uri="{FF2B5EF4-FFF2-40B4-BE49-F238E27FC236}">
                <a16:creationId xmlns:a16="http://schemas.microsoft.com/office/drawing/2014/main" id="{AE5AEF6D-AF6C-49CF-A958-38878411B61D}"/>
              </a:ext>
            </a:extLst>
          </p:cNvPr>
          <p:cNvGrpSpPr>
            <a:grpSpLocks/>
          </p:cNvGrpSpPr>
          <p:nvPr/>
        </p:nvGrpSpPr>
        <p:grpSpPr bwMode="auto">
          <a:xfrm>
            <a:off x="9340851" y="3314704"/>
            <a:ext cx="423863" cy="446088"/>
            <a:chOff x="3941" y="2101"/>
            <a:chExt cx="267" cy="281"/>
          </a:xfrm>
        </p:grpSpPr>
        <p:sp>
          <p:nvSpPr>
            <p:cNvPr id="761990" name="Text Box 134">
              <a:extLst>
                <a:ext uri="{FF2B5EF4-FFF2-40B4-BE49-F238E27FC236}">
                  <a16:creationId xmlns:a16="http://schemas.microsoft.com/office/drawing/2014/main" id="{7E7E6D47-5DAB-4C39-82CA-9B31F42AEE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4" y="2101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761991" name="Line 135">
              <a:extLst>
                <a:ext uri="{FF2B5EF4-FFF2-40B4-BE49-F238E27FC236}">
                  <a16:creationId xmlns:a16="http://schemas.microsoft.com/office/drawing/2014/main" id="{69BD425D-DD32-4538-A40F-42CA77B08F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41" y="2102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1992" name="Group 136">
            <a:extLst>
              <a:ext uri="{FF2B5EF4-FFF2-40B4-BE49-F238E27FC236}">
                <a16:creationId xmlns:a16="http://schemas.microsoft.com/office/drawing/2014/main" id="{89587351-0F5C-49EC-AD57-1238FBA1B151}"/>
              </a:ext>
            </a:extLst>
          </p:cNvPr>
          <p:cNvGrpSpPr>
            <a:grpSpLocks/>
          </p:cNvGrpSpPr>
          <p:nvPr/>
        </p:nvGrpSpPr>
        <p:grpSpPr bwMode="auto">
          <a:xfrm>
            <a:off x="6400801" y="3744917"/>
            <a:ext cx="423863" cy="446088"/>
            <a:chOff x="3941" y="2101"/>
            <a:chExt cx="267" cy="281"/>
          </a:xfrm>
        </p:grpSpPr>
        <p:sp>
          <p:nvSpPr>
            <p:cNvPr id="761993" name="Text Box 137">
              <a:extLst>
                <a:ext uri="{FF2B5EF4-FFF2-40B4-BE49-F238E27FC236}">
                  <a16:creationId xmlns:a16="http://schemas.microsoft.com/office/drawing/2014/main" id="{84F3CA32-7400-496C-800A-82FEA1BA32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4" y="2101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761994" name="Line 138">
              <a:extLst>
                <a:ext uri="{FF2B5EF4-FFF2-40B4-BE49-F238E27FC236}">
                  <a16:creationId xmlns:a16="http://schemas.microsoft.com/office/drawing/2014/main" id="{D3A54267-8D46-4975-8C24-4D0C648010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41" y="2102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61995" name="Text Box 139">
            <a:extLst>
              <a:ext uri="{FF2B5EF4-FFF2-40B4-BE49-F238E27FC236}">
                <a16:creationId xmlns:a16="http://schemas.microsoft.com/office/drawing/2014/main" id="{E3F26E14-3CFB-4C7F-B632-FFA611CB1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1975" y="3916364"/>
            <a:ext cx="609600" cy="27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</a:t>
            </a:r>
            <a:r>
              <a:rPr lang="en-US" altLang="en-US" sz="1600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761996" name="Text Box 140">
            <a:extLst>
              <a:ext uri="{FF2B5EF4-FFF2-40B4-BE49-F238E27FC236}">
                <a16:creationId xmlns:a16="http://schemas.microsoft.com/office/drawing/2014/main" id="{F839E8B9-EB1B-4140-80E6-DC3D44F52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350" y="3916364"/>
            <a:ext cx="609600" cy="27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</a:t>
            </a:r>
            <a:r>
              <a:rPr lang="en-US" altLang="en-US" sz="1600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761997" name="Text Box 141">
            <a:extLst>
              <a:ext uri="{FF2B5EF4-FFF2-40B4-BE49-F238E27FC236}">
                <a16:creationId xmlns:a16="http://schemas.microsoft.com/office/drawing/2014/main" id="{1DE6E3B9-3A84-4269-ABBB-2E13B53E2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950" y="3744914"/>
            <a:ext cx="323850" cy="445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>
              <a:lnSpc>
                <a:spcPct val="70000"/>
              </a:lnSpc>
            </a:pPr>
            <a:r>
              <a:rPr lang="en-US" altLang="en-US" sz="1600">
                <a:latin typeface="Comic Sans MS" panose="030F0702030302020204" pitchFamily="66" charset="0"/>
              </a:rPr>
              <a:t>1</a:t>
            </a:r>
          </a:p>
        </p:txBody>
      </p:sp>
      <p:grpSp>
        <p:nvGrpSpPr>
          <p:cNvPr id="761998" name="Group 142">
            <a:extLst>
              <a:ext uri="{FF2B5EF4-FFF2-40B4-BE49-F238E27FC236}">
                <a16:creationId xmlns:a16="http://schemas.microsoft.com/office/drawing/2014/main" id="{5D91709C-83AD-4BCA-94F9-455592503A79}"/>
              </a:ext>
            </a:extLst>
          </p:cNvPr>
          <p:cNvGrpSpPr>
            <a:grpSpLocks/>
          </p:cNvGrpSpPr>
          <p:nvPr/>
        </p:nvGrpSpPr>
        <p:grpSpPr bwMode="auto">
          <a:xfrm>
            <a:off x="8802688" y="3744917"/>
            <a:ext cx="423862" cy="446088"/>
            <a:chOff x="3941" y="2101"/>
            <a:chExt cx="267" cy="281"/>
          </a:xfrm>
        </p:grpSpPr>
        <p:sp>
          <p:nvSpPr>
            <p:cNvPr id="761999" name="Text Box 143">
              <a:extLst>
                <a:ext uri="{FF2B5EF4-FFF2-40B4-BE49-F238E27FC236}">
                  <a16:creationId xmlns:a16="http://schemas.microsoft.com/office/drawing/2014/main" id="{ADFA2D1D-C5A9-47E6-BF32-2E6EABDF49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4" y="2101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762000" name="Line 144">
              <a:extLst>
                <a:ext uri="{FF2B5EF4-FFF2-40B4-BE49-F238E27FC236}">
                  <a16:creationId xmlns:a16="http://schemas.microsoft.com/office/drawing/2014/main" id="{9C015A71-5527-4362-9491-C1A334275E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41" y="2102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62001" name="Text Box 145">
            <a:extLst>
              <a:ext uri="{FF2B5EF4-FFF2-40B4-BE49-F238E27FC236}">
                <a16:creationId xmlns:a16="http://schemas.microsoft.com/office/drawing/2014/main" id="{44D7E437-F980-4B14-9095-CE964FB90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6075" y="3916364"/>
            <a:ext cx="609600" cy="27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</a:t>
            </a:r>
            <a:r>
              <a:rPr lang="en-US" altLang="en-US" sz="1600">
                <a:latin typeface="Comic Sans MS" panose="030F0702030302020204" pitchFamily="66" charset="0"/>
              </a:rPr>
              <a:t>2</a:t>
            </a:r>
          </a:p>
        </p:txBody>
      </p:sp>
      <p:grpSp>
        <p:nvGrpSpPr>
          <p:cNvPr id="762002" name="Group 146">
            <a:extLst>
              <a:ext uri="{FF2B5EF4-FFF2-40B4-BE49-F238E27FC236}">
                <a16:creationId xmlns:a16="http://schemas.microsoft.com/office/drawing/2014/main" id="{B032B9EE-C14E-4C8A-B23E-60A7C9D25EF6}"/>
              </a:ext>
            </a:extLst>
          </p:cNvPr>
          <p:cNvGrpSpPr>
            <a:grpSpLocks/>
          </p:cNvGrpSpPr>
          <p:nvPr/>
        </p:nvGrpSpPr>
        <p:grpSpPr bwMode="auto">
          <a:xfrm>
            <a:off x="6488114" y="4208468"/>
            <a:ext cx="3209925" cy="446088"/>
            <a:chOff x="2144" y="2664"/>
            <a:chExt cx="2022" cy="281"/>
          </a:xfrm>
        </p:grpSpPr>
        <p:sp>
          <p:nvSpPr>
            <p:cNvPr id="762003" name="Text Box 147">
              <a:extLst>
                <a:ext uri="{FF2B5EF4-FFF2-40B4-BE49-F238E27FC236}">
                  <a16:creationId xmlns:a16="http://schemas.microsoft.com/office/drawing/2014/main" id="{2157412A-D237-4EBC-9B00-236DEBD426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4" y="2664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762004" name="Text Box 148">
              <a:extLst>
                <a:ext uri="{FF2B5EF4-FFF2-40B4-BE49-F238E27FC236}">
                  <a16:creationId xmlns:a16="http://schemas.microsoft.com/office/drawing/2014/main" id="{E0E4B598-5253-4A4C-AE6D-4059B71655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5" y="2664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grpSp>
          <p:nvGrpSpPr>
            <p:cNvPr id="762005" name="Group 149">
              <a:extLst>
                <a:ext uri="{FF2B5EF4-FFF2-40B4-BE49-F238E27FC236}">
                  <a16:creationId xmlns:a16="http://schemas.microsoft.com/office/drawing/2014/main" id="{0267C005-C89C-44E8-A426-416F0A8B5F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3" y="2664"/>
              <a:ext cx="267" cy="281"/>
              <a:chOff x="3941" y="2101"/>
              <a:chExt cx="267" cy="281"/>
            </a:xfrm>
          </p:grpSpPr>
          <p:sp>
            <p:nvSpPr>
              <p:cNvPr id="762006" name="Text Box 150">
                <a:extLst>
                  <a:ext uri="{FF2B5EF4-FFF2-40B4-BE49-F238E27FC236}">
                    <a16:creationId xmlns:a16="http://schemas.microsoft.com/office/drawing/2014/main" id="{5F5029BD-5DFF-4E2F-ADCF-59BEB473C7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</a:rPr>
                  <a:t>2</a:t>
                </a:r>
              </a:p>
            </p:txBody>
          </p:sp>
          <p:sp>
            <p:nvSpPr>
              <p:cNvPr id="762007" name="Line 151">
                <a:extLst>
                  <a:ext uri="{FF2B5EF4-FFF2-40B4-BE49-F238E27FC236}">
                    <a16:creationId xmlns:a16="http://schemas.microsoft.com/office/drawing/2014/main" id="{A23C8CE1-712C-475A-AF07-944E3BEA2B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62008" name="Text Box 152">
              <a:extLst>
                <a:ext uri="{FF2B5EF4-FFF2-40B4-BE49-F238E27FC236}">
                  <a16:creationId xmlns:a16="http://schemas.microsoft.com/office/drawing/2014/main" id="{FC0AA1AC-E353-4287-8736-8741932958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0" y="2772"/>
              <a:ext cx="384" cy="1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</a:t>
              </a:r>
              <a:r>
                <a:rPr lang="en-US" alt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762009" name="Text Box 153">
              <a:extLst>
                <a:ext uri="{FF2B5EF4-FFF2-40B4-BE49-F238E27FC236}">
                  <a16:creationId xmlns:a16="http://schemas.microsoft.com/office/drawing/2014/main" id="{63432767-98B2-4451-B639-8E56A820B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8" y="2664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762010" name="Text Box 154">
              <a:extLst>
                <a:ext uri="{FF2B5EF4-FFF2-40B4-BE49-F238E27FC236}">
                  <a16:creationId xmlns:a16="http://schemas.microsoft.com/office/drawing/2014/main" id="{F9B8CF2D-2EAB-47F8-97E9-74D4ACFD11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" y="2664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2</a:t>
              </a:r>
            </a:p>
          </p:txBody>
        </p:sp>
      </p:grpSp>
      <p:grpSp>
        <p:nvGrpSpPr>
          <p:cNvPr id="762011" name="Group 155">
            <a:extLst>
              <a:ext uri="{FF2B5EF4-FFF2-40B4-BE49-F238E27FC236}">
                <a16:creationId xmlns:a16="http://schemas.microsoft.com/office/drawing/2014/main" id="{F3A65ED9-86F6-456B-866E-B48D7858DB07}"/>
              </a:ext>
            </a:extLst>
          </p:cNvPr>
          <p:cNvGrpSpPr>
            <a:grpSpLocks/>
          </p:cNvGrpSpPr>
          <p:nvPr/>
        </p:nvGrpSpPr>
        <p:grpSpPr bwMode="auto">
          <a:xfrm>
            <a:off x="6481764" y="4643443"/>
            <a:ext cx="3381375" cy="446088"/>
            <a:chOff x="2140" y="2938"/>
            <a:chExt cx="2130" cy="281"/>
          </a:xfrm>
        </p:grpSpPr>
        <p:grpSp>
          <p:nvGrpSpPr>
            <p:cNvPr id="762012" name="Group 156">
              <a:extLst>
                <a:ext uri="{FF2B5EF4-FFF2-40B4-BE49-F238E27FC236}">
                  <a16:creationId xmlns:a16="http://schemas.microsoft.com/office/drawing/2014/main" id="{07617679-850E-49CD-AD34-C845FA7418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0" y="2938"/>
              <a:ext cx="267" cy="281"/>
              <a:chOff x="3941" y="2101"/>
              <a:chExt cx="267" cy="281"/>
            </a:xfrm>
          </p:grpSpPr>
          <p:sp>
            <p:nvSpPr>
              <p:cNvPr id="762013" name="Text Box 157">
                <a:extLst>
                  <a:ext uri="{FF2B5EF4-FFF2-40B4-BE49-F238E27FC236}">
                    <a16:creationId xmlns:a16="http://schemas.microsoft.com/office/drawing/2014/main" id="{CE3E6D4C-5317-46BB-B0D6-F976277810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</a:rPr>
                  <a:t>1</a:t>
                </a:r>
              </a:p>
            </p:txBody>
          </p:sp>
          <p:sp>
            <p:nvSpPr>
              <p:cNvPr id="762014" name="Line 158">
                <a:extLst>
                  <a:ext uri="{FF2B5EF4-FFF2-40B4-BE49-F238E27FC236}">
                    <a16:creationId xmlns:a16="http://schemas.microsoft.com/office/drawing/2014/main" id="{57FB0FBA-4E3F-4239-8DF0-E39FF7AF58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62015" name="Text Box 159">
              <a:extLst>
                <a:ext uri="{FF2B5EF4-FFF2-40B4-BE49-F238E27FC236}">
                  <a16:creationId xmlns:a16="http://schemas.microsoft.com/office/drawing/2014/main" id="{AB3474D3-B460-4A3C-8D33-81B16ECD7E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0" y="2938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762016" name="Text Box 160">
              <a:extLst>
                <a:ext uri="{FF2B5EF4-FFF2-40B4-BE49-F238E27FC236}">
                  <a16:creationId xmlns:a16="http://schemas.microsoft.com/office/drawing/2014/main" id="{C583D1D6-1C4D-40B7-862D-238DC7B457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8" y="2938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762017" name="Text Box 161">
              <a:extLst>
                <a:ext uri="{FF2B5EF4-FFF2-40B4-BE49-F238E27FC236}">
                  <a16:creationId xmlns:a16="http://schemas.microsoft.com/office/drawing/2014/main" id="{7AECB5E5-2AD7-456F-AC33-A9A8EA2403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2" y="2938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grpSp>
          <p:nvGrpSpPr>
            <p:cNvPr id="762018" name="Group 162">
              <a:extLst>
                <a:ext uri="{FF2B5EF4-FFF2-40B4-BE49-F238E27FC236}">
                  <a16:creationId xmlns:a16="http://schemas.microsoft.com/office/drawing/2014/main" id="{DF022CF8-6EEF-4DC3-A90A-28F33CBD66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0" y="2938"/>
              <a:ext cx="267" cy="281"/>
              <a:chOff x="3941" y="2101"/>
              <a:chExt cx="267" cy="281"/>
            </a:xfrm>
          </p:grpSpPr>
          <p:sp>
            <p:nvSpPr>
              <p:cNvPr id="762019" name="Text Box 163">
                <a:extLst>
                  <a:ext uri="{FF2B5EF4-FFF2-40B4-BE49-F238E27FC236}">
                    <a16:creationId xmlns:a16="http://schemas.microsoft.com/office/drawing/2014/main" id="{8D19F8CB-519A-4DE2-8BB1-DF4D5A6438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</a:rPr>
                  <a:t>3</a:t>
                </a:r>
              </a:p>
            </p:txBody>
          </p:sp>
          <p:sp>
            <p:nvSpPr>
              <p:cNvPr id="762020" name="Line 164">
                <a:extLst>
                  <a:ext uri="{FF2B5EF4-FFF2-40B4-BE49-F238E27FC236}">
                    <a16:creationId xmlns:a16="http://schemas.microsoft.com/office/drawing/2014/main" id="{79A4CDAB-8555-496D-88D9-9444E2A593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62021" name="Text Box 165">
              <a:extLst>
                <a:ext uri="{FF2B5EF4-FFF2-40B4-BE49-F238E27FC236}">
                  <a16:creationId xmlns:a16="http://schemas.microsoft.com/office/drawing/2014/main" id="{72300076-2E89-4A6B-9182-225CE69E9C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6" y="3046"/>
              <a:ext cx="384" cy="1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</a:t>
              </a:r>
              <a:r>
                <a:rPr lang="en-US" altLang="en-US" sz="1600">
                  <a:latin typeface="Comic Sans MS" panose="030F0702030302020204" pitchFamily="66" charset="0"/>
                </a:rPr>
                <a:t>3</a:t>
              </a:r>
            </a:p>
          </p:txBody>
        </p:sp>
      </p:grpSp>
      <p:grpSp>
        <p:nvGrpSpPr>
          <p:cNvPr id="762022" name="Group 166">
            <a:extLst>
              <a:ext uri="{FF2B5EF4-FFF2-40B4-BE49-F238E27FC236}">
                <a16:creationId xmlns:a16="http://schemas.microsoft.com/office/drawing/2014/main" id="{AA1B1F12-4221-4D30-9238-3642EA1219EC}"/>
              </a:ext>
            </a:extLst>
          </p:cNvPr>
          <p:cNvGrpSpPr>
            <a:grpSpLocks/>
          </p:cNvGrpSpPr>
          <p:nvPr/>
        </p:nvGrpSpPr>
        <p:grpSpPr bwMode="auto">
          <a:xfrm>
            <a:off x="6500813" y="5102231"/>
            <a:ext cx="3217862" cy="446088"/>
            <a:chOff x="2152" y="3227"/>
            <a:chExt cx="2027" cy="281"/>
          </a:xfrm>
        </p:grpSpPr>
        <p:sp>
          <p:nvSpPr>
            <p:cNvPr id="762023" name="Text Box 167">
              <a:extLst>
                <a:ext uri="{FF2B5EF4-FFF2-40B4-BE49-F238E27FC236}">
                  <a16:creationId xmlns:a16="http://schemas.microsoft.com/office/drawing/2014/main" id="{75E33FC1-DB87-4B65-8C16-6A6B95EBBB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2" y="3227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grpSp>
          <p:nvGrpSpPr>
            <p:cNvPr id="762024" name="Group 168">
              <a:extLst>
                <a:ext uri="{FF2B5EF4-FFF2-40B4-BE49-F238E27FC236}">
                  <a16:creationId xmlns:a16="http://schemas.microsoft.com/office/drawing/2014/main" id="{43834648-ECA3-4E18-AAD7-02084968C4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4" y="3227"/>
              <a:ext cx="267" cy="281"/>
              <a:chOff x="3941" y="2101"/>
              <a:chExt cx="267" cy="281"/>
            </a:xfrm>
          </p:grpSpPr>
          <p:sp>
            <p:nvSpPr>
              <p:cNvPr id="762025" name="Text Box 169">
                <a:extLst>
                  <a:ext uri="{FF2B5EF4-FFF2-40B4-BE49-F238E27FC236}">
                    <a16:creationId xmlns:a16="http://schemas.microsoft.com/office/drawing/2014/main" id="{87C4E63A-73F6-4460-833A-B9ACFFFAC8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</a:rPr>
                  <a:t>2</a:t>
                </a:r>
              </a:p>
            </p:txBody>
          </p:sp>
          <p:sp>
            <p:nvSpPr>
              <p:cNvPr id="762026" name="Line 170">
                <a:extLst>
                  <a:ext uri="{FF2B5EF4-FFF2-40B4-BE49-F238E27FC236}">
                    <a16:creationId xmlns:a16="http://schemas.microsoft.com/office/drawing/2014/main" id="{FA805D1B-370F-4FD5-8FBD-CC36E899F3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62027" name="Text Box 171">
              <a:extLst>
                <a:ext uri="{FF2B5EF4-FFF2-40B4-BE49-F238E27FC236}">
                  <a16:creationId xmlns:a16="http://schemas.microsoft.com/office/drawing/2014/main" id="{F143B970-0925-42F7-84D3-3F7E18B33A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8" y="3227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762028" name="Text Box 172">
              <a:extLst>
                <a:ext uri="{FF2B5EF4-FFF2-40B4-BE49-F238E27FC236}">
                  <a16:creationId xmlns:a16="http://schemas.microsoft.com/office/drawing/2014/main" id="{012A1E42-1929-43CE-8947-0A0A44A18C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2" y="3227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762029" name="Text Box 173">
              <a:extLst>
                <a:ext uri="{FF2B5EF4-FFF2-40B4-BE49-F238E27FC236}">
                  <a16:creationId xmlns:a16="http://schemas.microsoft.com/office/drawing/2014/main" id="{0D0BA47E-17EF-4740-9041-DB18755E6D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4" y="3227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3</a:t>
              </a:r>
            </a:p>
          </p:txBody>
        </p:sp>
        <p:sp>
          <p:nvSpPr>
            <p:cNvPr id="762030" name="Text Box 174">
              <a:extLst>
                <a:ext uri="{FF2B5EF4-FFF2-40B4-BE49-F238E27FC236}">
                  <a16:creationId xmlns:a16="http://schemas.microsoft.com/office/drawing/2014/main" id="{5CBB38EA-8386-4920-8FBE-D270DCEDA4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5" y="3227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3</a:t>
              </a:r>
            </a:p>
          </p:txBody>
        </p:sp>
      </p:grpSp>
      <p:grpSp>
        <p:nvGrpSpPr>
          <p:cNvPr id="762031" name="Group 175">
            <a:extLst>
              <a:ext uri="{FF2B5EF4-FFF2-40B4-BE49-F238E27FC236}">
                <a16:creationId xmlns:a16="http://schemas.microsoft.com/office/drawing/2014/main" id="{16E91A82-A5BC-4153-ABFB-6C82224AE4C6}"/>
              </a:ext>
            </a:extLst>
          </p:cNvPr>
          <p:cNvGrpSpPr>
            <a:grpSpLocks/>
          </p:cNvGrpSpPr>
          <p:nvPr/>
        </p:nvGrpSpPr>
        <p:grpSpPr bwMode="auto">
          <a:xfrm>
            <a:off x="6494463" y="5548319"/>
            <a:ext cx="3249612" cy="446088"/>
            <a:chOff x="2148" y="3508"/>
            <a:chExt cx="2047" cy="281"/>
          </a:xfrm>
        </p:grpSpPr>
        <p:sp>
          <p:nvSpPr>
            <p:cNvPr id="762032" name="Text Box 176">
              <a:extLst>
                <a:ext uri="{FF2B5EF4-FFF2-40B4-BE49-F238E27FC236}">
                  <a16:creationId xmlns:a16="http://schemas.microsoft.com/office/drawing/2014/main" id="{C2084DB5-BD6A-4038-A4F2-3EDE454B3C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3508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762033" name="Text Box 177">
              <a:extLst>
                <a:ext uri="{FF2B5EF4-FFF2-40B4-BE49-F238E27FC236}">
                  <a16:creationId xmlns:a16="http://schemas.microsoft.com/office/drawing/2014/main" id="{C1B15B4B-C845-4FA6-BE05-26FCAC94F4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4" y="3508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762034" name="Text Box 178">
              <a:extLst>
                <a:ext uri="{FF2B5EF4-FFF2-40B4-BE49-F238E27FC236}">
                  <a16:creationId xmlns:a16="http://schemas.microsoft.com/office/drawing/2014/main" id="{90D495F1-F2F0-414B-8230-48E097DCB7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0" y="3508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3</a:t>
              </a:r>
            </a:p>
          </p:txBody>
        </p:sp>
        <p:sp>
          <p:nvSpPr>
            <p:cNvPr id="762035" name="Text Box 179">
              <a:extLst>
                <a:ext uri="{FF2B5EF4-FFF2-40B4-BE49-F238E27FC236}">
                  <a16:creationId xmlns:a16="http://schemas.microsoft.com/office/drawing/2014/main" id="{BA756E19-A767-4344-A90D-51D6439B6C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0" y="3508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grpSp>
          <p:nvGrpSpPr>
            <p:cNvPr id="762036" name="Group 180">
              <a:extLst>
                <a:ext uri="{FF2B5EF4-FFF2-40B4-BE49-F238E27FC236}">
                  <a16:creationId xmlns:a16="http://schemas.microsoft.com/office/drawing/2014/main" id="{3DB37680-BB56-4FB9-B377-10D048DB98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6" y="3508"/>
              <a:ext cx="267" cy="281"/>
              <a:chOff x="3941" y="2101"/>
              <a:chExt cx="267" cy="281"/>
            </a:xfrm>
          </p:grpSpPr>
          <p:sp>
            <p:nvSpPr>
              <p:cNvPr id="762037" name="Text Box 181">
                <a:extLst>
                  <a:ext uri="{FF2B5EF4-FFF2-40B4-BE49-F238E27FC236}">
                    <a16:creationId xmlns:a16="http://schemas.microsoft.com/office/drawing/2014/main" id="{11907057-C398-4381-AEDC-45448EA4C1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</a:rPr>
                  <a:t>3</a:t>
                </a:r>
              </a:p>
            </p:txBody>
          </p:sp>
          <p:sp>
            <p:nvSpPr>
              <p:cNvPr id="762038" name="Line 182">
                <a:extLst>
                  <a:ext uri="{FF2B5EF4-FFF2-40B4-BE49-F238E27FC236}">
                    <a16:creationId xmlns:a16="http://schemas.microsoft.com/office/drawing/2014/main" id="{D1DA7E11-34D3-4A8B-8185-E3C40BF438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62039" name="Group 183">
              <a:extLst>
                <a:ext uri="{FF2B5EF4-FFF2-40B4-BE49-F238E27FC236}">
                  <a16:creationId xmlns:a16="http://schemas.microsoft.com/office/drawing/2014/main" id="{C23B31E3-FA46-4483-8B41-2E826E3AA0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8" y="3508"/>
              <a:ext cx="267" cy="281"/>
              <a:chOff x="3941" y="2101"/>
              <a:chExt cx="267" cy="281"/>
            </a:xfrm>
          </p:grpSpPr>
          <p:sp>
            <p:nvSpPr>
              <p:cNvPr id="762040" name="Text Box 184">
                <a:extLst>
                  <a:ext uri="{FF2B5EF4-FFF2-40B4-BE49-F238E27FC236}">
                    <a16:creationId xmlns:a16="http://schemas.microsoft.com/office/drawing/2014/main" id="{C2D1F40C-DBAE-4269-B9D2-F510FBD2CE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</a:rPr>
                  <a:t>4</a:t>
                </a:r>
              </a:p>
            </p:txBody>
          </p:sp>
          <p:sp>
            <p:nvSpPr>
              <p:cNvPr id="762041" name="Line 185">
                <a:extLst>
                  <a:ext uri="{FF2B5EF4-FFF2-40B4-BE49-F238E27FC236}">
                    <a16:creationId xmlns:a16="http://schemas.microsoft.com/office/drawing/2014/main" id="{C42E77E7-23BE-499F-8D13-F53FB67C6E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62042" name="Group 186">
            <a:extLst>
              <a:ext uri="{FF2B5EF4-FFF2-40B4-BE49-F238E27FC236}">
                <a16:creationId xmlns:a16="http://schemas.microsoft.com/office/drawing/2014/main" id="{57B2D9FA-52FE-40D3-9897-22D5372F4A41}"/>
              </a:ext>
            </a:extLst>
          </p:cNvPr>
          <p:cNvGrpSpPr>
            <a:grpSpLocks/>
          </p:cNvGrpSpPr>
          <p:nvPr/>
        </p:nvGrpSpPr>
        <p:grpSpPr bwMode="auto">
          <a:xfrm>
            <a:off x="6416675" y="5978532"/>
            <a:ext cx="3340100" cy="446088"/>
            <a:chOff x="2099" y="3779"/>
            <a:chExt cx="2104" cy="281"/>
          </a:xfrm>
        </p:grpSpPr>
        <p:grpSp>
          <p:nvGrpSpPr>
            <p:cNvPr id="762043" name="Group 187">
              <a:extLst>
                <a:ext uri="{FF2B5EF4-FFF2-40B4-BE49-F238E27FC236}">
                  <a16:creationId xmlns:a16="http://schemas.microsoft.com/office/drawing/2014/main" id="{C6FB6EF4-6EAB-428A-8220-F0A87C4404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9" y="3779"/>
              <a:ext cx="267" cy="281"/>
              <a:chOff x="3941" y="2101"/>
              <a:chExt cx="267" cy="281"/>
            </a:xfrm>
          </p:grpSpPr>
          <p:sp>
            <p:nvSpPr>
              <p:cNvPr id="762044" name="Text Box 188">
                <a:extLst>
                  <a:ext uri="{FF2B5EF4-FFF2-40B4-BE49-F238E27FC236}">
                    <a16:creationId xmlns:a16="http://schemas.microsoft.com/office/drawing/2014/main" id="{E8DD53C5-4F80-4B11-88B6-6336065E48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</a:rPr>
                  <a:t>1</a:t>
                </a:r>
              </a:p>
            </p:txBody>
          </p:sp>
          <p:sp>
            <p:nvSpPr>
              <p:cNvPr id="762045" name="Line 189">
                <a:extLst>
                  <a:ext uri="{FF2B5EF4-FFF2-40B4-BE49-F238E27FC236}">
                    <a16:creationId xmlns:a16="http://schemas.microsoft.com/office/drawing/2014/main" id="{D507F75F-3B25-4A84-A3C1-436ADE58B9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62046" name="Text Box 190">
              <a:extLst>
                <a:ext uri="{FF2B5EF4-FFF2-40B4-BE49-F238E27FC236}">
                  <a16:creationId xmlns:a16="http://schemas.microsoft.com/office/drawing/2014/main" id="{E542225A-5414-4C94-B3AE-051F6F889B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3" y="3779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762047" name="Text Box 191">
              <a:extLst>
                <a:ext uri="{FF2B5EF4-FFF2-40B4-BE49-F238E27FC236}">
                  <a16:creationId xmlns:a16="http://schemas.microsoft.com/office/drawing/2014/main" id="{C4622572-D6F7-4659-9886-B4FCEDCB15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9" y="3779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762048" name="Text Box 192">
              <a:extLst>
                <a:ext uri="{FF2B5EF4-FFF2-40B4-BE49-F238E27FC236}">
                  <a16:creationId xmlns:a16="http://schemas.microsoft.com/office/drawing/2014/main" id="{00AC389E-9D15-4218-B7E5-701DF8FF72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4" y="3779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3</a:t>
              </a:r>
            </a:p>
          </p:txBody>
        </p:sp>
        <p:grpSp>
          <p:nvGrpSpPr>
            <p:cNvPr id="762049" name="Group 193">
              <a:extLst>
                <a:ext uri="{FF2B5EF4-FFF2-40B4-BE49-F238E27FC236}">
                  <a16:creationId xmlns:a16="http://schemas.microsoft.com/office/drawing/2014/main" id="{C83015AF-190E-4294-AC70-75EF062F57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29" y="3779"/>
              <a:ext cx="267" cy="281"/>
              <a:chOff x="3941" y="2101"/>
              <a:chExt cx="267" cy="281"/>
            </a:xfrm>
          </p:grpSpPr>
          <p:sp>
            <p:nvSpPr>
              <p:cNvPr id="762050" name="Text Box 194">
                <a:extLst>
                  <a:ext uri="{FF2B5EF4-FFF2-40B4-BE49-F238E27FC236}">
                    <a16:creationId xmlns:a16="http://schemas.microsoft.com/office/drawing/2014/main" id="{58EEFEEB-D2F9-4827-B803-C36DDA8CE5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</a:rPr>
                  <a:t>4</a:t>
                </a:r>
              </a:p>
            </p:txBody>
          </p:sp>
          <p:sp>
            <p:nvSpPr>
              <p:cNvPr id="762051" name="Line 195">
                <a:extLst>
                  <a:ext uri="{FF2B5EF4-FFF2-40B4-BE49-F238E27FC236}">
                    <a16:creationId xmlns:a16="http://schemas.microsoft.com/office/drawing/2014/main" id="{BD521B3A-5999-40BE-8EC1-368BCF2FBE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62052" name="Text Box 196">
              <a:extLst>
                <a:ext uri="{FF2B5EF4-FFF2-40B4-BE49-F238E27FC236}">
                  <a16:creationId xmlns:a16="http://schemas.microsoft.com/office/drawing/2014/main" id="{33B69251-5633-4F7E-8F74-A269DBF740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9" y="3779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4</a:t>
              </a:r>
            </a:p>
          </p:txBody>
        </p:sp>
      </p:grpSp>
      <p:grpSp>
        <p:nvGrpSpPr>
          <p:cNvPr id="762053" name="Group 197">
            <a:extLst>
              <a:ext uri="{FF2B5EF4-FFF2-40B4-BE49-F238E27FC236}">
                <a16:creationId xmlns:a16="http://schemas.microsoft.com/office/drawing/2014/main" id="{12471BD0-CEAE-4B6E-A31F-425A284807AB}"/>
              </a:ext>
            </a:extLst>
          </p:cNvPr>
          <p:cNvGrpSpPr>
            <a:grpSpLocks/>
          </p:cNvGrpSpPr>
          <p:nvPr/>
        </p:nvGrpSpPr>
        <p:grpSpPr bwMode="auto">
          <a:xfrm>
            <a:off x="1860550" y="2422525"/>
            <a:ext cx="4019550" cy="3860800"/>
            <a:chOff x="212" y="1526"/>
            <a:chExt cx="2532" cy="2432"/>
          </a:xfrm>
        </p:grpSpPr>
        <p:sp>
          <p:nvSpPr>
            <p:cNvPr id="762054" name="Rectangle 198">
              <a:extLst>
                <a:ext uri="{FF2B5EF4-FFF2-40B4-BE49-F238E27FC236}">
                  <a16:creationId xmlns:a16="http://schemas.microsoft.com/office/drawing/2014/main" id="{2D416305-3B49-415A-B551-4B1886CE1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" y="1526"/>
              <a:ext cx="2532" cy="2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2400"/>
                <a:t>If </a:t>
              </a:r>
              <a:r>
                <a:rPr lang="en-US" altLang="en-US" sz="2400">
                  <a:latin typeface="Comic Sans MS" panose="030F0702030302020204" pitchFamily="66" charset="0"/>
                  <a:sym typeface="Symbol" panose="05050102010706020507" pitchFamily="18" charset="2"/>
                </a:rPr>
                <a:t>x</a:t>
              </a:r>
              <a:r>
                <a:rPr lang="en-US" altLang="en-US" sz="2400" baseline="-25000">
                  <a:latin typeface="Comic Sans MS" panose="030F0702030302020204" pitchFamily="66" charset="0"/>
                  <a:sym typeface="Symbol" panose="05050102010706020507" pitchFamily="18" charset="2"/>
                </a:rPr>
                <a:t>i</a:t>
              </a:r>
              <a:r>
                <a:rPr lang="en-US" altLang="en-US" sz="2400">
                  <a:latin typeface="Comic Sans MS" panose="030F0702030302020204" pitchFamily="66" charset="0"/>
                  <a:sym typeface="Symbol" panose="05050102010706020507" pitchFamily="18" charset="2"/>
                </a:rPr>
                <a:t> = y</a:t>
              </a:r>
              <a:r>
                <a:rPr lang="en-US" altLang="en-US" sz="2400" baseline="-25000">
                  <a:latin typeface="Comic Sans MS" panose="030F0702030302020204" pitchFamily="66" charset="0"/>
                  <a:sym typeface="Symbol" panose="05050102010706020507" pitchFamily="18" charset="2"/>
                </a:rPr>
                <a:t>j</a:t>
              </a:r>
              <a:endParaRPr lang="en-US" altLang="en-US" sz="2400">
                <a:latin typeface="Comic Sans MS" panose="030F0702030302020204" pitchFamily="66" charset="0"/>
                <a:sym typeface="Symbol" panose="05050102010706020507" pitchFamily="18" charset="2"/>
              </a:endParaRPr>
            </a:p>
            <a:p>
              <a:pPr>
                <a:buFontTx/>
                <a:buNone/>
              </a:pPr>
              <a:r>
                <a:rPr lang="en-US" altLang="en-US" sz="2400" baseline="-25000">
                  <a:latin typeface="Comic Sans MS" panose="030F0702030302020204" pitchFamily="66" charset="0"/>
                  <a:sym typeface="Symbol" panose="05050102010706020507" pitchFamily="18" charset="2"/>
                </a:rPr>
                <a:t>	</a:t>
              </a:r>
              <a:r>
                <a:rPr lang="en-US" altLang="en-US" sz="2400">
                  <a:solidFill>
                    <a:srgbClr val="336699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b[i, j] = “   ”</a:t>
              </a:r>
            </a:p>
            <a:p>
              <a:pPr>
                <a:buFontTx/>
                <a:buNone/>
              </a:pPr>
              <a:r>
                <a:rPr lang="en-US" altLang="en-US" sz="2400">
                  <a:sym typeface="Symbol" panose="05050102010706020507" pitchFamily="18" charset="2"/>
                </a:rPr>
                <a:t>Else if</a:t>
              </a:r>
              <a:r>
                <a:rPr lang="en-US" altLang="en-US" sz="2400">
                  <a:latin typeface="Comic Sans MS" panose="030F0702030302020204" pitchFamily="66" charset="0"/>
                  <a:sym typeface="Symbol" panose="05050102010706020507" pitchFamily="18" charset="2"/>
                </a:rPr>
                <a:t> 		         c[i - 1, j] ≥ c[i, j-1]</a:t>
              </a:r>
            </a:p>
            <a:p>
              <a:pPr>
                <a:buFontTx/>
                <a:buNone/>
              </a:pPr>
              <a:r>
                <a:rPr lang="en-US" altLang="en-US" sz="2400"/>
                <a:t>		</a:t>
              </a:r>
              <a:r>
                <a:rPr lang="en-US" altLang="en-US" sz="2400">
                  <a:solidFill>
                    <a:srgbClr val="336699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b[i, j] = “  ”</a:t>
              </a:r>
            </a:p>
            <a:p>
              <a:pPr>
                <a:buFontTx/>
                <a:buNone/>
              </a:pPr>
              <a:r>
                <a:rPr lang="en-US" altLang="en-US" sz="2400">
                  <a:sym typeface="Symbol" panose="05050102010706020507" pitchFamily="18" charset="2"/>
                </a:rPr>
                <a:t>else</a:t>
              </a:r>
            </a:p>
            <a:p>
              <a:pPr>
                <a:buFontTx/>
                <a:buNone/>
              </a:pPr>
              <a:r>
                <a:rPr lang="en-US" altLang="en-US" sz="2400">
                  <a:latin typeface="Comic Sans MS" panose="030F0702030302020204" pitchFamily="66" charset="0"/>
                  <a:sym typeface="Symbol" panose="05050102010706020507" pitchFamily="18" charset="2"/>
                </a:rPr>
                <a:t>		</a:t>
              </a:r>
              <a:r>
                <a:rPr lang="en-US" altLang="en-US" sz="2400">
                  <a:solidFill>
                    <a:srgbClr val="336699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b[i, j] = “  ”</a:t>
              </a:r>
              <a:endParaRPr lang="en-US" altLang="en-US" sz="2400">
                <a:solidFill>
                  <a:srgbClr val="336699"/>
                </a:solidFill>
              </a:endParaRPr>
            </a:p>
          </p:txBody>
        </p:sp>
        <p:sp>
          <p:nvSpPr>
            <p:cNvPr id="762055" name="Line 199">
              <a:extLst>
                <a:ext uri="{FF2B5EF4-FFF2-40B4-BE49-F238E27FC236}">
                  <a16:creationId xmlns:a16="http://schemas.microsoft.com/office/drawing/2014/main" id="{61CDE20B-7E85-4FDD-9EDA-2D321C9456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11" y="1885"/>
              <a:ext cx="174" cy="174"/>
            </a:xfrm>
            <a:prstGeom prst="line">
              <a:avLst/>
            </a:prstGeom>
            <a:noFill/>
            <a:ln w="12700">
              <a:solidFill>
                <a:srgbClr val="336699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FAF52F-CF46-4F31-9050-9B578E58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56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1982" grpId="0"/>
      <p:bldP spid="761983" grpId="0"/>
      <p:bldP spid="761984" grpId="0"/>
      <p:bldP spid="761988" grpId="0"/>
      <p:bldP spid="761995" grpId="0"/>
      <p:bldP spid="761996" grpId="0"/>
      <p:bldP spid="761997" grpId="0"/>
      <p:bldP spid="76200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906" name="Rectangle 2">
            <a:extLst>
              <a:ext uri="{FF2B5EF4-FFF2-40B4-BE49-F238E27FC236}">
                <a16:creationId xmlns:a16="http://schemas.microsoft.com/office/drawing/2014/main" id="{BF782B47-FB9B-49F8-86A9-B794935336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Constructing a LCS</a:t>
            </a:r>
          </a:p>
        </p:txBody>
      </p:sp>
      <p:sp>
        <p:nvSpPr>
          <p:cNvPr id="763907" name="Rectangle 3">
            <a:extLst>
              <a:ext uri="{FF2B5EF4-FFF2-40B4-BE49-F238E27FC236}">
                <a16:creationId xmlns:a16="http://schemas.microsoft.com/office/drawing/2014/main" id="{5682C67E-1B3C-4D00-BA4C-D6F7F05AD8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24013" y="1317629"/>
            <a:ext cx="8801100" cy="1525583"/>
          </a:xfrm>
        </p:spPr>
        <p:txBody>
          <a:bodyPr/>
          <a:lstStyle/>
          <a:p>
            <a:r>
              <a:rPr lang="en-US" altLang="en-US" sz="2400" dirty="0"/>
              <a:t>Start at </a:t>
            </a:r>
            <a:r>
              <a:rPr lang="en-US" altLang="en-US" sz="2400" dirty="0">
                <a:latin typeface="Comic Sans MS" panose="030F0702030302020204" pitchFamily="66" charset="0"/>
              </a:rPr>
              <a:t>b[m, n]</a:t>
            </a:r>
            <a:r>
              <a:rPr lang="en-US" altLang="en-US" sz="2400" dirty="0"/>
              <a:t> and follow the arrows</a:t>
            </a:r>
          </a:p>
          <a:p>
            <a:r>
              <a:rPr lang="en-US" altLang="en-US" sz="2400" dirty="0"/>
              <a:t>When we encounter a “    “ in </a:t>
            </a:r>
            <a:r>
              <a:rPr lang="en-US" altLang="en-US" sz="2400" dirty="0">
                <a:latin typeface="Comic Sans MS" panose="030F0702030302020204" pitchFamily="66" charset="0"/>
              </a:rPr>
              <a:t>b[</a:t>
            </a:r>
            <a:r>
              <a:rPr lang="en-US" altLang="en-US" sz="2400" dirty="0" err="1">
                <a:latin typeface="Comic Sans MS" panose="030F0702030302020204" pitchFamily="66" charset="0"/>
              </a:rPr>
              <a:t>i</a:t>
            </a:r>
            <a:r>
              <a:rPr lang="en-US" altLang="en-US" sz="2400" dirty="0">
                <a:latin typeface="Comic Sans MS" panose="030F0702030302020204" pitchFamily="66" charset="0"/>
              </a:rPr>
              <a:t>, j] 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 x</a:t>
            </a:r>
            <a:r>
              <a:rPr lang="en-US" altLang="en-US" sz="24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= 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y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j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 is an element of the LCS </a:t>
            </a:r>
          </a:p>
        </p:txBody>
      </p:sp>
      <p:graphicFrame>
        <p:nvGraphicFramePr>
          <p:cNvPr id="763908" name="Group 4">
            <a:extLst>
              <a:ext uri="{FF2B5EF4-FFF2-40B4-BE49-F238E27FC236}">
                <a16:creationId xmlns:a16="http://schemas.microsoft.com/office/drawing/2014/main" id="{99D82C0C-4104-4F6E-AF08-F00B41A09E03}"/>
              </a:ext>
            </a:extLst>
          </p:cNvPr>
          <p:cNvGraphicFramePr>
            <a:graphicFrameLocks noGrp="1"/>
          </p:cNvGraphicFramePr>
          <p:nvPr/>
        </p:nvGraphicFramePr>
        <p:xfrm>
          <a:off x="4184650" y="2840039"/>
          <a:ext cx="4102100" cy="3556003"/>
        </p:xfrm>
        <a:graphic>
          <a:graphicData uri="http://schemas.openxmlformats.org/drawingml/2006/table">
            <a:tbl>
              <a:tblPr/>
              <a:tblGrid>
                <a:gridCol w="585788">
                  <a:extLst>
                    <a:ext uri="{9D8B030D-6E8A-4147-A177-3AD203B41FA5}">
                      <a16:colId xmlns:a16="http://schemas.microsoft.com/office/drawing/2014/main" val="4094927777"/>
                    </a:ext>
                  </a:extLst>
                </a:gridCol>
                <a:gridCol w="585787">
                  <a:extLst>
                    <a:ext uri="{9D8B030D-6E8A-4147-A177-3AD203B41FA5}">
                      <a16:colId xmlns:a16="http://schemas.microsoft.com/office/drawing/2014/main" val="3193002461"/>
                    </a:ext>
                  </a:extLst>
                </a:gridCol>
                <a:gridCol w="585788">
                  <a:extLst>
                    <a:ext uri="{9D8B030D-6E8A-4147-A177-3AD203B41FA5}">
                      <a16:colId xmlns:a16="http://schemas.microsoft.com/office/drawing/2014/main" val="1282027222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1046916659"/>
                    </a:ext>
                  </a:extLst>
                </a:gridCol>
                <a:gridCol w="585787">
                  <a:extLst>
                    <a:ext uri="{9D8B030D-6E8A-4147-A177-3AD203B41FA5}">
                      <a16:colId xmlns:a16="http://schemas.microsoft.com/office/drawing/2014/main" val="905655664"/>
                    </a:ext>
                  </a:extLst>
                </a:gridCol>
                <a:gridCol w="585788">
                  <a:extLst>
                    <a:ext uri="{9D8B030D-6E8A-4147-A177-3AD203B41FA5}">
                      <a16:colId xmlns:a16="http://schemas.microsoft.com/office/drawing/2014/main" val="924589552"/>
                    </a:ext>
                  </a:extLst>
                </a:gridCol>
                <a:gridCol w="585787">
                  <a:extLst>
                    <a:ext uri="{9D8B030D-6E8A-4147-A177-3AD203B41FA5}">
                      <a16:colId xmlns:a16="http://schemas.microsoft.com/office/drawing/2014/main" val="2644831798"/>
                    </a:ext>
                  </a:extLst>
                </a:gridCol>
              </a:tblGrid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809902"/>
                  </a:ext>
                </a:extLst>
              </a:tr>
              <a:tr h="446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196737"/>
                  </a:ext>
                </a:extLst>
              </a:tr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28826"/>
                  </a:ext>
                </a:extLst>
              </a:tr>
              <a:tr h="446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627921"/>
                  </a:ext>
                </a:extLst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668849"/>
                  </a:ext>
                </a:extLst>
              </a:tr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11062"/>
                  </a:ext>
                </a:extLst>
              </a:tr>
              <a:tr h="446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450265"/>
                  </a:ext>
                </a:extLst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509949"/>
                  </a:ext>
                </a:extLst>
              </a:tr>
            </a:tbl>
          </a:graphicData>
        </a:graphic>
      </p:graphicFrame>
      <p:sp>
        <p:nvSpPr>
          <p:cNvPr id="763982" name="Text Box 78">
            <a:extLst>
              <a:ext uri="{FF2B5EF4-FFF2-40B4-BE49-F238E27FC236}">
                <a16:creationId xmlns:a16="http://schemas.microsoft.com/office/drawing/2014/main" id="{F19E0478-6E8E-43A9-84BD-1CC3F4A52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950" y="2187576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763983" name="Text Box 79">
            <a:extLst>
              <a:ext uri="{FF2B5EF4-FFF2-40B4-BE49-F238E27FC236}">
                <a16:creationId xmlns:a16="http://schemas.microsoft.com/office/drawing/2014/main" id="{5702EC78-442D-49F3-B92E-AC4DA0A3C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8550" y="2187576"/>
            <a:ext cx="2873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763984" name="Text Box 80">
            <a:extLst>
              <a:ext uri="{FF2B5EF4-FFF2-40B4-BE49-F238E27FC236}">
                <a16:creationId xmlns:a16="http://schemas.microsoft.com/office/drawing/2014/main" id="{065F5A83-017E-4819-AD82-0F78D4E60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2588" y="2187576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763985" name="Text Box 81">
            <a:extLst>
              <a:ext uri="{FF2B5EF4-FFF2-40B4-BE49-F238E27FC236}">
                <a16:creationId xmlns:a16="http://schemas.microsoft.com/office/drawing/2014/main" id="{F93808D0-233B-4F39-AEE6-2792DE992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25" y="2187576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763986" name="Text Box 82">
            <a:extLst>
              <a:ext uri="{FF2B5EF4-FFF2-40B4-BE49-F238E27FC236}">
                <a16:creationId xmlns:a16="http://schemas.microsoft.com/office/drawing/2014/main" id="{3FBD85ED-5A12-4915-92D9-208DAA177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825" y="2187576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763987" name="Text Box 83">
            <a:extLst>
              <a:ext uri="{FF2B5EF4-FFF2-40B4-BE49-F238E27FC236}">
                <a16:creationId xmlns:a16="http://schemas.microsoft.com/office/drawing/2014/main" id="{4BFF9FDE-A01A-4CA3-A180-8CED524EE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4325" y="2187576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763988" name="Text Box 84">
            <a:extLst>
              <a:ext uri="{FF2B5EF4-FFF2-40B4-BE49-F238E27FC236}">
                <a16:creationId xmlns:a16="http://schemas.microsoft.com/office/drawing/2014/main" id="{67D440A3-7C85-4D81-A291-F0CE423D6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3763" y="2187576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763989" name="Text Box 85">
            <a:extLst>
              <a:ext uri="{FF2B5EF4-FFF2-40B4-BE49-F238E27FC236}">
                <a16:creationId xmlns:a16="http://schemas.microsoft.com/office/drawing/2014/main" id="{60ACA064-C3A3-42F8-9DA8-9C6AC1EA3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2601" y="2498726"/>
            <a:ext cx="365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y</a:t>
            </a:r>
            <a:r>
              <a:rPr lang="en-US" altLang="en-US" baseline="-25000">
                <a:latin typeface="Comic Sans MS" panose="030F0702030302020204" pitchFamily="66" charset="0"/>
              </a:rPr>
              <a:t>j</a:t>
            </a:r>
            <a:endParaRPr lang="en-US" altLang="en-US">
              <a:latin typeface="Comic Sans MS" panose="030F0702030302020204" pitchFamily="66" charset="0"/>
            </a:endParaRPr>
          </a:p>
        </p:txBody>
      </p:sp>
      <p:sp>
        <p:nvSpPr>
          <p:cNvPr id="763990" name="Text Box 86">
            <a:extLst>
              <a:ext uri="{FF2B5EF4-FFF2-40B4-BE49-F238E27FC236}">
                <a16:creationId xmlns:a16="http://schemas.microsoft.com/office/drawing/2014/main" id="{579091DE-92FC-47BE-89D0-D7D9BA3CD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2201" y="2498726"/>
            <a:ext cx="3286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763991" name="Text Box 87">
            <a:extLst>
              <a:ext uri="{FF2B5EF4-FFF2-40B4-BE49-F238E27FC236}">
                <a16:creationId xmlns:a16="http://schemas.microsoft.com/office/drawing/2014/main" id="{2608A772-0C6B-4FDA-908E-98C11890C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6238" y="2498726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D</a:t>
            </a:r>
          </a:p>
        </p:txBody>
      </p:sp>
      <p:sp>
        <p:nvSpPr>
          <p:cNvPr id="763992" name="Text Box 88">
            <a:extLst>
              <a:ext uri="{FF2B5EF4-FFF2-40B4-BE49-F238E27FC236}">
                <a16:creationId xmlns:a16="http://schemas.microsoft.com/office/drawing/2014/main" id="{6EC14348-A8C2-49BD-A67B-3ADEBB214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1775" y="2498726"/>
            <a:ext cx="3508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763993" name="Text Box 89">
            <a:extLst>
              <a:ext uri="{FF2B5EF4-FFF2-40B4-BE49-F238E27FC236}">
                <a16:creationId xmlns:a16="http://schemas.microsoft.com/office/drawing/2014/main" id="{4E7F0FA2-FF00-4047-AD43-E33E1D500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6475" y="2498726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C</a:t>
            </a:r>
          </a:p>
        </p:txBody>
      </p:sp>
      <p:sp>
        <p:nvSpPr>
          <p:cNvPr id="763994" name="Text Box 90">
            <a:extLst>
              <a:ext uri="{FF2B5EF4-FFF2-40B4-BE49-F238E27FC236}">
                <a16:creationId xmlns:a16="http://schemas.microsoft.com/office/drawing/2014/main" id="{76CE75E1-BB02-48B9-974A-11AC90F6C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7975" y="2498726"/>
            <a:ext cx="3508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763995" name="Text Box 91">
            <a:extLst>
              <a:ext uri="{FF2B5EF4-FFF2-40B4-BE49-F238E27FC236}">
                <a16:creationId xmlns:a16="http://schemas.microsoft.com/office/drawing/2014/main" id="{0BCB9A6A-854C-46C0-8588-D1A13C2C9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7413" y="2498726"/>
            <a:ext cx="3286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763996" name="Text Box 92">
            <a:extLst>
              <a:ext uri="{FF2B5EF4-FFF2-40B4-BE49-F238E27FC236}">
                <a16:creationId xmlns:a16="http://schemas.microsoft.com/office/drawing/2014/main" id="{A1F8FCA2-1F3F-42CD-84FC-5C9778F56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3275" y="5127626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763997" name="Text Box 93">
            <a:extLst>
              <a:ext uri="{FF2B5EF4-FFF2-40B4-BE49-F238E27FC236}">
                <a16:creationId xmlns:a16="http://schemas.microsoft.com/office/drawing/2014/main" id="{DA093AEE-C779-4F8F-AB1B-D677FE17E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2325" y="3308351"/>
            <a:ext cx="2873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763998" name="Text Box 94">
            <a:extLst>
              <a:ext uri="{FF2B5EF4-FFF2-40B4-BE49-F238E27FC236}">
                <a16:creationId xmlns:a16="http://schemas.microsoft.com/office/drawing/2014/main" id="{0F3766AA-103C-4CF2-8DA7-A0F2990F8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3275" y="376396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763999" name="Text Box 95">
            <a:extLst>
              <a:ext uri="{FF2B5EF4-FFF2-40B4-BE49-F238E27FC236}">
                <a16:creationId xmlns:a16="http://schemas.microsoft.com/office/drawing/2014/main" id="{609F5EF9-6611-42D6-B3C3-9AC63B162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3275" y="2854326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764000" name="Text Box 96">
            <a:extLst>
              <a:ext uri="{FF2B5EF4-FFF2-40B4-BE49-F238E27FC236}">
                <a16:creationId xmlns:a16="http://schemas.microsoft.com/office/drawing/2014/main" id="{E2DB06D8-4172-4665-9661-09F59434C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3275" y="421798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764001" name="Text Box 97">
            <a:extLst>
              <a:ext uri="{FF2B5EF4-FFF2-40B4-BE49-F238E27FC236}">
                <a16:creationId xmlns:a16="http://schemas.microsoft.com/office/drawing/2014/main" id="{E58E273E-DA45-4BA9-A153-4A276E297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3275" y="4673601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764002" name="Text Box 98">
            <a:extLst>
              <a:ext uri="{FF2B5EF4-FFF2-40B4-BE49-F238E27FC236}">
                <a16:creationId xmlns:a16="http://schemas.microsoft.com/office/drawing/2014/main" id="{50F51027-D219-470D-A11F-6D885926D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3275" y="558323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764003" name="Text Box 99">
            <a:extLst>
              <a:ext uri="{FF2B5EF4-FFF2-40B4-BE49-F238E27FC236}">
                <a16:creationId xmlns:a16="http://schemas.microsoft.com/office/drawing/2014/main" id="{5018553D-67EE-47A2-B0E7-F151786365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3275" y="6038851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764004" name="Text Box 100">
            <a:extLst>
              <a:ext uri="{FF2B5EF4-FFF2-40B4-BE49-F238E27FC236}">
                <a16:creationId xmlns:a16="http://schemas.microsoft.com/office/drawing/2014/main" id="{0901B33D-D6EA-404E-A89E-A74330071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7613" y="5129213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D</a:t>
            </a:r>
          </a:p>
        </p:txBody>
      </p:sp>
      <p:sp>
        <p:nvSpPr>
          <p:cNvPr id="764005" name="Text Box 101">
            <a:extLst>
              <a:ext uri="{FF2B5EF4-FFF2-40B4-BE49-F238E27FC236}">
                <a16:creationId xmlns:a16="http://schemas.microsoft.com/office/drawing/2014/main" id="{54A11FBE-18EA-4D1B-A9DC-AA9736949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664" y="3309938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764006" name="Text Box 102">
            <a:extLst>
              <a:ext uri="{FF2B5EF4-FFF2-40B4-BE49-F238E27FC236}">
                <a16:creationId xmlns:a16="http://schemas.microsoft.com/office/drawing/2014/main" id="{F92BD450-065C-4530-AF4E-8B685FDA7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7613" y="3765551"/>
            <a:ext cx="3286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764007" name="Text Box 103">
            <a:extLst>
              <a:ext uri="{FF2B5EF4-FFF2-40B4-BE49-F238E27FC236}">
                <a16:creationId xmlns:a16="http://schemas.microsoft.com/office/drawing/2014/main" id="{8AABEADD-2DA9-4CDA-BA99-29123120B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7613" y="2855913"/>
            <a:ext cx="361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x</a:t>
            </a:r>
            <a:r>
              <a:rPr lang="en-US" altLang="en-US" baseline="-25000">
                <a:latin typeface="Comic Sans MS" panose="030F0702030302020204" pitchFamily="66" charset="0"/>
              </a:rPr>
              <a:t>i</a:t>
            </a:r>
            <a:endParaRPr lang="en-US" altLang="en-US">
              <a:latin typeface="Comic Sans MS" panose="030F0702030302020204" pitchFamily="66" charset="0"/>
            </a:endParaRPr>
          </a:p>
        </p:txBody>
      </p:sp>
      <p:sp>
        <p:nvSpPr>
          <p:cNvPr id="764008" name="Text Box 104">
            <a:extLst>
              <a:ext uri="{FF2B5EF4-FFF2-40B4-BE49-F238E27FC236}">
                <a16:creationId xmlns:a16="http://schemas.microsoft.com/office/drawing/2014/main" id="{0FB185AE-B2EF-4C7C-BF8A-EF504E523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7613" y="4219576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C</a:t>
            </a:r>
          </a:p>
        </p:txBody>
      </p:sp>
      <p:sp>
        <p:nvSpPr>
          <p:cNvPr id="764009" name="Text Box 105">
            <a:extLst>
              <a:ext uri="{FF2B5EF4-FFF2-40B4-BE49-F238E27FC236}">
                <a16:creationId xmlns:a16="http://schemas.microsoft.com/office/drawing/2014/main" id="{78006D8D-444B-4DCC-96B5-EF3364329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7613" y="4675188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764010" name="Text Box 106">
            <a:extLst>
              <a:ext uri="{FF2B5EF4-FFF2-40B4-BE49-F238E27FC236}">
                <a16:creationId xmlns:a16="http://schemas.microsoft.com/office/drawing/2014/main" id="{8839C735-0EB7-45C1-B895-E51B39469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7614" y="5584826"/>
            <a:ext cx="3508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764011" name="Text Box 107">
            <a:extLst>
              <a:ext uri="{FF2B5EF4-FFF2-40B4-BE49-F238E27FC236}">
                <a16:creationId xmlns:a16="http://schemas.microsoft.com/office/drawing/2014/main" id="{EDFAD318-65E4-41BF-B569-0A562C27F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7613" y="6040438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mic Sans MS" panose="030F0702030302020204" pitchFamily="66" charset="0"/>
              </a:rPr>
              <a:t>B</a:t>
            </a:r>
          </a:p>
        </p:txBody>
      </p:sp>
      <p:grpSp>
        <p:nvGrpSpPr>
          <p:cNvPr id="764012" name="Group 108">
            <a:extLst>
              <a:ext uri="{FF2B5EF4-FFF2-40B4-BE49-F238E27FC236}">
                <a16:creationId xmlns:a16="http://schemas.microsoft.com/office/drawing/2014/main" id="{19B28069-F31D-4AD9-B5F2-D197DD131165}"/>
              </a:ext>
            </a:extLst>
          </p:cNvPr>
          <p:cNvGrpSpPr>
            <a:grpSpLocks/>
          </p:cNvGrpSpPr>
          <p:nvPr/>
        </p:nvGrpSpPr>
        <p:grpSpPr bwMode="auto">
          <a:xfrm>
            <a:off x="4910139" y="2946401"/>
            <a:ext cx="3273425" cy="366713"/>
            <a:chOff x="2133" y="1816"/>
            <a:chExt cx="2062" cy="231"/>
          </a:xfrm>
        </p:grpSpPr>
        <p:sp>
          <p:nvSpPr>
            <p:cNvPr id="764013" name="Text Box 109">
              <a:extLst>
                <a:ext uri="{FF2B5EF4-FFF2-40B4-BE49-F238E27FC236}">
                  <a16:creationId xmlns:a16="http://schemas.microsoft.com/office/drawing/2014/main" id="{2949168B-3EF8-4109-B74F-B70912A75C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" y="1816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764014" name="Text Box 110">
              <a:extLst>
                <a:ext uri="{FF2B5EF4-FFF2-40B4-BE49-F238E27FC236}">
                  <a16:creationId xmlns:a16="http://schemas.microsoft.com/office/drawing/2014/main" id="{4F17974D-88A7-4A3E-BAA3-E2076318BB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2" y="1816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764015" name="Text Box 111">
              <a:extLst>
                <a:ext uri="{FF2B5EF4-FFF2-40B4-BE49-F238E27FC236}">
                  <a16:creationId xmlns:a16="http://schemas.microsoft.com/office/drawing/2014/main" id="{A460A202-8974-4A91-829E-67722620E1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1" y="1816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764016" name="Text Box 112">
              <a:extLst>
                <a:ext uri="{FF2B5EF4-FFF2-40B4-BE49-F238E27FC236}">
                  <a16:creationId xmlns:a16="http://schemas.microsoft.com/office/drawing/2014/main" id="{18997B9B-6492-42F9-904A-C5A9517D4A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9" y="1816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764017" name="Text Box 113">
              <a:extLst>
                <a:ext uri="{FF2B5EF4-FFF2-40B4-BE49-F238E27FC236}">
                  <a16:creationId xmlns:a16="http://schemas.microsoft.com/office/drawing/2014/main" id="{EE33540A-E0BC-4E2E-91E9-CBE204A45B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9" y="1816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764018" name="Text Box 114">
              <a:extLst>
                <a:ext uri="{FF2B5EF4-FFF2-40B4-BE49-F238E27FC236}">
                  <a16:creationId xmlns:a16="http://schemas.microsoft.com/office/drawing/2014/main" id="{4C5EE8D6-AF75-4D5F-BE8A-0B0D0B2F3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4" y="1816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</p:grpSp>
      <p:grpSp>
        <p:nvGrpSpPr>
          <p:cNvPr id="764019" name="Group 115">
            <a:extLst>
              <a:ext uri="{FF2B5EF4-FFF2-40B4-BE49-F238E27FC236}">
                <a16:creationId xmlns:a16="http://schemas.microsoft.com/office/drawing/2014/main" id="{7ADD8C9D-406D-4064-9201-6F5EE40293D3}"/>
              </a:ext>
            </a:extLst>
          </p:cNvPr>
          <p:cNvGrpSpPr>
            <a:grpSpLocks/>
          </p:cNvGrpSpPr>
          <p:nvPr/>
        </p:nvGrpSpPr>
        <p:grpSpPr bwMode="auto">
          <a:xfrm>
            <a:off x="4311650" y="2946400"/>
            <a:ext cx="325438" cy="3524250"/>
            <a:chOff x="1756" y="1816"/>
            <a:chExt cx="205" cy="2220"/>
          </a:xfrm>
        </p:grpSpPr>
        <p:sp>
          <p:nvSpPr>
            <p:cNvPr id="764020" name="Text Box 116">
              <a:extLst>
                <a:ext uri="{FF2B5EF4-FFF2-40B4-BE49-F238E27FC236}">
                  <a16:creationId xmlns:a16="http://schemas.microsoft.com/office/drawing/2014/main" id="{F9D8AAEF-D644-4517-A098-424220CFB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7" y="1816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764021" name="Text Box 117">
              <a:extLst>
                <a:ext uri="{FF2B5EF4-FFF2-40B4-BE49-F238E27FC236}">
                  <a16:creationId xmlns:a16="http://schemas.microsoft.com/office/drawing/2014/main" id="{6426041D-7BBD-40E0-82F5-BF0A2D783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6" y="3231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764022" name="Text Box 118">
              <a:extLst>
                <a:ext uri="{FF2B5EF4-FFF2-40B4-BE49-F238E27FC236}">
                  <a16:creationId xmlns:a16="http://schemas.microsoft.com/office/drawing/2014/main" id="{20275B0C-7234-47B4-96F5-CD72FD8270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7" y="208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764023" name="Text Box 119">
              <a:extLst>
                <a:ext uri="{FF2B5EF4-FFF2-40B4-BE49-F238E27FC236}">
                  <a16:creationId xmlns:a16="http://schemas.microsoft.com/office/drawing/2014/main" id="{EC5A2101-A52F-4EEB-9FB5-C0A9245992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6" y="2372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764024" name="Text Box 120">
              <a:extLst>
                <a:ext uri="{FF2B5EF4-FFF2-40B4-BE49-F238E27FC236}">
                  <a16:creationId xmlns:a16="http://schemas.microsoft.com/office/drawing/2014/main" id="{08D25EF6-3AC4-482A-9A3E-90BAE8B6B0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6" y="2658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764025" name="Text Box 121">
              <a:extLst>
                <a:ext uri="{FF2B5EF4-FFF2-40B4-BE49-F238E27FC236}">
                  <a16:creationId xmlns:a16="http://schemas.microsoft.com/office/drawing/2014/main" id="{6D565E74-D3BA-4675-9F54-545727C8B9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6" y="294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764026" name="Text Box 122">
              <a:extLst>
                <a:ext uri="{FF2B5EF4-FFF2-40B4-BE49-F238E27FC236}">
                  <a16:creationId xmlns:a16="http://schemas.microsoft.com/office/drawing/2014/main" id="{F5BF1D0C-421C-4357-9F39-88D7918188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6" y="3518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  <p:sp>
          <p:nvSpPr>
            <p:cNvPr id="764027" name="Text Box 123">
              <a:extLst>
                <a:ext uri="{FF2B5EF4-FFF2-40B4-BE49-F238E27FC236}">
                  <a16:creationId xmlns:a16="http://schemas.microsoft.com/office/drawing/2014/main" id="{5F04D4CE-9F78-4CAA-A580-9EA5D1A92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6" y="380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Comic Sans MS" panose="030F0702030302020204" pitchFamily="66" charset="0"/>
                </a:rPr>
                <a:t>0</a:t>
              </a:r>
            </a:p>
          </p:txBody>
        </p:sp>
      </p:grpSp>
      <p:sp>
        <p:nvSpPr>
          <p:cNvPr id="764028" name="Text Box 124">
            <a:extLst>
              <a:ext uri="{FF2B5EF4-FFF2-40B4-BE49-F238E27FC236}">
                <a16:creationId xmlns:a16="http://schemas.microsoft.com/office/drawing/2014/main" id="{B646F438-5871-420D-BF43-3D9DA5DB5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1725" y="3335339"/>
            <a:ext cx="323850" cy="445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>
              <a:lnSpc>
                <a:spcPct val="70000"/>
              </a:lnSpc>
            </a:pPr>
            <a:r>
              <a:rPr lang="en-US" altLang="en-US" sz="1600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764029" name="Text Box 125">
            <a:extLst>
              <a:ext uri="{FF2B5EF4-FFF2-40B4-BE49-F238E27FC236}">
                <a16:creationId xmlns:a16="http://schemas.microsoft.com/office/drawing/2014/main" id="{FC46B38D-9DF8-4E61-AA7B-1077D6A84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7825" y="3335339"/>
            <a:ext cx="323850" cy="445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>
              <a:lnSpc>
                <a:spcPct val="70000"/>
              </a:lnSpc>
            </a:pPr>
            <a:r>
              <a:rPr lang="en-US" altLang="en-US" sz="1600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764030" name="Text Box 126">
            <a:extLst>
              <a:ext uri="{FF2B5EF4-FFF2-40B4-BE49-F238E27FC236}">
                <a16:creationId xmlns:a16="http://schemas.microsoft.com/office/drawing/2014/main" id="{60E6B55F-00AB-4AB3-AE2C-2F9C95EB3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9650" y="3335339"/>
            <a:ext cx="323850" cy="445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>
              <a:lnSpc>
                <a:spcPct val="70000"/>
              </a:lnSpc>
            </a:pPr>
            <a:r>
              <a:rPr lang="en-US" altLang="en-US" sz="1600">
                <a:latin typeface="Comic Sans MS" panose="030F0702030302020204" pitchFamily="66" charset="0"/>
              </a:rPr>
              <a:t>0</a:t>
            </a:r>
          </a:p>
        </p:txBody>
      </p:sp>
      <p:grpSp>
        <p:nvGrpSpPr>
          <p:cNvPr id="764031" name="Group 127">
            <a:extLst>
              <a:ext uri="{FF2B5EF4-FFF2-40B4-BE49-F238E27FC236}">
                <a16:creationId xmlns:a16="http://schemas.microsoft.com/office/drawing/2014/main" id="{9DA34656-9C9D-4709-8B65-D3D661E8DE9D}"/>
              </a:ext>
            </a:extLst>
          </p:cNvPr>
          <p:cNvGrpSpPr>
            <a:grpSpLocks/>
          </p:cNvGrpSpPr>
          <p:nvPr/>
        </p:nvGrpSpPr>
        <p:grpSpPr bwMode="auto">
          <a:xfrm>
            <a:off x="6656389" y="3333754"/>
            <a:ext cx="352425" cy="447676"/>
            <a:chOff x="3233" y="2100"/>
            <a:chExt cx="222" cy="282"/>
          </a:xfrm>
        </p:grpSpPr>
        <p:sp>
          <p:nvSpPr>
            <p:cNvPr id="764032" name="Text Box 128">
              <a:extLst>
                <a:ext uri="{FF2B5EF4-FFF2-40B4-BE49-F238E27FC236}">
                  <a16:creationId xmlns:a16="http://schemas.microsoft.com/office/drawing/2014/main" id="{470A0FF6-E4C9-4E29-87E1-A1940BACF3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" y="2101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764033" name="Line 129">
              <a:extLst>
                <a:ext uri="{FF2B5EF4-FFF2-40B4-BE49-F238E27FC236}">
                  <a16:creationId xmlns:a16="http://schemas.microsoft.com/office/drawing/2014/main" id="{42827184-AE66-4442-AC77-534BE230FA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33" y="2100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64034" name="Text Box 130">
            <a:extLst>
              <a:ext uri="{FF2B5EF4-FFF2-40B4-BE49-F238E27FC236}">
                <a16:creationId xmlns:a16="http://schemas.microsoft.com/office/drawing/2014/main" id="{685C7710-E193-4203-9F39-3F896F5CD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9300" y="3492501"/>
            <a:ext cx="609600" cy="27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</a:t>
            </a:r>
            <a:r>
              <a:rPr lang="en-US" altLang="en-US" sz="1600">
                <a:latin typeface="Comic Sans MS" panose="030F0702030302020204" pitchFamily="66" charset="0"/>
              </a:rPr>
              <a:t>1</a:t>
            </a:r>
          </a:p>
        </p:txBody>
      </p:sp>
      <p:grpSp>
        <p:nvGrpSpPr>
          <p:cNvPr id="764035" name="Group 131">
            <a:extLst>
              <a:ext uri="{FF2B5EF4-FFF2-40B4-BE49-F238E27FC236}">
                <a16:creationId xmlns:a16="http://schemas.microsoft.com/office/drawing/2014/main" id="{92DE58E3-5F31-46F5-80B2-5543203DD7D3}"/>
              </a:ext>
            </a:extLst>
          </p:cNvPr>
          <p:cNvGrpSpPr>
            <a:grpSpLocks/>
          </p:cNvGrpSpPr>
          <p:nvPr/>
        </p:nvGrpSpPr>
        <p:grpSpPr bwMode="auto">
          <a:xfrm>
            <a:off x="7780338" y="3335342"/>
            <a:ext cx="423862" cy="446088"/>
            <a:chOff x="3941" y="2101"/>
            <a:chExt cx="267" cy="281"/>
          </a:xfrm>
        </p:grpSpPr>
        <p:sp>
          <p:nvSpPr>
            <p:cNvPr id="764036" name="Text Box 132">
              <a:extLst>
                <a:ext uri="{FF2B5EF4-FFF2-40B4-BE49-F238E27FC236}">
                  <a16:creationId xmlns:a16="http://schemas.microsoft.com/office/drawing/2014/main" id="{C0E6268C-929E-4787-B6B6-BB2439EC37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4" y="2101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764037" name="Line 133">
              <a:extLst>
                <a:ext uri="{FF2B5EF4-FFF2-40B4-BE49-F238E27FC236}">
                  <a16:creationId xmlns:a16="http://schemas.microsoft.com/office/drawing/2014/main" id="{B919C8A4-3FF9-49D7-8D7A-15138843A6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41" y="2102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4038" name="Group 134">
            <a:extLst>
              <a:ext uri="{FF2B5EF4-FFF2-40B4-BE49-F238E27FC236}">
                <a16:creationId xmlns:a16="http://schemas.microsoft.com/office/drawing/2014/main" id="{EE4379E0-5771-468C-A461-EE12E979785C}"/>
              </a:ext>
            </a:extLst>
          </p:cNvPr>
          <p:cNvGrpSpPr>
            <a:grpSpLocks/>
          </p:cNvGrpSpPr>
          <p:nvPr/>
        </p:nvGrpSpPr>
        <p:grpSpPr bwMode="auto">
          <a:xfrm>
            <a:off x="4840288" y="3765554"/>
            <a:ext cx="423862" cy="446088"/>
            <a:chOff x="3941" y="2101"/>
            <a:chExt cx="267" cy="281"/>
          </a:xfrm>
        </p:grpSpPr>
        <p:sp>
          <p:nvSpPr>
            <p:cNvPr id="764039" name="Text Box 135">
              <a:extLst>
                <a:ext uri="{FF2B5EF4-FFF2-40B4-BE49-F238E27FC236}">
                  <a16:creationId xmlns:a16="http://schemas.microsoft.com/office/drawing/2014/main" id="{64355B1B-9E97-41C5-9045-D6FD653D5C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4" y="2101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764040" name="Line 136">
              <a:extLst>
                <a:ext uri="{FF2B5EF4-FFF2-40B4-BE49-F238E27FC236}">
                  <a16:creationId xmlns:a16="http://schemas.microsoft.com/office/drawing/2014/main" id="{50346290-BB3D-4796-901F-10FC3C583B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41" y="2102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64041" name="Text Box 137">
            <a:extLst>
              <a:ext uri="{FF2B5EF4-FFF2-40B4-BE49-F238E27FC236}">
                <a16:creationId xmlns:a16="http://schemas.microsoft.com/office/drawing/2014/main" id="{474686D2-CC4C-43C9-9A01-2A5BA3BBD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3937001"/>
            <a:ext cx="609600" cy="27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</a:t>
            </a:r>
            <a:r>
              <a:rPr lang="en-US" altLang="en-US" sz="1600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764042" name="Text Box 138">
            <a:extLst>
              <a:ext uri="{FF2B5EF4-FFF2-40B4-BE49-F238E27FC236}">
                <a16:creationId xmlns:a16="http://schemas.microsoft.com/office/drawing/2014/main" id="{FC24223F-BBA3-4965-A012-91450F203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8838" y="3937001"/>
            <a:ext cx="609600" cy="27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</a:t>
            </a:r>
            <a:r>
              <a:rPr lang="en-US" altLang="en-US" sz="1600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764043" name="Text Box 139">
            <a:extLst>
              <a:ext uri="{FF2B5EF4-FFF2-40B4-BE49-F238E27FC236}">
                <a16:creationId xmlns:a16="http://schemas.microsoft.com/office/drawing/2014/main" id="{3D75450F-1134-4E99-980D-8F9C99881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5438" y="3765551"/>
            <a:ext cx="323850" cy="445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  <a:p>
            <a:pPr>
              <a:lnSpc>
                <a:spcPct val="70000"/>
              </a:lnSpc>
            </a:pPr>
            <a:r>
              <a:rPr lang="en-US" altLang="en-US" sz="1600">
                <a:latin typeface="Comic Sans MS" panose="030F0702030302020204" pitchFamily="66" charset="0"/>
              </a:rPr>
              <a:t>1</a:t>
            </a:r>
          </a:p>
        </p:txBody>
      </p:sp>
      <p:grpSp>
        <p:nvGrpSpPr>
          <p:cNvPr id="764044" name="Group 140">
            <a:extLst>
              <a:ext uri="{FF2B5EF4-FFF2-40B4-BE49-F238E27FC236}">
                <a16:creationId xmlns:a16="http://schemas.microsoft.com/office/drawing/2014/main" id="{6004BA7A-186C-4ED8-963A-ED46C1F7FDA3}"/>
              </a:ext>
            </a:extLst>
          </p:cNvPr>
          <p:cNvGrpSpPr>
            <a:grpSpLocks/>
          </p:cNvGrpSpPr>
          <p:nvPr/>
        </p:nvGrpSpPr>
        <p:grpSpPr bwMode="auto">
          <a:xfrm>
            <a:off x="7242176" y="3765554"/>
            <a:ext cx="423863" cy="446088"/>
            <a:chOff x="3941" y="2101"/>
            <a:chExt cx="267" cy="281"/>
          </a:xfrm>
        </p:grpSpPr>
        <p:sp>
          <p:nvSpPr>
            <p:cNvPr id="764045" name="Text Box 141">
              <a:extLst>
                <a:ext uri="{FF2B5EF4-FFF2-40B4-BE49-F238E27FC236}">
                  <a16:creationId xmlns:a16="http://schemas.microsoft.com/office/drawing/2014/main" id="{E9C6507F-2520-4261-ADA2-F108FC273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4" y="2101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 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764046" name="Line 142">
              <a:extLst>
                <a:ext uri="{FF2B5EF4-FFF2-40B4-BE49-F238E27FC236}">
                  <a16:creationId xmlns:a16="http://schemas.microsoft.com/office/drawing/2014/main" id="{832C6C07-1C76-4057-A222-C5F172BD6B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41" y="2102"/>
              <a:ext cx="9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64047" name="Text Box 143">
            <a:extLst>
              <a:ext uri="{FF2B5EF4-FFF2-40B4-BE49-F238E27FC236}">
                <a16:creationId xmlns:a16="http://schemas.microsoft.com/office/drawing/2014/main" id="{55C854E1-017A-4463-A584-BD2B5FBE7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5563" y="3937001"/>
            <a:ext cx="609600" cy="27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en-US" sz="1600">
                <a:latin typeface="Comic Sans MS" panose="030F0702030302020204" pitchFamily="66" charset="0"/>
                <a:sym typeface="Symbol" panose="05050102010706020507" pitchFamily="18" charset="2"/>
              </a:rPr>
              <a:t></a:t>
            </a:r>
            <a:r>
              <a:rPr lang="en-US" altLang="en-US" sz="1600">
                <a:latin typeface="Comic Sans MS" panose="030F0702030302020204" pitchFamily="66" charset="0"/>
              </a:rPr>
              <a:t>2</a:t>
            </a:r>
          </a:p>
        </p:txBody>
      </p:sp>
      <p:grpSp>
        <p:nvGrpSpPr>
          <p:cNvPr id="764048" name="Group 144">
            <a:extLst>
              <a:ext uri="{FF2B5EF4-FFF2-40B4-BE49-F238E27FC236}">
                <a16:creationId xmlns:a16="http://schemas.microsoft.com/office/drawing/2014/main" id="{6144B023-377E-438F-8066-4F0BE17091F2}"/>
              </a:ext>
            </a:extLst>
          </p:cNvPr>
          <p:cNvGrpSpPr>
            <a:grpSpLocks/>
          </p:cNvGrpSpPr>
          <p:nvPr/>
        </p:nvGrpSpPr>
        <p:grpSpPr bwMode="auto">
          <a:xfrm>
            <a:off x="4927601" y="4229105"/>
            <a:ext cx="3209925" cy="446088"/>
            <a:chOff x="2144" y="2664"/>
            <a:chExt cx="2022" cy="281"/>
          </a:xfrm>
        </p:grpSpPr>
        <p:sp>
          <p:nvSpPr>
            <p:cNvPr id="764049" name="Text Box 145">
              <a:extLst>
                <a:ext uri="{FF2B5EF4-FFF2-40B4-BE49-F238E27FC236}">
                  <a16:creationId xmlns:a16="http://schemas.microsoft.com/office/drawing/2014/main" id="{850A9C11-FD02-4E83-9958-EC30972E3B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4" y="2664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764050" name="Text Box 146">
              <a:extLst>
                <a:ext uri="{FF2B5EF4-FFF2-40B4-BE49-F238E27FC236}">
                  <a16:creationId xmlns:a16="http://schemas.microsoft.com/office/drawing/2014/main" id="{7B372EE6-19AD-4D3A-9880-7C897E56F2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5" y="2664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grpSp>
          <p:nvGrpSpPr>
            <p:cNvPr id="764051" name="Group 147">
              <a:extLst>
                <a:ext uri="{FF2B5EF4-FFF2-40B4-BE49-F238E27FC236}">
                  <a16:creationId xmlns:a16="http://schemas.microsoft.com/office/drawing/2014/main" id="{9509D927-EAE3-48AA-A88E-46B1E7BC14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3" y="2664"/>
              <a:ext cx="267" cy="281"/>
              <a:chOff x="3941" y="2101"/>
              <a:chExt cx="267" cy="281"/>
            </a:xfrm>
          </p:grpSpPr>
          <p:sp>
            <p:nvSpPr>
              <p:cNvPr id="764052" name="Text Box 148">
                <a:extLst>
                  <a:ext uri="{FF2B5EF4-FFF2-40B4-BE49-F238E27FC236}">
                    <a16:creationId xmlns:a16="http://schemas.microsoft.com/office/drawing/2014/main" id="{A3CDFD3B-BF6F-42E3-9D3D-1CAAF3B986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</a:rPr>
                  <a:t>2</a:t>
                </a:r>
              </a:p>
            </p:txBody>
          </p:sp>
          <p:sp>
            <p:nvSpPr>
              <p:cNvPr id="764053" name="Line 149">
                <a:extLst>
                  <a:ext uri="{FF2B5EF4-FFF2-40B4-BE49-F238E27FC236}">
                    <a16:creationId xmlns:a16="http://schemas.microsoft.com/office/drawing/2014/main" id="{C3614CE4-5109-441E-A8E6-CDDBA933C6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64054" name="Text Box 150">
              <a:extLst>
                <a:ext uri="{FF2B5EF4-FFF2-40B4-BE49-F238E27FC236}">
                  <a16:creationId xmlns:a16="http://schemas.microsoft.com/office/drawing/2014/main" id="{744E0FDF-EE80-47C6-B560-55FF6C01DD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0" y="2772"/>
              <a:ext cx="384" cy="1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</a:t>
              </a:r>
              <a:r>
                <a:rPr lang="en-US" alt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764055" name="Text Box 151">
              <a:extLst>
                <a:ext uri="{FF2B5EF4-FFF2-40B4-BE49-F238E27FC236}">
                  <a16:creationId xmlns:a16="http://schemas.microsoft.com/office/drawing/2014/main" id="{953AAFB3-5D67-4D8B-99E9-2AB1416CC9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8" y="2664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764056" name="Text Box 152">
              <a:extLst>
                <a:ext uri="{FF2B5EF4-FFF2-40B4-BE49-F238E27FC236}">
                  <a16:creationId xmlns:a16="http://schemas.microsoft.com/office/drawing/2014/main" id="{3385DD83-84B7-4109-870F-5613699D99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" y="2664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2</a:t>
              </a:r>
            </a:p>
          </p:txBody>
        </p:sp>
      </p:grpSp>
      <p:grpSp>
        <p:nvGrpSpPr>
          <p:cNvPr id="764057" name="Group 153">
            <a:extLst>
              <a:ext uri="{FF2B5EF4-FFF2-40B4-BE49-F238E27FC236}">
                <a16:creationId xmlns:a16="http://schemas.microsoft.com/office/drawing/2014/main" id="{6D8A912F-A82D-4862-8BDD-95FB412CE03C}"/>
              </a:ext>
            </a:extLst>
          </p:cNvPr>
          <p:cNvGrpSpPr>
            <a:grpSpLocks/>
          </p:cNvGrpSpPr>
          <p:nvPr/>
        </p:nvGrpSpPr>
        <p:grpSpPr bwMode="auto">
          <a:xfrm>
            <a:off x="4921251" y="4664080"/>
            <a:ext cx="3381375" cy="446088"/>
            <a:chOff x="2140" y="2938"/>
            <a:chExt cx="2130" cy="281"/>
          </a:xfrm>
        </p:grpSpPr>
        <p:grpSp>
          <p:nvGrpSpPr>
            <p:cNvPr id="764058" name="Group 154">
              <a:extLst>
                <a:ext uri="{FF2B5EF4-FFF2-40B4-BE49-F238E27FC236}">
                  <a16:creationId xmlns:a16="http://schemas.microsoft.com/office/drawing/2014/main" id="{6BE29A24-8FC6-499F-91A6-3909FB7172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0" y="2938"/>
              <a:ext cx="267" cy="281"/>
              <a:chOff x="3941" y="2101"/>
              <a:chExt cx="267" cy="281"/>
            </a:xfrm>
          </p:grpSpPr>
          <p:sp>
            <p:nvSpPr>
              <p:cNvPr id="764059" name="Text Box 155">
                <a:extLst>
                  <a:ext uri="{FF2B5EF4-FFF2-40B4-BE49-F238E27FC236}">
                    <a16:creationId xmlns:a16="http://schemas.microsoft.com/office/drawing/2014/main" id="{9AE1B426-F414-43CC-B22E-9CEF372FC8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</a:rPr>
                  <a:t>1</a:t>
                </a:r>
              </a:p>
            </p:txBody>
          </p:sp>
          <p:sp>
            <p:nvSpPr>
              <p:cNvPr id="764060" name="Line 156">
                <a:extLst>
                  <a:ext uri="{FF2B5EF4-FFF2-40B4-BE49-F238E27FC236}">
                    <a16:creationId xmlns:a16="http://schemas.microsoft.com/office/drawing/2014/main" id="{7C19AF36-5E3D-418A-804E-3AF5FE061F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64061" name="Text Box 157">
              <a:extLst>
                <a:ext uri="{FF2B5EF4-FFF2-40B4-BE49-F238E27FC236}">
                  <a16:creationId xmlns:a16="http://schemas.microsoft.com/office/drawing/2014/main" id="{EC4D59DE-7589-4167-B7A7-AC214C8210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0" y="2938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764062" name="Text Box 158">
              <a:extLst>
                <a:ext uri="{FF2B5EF4-FFF2-40B4-BE49-F238E27FC236}">
                  <a16:creationId xmlns:a16="http://schemas.microsoft.com/office/drawing/2014/main" id="{3CD7E0A6-815B-4790-8F55-2E2F9DC4AA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8" y="2938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764063" name="Text Box 159">
              <a:extLst>
                <a:ext uri="{FF2B5EF4-FFF2-40B4-BE49-F238E27FC236}">
                  <a16:creationId xmlns:a16="http://schemas.microsoft.com/office/drawing/2014/main" id="{879FDDB6-4334-4416-9938-A9320712F0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2" y="2938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grpSp>
          <p:nvGrpSpPr>
            <p:cNvPr id="764064" name="Group 160">
              <a:extLst>
                <a:ext uri="{FF2B5EF4-FFF2-40B4-BE49-F238E27FC236}">
                  <a16:creationId xmlns:a16="http://schemas.microsoft.com/office/drawing/2014/main" id="{9DFFEE0A-39BC-4052-9F63-44825C3851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0" y="2938"/>
              <a:ext cx="267" cy="281"/>
              <a:chOff x="3941" y="2101"/>
              <a:chExt cx="267" cy="281"/>
            </a:xfrm>
          </p:grpSpPr>
          <p:sp>
            <p:nvSpPr>
              <p:cNvPr id="764065" name="Text Box 161">
                <a:extLst>
                  <a:ext uri="{FF2B5EF4-FFF2-40B4-BE49-F238E27FC236}">
                    <a16:creationId xmlns:a16="http://schemas.microsoft.com/office/drawing/2014/main" id="{3275D00A-7C80-4039-BDE4-090E505328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</a:rPr>
                  <a:t>3</a:t>
                </a:r>
              </a:p>
            </p:txBody>
          </p:sp>
          <p:sp>
            <p:nvSpPr>
              <p:cNvPr id="764066" name="Line 162">
                <a:extLst>
                  <a:ext uri="{FF2B5EF4-FFF2-40B4-BE49-F238E27FC236}">
                    <a16:creationId xmlns:a16="http://schemas.microsoft.com/office/drawing/2014/main" id="{C3C23D36-4B7F-4B19-9846-EAA2E8E674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64067" name="Text Box 163">
              <a:extLst>
                <a:ext uri="{FF2B5EF4-FFF2-40B4-BE49-F238E27FC236}">
                  <a16:creationId xmlns:a16="http://schemas.microsoft.com/office/drawing/2014/main" id="{7BB953A2-B633-4203-89EC-6DE02AFD0E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6" y="3046"/>
              <a:ext cx="384" cy="1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</a:t>
              </a:r>
              <a:r>
                <a:rPr lang="en-US" altLang="en-US" sz="1600">
                  <a:latin typeface="Comic Sans MS" panose="030F0702030302020204" pitchFamily="66" charset="0"/>
                </a:rPr>
                <a:t>3</a:t>
              </a:r>
            </a:p>
          </p:txBody>
        </p:sp>
      </p:grpSp>
      <p:grpSp>
        <p:nvGrpSpPr>
          <p:cNvPr id="764068" name="Group 164">
            <a:extLst>
              <a:ext uri="{FF2B5EF4-FFF2-40B4-BE49-F238E27FC236}">
                <a16:creationId xmlns:a16="http://schemas.microsoft.com/office/drawing/2014/main" id="{A477966F-C135-4F5E-909A-BEE377335D93}"/>
              </a:ext>
            </a:extLst>
          </p:cNvPr>
          <p:cNvGrpSpPr>
            <a:grpSpLocks/>
          </p:cNvGrpSpPr>
          <p:nvPr/>
        </p:nvGrpSpPr>
        <p:grpSpPr bwMode="auto">
          <a:xfrm>
            <a:off x="4940301" y="5122869"/>
            <a:ext cx="3217863" cy="446088"/>
            <a:chOff x="2152" y="3227"/>
            <a:chExt cx="2027" cy="281"/>
          </a:xfrm>
        </p:grpSpPr>
        <p:sp>
          <p:nvSpPr>
            <p:cNvPr id="764069" name="Text Box 165">
              <a:extLst>
                <a:ext uri="{FF2B5EF4-FFF2-40B4-BE49-F238E27FC236}">
                  <a16:creationId xmlns:a16="http://schemas.microsoft.com/office/drawing/2014/main" id="{BF574918-FC6E-4C4E-9EA9-0E9619CBD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2" y="3227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grpSp>
          <p:nvGrpSpPr>
            <p:cNvPr id="764070" name="Group 166">
              <a:extLst>
                <a:ext uri="{FF2B5EF4-FFF2-40B4-BE49-F238E27FC236}">
                  <a16:creationId xmlns:a16="http://schemas.microsoft.com/office/drawing/2014/main" id="{6ED4434A-11C4-4C87-93F1-8EDDD8A27B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4" y="3227"/>
              <a:ext cx="267" cy="281"/>
              <a:chOff x="3941" y="2101"/>
              <a:chExt cx="267" cy="281"/>
            </a:xfrm>
          </p:grpSpPr>
          <p:sp>
            <p:nvSpPr>
              <p:cNvPr id="764071" name="Text Box 167">
                <a:extLst>
                  <a:ext uri="{FF2B5EF4-FFF2-40B4-BE49-F238E27FC236}">
                    <a16:creationId xmlns:a16="http://schemas.microsoft.com/office/drawing/2014/main" id="{107CFF2E-D053-4793-9880-138BFCB6AD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</a:rPr>
                  <a:t>2</a:t>
                </a:r>
              </a:p>
            </p:txBody>
          </p:sp>
          <p:sp>
            <p:nvSpPr>
              <p:cNvPr id="764072" name="Line 168">
                <a:extLst>
                  <a:ext uri="{FF2B5EF4-FFF2-40B4-BE49-F238E27FC236}">
                    <a16:creationId xmlns:a16="http://schemas.microsoft.com/office/drawing/2014/main" id="{B9F977CA-BDF7-416F-AEF3-47C87D60CD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64073" name="Text Box 169">
              <a:extLst>
                <a:ext uri="{FF2B5EF4-FFF2-40B4-BE49-F238E27FC236}">
                  <a16:creationId xmlns:a16="http://schemas.microsoft.com/office/drawing/2014/main" id="{D7D01246-3BE5-4390-869C-B610340778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8" y="3227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764074" name="Text Box 170">
              <a:extLst>
                <a:ext uri="{FF2B5EF4-FFF2-40B4-BE49-F238E27FC236}">
                  <a16:creationId xmlns:a16="http://schemas.microsoft.com/office/drawing/2014/main" id="{0F0A6E64-8878-428F-B7F6-B1961DE8C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2" y="3227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764075" name="Text Box 171">
              <a:extLst>
                <a:ext uri="{FF2B5EF4-FFF2-40B4-BE49-F238E27FC236}">
                  <a16:creationId xmlns:a16="http://schemas.microsoft.com/office/drawing/2014/main" id="{BC4FE6C6-13DE-49F0-9416-F64691F84F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4" y="3227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3</a:t>
              </a:r>
            </a:p>
          </p:txBody>
        </p:sp>
        <p:sp>
          <p:nvSpPr>
            <p:cNvPr id="764076" name="Text Box 172">
              <a:extLst>
                <a:ext uri="{FF2B5EF4-FFF2-40B4-BE49-F238E27FC236}">
                  <a16:creationId xmlns:a16="http://schemas.microsoft.com/office/drawing/2014/main" id="{F905637F-ABA2-4FAD-A286-0265BA39A0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5" y="3227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3</a:t>
              </a:r>
            </a:p>
          </p:txBody>
        </p:sp>
      </p:grpSp>
      <p:grpSp>
        <p:nvGrpSpPr>
          <p:cNvPr id="764077" name="Group 173">
            <a:extLst>
              <a:ext uri="{FF2B5EF4-FFF2-40B4-BE49-F238E27FC236}">
                <a16:creationId xmlns:a16="http://schemas.microsoft.com/office/drawing/2014/main" id="{CC545692-DD66-4425-A631-D9F5431FA9C7}"/>
              </a:ext>
            </a:extLst>
          </p:cNvPr>
          <p:cNvGrpSpPr>
            <a:grpSpLocks/>
          </p:cNvGrpSpPr>
          <p:nvPr/>
        </p:nvGrpSpPr>
        <p:grpSpPr bwMode="auto">
          <a:xfrm>
            <a:off x="4933951" y="5568956"/>
            <a:ext cx="3249613" cy="446088"/>
            <a:chOff x="2148" y="3508"/>
            <a:chExt cx="2047" cy="281"/>
          </a:xfrm>
        </p:grpSpPr>
        <p:sp>
          <p:nvSpPr>
            <p:cNvPr id="764078" name="Text Box 174">
              <a:extLst>
                <a:ext uri="{FF2B5EF4-FFF2-40B4-BE49-F238E27FC236}">
                  <a16:creationId xmlns:a16="http://schemas.microsoft.com/office/drawing/2014/main" id="{A240E6A2-A856-402F-A7EF-058A0524B7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3508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764079" name="Text Box 175">
              <a:extLst>
                <a:ext uri="{FF2B5EF4-FFF2-40B4-BE49-F238E27FC236}">
                  <a16:creationId xmlns:a16="http://schemas.microsoft.com/office/drawing/2014/main" id="{24F40A8D-F8BC-4ECA-93BB-112E5489C2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4" y="3508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764080" name="Text Box 176">
              <a:extLst>
                <a:ext uri="{FF2B5EF4-FFF2-40B4-BE49-F238E27FC236}">
                  <a16:creationId xmlns:a16="http://schemas.microsoft.com/office/drawing/2014/main" id="{94503D68-BC30-4B0C-8589-3639E8B00C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0" y="3508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3</a:t>
              </a:r>
            </a:p>
          </p:txBody>
        </p:sp>
        <p:sp>
          <p:nvSpPr>
            <p:cNvPr id="764081" name="Text Box 177">
              <a:extLst>
                <a:ext uri="{FF2B5EF4-FFF2-40B4-BE49-F238E27FC236}">
                  <a16:creationId xmlns:a16="http://schemas.microsoft.com/office/drawing/2014/main" id="{5123CC34-C40C-4966-AD52-73DE081641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0" y="3508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grpSp>
          <p:nvGrpSpPr>
            <p:cNvPr id="764082" name="Group 178">
              <a:extLst>
                <a:ext uri="{FF2B5EF4-FFF2-40B4-BE49-F238E27FC236}">
                  <a16:creationId xmlns:a16="http://schemas.microsoft.com/office/drawing/2014/main" id="{C771D129-0E97-4580-9053-A92C3FE57E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6" y="3508"/>
              <a:ext cx="267" cy="281"/>
              <a:chOff x="3941" y="2101"/>
              <a:chExt cx="267" cy="281"/>
            </a:xfrm>
          </p:grpSpPr>
          <p:sp>
            <p:nvSpPr>
              <p:cNvPr id="764083" name="Text Box 179">
                <a:extLst>
                  <a:ext uri="{FF2B5EF4-FFF2-40B4-BE49-F238E27FC236}">
                    <a16:creationId xmlns:a16="http://schemas.microsoft.com/office/drawing/2014/main" id="{C0198B4D-39CE-4D17-9A3C-E0554A352C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</a:rPr>
                  <a:t>3</a:t>
                </a:r>
              </a:p>
            </p:txBody>
          </p:sp>
          <p:sp>
            <p:nvSpPr>
              <p:cNvPr id="764084" name="Line 180">
                <a:extLst>
                  <a:ext uri="{FF2B5EF4-FFF2-40B4-BE49-F238E27FC236}">
                    <a16:creationId xmlns:a16="http://schemas.microsoft.com/office/drawing/2014/main" id="{47850F9E-5E34-4378-A27F-E426E111F4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64085" name="Group 181">
              <a:extLst>
                <a:ext uri="{FF2B5EF4-FFF2-40B4-BE49-F238E27FC236}">
                  <a16:creationId xmlns:a16="http://schemas.microsoft.com/office/drawing/2014/main" id="{2EB53E5A-006D-4534-9E81-F87A7CFB77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8" y="3508"/>
              <a:ext cx="267" cy="281"/>
              <a:chOff x="3941" y="2101"/>
              <a:chExt cx="267" cy="281"/>
            </a:xfrm>
          </p:grpSpPr>
          <p:sp>
            <p:nvSpPr>
              <p:cNvPr id="764086" name="Text Box 182">
                <a:extLst>
                  <a:ext uri="{FF2B5EF4-FFF2-40B4-BE49-F238E27FC236}">
                    <a16:creationId xmlns:a16="http://schemas.microsoft.com/office/drawing/2014/main" id="{269501D1-4405-4BBD-BC47-B06A1933FC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</a:rPr>
                  <a:t>4</a:t>
                </a:r>
              </a:p>
            </p:txBody>
          </p:sp>
          <p:sp>
            <p:nvSpPr>
              <p:cNvPr id="764087" name="Line 183">
                <a:extLst>
                  <a:ext uri="{FF2B5EF4-FFF2-40B4-BE49-F238E27FC236}">
                    <a16:creationId xmlns:a16="http://schemas.microsoft.com/office/drawing/2014/main" id="{9AD40EFB-06F7-4936-AEB5-ED6F3E7FF4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64088" name="Group 184">
            <a:extLst>
              <a:ext uri="{FF2B5EF4-FFF2-40B4-BE49-F238E27FC236}">
                <a16:creationId xmlns:a16="http://schemas.microsoft.com/office/drawing/2014/main" id="{3182A174-E83A-4C61-B967-6BC1550AB1CC}"/>
              </a:ext>
            </a:extLst>
          </p:cNvPr>
          <p:cNvGrpSpPr>
            <a:grpSpLocks/>
          </p:cNvGrpSpPr>
          <p:nvPr/>
        </p:nvGrpSpPr>
        <p:grpSpPr bwMode="auto">
          <a:xfrm>
            <a:off x="4856163" y="5999170"/>
            <a:ext cx="3340100" cy="446088"/>
            <a:chOff x="2099" y="3779"/>
            <a:chExt cx="2104" cy="281"/>
          </a:xfrm>
        </p:grpSpPr>
        <p:grpSp>
          <p:nvGrpSpPr>
            <p:cNvPr id="764089" name="Group 185">
              <a:extLst>
                <a:ext uri="{FF2B5EF4-FFF2-40B4-BE49-F238E27FC236}">
                  <a16:creationId xmlns:a16="http://schemas.microsoft.com/office/drawing/2014/main" id="{83175624-4763-4BA0-A28F-C3E90217D4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9" y="3779"/>
              <a:ext cx="267" cy="281"/>
              <a:chOff x="3941" y="2101"/>
              <a:chExt cx="267" cy="281"/>
            </a:xfrm>
          </p:grpSpPr>
          <p:sp>
            <p:nvSpPr>
              <p:cNvPr id="764090" name="Text Box 186">
                <a:extLst>
                  <a:ext uri="{FF2B5EF4-FFF2-40B4-BE49-F238E27FC236}">
                    <a16:creationId xmlns:a16="http://schemas.microsoft.com/office/drawing/2014/main" id="{96636A48-3DF9-46C1-998A-0B3B6D016C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</a:rPr>
                  <a:t>1</a:t>
                </a:r>
              </a:p>
            </p:txBody>
          </p:sp>
          <p:sp>
            <p:nvSpPr>
              <p:cNvPr id="764091" name="Line 187">
                <a:extLst>
                  <a:ext uri="{FF2B5EF4-FFF2-40B4-BE49-F238E27FC236}">
                    <a16:creationId xmlns:a16="http://schemas.microsoft.com/office/drawing/2014/main" id="{F4F95882-7AE5-49EE-AD76-5001CD53AF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64092" name="Text Box 188">
              <a:extLst>
                <a:ext uri="{FF2B5EF4-FFF2-40B4-BE49-F238E27FC236}">
                  <a16:creationId xmlns:a16="http://schemas.microsoft.com/office/drawing/2014/main" id="{2C6AC7FC-6B79-410D-8A45-D6A5FC972C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3" y="3779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764093" name="Text Box 189">
              <a:extLst>
                <a:ext uri="{FF2B5EF4-FFF2-40B4-BE49-F238E27FC236}">
                  <a16:creationId xmlns:a16="http://schemas.microsoft.com/office/drawing/2014/main" id="{1EB6618E-DEE6-4504-B066-04DD02D51D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9" y="3779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764094" name="Text Box 190">
              <a:extLst>
                <a:ext uri="{FF2B5EF4-FFF2-40B4-BE49-F238E27FC236}">
                  <a16:creationId xmlns:a16="http://schemas.microsoft.com/office/drawing/2014/main" id="{03252A60-75E3-4191-8AA2-B494F09A2A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4" y="3779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3</a:t>
              </a:r>
            </a:p>
          </p:txBody>
        </p:sp>
        <p:grpSp>
          <p:nvGrpSpPr>
            <p:cNvPr id="764095" name="Group 191">
              <a:extLst>
                <a:ext uri="{FF2B5EF4-FFF2-40B4-BE49-F238E27FC236}">
                  <a16:creationId xmlns:a16="http://schemas.microsoft.com/office/drawing/2014/main" id="{942C5555-7D00-4C35-B1D5-FD1CB661D6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29" y="3779"/>
              <a:ext cx="267" cy="281"/>
              <a:chOff x="3941" y="2101"/>
              <a:chExt cx="267" cy="281"/>
            </a:xfrm>
          </p:grpSpPr>
          <p:sp>
            <p:nvSpPr>
              <p:cNvPr id="764096" name="Text Box 192">
                <a:extLst>
                  <a:ext uri="{FF2B5EF4-FFF2-40B4-BE49-F238E27FC236}">
                    <a16:creationId xmlns:a16="http://schemas.microsoft.com/office/drawing/2014/main" id="{807AEDF0-85CF-47D1-9231-E4C416D233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4" y="2101"/>
                <a:ext cx="204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  <a:sym typeface="Symbol" panose="05050102010706020507" pitchFamily="18" charset="2"/>
                  </a:rPr>
                  <a:t> </a:t>
                </a:r>
              </a:p>
              <a:p>
                <a:pPr>
                  <a:lnSpc>
                    <a:spcPct val="70000"/>
                  </a:lnSpc>
                </a:pPr>
                <a:r>
                  <a:rPr lang="en-US" altLang="en-US" sz="1600">
                    <a:latin typeface="Comic Sans MS" panose="030F0702030302020204" pitchFamily="66" charset="0"/>
                  </a:rPr>
                  <a:t>4</a:t>
                </a:r>
              </a:p>
            </p:txBody>
          </p:sp>
          <p:sp>
            <p:nvSpPr>
              <p:cNvPr id="764097" name="Line 193">
                <a:extLst>
                  <a:ext uri="{FF2B5EF4-FFF2-40B4-BE49-F238E27FC236}">
                    <a16:creationId xmlns:a16="http://schemas.microsoft.com/office/drawing/2014/main" id="{C4B44961-5CA9-48BB-BC8D-2EEF993F6F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41" y="2102"/>
                <a:ext cx="99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64098" name="Text Box 194">
              <a:extLst>
                <a:ext uri="{FF2B5EF4-FFF2-40B4-BE49-F238E27FC236}">
                  <a16:creationId xmlns:a16="http://schemas.microsoft.com/office/drawing/2014/main" id="{9089A7EA-6522-426A-BB1C-CC797379D1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9" y="3779"/>
              <a:ext cx="20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  <a:sym typeface="Symbol" panose="05050102010706020507" pitchFamily="18" charset="2"/>
                </a:rPr>
                <a:t></a:t>
              </a:r>
            </a:p>
            <a:p>
              <a:pPr>
                <a:lnSpc>
                  <a:spcPct val="70000"/>
                </a:lnSpc>
              </a:pPr>
              <a:r>
                <a:rPr lang="en-US" altLang="en-US" sz="1600">
                  <a:latin typeface="Comic Sans MS" panose="030F0702030302020204" pitchFamily="66" charset="0"/>
                </a:rPr>
                <a:t>4</a:t>
              </a:r>
            </a:p>
          </p:txBody>
        </p:sp>
      </p:grpSp>
      <p:sp>
        <p:nvSpPr>
          <p:cNvPr id="764099" name="Line 195">
            <a:extLst>
              <a:ext uri="{FF2B5EF4-FFF2-40B4-BE49-F238E27FC236}">
                <a16:creationId xmlns:a16="http://schemas.microsoft.com/office/drawing/2014/main" id="{2146EA9E-EF64-4A72-93AE-A7ACE60D7C9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11727" y="1858964"/>
            <a:ext cx="271462" cy="273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4100" name="Oval 196">
            <a:extLst>
              <a:ext uri="{FF2B5EF4-FFF2-40B4-BE49-F238E27FC236}">
                <a16:creationId xmlns:a16="http://schemas.microsoft.com/office/drawing/2014/main" id="{BB72DEBC-F7A5-4D95-B0FB-7DC799D1A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7650" y="5680075"/>
            <a:ext cx="300038" cy="300038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101" name="Oval 197">
            <a:extLst>
              <a:ext uri="{FF2B5EF4-FFF2-40B4-BE49-F238E27FC236}">
                <a16:creationId xmlns:a16="http://schemas.microsoft.com/office/drawing/2014/main" id="{63D95F98-42F7-49EB-B5FB-04B0E2294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5675" y="4768850"/>
            <a:ext cx="300038" cy="300038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102" name="Oval 198">
            <a:extLst>
              <a:ext uri="{FF2B5EF4-FFF2-40B4-BE49-F238E27FC236}">
                <a16:creationId xmlns:a16="http://schemas.microsoft.com/office/drawing/2014/main" id="{18F3C911-6276-4341-9B19-02E7871C2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3625" y="4349750"/>
            <a:ext cx="300038" cy="300038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103" name="Oval 199">
            <a:extLst>
              <a:ext uri="{FF2B5EF4-FFF2-40B4-BE49-F238E27FC236}">
                <a16:creationId xmlns:a16="http://schemas.microsoft.com/office/drawing/2014/main" id="{109EE27E-1118-4FBB-AF46-F1F1E97AB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3884614"/>
            <a:ext cx="300038" cy="300037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104" name="Oval 200">
            <a:extLst>
              <a:ext uri="{FF2B5EF4-FFF2-40B4-BE49-F238E27FC236}">
                <a16:creationId xmlns:a16="http://schemas.microsoft.com/office/drawing/2014/main" id="{7992D46D-A0EB-4DE5-BED0-F61F09538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1300" y="6115050"/>
            <a:ext cx="300038" cy="300038"/>
          </a:xfrm>
          <a:prstGeom prst="ellipse">
            <a:avLst/>
          </a:prstGeom>
          <a:noFill/>
          <a:ln w="127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105" name="Oval 201">
            <a:extLst>
              <a:ext uri="{FF2B5EF4-FFF2-40B4-BE49-F238E27FC236}">
                <a16:creationId xmlns:a16="http://schemas.microsoft.com/office/drawing/2014/main" id="{B54182EF-D856-48C0-A61B-CF328872E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814" y="5246689"/>
            <a:ext cx="300037" cy="300037"/>
          </a:xfrm>
          <a:prstGeom prst="ellipse">
            <a:avLst/>
          </a:prstGeom>
          <a:noFill/>
          <a:ln w="127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106" name="Oval 202">
            <a:extLst>
              <a:ext uri="{FF2B5EF4-FFF2-40B4-BE49-F238E27FC236}">
                <a16:creationId xmlns:a16="http://schemas.microsoft.com/office/drawing/2014/main" id="{0318B9EB-9419-4AB1-A3A2-300B9F01C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7039" y="4359275"/>
            <a:ext cx="300037" cy="300038"/>
          </a:xfrm>
          <a:prstGeom prst="ellipse">
            <a:avLst/>
          </a:prstGeom>
          <a:noFill/>
          <a:ln w="127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107" name="Oval 203">
            <a:extLst>
              <a:ext uri="{FF2B5EF4-FFF2-40B4-BE49-F238E27FC236}">
                <a16:creationId xmlns:a16="http://schemas.microsoft.com/office/drawing/2014/main" id="{B673D358-8B51-4F75-96E1-2FADE0E59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895725"/>
            <a:ext cx="300038" cy="300038"/>
          </a:xfrm>
          <a:prstGeom prst="ellipse">
            <a:avLst/>
          </a:prstGeom>
          <a:noFill/>
          <a:ln w="127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4108" name="Oval 204">
            <a:extLst>
              <a:ext uri="{FF2B5EF4-FFF2-40B4-BE49-F238E27FC236}">
                <a16:creationId xmlns:a16="http://schemas.microsoft.com/office/drawing/2014/main" id="{70B4C4CC-0EFA-4556-A4EA-33D2781C3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5464" y="3395664"/>
            <a:ext cx="300037" cy="300037"/>
          </a:xfrm>
          <a:prstGeom prst="ellipse">
            <a:avLst/>
          </a:prstGeom>
          <a:noFill/>
          <a:ln w="127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0F2074-B12E-40A2-A490-D988853E0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57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9F4A8E-9D8F-42DB-9374-0807F4B164BC}"/>
              </a:ext>
            </a:extLst>
          </p:cNvPr>
          <p:cNvSpPr txBox="1"/>
          <p:nvPr/>
        </p:nvSpPr>
        <p:spPr>
          <a:xfrm>
            <a:off x="9123364" y="4584700"/>
            <a:ext cx="23220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Solution: BCBA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4" name="Rectangle 2">
            <a:extLst>
              <a:ext uri="{FF2B5EF4-FFF2-40B4-BE49-F238E27FC236}">
                <a16:creationId xmlns:a16="http://schemas.microsoft.com/office/drawing/2014/main" id="{9E80612D-53AD-4040-BCD8-AF2F10BA39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PRINT-LCS(b, X, </a:t>
            </a:r>
            <a:r>
              <a:rPr lang="en-US" altLang="en-US" b="1" dirty="0" err="1"/>
              <a:t>i</a:t>
            </a:r>
            <a:r>
              <a:rPr lang="en-US" altLang="en-US" b="1" dirty="0"/>
              <a:t>, j)</a:t>
            </a:r>
          </a:p>
        </p:txBody>
      </p:sp>
      <p:sp>
        <p:nvSpPr>
          <p:cNvPr id="765955" name="Rectangle 3">
            <a:extLst>
              <a:ext uri="{FF2B5EF4-FFF2-40B4-BE49-F238E27FC236}">
                <a16:creationId xmlns:a16="http://schemas.microsoft.com/office/drawing/2014/main" id="{C925D389-FD78-4AE8-BFFB-6CD89CCFFE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74839" y="1246188"/>
            <a:ext cx="8643937" cy="5376862"/>
          </a:xfrm>
        </p:spPr>
        <p:txBody>
          <a:bodyPr/>
          <a:lstStyle/>
          <a:p>
            <a:pPr marL="533400" indent="-533400">
              <a:buFontTx/>
              <a:buAutoNum type="arabicPeriod"/>
            </a:pPr>
            <a:r>
              <a:rPr lang="en-US" altLang="en-US" b="1"/>
              <a:t> if </a:t>
            </a:r>
            <a:r>
              <a:rPr lang="en-US" altLang="en-US">
                <a:latin typeface="Comic Sans MS" panose="030F0702030302020204" pitchFamily="66" charset="0"/>
              </a:rPr>
              <a:t>i = 0 or j = 0</a:t>
            </a:r>
          </a:p>
          <a:p>
            <a:pPr marL="533400" indent="-533400">
              <a:buFontTx/>
              <a:buAutoNum type="arabicPeriod"/>
            </a:pPr>
            <a:r>
              <a:rPr lang="en-US" altLang="en-US" b="1"/>
              <a:t>   then return</a:t>
            </a:r>
          </a:p>
          <a:p>
            <a:pPr marL="533400" indent="-533400">
              <a:buFontTx/>
              <a:buAutoNum type="arabicPeriod"/>
            </a:pPr>
            <a:r>
              <a:rPr lang="en-US" altLang="en-US" b="1"/>
              <a:t> if </a:t>
            </a:r>
            <a:r>
              <a:rPr lang="en-US" altLang="en-US">
                <a:latin typeface="Comic Sans MS" panose="030F0702030302020204" pitchFamily="66" charset="0"/>
              </a:rPr>
              <a:t>b[i, j] = “   ”</a:t>
            </a:r>
          </a:p>
          <a:p>
            <a:pPr marL="533400" indent="-533400">
              <a:buFontTx/>
              <a:buAutoNum type="arabicPeriod"/>
            </a:pPr>
            <a:r>
              <a:rPr lang="en-US" altLang="en-US" b="1"/>
              <a:t> 	then </a:t>
            </a:r>
            <a:r>
              <a:rPr lang="en-US" altLang="en-US"/>
              <a:t>PRINT-LCS(</a:t>
            </a:r>
            <a:r>
              <a:rPr lang="en-US" altLang="en-US">
                <a:latin typeface="Comic Sans MS" panose="030F0702030302020204" pitchFamily="66" charset="0"/>
              </a:rPr>
              <a:t>b, X, i - 1, j - 1</a:t>
            </a:r>
            <a:r>
              <a:rPr lang="en-US" altLang="en-US"/>
              <a:t>)</a:t>
            </a:r>
          </a:p>
          <a:p>
            <a:pPr marL="533400" indent="-533400">
              <a:buFontTx/>
              <a:buAutoNum type="arabicPeriod"/>
            </a:pPr>
            <a:r>
              <a:rPr lang="en-US" altLang="en-US"/>
              <a:t> 	        print </a:t>
            </a:r>
            <a:r>
              <a:rPr lang="en-US" altLang="en-US">
                <a:latin typeface="Comic Sans MS" panose="030F0702030302020204" pitchFamily="66" charset="0"/>
              </a:rPr>
              <a:t>x</a:t>
            </a:r>
            <a:r>
              <a:rPr lang="en-US" altLang="en-US" baseline="-25000">
                <a:latin typeface="Comic Sans MS" panose="030F0702030302020204" pitchFamily="66" charset="0"/>
              </a:rPr>
              <a:t>i</a:t>
            </a:r>
          </a:p>
          <a:p>
            <a:pPr marL="533400" indent="-533400">
              <a:buFontTx/>
              <a:buAutoNum type="arabicPeriod"/>
            </a:pPr>
            <a:r>
              <a:rPr lang="en-US" altLang="en-US" b="1"/>
              <a:t> elseif </a:t>
            </a:r>
            <a:r>
              <a:rPr lang="en-US" altLang="en-US">
                <a:latin typeface="Comic Sans MS" panose="030F0702030302020204" pitchFamily="66" charset="0"/>
              </a:rPr>
              <a:t>b[i, j] = “↑”</a:t>
            </a:r>
          </a:p>
          <a:p>
            <a:pPr marL="533400" indent="-533400">
              <a:buFontTx/>
              <a:buAutoNum type="arabicPeriod"/>
            </a:pPr>
            <a:r>
              <a:rPr lang="en-US" altLang="en-US" b="1"/>
              <a:t> 	        then </a:t>
            </a:r>
            <a:r>
              <a:rPr lang="en-US" altLang="en-US"/>
              <a:t>PRINT-LCS(</a:t>
            </a:r>
            <a:r>
              <a:rPr lang="en-US" altLang="en-US">
                <a:latin typeface="Comic Sans MS" panose="030F0702030302020204" pitchFamily="66" charset="0"/>
              </a:rPr>
              <a:t>b, X, i - 1, j</a:t>
            </a:r>
            <a:r>
              <a:rPr lang="en-US" altLang="en-US"/>
              <a:t>)</a:t>
            </a:r>
          </a:p>
          <a:p>
            <a:pPr marL="533400" indent="-533400">
              <a:buFontTx/>
              <a:buAutoNum type="arabicPeriod"/>
            </a:pPr>
            <a:r>
              <a:rPr lang="en-US" altLang="en-US" b="1"/>
              <a:t> 	        else </a:t>
            </a:r>
            <a:r>
              <a:rPr lang="en-US" altLang="en-US"/>
              <a:t>PRINT-LCS(</a:t>
            </a:r>
            <a:r>
              <a:rPr lang="en-US" altLang="en-US">
                <a:latin typeface="Comic Sans MS" panose="030F0702030302020204" pitchFamily="66" charset="0"/>
              </a:rPr>
              <a:t>b, X, i, j - 1</a:t>
            </a:r>
            <a:r>
              <a:rPr lang="en-US" altLang="en-US"/>
              <a:t>)</a:t>
            </a:r>
          </a:p>
          <a:p>
            <a:pPr marL="533400" indent="-533400">
              <a:buNone/>
            </a:pPr>
            <a:endParaRPr lang="en-US" altLang="en-US"/>
          </a:p>
          <a:p>
            <a:pPr marL="533400" indent="-533400">
              <a:buNone/>
            </a:pPr>
            <a:r>
              <a:rPr lang="en-US" altLang="en-US"/>
              <a:t>Initial call: PRINT-LCS(</a:t>
            </a:r>
            <a:r>
              <a:rPr lang="en-US" altLang="en-US">
                <a:latin typeface="Comic Sans MS" panose="030F0702030302020204" pitchFamily="66" charset="0"/>
              </a:rPr>
              <a:t>b, X, length[X], length[Y]</a:t>
            </a:r>
            <a:r>
              <a:rPr lang="en-US" altLang="en-US"/>
              <a:t>)</a:t>
            </a:r>
          </a:p>
        </p:txBody>
      </p:sp>
      <p:sp>
        <p:nvSpPr>
          <p:cNvPr id="765956" name="Line 4">
            <a:extLst>
              <a:ext uri="{FF2B5EF4-FFF2-40B4-BE49-F238E27FC236}">
                <a16:creationId xmlns:a16="http://schemas.microsoft.com/office/drawing/2014/main" id="{1EAC66D7-6D29-484A-A1D1-C3297EB2F34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41825" y="2430464"/>
            <a:ext cx="228600" cy="24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5957" name="Text Box 5">
            <a:extLst>
              <a:ext uri="{FF2B5EF4-FFF2-40B4-BE49-F238E27FC236}">
                <a16:creationId xmlns:a16="http://schemas.microsoft.com/office/drawing/2014/main" id="{B25B5D97-E782-4893-BD68-A46203D41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2551" y="1309689"/>
            <a:ext cx="31886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>
                <a:sym typeface="Symbol" panose="05050102010706020507" pitchFamily="18" charset="2"/>
              </a:rPr>
              <a:t>Running time: </a:t>
            </a:r>
            <a:r>
              <a:rPr lang="en-US" altLang="en-US" sz="2400">
                <a:latin typeface="Comic Sans MS" panose="030F0702030302020204" pitchFamily="66" charset="0"/>
                <a:sym typeface="Symbol" panose="05050102010706020507" pitchFamily="18" charset="2"/>
              </a:rPr>
              <a:t>(m + n)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6CF1C1-3A11-4259-BF76-0F8C00B91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58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5955" grpId="0" build="p"/>
      <p:bldP spid="76595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1B2B9-B559-45B5-A53F-E8E37D8D8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924FB-5352-4305-A5D6-C1BDA2992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87308" cy="710599"/>
          </a:xfrm>
        </p:spPr>
        <p:txBody>
          <a:bodyPr/>
          <a:lstStyle/>
          <a:p>
            <a:r>
              <a:rPr lang="en-US" dirty="0"/>
              <a:t>X = ABCABA    Y = BACBCA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F3D5C-B4E1-4483-BD45-4724BFABA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59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8A7ADFF-8B66-43AF-950A-7B3A49A8B3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944025"/>
              </p:ext>
            </p:extLst>
          </p:nvPr>
        </p:nvGraphicFramePr>
        <p:xfrm>
          <a:off x="1549115" y="2705894"/>
          <a:ext cx="8127999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61601481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380632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8263444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26538076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18161918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0659581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95090685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95504544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06862420"/>
                    </a:ext>
                  </a:extLst>
                </a:gridCol>
              </a:tblGrid>
              <a:tr h="0">
                <a:tc rowSpan="2" gridSpan="2"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X/Y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25585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672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428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7831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3735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471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280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447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429041"/>
                  </a:ext>
                </a:extLst>
              </a:tr>
            </a:tbl>
          </a:graphicData>
        </a:graphic>
      </p:graphicFrame>
      <p:sp>
        <p:nvSpPr>
          <p:cNvPr id="9" name="Line 85">
            <a:extLst>
              <a:ext uri="{FF2B5EF4-FFF2-40B4-BE49-F238E27FC236}">
                <a16:creationId xmlns:a16="http://schemas.microsoft.com/office/drawing/2014/main" id="{196E076F-8A72-4C93-982E-10C5A16F9A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76591" y="3817733"/>
            <a:ext cx="0" cy="312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80">
            <a:extLst>
              <a:ext uri="{FF2B5EF4-FFF2-40B4-BE49-F238E27FC236}">
                <a16:creationId xmlns:a16="http://schemas.microsoft.com/office/drawing/2014/main" id="{E3AD6E9F-57EE-441D-AE96-CA6591AEDFA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70915" y="3902664"/>
            <a:ext cx="18415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85">
            <a:extLst>
              <a:ext uri="{FF2B5EF4-FFF2-40B4-BE49-F238E27FC236}">
                <a16:creationId xmlns:a16="http://schemas.microsoft.com/office/drawing/2014/main" id="{7CA87E01-594C-4A33-9347-939E9A08164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13764" y="4045538"/>
            <a:ext cx="271247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85">
            <a:extLst>
              <a:ext uri="{FF2B5EF4-FFF2-40B4-BE49-F238E27FC236}">
                <a16:creationId xmlns:a16="http://schemas.microsoft.com/office/drawing/2014/main" id="{6B2E98DE-AD27-44CF-B023-4FB8C6631DC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36725" y="4023883"/>
            <a:ext cx="271247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85">
            <a:extLst>
              <a:ext uri="{FF2B5EF4-FFF2-40B4-BE49-F238E27FC236}">
                <a16:creationId xmlns:a16="http://schemas.microsoft.com/office/drawing/2014/main" id="{5DB76F3C-2E55-4D4C-AD85-AA236EB98D5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895439" y="4045537"/>
            <a:ext cx="271247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80">
            <a:extLst>
              <a:ext uri="{FF2B5EF4-FFF2-40B4-BE49-F238E27FC236}">
                <a16:creationId xmlns:a16="http://schemas.microsoft.com/office/drawing/2014/main" id="{CEEF2941-5765-4DA6-A7A8-2C9CB3AEE9F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853916" y="3858460"/>
            <a:ext cx="18415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85">
            <a:extLst>
              <a:ext uri="{FF2B5EF4-FFF2-40B4-BE49-F238E27FC236}">
                <a16:creationId xmlns:a16="http://schemas.microsoft.com/office/drawing/2014/main" id="{BFE2247A-8178-4F45-B862-C50BE01A3EE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895439" y="4402956"/>
            <a:ext cx="271247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85">
            <a:extLst>
              <a:ext uri="{FF2B5EF4-FFF2-40B4-BE49-F238E27FC236}">
                <a16:creationId xmlns:a16="http://schemas.microsoft.com/office/drawing/2014/main" id="{D6F06DCF-3450-4755-BD28-EE215C15CCA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853916" y="4402955"/>
            <a:ext cx="271247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80">
            <a:extLst>
              <a:ext uri="{FF2B5EF4-FFF2-40B4-BE49-F238E27FC236}">
                <a16:creationId xmlns:a16="http://schemas.microsoft.com/office/drawing/2014/main" id="{5B3D3BA6-FC4E-4EE2-A74E-42B1CF7133B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36725" y="4229259"/>
            <a:ext cx="18415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85">
            <a:extLst>
              <a:ext uri="{FF2B5EF4-FFF2-40B4-BE49-F238E27FC236}">
                <a16:creationId xmlns:a16="http://schemas.microsoft.com/office/drawing/2014/main" id="{D9E16ED0-4504-46D2-B82F-E3D0F47C32A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88838" y="4215209"/>
            <a:ext cx="513" cy="2596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85">
            <a:extLst>
              <a:ext uri="{FF2B5EF4-FFF2-40B4-BE49-F238E27FC236}">
                <a16:creationId xmlns:a16="http://schemas.microsoft.com/office/drawing/2014/main" id="{DCED67E3-8E01-4CD6-8149-2394FCCDDC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9387" y="5310181"/>
            <a:ext cx="7327" cy="2532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80">
            <a:extLst>
              <a:ext uri="{FF2B5EF4-FFF2-40B4-BE49-F238E27FC236}">
                <a16:creationId xmlns:a16="http://schemas.microsoft.com/office/drawing/2014/main" id="{D6A7812A-D0DC-4865-9FB1-8929F43B18B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41358" y="5031097"/>
            <a:ext cx="18415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80">
            <a:extLst>
              <a:ext uri="{FF2B5EF4-FFF2-40B4-BE49-F238E27FC236}">
                <a16:creationId xmlns:a16="http://schemas.microsoft.com/office/drawing/2014/main" id="{29A92F4E-CAD6-4E3F-A672-D4A7CA6FF4D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891098" y="4632124"/>
            <a:ext cx="18415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80">
            <a:extLst>
              <a:ext uri="{FF2B5EF4-FFF2-40B4-BE49-F238E27FC236}">
                <a16:creationId xmlns:a16="http://schemas.microsoft.com/office/drawing/2014/main" id="{C4307D03-CD95-47C4-9031-FCB0A712E6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57312" y="4601045"/>
            <a:ext cx="18415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80">
            <a:extLst>
              <a:ext uri="{FF2B5EF4-FFF2-40B4-BE49-F238E27FC236}">
                <a16:creationId xmlns:a16="http://schemas.microsoft.com/office/drawing/2014/main" id="{4CCADD55-DE6D-4C26-BD15-B2A8BE17DD7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59012" y="4239846"/>
            <a:ext cx="18415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85">
            <a:extLst>
              <a:ext uri="{FF2B5EF4-FFF2-40B4-BE49-F238E27FC236}">
                <a16:creationId xmlns:a16="http://schemas.microsoft.com/office/drawing/2014/main" id="{681D7E41-882C-467F-95D3-4C49BA1539D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806986" y="4758636"/>
            <a:ext cx="271247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85">
            <a:extLst>
              <a:ext uri="{FF2B5EF4-FFF2-40B4-BE49-F238E27FC236}">
                <a16:creationId xmlns:a16="http://schemas.microsoft.com/office/drawing/2014/main" id="{957C2892-AF41-447B-8CBB-D75A28CC2C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36433" y="4978070"/>
            <a:ext cx="7327" cy="2532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85">
            <a:extLst>
              <a:ext uri="{FF2B5EF4-FFF2-40B4-BE49-F238E27FC236}">
                <a16:creationId xmlns:a16="http://schemas.microsoft.com/office/drawing/2014/main" id="{C14E5EE5-6DB7-444F-88C3-162C91E54E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58654" y="4626407"/>
            <a:ext cx="7327" cy="2532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85">
            <a:extLst>
              <a:ext uri="{FF2B5EF4-FFF2-40B4-BE49-F238E27FC236}">
                <a16:creationId xmlns:a16="http://schemas.microsoft.com/office/drawing/2014/main" id="{1EFDFDE6-6BA2-475B-8403-3536525045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74698" y="4564145"/>
            <a:ext cx="7327" cy="2532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85">
            <a:extLst>
              <a:ext uri="{FF2B5EF4-FFF2-40B4-BE49-F238E27FC236}">
                <a16:creationId xmlns:a16="http://schemas.microsoft.com/office/drawing/2014/main" id="{AF37AC73-BB9A-4736-9ABD-72F7A0952B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43760" y="4555194"/>
            <a:ext cx="7327" cy="2532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85">
            <a:extLst>
              <a:ext uri="{FF2B5EF4-FFF2-40B4-BE49-F238E27FC236}">
                <a16:creationId xmlns:a16="http://schemas.microsoft.com/office/drawing/2014/main" id="{D8D93D64-4358-4CF6-801D-D14D885363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96246" y="4245531"/>
            <a:ext cx="7327" cy="2532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80">
            <a:extLst>
              <a:ext uri="{FF2B5EF4-FFF2-40B4-BE49-F238E27FC236}">
                <a16:creationId xmlns:a16="http://schemas.microsoft.com/office/drawing/2014/main" id="{AA6ACAB9-2784-4587-BA8E-C767A3F46F9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10190" y="5420512"/>
            <a:ext cx="18415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80">
            <a:extLst>
              <a:ext uri="{FF2B5EF4-FFF2-40B4-BE49-F238E27FC236}">
                <a16:creationId xmlns:a16="http://schemas.microsoft.com/office/drawing/2014/main" id="{3CB6B5C7-4BCC-4FB4-B287-46442D5E9D6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838062" y="5029106"/>
            <a:ext cx="18415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85">
            <a:extLst>
              <a:ext uri="{FF2B5EF4-FFF2-40B4-BE49-F238E27FC236}">
                <a16:creationId xmlns:a16="http://schemas.microsoft.com/office/drawing/2014/main" id="{54A152F2-2972-465C-BD6E-C139A4A886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80914" y="4978070"/>
            <a:ext cx="7327" cy="2532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85">
            <a:extLst>
              <a:ext uri="{FF2B5EF4-FFF2-40B4-BE49-F238E27FC236}">
                <a16:creationId xmlns:a16="http://schemas.microsoft.com/office/drawing/2014/main" id="{85691596-2729-481F-8E41-4541CB7B77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4817" y="4934142"/>
            <a:ext cx="7327" cy="2532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85">
            <a:extLst>
              <a:ext uri="{FF2B5EF4-FFF2-40B4-BE49-F238E27FC236}">
                <a16:creationId xmlns:a16="http://schemas.microsoft.com/office/drawing/2014/main" id="{D7CBEC23-5C75-4DF1-A7AF-4A41B7420C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26106" y="5365346"/>
            <a:ext cx="7327" cy="2532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85">
            <a:extLst>
              <a:ext uri="{FF2B5EF4-FFF2-40B4-BE49-F238E27FC236}">
                <a16:creationId xmlns:a16="http://schemas.microsoft.com/office/drawing/2014/main" id="{C4FED8B0-18DB-4783-B9BC-4681A69093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9488" y="4989543"/>
            <a:ext cx="7327" cy="2532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80">
            <a:extLst>
              <a:ext uri="{FF2B5EF4-FFF2-40B4-BE49-F238E27FC236}">
                <a16:creationId xmlns:a16="http://schemas.microsoft.com/office/drawing/2014/main" id="{D6F4AA39-62B0-4BF6-B151-FB75F05DAFB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831888" y="5780324"/>
            <a:ext cx="18415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80">
            <a:extLst>
              <a:ext uri="{FF2B5EF4-FFF2-40B4-BE49-F238E27FC236}">
                <a16:creationId xmlns:a16="http://schemas.microsoft.com/office/drawing/2014/main" id="{C7FC10F9-B1DB-49DF-AB89-CC1F8B5A4E0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19603" y="5730195"/>
            <a:ext cx="18415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80">
            <a:extLst>
              <a:ext uri="{FF2B5EF4-FFF2-40B4-BE49-F238E27FC236}">
                <a16:creationId xmlns:a16="http://schemas.microsoft.com/office/drawing/2014/main" id="{DB5E6344-2AE8-4A8A-AF44-F7A59DDE2B3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36725" y="5414111"/>
            <a:ext cx="18415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85">
            <a:extLst>
              <a:ext uri="{FF2B5EF4-FFF2-40B4-BE49-F238E27FC236}">
                <a16:creationId xmlns:a16="http://schemas.microsoft.com/office/drawing/2014/main" id="{9296BB97-E434-49FA-97CB-E3BCBA65586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58418" y="5733057"/>
            <a:ext cx="7327" cy="2532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85">
            <a:extLst>
              <a:ext uri="{FF2B5EF4-FFF2-40B4-BE49-F238E27FC236}">
                <a16:creationId xmlns:a16="http://schemas.microsoft.com/office/drawing/2014/main" id="{912828AB-1AE7-4FB9-AE67-94004F01C85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935282" y="5358945"/>
            <a:ext cx="7327" cy="2532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85">
            <a:extLst>
              <a:ext uri="{FF2B5EF4-FFF2-40B4-BE49-F238E27FC236}">
                <a16:creationId xmlns:a16="http://schemas.microsoft.com/office/drawing/2014/main" id="{208EA1F8-357F-4818-81DB-51F45307158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006067" y="5330690"/>
            <a:ext cx="7327" cy="2532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85">
            <a:extLst>
              <a:ext uri="{FF2B5EF4-FFF2-40B4-BE49-F238E27FC236}">
                <a16:creationId xmlns:a16="http://schemas.microsoft.com/office/drawing/2014/main" id="{15118ABB-D20E-49B7-BA33-DDA1643FAE8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68684" y="5669993"/>
            <a:ext cx="7327" cy="2532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85">
            <a:extLst>
              <a:ext uri="{FF2B5EF4-FFF2-40B4-BE49-F238E27FC236}">
                <a16:creationId xmlns:a16="http://schemas.microsoft.com/office/drawing/2014/main" id="{67C5E5A2-CA40-4C3F-8837-5AE721A9FCB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27490" y="5716341"/>
            <a:ext cx="7327" cy="2532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Line 85">
            <a:extLst>
              <a:ext uri="{FF2B5EF4-FFF2-40B4-BE49-F238E27FC236}">
                <a16:creationId xmlns:a16="http://schemas.microsoft.com/office/drawing/2014/main" id="{178AAF9F-A36F-4013-843F-B6B839DC95D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023429" y="5759648"/>
            <a:ext cx="7327" cy="2532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85">
            <a:extLst>
              <a:ext uri="{FF2B5EF4-FFF2-40B4-BE49-F238E27FC236}">
                <a16:creationId xmlns:a16="http://schemas.microsoft.com/office/drawing/2014/main" id="{877493C3-15A6-4BC9-8C85-59DFA2419A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76591" y="3818734"/>
            <a:ext cx="0" cy="312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Line 80">
            <a:extLst>
              <a:ext uri="{FF2B5EF4-FFF2-40B4-BE49-F238E27FC236}">
                <a16:creationId xmlns:a16="http://schemas.microsoft.com/office/drawing/2014/main" id="{21E493BE-0182-4FCC-AC8A-54CF7262051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70915" y="3903665"/>
            <a:ext cx="18415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Line 85">
            <a:extLst>
              <a:ext uri="{FF2B5EF4-FFF2-40B4-BE49-F238E27FC236}">
                <a16:creationId xmlns:a16="http://schemas.microsoft.com/office/drawing/2014/main" id="{0CACB43C-E3C4-41B5-A542-ECC2552E183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13764" y="4046539"/>
            <a:ext cx="271247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" name="Oval 200">
            <a:extLst>
              <a:ext uri="{FF2B5EF4-FFF2-40B4-BE49-F238E27FC236}">
                <a16:creationId xmlns:a16="http://schemas.microsoft.com/office/drawing/2014/main" id="{005D01FF-4101-4B7C-AA94-1F9F196CE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4241" y="5692925"/>
            <a:ext cx="300038" cy="300038"/>
          </a:xfrm>
          <a:prstGeom prst="ellips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2" name="Oval 200">
            <a:extLst>
              <a:ext uri="{FF2B5EF4-FFF2-40B4-BE49-F238E27FC236}">
                <a16:creationId xmlns:a16="http://schemas.microsoft.com/office/drawing/2014/main" id="{9BC689C1-ABEF-46A5-BAD1-C010AB6AD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0537" y="5326646"/>
            <a:ext cx="300038" cy="300038"/>
          </a:xfrm>
          <a:prstGeom prst="ellipse">
            <a:avLst/>
          </a:prstGeom>
          <a:noFill/>
          <a:ln w="127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" name="Oval 200">
            <a:extLst>
              <a:ext uri="{FF2B5EF4-FFF2-40B4-BE49-F238E27FC236}">
                <a16:creationId xmlns:a16="http://schemas.microsoft.com/office/drawing/2014/main" id="{01DD9DB1-DB5A-428E-BD5C-4501973AE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1874" y="4966127"/>
            <a:ext cx="300038" cy="300038"/>
          </a:xfrm>
          <a:prstGeom prst="ellipse">
            <a:avLst/>
          </a:prstGeom>
          <a:noFill/>
          <a:ln w="127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4" name="Oval 200">
            <a:extLst>
              <a:ext uri="{FF2B5EF4-FFF2-40B4-BE49-F238E27FC236}">
                <a16:creationId xmlns:a16="http://schemas.microsoft.com/office/drawing/2014/main" id="{E66CAE2B-18D1-454C-9E42-21C3E825B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1702" y="4579575"/>
            <a:ext cx="300038" cy="300038"/>
          </a:xfrm>
          <a:prstGeom prst="ellips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5" name="Oval 200">
            <a:extLst>
              <a:ext uri="{FF2B5EF4-FFF2-40B4-BE49-F238E27FC236}">
                <a16:creationId xmlns:a16="http://schemas.microsoft.com/office/drawing/2014/main" id="{80A50729-1F6F-4BA1-B1D5-CF73BE166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7458" y="4222115"/>
            <a:ext cx="300038" cy="300038"/>
          </a:xfrm>
          <a:prstGeom prst="ellips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6" name="Oval 200">
            <a:extLst>
              <a:ext uri="{FF2B5EF4-FFF2-40B4-BE49-F238E27FC236}">
                <a16:creationId xmlns:a16="http://schemas.microsoft.com/office/drawing/2014/main" id="{3FB3ACFE-A80B-47B1-BA22-A97D1B1A6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5214" y="3895518"/>
            <a:ext cx="300038" cy="300038"/>
          </a:xfrm>
          <a:prstGeom prst="ellipse">
            <a:avLst/>
          </a:prstGeom>
          <a:noFill/>
          <a:ln w="127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7" name="Oval 200">
            <a:extLst>
              <a:ext uri="{FF2B5EF4-FFF2-40B4-BE49-F238E27FC236}">
                <a16:creationId xmlns:a16="http://schemas.microsoft.com/office/drawing/2014/main" id="{4516DA80-D7FC-4C8D-8947-C68FBA9BC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7498" y="3852312"/>
            <a:ext cx="300038" cy="300038"/>
          </a:xfrm>
          <a:prstGeom prst="ellips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F7D0BB6-3BD4-4992-BDC6-4D53B699F477}"/>
              </a:ext>
            </a:extLst>
          </p:cNvPr>
          <p:cNvSpPr txBox="1"/>
          <p:nvPr/>
        </p:nvSpPr>
        <p:spPr>
          <a:xfrm>
            <a:off x="10209041" y="3910629"/>
            <a:ext cx="18074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Solution: ABCA</a:t>
            </a:r>
          </a:p>
        </p:txBody>
      </p:sp>
    </p:spTree>
    <p:extLst>
      <p:ext uri="{BB962C8B-B14F-4D97-AF65-F5344CB8AC3E}">
        <p14:creationId xmlns:p14="http://schemas.microsoft.com/office/powerpoint/2010/main" val="191795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1" grpId="0" animBg="1"/>
      <p:bldP spid="52" grpId="0" animBg="1"/>
      <p:bldP spid="53" grpId="0" animBg="1"/>
      <p:bldP spid="148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DA674-D0F3-658B-0518-7166C8324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Coin Changing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83EB3-2588-A21A-102B-41B65D4CE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/>
            <a:r>
              <a:rPr lang="en-US" dirty="0">
                <a:latin typeface="urw-din"/>
              </a:rPr>
              <a:t>Given a value N, if we want to make change for N cents, and we have infinite supply of each of S = { S1, S2, .. , </a:t>
            </a:r>
            <a:r>
              <a:rPr lang="en-US" dirty="0" err="1">
                <a:latin typeface="urw-din"/>
              </a:rPr>
              <a:t>Sm</a:t>
            </a:r>
            <a:r>
              <a:rPr lang="en-US" dirty="0">
                <a:latin typeface="urw-din"/>
              </a:rPr>
              <a:t>} valued coins, how many ways can we make the change? The order of coins doesn’t matter. Find the minimum number of coins to change. </a:t>
            </a:r>
          </a:p>
          <a:p>
            <a:pPr algn="just" fontAlgn="base"/>
            <a:r>
              <a:rPr lang="en-US" dirty="0">
                <a:latin typeface="urw-din"/>
              </a:rPr>
              <a:t>For example, for N = 4 and S = {1,2,3}, there are four solutions: {1,1,1,1}, {1,1,2}, {2,2}, {1,3}. So output should be 4. Minimum is 2.</a:t>
            </a:r>
          </a:p>
          <a:p>
            <a:pPr algn="just" fontAlgn="base"/>
            <a:r>
              <a:rPr lang="en-US" dirty="0">
                <a:latin typeface="urw-din"/>
              </a:rPr>
              <a:t>For N = 10 and S = {2, 5, 3, 6}, there are five solutions: {2,2,2,2,2}, {2,2,3,3}, {2,2,6}, {2,3,5} and {5,5}. So the output should be 5. Minimum is 2.</a:t>
            </a:r>
          </a:p>
          <a:p>
            <a:pPr algn="just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C19F5-76B0-B01C-74D7-74B046D0D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102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0B564-ADB2-7FE0-F326-54D44427E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Greedy Fails!!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0B7E7-50B7-C968-00CA-375135D6C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Assume the coins available as {30, 20, 5, 1}, how many ways you can make the change for the amount 40?</a:t>
            </a:r>
          </a:p>
          <a:p>
            <a:pPr lvl="1" algn="just"/>
            <a:r>
              <a:rPr lang="en-US" dirty="0"/>
              <a:t>Using greedy, Solution is {30, 5, 5}. So the total coins are 3.</a:t>
            </a:r>
          </a:p>
          <a:p>
            <a:pPr lvl="1" algn="just"/>
            <a:r>
              <a:rPr lang="en-US" dirty="0"/>
              <a:t>But actually, solution could be {20, 20} with 2 coins.</a:t>
            </a:r>
          </a:p>
          <a:p>
            <a:pPr algn="just"/>
            <a:r>
              <a:rPr lang="en-US" dirty="0"/>
              <a:t>Greedy algorithm fails in such cases as it fails to give an optimal solution. </a:t>
            </a:r>
          </a:p>
          <a:p>
            <a:pPr algn="just"/>
            <a:r>
              <a:rPr lang="en-US" b="1" dirty="0">
                <a:solidFill>
                  <a:srgbClr val="C00000"/>
                </a:solidFill>
              </a:rPr>
              <a:t>Dynamic programming </a:t>
            </a:r>
            <a:r>
              <a:rPr lang="en-US" dirty="0"/>
              <a:t>approach can be used to get an optimal solution.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02CA6-6192-FDA7-A973-DCC792860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5844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85F7E-3C41-1C5A-9E66-2453BBEA1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Naïve approach – using Recursion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7BD2B-A43B-7962-0B9C-D6A1A611D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62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67C800E-CBD4-B145-6A24-883517F29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86943" cy="4351338"/>
          </a:xfrm>
        </p:spPr>
        <p:txBody>
          <a:bodyPr>
            <a:normAutofit fontScale="77500" lnSpcReduction="20000"/>
          </a:bodyPr>
          <a:lstStyle/>
          <a:p>
            <a:pPr algn="just" fontAlgn="base"/>
            <a:r>
              <a:rPr lang="en-US" dirty="0"/>
              <a:t>For each coin, there are two possibilities:</a:t>
            </a:r>
          </a:p>
          <a:p>
            <a:pPr algn="just" fontAlgn="base"/>
            <a:r>
              <a:rPr lang="en-US" b="1" dirty="0"/>
              <a:t>Include the current coin</a:t>
            </a:r>
            <a:br>
              <a:rPr lang="en-US" dirty="0"/>
            </a:br>
            <a:r>
              <a:rPr lang="en-US" dirty="0"/>
              <a:t>If we pick the current coin, then its value reduces the remaining target sum. Because coins are available in infinite supply, we can include the same coin again.</a:t>
            </a:r>
            <a:br>
              <a:rPr lang="en-US" dirty="0"/>
            </a:br>
            <a:r>
              <a:rPr lang="en-US" dirty="0"/>
              <a:t>So the recursive call becomes: count(coins, n, sum - coins[n-1])</a:t>
            </a:r>
          </a:p>
          <a:p>
            <a:pPr algn="just" fontAlgn="base"/>
            <a:r>
              <a:rPr lang="en-US" b="1" dirty="0"/>
              <a:t>Exclude the current coin</a:t>
            </a:r>
            <a:br>
              <a:rPr lang="en-US" dirty="0"/>
            </a:br>
            <a:r>
              <a:rPr lang="en-US" dirty="0"/>
              <a:t>If we decide not to pick the current coin, then we move to the previous coin while keeping the target sum unchanged.</a:t>
            </a:r>
            <a:br>
              <a:rPr lang="en-US" dirty="0"/>
            </a:br>
            <a:r>
              <a:rPr lang="en-US" dirty="0"/>
              <a:t>So the recursive call becomes: count(coins, n-1, sum)</a:t>
            </a:r>
          </a:p>
          <a:p>
            <a:pPr algn="just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A1E6FE-9AC4-07CF-6FBF-11C319CDB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027" y="1526679"/>
            <a:ext cx="6247145" cy="33283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3F54214-EDF7-19CB-D8EE-4FFE90697971}"/>
              </a:ext>
            </a:extLst>
          </p:cNvPr>
          <p:cNvSpPr txBox="1"/>
          <p:nvPr/>
        </p:nvSpPr>
        <p:spPr>
          <a:xfrm>
            <a:off x="5562599" y="5218132"/>
            <a:ext cx="6096000" cy="363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1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Using Recursion - O(2^sum) time and O(sum) space</a:t>
            </a:r>
          </a:p>
        </p:txBody>
      </p:sp>
    </p:spTree>
    <p:extLst>
      <p:ext uri="{BB962C8B-B14F-4D97-AF65-F5344CB8AC3E}">
        <p14:creationId xmlns:p14="http://schemas.microsoft.com/office/powerpoint/2010/main" val="127243481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BD3D9-15ED-29D1-8FAA-71080AF78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DP Solution – </a:t>
            </a:r>
            <a:r>
              <a:rPr lang="en-US" sz="4000" b="1" dirty="0"/>
              <a:t>using </a:t>
            </a:r>
            <a:r>
              <a:rPr lang="en-US" sz="4000" b="1" dirty="0" err="1"/>
              <a:t>Memoization</a:t>
            </a:r>
            <a:r>
              <a:rPr lang="en-US" sz="4000" b="1" dirty="0"/>
              <a:t> (</a:t>
            </a:r>
            <a:r>
              <a:rPr lang="en-US" sz="4000" b="1" dirty="0" err="1"/>
              <a:t>Bottomup</a:t>
            </a:r>
            <a:r>
              <a:rPr lang="en-US" sz="4000" b="1" dirty="0"/>
              <a:t> DP)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AA1C7-0B59-469C-1D8C-EB705685C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63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D5A98F-26F8-B824-846F-E46947024F90}"/>
              </a:ext>
            </a:extLst>
          </p:cNvPr>
          <p:cNvSpPr txBox="1"/>
          <p:nvPr/>
        </p:nvSpPr>
        <p:spPr>
          <a:xfrm>
            <a:off x="707570" y="1458496"/>
            <a:ext cx="5894615" cy="5324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function </a:t>
            </a:r>
            <a:r>
              <a:rPr lang="en-US" sz="2000" dirty="0" err="1"/>
              <a:t>coinChange</a:t>
            </a:r>
            <a:r>
              <a:rPr lang="en-US" sz="2000" dirty="0"/>
              <a:t>(coins, V):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dp</a:t>
            </a:r>
            <a:r>
              <a:rPr lang="en-US" sz="2000" dirty="0"/>
              <a:t>[0] = 0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lastCoin</a:t>
            </a:r>
            <a:r>
              <a:rPr lang="en-US" sz="2000" dirty="0"/>
              <a:t>[0] = -1</a:t>
            </a:r>
          </a:p>
          <a:p>
            <a:r>
              <a:rPr lang="en-US" sz="2000" dirty="0"/>
              <a:t>    for </a:t>
            </a:r>
            <a:r>
              <a:rPr lang="en-US" sz="2000" dirty="0" err="1"/>
              <a:t>i</a:t>
            </a:r>
            <a:r>
              <a:rPr lang="en-US" sz="2000" dirty="0"/>
              <a:t> = 1 to V: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dp</a:t>
            </a:r>
            <a:r>
              <a:rPr lang="en-US" sz="2000" dirty="0"/>
              <a:t>[</a:t>
            </a:r>
            <a:r>
              <a:rPr lang="en-US" sz="2000" dirty="0" err="1"/>
              <a:t>i</a:t>
            </a:r>
            <a:r>
              <a:rPr lang="en-US" sz="2000" dirty="0"/>
              <a:t>] = ∞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lastCoin</a:t>
            </a:r>
            <a:r>
              <a:rPr lang="en-US" sz="2000" dirty="0"/>
              <a:t>[</a:t>
            </a:r>
            <a:r>
              <a:rPr lang="en-US" sz="2000" dirty="0" err="1"/>
              <a:t>i</a:t>
            </a:r>
            <a:r>
              <a:rPr lang="en-US" sz="2000" dirty="0"/>
              <a:t>] = -1</a:t>
            </a:r>
          </a:p>
          <a:p>
            <a:endParaRPr lang="en-US" sz="2000" dirty="0"/>
          </a:p>
          <a:p>
            <a:r>
              <a:rPr lang="en-US" sz="2000" dirty="0"/>
              <a:t>    for </a:t>
            </a:r>
            <a:r>
              <a:rPr lang="en-US" sz="2000" dirty="0" err="1"/>
              <a:t>i</a:t>
            </a:r>
            <a:r>
              <a:rPr lang="en-US" sz="2000" dirty="0"/>
              <a:t> = 1 to V:</a:t>
            </a:r>
          </a:p>
          <a:p>
            <a:r>
              <a:rPr lang="en-US" sz="2000" dirty="0"/>
              <a:t>        for each coin c in coins:</a:t>
            </a:r>
          </a:p>
          <a:p>
            <a:r>
              <a:rPr lang="en-US" sz="2000" dirty="0"/>
              <a:t>            if c &lt;= i:</a:t>
            </a:r>
          </a:p>
          <a:p>
            <a:r>
              <a:rPr lang="en-US" sz="2000" dirty="0"/>
              <a:t>                </a:t>
            </a:r>
            <a:r>
              <a:rPr lang="en-US" sz="2000" dirty="0" err="1"/>
              <a:t>dp</a:t>
            </a:r>
            <a:r>
              <a:rPr lang="en-US" sz="2000" dirty="0"/>
              <a:t>[</a:t>
            </a:r>
            <a:r>
              <a:rPr lang="en-US" sz="2000" dirty="0" err="1"/>
              <a:t>i</a:t>
            </a:r>
            <a:r>
              <a:rPr lang="en-US" sz="2000" dirty="0"/>
              <a:t>] = min(</a:t>
            </a:r>
            <a:r>
              <a:rPr lang="en-US" sz="2000" dirty="0" err="1"/>
              <a:t>dp</a:t>
            </a:r>
            <a:r>
              <a:rPr lang="en-US" sz="2000" dirty="0"/>
              <a:t>[</a:t>
            </a:r>
            <a:r>
              <a:rPr lang="en-US" sz="2000" dirty="0" err="1"/>
              <a:t>i</a:t>
            </a:r>
            <a:r>
              <a:rPr lang="en-US" sz="2000" dirty="0"/>
              <a:t>], </a:t>
            </a:r>
            <a:r>
              <a:rPr lang="en-US" sz="2000" dirty="0" err="1"/>
              <a:t>dp</a:t>
            </a:r>
            <a:r>
              <a:rPr lang="en-US" sz="2000" dirty="0"/>
              <a:t>[</a:t>
            </a:r>
            <a:r>
              <a:rPr lang="en-US" sz="2000" dirty="0" err="1"/>
              <a:t>i</a:t>
            </a:r>
            <a:r>
              <a:rPr lang="en-US" sz="2000" dirty="0"/>
              <a:t>-c] + 1)</a:t>
            </a:r>
          </a:p>
          <a:p>
            <a:r>
              <a:rPr lang="en-US" sz="2000" dirty="0"/>
              <a:t>                </a:t>
            </a:r>
            <a:r>
              <a:rPr lang="en-US" sz="2000" dirty="0" err="1"/>
              <a:t>lastCoin</a:t>
            </a:r>
            <a:r>
              <a:rPr lang="en-US" sz="2000" dirty="0"/>
              <a:t>[</a:t>
            </a:r>
            <a:r>
              <a:rPr lang="en-US" sz="2000" dirty="0" err="1"/>
              <a:t>i</a:t>
            </a:r>
            <a:r>
              <a:rPr lang="en-US" sz="2000" dirty="0"/>
              <a:t>] = c </a:t>
            </a:r>
            <a:r>
              <a:rPr lang="en-US" sz="2000" dirty="0">
                <a:solidFill>
                  <a:srgbClr val="C00000"/>
                </a:solidFill>
              </a:rPr>
              <a:t>   (c corresponding to min value)</a:t>
            </a:r>
          </a:p>
          <a:p>
            <a:endParaRPr lang="en-US" sz="2000" dirty="0"/>
          </a:p>
          <a:p>
            <a:r>
              <a:rPr lang="en-US" sz="2000" dirty="0"/>
              <a:t>    if </a:t>
            </a:r>
            <a:r>
              <a:rPr lang="en-US" sz="2000" dirty="0" err="1"/>
              <a:t>dp</a:t>
            </a:r>
            <a:r>
              <a:rPr lang="en-US" sz="2000" dirty="0"/>
              <a:t>[V] == ∞:</a:t>
            </a:r>
          </a:p>
          <a:p>
            <a:r>
              <a:rPr lang="en-US" sz="2000" dirty="0"/>
              <a:t>        return -1</a:t>
            </a:r>
          </a:p>
          <a:p>
            <a:r>
              <a:rPr lang="en-US" sz="2000" dirty="0"/>
              <a:t>    else:</a:t>
            </a:r>
          </a:p>
          <a:p>
            <a:r>
              <a:rPr lang="en-US" sz="2000" dirty="0"/>
              <a:t>        return </a:t>
            </a:r>
            <a:r>
              <a:rPr lang="en-US" sz="2000" dirty="0" err="1"/>
              <a:t>dp</a:t>
            </a:r>
            <a:r>
              <a:rPr lang="en-US" sz="2000" dirty="0"/>
              <a:t>[V]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21F3A42-BEF8-09CF-4FCC-23F6CF294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8886" y="5758543"/>
            <a:ext cx="46155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Time: O(n × V)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Space: O(V)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23D0F0-1906-A150-387B-11B6CF594976}"/>
              </a:ext>
            </a:extLst>
          </p:cNvPr>
          <p:cNvSpPr txBox="1"/>
          <p:nvPr/>
        </p:nvSpPr>
        <p:spPr>
          <a:xfrm>
            <a:off x="6602185" y="2014248"/>
            <a:ext cx="530678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DP Solution:</a:t>
            </a:r>
          </a:p>
          <a:p>
            <a:r>
              <a:rPr lang="en-US" sz="3200" dirty="0" err="1">
                <a:solidFill>
                  <a:srgbClr val="C00000"/>
                </a:solidFill>
              </a:rPr>
              <a:t>dp</a:t>
            </a:r>
            <a:r>
              <a:rPr lang="en-US" sz="3200" dirty="0">
                <a:solidFill>
                  <a:srgbClr val="C00000"/>
                </a:solidFill>
              </a:rPr>
              <a:t>[0]=0 (Base case)</a:t>
            </a:r>
          </a:p>
          <a:p>
            <a:r>
              <a:rPr lang="en-US" sz="3200" dirty="0" err="1">
                <a:solidFill>
                  <a:srgbClr val="C00000"/>
                </a:solidFill>
              </a:rPr>
              <a:t>dp</a:t>
            </a:r>
            <a:r>
              <a:rPr lang="en-US" sz="3200" dirty="0">
                <a:solidFill>
                  <a:srgbClr val="C00000"/>
                </a:solidFill>
              </a:rPr>
              <a:t>[</a:t>
            </a:r>
            <a:r>
              <a:rPr lang="en-US" sz="3200" dirty="0" err="1">
                <a:solidFill>
                  <a:srgbClr val="C00000"/>
                </a:solidFill>
              </a:rPr>
              <a:t>i</a:t>
            </a:r>
            <a:r>
              <a:rPr lang="en-US" sz="3200" dirty="0">
                <a:solidFill>
                  <a:srgbClr val="C00000"/>
                </a:solidFill>
              </a:rPr>
              <a:t>]=min(</a:t>
            </a:r>
            <a:r>
              <a:rPr lang="en-US" sz="3200" dirty="0" err="1">
                <a:solidFill>
                  <a:srgbClr val="C00000"/>
                </a:solidFill>
              </a:rPr>
              <a:t>dp</a:t>
            </a:r>
            <a:r>
              <a:rPr lang="en-US" sz="3200" dirty="0">
                <a:solidFill>
                  <a:srgbClr val="C00000"/>
                </a:solidFill>
              </a:rPr>
              <a:t>[</a:t>
            </a:r>
            <a:r>
              <a:rPr lang="en-US" sz="3200" dirty="0" err="1">
                <a:solidFill>
                  <a:srgbClr val="C00000"/>
                </a:solidFill>
              </a:rPr>
              <a:t>i</a:t>
            </a:r>
            <a:r>
              <a:rPr lang="en-US" sz="3200" dirty="0">
                <a:solidFill>
                  <a:srgbClr val="C00000"/>
                </a:solidFill>
              </a:rPr>
              <a:t>−c]+1)for all </a:t>
            </a:r>
            <a:r>
              <a:rPr lang="en-US" sz="3200" dirty="0" err="1">
                <a:solidFill>
                  <a:srgbClr val="C00000"/>
                </a:solidFill>
              </a:rPr>
              <a:t>c≤i</a:t>
            </a:r>
            <a:endParaRPr lang="en-US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5044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48912-09AE-B524-02BF-5B4D512F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242FE-69B6-8172-938D-3E091B46B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minimum number of coins to change a total amount V = 6, using the denomination coins, {1, 3, 4}</a:t>
            </a:r>
          </a:p>
          <a:p>
            <a:r>
              <a:rPr lang="en-US" dirty="0"/>
              <a:t>Initially: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88EAE-AEC3-A2F3-3FBA-B40ACF5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64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3A57310-A0A2-DFEE-4FE3-9C6A3B76F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491040"/>
              </p:ext>
            </p:extLst>
          </p:nvPr>
        </p:nvGraphicFramePr>
        <p:xfrm>
          <a:off x="2699655" y="2938713"/>
          <a:ext cx="4251507" cy="1369423"/>
        </p:xfrm>
        <a:graphic>
          <a:graphicData uri="http://schemas.openxmlformats.org/drawingml/2006/table">
            <a:tbl>
              <a:tblPr/>
              <a:tblGrid>
                <a:gridCol w="1211333">
                  <a:extLst>
                    <a:ext uri="{9D8B030D-6E8A-4147-A177-3AD203B41FA5}">
                      <a16:colId xmlns:a16="http://schemas.microsoft.com/office/drawing/2014/main" val="2848217187"/>
                    </a:ext>
                  </a:extLst>
                </a:gridCol>
                <a:gridCol w="456994">
                  <a:extLst>
                    <a:ext uri="{9D8B030D-6E8A-4147-A177-3AD203B41FA5}">
                      <a16:colId xmlns:a16="http://schemas.microsoft.com/office/drawing/2014/main" val="3354488550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1402937396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3884409015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707947684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4214043243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718344370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1325987018"/>
                    </a:ext>
                  </a:extLst>
                </a:gridCol>
              </a:tblGrid>
              <a:tr h="4593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i</a:t>
                      </a:r>
                      <a:r>
                        <a:rPr lang="en-US" dirty="0"/>
                        <a:t> (amount)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876740"/>
                  </a:ext>
                </a:extLst>
              </a:tr>
              <a:tr h="4550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dp</a:t>
                      </a:r>
                      <a:r>
                        <a:rPr lang="en-US" dirty="0"/>
                        <a:t>[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625824"/>
                  </a:ext>
                </a:extLst>
              </a:tr>
              <a:tr h="4550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LastCoin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48989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08F044-AC22-5347-E51A-7BADD1566236}"/>
              </a:ext>
            </a:extLst>
          </p:cNvPr>
          <p:cNvSpPr txBox="1"/>
          <p:nvPr/>
        </p:nvSpPr>
        <p:spPr>
          <a:xfrm>
            <a:off x="1271442" y="4853524"/>
            <a:ext cx="541579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 err="1"/>
              <a:t>i</a:t>
            </a:r>
            <a:r>
              <a:rPr lang="en-US" sz="2000" b="1" dirty="0"/>
              <a:t> = 1</a:t>
            </a:r>
          </a:p>
          <a:p>
            <a:pPr>
              <a:buNone/>
            </a:pPr>
            <a:r>
              <a:rPr lang="en-US" sz="2000" dirty="0"/>
              <a:t>Try all coins: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coin 1 → </a:t>
            </a:r>
            <a:r>
              <a:rPr lang="en-US" sz="2000" dirty="0" err="1"/>
              <a:t>dp</a:t>
            </a:r>
            <a:r>
              <a:rPr lang="en-US" sz="2000" dirty="0"/>
              <a:t>[1] = </a:t>
            </a:r>
            <a:r>
              <a:rPr lang="en-US" sz="2000" dirty="0" err="1"/>
              <a:t>dp</a:t>
            </a:r>
            <a:r>
              <a:rPr lang="en-US" sz="2000" dirty="0"/>
              <a:t>[1−1] + 1 = </a:t>
            </a:r>
            <a:r>
              <a:rPr lang="en-US" sz="2000" dirty="0" err="1"/>
              <a:t>dp</a:t>
            </a:r>
            <a:r>
              <a:rPr lang="en-US" sz="2000" dirty="0"/>
              <a:t>[0] + 1 = 1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coin 3, 4 → not possible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E5FABF7-A23E-100F-3C31-A739416211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093376"/>
              </p:ext>
            </p:extLst>
          </p:nvPr>
        </p:nvGraphicFramePr>
        <p:xfrm>
          <a:off x="7373977" y="5079683"/>
          <a:ext cx="3766918" cy="1097280"/>
        </p:xfrm>
        <a:graphic>
          <a:graphicData uri="http://schemas.openxmlformats.org/drawingml/2006/table">
            <a:tbl>
              <a:tblPr/>
              <a:tblGrid>
                <a:gridCol w="668655">
                  <a:extLst>
                    <a:ext uri="{9D8B030D-6E8A-4147-A177-3AD203B41FA5}">
                      <a16:colId xmlns:a16="http://schemas.microsoft.com/office/drawing/2014/main" val="3018956902"/>
                    </a:ext>
                  </a:extLst>
                </a:gridCol>
                <a:gridCol w="462717">
                  <a:extLst>
                    <a:ext uri="{9D8B030D-6E8A-4147-A177-3AD203B41FA5}">
                      <a16:colId xmlns:a16="http://schemas.microsoft.com/office/drawing/2014/main" val="3043988990"/>
                    </a:ext>
                  </a:extLst>
                </a:gridCol>
                <a:gridCol w="369631">
                  <a:extLst>
                    <a:ext uri="{9D8B030D-6E8A-4147-A177-3AD203B41FA5}">
                      <a16:colId xmlns:a16="http://schemas.microsoft.com/office/drawing/2014/main" val="1476331861"/>
                    </a:ext>
                  </a:extLst>
                </a:gridCol>
                <a:gridCol w="453183">
                  <a:extLst>
                    <a:ext uri="{9D8B030D-6E8A-4147-A177-3AD203B41FA5}">
                      <a16:colId xmlns:a16="http://schemas.microsoft.com/office/drawing/2014/main" val="3386553596"/>
                    </a:ext>
                  </a:extLst>
                </a:gridCol>
                <a:gridCol w="453183">
                  <a:extLst>
                    <a:ext uri="{9D8B030D-6E8A-4147-A177-3AD203B41FA5}">
                      <a16:colId xmlns:a16="http://schemas.microsoft.com/office/drawing/2014/main" val="1555052300"/>
                    </a:ext>
                  </a:extLst>
                </a:gridCol>
                <a:gridCol w="453183">
                  <a:extLst>
                    <a:ext uri="{9D8B030D-6E8A-4147-A177-3AD203B41FA5}">
                      <a16:colId xmlns:a16="http://schemas.microsoft.com/office/drawing/2014/main" val="155324283"/>
                    </a:ext>
                  </a:extLst>
                </a:gridCol>
                <a:gridCol w="453183">
                  <a:extLst>
                    <a:ext uri="{9D8B030D-6E8A-4147-A177-3AD203B41FA5}">
                      <a16:colId xmlns:a16="http://schemas.microsoft.com/office/drawing/2014/main" val="3584870167"/>
                    </a:ext>
                  </a:extLst>
                </a:gridCol>
                <a:gridCol w="453183">
                  <a:extLst>
                    <a:ext uri="{9D8B030D-6E8A-4147-A177-3AD203B41FA5}">
                      <a16:colId xmlns:a16="http://schemas.microsoft.com/office/drawing/2014/main" val="12571787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841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dp</a:t>
                      </a:r>
                      <a:r>
                        <a:rPr lang="en-US" dirty="0"/>
                        <a:t>[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325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lC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869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143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CFA98-42F6-C4B9-A97C-1BA8AF00D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1 - </a:t>
            </a:r>
            <a:r>
              <a:rPr lang="en-US" b="1" dirty="0" err="1"/>
              <a:t>Contd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6D7DD-2F47-B50B-19D8-5718F127E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65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3F6689-8022-E446-3E1A-EEBB9835DD3E}"/>
              </a:ext>
            </a:extLst>
          </p:cNvPr>
          <p:cNvSpPr txBox="1"/>
          <p:nvPr/>
        </p:nvSpPr>
        <p:spPr>
          <a:xfrm>
            <a:off x="672029" y="3158835"/>
            <a:ext cx="350808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 err="1"/>
              <a:t>i</a:t>
            </a:r>
            <a:r>
              <a:rPr lang="en-US" sz="2000" b="1" dirty="0"/>
              <a:t> = 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coin 1 → </a:t>
            </a:r>
            <a:r>
              <a:rPr lang="en-US" sz="2000" dirty="0" err="1"/>
              <a:t>dp</a:t>
            </a:r>
            <a:r>
              <a:rPr lang="en-US" sz="2000" dirty="0"/>
              <a:t>[2] + 1 = 3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coin 3 → </a:t>
            </a:r>
            <a:r>
              <a:rPr lang="en-US" sz="2000" dirty="0" err="1"/>
              <a:t>dp</a:t>
            </a:r>
            <a:r>
              <a:rPr lang="en-US" sz="2000" dirty="0"/>
              <a:t>[0] + 1 = 1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coin 4 → not possible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C531B86-A459-B4E2-F92B-9709FB0D9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602173"/>
              </p:ext>
            </p:extLst>
          </p:nvPr>
        </p:nvGraphicFramePr>
        <p:xfrm>
          <a:off x="3581399" y="3469440"/>
          <a:ext cx="3593465" cy="1097280"/>
        </p:xfrm>
        <a:graphic>
          <a:graphicData uri="http://schemas.openxmlformats.org/drawingml/2006/table">
            <a:tbl>
              <a:tblPr/>
              <a:tblGrid>
                <a:gridCol w="668655">
                  <a:extLst>
                    <a:ext uri="{9D8B030D-6E8A-4147-A177-3AD203B41FA5}">
                      <a16:colId xmlns:a16="http://schemas.microsoft.com/office/drawing/2014/main" val="3018956902"/>
                    </a:ext>
                  </a:extLst>
                </a:gridCol>
                <a:gridCol w="421005">
                  <a:extLst>
                    <a:ext uri="{9D8B030D-6E8A-4147-A177-3AD203B41FA5}">
                      <a16:colId xmlns:a16="http://schemas.microsoft.com/office/drawing/2014/main" val="3043988990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1476331861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3386553596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1555052300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155324283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3584870167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12571787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841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dp</a:t>
                      </a:r>
                      <a:r>
                        <a:rPr lang="en-US" dirty="0"/>
                        <a:t>[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325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lC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255383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EF4D08D-EBCC-1560-9A9B-390B2279608F}"/>
              </a:ext>
            </a:extLst>
          </p:cNvPr>
          <p:cNvSpPr txBox="1"/>
          <p:nvPr/>
        </p:nvSpPr>
        <p:spPr>
          <a:xfrm>
            <a:off x="636291" y="4798560"/>
            <a:ext cx="394659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 err="1"/>
              <a:t>i</a:t>
            </a:r>
            <a:r>
              <a:rPr lang="en-US" sz="2000" b="1" dirty="0"/>
              <a:t> = 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coin 1 → </a:t>
            </a:r>
            <a:r>
              <a:rPr lang="en-US" sz="2000" dirty="0" err="1"/>
              <a:t>dp</a:t>
            </a:r>
            <a:r>
              <a:rPr lang="en-US" sz="2000" dirty="0"/>
              <a:t>[3] + 1 = 2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coin 3 → </a:t>
            </a:r>
            <a:r>
              <a:rPr lang="en-US" sz="2000" dirty="0" err="1"/>
              <a:t>dp</a:t>
            </a:r>
            <a:r>
              <a:rPr lang="en-US" sz="2000" dirty="0"/>
              <a:t>[1] + 1 = 2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coin 4 → </a:t>
            </a:r>
            <a:r>
              <a:rPr lang="en-US" sz="2000" dirty="0" err="1"/>
              <a:t>dp</a:t>
            </a:r>
            <a:r>
              <a:rPr lang="en-US" sz="2000" dirty="0"/>
              <a:t>[0] + 1 = 1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08E8EB9-36DE-21AE-44AE-81D8E38BA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312255"/>
              </p:ext>
            </p:extLst>
          </p:nvPr>
        </p:nvGraphicFramePr>
        <p:xfrm>
          <a:off x="3396342" y="5106652"/>
          <a:ext cx="3593465" cy="1097280"/>
        </p:xfrm>
        <a:graphic>
          <a:graphicData uri="http://schemas.openxmlformats.org/drawingml/2006/table">
            <a:tbl>
              <a:tblPr/>
              <a:tblGrid>
                <a:gridCol w="668655">
                  <a:extLst>
                    <a:ext uri="{9D8B030D-6E8A-4147-A177-3AD203B41FA5}">
                      <a16:colId xmlns:a16="http://schemas.microsoft.com/office/drawing/2014/main" val="3018956902"/>
                    </a:ext>
                  </a:extLst>
                </a:gridCol>
                <a:gridCol w="421005">
                  <a:extLst>
                    <a:ext uri="{9D8B030D-6E8A-4147-A177-3AD203B41FA5}">
                      <a16:colId xmlns:a16="http://schemas.microsoft.com/office/drawing/2014/main" val="3043988990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1476331861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3386553596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1555052300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155324283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3584870167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12571787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841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dp</a:t>
                      </a:r>
                      <a:r>
                        <a:rPr lang="en-US" dirty="0"/>
                        <a:t>[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325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lC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53928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A8219E3-E05C-2DB7-61B5-2A9A036C7B03}"/>
              </a:ext>
            </a:extLst>
          </p:cNvPr>
          <p:cNvSpPr txBox="1"/>
          <p:nvPr/>
        </p:nvSpPr>
        <p:spPr>
          <a:xfrm>
            <a:off x="8270112" y="2807720"/>
            <a:ext cx="32221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 err="1"/>
              <a:t>i</a:t>
            </a:r>
            <a:r>
              <a:rPr lang="en-US" sz="2000" b="1" dirty="0"/>
              <a:t> = 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coin 1 → </a:t>
            </a:r>
            <a:r>
              <a:rPr lang="en-US" sz="2000" dirty="0" err="1"/>
              <a:t>dp</a:t>
            </a:r>
            <a:r>
              <a:rPr lang="en-US" sz="2000" dirty="0"/>
              <a:t>[4] + 1 = 2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coin 3 → </a:t>
            </a:r>
            <a:r>
              <a:rPr lang="en-US" sz="2000" dirty="0" err="1"/>
              <a:t>dp</a:t>
            </a:r>
            <a:r>
              <a:rPr lang="en-US" sz="2000" dirty="0"/>
              <a:t>[2] + 1 = 3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coin 4 → </a:t>
            </a:r>
            <a:r>
              <a:rPr lang="en-US" sz="2000" dirty="0" err="1"/>
              <a:t>dp</a:t>
            </a:r>
            <a:r>
              <a:rPr lang="en-US" sz="2000" dirty="0"/>
              <a:t>[1] + 1 = 2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BACE538-A297-EA14-6621-2080D205E6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086405"/>
              </p:ext>
            </p:extLst>
          </p:nvPr>
        </p:nvGraphicFramePr>
        <p:xfrm>
          <a:off x="8185467" y="4566720"/>
          <a:ext cx="3593465" cy="1097280"/>
        </p:xfrm>
        <a:graphic>
          <a:graphicData uri="http://schemas.openxmlformats.org/drawingml/2006/table">
            <a:tbl>
              <a:tblPr/>
              <a:tblGrid>
                <a:gridCol w="668655">
                  <a:extLst>
                    <a:ext uri="{9D8B030D-6E8A-4147-A177-3AD203B41FA5}">
                      <a16:colId xmlns:a16="http://schemas.microsoft.com/office/drawing/2014/main" val="3018956902"/>
                    </a:ext>
                  </a:extLst>
                </a:gridCol>
                <a:gridCol w="421005">
                  <a:extLst>
                    <a:ext uri="{9D8B030D-6E8A-4147-A177-3AD203B41FA5}">
                      <a16:colId xmlns:a16="http://schemas.microsoft.com/office/drawing/2014/main" val="3043988990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1476331861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3386553596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1555052300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155324283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3584870167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12571787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841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dp</a:t>
                      </a:r>
                      <a:r>
                        <a:rPr lang="en-US" dirty="0"/>
                        <a:t>[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325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lC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65566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8E384EF0-A7EF-19F9-0E9D-CF73E121509E}"/>
              </a:ext>
            </a:extLst>
          </p:cNvPr>
          <p:cNvSpPr txBox="1"/>
          <p:nvPr/>
        </p:nvSpPr>
        <p:spPr>
          <a:xfrm>
            <a:off x="413805" y="1762392"/>
            <a:ext cx="350808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 err="1"/>
              <a:t>i</a:t>
            </a:r>
            <a:r>
              <a:rPr lang="en-US" sz="2000" b="1" dirty="0"/>
              <a:t> =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coin 1 → </a:t>
            </a:r>
            <a:r>
              <a:rPr lang="en-US" sz="2000" dirty="0" err="1"/>
              <a:t>dp</a:t>
            </a:r>
            <a:r>
              <a:rPr lang="en-US" sz="2000" dirty="0"/>
              <a:t>[2] = </a:t>
            </a:r>
            <a:r>
              <a:rPr lang="en-US" sz="2000" dirty="0" err="1"/>
              <a:t>dp</a:t>
            </a:r>
            <a:r>
              <a:rPr lang="en-US" sz="2000" dirty="0"/>
              <a:t>[1] + 1 = 2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coin 3, 4 → not possible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7456E235-E7E3-DA40-9829-46EE50FC0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095351"/>
              </p:ext>
            </p:extLst>
          </p:nvPr>
        </p:nvGraphicFramePr>
        <p:xfrm>
          <a:off x="4000041" y="1598704"/>
          <a:ext cx="3593465" cy="1097280"/>
        </p:xfrm>
        <a:graphic>
          <a:graphicData uri="http://schemas.openxmlformats.org/drawingml/2006/table">
            <a:tbl>
              <a:tblPr/>
              <a:tblGrid>
                <a:gridCol w="668655">
                  <a:extLst>
                    <a:ext uri="{9D8B030D-6E8A-4147-A177-3AD203B41FA5}">
                      <a16:colId xmlns:a16="http://schemas.microsoft.com/office/drawing/2014/main" val="3018956902"/>
                    </a:ext>
                  </a:extLst>
                </a:gridCol>
                <a:gridCol w="421005">
                  <a:extLst>
                    <a:ext uri="{9D8B030D-6E8A-4147-A177-3AD203B41FA5}">
                      <a16:colId xmlns:a16="http://schemas.microsoft.com/office/drawing/2014/main" val="3043988990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1476331861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3386553596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1555052300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155324283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3584870167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12571787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841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dp</a:t>
                      </a:r>
                      <a:r>
                        <a:rPr lang="en-US" dirty="0"/>
                        <a:t>[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325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lC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810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1546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5" grpId="0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507F3-36BB-B691-D1F4-4454E6DBB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1 - </a:t>
            </a:r>
            <a:r>
              <a:rPr lang="en-US" b="1" dirty="0" err="1"/>
              <a:t>Contd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E4B05-4AF0-8CD9-E4F5-82BCA3DD8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2496" y="2489695"/>
            <a:ext cx="4946573" cy="3695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Identify the Coins</a:t>
            </a:r>
          </a:p>
          <a:p>
            <a:r>
              <a:rPr lang="en-US" sz="2400" dirty="0"/>
              <a:t>Start from V = 6:</a:t>
            </a:r>
          </a:p>
          <a:p>
            <a:r>
              <a:rPr lang="en-US" sz="2400" dirty="0"/>
              <a:t>6 → </a:t>
            </a:r>
            <a:r>
              <a:rPr lang="en-US" sz="2400" dirty="0" err="1"/>
              <a:t>lastCoin</a:t>
            </a:r>
            <a:r>
              <a:rPr lang="en-US" sz="2400" dirty="0"/>
              <a:t>[6] = 3 → remaining = 3</a:t>
            </a:r>
            <a:br>
              <a:rPr lang="en-US" sz="2400" dirty="0"/>
            </a:br>
            <a:r>
              <a:rPr lang="en-US" sz="2400" dirty="0"/>
              <a:t>3 → </a:t>
            </a:r>
            <a:r>
              <a:rPr lang="en-US" sz="2400" dirty="0" err="1"/>
              <a:t>lastCoin</a:t>
            </a:r>
            <a:r>
              <a:rPr lang="en-US" sz="2400" dirty="0"/>
              <a:t>[3] = 3 → remaining = 0</a:t>
            </a:r>
          </a:p>
          <a:p>
            <a:r>
              <a:rPr lang="en-US" sz="2400" dirty="0">
                <a:solidFill>
                  <a:srgbClr val="C00000"/>
                </a:solidFill>
              </a:rPr>
              <a:t>Coins used = </a:t>
            </a:r>
            <a:r>
              <a:rPr lang="en-US" sz="2400" b="1" dirty="0">
                <a:solidFill>
                  <a:srgbClr val="C00000"/>
                </a:solidFill>
              </a:rPr>
              <a:t>{3, 3}</a:t>
            </a:r>
            <a:endParaRPr lang="en-US" sz="2400" dirty="0">
              <a:solidFill>
                <a:srgbClr val="C00000"/>
              </a:solidFill>
            </a:endParaRP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44B43-ADEC-7710-EF2E-56C1AEBD0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66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EBCBA8-9923-E269-C774-1FD317030551}"/>
              </a:ext>
            </a:extLst>
          </p:cNvPr>
          <p:cNvSpPr txBox="1"/>
          <p:nvPr/>
        </p:nvSpPr>
        <p:spPr>
          <a:xfrm>
            <a:off x="731313" y="2228671"/>
            <a:ext cx="3048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 err="1"/>
              <a:t>i</a:t>
            </a:r>
            <a:r>
              <a:rPr lang="en-US" sz="2000" b="1" dirty="0"/>
              <a:t> = 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coin 1 → </a:t>
            </a:r>
            <a:r>
              <a:rPr lang="en-US" sz="2000" dirty="0" err="1"/>
              <a:t>dp</a:t>
            </a:r>
            <a:r>
              <a:rPr lang="en-US" sz="2000" dirty="0"/>
              <a:t>[5] + 1 = 3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coin 3 → </a:t>
            </a:r>
            <a:r>
              <a:rPr lang="en-US" sz="2000" dirty="0" err="1"/>
              <a:t>dp</a:t>
            </a:r>
            <a:r>
              <a:rPr lang="en-US" sz="2000" dirty="0"/>
              <a:t>[3] + 1 = 2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coin 4 → </a:t>
            </a:r>
            <a:r>
              <a:rPr lang="en-US" sz="2000" dirty="0" err="1"/>
              <a:t>dp</a:t>
            </a:r>
            <a:r>
              <a:rPr lang="en-US" sz="2000" dirty="0"/>
              <a:t>[2] + 1 = 3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5461C64-8DF9-FF29-E95A-94944B192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912152"/>
              </p:ext>
            </p:extLst>
          </p:nvPr>
        </p:nvGraphicFramePr>
        <p:xfrm>
          <a:off x="702010" y="3788565"/>
          <a:ext cx="3593465" cy="1097280"/>
        </p:xfrm>
        <a:graphic>
          <a:graphicData uri="http://schemas.openxmlformats.org/drawingml/2006/table">
            <a:tbl>
              <a:tblPr/>
              <a:tblGrid>
                <a:gridCol w="668655">
                  <a:extLst>
                    <a:ext uri="{9D8B030D-6E8A-4147-A177-3AD203B41FA5}">
                      <a16:colId xmlns:a16="http://schemas.microsoft.com/office/drawing/2014/main" val="3018956902"/>
                    </a:ext>
                  </a:extLst>
                </a:gridCol>
                <a:gridCol w="421005">
                  <a:extLst>
                    <a:ext uri="{9D8B030D-6E8A-4147-A177-3AD203B41FA5}">
                      <a16:colId xmlns:a16="http://schemas.microsoft.com/office/drawing/2014/main" val="3043988990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1476331861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3386553596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1555052300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155324283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3584870167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12571787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841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dp</a:t>
                      </a:r>
                      <a:r>
                        <a:rPr lang="en-US" dirty="0"/>
                        <a:t>[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325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lC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05090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DF9D3ED-26FE-69CC-EBEA-15C98F948F27}"/>
              </a:ext>
            </a:extLst>
          </p:cNvPr>
          <p:cNvSpPr txBox="1"/>
          <p:nvPr/>
        </p:nvSpPr>
        <p:spPr>
          <a:xfrm>
            <a:off x="838199" y="5353718"/>
            <a:ext cx="73693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No. of Ways we can change the coin is </a:t>
            </a:r>
            <a:r>
              <a:rPr lang="en-US" sz="2800" b="1" dirty="0" err="1">
                <a:solidFill>
                  <a:srgbClr val="C00000"/>
                </a:solidFill>
              </a:rPr>
              <a:t>dp</a:t>
            </a:r>
            <a:r>
              <a:rPr lang="en-US" sz="2800" b="1" dirty="0">
                <a:solidFill>
                  <a:srgbClr val="C00000"/>
                </a:solidFill>
              </a:rPr>
              <a:t>[6]</a:t>
            </a:r>
          </a:p>
          <a:p>
            <a:r>
              <a:rPr lang="en-US" sz="2800" b="1" dirty="0">
                <a:solidFill>
                  <a:srgbClr val="C00000"/>
                </a:solidFill>
              </a:rPr>
              <a:t>(i.e.) V[6] = 2 Coins</a:t>
            </a:r>
          </a:p>
        </p:txBody>
      </p:sp>
    </p:spTree>
    <p:extLst>
      <p:ext uri="{BB962C8B-B14F-4D97-AF65-F5344CB8AC3E}">
        <p14:creationId xmlns:p14="http://schemas.microsoft.com/office/powerpoint/2010/main" val="218545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8" grpId="0"/>
      <p:bldP spid="20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EFC7-B2F2-2F8D-893E-9AE77C4FE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B9CBD-B643-3DBE-1C00-F9D477663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Assume the coins available as {1, 5, 6, 9}, how many ways you can make the change for the amount 11?</a:t>
            </a:r>
          </a:p>
          <a:p>
            <a:pPr marL="0" indent="0">
              <a:buNone/>
            </a:pPr>
            <a:r>
              <a:rPr lang="en-US" b="1" dirty="0"/>
              <a:t>	Greedy Solution: 9, 1, 1 (3 coins)</a:t>
            </a:r>
          </a:p>
          <a:p>
            <a:pPr marL="0" indent="0">
              <a:buNone/>
            </a:pPr>
            <a:r>
              <a:rPr lang="en-US" b="1" dirty="0"/>
              <a:t>	Actual Solution: 6, 5 (2 coins)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Total Number of ways: </a:t>
            </a:r>
            <a:r>
              <a:rPr lang="en-US" b="1" dirty="0" err="1">
                <a:solidFill>
                  <a:srgbClr val="C00000"/>
                </a:solidFill>
              </a:rPr>
              <a:t>dp</a:t>
            </a:r>
            <a:r>
              <a:rPr lang="en-US" b="1" dirty="0">
                <a:solidFill>
                  <a:srgbClr val="C00000"/>
                </a:solidFill>
              </a:rPr>
              <a:t>[11] = 2 Coins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Denominations: {5, 6}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C5A5E-6C10-CCD9-E7AE-803036E5C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67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2D00839-F75F-154A-6C72-792BD81CB4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903416"/>
              </p:ext>
            </p:extLst>
          </p:nvPr>
        </p:nvGraphicFramePr>
        <p:xfrm>
          <a:off x="2380565" y="3672959"/>
          <a:ext cx="6445950" cy="1371600"/>
        </p:xfrm>
        <a:graphic>
          <a:graphicData uri="http://schemas.openxmlformats.org/drawingml/2006/table">
            <a:tbl>
              <a:tblPr/>
              <a:tblGrid>
                <a:gridCol w="1236726">
                  <a:extLst>
                    <a:ext uri="{9D8B030D-6E8A-4147-A177-3AD203B41FA5}">
                      <a16:colId xmlns:a16="http://schemas.microsoft.com/office/drawing/2014/main" val="2806423318"/>
                    </a:ext>
                  </a:extLst>
                </a:gridCol>
                <a:gridCol w="498793">
                  <a:extLst>
                    <a:ext uri="{9D8B030D-6E8A-4147-A177-3AD203B41FA5}">
                      <a16:colId xmlns:a16="http://schemas.microsoft.com/office/drawing/2014/main" val="4045376954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3670003290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1924990374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1221325497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3656132418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3083568152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681774357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1371598599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231500919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3846668454"/>
                    </a:ext>
                  </a:extLst>
                </a:gridCol>
                <a:gridCol w="559118">
                  <a:extLst>
                    <a:ext uri="{9D8B030D-6E8A-4147-A177-3AD203B41FA5}">
                      <a16:colId xmlns:a16="http://schemas.microsoft.com/office/drawing/2014/main" val="2856651608"/>
                    </a:ext>
                  </a:extLst>
                </a:gridCol>
                <a:gridCol w="559118">
                  <a:extLst>
                    <a:ext uri="{9D8B030D-6E8A-4147-A177-3AD203B41FA5}">
                      <a16:colId xmlns:a16="http://schemas.microsoft.com/office/drawing/2014/main" val="41661027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 err="1"/>
                        <a:t>i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530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dp[i]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871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/>
                        <a:t>lastCoin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115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303532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C9C1B-2DF0-2BDC-8733-4828F0057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A96FA-91F6-D1B8-06B1-AD4AA7386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the coins available as {30, 20, 5, 1}, how many ways you can make the change for the amount 40?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Need an array of size 40 to work with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6FF6B-C5D3-882D-A88E-BEB66421A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3ECE-47FC-4FB8-9717-342F0F320B31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745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1948</TotalTime>
  <Words>7623</Words>
  <Application>Microsoft Office PowerPoint</Application>
  <PresentationFormat>Widescreen</PresentationFormat>
  <Paragraphs>2138</Paragraphs>
  <Slides>68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80" baseType="lpstr">
      <vt:lpstr>Arial</vt:lpstr>
      <vt:lpstr>Calibri</vt:lpstr>
      <vt:lpstr>Calibri Light</vt:lpstr>
      <vt:lpstr>Cambria Math</vt:lpstr>
      <vt:lpstr>Comic Sans MS</vt:lpstr>
      <vt:lpstr>Monotype Corsiva</vt:lpstr>
      <vt:lpstr>Nunito</vt:lpstr>
      <vt:lpstr>Symbol</vt:lpstr>
      <vt:lpstr>Times</vt:lpstr>
      <vt:lpstr>Times New Roman</vt:lpstr>
      <vt:lpstr>urw-din</vt:lpstr>
      <vt:lpstr>Office Theme</vt:lpstr>
      <vt:lpstr>Dynamic Programming</vt:lpstr>
      <vt:lpstr>What is Dynamic Programming?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Elements of Dynamic Programming</vt:lpstr>
      <vt:lpstr>0-1 Knapsack – DP approach</vt:lpstr>
      <vt:lpstr>0-1 Knapsack – Algorithm</vt:lpstr>
      <vt:lpstr>0-1 Knapsack – Example 1</vt:lpstr>
      <vt:lpstr>0-1 Knapsack – Example 1</vt:lpstr>
      <vt:lpstr>0-1 Knapsack – Algorithm</vt:lpstr>
      <vt:lpstr>0-1 Knapsack – Example 1</vt:lpstr>
      <vt:lpstr>0-1 Knapsack – Example 1</vt:lpstr>
      <vt:lpstr>0-1 Knapsack – Example 1</vt:lpstr>
      <vt:lpstr>0-1 Knapsack – Example 1</vt:lpstr>
      <vt:lpstr>0-1 Knapsack – Example 1</vt:lpstr>
      <vt:lpstr>0-1 Knapsack – Algorithm</vt:lpstr>
      <vt:lpstr>0-1 Knapsack – Example 1</vt:lpstr>
      <vt:lpstr>0-1 Knapsack – Algorithm</vt:lpstr>
      <vt:lpstr>0-1 Knapsack – Example 2</vt:lpstr>
      <vt:lpstr>0-1 Knapsack – Example 2</vt:lpstr>
      <vt:lpstr>0-1 Knapsack – Example 2</vt:lpstr>
      <vt:lpstr>0-1 Knapsack – Example 2</vt:lpstr>
      <vt:lpstr>0-1 Knapsack – Example 2</vt:lpstr>
      <vt:lpstr>0-1 Knapsack – Example 1</vt:lpstr>
      <vt:lpstr>Matrix Chain Multiplication</vt:lpstr>
      <vt:lpstr>Parenthesizing the matrices</vt:lpstr>
      <vt:lpstr>Example 1</vt:lpstr>
      <vt:lpstr>Example 2</vt:lpstr>
      <vt:lpstr>Example 2</vt:lpstr>
      <vt:lpstr>Matrix Chain Multiplication</vt:lpstr>
      <vt:lpstr>Computing the Optimal Costs </vt:lpstr>
      <vt:lpstr>Example: min {m[i, k] + m[k+1, j] + pi-1pkpj} </vt:lpstr>
      <vt:lpstr>Example min {m[i, k] + m[k+1, j] + pi-1pkpj} </vt:lpstr>
      <vt:lpstr>Example 1</vt:lpstr>
      <vt:lpstr>Example 1</vt:lpstr>
      <vt:lpstr>Algorithm</vt:lpstr>
      <vt:lpstr>Printing optimal solution</vt:lpstr>
      <vt:lpstr>Example 2</vt:lpstr>
      <vt:lpstr>Example 1</vt:lpstr>
      <vt:lpstr>Longest Common Subsequence</vt:lpstr>
      <vt:lpstr>Example</vt:lpstr>
      <vt:lpstr>Brute-Force Solution</vt:lpstr>
      <vt:lpstr>Making the choice</vt:lpstr>
      <vt:lpstr>Notations</vt:lpstr>
      <vt:lpstr>A Recursive Solution</vt:lpstr>
      <vt:lpstr>A Recursive Solution</vt:lpstr>
      <vt:lpstr>Overlapping Subproblems</vt:lpstr>
      <vt:lpstr>Computing the Length of the LCS</vt:lpstr>
      <vt:lpstr>Additional Information</vt:lpstr>
      <vt:lpstr>LCS-LENGTH(X, Y, m, n)</vt:lpstr>
      <vt:lpstr>Example 1</vt:lpstr>
      <vt:lpstr>Constructing a LCS</vt:lpstr>
      <vt:lpstr>PRINT-LCS(b, X, i, j)</vt:lpstr>
      <vt:lpstr>Example 2</vt:lpstr>
      <vt:lpstr>Coin Changing Problem</vt:lpstr>
      <vt:lpstr>Greedy Fails!!</vt:lpstr>
      <vt:lpstr>Naïve approach – using Recursion</vt:lpstr>
      <vt:lpstr>DP Solution – using Memoization (Bottomup DP)</vt:lpstr>
      <vt:lpstr>Example 1</vt:lpstr>
      <vt:lpstr>Example 1 - Contd</vt:lpstr>
      <vt:lpstr>Example 1 - Contd</vt:lpstr>
      <vt:lpstr>Example 2</vt:lpstr>
      <vt:lpstr>Example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Programming</dc:title>
  <dc:creator>Supriya M</dc:creator>
  <cp:lastModifiedBy>Dr. Supriya M.</cp:lastModifiedBy>
  <cp:revision>404</cp:revision>
  <dcterms:created xsi:type="dcterms:W3CDTF">2021-03-22T05:32:13Z</dcterms:created>
  <dcterms:modified xsi:type="dcterms:W3CDTF">2026-04-05T13:51:57Z</dcterms:modified>
</cp:coreProperties>
</file>