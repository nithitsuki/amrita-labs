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8.xml" ContentType="application/inkml+xml"/>
  <Override PartName="/ppt/notesSlides/notesSlide6.xml" ContentType="application/vnd.openxmlformats-officedocument.presentationml.notesSlide+xml"/>
  <Override PartName="/ppt/ink/ink4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0.xml" ContentType="application/inkml+xml"/>
  <Override PartName="/ppt/notesSlides/notesSlide11.xml" ContentType="application/vnd.openxmlformats-officedocument.presentationml.notesSlide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80" r:id="rId3"/>
    <p:sldId id="258" r:id="rId4"/>
    <p:sldId id="275" r:id="rId5"/>
    <p:sldId id="276" r:id="rId6"/>
    <p:sldId id="277" r:id="rId7"/>
    <p:sldId id="278" r:id="rId8"/>
    <p:sldId id="279" r:id="rId9"/>
    <p:sldId id="281" r:id="rId10"/>
    <p:sldId id="298" r:id="rId11"/>
    <p:sldId id="355" r:id="rId12"/>
    <p:sldId id="282" r:id="rId13"/>
    <p:sldId id="283" r:id="rId14"/>
    <p:sldId id="299" r:id="rId15"/>
    <p:sldId id="354" r:id="rId16"/>
    <p:sldId id="285" r:id="rId17"/>
    <p:sldId id="286" r:id="rId18"/>
    <p:sldId id="287" r:id="rId19"/>
    <p:sldId id="288" r:id="rId20"/>
    <p:sldId id="290" r:id="rId21"/>
    <p:sldId id="291" r:id="rId22"/>
    <p:sldId id="292" r:id="rId23"/>
    <p:sldId id="300" r:id="rId24"/>
    <p:sldId id="356" r:id="rId25"/>
    <p:sldId id="301" r:id="rId26"/>
    <p:sldId id="293" r:id="rId27"/>
    <p:sldId id="302" r:id="rId28"/>
    <p:sldId id="303" r:id="rId29"/>
    <p:sldId id="305" r:id="rId30"/>
    <p:sldId id="306" r:id="rId31"/>
    <p:sldId id="307" r:id="rId32"/>
    <p:sldId id="309" r:id="rId33"/>
    <p:sldId id="308" r:id="rId34"/>
    <p:sldId id="295" r:id="rId35"/>
    <p:sldId id="296" r:id="rId36"/>
    <p:sldId id="297" r:id="rId37"/>
    <p:sldId id="310" r:id="rId38"/>
    <p:sldId id="312" r:id="rId39"/>
    <p:sldId id="311" r:id="rId40"/>
    <p:sldId id="313" r:id="rId41"/>
    <p:sldId id="317" r:id="rId42"/>
    <p:sldId id="319" r:id="rId43"/>
    <p:sldId id="320" r:id="rId44"/>
    <p:sldId id="321" r:id="rId45"/>
    <p:sldId id="323" r:id="rId46"/>
    <p:sldId id="324" r:id="rId47"/>
    <p:sldId id="325" r:id="rId48"/>
    <p:sldId id="326" r:id="rId49"/>
    <p:sldId id="327" r:id="rId50"/>
    <p:sldId id="330" r:id="rId51"/>
    <p:sldId id="331" r:id="rId52"/>
    <p:sldId id="338" r:id="rId53"/>
    <p:sldId id="340" r:id="rId54"/>
    <p:sldId id="341" r:id="rId55"/>
    <p:sldId id="343" r:id="rId56"/>
    <p:sldId id="350" r:id="rId57"/>
    <p:sldId id="332" r:id="rId58"/>
    <p:sldId id="333" r:id="rId59"/>
    <p:sldId id="334" r:id="rId60"/>
    <p:sldId id="335" r:id="rId61"/>
    <p:sldId id="336" r:id="rId62"/>
    <p:sldId id="337" r:id="rId63"/>
    <p:sldId id="353" r:id="rId64"/>
    <p:sldId id="352" r:id="rId6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59139-0E54-CB17-7401-D9525FBDC221}" v="11" dt="2025-10-31T03:37:14.75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. Sangita Khare" userId="S::k_sangita@blr.amrita.edu::6e4d4394-b974-43a0-b8f1-77f4c6e7b5a1" providerId="AD" clId="Web-{2BA59139-0E54-CB17-7401-D9525FBDC221}"/>
    <pc:docChg chg="addSld delSld">
      <pc:chgData name="Ms. Sangita Khare" userId="S::k_sangita@blr.amrita.edu::6e4d4394-b974-43a0-b8f1-77f4c6e7b5a1" providerId="AD" clId="Web-{2BA59139-0E54-CB17-7401-D9525FBDC221}" dt="2025-10-31T03:37:14.757" v="9"/>
      <pc:docMkLst>
        <pc:docMk/>
      </pc:docMkLst>
      <pc:sldChg chg="del">
        <pc:chgData name="Ms. Sangita Khare" userId="S::k_sangita@blr.amrita.edu::6e4d4394-b974-43a0-b8f1-77f4c6e7b5a1" providerId="AD" clId="Web-{2BA59139-0E54-CB17-7401-D9525FBDC221}" dt="2025-10-31T03:36:48.772" v="6"/>
        <pc:sldMkLst>
          <pc:docMk/>
          <pc:sldMk cId="2450684557" sldId="342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38.537" v="0"/>
        <pc:sldMkLst>
          <pc:docMk/>
          <pc:sldMk cId="1622310906" sldId="344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45.225" v="5"/>
        <pc:sldMkLst>
          <pc:docMk/>
          <pc:sldMk cId="293095141" sldId="345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40.068" v="1"/>
        <pc:sldMkLst>
          <pc:docMk/>
          <pc:sldMk cId="3035032847" sldId="346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40.834" v="2"/>
        <pc:sldMkLst>
          <pc:docMk/>
          <pc:sldMk cId="255651529" sldId="347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42.709" v="3"/>
        <pc:sldMkLst>
          <pc:docMk/>
          <pc:sldMk cId="3213536832" sldId="348"/>
        </pc:sldMkLst>
      </pc:sldChg>
      <pc:sldChg chg="del">
        <pc:chgData name="Ms. Sangita Khare" userId="S::k_sangita@blr.amrita.edu::6e4d4394-b974-43a0-b8f1-77f4c6e7b5a1" providerId="AD" clId="Web-{2BA59139-0E54-CB17-7401-D9525FBDC221}" dt="2025-10-31T03:36:44.147" v="4"/>
        <pc:sldMkLst>
          <pc:docMk/>
          <pc:sldMk cId="2772369332" sldId="349"/>
        </pc:sldMkLst>
      </pc:sldChg>
      <pc:sldChg chg="add del">
        <pc:chgData name="Ms. Sangita Khare" userId="S::k_sangita@blr.amrita.edu::6e4d4394-b974-43a0-b8f1-77f4c6e7b5a1" providerId="AD" clId="Web-{2BA59139-0E54-CB17-7401-D9525FBDC221}" dt="2025-10-31T03:36:53.866" v="8"/>
        <pc:sldMkLst>
          <pc:docMk/>
          <pc:sldMk cId="4023042003" sldId="350"/>
        </pc:sldMkLst>
      </pc:sldChg>
      <pc:sldChg chg="del">
        <pc:chgData name="Ms. Sangita Khare" userId="S::k_sangita@blr.amrita.edu::6e4d4394-b974-43a0-b8f1-77f4c6e7b5a1" providerId="AD" clId="Web-{2BA59139-0E54-CB17-7401-D9525FBDC221}" dt="2025-10-31T03:37:14.757" v="9"/>
        <pc:sldMkLst>
          <pc:docMk/>
          <pc:sldMk cId="358829164" sldId="35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6:05:17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30605 11771 366 0,'0'0'195'0,"0"0"-21"16,0 0-76-16,0 0-17 15,-14 14-20-15,14-14-40 16,-19 15-16-16,19-15-4 16,-10 17-1-16,10-17-2 15,-9 25 1-15,9-25-2 16,-3 22-1-16,6-6-1 15,-3-16 0-15,9 34 1 0,-6-13 1 16,4 2-1-16,4 1 2 16,1-2-1-16,-2 3 1 15,3-1 0-15,-3-2 1 16,2-3 0-16,2-1-2 16,-2-3 1-16,-12-15-1 15,19 21 0-15,-19-21 2 16,19 5 1-16,-1-15-1 15,4-9 1-15,11-11 1 16,9-11 1-16,13-9 0 16,13-11 2-16,10-8-3 15,9-7-4-15,7-2 0 0,10 0 0 16,0 2 1-16,-3 1-2 16,1 3 0-16,-1 2-1 15,0 6 2 1,-4 5 3-16,-5 2 0 0,-5 5 0 15,-6 4 2-15,-10 5-2 16,-3 5 0-16,-13 5 2 16,-9 8 0-16,-12 5-2 15,-8 6-1-15,-5 5 2 16,-21 9 2-16,16-5 3 16,-16 5 0-16,0 0 1 15,0 0 2-15,0 0 0 16,-11 17-2-16,11-17 0 0,0 0-3 15,-15 18-3 1,15-18-1-16,0 0-2 16,-11 20-1-16,11-20-2 15,0 0 2-15,0 0 0 0,0 0-4 16,0 0 1-16,0 0-14 16,-5-19-139-16,9-5-19 15,-18-23-5-15,2-5-1 16,-18-22-4-16</inkml:trace>
  <inkml:trace contextRef="#ctx0" brushRef="#br0" timeOffset="1271.42">30722 21887 327 0,'0'0'211'0,"0"0"-15"15,0 0-70-15,0 0-40 16,0 0-9-16,0 0-77 16,0 0 0-16,0 0 0 15,3 19 0-15,-3-19 0 16,12 22 0-16,-5-3 0 16,5 5 0-16,2 4 0 15,2 3 0-15,1 2 0 16,2 2 0-16,-3 3 0 15,3 0 0-15,-5-3 0 0,2-3 0 16,-1-6 0 0,-1-1 0-16,2-8 0 15,-2-3 0-15,5-9 0 16,0-14 0-16,10-5 0 0,4-10 0 16,9-7 0-16,7-12 0 15,6-13 0-15,9-8 0 16,7-10 0-16,11-6 0 15,-2-5 0-15,8-5 0 16,3 0 0-16,2 0 0 16,3 0 0-16,1 6 0 15,-3 2 0-15,0 10 0 16,-1 2 0-16,-4 6 0 0,-6 7 0 16,-8 5 0-1,-8 5 0-15,-4 9 0 16,-11 7 0-16,-7 5 0 15,-7 5 0-15,-12 8 0 0,-6 4 0 16,-20 9 0-16,22-3 0 16,-22 3 0-16,0 0 0 15,0 0 0-15,0 0 0 16,0 0 0-16,0 0 0 16,0 0 0-16,0 0 0 15,0 0 0-15,0 0-133 16,-19-35-38-16,-7 2-10 15,-26-10-5-15,-25-21-6 16</inkml:trace>
  <inkml:trace contextRef="#ctx0" brushRef="#br0" timeOffset="14662.93">10006 1961 523 0,'-12'-36'206'0,"12"36"-74"15,0 0-81-15,-16-43-22 16,16 43-5-16,0 0-17 16,0 0 4-16,0 0 10 15,0 0-5-15,0 0-13 16,-13 15-3-16,13-15 0 0,0 0 0 16,-16 7 0-16,16-7 0 15,0 0 0-15,-14 0 0 16,9 19 0-16,-2 9 0 15,3 10 0-15,4 0 0 16,0 7 0-16,0 2 0 16,0 8 0-16,7-3-6 15,-1-5 1-15,4-6-13 16,0-3 11-16,3-6-16 16,6-5 12-16,1-11 1 15,7-2 0-15,0-16 10 16,13-26-8-16,9-24 16 15,12-27-11-15,10-18 12 0,17-23-9 16,13-8 14-16,12-12-9 16,7 2-2-16,6 3 1 15,1 19-8 1,0 17 11-16,-8 16-9 0,-9 15 5 16,-9 13-7-16,-13 10 3 15,-8 7-9-15,-9 8 14 16,-71 30-80-16,123-69-86 15,-123 69-27-15,127-95-1 16,-56 33-6-16,-1-16 52 16</inkml:trace>
  <inkml:trace contextRef="#ctx0" brushRef="#br0" timeOffset="15471.51">17850 1766 295 0,'0'0'175'0,"0"0"-14"16,13 20-75-16,-6 27-16 16,12 19-1-16,-5 14-19 15,5 1-11-15,3 14-1 0,1-1-17 16,-1 2-6-16,1-9-11 16,-4-13-4-16,-2-16-14 15,2-8 9-15,1-14-2 16,2-12 0-16,1-13 1 15,6-16 0-15,13-28-3 16,10-21 1-16,16-29 14 16,13-24-7-16,9-18 11 15,15-15-8-15,11-4 11 16,4-1-4-16,6 15 5 16,-2 12-5-16,-1 21-9 15,-5 18 0-15,-5 16 0 16,-13 13 0-16,-6 12 0 0,-7 7 0 15,-16 7 0-15,-71 24 0 16,111-25 0-16,-111 25 0 16,0 0-61-1,97-19-61-15,-97 19-38 0,0 0-22 16,98-12-12-16,-98 12-3 16,112-21 91-16</inkml:trace>
  <inkml:trace contextRef="#ctx0" brushRef="#br0" timeOffset="16259.07">23731 1785 272 0,'-6'-85'175'15,"6"85"-28"-15,0 0-30 16,0 0-20-16,0 0-14 15,0 0-20-15,0 0-33 16,0 0-15-16,0 0-13 16,0 0 0-16,0 0 3 15,0 0 7-15,0 0-9 0,0 57-9 16,15 4 7-16,6 16-7 16,-2 8-3-16,4 0-4 15,-1-5 0-15,-3-9-2 16,0-9-5-16,-1-14 9 15,-3-22-12-15,8-33 7 16,3-27 20-16,-26 34-10 16,88-151 11-16,-16 49 1 15,11-16 3-15,18-10-1 16,11-5 10-16,19 1-12 16,6 13-20-16,9 17 22 15,8 14-18-15,-5 11 9 0,-3 12 2 16,-9 9 4-16,-5 10-6 15,-17 9 10-15,-13 6 6 16,-17 9-8-16,-85 22 3 16,120-26-9-16,-120 26 0 15,0 0 2-15,85-18-2 16,-85 18 1-16,0 0 0 16,0 0 2-16,0 0 4 15,0 0 1-15,0 0-2 16,0 0-4-16,0 0-1 15,0 0 2-15,0 0 1 16,0 0-7-16,0 0-4 16,0 0-15-16,0 0-143 0,0 0-33 15,0 0-3-15,9-81-5 16,-9 81 205-16,-23-88 0 16,23 88 0-1,-26-92 0-15,26 92 0 0,-29-71 0 16,29 71 0-16,0 0 0 15</inkml:trace>
  <inkml:trace contextRef="#ctx0" brushRef="#br0" timeOffset="19023.03">18423 7104 104 0,'-12'-21'57'15,"5"4"-14"-15,-12 0 1 0,-3-1-7 16,-8-1-6-16,-3-3 16 16,-9-1 14-1,-3-6 7-15,-3 1 20 16,-15-10-6-16,6 5-3 0,-18-7-5 15,8 4-1-15,-19-6-23 16,8 4-15-16,-12-5-9 16,0 5-23-16,-6 2 0 15,-1-1-3-15,-4 4 2 16,3 0 0-16,-7 6 0 16,1 3-8-16,0 5 2 15,-2 5-1-15,2 7 0 0,3 7 0 16,1 7 0-1,-1 8 0-15,0 11 1 16,4 7 6-16,3 7-1 16,-3 7 2-16,3 10-3 15,4 5 1-15,2 7 4 0,1 6-4 16,5 3 4-16,4 5-4 16,7 5 2-16,0 5-3 15,3-1 4-15,6 2-3 16,8 1-3-16,2-2 7 15,8-1-5-15,6 0-1 16,5-6 2-16,11 1-4 16,6-4 3-16,9 0-4 15,4-5 2-15,6 0-5 16,11-4 2-16,2-1 3 16,10-2-4-16,3-7 5 15,6 4-1-15,1-4-1 0,6-2 0 16,3-1-1-16,0 1 1 15,4-2 1-15,3 3-1 16,0 6 1-16,4 2-3 16,1 0 5-16,5 2-3 15,-1 1 3-15,5-1-3 16,-2-4 2-16,4 0-2 16,-2-8 0-16,2-6 1 15,3-6-1-15,3-6 0 16,5-5-1-16,4-5 2 15,5-5-4-15,3-8 4 16,6-9-3-16,4-3 2 16,-1-4 0-16,4-6 1 0,6-10-1 15,1-5-1-15,2-9 2 16,1-5-1-16,2-6 4 16,1-6-4-16,3-7 4 15,-4-4-2-15,2-3 0 16,-9-5 1-16,-1-2 0 15,-2-6 1-15,-9-2-2 16,-2-3 2-16,-1-3-2 16,-7-5 4-16,-5 0 0 15,-11-2 2-15,-7 1-1 16,-5-3 0-16,-14-3-1 16,-3-5 1-16,-9-4 0 15,-11-1-1-15,-6-4 2 0,-6-2-4 16,-6-4 4-16,-4-1-5 15,0 3 1 1,-11-1 0-16,-1 4 1 16,-7 3 0-16,2 3-4 0,-9-1 9 15,-9 4-5-15,-10 5 0 16,-14 2 5-16,-12 6-4 16,-11 5 2-16,-8 9-70 15,-21 5-43-15,-6 12-36 16,-9 14-23-16,-20 7-3 15,-3 19-3-15,-16 8 45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6:16.5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31380 18357 432 0,'0'0'201'16,"0"0"-39"-16,-23 2-25 15,23-2-46-15,0 0-91 16,0 0 0-16,0 0 0 15,23-7 0-15,-23 7 0 16,29-12 0-16,-6 8 0 16,-4-3 0-16,10 0 0 15,-6 1 0-15,6 2 0 0,-10-3-80 16,0 4-74 0,1 6-22-16,-20-3-1 15,0 0 0-15,0 0-3 16</inkml:trace>
  <inkml:trace contextRef="#ctx0" brushRef="#br0" timeOffset="185.13">31331 18487 506 0,'0'0'175'15,"16"17"-19"-15,1-13-65 16,-1-6-40-16,13 0-27 15,1 0-111-15,-3-3-48 16,6-9-34-16,4 4-2 16,-11-11-4-16,9 2 2 15</inkml:trace>
  <inkml:trace contextRef="#ctx0" brushRef="#br0" timeOffset="794.56">31876 18310 433 0,'0'0'179'0,"31"-15"-36"16,-5 6-28-16,4-5-15 0,10 2-47 15,-2-5-53-15,7-4 0 16,4-3 0-16,-4 0 0 16,-2-4 0-16,-5 2 0 15,-5-4 0-15,-7 1 0 16,-7 0 0-16,-6-1 0 16,-6 3 0-16,-7 4 0 15,-11 1 0-15,-1 6 0 16,-4 0 0-16,-4 8 0 15,0-1 0-15,1 7 0 16,4-1 0-16,15 3 0 16,-26 0 0-16,26 0 0 15,0 0 0-15,0 0 0 0,0 0 0 16,0 0 0-16,-14 28 0 16,10-8 0-16,4 10 0 15,0 10 0 1,0 8 0-16,-1 7 0 0,-3 13 0 15,4 5 0-15,-3 3 0 16,3 3 0-16,-4 1 0 16,4 0 0-16,0-4 0 15,0-3 0-15,0-8 0 16,0-8 0-16,0-5 0 16,4-10 0-16,-4-9 0 15,3-11 0-15,2 1-21 0,-5-23-77 16,0 0-45-16,0 0-24 15,0 0 1 1,-5-30-2-16,-2 4 1 0</inkml:trace>
  <inkml:trace contextRef="#ctx0" brushRef="#br0" timeOffset="1069.76">31853 18651 369 0,'-10'16'164'0,"10"-16"-3"0,0 0-40 15,26-4-33-15,-7-2-32 16,11 0-41-16,-1-1-11 16,4 0-4-1,5-1-1-15,4 1 0 0,-2-2 0 16,-2 2-1-16,-5 0 1 15,-3 2-12-15,-3-2-107 16,-1 6-40-16,-26 1-4 16,33-18 0-16,-26-1-3 15,12 2 1-15</inkml:trace>
  <inkml:trace contextRef="#ctx0" brushRef="#br0" timeOffset="1410">32810 17682 528 0,'0'0'184'0,"5"-16"-4"15,-5 16-71-15,-16 13-87 16,16-13-22-16,-19 31 0 15,5-7 0-15,2 11 0 16,2 13 0-16,-2 14 0 16,-2 9 0-16,5 12 0 15,2 7 0-15,4 6 0 16,6 1 0-16,8-6 0 16,4-6 0-16,4-10 0 15,7-6-5-15,-3-14-117 0,3-13-42 16,4-8-11-16,-8-18-3 15,4-6-1-15,-10-22 1 16</inkml:trace>
  <inkml:trace contextRef="#ctx0" brushRef="#br0" timeOffset="2062.01">33214 18087 507 0,'0'0'170'15,"0"0"-19"-15,0 0-40 16,0 0-47-16,0 0-51 15,0 0-6-15,-19 10-7 16,19-10 0-16,-19 25 0 16,5-8 0-16,-1 5 0 15,-1 10 0-15,2 2 0 16,2 6 0-16,2 3 0 16,-3 2 0-16,6 0 0 15,4 0 0-15,3-1 0 0,3-6 0 16,1-5 0-16,8-4 0 15,-2-5 0-15,10-5 0 16,-1-7-12 0,7-6-2-16,7-10-1 0,1-6 2 15,3-8 2-15,1-6 9 16,2-3 1-16,5-8 2 16,-3-3 1-16,-6-4 1 15,-1-1 1-15,-2-2-1 16,-7 0 2-16,-7-2 0 15,-3-1 1-15,-13 1-1 16,1 4 3-16,-13 3 5 0,-8 4-4 16,-6 4-5-16,-6 6-4 15,-6 7 0 1,-2 9 0-16,-8 5 0 16,0 8 0-16,3 4 0 15,-1 7 0-15,8 2 0 0,-1 4 0 16,10 5 0-16,0-1-3 15,10 5-105-15,4 3-45 16,5-7-19-16,7 7-5 16,4-10 1-16,8 4-2 15</inkml:trace>
  <inkml:trace contextRef="#ctx0" brushRef="#br0" timeOffset="2342.71">33270 18345 491 0,'0'0'178'16,"0"24"-29"-16,0-24-33 16,3 30-28-16,-3-15-87 15,7 9-1-15,-2 1 0 16,6 2 0-16,-2 3 0 15,1 3 0-15,4-2 0 16,-5-2 0-16,4 2-52 16,0-1-108-16,-6-8-18 15,5-3 1-15,-12-19-6 16,22 18 1-16</inkml:trace>
  <inkml:trace contextRef="#ctx0" brushRef="#br0" timeOffset="2583.38">33766 18575 607 0,'-10'19'176'16,"3"4"-42"-16,-5 6-44 15,-4 2-74-15,-5 4-16 16,2 1-28-16,-3-5-90 0,-4-5-40 16,3-1-14-16,-3-13-1 15,7-2-2-15,0-19-2 16</inkml:trace>
  <inkml:trace contextRef="#ctx0" brushRef="#br0" timeOffset="3766.34">34081 18130 403 0,'0'0'171'0,"8"-17"-16"16,-8 17-42-16,0 0-24 16,0 0-31-16,0 0-32 15,0 0-21-15,0 0-2 16,18 17-3-16,-15 4 0 16,6 10 0-16,1 9 0 15,-3 5 0-15,9 5 0 16,-4 4 0-16,2 1 0 15,-6-6 0-15,-1-6 0 16,0-7 0-16,-3-6 0 0,-1-8 0 16,1-6 0-1,-4-16 0-15,0 0 0 16,0 0 0-16,15-7-3 0,-8-12-6 16,2-9-2-16,1-6 1 15,3-8 7-15,0-3 8 16,3-3-2-16,3 1-1 15,-2 2 3-15,-1 7-3 16,0 5 3-16,-2 7-3 16,-2 10-1-16,-12 16 1 15,14-12 3-15,-14 12-1 16,0 0-4-16,19 18 0 16,-19-18 0-16,19 32 0 15,-9-4 0-15,6-2 0 16,3 5 0-16,-2-1 0 15,2 1 0-15,0 0 0 0,-3-2 0 16,-2-8 0-16,2-3 0 16,-6-3 0-16,-10-15 0 15,16 19 0-15,-16-19 0 16,0 0 0-16,0 0 0 16,19-21-3-16,-16-3 0 15,4-9 0-15,0-12 6 16,-3-12 2-16,4-9-4 15,-1-8-1-15,4-1 0 16,-6 6 0-16,2 7-1 16,0 7 1-16,-4 11-1 15,2 17 3-15,-5 11-2 16,0 16 0-16,0 0 0 0,0 0-20 16,0 0-96-16,0 0-42 15,0 0-10-15,-8 17-3 16,8-17-7-1,0 0-6-15</inkml:trace>
  <inkml:trace contextRef="#ctx0" brushRef="#br0" timeOffset="4093.07">34855 17431 514 0,'-12'-16'182'16,"12"16"-5"0,0 0-68-16,0 0-68 0,0 0-41 15,19 11 0 1,-19-11 0-16,33 34 0 0,-14-4 0 16,7 10 0-16,0 12 0 15,-4 12 0-15,1 10 0 16,-4 7 0-16,-5 6 0 15,-12 6 0-15,-11 10 0 16,-14 0 0-16,-17 5 0 16,-8 4-29-16,-16 1-138 15,-18-6-10-15,-5-3-3 0,-10-17-1 16,-4-8-1-16</inkml:trace>
  <inkml:trace contextRef="#ctx0" brushRef="#br0" timeOffset="5106.79">33259 18805 317 0,'0'0'134'0,"0"0"-7"16,0 0-12-16,18 2-10 16,-18-2-13-16,0 0-20 15,0 0-39-15,0 0-22 16,0 0 2-16,0 0-9 16,0 0-4-16,0 0 0 15,0 0 0-15,0 0 0 16,0 0 0-16,-7 17 0 0,7-17 0 15,3 16 0-15,1 1 0 16,1 8 0-16,2 7 0 16,0 7 0-1,-4 4 0-15,6 4 0 0,-2 4 0 16,0 3 0-16,0-4 0 16,-2-3 0-16,-1-4 0 15,-1-1 0-15,1-8 0 16,-4-2 0-16,0-6 0 15,3-2 0-15,-3-7 0 16,0-1 0-16,0-16 0 16,0 17 0-16,0-17-12 15,0 0-107-15,-19 5-44 0,19-5-8 16,-33-10-9-16,14 3 2 16,-11-9-1-16</inkml:trace>
  <inkml:trace contextRef="#ctx0" brushRef="#br0" timeOffset="5482.05">33091 19280 547 0,'14'-9'176'0,"-14"9"-39"16,0 0-35-16,0 0-41 15,16 17-61-15,-16-17 0 0,7 26 0 16,1-5 0-16,-1 2 0 15,4 3 0 1,-3 0 0-16,-1 1 0 16,4-1 0-16,-3 0 0 15,-1-5 0-15,0-4 0 0,-7-17 0 16,9 24 0-16,-9-24 0 16,17 9 0-16,-17-9 0 15,26-14 0-15,-7 0 0 16,7-8-4-16,6-1 0 15,4-4 3-15,2-4 3 16,6-1 3-16,-3 5-3 16,-6 2-2-16,-2 8-8 0,-7 3-104 15,-10 0-57 1,1 11 1-16,-17 3-7 16,0 0-3-16,0-17 4 15</inkml:trace>
  <inkml:trace contextRef="#ctx0" brushRef="#br0" timeOffset="6997.68">31925 19821 564 0,'15'16'180'0,"-15"-16"-2"16,0 0-77-16,0 0-101 16,0 0 0-16,0 0 0 0,0 0 0 15,0 0 0-15,0 0 0 16,0 0 0-16,0 0 0 15,0 0 0-15,0 0 0 16,0 0 0-16,0 0 0 16,0 0 0-16,0 0 0 15,0 0 0-15,0 0 0 16,0 0-46-16,0 0-111 16,0 0-19-16,-3 23-3 15,-2-4-4-15,-9 3-3 16</inkml:trace>
  <inkml:trace contextRef="#ctx0" brushRef="#br0" timeOffset="8012.4">31784 20512 501 0,'7'-31'171'0,"7"-11"-8"0,1-6-61 15,1-9-78-15,5-5-20 16,-2-1-2 0,4 3 3-16,-4 4-4 0,-4 8 3 15,-1 13 3-15,-5 9-1 16,-2 11 3-16,-7 15 4 15,0 0-2-15,0 0-11 16,0 0 0-16,0 0 0 16,0 0 0-16,0 0 0 15,-9 15 0-15,9-15 0 16,-7 17 0-16,7-17 0 0,-3 26 0 16,-1-6 0-16,4 4 0 15,4 7 0 1,-1 9 0-16,4 8 0 15,5 4 0-15,-1 5 0 0,4 4 0 16,1-1 0-16,-2 1 0 16,-2-6 0-16,-2-6 0 15,3-9 0-15,-10-9 0 16,4-10 0-16,-7-21 0 16,7 15-1-16,-7-15-8 15,-4-34-1-15,-3 1 1 16,-3-14-2-16,1-8 3 15,-6-11 9-15,1-5 4 0,-2 2 0 16,6 3 0 0,3 5 1-16,2 6-3 15,5 6 3-15,5 13-4 16,5 8-4-16,1 6 0 0,4 6 1 16,1 4 1-16,1 5 3 15,-1 5 6-15,3 6-1 16,0 5-8-16,-19-9 0 15,26 32 0-15,-22-7 0 16,-8 6 0-16,-1 2 0 16,-9 5 0-16,-8 5 0 15,-1-1 0-15,-7-1 0 16,4-1-5-16,0-7-73 16,11-2-44-16,1-7-22 15,9-8-16-15,5-16-9 16,19 10-8-16,3-13 10 15</inkml:trace>
  <inkml:trace contextRef="#ctx0" brushRef="#br0" timeOffset="8417.69">32452 20083 589 0,'7'-24'180'0,"-3"1"-37"16,-4 23-39-16,-7-29-97 15,7 29-7-15,-26-11 0 16,10 15 0-16,-1 4 0 16,-2 6 0-16,0 5 0 15,-1 4 0-15,1 3 0 16,5 0 0-16,2 1 0 0,9 1 0 16,6 0 0-16,6 1 0 15,8-3 0-15,2 0 0 16,7-3 0-16,1 1 0 15,2-3 0-15,-5-1 0 16,-3 0 0-16,-2-5 0 16,-7 2 0-16,-8-1 0 15,-4 0-3-15,0-16-2 16,-16 27 0-16,2-15 4 16,-5 4-1-16,-7-2 3 15,4 1-2-15,-4-3-32 16,3 4-69-16,4-4-35 15,19-12-28-15,-23 11-5 0,23-11-3 16,7-16 0-16</inkml:trace>
  <inkml:trace contextRef="#ctx0" brushRef="#br0" timeOffset="9128.19">32721 20252 448 0,'0'0'179'16,"0"0"-14"-16,0 0-39 16,-12 26-44-16,12-26-59 15,-22 25-23-15,15-10 0 0,7-15-4 16,-16 23 3-16,16-23 2 16,-14 19 0-16,14-19 2 15,0 0-3-15,0 0 0 16,0 0 0-16,0 0 0 15,0 0 0-15,19-5 0 16,-19 5 0-16,30-19-3 16,-13 10-3-16,-1-5 2 15,3 0-1-15,-4 0 8 16,-4-1-2-16,-1-3 4 16,-8 3-4-16,-4-1 5 15,-1-4-4-15,-8 2-2 16,-1-3 0-16,2-1 0 0,-2-1 0 15,-2-1 0-15,7 2 0 16,2-2 0 0,5-1 0-16,3 3 0 15,6 3 0-15,1 1 0 0,9 6 0 16,-3 5 0-16,7 7 0 16,-3 9 0-16,3 10 0 15,-1 12 0-15,-2 7 0 16,-1 14 0-16,0 9 0 15,-2 10 0-15,-5 5 0 16,-1 5 0-16,-3 1 0 16,-1-1 0-16,0-5 0 15,-3-8 0-15,4-8 0 0,-1-11 0 16,4-13 0 0,1-12 0-16,-12-24 0 15,29 12-3-15,-9-24-3 16,-5-8-1-16,-1-10-1 0,-2-10 0 15,-5-5 4-15,-3-3 3 16,-8-1 4-16,-3 6 2 16,-8 2 22-16,-1 9-25 15,-5 6-7-15,-7 6-75 16,6 9-38-16,1 4-26 16,-5 0-16-16,10 1-4 15,16 6-24-15,-8-23 25 16</inkml:trace>
  <inkml:trace contextRef="#ctx0" brushRef="#br0" timeOffset="9509.44">33322 20164 516 0,'19'-22'172'15,"-3"-6"-31"-15,-6-7-31 16,6 1-27-16,-9-10-82 15,0 6-1-15,-4-3 0 16,-3 8 0-16,-7 2 0 16,0 7 0-16,-5 6 0 15,12 18 0-15,-29-14 0 16,15 16 0-16,14-2 0 16,-32 23 0-16,22 1 0 15,3 9 0-15,2 10 0 16,8 7 0-16,2 16 0 0,2 5 0 15,6 5 0-15,4 7 0 16,-5-1 0-16,2-3 0 16,-2-1 0-16,-1-5 0 15,-5-11 0-15,-4-10 0 16,5-3-37-16,-10-22-74 16,3-8-47-16,0-19-15 15,0 0 0-15,-16-15 0 16,2-13 0-16</inkml:trace>
  <inkml:trace contextRef="#ctx0" brushRef="#br0" timeOffset="10033.83">33199 20472 266 0,'-11'-17'170'0,"11"17"3"16,0 0-47-16,18-24-21 15,-3 15-25-15,4-12-15 16,11 2-27-16,-1-5-38 15,10-4 0-15,2-3 0 16,8 0 0-16,-2 0 0 16,-2-2 0-16,-4 5 0 15,-2 2 0-15,-6 0 0 16,-4 2 0-16,-10 2 0 16,0-1 0-16,-5 2 0 15,-5-1 0-15,-6-1 0 0,1-1 0 16,-8 2 0-16,4-3 0 15,-5-1 0-15,2 4 0 16,-4 1 0-16,0 2 0 16,3 4 0-16,4 15 0 15,-12-21 0-15,12 21 0 16,0 0 0-16,-19-9 0 16,19 9 0-16,0 0 0 15,-21 12 0-15,21-12 0 16,-12 28 0-16,5-2 0 15,4 9 0-15,-2 10 0 16,5 10 0-16,5 9 0 16,-2 9 0-16,4 5 0 0,4-1 0 15,1 3 0-15,2-4 0 16,-6-5 0 0,3-7 0-16,-3-10 0 15,-4-7 0-15,-8-16-38 0,4-3-101 16,-5-11-31-16,5-17-6 15,-26 0-1-15,9-16-1 16</inkml:trace>
  <inkml:trace contextRef="#ctx0" brushRef="#br0" timeOffset="10201.94">33502 20519 311 0,'-1'-21'173'0,"6"2"-30"15,9 4-18-15,1-6-13 0,8 5-22 16,0-8-27-1,6 2-57-15,4-6-6 16,-3-5-63-16,1-2-77 16,2 1-27-16,-4-11-3 0,-1 0 0 15,-4-11-5-15</inkml:trace>
  <inkml:trace contextRef="#ctx0" brushRef="#br0" timeOffset="10397.09">33950 19461 666 0,'0'0'180'0,"0"0"-19"15,0 0-145-15,-3 30-16 16,-1 1 0-16,-1 4 0 16,2 13 0-16,-8 4-85 15,3 10-76-15,-3 6-16 0,-1-2-2 16,2-2-1-16,-1-11 0 15</inkml:trace>
  <inkml:trace contextRef="#ctx0" brushRef="#br0" timeOffset="10769.34">33924 20157 537 0,'18'-19'181'15,"-3"-5"-18"-15,1-4-40 16,3 6-104-16,-2-2-19 15,-5 6 0-15,-12 18 0 16,14-21 0-16,-14 21 0 16,0 0 0-16,0 0 0 0,-14 18 0 15,14-18 0-15,-15 26 0 16,15-26 0-16,-14 29 0 16,12-13 0-16,2-16 0 15,5 26 0-15,-5-26 0 16,26 19 0-16,-3-12 0 15,0 0 0-15,3-2 0 16,-4 0 0-16,-1 2 0 16,-5 2 0-16,-16-9 0 15,10 24 0-15,-17-9 0 16,-10 8 0-16,-2-1 0 16,-7 3 0-16,-9-3-13 0,2-3-124 15,0-3-37-15,-5-16-1 16,8-7-2-16,4-23-3 15</inkml:trace>
  <inkml:trace contextRef="#ctx0" brushRef="#br0" timeOffset="11385.79">34481 18920 639 0,'0'0'175'16,"0"0"-7"-16,0 0-127 16,0 0-41-16,14 29 0 15,-1-8 0-15,4 10 0 16,5 7 0-16,-2 7 0 15,2 5 0-15,4 2 0 16,-3-2 0-16,-4-1 0 0,-2-4 0 16,-1-9 0-1,-4-3 0-15,-2-5 0 16,-3-2 0-16,0 0 0 16,-7 5-45-16,-3 4-130 0,3 10-2 15,-7-2-4-15,3 4-2 16,1-2-3-16</inkml:trace>
  <inkml:trace contextRef="#ctx0" brushRef="#br0" timeOffset="12226.4">34962 19917 449 0,'-22'-21'193'0,"22"21"-4"15,0 0-57-15,-19-12-72 16,19 12-60-16,0 0 0 16,0 0 0-16,0 0 0 15,0 0 0-15,15-18 0 16,-15 18 0-16,23-15 0 15,-4 3 0-15,3-4 0 16,5 1 0-16,2-3 0 16,4 3 0-16,2-3 0 15,-2 6 0-15,-4 2 0 16,-6 5 0-16,-23 5 0 16,19-2 0-16,-19 2-42 0,-11 17-49 15,11-17-8-15,-24 21-2 16,24-21 5-16,-36 19 20 15,36-19 31-15,-30 19 77 16,11-19 39-16,19 0 17 16,-22 2 8-16,22-2 2 15,0 0-5-15,0 0-21 16,-16 2-72-16,16-2 0 16,0 0 0-16,9 22 0 15,-2-1 0-15,-1 1 0 16,7 10 0-16,-6-1 0 15,5 5 0-15,-2 0 0 0,-1-3 0 16,1 0 0-16,-3-3 0 16,0-6 0-16,-2-5 0 15,-5 0 0 1,0-19 0-16,-5 24 0 0,5-24 0 16,-14 12 0-16,14-12 0 15,-29 4 0-15,13-4 0 16,-3 0 0-16,2 1 0 15,-2 1 0-15,-4 3 0 16,7-1 0-16,-3 3 0 16,19-7 0-16,-26 12 0 15,26-12 0-15,-14 12 0 16,14-12 0-16,0 0 0 0,0 0 0 16,0 0 0-16,16-12 0 15,8 2 0 1,4-4 0-16,9-2 0 15,1-1-8-15,5-2 7 0,2 1 1 16,0-1-1-16,-3 0-2 16,-6 4-6-16,-13-3-91 15,-7 1-63-15,-16 17-6 16,14-33 2-16,-14 14-4 16,-7-8 3-16</inkml:trace>
  <inkml:trace contextRef="#ctx0" brushRef="#br0" timeOffset="12526.61">35400 19444 485 0,'3'-24'178'0,"-3"24"2"16,0 0-51-16,-7 17-78 15,7 4-51-15,-3 3 0 16,3 14 0-16,0 7 0 15,3 9 0-15,4 17 0 16,0 9 0-16,-2 6 0 16,2 6 0-16,-3 5 0 15,-4-2 0-15,0-8 0 16,-4-6 0-16,1-14 0 16,-2-11 0-16,1-13-9 15,1-17-83-15,3-26-50 16,0 0-28-16,15-14-7 15,-1-17 3-15,-2-12-1 0</inkml:trace>
  <inkml:trace contextRef="#ctx0" brushRef="#br0" timeOffset="13159.06">35672 19866 603 0,'0'0'182'15,"0"0"-13"-15,-14 25-100 16,14-25-69-16,-5 24 0 16,9-5 0-16,1 3 0 15,2 8 0-15,3 3 0 16,2 5 0-16,2 3 0 0,-2 4 0 16,4 2 0-16,-6-2 0 15,4-5 0-15,-5-4 0 16,-2-1 0-16,0-9 0 15,-5-4 0-15,-2-22 0 16,7 23 0-16,-7-23 0 16,0 0 0-16,0 0 0 15,-13-35 0-15,3 4 0 16,1-9 0-16,-8-10 0 16,1-14 0-16,2-5 0 15,-1-4 0-15,3 0 0 16,-2 1 0-16,7 8 0 15,-2 1-10-15,9 10-5 0,0 8 5 16,4 8 5-16,1 6 1 16,2 5 4-16,3 5 0 15,-1 4 1-15,-9 17-1 16,26-24 1-16,-9 19 1 16,-1 0 4-16,3 6 2 15,0 3 1-15,2 4 1 16,-5 3-3-16,-1 6-7 15,-4 4 0-15,-3 1 0 16,-4 4 0-16,-8 4 0 16,-1-1 0-16,-9 2 0 15,-1 1 0-15,-8-1 0 0,0-4 0 16,-3-1 0-16,0-3 0 16,0-2 0-16,4-1 0 15,-4-11-66-15,3 1-97 16,23-10-18-16,-29 9-2 15,29-9-4-15,-19-2-1 16</inkml:trace>
  <inkml:trace contextRef="#ctx0" brushRef="#br0" timeOffset="45758.86">30258 7919 245 0,'0'0'135'0,"0"0"-10"15,0 0-11-15,0 0-15 16,0 0-11-16,0 0-14 16,0 0-16-16,0 0-25 15,0 0-28-15,0 0-2 16,0 0 1-16,0 0 1 16,16-7 1-16,-16 7-1 15,0 0 0-15,22 0-1 0,-22 0-1 16,30 0 0-1,-14-1 0-15,6 1-1 16,-1 0-1-16,-2-2-1 16,4 2 0-16,-1 0 0 0,-3-2 1 15,0 0-1-15,-5 2 1 16,2-1-10-16,-1 2-78 16,-15-1-41-16,21 0-32 15,-21 0-15-15,0 0-12 16,19 14-8-16</inkml:trace>
  <inkml:trace contextRef="#ctx0" brushRef="#br0" timeOffset="46025.05">30394 8082 381 0,'0'0'162'0,"0"0"-38"15,0 0-15-15,0 0-16 16,0 0-23-16,0 0-35 16,0 0-30-16,19-7-3 15,-19 7-2-15,21-7-3 16,-21 7-1-16,27-3-1 16,-9 1-9-16,-3-3-83 15,4-2-56-15,7 5-12 16,-8-8-3-16,4 6-1 15,-6-10-5-15</inkml:trace>
  <inkml:trace contextRef="#ctx0" brushRef="#br0" timeOffset="46775.27">31152 7937 1 0,'0'0'25'16,"-35"19"28"-16,22-9-15 0,13-10 12 15,-23 10 27-15,23-10 27 16,0 0 17-16,0 0-17 15,0 0-6-15,0 0-7 16,0 0-10-16,19-19-15 16,-19 19-23-16,33-22-29 15,-10 8-16-15,3-2 8 16,3-1-6-16,4 0 4 16,-2-1-9-16,-5-2 10 15,0 1-9-15,1 0 8 16,-12-2-8-16,-1-3 2 15,-7-1-1-15,-5 1 0 16,-4-2 10-16,-5 4-5 0,-3 1 3 16,-6 2-8-16,2 2 4 15,14 17-5 1,-28-18 3-16,28 18-3 16,-21-5-4-16,21 5-2 0,0 0 3 15,-19-2 2-15,19 2 3 16,0 0 1-16,0 0 2 15,-8 18 2-15,4-3 1 16,1 3 6-16,-4 6-5 16,3 7 5-16,1 7-3 15,-2 5-3-15,1 6 1 16,4 3-3-16,4 5 1 16,-1 7-7-16,2 0 6 0,6 3-7 15,1 4 2 1,-2-1 2-16,6-1-3 15,-2-2 4-15,1-1-4 16,-1-7 3-16,2-5-1 0,-4-8-3 16,-5-2 5-16,3-11 0 15,-6-2-1-15,-2-5-1 16,-2-7 0-16,-6-4 2 16,6-15-39-16,-26 14-57 15,4-24-54-15,-1 3-18 16,-10-14 2-16,4 2-12 15,-13-14 22-15</inkml:trace>
  <inkml:trace contextRef="#ctx0" brushRef="#br0" timeOffset="47011.44">30916 8381 513 0,'0'0'186'0,"38"-20"-64"16,-1 11-40-16,4-8-41 16,15-2-39-16,5 0-1 15,5-2 2-15,1 0-2 16,-2-3-45-16,1 3-68 16,-6 4-43-16,-15-4-12 15,-1 5-2-15,-16-6-6 16,5 5 47-16</inkml:trace>
  <inkml:trace contextRef="#ctx0" brushRef="#br0" timeOffset="47417.71">32018 7441 257 0,'16'-10'177'0,"-16"10"1"15,3-19-71-15,-3 19-15 16,0 0-3-16,0 0-23 16,-15 4-38-16,15-4-30 0,0 0-1 15,-23 19-3-15,13-2-5 16,-2 4 3-16,-6 8 1 15,3 13 1-15,-1 8 4 16,-1 10 1-16,1 8 2 16,2 6-1-16,6 4 1 15,4-2-1-15,1 2 2 16,6-5-3-16,1-5 1 16,4-6 2-16,3-5 0 15,4-9 4-15,6-6-3 16,-2-9-97-16,11-9-49 15,4-5-22-15,-4-21-3 0,8-5-6 16,-8-22-1-16</inkml:trace>
  <inkml:trace contextRef="#ctx0" brushRef="#br0" timeOffset="48042.17">32395 7744 573 0,'0'0'175'16,"0"0"-8"-16,0 0-121 0,0 0-41 16,-23 6-8-16,23-6 0 15,-20 5 0-15,20-5 1 16,-26 14 1-1,26-14 4-15,-32 26-7 0,15-7 8 16,1 5-6-16,1 5 7 16,1 4-8-16,2 7 8 15,1 0-8-15,4 3 1 16,7 0 5-16,4-3-1 16,-1-5 3-16,8-2-3 15,4-7-1-15,1-6-4 16,1-6 1-16,2-5 0 15,4-6-2-15,0-4-2 0,3-6-1 16,3-4 2 0,1-6 2-16,4-4 2 15,-1-3 1-15,0-4 2 16,2-3 0-16,-2-2 0 0,-4-1-2 16,-1-3 0-16,-7 1 5 15,-5-2-4-15,-6 2 11 16,-10-4-5-16,-7 2 3 15,-7 1-9-15,-8 3 2 16,-4 6-2-16,-6 4-2 16,-8 8 2-16,-1 4-11 15,-1 10 3-15,2 4 4 16,2 7 2-16,2 6 6 16,1 1-4-16,5 5 4 15,8-1-3-15,-1 5-70 16,13 1-47-16,1 5-33 15,-1-4-17-15,10 6-7 0,-4-7 3 16,11 5 32-16</inkml:trace>
  <inkml:trace contextRef="#ctx0" brushRef="#br0" timeOffset="48385.41">32280 8053 368 0,'0'0'175'0,"0"0"-34"15,0 0-30-15,0 0-21 16,0 0-24-16,0 0-28 0,0 0-37 16,11 15-3-16,-2 6-1 15,8 7 1-15,-1 6 2 16,3 9-2-16,3 2-1 15,-1 6-3-15,2-3 2 16,-4-3-1-16,0-2 5 16,-4-6 1-16,3-6 2 15,-6-7 0-15,2-7-2 16,-14-17-2-16,22 20-3 16,-3-19-73-16,1-9-47 15,-1-10-35-15,10-4-12 16,-6-13-3-16,13-1 0 0</inkml:trace>
  <inkml:trace contextRef="#ctx0" brushRef="#br0" timeOffset="49033.87">32815 7454 125 0,'0'0'135'0,"0"0"-20"16,0 0-20-16,0 0 6 16,-16-7-4-16,16 7-11 15,0 0-19-15,0 0-15 16,0 0-12-16,0 0-9 0,0 0-12 15,23 7-14-15,-23-7-8 16,30 10-1-16,-11-1 1 16,3-1 2-1,1 3 0-15,6 1 2 0,1 2 1 16,-1 3-1-16,3 2 3 16,-3 2 0-16,1 5-1 15,3 1 3-15,-4 3-6 16,-1 1 4-16,-2 4-1 15,-4-1-4-15,4 3 1 16,-3 1-4-16,3 0 3 16,0 2-7-16,-3 3 7 15,-1 2-6-15,1 3 2 0,-6 4 0 16,-8 4 0 0,-9 3 4-16,-9 3-2 15,-13 4 4-15,-11 3-44 16,-13-7-88-16,-9-5-39 0,3 4-13 15,-16-23-2-15,13-5-5 16</inkml:trace>
  <inkml:trace contextRef="#ctx0" brushRef="#br0" timeOffset="52788.54">29463 8504 86 0,'0'0'156'0,"0"0"14"0,-15-7-33 0,15 7-17 0,0 0-14 15,15-5-12-15,-15 5-24 16,30-7-27 0,-1 0-30-16,9-1-24 0,11 3-8 15,3-6 5-15,7 2 10 16,5 3 2-16,7-1-1 16,-3 1 2-16,-5 5-1 15,-11-1 1-15,-4 4 0 16,-6-1 1-16,-12 3-1 15,-11-2 4-15,-19-2 4 16,0 0 0-16,0 0 0 0,0 0-1 16,-37 15 1-16,9-11-1 15,-8-1-1 1,-6 1-4-16,-3-1-3 16,2 1 1-16,-2-1-1 0,-1 2 0 15,1-1 0-15,7 1 1 16,9-2 0-16,3 1-2 15,7-1-1-15,19-3-4 16,-18 4 1-16,18-4 1 16,0 0-1-16,23-4 1 15,-1 1 1-15,11-2 2 16,5-2 2-16,15 0 2 16,-1 0 1-16,10 0-1 0,2-2 1 15,1 1-1 1,-3 1-1-16,-10 0-2 15,-14 3 4-15,-8 2 5 16,-11 2-1-16,-19 0 0 0,0 0 0 16,-42 20 1-16,-3-8 0 15,-3 2 3-15,-15 1-6 16,-1 2-2-16,-7 1-1 16,3-3-1-16,2-1 2 15,9-5-4-15,8-2-76 16,6-7-61-16,8-14-30 15,9 2-9-15,0-16 2 16,10 0-6-16</inkml:trace>
  <inkml:trace contextRef="#ctx0" brushRef="#br0" timeOffset="67229.87">26561 2351 125 0,'0'0'96'15,"0"0"9"-15,0 0 12 0,0 0-4 16,0 0-21-16,0 0 4 15,0 0-14-15,-9-16-11 16,9 16-17-16,0 0-29 16,-14-26-10-16,6 7-9 15,-3-5 11-15,-1-2-10 16,-2-4-5-16,-1 4-2 16,1 4 0-16,-2-1 0 15,16 23 0-15,-26-32 0 16,26 32 0-16,-9-18 0 15,9 18 0-15,0 0 0 16,2-15 0-16,-2 15 0 16,21 0 0-16,-2 5 0 0,4 0 0 15,6-5 0-15,9 9 0 16,4-2-1-16,7-6 2 16,-1 6-3-16,4-8-1 15,0 2-2-15,-3-2 4 16,-4 2 0-16,-2-6 1 15,-8-2 1-15,-5 9-1 16,-4-7 3-16,-11 3-1 16,-15 2 2-16,23-5-10 15,-23 5-85-15,0 0-53 16,-9 33-24-16,2-13-18 16,-12 6 8-16,2 7-10 0</inkml:trace>
  <inkml:trace contextRef="#ctx0" brushRef="#br0" timeOffset="67734.23">26458 2654 117 0,'0'0'65'0,"-20"-4"9"0,20 4 6 15,-16-2 19-15,16 2-2 16,0 0-2-16,0 0-12 15,-19 4-13-15,19-4-12 16,0 0-9-16,0 0-16 16,26-7-33-16,-10 2-5 15,6 1 2-15,4 3 0 16,7 1 4-16,2-2-2 16,8 4 1-16,6-2 0 15,3-2 0-15,0 2 0 16,2 0 0-16,-2 3 1 15,-3-4-2-15,-1 1 3 16,-8 1-2-16,-5-1-1 0,-9 4 0 16,-7-1 3-16,-19-3 0 15,0 0-58-15,0 0-80 16,0 0-27-16,0 0-8 16,0 0 5-16,0-24-9 15</inkml:trace>
  <inkml:trace contextRef="#ctx0" brushRef="#br0" timeOffset="68457.86">28199 1567 434 0,'0'0'183'16,"0"0"-33"-16,0 0-42 16,0 0-19-16,0 0-30 15,0 0-59-15,0 0 0 16,0 0 0-16,0 0 0 15,0 0 0-15,0 0 0 16,-10 90 0-16,10-25 0 0,0 17 0 16,4 11 0-16,-1 8 0 15,-3 2 0-15,3 6 0 16,3-8-10-16,-3-1 4 16,1-22-7-16,-1-9 9 15,1-15 6-15,-4-7-1 16,0-14 0-16,0-9-4 15,-4-9 5-15,4-15 1 16,0 16-4-16,0-16-3 16,-3-29 1-16,-1-6-1 15,1-15-1-15,3-18 6 16,-6-13 10-16,6-23-12 16,0-10 12-16,0-4-6 0,6 6 6 15,-3 1-5-15,4 16-6 16,0 12 0-1,-7 83 0-15,16-118 0 16,-16 118 0-16,0 0 0 0,26-92 0 16,-26 92 0-16,0 0 0 15,0 0 0-15,0 0 0 16,71-76 0-16,-71 76 0 16,0 0 0-16,85-24 0 15,-85 24 0-15,71-9 0 16,-71 9 0-16,83-5 0 15,-83 5 0-15,79 0 0 0,-79 0-36 16,0 0-79-16,78 7-44 16,-78-7-15-16,0 0 13 15,0 0-7 1,-23 81 1-16</inkml:trace>
  <inkml:trace contextRef="#ctx0" brushRef="#br0" timeOffset="68734.05">28043 2032 122 0,'-10'17'181'0,"10"-17"-35"0,22 21-25 16,4-24-6-16,11 3-2 15,5-12-13-15,13 8-14 16,-3-15-48-1,9-3-37-15,1-3-1 0,-1-2-2 16,-61 27-1-16,108-44-4 16,-108 44 5-16,85-29 1 15,-85 29-54-15,57-10-88 16,-57 10-31-16,26-4 1 16,-26 4-2-16,0 0-2 15</inkml:trace>
  <inkml:trace contextRef="#ctx0" brushRef="#br0" timeOffset="69448.56">29553 1612 296 0,'0'0'179'15,"0"0"-17"-15,0 0-31 16,11-77-17-16,-11 77-15 16,0 0-57-16,0 0-42 15,0 0 0-15,-82-67 0 16,82 67 0-16,0 0 0 15,-80-5 0-15,80 5 0 0,0 0 0 16,-95 33 0-16,95-33 0 16,0 0 0-16,-90 62 0 15,90-62 0-15,0 0 0 16,-61 76 0-16,61-76 0 16,0 0 0-16,-30 97 0 15,30-97 0-15,0 69 0 16,4-31 0-16,5 4 0 15,4 10 0-15,3-7 0 16,7 2 0-16,-1-8 0 16,11 6 0-16,4-7 0 15,-3-3-1-15,8-4-18 16,-6-5 13-16,3-5 4 0,-3 0 3 16,-1 1-13-16,-9 1 15 15,-4 1-12-15,-8 5 12 16,-2-3 4-16,-5 2 0 15,-7 3-16-15,-10 7 10 16,-6-5 3-16,-3-2-4 16,-10-1 4-16,-9-1-4 15,-11-3 0 1,-3-7 0-16,-4-2 0 0,-4-4 2 16,1-8-2-16,0 0 1 15,7 2-1-15,6-9 1 16,12 0 1-16,4 2-1 15,11-5-3-15,19 5-53 0,-17-14-46 16,17 14-55-16,17-22-19 16,-1 3-5-16,10-4 0 15,3-4 28-15</inkml:trace>
  <inkml:trace contextRef="#ctx0" brushRef="#br0" timeOffset="70567.36">30079 1426 527 0,'0'0'193'0,"0"0"-17"16,0 0-88-16,0 0-49 15,0 0-39-15,0 0 0 16,0 0 0-16,0 0 0 16,0 0 0-16,-7 94 0 15,7-94 0-15,14 126 0 16,-5-36 0-16,1 16 0 15,-3 5 0-15,2 13 0 16,-5 1 0-16,-1-4 0 0,0-10-12 16,-3-6-9-1,0-23 5-15,0-11 14 0,0-18-11 16,0-11 11-16,0-14-12 16,0-11 8-16,0-17 0 15,0 0 1-15,0-30-1 16,4-18 3-16,-4-13 9 15,5-22-9-15,2-19 25 16,4-21-16-16,-5-1 1 16,7-8 11-16,6 7-9 15,-2 10-1-15,6 14 5 0,-1 8 7 16,1 23-20 0,-23 70 0-16,45-90 0 15,-45 90 0-15,0 0 0 16,55-69 0-16,-55 69 0 0,0 0-9 15,0 0 9-15,0 0-2 16,0 0 6-16,72 45-4 16,-72-45 1-16,29 92 5 15,-13-23-6-15,6 25 0 16,1 6 0-16,-1 2 0 16,-2 4 0-16,2 4-6 15,-1-7-4-15,5-12-11 16,-3-14 4-16,-4-24 9 15,3-13-9-15,-6-7 13 16,1-12-1-16,-1-14 1 16,-16-7 2-16,26-28-1 15,-14-3 4-15,2-11 0 0,-2-22 13 16,2-12-9-16,5-21 8 16,-3-15 4-16,4-1-2 15,0-5-9-15,2 13 3 16,1-4-4-16,-4 20-5 15,3 8 5-15,-22 81-3 16,33-97 0-16,-33 97-6 16,0 0 10-16,0 0-6 15,30-78 0-15,-30 78 0 16,0 0 0-16,0 0 0 16,0 0 0-16,0 0 0 15,0 0 0-15,0 0 0 16,0 0 0-16,-4 80 0 0,4-80 0 15,4 95 0-15,-4-22 0 16,0 25 0-16,0 10 0 16,0 9 0-16,-4 13 0 15,-3-2 0-15,0 7-8 16,-5-8-3-16,-2-3 9 16,2-23-21-16,-3-6 23 15,1-14-10-15,-2-8 10 16,2-12-10-16,-1-6 11 15,-1-3-10-15,2 0-79 16,-1-9-68-16,-8-7-18 16,6-1-6-16,-6-11 1 0,4-5 6 15</inkml:trace>
  <inkml:trace contextRef="#ctx0" brushRef="#br0" timeOffset="71429.97">27128 3443 459 0,'0'0'115'0,"14"-17"-3"15,-14 17-19-15,32-18-26 16,-12 8-31-16,15 3-33 16,2 2-2-16,8-2-4 15,7 0 3-15,9 2 0 0,10-2 1 16,7 3-1-1,10 1 0-15,6-1 0 16,12-2-1-16,9-1 2 16,8 5 0-16,5 2-2 0,9-4 0 15,9-1 1-15,7 2 0 16,5-1-1-16,2-3 1 16,8 6-1-16,0-6 1 15,8-4-1-15,2 3 2 16,0-3-1-16,-3-1 0 15,0 0-1-15,-10 0 3 16,-5 0-3-16,-7 1 1 16,-11-1-1-16,-10 4 1 15,-9 1 0-15,-12 0 0 16,-10 2-1-16,-11 1 0 16,-12 2 0-16,-17-1 2 15,-9 1-1-15,-16 2 4 0,-9 2-11 16,-8 3-36-16,-19-5-59 15,0 0-38-15,-23 24-25 16,-10-17-3-16,-5 9-4 16,-14-11 88-16</inkml:trace>
  <inkml:trace contextRef="#ctx0" brushRef="#br0" timeOffset="72091.42">27314 3412 276 0,'26'-4'96'0,"9"3"11"15,8-5-9-15,15 10-6 16,8-11-19-16,13 7-17 16,7-7-15-16,14 5-8 15,6-3-12-15,9 0-11 16,8-6-8-16,9 3-2 16,5-6 0-16,9 0 1 15,8 0 1-15,6 4-2 16,5-7 1-16,0 3-1 15,7 3 0-15,-2 1-2 16,3 3 3-16,-3-2-2 0,-1-1-2 16,-4 1 2-16,-4 2 0 15,-8 1 2 1,-4-1-1-16,-7-2-1 16,-11 0 1-16,-12 4-1 0,-7-2 1 15,-14 0 0-15,-9 2 0 16,-14 0-3-16,-11 0 1 15,-12 1 2-15,-10 4 0 16,-13-2 2-16,-10 2 1 16,-19 0-68-16,21 2-86 15,-21-2-18-15,0 0-4 16,-26-14-2-16,0-12 8 16</inkml:trace>
  <inkml:trace contextRef="#ctx0" brushRef="#br0" timeOffset="88344.99">28913 3270 66 0,'106'7'28'15,"-2"-4"-10"-15,0 2-4 16,2 1-4-16,2 1-3 16,3-2-5-16,2 0-2 15,-1-3-1-15,8-2 0 16,-2-4 0-16,5 1 0 16,1-1 1-16,-1-3 0 15,0-1 1-15,-3 4-1 16,-4-3 0-16,1 4 0 15,-6-1 0-15,-2 4 0 16,-12-3 0-16,-3 3-1 16,-12 2 1-16,-4-4-2 15,-7 2 2-15,-12 0-1 0,-9 0 1 16,-10-2 1-16,-7 0 3 16,-10 2 4-16,-8-1 2 15,-15 1 6 1,0 0-2-16,0 0 1 0,0 0 1 15,-29 3-3-15,3-1-2 16,-9 0-3-16,-8-2-4 16,-8-2-4-16,-15 0 2 15,-5-1-2-15,-10-2-1 16,-10-1 2-16,-6 1-2 16,-7 0 0-16,-9 1 2 15,-3-1-1-15,-11 4 0 16,-3-1 1-16,-6 0 0 0,-1 0 0 15,-5 2 1-15,-7 0-1 16,-1 0 0 0,1 2 0-16,-5 0 0 15,1 3-1-15,-3-2 1 0,3 4 0 16,-2 2-2-16,6 1 1 16,0 1 1-16,7 4-1 15,4-2-1-15,12 4 1 16,2-2-1-16,8 3 0 15,7-3 1-15,5 1-1 16,10 1 0-16,5-1 0 16,6 1 0-16,8-3 0 15,9 2 1-15,13-4-1 16,8 0-1-16,8-5 0 16,15 0-4-16,6-4 0 15,16-3 0-15,0 0 1 16,22 7 0-16,10-9 0 0,13-1 1 15,10 1 2-15,11-1 2 16,18-6 1-16,13-1 1 16,14-3-1-16,9-4 2 15,15 2-3-15,7-5 2 16,15 1-2-16,4-3 2 16,14-2-1-16,4 3 1 15,3 0 1-15,6 6-3 16,3-1 3-16,3 2-3 15,1 4 3-15,-1 1-2 16,-1 2 1-16,-2 4 0 16,-7-6 1-16,-2 4 0 15,-14 1 2-15,-6-1 1 0,-9-3-2 16,-11 1 0-16,-12 1 0 16,-14-2 0-16,-11-1-1 15,-15 2 0-15,-12-1-1 16,-12 2-1-16,-16 1 2 15,-13 2 3-15,-8-1 16 16,-10 3 4-16,-19 1 1 16,0 0-2-16,0 0 1 15,-36-20-1-15,-6 15 0 16,-13 2-4-16,-17-4-17 16,-14 2-4-16,-22 1 0 15,-15 3 0-15,-9-1 0 0,-14 2 0 16,-3 0 1-16,-4 3-2 15,-3-1 1-15,-2 3 0 16,2 2-1-16,6 0 1 16,1 0 0-1,-4 0 0-15,6 2 0 0,3-1 1 16,-2 4-1-16,10-1 1 16,3 3-1-16,10-2 1 15,6 2-2-15,8-1-2 16,13 3 2-16,10-2 1 15,8 0-1-15,10-4-1 16,12 0 2-16,11-3 0 16,9-1 1-16,11-3-1 0,8-1-3 15,17-2-1-15,0 0 0 16,0 0 1-16,30-25-1 16,3 17 0-16,15 1-1 15,9-2 1-15,13-1 3 16,10 5-1-16,13 3 1 15,15 0-1-15,5 6 1 16,14-1-1-16,6 4 0 16,6 0 1-16,14 2 0 15,5-1 0-15,8 3 0 16,-1-1-1-16,11-1 1 16,-4-2 1-16,-1 0 1 15,1 1 0-15,-3 1-2 0,-4-2 1 16,-6 0 1-16,-4-2 0 15,-9 4 1-15,-6-3-3 16,-13-2 1 0,-11-1-1-16,-12 1-24 0,-6-1-58 15,-24-13-28-15,1 8-10 16,-27-34 15-16,10 3 106 16</inkml:trace>
  <inkml:trace contextRef="#ctx0" brushRef="#br1" timeOffset="147416.54">3235 7943 413 0,'0'0'182'0,"0"0"-4"15,0 0-59-15,0 0-57 16,12 16-19-16,-12-16-26 0,14 23-21 16,-2-8 5-16,2 4-1 15,1 2 0-15,8 1-2 16,7-1 2-16,1-2-2 15,5 0 1-15,2-7 0 16,-1-3-1-16,4-5 0 16,1-6 0-16,-2-5 2 15,-2-5-2-15,2-7 3 16,-2-4-3-16,-1-4 2 16,-6-5-1-16,-1-2 1 15,-1-4 6-15,-3-7-13 16,-7 0 12-16,4-6-10 15,-6 3 4-15,-1-2-3 16,-1-2 4-16,-1 2-5 0,2-1-2 16,-6 3 9-1,2 3-8-15,-1 3 8 16,-2 1-2-16,-2 3 1 0,-1-2-1 16,-2 4 2-16,-1-2 0 15,-1-1-1-15,-2 3 0 16,0 0 0-16,0-1 0 15,0 3 2-15,0 1-3 16,0 2 1-16,-2 1 3 16,-1 1-8-16,-1 0 9 15,-6 1-9-15,-2 0 11 0,-2 0-8 16,-5-1 5 0,-11 1-5-16,4 4 2 15,-8 0 4-15,-3 7-6 16,-1-1 5-16,-2 4-7 0,-5 6 4 15,7 3-2-15,-2 3 0 16,-2 2 0-16,7 3 0 16,-1 2 0-16,6 2-1 15,-1 4 2-15,2 1-1 16,-1 0 1-16,4 7-1 16,4 0 7-16,-4 4-6 15,3 3 5-15,-3 1 3 16,3 4-6-16,1 4 4 15,-1 1-6-15,6 2 0 16,-6 6 0-16,4 2 0 16,0 1 0-16,5 7 0 15,-1 1 0-15,3 4 0 0,-2 3 0 16,7 2 0-16,-2-1 0 16,2 3-4-16,4 1 8 15,3-3-4-15,0-2 0 16,7-3 0-16,-1 0 0 15,7-3 0-15,2-6 0 16,6-5 0-16,2-5 0 16,-1-2-3-16,8-7-1 15,1-5-1-15,5-6 0 16,10-4 1-16,-1-7 1 16,3-4 3-16,8-5-1 15,-4-5 1-15,0-2-102 16,-3-2-67-16,-4 6-2 0,-11-9-6 15,-1 6-3-15,-10-7-4 16</inkml:trace>
  <inkml:trace contextRef="#ctx0" brushRef="#br1" timeOffset="149116.54">30371 7864 252 0,'19'-19'172'15,"-15"3"-12"-15,-4-3-61 16,7 4-4-16,-11-8-7 16,4 2-18-16,-3-6-26 15,-1 2-43-15,-1 1 5 16,-6 0-6-16,1 1 7 15,-2 3-7-15,-2-1 6 16,-2 4-6-16,-3-1 4 16,0 3-1-16,-3-1-1 15,1 2-2-15,-5-1 2 16,3 1-2-16,-3 2 0 16,0 1-2-16,-2 1 2 15,-1 0-2-15,-1 3 2 0,1 0-1 16,-1 2 0-16,3 1 0 15,-3 1 0-15,4 1 0 16,-3 2 1-16,6 2 0 16,-3-1-2-16,3 3 3 15,1-1-1-15,-1 4-1 16,4-2 1-16,-7 4 2 16,4 0-3-16,-1 3 1 15,2 0-1-15,-1 0 0 16,-1 2-1-16,0 0 1 15,4 1 0-15,0 3-1 16,2-1 0-16,1 2 1 16,1 2-1-16,1 0 7 0,-2 1-7 15,6 2 7-15,-2 0-8 16,1 4 9-16,2 0-3 16,3 0-4-16,2-1 3 15,1 3-9-15,-1-1 9 16,1 2-9-16,3 2 10 15,0-2-10-15,3 6 5 16,-3-3 2-16,4-1-2 16,-1 0 2-16,4 2-2 15,-2-2 2-15,2-1-3 16,0 1 3-16,5-3-2 16,-5-1 2-16,7 1-1 15,-2-3 1-15,2-2 0 0,-2-5 0 16,4-1 0-16,-2-1 0 15,5-4-1-15,0 1 0 16,4-4 0 0,-1 1 1-16,4-4-1 0,4 1 0 15,-1 1 0-15,4-3 2 16,-5 0-3-16,5-3 2 16,0 1-2-16,-4-2 2 15,3-1-2-15,-3-2 1 16,4-2 0-16,-7-1 0 15,0-1-1-15,0-1 1 16,-3-2-1-16,-4-1 0 16,3-3 1-16,-6-3-1 0,3-1 0 15,-1-1 1 1,4-5 1-16,-6-3 0 16,3 0 2-16,2-5-1 15,-2-4 3-15,-4 0 0 0,-1-5 2 16,2-6-1-16,-6-2 0 15,2-5-1-15,-1-2 1 16,-2 4 3-16,-3 1-7 16,-2 1 8-16,-8 4-7 15,-2 5 8-15,-7 3-75 16,-6-1-97-16,-17-9-9 16,1-4-10-16,-17-20 2 0,0-5-11 15</inkml:trace>
  <inkml:trace contextRef="#ctx0" brushRef="#br1" timeOffset="153366.53">25585 6997 111 0,'0'0'35'0,"0"0"-3"16,0 0-4-16,0 0-6 16,-15-7-8-16,15 7-4 15,0 0-4-15,0 0-2 0,0 0 0 16,0 0 0-16,0 0-2 15,0 0-1-15,0 0 1 16,0 0-2 0,0 0 1-16,0 0-4 0,0 0-7 15,0 0-19-15,0 0-15 16,0 0-16-16,0 0-6 16,-16 8 3-16,16-8 63 15</inkml:trace>
  <inkml:trace contextRef="#ctx0" brushRef="#br1" timeOffset="-33830.19">29639 8691 141 0,'0'0'53'0,"0"0"6"16,0 0 11-16,0 0 12 16,0 0-2-16,0 0-5 15,0 0-3-15,0 0-4 0,0 0-5 16,15 4-16-16,-15-4-19 15,0 0-19-15,0 0-2 16,0 0-2-16,0 0-2 16,0 0 0-16,0 0-2 15,0 0 2-15,0 0 1 16,0 0 0-16,0 0 1 16,0 0 4-16,0 0-1 15,0 0 2-15,0 0-1 16,0 0-1-16,0 0-1 15,0 0-2-15,-19 1-5 16,19-1-2-16,0 0-4 16,0 0 0-16,-12-15-2 0,12 15 1 15,0 0 0-15,0 0 1 16,-4-16 2 0,4 16 2-16,0 0 1 15,0 0 3-15,0 0-1 0,0 0 1 16,0 0-4-16,0 0 0 15,0 0-3-15,0 0-1 16,4-17 0-16,-4 17-1 16,0 0 2-16,22-12-2 15,-6 7 3-15,0-1 2 16,1 1 1-16,2 0 2 16,4 0-2-16,-1-2 1 15,1 2 0-15,-1 1-1 0,-4 1 1 16,1 1 1-1,-19 2 1-15,22-3 1 16,-22 3 7-16,0 0 4 16,0 0 0-16,0 0 0 0,-19 1 1 15,2 1-1-15,-6-2-2 16,-3 4-3-16,-3-1-5 16,-6-1-5-16,-1 3 0 15,-2 0 0-15,1-1 0 16,2-1-1-16,2 1 0 15,11-4-7-15,6 1-4 16,16-1-1-16,0 0 0 16,0 0 0-16,0 0 0 15,30-7 0-15,4 4 2 16,3-2 8-16,8 0 2 16,7 1 2-16,5 2 1 15,-1-1-1-15,3 1 0 0,-7-1 0 16,-7 3 0-16,-3 0-1 15,-13 1 4-15,-6 1 5 16,-23-2 7 0,19 0 0-16,-19 0 0 0,-16 4-1 15,-6-6 1-15,-4 4 0 16,-4-2-4-16,-6 1-4 16,-6 1-8-16,0 0 1 15,1-2 0-15,4 2-2 16,8-2-1-16,3-2-6 15,10 4-4-15,16-2-2 16,0 0 1-16,0 0-1 0,0 0 1 16,19-18 0-16,4 15 2 15,-1-2 8-15,1 1 3 16,3 2 0-16,0 1 1 16,-7 1 0-16,-2 1-1 15,-17-1-10-15,23 9-59 16,-23-9-45-16,0 0-23 15,7 19-19-15,-7-19-6 16,0 0-5-16</inkml:trace>
  <inkml:trace contextRef="#ctx0" brushRef="#br1" timeOffset="-31550.19">31036 8847 175 0,'-23'-7'82'0,"23"7"3"16,-26-5 7-16,26 5 3 15,0 0-15-15,0 0-16 16,0 0-14-16,0 0-7 0,30-12-3 16,-1 7-7-16,13 3-21 15,13-3-12-15,13-2 1 16,14 3-2-16,8-3 1 16,11 2-1-16,8-3 0 15,6 2 1-15,4-2-1 16,5 3 1-16,4-2-1 15,2 1 2-15,0-1-2 16,2 2-2-16,2 0 1 0,-4 2 2 16,-7-1-1-1,-10 2 1-15,-9 1-1 16,-13 1 2-16,-13 0 0 16,-19 1 2-16,-14-1 1 0,-14 0 1 15,-13 4 9-15,-18-4-1 16,0 0 0-16,-18 0-1 15,-10 2 0-15,-15-2 1 16,-14 1-3-16,-9-1-2 16,-14 2-9-16,-16 0 1 15,-9 0 1-15,-10 3-1 16,-8-2 0-16,-9-1 0 16,-2 3 0-16,-8-1 0 15,-4-1 2-15,-3 1-2 16,3-1 1-16,0-1 1 15,0-1 0-15,7 1-1 16,6-2 0-16,6 0-1 0,4 0 0 16,10-2 1-16,9 2-1 15,14-3 0-15,12 1 0 16,13 1 1-16,13-1-5 16,16 0-5-16,10-1-5 15,26 3 0-15,0 0 1 16,0 0-1-16,21-4 1 15,17 4-2-15,14-2 6 16,9 1 4-16,17 1 4 16,15 0 1-16,15 0-1 15,12 1 0-15,13-1-1 16,6 0 2-16,7-1 0 0,10 2 0 16,6-2 1-16,-1-1 0 15,2 2-2-15,-1 0 2 16,-2-2 1-16,-6 2-1 15,-5 2-2-15,-8 0 2 16,-13-1-3-16,-10 1 1 16,-15 0 0-16,-11 1 0 15,-18-1-1-15,-16 0 1 16,-18 0 5-16,-18-2 10 16,-22 0 2-16,0 0-1 15,0 0 1-15,-26 1 0 16,-10 3 1-16,-22-6-2 15,-8 4-3-15,-17-4-10 0,-11 5-2 16,-17-3 0-16,-12 0 0 16,-12 2-2-16,-9-2 0 15,-11 2 0 1,-5 1 2-16,-4-1-1 0,-8 2 0 16,0-1 1-16,0 2 1 15,0-1 1-15,7-1 0 16,2 1 1-16,5-3 0 15,5 3-2-15,4-2 0 16,10-2-1-16,6 1 1 16,9 1-1-16,8 0 0 15,8 1 0-15,11-1-1 16,14 1 0-16,12 1 1 0,15-1-2 16,11-1-6-16,16 1-5 15,9-4-3 1,20 1 0-16,0 0 1 15,16-2 0-15,14-3 0 0,8 3 1 16,14-3 5-16,16 0 7 16,13-2 3-16,13 2-2 15,13-4 0-15,17 2 1 16,11-2-2-16,9 1 2 16,14-3-1-16,7-1 2 15,10 0-3-15,8 0 0 16,4 2 2-16,4-3-1 15,3 3 1-15,-4 1-2 16,-6 2 1-16,-9 4-2 16,-10 1 2-16,-9 2 0 15,-14 2 0-15,-18 0 0 16,-13-1-1-16,-18-1 2 0,-13 0-1 16,-17 2 1-16,-18 0 5 15,-19-4 12-15,-10 2-1 16,-16 0-1-16,-16-2 1 15,-17 1 1-15,-12 2 0 16,-16-2 0-16,-17 1-7 16,-12 1-11-16,-21 1 2 15,-13 2-1-15,-14-3 0 16,-15 5 0-16,-9-1 0 0,-9 2 3 16,-5-2-2-1,-6 5 3-15,-2-3-2 16,2 5 0-16,1 0 1 15,2 1 0-15,8 0-1 0,2 0-3 16,9-1 3-16,8-5-2 16,9 3 0-16,17-3 0 15,6-2 0-15,16 0 0 16,13 0 0-16,17-1 0 16,13-1 1-16,9-1-1 15,16 0 0-15,9 1-8 16,8-3-4-16,19 0-6 15,0 0 1-15,0 0 1 16,0 0-2-16,19 2 1 16,8-5 2-16,9 1 6 15,6 0 4-15,13-3 5 16,16 0-1-16,11-2 2 0,15-4-1 16,9 1 0-16,14-2-1 15,13-2 1-15,13-1-1 16,10-1 0-16,6 2 2 15,13 0-3-15,1 4 2 16,8-1 0-16,1 3 1 16,3 3 0-16,-1 3 2 15,-1 2-1-15,-6 2 0 16,-8 5 4-16,-5-1-2 16,-13 7 1-16,-16-3-5 15,-19 2 3-15,-18-2-5 16,-23 1 4-16,-17-4 0 0,-21-5 9 15,-18-4-47-15,-22 2-74 16,0 0-49-16,-43-33-6 16,-2 17-2-16,-26-15 0 15</inkml:trace>
  <inkml:trace contextRef="#ctx0" brushRef="#br1" timeOffset="-29060.2">34226 7308 126 0,'0'0'98'0,"0"0"26"16,0 0-8-16,0 0-8 15,0 0-7-15,-3-15-8 16,3 15-6-16,-12-23-18 16,-2 8-33-16,2-4-33 15,-2-6-2-15,-5-1 1 16,-4-5 0-16,-3 2-2 16,-3-2 1-16,-4-2 0 15,-6-2 2-15,-6 4 1 16,-7 0-7-16,-3 1 5 15,-10 3-7-15,-6-3 8 16,-7 2-8-16,-3 1 5 16,-10 1-5-16,1 2 2 0,-7-1 2 15,0-1-3-15,-8 2 3 16,1 2-3-16,-3-1 3 16,-3 1-2-16,3-3 2 15,-3 3-3-15,-1-1 3 16,-2 3-2-16,2 1 2 15,2 3-1-15,1 0 3 16,-1 4-2-16,1 0 3 16,4 4-2-16,-2-1 0 15,6 2-1-15,-4 4 2 16,-1-1-3-16,-1 2 1 16,6 2-1-16,-1 4-1 15,0 3 2-15,4 1-1 0,0 1 2 16,3 3-2-16,2 2 1 15,2 2-1-15,0 1 0 16,5 2 1-16,1 3 0 16,3 1-1-16,3 1 1 15,7 0 1-15,-1 4-2 16,8 3-2-16,2 2 7 16,1 3-8-16,5 1 7 15,4 6-2-15,4 2-3 16,-1 7 1-16,0 3-2 15,8 3 4-15,-3 0-8 16,6 3 9-16,2 3-9 16,1-2 2-16,-1-1 4 0,8 0-3 15,-2-4 3-15,8-2-2 16,-4 2 9 0,3-3-5-16,6-1-2 15,1 1 2-15,6 0-2 0,1 1 3 16,6-1-2-16,-1 3 1 15,8-3-7-15,3 3 4 16,1-2 2-16,10 1-1 16,1-1 2-16,3 0-2 15,4 1 2-15,9-4-2 16,5 1 3-16,2-1 0 16,6-2-4-16,4 4 4 15,0-2 3-15,6 2-3 16,1-4 4-16,5 0-2 15,5-3 2-15,-1 0-2 16,10-4 7-16,5-5-7 16,6-7 1-16,8-3-1 0,9-6 0 15,5-3-3-15,5-5 2 16,8-5-1-16,-1-6 1 16,11-3-1-16,-3-1-1 15,7-8 1-15,0 2 0 16,5-3 0-16,3-4-1 15,6 0 0-15,5 0 0 16,-3-2-1-16,2 1 1 16,6-1-1-16,-3 1-1 15,-1-3 3-15,-1 1-2 16,-8-2 1-16,-3-3-1 16,-4-3 1-16,-3-6-1 15,-5-3-2-15,-1-3 1 0,-4-3-1 16,1-3 0-16,-7-2 1 15,-7-2-2-15,-1 1 3 16,-9-1-1-16,-5 2 2 16,-16-5 0-16,-7-1 1 15,-18 3-2-15,-7-4 2 16,-12-2 0-16,-15-1 2 16,-8-2-1-16,-13-5 3 15,-5 1 3-15,-12-6-6 16,-2-1 5-16,-12-3-2 15,-5 4 1-15,-6-3-3 16,-5 3 3-16,-6 3-2 0,-1 1-3 16,-6 5 6-16,-1 0-3 15,-5 5 2-15,2 1-2 16,-1 3 1-16,-3 3-2 16,-1 2 0-1,1 1-1-15,-1 2 0 0,3 2 1 16,-5 3-7-16,2-2 7 15,-3 2-7-15,-3 1 4 16,-1 2-4-16,0 0 4 16,0 4-4-16,-8 1 2 15,5 0 2-15,-3 4-3 16,-1 3 2-16,0 1-1 16,-3 1 1-16,-3 3-1 0,-1 2 1 15,-2-1-1-15,2 3 2 16,-8-1-1-16,2 3 1 15,-4 1 0 1,-2 1 1-16,6-1-1 0,-2 0 1 16,-1 2 0-16,5 4 0 15,3 0 0-15,1-1 0 16,-2 2-1-16,5 6 1 16,-1 3-2-16,-2 5 1 15,3 5-2-15,-5 7-1 16,-3 8 0-16,-5 16-76 15,-11 11-68-15,-17 7-24 16,-11 13-5-16,-24 1-1 0,-5 8-4 16</inkml:trace>
  <inkml:trace contextRef="#ctx0" brushRef="#br1" timeOffset="-21190.2">1716 7950 67 0,'0'0'98'0,"0"0"12"15,14 23-70-15,-14-23-3 16,12 33 19-16,-2-11 15 16,6 11 5-16,1-3 0 15,2 6-2-15,0-5-12 16,8 2-8-16,-5-7-8 15,11-7-18-15,2-16-15 16,12-13-7-16,6-23 0 16,13-20 3-16,25-29-8 15,25-25-1-15,33-35 1 16,39-26-1-16,36-21-10 16,33-17 3-16,34-12-3 15,23-5-2-15,18 5 3 0,1 7-33 16,-8 12-127-16,-11 20-9 15,-33-2 0-15,-27 7-4 16,-50-14 49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5:54:26.3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29258 9919 109 0,'0'0'63'16,"0"0"-1"-16,0 0-8 15,0 0-6-15,0 0-6 16,0 0-4-16,0 0-7 16,0 0-8-16,0 0-6 15,0 0-3-15,0 0 2 16,0 0 35-16,0 0 1 15,11 19-3-15,-11-19-2 16,10 22-2-16,-1-5-2 16,-2 1 0-16,3 6 0 15,-1-2-35-15,1 3-3 16,2 1 0-16,-1 0 0 16,-2 0-1-16,1-2 0 0,-3-2-2 15,2-3-1-15,-2-3 0 16,-7-16 1-16,10 21 1 15,-10-21 1-15,16 7 0 16,-16-7-1-16,22-16 2 16,1 0-1-16,3-8 0 15,7-9-2-15,8-8-1 16,11-8-1-16,4-10 2 16,12-6-1-16,3-6 1 15,7-4 2-15,9-3-1 16,1 0 2-16,6 2-1 15,0 0 1-15,3 2-1 16,-3 6 0-16,-2 6-1 0,-2 1-3 16,-8 8 4-16,-3 4-3 15,-7 8 2-15,-6 8-3 16,-6 3 2-16,-4 8-1 16,-8 3 0-16,-6 7-2 15,-9 1 1-15,-3 4-1 16,-8 4 0-16,-3-1 0 15,-19 4 0-15,19-3 0 16,-19 3 2-16,0 0-1 16,0 0-1-16,0 0 0 15,0 0 0-15,0 0-1 16,0 0 1-16,0 0-2 16,0 0 1-16,0 0-1 0,0 0 1 15,0 0 2-15,0 0 0 16,0 0-3-16,0 0-106 15,0 0-64-15,0 0-5 16,0-47-7-16,-15-20-3 16,15-32 40-16</inkml:trace>
  <inkml:trace contextRef="#ctx0" brushRef="#br0" timeOffset="18176.91">21449 15980 72 0,'0'0'72'15,"0"0"-3"1,0 0-3-16,0 0-1 0,0 0-3 15,0 0-2-15,0 0-4 16,0 0-8-16,0 0 5 16,0 0-9-16,3 21-2 15,6-5-3-15,-9-16-3 16,23 31-2-16,-10-12-4 16,7 3-7-16,-1-1-21 15,-2-2-2-15,2-3 0 16,0-4 0-16,0-5 2 0,4-4-1 15,-2-4 1 1,6-10 0-16,6-11 2 16,4-16-2-16,11-13 3 15,6-13-4-15,12-13 3 0,9-15-5 16,12-12 0-16,6-7-2 16,8-3 2-16,-4 0-2 15,1 3 1-15,-6 9-2 16,-2 8 3-16,-12 13-1 15,-14 15 2-15,-8 14-3 16,-15 16 1-16,-11 10-1 16,-8 14 2-16,-6 8-4 15,-16 4-64-15,7 30-49 0,-14-8-31 16,-2 13-13-16,-17-4-6 16,4 17-6-1</inkml:trace>
  <inkml:trace contextRef="#ctx0" brushRef="#br0" timeOffset="18768.32">21610 15790 64 0,'0'0'46'15,"0"0"-2"-15,-15 14-6 16,15-14 0-16,0 15-4 15,0-15-6-15,3 26-3 16,-3-26-3-16,16 30-2 16,-6-11-3-16,2 2-4 15,2-2-5-15,2 0 0 16,-1-2 2-16,3-1 2 16,1-1 4-16,3-6 6 15,4-7 10-15,1-6 10 0,6-11 12 16,8-4 1-16,4-20-1 15,11-4-3-15,8-19-2 16,11-4-13-16,6-17-10 16,10-7-11-16,2-7-12 15,5-5-5-15,6-4 1 16,-4 1-3-16,-2 3 1 16,-5 6 2-16,-11 13 2 15,-11 11-4-15,-7 13 2 16,-12 12-3-16,-15 16 1 15,-11 14 0-15,-11 15-44 16,-15 2-49-16,-3 24-37 16,-9 7-17-16,-21 2-15 0,-5 16 1 15,-18 4 62-15</inkml:trace>
  <inkml:trace contextRef="#ctx0" brushRef="#br0" timeOffset="19187.62">21558 15946 38 0,'21'26'19'16,"5"3"-1"-16,2 2 5 16,1 1 2-16,1-1 11 15,-1-9 9-15,6-3 12 16,-2-10 9-16,5-14 7 15,2-13 3-15,5-16-8 16,11-15-7-16,5-20-10 16,10-14-14-16,10-17-13 15,13-9-11-15,3-11-8 16,7-3-54-16,4-1-65 16,8 11-40-16,-18-6-10 15,-1 23-6-15,-26-6 87 0</inkml:trace>
  <inkml:trace contextRef="#ctx0" brushRef="#br0" timeOffset="37415.6">21676 15641 141 0,'0'0'70'0,"-33"-8"-1"15,33 8 8-15,-29-2 9 16,13 2 11 0,16 0-10-16,-26 5-8 0,26-5-8 15,-22 5-8-15,22-5-9 16,-18 5-13-16,18-5-21 16,0 0-17-16,-15 6-3 15,15-6 1-15,0 0-1 16,0 0-1-16,0 0-1 15,-7 26 1-15,14-9 0 16,3 9-1-16,2 3 1 16,2 6-1-16,2 5 2 0,3 5-1 15,-2 0 1-15,2 0-1 16,-3-4 0 0,-1 1 0-16,-1-8 1 15,-2-1 0-15,2-5 2 0,-5-9 0 16,5-3 3-16,-14-16 0 15,26 10 3-15,-7-19 0 16,4-6 0-16,10-15 1 16,8-10-2-16,8-13 3 15,10-11-5-15,9-14 2 16,6-9-9-16,8-10 2 16,1-3-3-16,2-6 3 15,2-1-4-15,-5 7 1 16,-4 3-2-16,-11 8 4 15,-6 15 2-15,-12 13 0 16,-13 15-9-16,-10 15 2 16,-14 15-9-16,-12 16-78 0,0 0-31 15,-27 42-24-15,-6-4-11 16,-9 5-8-16,-7 11 0 16</inkml:trace>
  <inkml:trace contextRef="#ctx0" brushRef="#br0" timeOffset="37903.95">21744 15709 231 0,'-23'-18'96'0,"23"18"-8"16,-14-10-9-16,14 10-9 16,0 0-13-16,0 16-10 15,11 3-13-15,1 5-20 16,2 7-6-16,2 7 1 16,3 4 2-16,-2 4 1 15,-1-1 8-15,3-3 0 16,-2-2 2-16,-1-11 3 15,-1-3 3-15,3-16-3 16,4-10-1-16,1-19-4 0,12-13-7 16,1-20-1-1,20-16-4-15,8-18-9 0,14-17-3 16,16-16 1-16,3-7-3 16,10-8 5-16,3 3-3 15,-3 6 1-15,-2 9-3 16,-12 16 9-16,-15 17-6 15,-13 22 3-15,-17 23-3 16,-15 22-60-16,-33 16-43 16,9 23-22-16,-32 13-11 15,-15 13-8-15,-17 15-3 16,-13 3-6-16</inkml:trace>
  <inkml:trace contextRef="#ctx0" brushRef="#br0" timeOffset="38264.21">21805 15844 31 0,'0'0'32'0,"7"26"-4"15,-7-26-4-15,22 31 17 16,-8-16 0-16,5 4-1 0,0-5-10 16,7-2 0-16,0-5 1 15,7-7 13-15,6-10 9 16,6-16-14 0,14-14 1-16,12-19 3 0,12-17-6 15,13-17-1-15,10-16-6 16,8-13-11-16,6-7-16 15,3-3-6-15,-3 1-41 16,0 6-44-16,-4 14-33 16,-15 2-15-16,6 26-4 15,-23 0 1-15</inkml:trace>
  <inkml:trace contextRef="#ctx0" brushRef="#br0" timeOffset="39992.44">29152 14857 13 0,'0'0'6'0,"0"0"1"16,0 0 2-16,0 0 0 0,0 0-1 16,0 0 0-16,0 0-1 15,0 0-1-15,16 0-2 16,-16 0-1-1,0 0 0-15,14 3-2 0,-14-3 1 16,23 6 0-16,-23-6-2 16,26 8 1-16,-11-4 0 15,4 1 0-15,0-2-2 16,-5 4 0-16,5-3 1 16,-3 1-1-16,1 0 1 15,-1 0 1-15,3-1 0 16,-2-1 1-16,-1-1 23 15,7 2 1-15,-4-4 0 0,3 3 1 16,1-5 0-16,3 2 0 16,-4-3-1-1,8 1-3-15,-4 0-21 16,4 1-2-16,-1-3 1 0,-3 1-1 16,4-1 0-16,-3 1-2 15,-1-1 2-15,0 1 1 16,4-2-1-16,-1-1 1 15,1 1-1-15,5 0 0 16,-6-2 4-16,4-2-1 16,2 3 4-16,1-3 2 15,-1 0 1-15,5 1 2 0,-5-1 0 16,1 0 1 0,-1 2-3-16,1 0 0 15,-3 2-1-15,2 0-2 16,1 0-1-16,3 0 3 15,-3 1 25-15,6-1 1 0,-1 3 13 16,3-3 4-16,1 2 1 16,0-6-1-16,4 2 0 15,-4-2-5-15,3 1-24 16,-6-4-4-16,1 1-11 16,-4 1-6-16,-1-1-1 15,-9 5 0-15,1-1 0 16,-11 3 0-16,0 1 0 15,-19 3 0-15,23-2 0 16,-23 2 1-16,0 0-1 16,17 3 0-16,-17-3-1 15,0 0 0-15,0 0 0 0,0 0 1 16,0 0-1-16,0 0-1 16,0 0 0-16,0 0 2 15,0 0 1-15,0 0-35 16,0 16-65-16,0-16-37 15,-23 9-22-15,-6-9-5 16,-9 8 2-16,-25-11 45 16</inkml:trace>
  <inkml:trace contextRef="#ctx0" brushRef="#br0" timeOffset="40689.93">29130 14838 17 0,'0'0'67'0,"-17"-24"-23"16,17 24-12-16,-9-18-2 15,9 18-1-15,0 0-2 16,0 0 1-16,0-15-2 16,0 15 0-16,15-2-4 15,-15 2 0-15,30 2 1 0,-7 0-3 16,6 1 0-16,2 1 1 16,6 2 11-16,4 0 10 15,3 1 5 1,1-4 7-16,7 4 0 0,2-4 0 15,5 3-5-15,-4-5-5 16,13 3-12-16,-4-2-13 16,11-1-7-16,3-1-11 15,0-1 0-15,7-1-1 16,-1 2 0-16,1 0 1 16,-2 0-1-16,-1 3 1 15,-4 1 1-15,-4 1-2 16,-3-2 1-16,-6 1-1 0,-6-1 1 15,-4 4-1-15,-4-3 1 16,-3-3 0-16,1-1 0 16,-6 0 0-16,2 0-1 15,-3 0 2-15,-2 0-2 16,-5-1 0-16,-2-1 1 16,-4 0-2-16,-10 2 0 15,-3-2 1-15,-16 2 0 16,19 0 1-16,-19 0 1 15,0 0 0-15,0 0-1 16,0 0 0-16,0 0 1 16,-19 7-11-16,0-10-37 15,-7 5-25-15,-12-6-19 0,-6 1-17 16,-17-4-9-16,-6-4-11 16,-11 5-4-1,-14-5 6-15,-2 6 35 16</inkml:trace>
  <inkml:trace contextRef="#ctx0" brushRef="#br0" timeOffset="41156.25">29317 14914 144 0,'-19'-9'48'0,"19"9"-2"16,-3-17-8-16,3 17-15 16,19-17-7-16,-5 8 3 15,8 2-1-15,4 2-1 0,9 0-2 16,2 3 9-16,11 2 3 16,4 2 4-16,12 0 3 15,4 3 3-15,7 0 2 16,6-2-1-16,10 3 7 15,-3-6-2-15,13 0-5 16,-11-4-5-16,4 2-3 16,-4-6-5-16,-1 1 0 15,-6-7-4-15,-1 2-8 16,-11-2-12-16,0 2-1 16,-9-2 0-16,-4 2 0 15,-10 2 0-15,-8 1 0 0,-9 2 2 16,-5 2 0-16,-12 1 0 15,-14 4 1-15,0 0-1 16,0 0 0-16,13 18-61 16,-13-18-83-16,-32 20-21 15,6-7-7-15,-19-15-9 16,-2 7-1-16</inkml:trace>
  <inkml:trace contextRef="#ctx0" brushRef="#br0" timeOffset="62867.75">18934 15987 152 0,'-21'2'88'16,"-2"3"16"-16,-3 0 23 16,7 8-14-16,-3-1-15 15,2 8-8-15,-2 1-9 16,8 7-7-16,-2-4-19 0,6 9-28 15,5 0-33-15,1-2 5 16,4 2 0 0,4-4 2-16,4-1-1 15,3-4 3-15,1-3-1 0,2-5 1 16,-14-16 2-16,26 22-2 16,-10-18 1-16,3-3-3 15,0-4-1-15,2-4 0 16,6-5 0-16,6-2 0 15,0-7-2-15,9-3 0 16,0-4 1-16,6-3 0 16,4-2 2-16,7 2-1 15,-3 0 0-15,-2 2-1 0,5 4 2 16,-4 5-1 0,-3 6 2-16,-3 3-1 15,-4 8 1-15,-10 5-2 16,-2 6 0-16,-11 4 0 0,-3 7 0 15,-8 2-1-15,-1 3-2 16,-8 2 0-16,-2 0-1 16,-2 4 1-16,-5-3 1 15,0 1 0-15,-3-4-1 16,1 1 1-16,-1-5 1 16,-2-2 1-16,1-3-1 15,11-15 0-15,-15 21 0 16,15-21 3-16,0 0 0 15,-19 7 1-15,19-7-2 16,0 0-2-16,0 0 2 16,-11-17-2-16,11 17 1 15,4-19-2-15,-4 19-1 0,7-25-1 16,-7 25 2-16,15-29 0 16,-4 13 1-16,-11 16-1 15,27-29 3-15,-9 13-2 16,-3 3 1-16,8 0 1 15,-1 3 1-15,4 1-1 16,1 2 1-16,-1 2 0 16,3 2-1-16,6 1 0 15,-6 4 1-15,4 0-1 16,-3 3 0-16,5 0 1 16,-6 2 0-16,4 1 0 15,-7 1-1-15,0 0 1 16,2 1-2-16,-2 1 1 0,3-1 0 15,1 2-1-15,-4 0 0 16,7 0 0-16,-2 0 0 16,2 2-1-16,2-3 2 15,1-1 0-15,-3-1-2 16,5-4 0-16,-1-2 0 16,1-4-2-16,-1-6 0 15,1-7 1-15,0-5-2 16,2-5 0-16,5-6 1 15,0-6 0-15,0-2 1 16,0-4 1-16,2-1 1 16,2 1 0-16,-4 4 1 15,-3 4-1-15,-6 4 1 0,-5 6 0 16,-1 7 2-16,-4 6-3 16,-7 4 1-16,-5 4 1 15,-14 3 0 1,26 0 0-16,-26 0-57 0,0 0-70 15,16 3-48-15,-16-3-11 16,3-20-3-16,-3 1-3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5:57:49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20985 19242 334 0,'0'0'200'0,"30"13"-17"15,-30-13-87-15,26 13-57 16,-4-5-5-16,-2 1-14 16,9 1-16-16,-1 4-2 15,5 3-5-15,3 4 5 16,-1 3-5-16,1-1 2 15,3 3-3-15,-3-4 6 16,2 1-3-16,-1-13 4 16,11-6 4-16,4-20 2 15,16-17 4-15,14-19-2 16,20-26-1-16,25-18-2 16,15-24-3-16,25-15 1 15,10-16-7-15,12-4 4 0,5-5-2 16,1 6 2-16,-8 14-1 15,-8 7 4-15,-17 15-2 16,-13 16 0-16,-19 21 0 16,-21 18-6-16,-17 18-4 15,-17 18-1-15,-18 9 2 16,-17 18 1-16,-8 7 4 16,-15 9 2-16,-12 5 2 15,-5 3 3-15,-12 4 2 16,-4-1 0-16,-5 1-2 15,-10-2-7-15,-5-4-111 16,-9-4-69-16,6 1-6 0,-16-11-4 16,6 3 0-16,-13-8 32 15</inkml:trace>
  <inkml:trace contextRef="#ctx0" brushRef="#br0" timeOffset="2352.67">22685 21305 152 0,'5'-16'59'16,"-5"16"0"-16,0 0-7 15,0 0-2-15,0 0-3 0,0 0 5 16,0 0 5-16,0 0 3 16,0 0-3-16,0 0-5 15,0 0-8-15,0 0-7 16,0 0-5-16,0 0-9 16,0 0-13-16,0 0-6 15,0 0-2-15,0 0-3 16,0 0 2-16,0 0-1 15,0 0-1-15,0 0 0 0,0 0 1 16,0 21-1 0,0-21-1-16,14 26 0 15,-9-5 1-15,9-2 2 16,-2 9-1-16,2 1 0 0,2 2 1 16,3 2-1-16,-2-2 2 15,2 2 0-15,0-2 2 16,0 0-4-16,-1-3 3 15,-3-5-4-15,-1-4 4 16,-2-4-2-16,-12-15 1 16,19 21 2-16,-19-21-3 15,0 0 2-15,18 10 0 16,-18-10 2-16,0 0-1 16,0 0 1-16,0 0-1 15,0 0-1-15,0 0 1 16,0 0-2-16,0 0-1 15,0 0 1-15,0 0-1 0,0 0-1 16,0 0 3-16,0 0-4 16,0 0 1-16,0 0 1 15,0 0 1-15,0 0-2 16,0 0 0-16,0 0 0 16,0 0 0-16,0 0 0 15,0 0 0-15,0 0 0 16,0 0-1-16,0 0-1 15,0 0 0-15,0 0 2 16,0 0-1-16,0 0-1 16,0 0 2-16,0 0 1 15,19 4-2-15,-19-4 0 16,22-12 0-16,5-7 2 0,14-18-4 16,15-11 2-16,22-23-1 15,16-23 2-15,15-27 3 16,21-24 1-16,19-16 0 15,23-16-1-15,7-10 5 16,12-10 2-16,7 0-2 16,12 5 1-16,2 5-2 15,1 15 0-15,-6 15 3 16,-9 17-2-16,-16 18-2 16,-17 27-5-16,-19 21 8 15,-23 22-7-15,-26 21-2 16,-22 19-68-16,-20 10-105 0,-32-5-11 15,-23 7-5-15,-35-54-16 16,-20-15 35-16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6:00:53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11687 12016 180 0,'-68'-22'158'16,"-24"-2"-35"-16,2 3-46 16,-4 5-12-16,-3 6-8 0,-8 13-18 15,-7 6-10-15,-5 12 0 16,-6 3 2-16,-4 9-2 16,-10 5 1-16,-2 5 0 15,-10 4-4-15,0 7 0 16,0 1-4-16,3 7 1 15,-4 6-2-15,8 10-8 16,3 5-8-16,6 7-1 16,6 5 0-16,11 9-3 15,6 3 0-15,15 4-1 16,8 2-2-16,9 1 1 16,14 2-3-16,15 2 4 15,9-1-2-15,12 1 4 0,14 0-5 16,7 3 4-16,14 2 1 15,16-2-2-15,6-2 1 16,13 1-2-16,14-2 1 16,6-4-2-16,11-3 3 15,9-9-4-15,6-5 0 16,6-11 4-16,7-4-3 16,4-10 2-16,14-4 2 15,4-9 0-15,5-7 0 16,9-6 0-16,13-2 2 15,1-5-2-15,8-6-1 16,6-3-1-16,4-10 0 16,-1-6 0-16,4-9 0 0,3-10 0 15,0-10 0-15,4-15 0 16,-3-11 0-16,-8-16 0 16,0-14 0-16,-3-16 0 15,-2-15 0-15,-12-12 0 16,-6-13-2-16,-17-11-3 15,-5-8 0-15,-8-8 0 16,-13-7 0-16,-17-1 1 16,-7-4 1-16,-17-1 2 15,-12-4 1-15,-13-2 2 16,-10 0 3-16,-10 5-4 16,-13 2 0-16,-10 5 0 15,-12 8 0-15,-14 5-3 0,-8 11 4 16,-11 12-1-16,-20 11-1 15,-11 10-2-15,-18 11 7 16,-13 15-6-16,-15 10 2 16,-8 16-2-16,-21 9-1 15,-17 15-1-15,-14 14 1 16,-6 18 1-16,-8 13 1 16,-12 16 1-16,-5 17-2 15,-3 20 4-15,5 18-36 16,15 7-94-16,5 9-46 15,22 10-4-15,8-3-6 16,34 5-3-16</inkml:trace>
  <inkml:trace contextRef="#ctx0" brushRef="#br0" timeOffset="1451.03">29463 11959 652 0,'30'-34'211'0,"-18"-8"-51"16,-9 2-160-16,-6 4 0 15,-2 3 0-15,-16-3-24 16,-3 6-6-16,-20-4 28 16,-11 1 2-16,-10 3 14 15,-18-2 12-15,-6 6-10 0,-15-4-16 16,-2 9 0-16,-17-5 0 16,3 11 0-1,-17-2 0-15,-5 1 0 16,-7 4 0-16,-8 3 0 0,-7 6 0 15,-15 1 0-15,-5 4 0 16,-7 1 0-16,-4 6 0 16,-9 5 0-16,-3 1 0 15,-8 4 0-15,5 9 0 16,1 7 0-16,-4 6 0 16,8 11 0-16,2 9 0 15,9 8 0-15,8 12 0 16,7 11 0-16,5 7 0 0,8 6 0 15,17 13 0-15,3 5 0 16,14 10 0-16,2 7 0 16,13 11 0-1,13 3 0-15,10 9 0 0,6 5 0 16,17 6 0-16,3 5 0 16,19-1 0-16,8-3 0 15,15-5-6-15,10-4-6 16,18-5 0-16,12-11 9 15,15-6 3-15,13-13-3 16,17-9 1-16,16-12 3 16,8-4 0-16,14-11 3 15,16-6-2-15,17-10 3 0,12-10-1 16,11-5 3-16,10-5-2 16,11-5 1-1,15-9-6-15,9-5 2 16,5-4-2-16,9-6 1 0,8-6-1 15,1-3 0-15,8-6 0 16,-2-6 0-16,1-2 0 16,3-11 0-16,-6-4 0 15,-1-11 0-15,-7-11 0 16,0-8 0-16,-5-12 0 16,-7-12 0-16,-9-13 0 15,-3-8 0-15,-6-10 0 16,-8-11 0-16,-7-9 0 15,-11-5 0-15,-8-8 0 16,-11-5 0-16,-8-4 0 16,-18-7 0-16,-8-4 0 15,-18 1 0-15,-15-2 0 0,-15-2 0 16,-20-2 0-16,-17 1 0 16,-20-6 0-16,-20-2 0 15,-25-6 0-15,-17-2 0 16,-20-7 0-16,-22-6 0 15,-19-4 0-15,-17-2 0 16,-21 5 0-16,-21 0-2 16,-19 10-8-16,-26 12-3 15,-22 16 3-15,-30 14-60 16,-28 23-105-16,-40 29-10 16,-48 17-4-16,-40 40-11 15,-59 22 32-15</inkml:trace>
  <inkml:trace contextRef="#ctx0" brushRef="#br0" timeOffset="22963.31">33008 12809 115 0,'26'-12'148'0,"-26"12"-9"16,15-26-12-16,-15 26-5 16,-3-21-7-16,3 21-14 15,-30-13-11-15,11 7-24 16,-7-4-66-16,-3 1 0 16,-2 2 0-16,-2 0 0 0,-4 1 0 15,2-1 0-15,-5 1 0 16,2 3 0-16,-3 0 0 15,-3 3 0-15,-4 5 0 16,-1 2 0-16,-5 3 0 16,-1 4 0-16,-8 5 0 15,2 2 0-15,-3 3 0 16,-2 4 0-16,2 1 0 16,2 2 0-16,-3 2 0 15,6 0 0-15,2 5 0 16,1 2 0-16,8 1 0 15,-1-1 0-15,8 3 0 16,1 3 0-16,8 2 0 0,3 0 0 16,3 1 0-16,3-1 0 15,6 3 0-15,1 2 0 16,6-3 0 0,5 1 0-16,-2 1 0 0,7-1 0 15,3 5 0-15,1 3 0 16,4 3 0-16,6 0 0 15,2 6 0-15,6-1 0 16,1 3 0-16,3-5 0 16,4-2-4-16,3-8 4 15,1-1-5-15,-1-11-4 16,5-1 3-16,2-13-7 16,5-5 5-16,4-10-4 0,7-7 5 15,1-9 1 1,9-12 2-16,5-5 5 15,4-13-2-15,-1-7 5 16,4-9-3-16,2-6 3 0,-5-8-2 16,0-4-3-16,-1-3 2 15,-3-5-3-15,1-1 3 16,-3-1-2-16,-8 0 3 16,-2 0 1-16,-11-1 2 15,-6 1-1-15,-16-3 4 16,-7-3-1-16,-19-3 0 15,-7-3 0-15,-12-2 2 16,-14 4-6-16,-5 3 7 16,-7 6-10-16,-7 8 0 15,3 14 0-15,-6 8 0 16,-6 11-8-16,5 15-115 16,-3 14-41-16,2 5-27 0,8 16 0 15,4 3-9-15,12 20 55 16</inkml:trace>
  <inkml:trace contextRef="#ctx0" brushRef="#br0" timeOffset="23563.74">33577 14360 390 0,'-12'-41'191'0,"8"16"2"15,-2 10-99-15,-10-1-31 16,16 16-1-16,-23 11-32 16,9 13-30-16,2 14 0 15,-2 14 0-15,6 9 0 16,4 9 0-16,4 7 0 0,7 1 0 16,9-6 0-16,3-6-3 15,7-14-2-15,3-12-2 16,8-14-1-16,-2-19 0 15,5-16 0-15,-2-17-1 16,-5-9 6-16,1-15 0 16,-4-9 2-16,-4-10 5 15,-10-9 1-15,-9-1 5 16,-11-3-1-16,-8-1 4 16,-11 5-2-16,-6 9-8 15,-11 8-3-15,-9 18 0 16,-3 15 0-16,-2 16 0 15,-1 19 0-15,-1 16 0 0,1 8 0 16,1 9 0-16,2 3 0 16,12-1 0-16,9-6-65 15,8-12-73-15,23-24-22 16,0 0-15-16,0 0-1 16,42-36-1-16</inkml:trace>
  <inkml:trace contextRef="#ctx0" brushRef="#br0" timeOffset="23870.96">34035 13647 275 0,'32'0'150'0,"-6"9"-11"0,0 6-11 15,-4 10-12-15,1 14-15 16,-6 10-22-1,9 17-44-15,0 15-35 0,0 9 0 16,2 12 0-16,-2 9 0 16,4 3 0-16,-1-1 0 15,4-3-3-15,-7-6-1 16,2-9 2-16,-6-6-2 16,-1-15 2-16,-2-13 0 15,-3-8-69-15,-9-18-18 16,0-18-40-16,-7-17-21 15,0-22-14-15,0-16-6 0,-7-23 5 16</inkml:trace>
  <inkml:trace contextRef="#ctx0" brushRef="#br0" timeOffset="24419.35">34525 14066 302 0,'0'-54'136'0,"0"16"-7"16,0 14-5-16,0 24-11 15,0 0-16-15,-11 16-21 16,15 18-30-16,-1 11-46 16,6 14 0-16,1 7 0 15,6 10 0-15,5 5 0 0,2 4 0 16,3-5 0 0,5-2-3-16,-5-9 1 15,-4-10-5-15,-1-7 7 16,-5-11-3-16,-4-8 1 15,-2-9 0-15,-10-24 2 0,-3 16 1 16,3-16-1-16,-30-28-4 16,8-3 0-16,-4-12 0 15,-4-18 1-15,-4-13 5 16,-6-9-6-16,5-12 1 16,5-4-1-16,1 0 7 15,10 1-4-15,0 4 4 16,8 7-3-16,6 10-3 15,10 7 3-15,2 13-1 16,4 7 1-16,4 5-1 16,4 10 4-16,1 8 0 15,6 11 1-15,0 11 1 0,0 8 3 16,0 11 0-16,-4 9-2 16,-3 11-1-16,-5 11-5 15,-10 11 0-15,-15 8 0 16,-8 3 0-16,-17 11 0 15,-9 0 0-15,-20 2 0 16,-16-8 0-16,-9-6-115 16,-15-14-50-16,-14-26-5 15,-1-10-5-15,-10-35-2 16,6-18-5-16</inkml:trace>
  <inkml:trace contextRef="#ctx0" brushRef="#br0" timeOffset="26147.58">4778 12112 217 0,'-26'-6'94'0,"-7"3"25"16,-5-4 7-16,1 9-8 15,-11-7-6-15,6 6-13 0,-14-2-19 16,8 6-22-16,-13 0-58 16,2 5 0-16,-3 4 0 15,-3 2 0 1,-6 6 0-16,3 4 0 0,1 7 0 15,-6 4 0-15,9 6 0 16,-4 4-16-16,9 10 1 16,2 5-3-16,5 11 4 15,3 8-4-15,9 9 15 16,5 16 0-16,9 10 6 16,4 12-6-16,11 10-4 15,8 9 5-15,10 7-5 16,12 0 5-16,10 1-4 0,16-10 5 15,8-8 1 1,11-13 1-16,10-18 3 16,8-16-2-16,8-19 4 15,2-21-3-15,9-21 4 0,1-20-4 16,6-24-1-16,-4-24 5 16,2-19-5-16,2-24 5 15,-8-23-5-15,4-16 2 16,-10-20 1-16,-4-9 0 15,-11-11 2-15,-5-7-7 16,-10-5 2-16,-8 0-7 16,-18 1-1-16,-12 4 3 15,-15 6-4-15,-18 6 1 0,-12 9-1 16,-14 10 4-16,-16 16-1 16,-15 17 0-1,-7 16 4-15,-11 15-4 16,-5 19 3-16,-6 18-3 0,-8 19 0 15,-7 15-83-15,-8 17-45 16,0 25-24-16,-15 16-13 16,5 23-1-16,-6 11-3 15</inkml:trace>
  <inkml:trace contextRef="#ctx0" brushRef="#br0" timeOffset="27346.43">1315 12749 37 0,'0'0'140'0,"-23"-28"7"16,23 28-39-16,-19-10 1 15,19 10 2-15,-22-2-19 16,22 2-9-16,-25 3-8 16,25-3-17-16,-19 4-21 15,19-4-26-15,-15 5-19 0,15-5-2 16,0 0 2-16,0 0 1 15,0 0 3-15,0 0 4 16,0 0 4 0,0 0 1-16,0 0 0 0,-14-21 1 15,14 21 1-15,-12-22-3 16,12 22-2-16,-16-30-9 16,6 15 9-16,10 15-6 15,-16-25 7-15,16 25-11 16,0 0 3-16,0 0 0 15,0 0-3-15,12 16 9 16,7 12-10-16,11 12 8 16,3 6-6-16,5 10 10 0,2 1-4 15,8 3 0 1,-2-2 2-16,-8-5-2 16,-2-6 2-16,-10-6-3 15,-3-8 2-15,-8-1-1 0,-1-3 1 16,-14-5-2-16,-7 0 3 15,-7-1-3-15,-1-2 2 16,-4-1 0-16,-7-1 0 16,0 2-2-16,0-2 1 15,0 0 1-15,3-1 0 16,4-3 0-16,0-3 0 16,19-12 3-16,-23 18 3 15,23-18 1-15,0 0 1 16,0 0 0-16,5-25-1 15,15-1 1-15,4-6-2 16,7-8-2-16,9-9-5 16,2-4 2-16,3-6-3 0,0 0 2 15,-5 2-2-15,-2 5 1 16,-5 3-2-16,-7 13-77 16,-7 3-55-16,-15 2-32 15,-1 12-9-15,-17 2-4 16,-1 8 4-16</inkml:trace>
  <inkml:trace contextRef="#ctx0" brushRef="#br0" timeOffset="27598.6">572 13095 505 0,'0'0'180'0,"0"0"-39"16,-4-31-45-16,27 1-31 16,7-13-58-16,11-9-7 15,8-10-4-15,6-13 5 16,11-6-7-16,2-9-23 16,7-3-82-16,-4-4-36 15,-3-6-28-15,-1 3-4 16,-11-2 2-16,3 8 11 15</inkml:trace>
  <inkml:trace contextRef="#ctx0" brushRef="#br0" timeOffset="27863.54">1752 11656 319 0,'26'45'180'0,"7"13"-8"15,2 6-58-15,5 3-27 16,12 11-24-16,2 7-58 16,5 3-3-16,2 4-6 15,-2 0 6-15,-4-8 3 16,-3-6-3-16,-7-10 4 16,-6-11-10-16,-6-9-41 0,-11-16-67 15,-22-32-39-15,23 17-19 16,-27-36-7-16,1-7 0 15,-13-19 61-15</inkml:trace>
  <inkml:trace contextRef="#ctx0" brushRef="#br0" timeOffset="28334.87">2245 11895 278 0,'4'23'126'15,"4"3"-22"-15,6 8-12 16,2 6-9-16,10 9-8 0,4-1-14 16,2 8-14-16,0-10-22 15,4-1-8-15,-6-8-4 16,-4-6-2-16,-4-9-12 16,-6-6 2-16,-16-16 2 15,0 0 0-15,0 0 1 16,0 0 0-16,-23-36 0 15,-3 1 0-15,-7-10 3 16,-5-10-4-16,-10-13 1 16,2-6-1-16,-2-6 2 15,8-3 0-15,9 1-2 16,8 6-2-16,9 5 1 16,11 9-2-16,10 10 0 15,12 9-4-15,10 10-1 0,8 9-2 16,4 12 3-1,1 8-2-15,3 8 0 16,0 8 1-16,-1 14-1 0,-10 5 2 16,-4 9 1-16,-11 8 0 15,-12 8-19-15,-14-3-48 16,-2 11-42-16,-13 4-26 16,-15-2-25-16,4 6-8 15,-15-3-9-15,3 4 103 16</inkml:trace>
  <inkml:trace contextRef="#ctx0" brushRef="#br0" timeOffset="28795.2">1004 14073 153 0,'16'-11'179'0,"17"-27"-37"16,12-12-31-16,12-21-3 15,18-14-2-15,10-20-27 0,23-11-20 16,4-14-42-16,15-8-18 16,5-8 4-16,-2-3-2 15,9-3-6-15,-2 3 1 16,-5 4 1-16,-2 3 1 16,-6 10-2-16,-8 11 2 15,-12 14-2-15,-10 18 0 16,-16 18 3-16,-16 18-2 15,-17 18-1-15,-13 21 1 16,-32 14-23-16,10 25-60 16,-29 16-40-16,-14 16-22 15,-19 14-20-15,-5 19-2 16,-25 9 1-16</inkml:trace>
  <inkml:trace contextRef="#ctx0" brushRef="#br0" timeOffset="29147.45">806 14604 174 0,'0'0'183'16,"26"-33"-5"-16,16-22-74 15,19-23-22-15,20-27-11 0,20-20-6 16,19-24-16-16,19-17-28 16,17-18-17-1,16-9-6-15,7-8 0 16,1-5 2-16,13 0-2 0,1 0 1 16,4 5 1-16,-4 5 0 15,-6 9-4-15,-6 14 2 16,-5 14 6-16,-8 15-5 15,-13 20 1-15,-17 16-125 16,-21 15-46-16,-12 20-9 16,-32 2-1-16,-15 14-5 15</inkml:trace>
  <inkml:trace contextRef="#ctx0" brushRef="#br0" timeOffset="36754.86">11544 12679 1 0,'0'0'94'0,"0"0"-25"15,-14 35-19-15,11-2 7 16,6 21 2-16,-3 11-2 16,11 18-3-16,-1 11-1 0,-1 12-7 15,10 4 6-15,2-1-13 16,-2-5-10-16,3-12-12 16,1-12 2-1,-7-16-8-15,1-14-7 0,-1-14-28 16,-6-15-45-16,-10-21-43 15,19 3-23-15,-19-27-8 16,4 0 3-16,-11-21 53 16</inkml:trace>
  <inkml:trace contextRef="#ctx0" brushRef="#br0" timeOffset="37186.15">11279 13012 97 0,'0'0'67'0,"-14"-26"-12"16,14 7 0-16,3-5-5 15,8-2-4-15,4-6-11 16,8 1-10-16,6-2 0 15,16 2 0-15,7 7-4 16,13 3-9-16,1 7-4 16,10 9-1-16,2 7-1 0,4 12 2 15,-1 7-1 1,-1 8-1-16,-2 7 1 16,-10 8 5-16,-9 6 2 15,-10 7 7-15,-8 7 30 0,-15-3-3 16,-8 6 4-16,-22-5-5 15,-10 4 0-15,-17-4-8 16,-2-1-3-16,-12-11-11 16,-4-5-66-16,1-3-56 15,-8-9-30-15,1-9-29 16,10-2-12-16,-1-16-4 16,13-3 1-16</inkml:trace>
  <inkml:trace contextRef="#ctx0" brushRef="#br0" timeOffset="37555.43">10662 13304 62 0,'0'0'106'0,"0"0"14"16,19-29-55-16,7 3-3 16,13-5 12-16,6-6 12 15,10-4-1-15,4-2-5 0,6-6-16 16,9 6-19-16,-6 0-13 15,1 6-8-15,-4 6-14 16,-6 5-23-16,-6 12-50 16,-7 7-34-16,-3 11-27 15,-8 11-19-15,-13 8-18 16,1 15-7-16,-13-2 23 16</inkml:trace>
  <inkml:trace contextRef="#ctx0" brushRef="#br0" timeOffset="37825.61">10966 13903 42 0,'-15'7'79'15,"15"-7"-7"-15,0 0 0 16,0 0 0-16,36-31-7 15,-1 5-3-15,6-3-7 16,15-6-5-16,6-3-10 16,10-2-19-16,2-1-13 15,10 1-7-15,-3 2-28 16,1 3-55-16,-2 9-36 16,-15-3-11-16,7 17-8 0,-20-7 4 15</inkml:trace>
  <inkml:trace contextRef="#ctx0" brushRef="#br0" timeOffset="44811.81">20112 13265 21 0,'7'-26'57'16,"-7"-11"10"-16,0 4 8 15,-3-3 7-15,3 0 9 16,-4-4 6-16,-1-7-3 16,-2 2 0-16,-3-7-7 15,4 7-14-15,-7-7-16 0,2 4-5 16,-4-9-15-16,-5 6-3 16,-6-1-29-16,-3 2-5 15,-6 2 0-15,-1-2 0 16,-9 5 0-16,-7 0 0 15,-7 1 0-15,-2 5 0 16,-7 0 0-16,-3 5 0 16,-7 3 0-16,0 6 0 15,-4 1 0-15,-5 7 0 16,-3 1 0-16,1 8 0 16,-4-1 0-16,-1 7 0 15,-7-1 0-15,1 1 0 0,-4 4 0 16,6-2 0-16,-2 7 0 15,-1-2 0-15,4 5 0 16,3-1 0 0,4 7 0-16,-4 1 0 15,5 4 0-15,-1 1 0 0,5 4 0 16,5 2 0-16,2 3 0 16,4 2 0-16,6 1 0 15,5-1-17-15,6 7 1 16,2-5 0-16,6 5 3 15,4-2-1-15,1 0 6 16,3 2-3-16,3-1 5 16,8 3 2-16,1-4 4 0,-1 5-2 15,7 1 1 1,1 1 1-16,3 1-1 16,3 1 1-16,2 5-1 15,2 0 2-15,5 3-3 0,0 2 2 16,4 1-2-16,3 2 3 15,0 4-4-15,7 4 2 16,0-3-2-16,5 1 3 16,-2 3-3-16,2 2 3 15,6 0-2-15,-3 2 1 16,1 0 0-16,1-1 3 16,2 1-4-16,4-2 3 15,0 0-2-15,3-3 1 16,3 1 2-16,6-2-6 15,1-3 5-15,6-3-5 16,3-2 5-16,7-4-5 16,4-1 6-16,3-4-6 0,1-5 2 15,5-3 2-15,4-3-1 16,2-2 2-16,0-1-1 16,1-5 0-16,2 2-2 15,1-3 3-15,0-4-1 16,-4-2 1-16,3-3-2 15,1-2 1-15,3-5-2 16,5-4 2-16,3-5 2 16,-3-3-3-16,5-7 0 0,-1-4 1 15,3-5-2 1,2-5 2-16,-5-3 0 16,2-4-1-16,-6-6 0 15,2-2 0-15,-2-3 1 0,-1-2 0 16,0-3 2-16,-8 1-2 15,1-6 2-15,-4 2-1 16,-7-2 2-16,-5-1-1 16,2-3-3-16,-9 1 4 15,-3-2-4-15,-4 0 4 16,-2 0-5-16,-5-1 4 16,-5 1-3-16,-1 0 1 15,-6-2 1-15,-4-1-2 16,1 1 2-16,-9 1-2 15,-2-3 1-15,-5 1-2 16,-4-4 2-16,1-2 1 16,-8-1 0-16,-3 0 0 0,-5-2 0 15,2-2 0-15,-2-2 1 16,-6-3 0-16,3-1 1 16,-4 2-4-16,-4-4 2 15,-3 0-1-15,-4-4 2 16,1 2-2-16,-4-1 2 15,2 3-1-15,-6 1-3 16,-4 6 5-16,-1 4-2 16,-1 10 3-16,-6 6-35 15,-5 9-94-15,-15 2-46 16,-6 18-7-16,-15 3 4 16,-4 15-2-16</inkml:trace>
  <inkml:trace contextRef="#ctx0" brushRef="#br0" timeOffset="45942.67">17828 15928 58 0,'0'0'23'16,"0"0"-7"-16,0 0-4 16,0 0-4-16,0 0-4 15,0 0-3-15,0 0-2 16,0 0 1-16,0 0 0 16,0 0 1-16,0 0-1 0,0 0 0 15,0 0-1-15,0 0 1 16,0 0-2-16,0 0 1 15,0 0 2-15,0 0-2 16,0 0 1-16,0 0 0 16,0 0-1-16,0 0-2 15,0 0-4-15,0 0-14 16,0 0-15-16,0 0-13 16,0 0 49-16,0 0 0 15</inkml:trace>
  <inkml:trace contextRef="#ctx0" brushRef="#br0" timeOffset="49030.86">21628 14866 326 0,'0'0'136'0,"0"0"-2"16,0 0-10-16,-18-4-14 16,18 4-22-16,0 0-29 15,0 0-28-15,0 0-17 16,0 21-13-16,0-21-5 16,-3 21-7-16,3-21 0 15,0 29 1-15,3-10 1 0,-6 5 5 16,6 4 3-16,-3 2 2 15,4 1-3 1,-4 2 2-16,3 5-1 16,1 2 1-16,3-1-1 0,-2 1 3 15,2-2-4-15,-4 2 2 16,4 2 3-16,2-1-2 16,-6-3 2-16,4-1-2 15,0-1 1-15,-2-1-1 16,2-3 1-16,0 0-2 15,0-8-5-15,2-3 3 16,5 1-3-16,-2-1 0 16,4-4-2-16,4-5 0 15,3 2 0-15,7-7 1 16,-3 2 1-16,6-2 0 16,4-6 2-16,1-1 2 15,4 0 1-15,-3-1 0 0,0-1-1 16,-3 0 1-16,-1 0 1 15,-6 2 0-15,1 6-97 16,-8 2-50-16,-22-8-27 16,16 25-2-16,-25-8 0 15,2 12 15-15</inkml:trace>
  <inkml:trace contextRef="#ctx0" brushRef="#br0" timeOffset="51050.3">22195 17230 252 0,'9'18'181'16,"7"-3"-32"-16,-16-15-34 16,20 12-24-16,-20-12-7 0,19-19-30 15,-3-10-46-15,-5-11-3 16,4-14-1-16,8-12 0 15,-1-6-3-15,8-11 1 16,3 0-6 0,-4 1 4-16,3 8-4 0,-3 10 5 15,1 14-5-15,-15 13 9 16,-1 15-1-16,-14 22 2 16,0 0 2-16,0 0-1 15,-23 43-1-15,-3-1-3 16,-3 6 4-16,-1 6-7 15,-8 3 1-15,5 5-3 16,0-8-1-16,11-2-4 0,10-9 2 16,5-5-2-16,14-7 1 15,8-5-1 1,8-7 1-16,3-3 0 16,3 1 2-16,1-5 4 0,-4-1 2 15,-7-1 4-15,-19-10-1 16,19 17-1-16,-19-17 1 15,-3 18-1-15,3-18 0 16,-32 10-1-16,11-3-1 16,-5-2-3-16,4-1 0 15,-1-1 0-15,1-1 0 16,3 0-1-16,3-1 2 16,16-1-1-16,-17 2 0 0,17-2-5 15,0 0 2 1,0 0 0-16,14 10-1 15,5-6 0-15,7-4-1 16,12-2 1-16,5-1 1 0,11-6 3 16,5-8-1-16,5-8 1 15,7-11-1-15,-1-7 3 16,-6-7-3-16,0-11 2 16,-8-5-3-16,-11-3 4 15,-8-4-2-15,-15 1 4 16,-10 1-1-16,-12 0 0 15,-8 7 3-15,-10 10-1 16,-4 9 5-16,-6 7 0 0,-5 14 2 16,3 8-4-16,1 21 3 15,-1 14-5 1,8 16-4-16,3 10 2 16,3 10-6-16,9 16 0 0,7 7-2 15,4 9 1-15,3-1-1 16,5 1 2-16,2-8 4 15,-2-2-2-15,-2-12 2 16,-5-13-1-16,2-10 1 16,-3-13-6-16,-1-11 2 15,-3-18-2-15,0 0 2 16,0 0-1-16,4-18-1 16,-1-1 1-16,2-3-1 15,6-4 4-15,4-2 1 16,5-1 1-16,6-4-3 15,7 0 1-15,3-2-1 16,2 2 2-16,7-1-2 0,4 1 3 16,-4-4-4-16,2 6 4 15,-2 2-2-15,-3 1 1 16,-4 7-1-16,-9 6 1 16,-3 4 1-16,-6 8 2 15,-20 3 1-15,20 24-1 16,-18 0 2-16,-2 6 0 15,-2 5 0-15,-8 1-1 16,3 2 1-16,-5 2-4 16,1-7 2-16,-1-7-3 15,2-6-3-15,10-20-1 16,-12 19 0-16,12-19 0 16,0 0-1-16,0-17 2 0,1 2-2 15,6-1 2-15,0-1 2 16,0-1 2-16,-7 18-1 15,23-20-1-15,-8 16 1 16,1 9 0-16,5 6 0 16,-5 6 0-16,3 6 0 15,-2 2-1-15,-1 1 3 16,-1-1-3-16,-1-5 2 16,-2-2-2-16,-12-18 0 15,19 15-1-15,-19-15 1 16,21-8 1-16,-12-8-2 15,5-8 3-15,1-9-2 0,4-10 3 16,1-13-4-16,6-9 4 16,0-10-3-16,3-6 4 15,-3-9-4-15,0 0 4 16,0 3 1 0,-3 4-1-16,-1 10 2 0,-11 13-2 15,-3 13 1-15,-1 14 1 16,-3 16 5-16,-4 17-4 15,0 0 0-15,0 0-1 16,-19 41 0-16,8-3-2 16,1 9-3-16,1 5-4 15,2 9-4-15,4 6 1 16,-1 2-1-16,8 4 1 0,3-2-1 16,3-3 3-16,6-4 3 15,3-2-2 1,4-8 2-16,3-8-2 15,3-7 1-15,1-12 0 0,-1-6 3 16,2-9-1-16,-1-14 2 16,-4-10 0-16,3-9 1 15,-3-8 2-15,-6-7-1 16,2-11 1-16,-6-2-3 16,1 1 1-16,-5 5-1 15,-5 3 2-15,0 9-1 16,-7 7 3-16,0 24 3 15,-3-18-2-15,3 18 0 0,-19 19-1 16,12 0 0 0,-4 6-2-16,-1 4-1 15,5 0-5-15,0 6-3 16,7-2-2-16,4-4 1 0,3 1-2 16,5-4 1-16,5-5-2 15,6-6 2-15,3 1 1 16,0-9 1-16,1 0 4 15,0-6 0-15,2-6 2 16,-6-2 1-16,-1-7-49 16,-8-8-47-16,-2-8-35 15,-5-1-20-15,-7-12-13 16,0 1 0-16,-10-10 7 16</inkml:trace>
  <inkml:trace contextRef="#ctx0" brushRef="#br0" timeOffset="51283.46">24009 16481 586 0,'30'7'164'16,"-1"-16"-35"-16,13-3-118 15,1 0-15-15,6-7 6 16,5 3-50-16,-2-5-79 16,-9-6-33-16,6 2-2 15,-18-16-1-15,5 1-1 16</inkml:trace>
  <inkml:trace contextRef="#ctx0" brushRef="#br0" timeOffset="95291.05">21090 15146 424 0,'0'0'193'16,"0"0"-52"-16,27 12-71 15,-6-17-25-15,14-2-6 16,5-2-21-16,17-4-13 16,14-5 0-16,7-2-3 15,7-8 0-15,2 0-2 16,3-3 2-16,-5 3-2 15,-6 1 4-15,-12 2-3 0,-11 5 2 16,-11 2-4 0,-12 8-2-16,-14-1-1 0,-19 11 1 15,0 0-1 1,-23 6 1-16,-13 8-1 0,-13 1-1 16,-11 6 2-16,-11 5 1 15,-11 2 3-15,-3 3-3 16,-2-2 1-16,2-1-1 15,10-4 1-15,15-5 1 16,8-5 1-16,13-5-1 16,17-4 2-16,22-5 1 15,0 0 2-15,0 0-1 0,45-16 0 16,4 2 0-16,11-1-1 16,11-6 0-16,11-1-1 15,8-3 1-15,4-1-3 16,-2-3 2-16,-5 5-1 15,-9 3 1-15,-14 0-3 16,-8 9-1-16,-18 2-4 16,-14 3 4-16,-24 7-2 15,0 0 1-15,-36 19-2 16,-9-2 1-16,-11 4 2 16,-12 6 1-16,-10 5 1 15,-5-1-3-15,-9 5 2 16,5-3-2-16,6-2 2 0,9-5-1 15,13-5 3-15,14-9 3 16,11-3 1-16,16-6 1 16,18-3 1-1,11-15-1-15,18-1-1 0,9-6 1 16,14-3-3-16,7-2-2 16,6 1-1-16,2-2 0 15,4 2-2-15,-8 3 2 16,-7 6-2-16,-15 5 2 15,-11 3-4-15,-8 6 1 16,-6-1-2-16,-16 4 1 16,0 0 1-16,0 0-1 15,-12 16 1-15,-2-9-1 0,-5 0 3 16,-4 2-1 0,4-3 2-16,-3 1-2 15,1 0 0-15,2-2 0 16,19-5 1-16,-20 4 1 0,20-4-1 15,0 0 1-15,0 0 0 16,0 0 1-16,0 0-1 16,0 0 1-16,0 0-1 15,0 0 0-15,0 0 1 16,0 0-2-16,0 0 2 16,0 0-2-16,0 0 1 15,0 0 1-15,0 0-1 16,0 0 2-16,0 0-1 15,0 0 1-15,0 0 0 16,0 0-39-16,0 0-72 16,-3-17-41-16,3 17-15 15,0-25-5-15,0 25 0 0,14-34 47 16</inkml:trace>
  <inkml:trace contextRef="#ctx0" brushRef="#br0" timeOffset="97776.82">21157 15203 149 0,'0'0'120'15,"9"16"-11"1,-9-16-19-16,22 14-5 15,-1-7-7-15,5-1-7 16,0-4-6-16,13 0-23 0,2-7-13 16,11-2-26-16,4-4-1 15,5-4-1-15,1-6 0 16,6-7 0-16,6-1 2 16,1-2-2-16,0-7 2 15,3-2 0-15,-4-3 1 16,5 1-3-16,-5-1 3 15,1 5-1-15,-11 0-1 16,-3 3 1-16,-13 6-1 16,-4 6 0-16,-13 4 0 15,-8 7 0-15,-23 12 0 16,22-16-2-16,-22 16 0 16,0 0-1-16,0 0 1 0,0 0-2 15,0 0 1-15,0 0 0 16,0 0 2-16,-8-22-1 15,8 22 2-15,-11-31 1 16,8 13-2-16,-3-4 5 16,-1 1-3-16,4-3 2 15,0-2-7-15,-1-3 6 16,-5 1-8-16,2-5 5 16,-3 0-6-16,-6 2 1 15,1-5-4-15,-4 1 2 16,-2 2 1-16,-5-2-1 15,0 3 2-15,-2-3 0 16,-5 2 2-16,4 2-1 0,-6 1 4 16,2 1-1-16,-7 0 1 15,5 1-1-15,-1 0 1 16,-6 0 0-16,4 1 0 16,-2-3-1-16,-2 1 1 15,1 1-2-15,-4 2 2 16,1 2 0-16,-4 3 4 15,-1 2-2-15,0 4 1 16,1 1-1-16,-8 3 2 16,6 4 1-16,-6 2 0 15,4 4-1-15,0 2-2 16,4 1 2-16,-1 5-2 16,0 3-1-16,8 4 0 0,1 0-1 15,2 5-2-15,-2 2 0 16,8 7-2-16,3 1 0 15,-1 7-3-15,4 2 3 16,7 11-3-16,-3 5 1 16,3 8-1-16,5 4 3 15,2 5-1-15,1 1 0 16,2 8 2-16,6 1-3 16,-1-1 4-16,4 1-3 15,0-1 2-15,4 1-2 16,5-3 1-16,1 2 1 15,2-9-1-15,2-4 3 0,5-4-3 16,4-8 2-16,-1-8-1 16,4-8 1-16,0-9 0 15,4-4 2 1,-1-7-1-16,1-7 1 0,5-2 1 16,-2-3 0-16,1-3-1 15,3-2 3-15,4-2-2 16,-1-4-1-16,-1-1 1 15,6 1 0-15,-4-2 0 16,-1-1 0-16,2 0-1 16,-6 0 0-16,3 0 1 15,-3 2 1-15,-5-1-2 16,-1 1 1-16,-8 2 0 0,-3 1-2 16,-19 2 1-16,23-3-1 15,-23 3 0-15,0 0 0 16,0 0 3-1,0 0 2-15,7-18-94 0,-4 3-66 16,-10-23-2-16,7 0-2 16,-8-21-2-16,11 0 8 15</inkml:trace>
  <inkml:trace contextRef="#ctx0" brushRef="#br0" timeOffset="98818.56">21095 15257 97 0,'21'-7'43'16,"10"3"0"-16,-2-4 0 16,13 1-1-16,1-7 0 15,8 0 4-15,8-5 4 16,5-3 0-16,5-4 1 16,6-2-7-16,8 0-5 15,-1-5 15-15,5 4-5 16,-2-9-6-16,2 3-8 15,-2-6-5-15,-2 3-5 16,-5-9 0-16,-7 2-4 16,-5-4-17-16,-9 1 2 15,-11-2-6-15,-10 0 4 16,-10-1-5-16,-15 5 3 0,-10-3-4 16,-9-1 4-16,-10 3-7 15,-4 1 2-15,-6 1 0 16,-5 0 0-16,0 1 0 15,-9-1-1-15,6 4 2 16,-6-1-1-16,0-1 2 16,-3 0-1-16,2-1 2 15,-2 1-3-15,0 2 2 16,-4 1-1-16,0-2 0 16,4 2 3-16,-3 6-2 15,-1-1 3-15,4 6-1 16,-4 1 4-16,1 5-2 15,3 6 1-15,-4 3 0 0,6 7 1 16,-6 2-2-16,4 5 2 16,-4 5-4-16,8 4 1 15,-8 1-2 1,9 1-2-16,-2 4 2 0,4-1-4 16,2 2 3-16,3 1-4 15,2-1 6-15,5 3-5 16,0 0 3-16,3 3-1 15,4 1 0-15,-2 4 1 16,5 5-1-16,-3 4 0 16,5 6-3-16,2 8 3 15,5 10-1-15,-1 6 2 0,8 9-3 16,-4 4 4-16,8 4 0 16,1 4-2-16,2-2 2 15,3-1-3-15,-1-2 4 16,5-3-3-16,-2-6 3 15,2-4-4-15,-2-5 1 16,2-5 2-16,-2-2-1 16,2-8 1-16,-5-9 0 15,1-9-53-15,2-5-62 16,6-2-38-16,-18-24-8 16,26 16 2-16,-26-16-1 15</inkml:trace>
  <inkml:trace contextRef="#ctx0" brushRef="#br0" timeOffset="114534.98">22589 17658 306 0,'0'0'140'16,"0"0"-9"-16,30 10-13 15,-1-15-17-15,16 3-15 0,14-10-27 16,21 0-44-16,24-11 1 16,20-2-4-1,13-7-3-15,12-6-7 16,13-5-1-16,6-2 3 0,4-2-4 16,0 1 2-16,-7 2-2 15,-16 1 1-15,-3 1-3 16,-16 8 7-16,-17 4-3 15,-21 3-3-15,-21 6 2 16,-19 0-99-16,-24-8-75 16,-11 8-9-16,-34-12-2 15,-15 4-1-15,-27-20 0 0</inkml:trace>
  <inkml:trace contextRef="#ctx0" brushRef="#br0" timeOffset="116398.9">6359 13091 81 0,'0'0'42'16,"0"0"10"-16,-7 16 6 16,7-16 11-16,0 0 24 15,0 0 12-15,0 0-10 16,0 0-6-16,0 0-7 16,4-19-10-16,-9-4-7 15,5 1-11-15,-4-13-21 16,1-4-23-16,-4-13 0 15,-2-6-5-15,-5-9-6 16,2-9 5-16,-5-9-6 16,1-5 1-16,-3-9-5 0,-2-3 1 15,-2-5-1-15,4-4 3 16,0 4 5-16,4-2-3 16,1 3-2-16,2 4-2 15,5 5 2-15,3 0-2 16,4 5 2-16,0 1-2 15,7-1 2-15,-3 5-3 16,4 4 7-16,3 2 2 16,-4 3-4-16,1 2 4 15,-1 1-5-15,0 3 5 16,-3 2-5-16,1 3 4 16,-2-2-4-16,-3 1 0 15,0 2 2-15,4 6 0 0,-4 4 0 16,0 6-1-16,3 7 1 15,-3 7-1-15,4 10 0 16,-4 5-2-16,0 21-2 16,3-17-2-16,-3 17 1 15,0 0 0-15,0 0 0 16,0 0-1-16,12 19 3 16,-12-19 1-16,14 17 1 15,-14-17 2-15,26 19-1 16,-7-5 1-16,1-4 0 15,2 1 1-15,8-4-2 16,3 1 2-16,1 1-2 16,8-2 1-16,7 0-1 0,-1-6 0 15,11 3-1-15,2-1 1 16,12-3 0-16,1 0 0 16,6-3 1-16,2 3-2 15,5-5 2-15,5-1-1 16,1-2 1-16,1-1 0 15,3-1-1-15,4-2 0 16,3 0 2-16,2-6 0 16,2 4-1-16,-1-5 0 15,-1 2 1-15,2 0-2 16,-1-1-1-16,-1 1-7 16,2 5-32-16,1-5-22 15,2 5-16-15,-1-2-6 0,4 3-9 16,-1 1-4-16,3 5-6 15,4 1 1-15,2 3 18 16,-1 7 13-16,-3-2 5 16,14 13 67-16,-12-6 0 15</inkml:trace>
  <inkml:trace contextRef="#ctx0" brushRef="#br0" timeOffset="118202.18">21886 10268 79 0,'37'5'41'16,"-6"1"5"-16,-2 4 9 0,-2 4 4 15,-8 1 2-15,-6 4 3 16,3 0 6-16,-5 6 3 15,-3-3-4-15,3 8-6 16,-4-6-15-16,1 9-7 16,-4 0-2-16,3 6-9 15,0 1-9-15,-2 7-11 16,-2 1 3-16,1 6-9 16,-1 7 6-16,1 1-9 15,-1 0-2-15,2 1-5 16,-1 6 3-16,-1 0 4 15,1 2-2-15,-1 0 2 16,4 4-2-16,-2-3 5 0,-1 1-2 16,3 0 2-1,-4-4-2-15,4 0 1 0,-5 0-2 16,1-1 3 0,4-4-3-16,-3 0 0 0,3 0-2 15,-2-2 2-15,2-3-2 16,0-3 4-16,0-5-3 15,-2-6 1-15,2-6-1 16,3-7 2-16,-4-6-2 16,4-7 1-16,2-3-2 15,-12-16-1-15,33 21 0 16,-10-18-1-16,6-3 0 16,4-1-1-16,9-5 0 0,3-2 2 15,4-4 0-15,6-1 1 16,6 0 2-1,-2-1-2-15,5-2 2 16,-1 2-1-16,-6-1 1 0,2 3-2 16,0 0 0-16,-5-1 1 15,-2 3-1-15,-7 0 1 16,-2 3 0-16,-4 3 0 16,-6 1 2-16,-4 3 0 15,-6 0 1-15,-8 2 0 16,-15-2 3-16,19 3 0 15,-19-3 0-15,0 0-1 0,0 0 1 16,-22-16-2 0,3 4-2-16,-4-5-1 15,-3-4 0-15,-7-3-2 16,2 0 0-16,-2 1-1 16,3 1 2-16,4 3 1 0,0 3 0 31,4 7-3-16,6 3 1-15,16 6 0 0,-19-7 0 0,19 7 0 0,0 0-1 16,0 0-3-16,0 0 2 16,16 15 1-16,3-4 0 15,3-1 1-15,4 4-1 16,7 1 1-16,6 1 0 16,-3-2 2-16,6 1 0 15,-6 1 2-15,2 0 0 16,-5-1 2-16,-7 2-2 15,-3 4 0-15,-11 7-1 0,-12 8 2 16,-12 13-1-16,-18 11-4 16,-18 13 3-16,-15 14-6 15,-13 8 3-15,-13-4-64 16,-8-4-84-16,3-7-19 16,1-30-15-16,18-10-3 15,9-32 4-15</inkml:trace>
  <inkml:trace contextRef="#ctx0" brushRef="#br0" timeOffset="120567.86">27026 11362 45 0,'135'-22'30'0,"11"4"-9"15,-7 1-4-15,2 7-5 16,-2 3 0-16,-1 5-2 16,-4 4-2-16,-4 5-2 15,-1 5-2-15,-6 7 0 0,0 5-1 16,-6 4-2-16,-3 5-1 15,-1 5 0-15,-9 3 1 16,0 6 1-16,2 7 2 16,-10 5-12-16,-6 8-6 15,0 7-8-15,-5 11-2 16,-10 2-6-16,-1 8-5 16,-9 0-4-16,-5 7 32 15</inkml:trace>
  <inkml:trace contextRef="#ctx0" brushRef="#br0" timeOffset="125451.33">22865 14326 219 0,'0'0'98'0,"0"0"23"16,0 0-16-16,0 0-8 16,0 0-14-16,0 0-9 15,0 0-15-15,0 0-16 16,0 0-17-16,0 0-30 16,0 0 2-16,0 0 1 15,0 0 0-15,0 0-1 0,0 0 2 16,0 0-1-16,0 0 1 15,0 0-1-15,0 0 0 16,0 0 0-16,0 0 0 16,0 0 1-16,0 0-1 15,0 0 1-15,0 0-1 16,0 15 1-16,0-15 1 16,0 0-1-16,0 0 0 15,0 0 0-15,0 0 1 16,0 0-1-16,0 0 0 15,0 0-1-15,0 0 1 16,0 0 0-16,0 0 0 16,0 0 0-16,0 0-1 0,0 0 1 15,0 0 1-15,0 0-2 16,0 0 1-16,0 0-1 16,0 0 0-16,0 0 0 15,0 0 1-15,0 0-1 16,0 0 0-16,0 0 0 15,0 0 0-15,0 0 1 16,0 0 0-16,0 0-1 16,0 0-1-16,0 0 1 15,0 0 1-15,0 0 0 16,0 0-1-16,0 0 1 16,0 0-1-16,0 0 0 15,0 0 2-15,0 0-1 0,0 0 0 16,0 0 0-16,0 0-1 15,0 0 2-15,0 0-1 16,0 0 0 0,0 0 0-16,0 0 0 0,0 0 0 15,0 0 2-15,0 0-59 16,0 0-68-16,0 0-44 16,0 0-7-16,-19-14 4 15,5-3 0-15</inkml:trace>
  <inkml:trace contextRef="#ctx0" brushRef="#br0" timeOffset="145653.71">29548 12084 227 0,'-7'-16'196'16,"-15"-4"-8"-16,-4-6-62 16,3 5-29-16,-10-10-12 15,4 8-15-15,-16-10-36 16,6 7-34-16,-13-5 0 15,4 4 0-15,-11-6 0 16,1 0 0-16,-1 0 0 0,-1-3 0 16,-3 1 0-16,-1-1 0 15,-2-1 0 1,2 4 0-16,-4 0 0 0,0 2 0 16,-1 2 0-16,-6 5 0 15,-1-1 0-15,-2 5 0 16,-4 1 0-16,4 1 0 15,-5 3 0-15,1 1 0 16,-3 2 0-16,2-2 0 16,-2 2 0-16,-2-2 0 15,-2 2 0-15,-4 1 0 16,-5 3 0-16,1 1 0 16,-3 2 0-16,-6 5 0 0,-5 1 0 15,1 8 0-15,-1 3 0 16,-5 5 0-16,-1 4 0 15,-1 5 0 1,2 5 0-16,-4 4 0 0,1 8 0 16,-1 6 0-16,0 4 0 15,0 6 0-15,2 5 0 16,2 4 0-16,3 4 0 16,-1 8 0-16,8-2 0 15,2 5 0-15,6 2 0 16,5 1 0-16,4 4 0 15,2 2 0-15,2 2 0 16,5 1 0-16,6 2 0 0,-1 1 0 16,9 5 0-1,5-1 0-15,6-2 0 16,6-1 0-16,11 3 0 16,5 0 0-16,4-3 0 0,9 3 0 15,1 2 0-15,5 3 0 16,6 4 0-16,1 3 0 15,7 2 0-15,0-2 0 16,7 2 0-16,1-3 0 16,10 1 0-16,-3-7 0 15,15 2 0-15,-1-1 0 16,13-6-4-16,3-2 0 16,7 1 10-16,9-3-4 0,9-4-2 15,4-4 0-15,9-7 0 16,8-5 0-1,4-6 0-15,11-2 0 16,5-8 0-16,5-7 0 0,11-4 0 16,5-6 0-16,9-9 0 15,1-1 0-15,4-6 0 16,7-7 0-16,5-6 0 16,-2-4 0-16,0-8 0 15,5-10 0-15,-1-4 0 16,-2-9 0-16,4-9 0 15,-6-5 0-15,0-8 0 16,-1-8 0-16,-6-4 0 0,0-8 0 16,-3-1 0-1,-4-4 0-15,-1-1 0 16,-9-4 0-16,-6 1 0 16,-2 3 0-16,-8-4 0 0,-5 0 0 15,-7-2 0-15,-7-3 0 16,-6 0 0-16,-4-5 0 15,-6-6 0-15,-6-8 0 16,-8-2 0-16,-8-4 0 16,-3-2 0-16,-7-6 0 15,-11-4 0-15,-5 1 0 16,-4 1 0-16,-6 5 0 16,-8 6 0-16,-1-2 0 15,-8 5 0-15,-3 7 0 16,-3 3 0-16,-7 2 0 15,-2 2 0-15,-1 0 0 16,-6 0 0-16,2 5 0 0,-5 2 0 16,0 2 0-16,0 4 0 15,-3 3 0-15,-1 4 0 16,1 3 0-16,-8 3 0 16,4 3 0-16,-4 2 0 15,-3 4 0-15,2 1-2 16,-2 2 0-16,-3 0 4 15,-2 3-4-15,-4 1 3 16,2 1-1-16,-2 0 3 16,1-3-3-16,-3 0 0 15,-1-1 0-15,0 1 0 16,0 0 0-16,-4 0 0 0,1-1 0 16,-4 3 0-16,3 3 0 15,-3-2 0-15,0 5 0 16,0-3-1-16,3 2-1 15,-3 0 0-15,2 3 4 16,-2 1-4-16,0 3 1 16,-4 3 3-16,4 2-7 15,-4 5 5-15,3 5-1 16,-3 4-1-16,-3-1-3 16,2 6-5-16,-6 0 0 15,6 5 1-15,-5 0 0 16,-3 3 0-16,-1 1 1 15,-1 1 1-15,-5 2 4 0,1-2 2 16,-3 2 2-16,-1-2 1 16,0-1 1-16,1-1-1 15,-1-1 0 1,0 1-1-16,4-1-3 0,0 0 3 16,0 1 0-16,0-1-1 15,0 1-2-15,-4 1 1 16,4 1 1-16,-4 0 0 15,1-1 1-15,-1 1 0 16,-3 2 0-16,3-2-1 16,-3 0 0-16,3 7-1 15,1-1 2-15,-4 4-1 16,1 3 2-16,-1-1-4 0,-3 2 2 16,2 5 0-16,5 4 0 15,-1-4 2 1,4 6-3-16,0 1 2 15,7 2-3-15,-2 5 4 0,8 0-3 16,-1 7-1-16,4-2 3 16,1 2-3-16,2 2 2 15,0-2-1-15,3-2 1 16,1 0-1-16,-1 1 1 16,4-5-2-16,5 5 3 15,-2-1-1-15,4 0 0 16,2 7 2-16,3 2-2 15,1 0 3-15,6 4-2 16,0 3 4-16,0 3-4 16,0 5 3-16,7 1-1 0,-3 5 0 15,1 1 3 1,5 4-4-16,1 3 3 0,1 4-2 16,2 3 0-16,-2 2-1 15,1 7 2-15,3 5-1 16,-2 7 0-16,1 4-1 15,-1 5 1-15,2-2 0 16,1-2-5-16,-1-3 5 16,3-9-6-16,0-9 3 15,5-8-1-15,2-5 2 16,5-2-4-16,-1-7 3 0,6 0 3 16,2 3-4-1,2 0 4-15,-2 1-3 16,6-1 1-16,-3-4 0 15,5-8 4-15,-7-7 1 0,3-15-60 16,0-12-89-16,3-13-34 16,-19-15-1-16,21-41-8 15,-21-23-5-15</inkml:trace>
  <inkml:trace contextRef="#ctx0" brushRef="#br0" timeOffset="148646.84">23193 13940 113 0,'0'0'36'0,"0"0"-6"16,0 0-7-16,0 0-8 15,0 0-5-15,0 0 1 0,0 0 2 16,0 0 3-16,0 0 3 16,0 0 1-16,0 0-2 15,0 0 1-15,0 0-1 16,0 0-3-16,0 0-4 16,0 0-3-16,0 0-4 15,0 0-2-15,0 0 1 16,0 0-14-16,0 0-18 15,0 0-20-15,0 0-18 16,0 0-27-16,0 0-10 16,0 0 55-16,0 0 49 15</inkml:trace>
  <inkml:trace contextRef="#ctx0" brushRef="#br0" timeOffset="151755.04">21803 10251 38 0,'0'0'17'16,"0"0"-4"-16,0 0-3 16,0 0-4-16,-4 22-3 15,4-22-2-15,9 28 1 16,-5-9-2-16,6 4 1 15,-1 4 0-15,1 3-1 16,1 1 0-16,1 5 1 16,-2 6 2-16,6-1 0 15,-4 8-2-15,-2-1 3 16,6 6-4-16,-6 5 4 16,6 1-5-16,-6 4 5 15,3 4-8-15,-3 1 4 0,2 2-2 16,-5 4 2-16,3 1-1 15,-1 2 1 1,-2 5 1-16,0-2-2 0,2 0 6 16,1 3-4-16,-3-1 12 15,5 1 1-15,-1 0 8 16,1-5 1-16,-2-3 5 16,2-1 4-16,-1-6 4 15,4-3 4-15,-1-9 0 16,5-2 1-16,-3-8 5 15,1-7 1-15,6-7 5 16,-4-9 7-16,7 0 3 0,-3-10-2 16,10-4-8-16,-4-10-5 15,6 0-10 1,1-10-7-16,2 0-8 16,4-6-14-16,2-3-4 0,1-2-7 15,0 2 3-15,0-2-3 16,4 2 2-16,-4 0 0 15,3 0 0-15,-3 4 1 16,1-1-1-16,0 4 1 16,0 2-1-16,-1 1 1 15,-7 0 0-15,5 4 0 16,-5 0 1-16,-1 3-1 16,-2 0 1-16,-2 2 0 0,-4 2 1 15,-3 0-1-15,-3 1 1 16,-1 1-2-1,-22-4 1-15,26 9 0 16,-26-9 0-16,0 0 0 0,16 3 0 16,-16-3-1-16,0 0 2 15,-19-26-1-15,8 10-1 16,-4-6 1-16,-4-6 0 16,-7-5-1-16,3-1-1 15,-3-1 2-15,-3-1-3 16,2 3 2-16,1 2-1 15,7 3 0-15,0 6 0 16,5 6 1-16,14 16-1 0,-19-23 0 16,19 23 0-1,0 0 1-15,0 0-2 16,0 0 1-16,0 0 1 16,0 0 0-16,0 0 1 0,0 0-2 15,16 13 0-15,-16-13-1 16,22 27 3-16,-4-9-2 15,4 1 0-15,1 5-1 16,0-2 1-16,3 3-1 16,0-1 4-16,3 0-1 15,-1-3 0-15,1 0 0 16,1-2 1-16,3-6-1 16,-5 1 2-16,1-3-1 15,-3-1 0-15,-3-3 0 16,-2 0-1-16,-6 0 1 15,-15-7-3-15,26 10 0 16,-26-10 0-16,0 0 0 0,0 0 0 16,9 24-2-16,-9-24 1 15,-16 30 0-15,4-9 1 16,-10 5 0-16,-8 7 1 16,-6 6 3-16,-13 3-5 15,-7 3 5-15,-8 2-47 16,-10-1-65-16,-8 1-44 15,-15-12-13-15,0 1-5 16,-20-20-5-16,4-3 74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5:21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10416 8027 304 0,'0'-23'112'0,"0"23"1"16,3-21-10-1,-3 21-13-15,0 0-20 16,4-20-20-16,-4 20-32 16,0 0-15-16,0 0 0 0,0 0-2 15,0 0 0-15,0 0-1 16,0 0 1-16,0 0 0 15,0 0 1-15,0 0 2 16,2 17 2-16,-2-17 0 16,3 19 0-16,-3-19-1 15,17 26-1-15,-8-11-1 16,5 1-2-16,2 1-3 0,-1 2 0 16,6-1-1-1,-2-1 0-15,4 0 0 16,-1 1 1-16,1-5-1 15,3 5 0-15,0-8 0 0,-4 1-1 16,8-5 0-16,-4-2 0 16,9-8 0-16,-2-4-1 15,8-10 3-15,11-13 0 16,7-10 2-16,16-16 6 16,12-13-9-16,10-13 9 15,19-10-7-15,11-9 2 16,3-9-2-16,13 4 4 15,-4-1-3-15,1 6-4 16,2 7 10-16,-8 8-6 16,-12 13 6-16,-8 10 1 15,-10 14-7-15,-13 5 6 16,-13 14-10-16,-18 6 6 0,-11 13-60 16,-19 2-61-16,-30 10-29 15,0 0-13-15,0 0-4 16,-30 14-9-16</inkml:trace>
  <inkml:trace contextRef="#ctx0" brushRef="#br0" timeOffset="736.52">10282 7985 77 0,'0'0'38'16,"0"0"-4"-16,0 0-8 15,19 23-11-15,-19-23-5 16,30 27-1-16,-8-4-1 16,1-1-1-16,6 4 0 15,1 4 2-15,6-1 12 16,-1-1 8-16,7-4 14 15,1 0 16-15,2-8 18 0,4-2 0 16,3-9-2 0,5-5-4-16,2-11-12 15,9-2-11-15,0-15-12 16,13-7-18-16,8-13-16 0,10-9 3 16,12-13-8-16,5-9 10 15,14-9-10-15,6-11 3 16,4-3 0-16,10-4 1 15,-3-1 0-15,2 3-4 16,-4 5 8-16,-10 11-6 16,-8 10 7-16,-15 12 0 15,-11 11-8-15,-12 7-7 16,-15 15-87-16,-16 7-52 16,-18-6-26-16,-9 10-12 15,-21-13-2-15,-3 6 116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6:03:59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29892 20407 298 0,'0'0'137'0,"0"0"-10"16,0 0-7-16,0-18-11 16,0 18-15-16,0-19-28 15,0 19-50-15,-4-29-10 0,1 10 0 16,0 0 5-16,-8 0-2 15,6 3 6 1,-6 0-6-16,11 16-9 16,-22-20 0-16,22 20 0 0,-26-4 0 15,26 4 0-15,-23 19 0 16,11-1 0-16,2 2 0 16,-1 5 0-16,3 4 0 15,-3 2 0-15,8 0 0 16,-1-1 0-16,3-3 0 15,2-1 0-15,3-3 0 16,3-1 0-16,0-3 0 16,5-3 0-16,5 1 0 15,2-3 0-15,0 0-4 16,4 0 1-16,-1 0 0 16,5-2 3-16,-5 2 1 15,4 0 2-15,-7-1 2 0,-1 3-4 16,-18-16-1-16,19 28 0 15,-12-13 0-15,-7 3 0 16,-7-3 0-16,0 2 0 16,-9 1 0-16,2-3 0 15,-8 1 0-15,3-4 0 16,-7-3 0-16,3-4 0 16,-3-3 0-16,3-2 0 15,1-6 0-15,6-4 0 16,16 10-71-16,-21-29-45 15,21 10-36-15,11-4-29 16,4-8-1-16,11-4-6 16,0-8 56-16</inkml:trace>
  <inkml:trace contextRef="#ctx0" brushRef="#br0" timeOffset="622.41">30951 19989 708 0,'3'16'192'0,"-3"3"-69"16,0 12-123-16,0 11 0 15,4 6 0-15,-1 8 0 0,4 6 0 16,2 0 0-16,5-3 0 15,1-2 0-15,-1-7 0 16,2-12 0 0,-6-6 0-16,-1-10 0 0,-9-22 0 15,14 17 0-15,-14-17-3 16,-7-17-4-16,0-4-2 16,-5-8 2-16,-6-16 0 15,-1-7 2-15,-3-9 3 16,6-3 2-16,2-3 3 15,11-2-3-15,6 1 3 16,8 8-2-16,11 9 1 16,11 11 0-16,-2 8 0 0,6 13 2 15,-2 8 4 1,-9 8 0-16,-4 13-1 16,-8 7-7-16,-7 11 0 15,-14 3 0-15,-3 7 0 0,-9 0 0 16,-4 4 0-16,-6 5 0 15,-1-4 0-15,-1-3 0 16,5-6 0-16,3-2 0 16,9-6 0-16,6-6 0 15,8-2-12-15,0-18 2 16,31 15 2-16,5-10 0 16,9 1 0-16,8 1 6 0,7-1 1 15,6 5 2 1,2-1-1-16,3 8-70 15,-7-3-60-15,-5-1-42 16,-3 7-4-16,-14-9-9 0,-1 5 0 16</inkml:trace>
  <inkml:trace contextRef="#ctx0" brushRef="#br0" timeOffset="1006.71">31656 19624 495 0,'-4'-36'188'16,"8"15"-12"-16,-4 21-73 16,0 0-42-16,19 35-61 0,-9 13 0 15,6 21 0-15,3 20 0 16,10 23 0-16,4 27 0 15,9 20 0-15,10 24 0 16,5 15 0-16,9 13 0 16,2 14 0-16,7 10 0 15,-1 4 0-15,1 0 0 16,-1-7 0-16,-2-10 0 16,-12-18-2-16,-4-17 1 15,-7-23 2-15,-13-24-2 16,-10-24 4-16,-10-27-33 15,-16-39-72-15,-7-26-39 16,-12-24-39-16,-11-28 0 0,-8-18-6 16,-14-34 0-16</inkml:trace>
  <inkml:trace contextRef="#ctx0" brushRef="#br0" timeOffset="1503.06">29302 21483 250 0,'29'2'166'16,"13"-9"-42"-16,19-15-17 16,31-8-2-16,27-20-9 15,31-7-8-15,27-21-35 16,28-9-47-16,25-11-4 15,26-10 1-15,9-2 0 16,15-1-1-16,8-2 1 0,3-1 3 16,1 5 1-16,3 5-5 15,-12 5-2-15,-10 4 0 16,-18 7 0 0,-17 7 0-16,-25 10 0 0,-22 12 0 15,-38 9 0-15,-33 12 0 16,-39 13 0-16,-32 6-76 15,-49 19-80-15,0 0-19 16,-71-15-3-16,-7 20-10 16,-30-7-10-16</inkml:trace>
  <inkml:trace contextRef="#ctx0" brushRef="#br0" timeOffset="2119.5">32355 19385 614 0,'0'-24'199'0,"0"24"5"16,0 0-198-16,0 0-6 16,0 0 0-16,-9 17 0 15,6 6 0-15,-1 5 0 16,1 6 0-16,3 6 0 15,3 3 0-15,10 4 0 0,0-2 0 16,10-2 0 0,7-10 0-16,8-9 0 15,3-8 0-15,6-7 0 16,-2-11 0-16,1-7 0 0,-1-6 0 16,0-11 0-16,-5-2 0 15,-9-3 0-15,-2-4 0 16,-9-3 0-16,-7-3 0 15,-7-4 0-15,-12-2 0 16,-7-2 0-16,-10 1 0 16,-6 1 0-16,-10 2 0 15,-2 5 0-15,1 7 0 16,-2 13 0-16,0 4 0 16,6 9 0-16,3 7 0 15,5 7 0-15,7 2 0 16,6 6 0-16,3 3 0 15,5 1 0-15,3 5 0 0,11 0 0 16,2 7 0-16,5 4 0 16,5 1 0-16,7 2 0 15,3 2 0-15,3-3 0 16,4-1 0-16,-3-3 0 16,2-6 0-16,-6-6 0 15,4-2 0-15,-7-5 0 16,-3-9-51-16,3-5-113 15,0-5-14-15,-7-7-5 16,4-4-1-16,-4-10-3 16</inkml:trace>
  <inkml:trace contextRef="#ctx0" brushRef="#br0" timeOffset="2574.82">32832 19107 399 0,'0'0'187'0,"0"0"-32"0,0 0-33 16,23 12-15-16,-23-12-54 15,38-11-53-15,-12 4 0 16,7-1 0-16,2-4 0 15,5-4 0-15,2 0 0 16,-3-3 0-16,-4 0 0 16,-2 0 0-16,-7-3 0 15,-3-1 0-15,-1 9-65 16,-15-3-70-16,-7 17-19 0,9-24-13 16,-9 24-7-16,-16-19-7 15,16 19 35-15</inkml:trace>
  <inkml:trace contextRef="#ctx0" brushRef="#br0" timeOffset="2786.98">32990 18797 431 0,'-19'-7'186'16,"19"7"-18"-16,-19-2-35 15,19 2-31-15,0 0-99 16,0 0-3-16,-3 19 0 0,13 4 0 15,6 10 0-15,3 13 0 16,10 11 0 0,6 18-50-16,2 13-126 15,-1 4-14-15,2 10-2 0,-8-2-6 16,8 8 1-16</inkml:trace>
  <inkml:trace contextRef="#ctx0" brushRef="#br0" timeOffset="5636">32612 19953 282 0,'0'0'166'0,"-14"16"-24"0,14-16-14 15,0 0-9 1,-19 8-17-16,19-8-20 0,0 0-80 16,0 0-2-16,26-5 0 15,-3-7 0-15,10-2 0 16,5-8 0-16,10 1 0 16,11 0 0-16,2-3 0 15,5 0 0-15,2 1 0 16,-4 4 0-16,-1 2 0 15,-11 6 0-15,-11 1 0 16,-8 3 0-16,-10 5 0 16,-23 2 0-16,0 0 0 15,-11 18 0-15,-18-6 0 16,-9 5 0-16,-7 0 0 16,-8 6 0-16,-6 1 0 0,-1 0 0 15,-3 4 0-15,6-2 0 16,5 0 0-16,3-4 0 15,9-1 0-15,11-3 0 16,10-8 0-16,19-10 0 16,0 0 0-16,0 0 0 15,0 0 0-15,33-26 0 16,0 9 0-16,5-4 0 16,7 0 0-16,4 0 0 15,-1 4 0-15,1 0 0 16,-4 1 0-16,-9 6 0 15,-6 5 0-15,-8 1 0 16,-22 4 0-16,23 2 0 0,-23-2 0 16,0 0 0-16,0 0 0 15,-14 17 0-15,14-17 0 16,0 0 0-16,-22 11 0 16,22-11 0-16,0 0 0 15,0 0 0-15,0 0 0 16,0 0 0-16,0 0 0 15,-16 0-72-15,16-16-101 16,0-3-6-16,-7-9-3 16,4-3-1-16,-6-9-1 15</inkml:trace>
  <inkml:trace contextRef="#ctx0" brushRef="#br0" timeOffset="9739.13">29231 18025 155 0,'-18'10'153'16,"-1"-1"0"-16,0-6-17 15,3 6-7-15,-1-9-14 16,17 0-14-16,-19 3-20 16,19-3-81-16,0 0 0 15,0 0 0-15,26 7 0 16,0-8 0-16,12 1 0 16,6-4-6-16,9 2-6 0,10-1 12 15,12-6 1 1,3-1-1-16,5-2 1 0,-1 0-1 15,-4-1 0 1,2 1 0-16,-6 4-3 0,-4-1 2 16,-13 6-1-16,-5-1-1 15,-10 6-1-15,-9 0 1 16,-11 1 1-16,-22-3 9 16,16 12-2-16,-16-12 0 15,-26 11-2-15,-5-6 3 16,-11 2-1-16,-14 1-2 15,-6 1-3-15,-13 1-4 16,-8-1 1-16,-11 0 1 0,2 1 2 16,-5 0-2-1,0-1 1-15,3 0 0 16,4-2 1-16,12-2 0 16,10-2-3-16,9 1 1 0,14-2-5 15,15-4 5-15,15-2 7 16,15 4-4-16,0 0 0 15,8-15 0-15,18 8 0 16,18 0 0-16,13 2 3 16,11-6-4-16,17 4-6 15,15-5 3-15,8-2 2 16,12-3-1-16,0 2 1 16,6-4 0-16,-2-2 1 15,-1 3 1-15,-7-1 0 16,-10 4 0-16,-5 1 0 15,-16 5 0-15,-18 1-3 16,-11 4-1-16,-18 1 2 0,-8 4 9 16,-30-1-3-16,0 0-2 15,-19 9 0-15,-18-4-1 16,-11 1 0-16,-20-1 1 16,-10 2-1-16,-13-4-10 15,-9 6 3-15,-4-1 2 16,-6 5-1-16,3-1 3 15,6 3 2-15,11 3 0 16,5-3 0-16,17 1-1 16,11-2-3-16,13-4-2 15,17-5 4-15,9-1 0 16,18-4-1-16,0 0 3 0,18-9 1 16,1 2 3-16,7-3 3 15,0-3-13-15,5 0-96 16,-5 1-49-16,-7-14-24 15,2-2-5-15,-18-14-1 16,-3 1-4-16</inkml:trace>
  <inkml:trace contextRef="#ctx0" brushRef="#br0" timeOffset="19711.22">27700 18120 213 0,'0'0'143'15,"-26"14"-6"-15,26-14-5 16,-16 8 0-16,16-8-18 0,0 0-24 16,0 0-31-1,0 0-56-15,19 4-3 16,4-4 0-16,6 2-11 16,6-2-8-16,17 1 5 0,3-1 9 15,13-1 9-15,7-1 0 16,10 0-1-16,2-3 0 15,3-2 1-15,5-2-1 16,3 1 1-16,-5-1-1 16,-2-1 0-16,-1-1-1 15,-5-1 2-15,-4 4-3 16,-9-3 0-16,-8 1 0 16,-5 3-1-16,-14 0-2 15,-7 3-1-15,-12 1 0 16,-3 5-4-16,-23-2 2 15,17 1-2-15,-17-1 1 16,0 0-1-16,0 0 4 0,0 0-1 16,0 0 2-16,0 0 2 15,0 0 0-15,0 0 0 16,0 0 1-16,0 0-1 16,0 0 0-16,0 0 0 15,0 0 0-15,0 0 0 16,0 0 0-16,0 0 0 15,0 0 0-15,0 0 0 16,0 0-1-16,0 0 1 16,0 0 0-16,0 0 0 15,0 0 1-15,0 0 2 16,0 0 2-16,0 0 12 16,0 0-109-16,-22-31-72 0,4 11-12 15,-27-24-2-15,0-1-2 16,-30-29-7-16</inkml:trace>
  <inkml:trace contextRef="#ctx0" brushRef="#br0" timeOffset="23787.1">18566 24476 240 0,'0'0'164'15,"0"0"-24"-15,0 0-26 16,0 0-10-16,0 0-27 15,0 0-25-15,0 0-37 16,0 0-14-16,0 0-1 16,0 0-2-16,0 0-1 15,0 0-1-15,0 0 2 16,0 0 0-16,3-15-3 16,-3 15 2-16,0 0 2 15,0 0-1-15,0 0 2 0,0 0 0 16,0 0-2-16,0 0 1 15,0 0 3-15,0 0 0 16,0 0 0 0,0 0 2-16,14-16-1 0,-14 16 1 15,0 0 0-15,0 0-1 16,0 0 0-16,0 0-1 16,0 0-1-16,0 0 3 15,7-16 3-15,-7 16 0 16,0 0-2-16,0 0-2 15,0 0-1-15,16-13-3 16,-16 13 0-16,15-9-3 16,-15 9-4-16,23-11 0 0,-23 11 2 15,22 0-1 1,-22 0-1-16,26 4 6 0,-8-2-3 16,-3 5 1-1,4 3 0-15,-1 0 1 0,1-4 1 16,3 4 1-16,1 4 1 15,0-4 2-15,6 1-4 16,1 6 1-16,1-5 0 16,2 2 3-16,2-6-1 15,1 1 2-15,2 8 0 16,-1-6-3-16,-4-1-1 16,-2-3 3-16,-5 0-1 0,-4-2-1 15,-4 7-1-15,-18-12 1 16,26 4-3-16,-26-4 0 15,0 0 4 1,0 0 0-16,0 0-1 0,0 0 1 16,0 0-1-16,0 0 1 15,0 0 1-15,0 0 6 16,0 0 1-16,15-11 3 16,-15 11 0-16,0 0 1 15,0 0 0-15,0 0-1 16,4-17 2-16,-4 17-6 15,0 0-5-15,7-15-2 16,-7 15 0-16,9-16-2 0,-9 16-1 16,13-16 1-1,-13 16-1-15,23-17 2 16,-23 17 2-16,23-19-1 16,-23 19 0-16,26-22 1 0,-26 22-2 15,19-23 0-15,-19 23-3 16,15-21 2-16,-15 21-2 15,0 0 2-15,18-20 0 16,-18 20-3-16,0 0 4 16,19-16-1-16,-19 16 3 15,0 0-4-15,19-9 4 16,-19 9-4-16,0 0-4 16,0 0 3-16,15-5-2 15,-15 5 3-15,0 0 2 16,0 0 1-16,0 0 0 15,0 0 0-15,0 0 5 16,18-14-2-16,-18 14 2 0,15-15-4 16,-15 15-2-16,20-14-2 15,-20 14-2-15,13-9 0 16,-13 9 1-16,0 0-1 16,0 0 2-16,0 0-1 15,16-14 1-15,-16 14 2 16,0 0 1-16,0 0-1 15,0 0-2-15,0 0-1 16,0 0-5-16,19-3 0 16,-19 3-1-16,0 0 0 15,0 0 1-15,0 0-3 16,0 0 1-16,0 0 4 16,11 19 4-16,-11-19 7 0,0 0 3 15,-14 10 1-15,14-10 0 16,-16 5 3-16,16-5 2 15,-19-1-2-15,19 1 0 16,-19-4-55-16,19 4-74 16,0 0-57-16,0 0-7 15,0 0-6-15,0 0 0 16,35-10 116-16</inkml:trace>
  <inkml:trace contextRef="#ctx0" brushRef="#br0" timeOffset="24790.83">20847 24341 335 0,'-21'-17'165'0,"5"-2"-30"0,-10-4-24 16,10 8-19-16,-1 3-24 15,17 12-40-15,-23-14-38 16,23 14 0-16,0 0-2 16,-19-6 4-16,19 6 0 15,0 0 0-15,7 16 1 16,-7-16 8-16,0 0-1 15,19 24-2-15,-19-24 2 16,23 26 0-16,-23-26-1 16,33 26-1-16,-14-10 2 15,7-1 0-15,0 1 3 16,0-2-1-16,5 3 1 0,6-1 0 16,-1-6 0-16,3 7 1 15,-1-8-2-15,5 5 1 16,-1 0-1-16,6-9 1 15,-3 4-2-15,4-1 0 16,0 1 2-16,3-7 3 16,0 3-3-16,3-5-1 15,-1 0 0-15,2 3 3 16,-1-8 1-16,1 3 0 0,1-3-1 16,-1 2-2-1,-4-2 3-15,-4 1-1 16,1-1-1-16,0 0-3 15,-4-1-1-15,0 0 0 0,-5 0-1 16,1-4 2-16,-2 3-1 16,-6-5 1-16,3-2-1 15,-5 2-1-15,-1 3 3 16,-4-3 0-16,-4-3-1 16,1 2-2-16,-4 3 1 15,-2 3 0-15,-17 7 1 16,26-17-2-16,-26 17 1 15,16-16-1-15,-16 16 3 16,0 0-1-16,16-14 0 16,-16 14-1-16,0 0-2 15,0 0 2-15,0 0-3 16,0 0 0-16,0 0 1 0,0 0-1 16,17 6 0-16,-17-6-2 15,0 0 4-15,0 0 0 16,0 0 3-1,0 0-1-15,0 0 0 0,0 0 9 16,0 0 5-16,9-18 7 16,-9 18-90-16,-32-26-67 15,3 11-23-15,-16-9-3 16,-18-6-2-16,-15-8-12 16</inkml:trace>
  <inkml:trace contextRef="#ctx0" brushRef="#br0" timeOffset="25814.09">18397 24414 212 0,'-19'-7'93'0,"19"7"19"15,-29-16 11-15,29 16 2 16,0 0-18-16,0 0-16 0,0 0-12 15,0 0-20-15,0 0-37 16,0 0-22 0,0 0 0-16,17-10 0 15,-17 10 0-15,16 3 0 16,-16-3-3-16,0 0 3 0,0 0 1 16,0 0-3-16,0 0 0 15,0 0 1-15,0 0-1 16,0 0 3-16,0 0 0 15,0 0-3-15,19 9 4 16,-19-9 0-16,0 0-1 16,17 7 0-16,-17-7 0 15,19 12-1-15,-19-12 1 16,26 9-1-16,-7-1-2 16,-3-1-2-16,3-2 5 15,-2 1-2-15,2-3-1 16,4 2 0-16,0 1 0 0,-1 0 4 15,8-2-2-15,-4-1 2 16,7 3-5-16,-2-1 2 16,2 0 1-16,5-3 0 15,2 1-1-15,5 1-1 16,0-6 1-16,0 0 1 16,7 0 0-16,-3-6 0 15,3-1 0-15,0 0-1 16,0-3-1-16,-7-5 1 15,-3 7 1-15,-2 1 1 16,-2-1-2-16,-8 3 1 16,-4-2-1-16,-4 4 1 15,-3-6-1-15,-5 17 0 0,-14-6-2 16,23-7 3-16,-23 7 2 16,0 0-4-16,19-6 4 15,-19 6-2-15,0 0 2 16,0 0 0-16,0 0 1 15,0 0-1-15,0 0 0 16,0 0-1-16,0 0-4 16,0 0 0-16,0 0-2 15,0 0-24-15,26-6-63 16,-26 6-50-16,31-4-27 16,2 6-19-16,7-2-4 15,21 5 6-15</inkml:trace>
  <inkml:trace contextRef="#ctx0" brushRef="#br0" timeOffset="27236.1">21209 24552 156 0,'-21'-15'62'16,"-1"-4"10"-16,-1 1 4 15,1 4 4 1,-9-8 3-16,8 3 9 0,-13-2-5 15,9 6-6-15,-11-8-5 16,16 11-12-16,-11-11-15 16,10 8-15-16,1-1-23 15,4 6-11-15,3 1 0 16,15 9 0-16,-19-10 0 16,19 10 0-16,0 0 0 15,0 0 0-15,0 0-1 16,0 0-4-16,0 0 0 0,0 0 0 15,3 19 0 1,-3-19 1-16,16 14-1 16,-16-14 0-16,29 21 0 15,-10-9 2-15,4 0-1 0,3 3 1 16,0-1 0-16,7-2 2 16,2 0-1-16,4 6 1 15,3-6 1-15,0-7 0 16,6-1 0-16,1-4 0 15,7 3-1-15,3-1 2 16,1-7-1-16,3-2-4 16,1 0 2-16,0 1 2 0,2 0 3 15,2-3-4-15,-7-5 2 16,1 4-2 0,-5 1 2-16,-1-10 2 15,0 3-3-15,-8 6-2 0,-3-4 0 16,-5 2 2-16,-5 0-2 15,-6 0-1-15,-6 5 0 16,-4 2 0-16,-19 5 2 16,23-7 0-16,-23 7 0 15,0 0 2-15,0 0-1 16,0 0 1-16,0 0 3 16,0 0-1-16,0 0-2 15,17-9 1-15,-17 9-3 0,0 0 0 16,0 0 5-16,16-12-1 15,-16 12-4 1,0 0 1-16,0 0-1 16,15-3 1-16,-15 3 1 0,0 0-3 15,0 0-2-15,0 0 2 16,18-6-2-16,-18 6 4 16,0 0 1-16,0 0-1 15,0 0 1-15,0 0 3 16,0 0 0-16,0 0 2 15,0 0 1-15,0 0-2 16,0 0-2-16,0 0 3 16,0 0-1-16,0 0 0 15,0 0-3-15,0 0 1 16,0 0 1-16,0 16 1 16,0-16-2-16,0 0-1 15,0 0 0-15,0 0-1 0,0 0 1 16,0 0-2-16,0 0-1 15,15 17 0-15,-15-17 2 16,0 0 0-16,0 0-3 16,4 16 2-16,-4-16 2 15,0 0-2-15,0 0 0 16,0 21 0-16,0-21 0 16,0 0 0-16,0 0 0 15,0 0 0-15,0 0 0 16,3 19 0-16,-3-19 0 15,0 0 0-15,0 0 0 16,0 0 0-16,0 0 0 16,0 0-2-16,0 0 0 0,0 0 1 15,4 17 2-15,-4-17 1 16,0 0-3-16,0 0 1 16,0 0 1-16,0 0-1 15,0 0 2-15,0 0-3 16,0 0-1-16,-4 17 1 15,4-17 2-15,0 16-2 16,0-16 1-16,0 22 2 16,0-22 0-16,4 19-2 15,-4-19 0-15,0 0 0 16,0 21 0-16,0-21 0 16,0 0 0-16,0 0 0 15,0 0 0-15,0 0-15 0,-11-17-120 16,-1-2-32-16,-2-16-2 15,-8-10-7-15,-4-2-4 16</inkml:trace>
  <inkml:trace contextRef="#ctx0" brushRef="#br0" timeOffset="29602.78">18475 20684 72 0,'0'0'23'0,"0"0"-3"16,0 0-4-16,0 0-6 16,0 0-7-1,0 0-5-15,0 0-4 0,0 0-1 16,0 0-2-16,-15 0 3 15,15 0 4-15,0 0 4 16,0 0 5-16,0 0 4 16,0 0 3-16,0 0 2 15,0 0-1-15,0 0-1 16,0 0-7-16,0 0-3 16,0 0-10-16,0 0-7 15,0 0-10-15,-18 6-7 0,18-6-3 16,0 0-4-1,0 0-2-15,-22 11 19 16</inkml:trace>
  <inkml:trace contextRef="#ctx0" brushRef="#br0" timeOffset="32707.99">5290 13500 215 0,'0'0'126'0,"0"0"-4"15,-17-17-15-15,17 17-14 0,-19-16-10 16,19 16-8-16,-35-24-1 15,16 8-16-15,-14-6-26 16,0-4-32-16,-9-4 0 16,-3-1-1-16,0-3 1 15,-11-3 0-15,1 1 0 16,-1 0-2-16,-5 4 3 16,2 3-2-16,-1 3 1 15,-3 7-1-15,-1 2 1 16,1 8-2-16,3 0 1 15,-5 9-1-15,-1 2 1 16,2 0-1-16,-3 3 0 16,1 2 0-16,1 5 0 0,-2 0 1 15,8 4-1-15,-6 1 1 16,6 4 1-16,4 3 0 16,1 2-2-1,-1 3 2-15,2 3 1 0,1 2 0 16,0 3-2-16,4-1 1 15,-1 2-1-15,4-2 1 16,3 2 0-16,6 2-1 16,1 0-1-16,2-2 2 15,4 0-3-15,3 0 1 16,3 2 0-16,4 3-1 16,3-1 0-16,2 1 3 0,4 0-3 15,5 4 2-15,1 3-1 16,4 1 2-16,0 2-1 15,4 1 1 1,4 1-1-16,3 1 1 16,1-1 3-16,2 6-4 0,5-4 4 15,0 2-4-15,4-2 6 16,3 0-6-16,0-2 5 16,3 1-3-16,1-3-1 15,3-2 2-15,1-8-3 16,3-2 1-16,5-3 0 15,-1-5 1-15,4-3 0 16,2-6-1-16,4-7 0 0,4-5 0 16,4 1 1-16,2-13 1 15,5-2-1-15,2-2 0 16,3-10 0-16,3 1 0 16,-2-5 1-16,2-4-1 15,1-2 1-15,3-2 0 16,-7-4-1-16,4-3-2 15,-1 2 3-15,1-5-1 16,0-2 0-16,-4 1-1 16,0-4 2-16,-7-2 1 15,-1-4-4-15,-6 0 6 16,-8-3-7-16,-6-2 5 16,-5-2-4-16,-5-3 5 0,-10-3-6 15,-4-3 1-15,-9-3 2 16,-1-3-2-1,-9-2 1-15,-9-1-3 16,-5 1 2-16,-5 0 1 0,-7 3-1 16,-3 8 0-16,-6 8 1 15,-5 7 1-15,-2 8 1 16,-3 6 0-16,5 7-92 16,-1 8-74-16,-4-6-1 15,-1 3-8-15,-6-12-1 16,11-2-4-16</inkml:trace>
  <inkml:trace contextRef="#ctx0" brushRef="#br0" timeOffset="36558.71">14519 12290 243 0,'7'-17'128'0,"-7"17"-4"16,7-21-8-16,-7 21-16 16,0 0-28-16,0 0-11 15,-22 21-15-15,11-2-22 16,-1-2-26-16,2 2-6 15,-2 0 0-15,1-3 5 16,11-16 13-16,-12 24-2 16,12-24-5-16,0 0-1 0,0 0-2 15,0 0 0-15,5-26 1 16,-1 10-1-16,3-3 1 16,0-3 0-16,-2-1 3 15,2 1-3-15,0 3 2 16,1 3-1-16,-8 16 0 15,18-19-2-15,-18 19 0 16,22 5 0-16,-22-5-3 16,26 33 1-16,-7-9 0 15,4 4 2-15,0 2-2 16,-4 1 2-16,7 0 0 16,-9-3 0-16,2-4 0 15,0-2 1-15,-5-3-3 0,-14-19-13 16,19 28-22-16,-19-28-13 15,9 16-7-15,-9-16-1 16,0 0-1-16,-16-16 1 16,16 16 7-16,-19-29 26 15,5 4 40-15,2-1 32 16,-7-5 9-16,9 5-1 16,-9 0 3-16,8 7 0 15,-1 0-6-15,12 19-14 16,0 0-16-16,0 0-20 15,-10 44-3-15,13-3 2 16,4 11 4-16,2 10-5 16,-2 9 3-16,0 4-7 0,5 4-63 15,-5-2-46-15,0-12-27 16,1-6-22-16,-1-21-7 16,7-12 2-16,-14-26 68 15</inkml:trace>
  <inkml:trace contextRef="#ctx0" brushRef="#br0" timeOffset="41100.01">26276 21819 9 0,'0'0'6'0,"0"0"-2"0,0 0-4 16,0 0 1-16,0 0-2 16,0 0 1-16,0 0-1 15,0 0-7-15,0 0-1 16,0 0 9-16,0 0 0 15,7-16 0-15</inkml:trace>
  <inkml:trace contextRef="#ctx0" brushRef="#br0" timeOffset="43554.75">18177 22986 162 0,'0'0'55'15,"0"0"-4"-15,0 0-10 16,0 0-3-16,0 0-10 15,0 0-7-15,0 0-9 16,0 0-3-16,0 0-8 16,0 0-14-16,0 0-16 15,0 0-17-15,0 0-28 16,0 0-27-16,-4-30-12 0,4 30 72 16,-5-46 41-16</inkml:trace>
  <inkml:trace contextRef="#ctx0" brushRef="#br0" timeOffset="46558.89">13218 9339 299 0,'-21'-6'126'16,"21"6"2"-16,0 0-7 15,0 0-12-15,0 0-14 16,0 0-21-16,0 0-35 16,0 0-30-16,0 0-15 0,0 0-7 15,0 0-5 1,0 0 0-16,0 0 0 16,21 6 1-16,-21-6 7 15,27 3 6-15,-4-3 3 0,6 0-1 16,11-2 2-16,9-5-1 15,3 2 1-15,5-3-1 16,6-3 1-16,1-1 0 16,0 0 1-16,-5 0 0 15,-7 1 0-15,-3 3-1 16,-7-1 1-16,-9 2-1 16,-7 4 1-16,-7-1 0 15,-19 4-1-15,22-3-1 0,-22 3-1 16,0 0 0-16,0 0 1 15,0 0 0 1,-15-5 0-16,15 5-1 16,-30-16 1-16,8 6 0 0,-1-2 2 15,-3-4-1-15,-4 0 1 16,1 3-3-16,3-3 2 16,-4 2-1-16,3 2 1 15,4 2-1-15,2 1 0 16,2 0 1-16,19 9-1 15,-22-8 1-15,22 8-1 16,0 0 0-16,-16-7-1 16,16 7 1-16,0 0 0 15,0 0 0-15,0 0 0 16,19 8 1-16,-19-8 0 16,33 16 1-16,-17-7 1 15,6-1-1-15,4 1 1 0,0 1 0 16,4-1-1-16,-4 0-1 15,0-2 0-15,0 0-1 16,-7 5-1-16,0-2 0 16,-19-10-1-16,26 24 1 15,-26-24 0-15,7 28 2 16,-10-4-1-16,-4 2 1 16,-9 4 0-16,-7 2 2 15,1 5-2-15,-8 3 1 16,-3-1-2-16,0 1 2 15,2-9-2-15,2-3 2 16,10-7-1-16,1-4 0 16,18-17 0-16,-15 17-3 0,15-17-39 15,19 4-39-15,3-8-29 16,11 4-26-16,4-1-13 16,11 6-17-16,1-5 4 15</inkml:trace>
  <inkml:trace contextRef="#ctx0" brushRef="#br0" timeOffset="54584.87">30199 9991 272 0,'42'-29'126'0,"-2"-8"-14"15,-2-4-9-15,2-4-17 16,-12-12-14-16,5 0-15 0,-11-11-26 15,-3-5-26-15,-5-6-2 16,-5-4-1-16,-6 0-2 16,-8 0-1-16,-9 5 0 15,-5 3 1-15,-7 4 4 16,-7 12-2-16,-9 7 3 16,-3 7-2-16,-7 9 3 15,-3 5 0-15,-6 7-2 16,2 3-3-16,-2 9 1 15,2 1-3-15,-2 6 1 16,-1 7 0-16,3 1-2 16,2 8 0-16,-2-1 0 15,3 8 1-15,-1-1-1 0,1 7 1 16,4 2-1-16,4 2 1 16,-1 3-1-16,4 2 2 15,3 7-2-15,2-2 2 16,2 7-3-16,2 3 2 15,1 6-4-15,5 3 2 16,8 5-3-16,-1 2 2 16,6 7-2-16,5 2-2 15,5 0 2-15,7-1-3 16,10-1 4-16,6 0 0 16,6 0 3-16,4-5-3 15,11-5 3-15,8-6 4 0,4-1-2 16,6-6 4-16,6-5-1 15,1-8 1-15,10-9-2 16,6-3 2-16,-2-10 1 16,6-6 1-16,-1-12-2 15,3-7 1-15,1-11-1 16,1-2 0-16,-8-14 2 16,1-6-1-16,-8-8 1 15,-9-6-2-15,-4-7 2 16,-6-5-3-16,-12-7 2 15,-9-5-3-15,-12-7-1 16,-5-5-1-16,-14-2-2 16,-14 2 4-16,-5 1 1 0,-16 10 3 15,-10 9-2-15,-14 11 1 16,-19 10-8-16,-12 15-84 16,-18 7-49-16,-8 15-27 15,-23 0-14-15,-5 13 3 16,-28-4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5:32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5104 8679 41 0,'0'0'27'15,"-8"-21"-3"-15,8 21 5 16,-7-17-3-16,7 17 1 0,-7-17 6 15,7 17 1-15,-12-18 4 16,12 18 0-16,-20-20-1 16,20 20 3-1,-20-25 2-15,20 25 2 0,-26-24 38 16,6 7-9-16,20 17-6 16,-34-31-3-16,16 19-3 15,-8-6-8-15,11 6-6 16,-8-5-5-16,8 3-42 15,-3 2 1-15,3 0-1 16,-1 3 0-16,-1 0-2 16,17 9 0-16,-30-10 1 15,14 7-1-15,1-1-2 0,-3 2-1 16,-1 4 4-16,4 0 1 16,-4 0 1-1,0 3-1-15,-2-2 0 16,2 4 0-16,-4 0 2 0,4 2 0 15,0-2-2-15,-2 1-2 16,-2-1 3-16,1 2-2 16,3 0 2-16,0-1-2 15,-4 1 2-15,6 0-1 16,-2-2 2-16,3-1 1 16,2 3-2-16,-5 1 0 15,0-1 1-15,-4 3-1 16,1-1 0-16,-4 2-1 15,0 1-1-15,-4 0-2 16,4 2 2-16,0-2-1 16,0 1 0-16,4 1 0 15,3-1 0-15,3 4 0 0,-1-1 5 16,1 2-1-16,0 1 0 16,6 2 0-16,-6 1 2 15,2 0-2-15,2 2 1 16,-2-2-1-16,2 4-2 15,2-2-1-15,-2 0 1 16,-2 3-2-16,5 1 1 16,2-1 0-16,0 4 1 15,4-2-2-15,-3 1 2 16,6 2-2-16,-3 1 1 16,6 3 0-16,-3-2 0 15,6 2 0-15,-3-1 0 0,4 2-1 16,4 1 0-16,-3 0-1 15,6-4 2-15,5 1-1 16,0-3 0-16,7 1-1 16,0-4-1-16,4 0 4 15,-1-1-4-15,6-3 5 16,-2-2-4-16,2-3 4 16,-2-1-3-16,5-4 3 15,-2-1-1-15,6-2-1 16,3-6 2-16,-1 1-1 15,1-4-1-15,3-1 1 16,-3-4 0-16,4-2 1 16,0-3-1-16,-8-2 2 0,3-2-2 15,-3-3 1-15,-2-2 0 16,-3-3-2-16,2-4 1 16,-1-3-1-16,-3-2 2 15,-1-4-3-15,0-1 4 16,-1-3-3-16,1-4 3 15,-7-2-1-15,0-2 0 16,0-1 0-16,-7-7-1 16,-4-2 1-16,-4-4-2 15,-4-1 2-15,-4-2-1 16,-6 1 1-16,-1 2-1 16,-3 1 2-16,-1 6-1 15,-3 6 2-15,1 0-2 0,-6 5-1 16,4 3 1-16,-5 6 2 15,-2 1-1-15,-4 4 1 16,-3 5-2 0,-10 0 2-16,1 7-3 0,-7 3 4 15,-1 4-2-15,-2 1-1 16,0 4-2-16,3 0 2 16,9 2 0-16,7 1-50 15,3-1-60-15,4-2-53 16,19 0-2-16,-26-5-8 15,26 5-12-15,-22-19 54 16</inkml:trace>
  <inkml:trace contextRef="#ctx0" brushRef="#br0" timeOffset="10611.17">5078 13308 167 0,'0'0'64'16,"0"0"-5"-16,0 0-8 15,0 0-6-15,0 0-8 16,0 0-7-16,7 17-8 15,-7-17-5-15,14 28-3 16,2-6 1-16,-1 9-6 16,3 8 3-16,4 4-7 0,1 5 1 15,-1 4-4 1,-3 7 1-16,1 3-12 16,-7 4-28-16,-4 0-28 15,1 8-26-15,-13-8-25 0,10 10-14 16,-21-15 21-16,9 6 109 15</inkml:trace>
  <inkml:trace contextRef="#ctx0" brushRef="#br0" timeOffset="13101.94">16035 10138 45 0,'0'0'31'0,"0"0"1"15,0 0 0-15,0 0-3 16,0 0 0-16,0 0 2 15,0 0 4-15,0 0 3 16,0 0 1-16,0 0 6 16,0 0 6-16,0 0 11 15,0 0 6-15,0 0 6 16,0 0-2-16,0 0-8 16,0 0-7-16,0 0-10 15,0 0-10-15,0 0-12 16,0 0-10-16,0 0-11 15,0 0-6-15,0 0-1 16,0 0 0-16,0 0 1 0,0 0 1 16,0 0-2-16,0 0 2 15,0 0-1-15,0 0 0 16,0 0 0-16,0 0 0 16,0 0 0-16,15 11 0 15,-15-11 1-15,0 0-1 16,16 7 0-16,-16-7 0 15,0 0 1-15,23 5-1 16,-23-5 1-16,17 5 0 16,-17-5 0-16,19 5 0 15,-19-5 1-15,26 5 0 16,-7 1 1-16,-3-3 0 16,5 1 0-16,-2-3 0 0,7 3-1 15,0-3 1-15,3-1-1 16,6 0 0-16,-5 0-1 15,4 0 0-15,3 0 0 16,-1-1 1-16,2 1-1 16,-1-2 2-16,-2 2-1 15,-3-2 1-15,3 1-1 16,-2-1 0-16,-3 0 0 16,-4-1-1-16,0-1 1 15,0 2-2-15,-4 1 1 16,1-1 0-16,-1 0 0 15,-2 2 0-15,-5 0 0 0,6-1 0 16,-2 2-1-16,4 1 1 16,-1-2-1-1,1 2 1-15,3-1-1 16,0 1 1-16,3-2-1 0,6 2 2 16,-5-2-1-16,6-2 0 15,2 0 1-15,-1 1-1 16,4-3 1-16,-2 3 0 15,6-3 0-15,2 1-1 16,1 1 2-16,-3-2-1 16,4 4-1-16,0 0 2 15,-1 0-1-15,-3 0-1 16,0 2 1-16,1-2 0 0,-1 2 0 16,2 0 0-16,-2-4 0 15,0 0 0-15,3 0 0 16,1 1 1-1,0-5-1-15,6 5 0 0,-6-3-1 16,3-1 1-16,-4 3 0 16,1 1-1-16,0-1 0 15,-4 0 0-15,0 2 0 16,-7 0 1-16,-1 0 0 16,-3 0-1-16,-1 0 1 15,-3 0-1-15,-1 2 1 16,-6 0 0-16,-1 1-1 15,1-1 0-15,-4 3 1 0,0-3 0 16,-5 3-1 0,-14-5 1-16,30 5 0 15,-30-5-1-15,27 5 1 16,-27-5-1-16,25 4 1 0,-25-4 0 16,19 3 0-16,-19-3-1 15,19 5 1-15,-19-5-1 16,0 0 0-16,15 6 0 15,-15-6 1-15,0 0-2 16,0 0 2-16,0 0 1 16,0 0 1-16,0 0 3 15,0 0 0-15,0 0-43 16,0 0-36-16,-22 1-25 16,6-6-22-16,-3 0-15 15,-10-4-16-15,-4 4-15 16,-16-7 59-16</inkml:trace>
  <inkml:trace contextRef="#ctx0" brushRef="#br0" timeOffset="14023.6">15908 10344 36 0,'23'2'25'0,"-4"0"-2"16,3-2-3-16,8 2-1 15,-1-1 2 1,9 1 6-16,2-2-1 0,6 2 0 16,2-1-2-16,4 3-1 15,0-4 0-15,9 2 5 16,2-1 0-16,1 1 2 15,3-2 4-15,1-2 7 16,2 4 11-16,-3-5 3 16,8 3-1-16,-7-6 2 15,6 5-3-15,-6-4-8 0,3 5-6 16,0-6-8-16,0 5-12 16,2-1-4-16,-1 0-5 15,-1 0-8-15,0 2-2 16,0 2-1-16,-3-2 0 15,3 0 0-15,-3 2 0 16,-2-2 0-16,1 0 0 16,-2 0 0-16,0 0 0 15,0-2 0-15,-1 2 1 16,2-2 0-16,-5 2 0 16,1-1-2-16,2 1 2 15,-1 0 0-15,-6-2 0 16,2 0 0-16,-7 2-1 0,0-1 1 15,-7-1 0-15,1 0 1 16,-5 0-1-16,-4 1-1 16,-8 1 1-1,-6 0 0-15,-4-2 0 0,-4 2 1 16,-15 0 0-16,0 0 5 16,0 0 0-16,0 0-2 15,0 0-3-15,0 0-23 16,0 0-31-16,0 0-51 15,-26 7-43-15,7-18-25 16,0 4-2-16,-10-12 2 16,-4 6 125-16</inkml:trace>
  <inkml:trace contextRef="#ctx0" brushRef="#br0" timeOffset="14888.21">15788 10377 115 0,'30'-1'38'0,"8"4"2"16,-2 0-5-16,6 1-5 15,7-1 2-15,3 1 3 16,9-1 4-16,6 1 1 0,3 1 10 15,4-3 4-15,6-1 0 16,5 1 0-16,5 0-4 16,-1-2-3-16,5 3-2 15,-4-4-4-15,7 2-16 16,0-1-7-16,8 0-3 16,-5-1-1-16,10-1-4 15,-3-2-4-15,1 1-5 16,1-2-2-16,2-2-1 15,-5 0 2-15,-2 2-2 16,-3-2 1-16,0 0-1 16,-4 2 1-16,-7-1 0 0,-8 1 1 15,-4 2 0-15,-4-2 1 16,-9-2-1-16,-6 3 0 16,-11 1 1-16,-6-1-1 15,-7 1 1 1,-9 1 0-16,-5-1-1 0,-6 3 3 15,-15 0-3-15,0 0 2 16,0 0 1-16,0 0 1 16,0 0-1-16,0 0 2 15,0 0-1-15,0 0-1 16,0 0 1-16,0 0-2 16,0 0-1-16,0 0-1 15,0 0 0-15,0 0 1 0,0 0-24 16,0 0-92-16,0 0-60 15,0 0-17 1,-15-6-1-16,-6-18 0 16</inkml:trace>
  <inkml:trace contextRef="#ctx0" brushRef="#br0" timeOffset="26299.15">30951 9621 117 0,'0'0'61'16,"0"0"10"-16,0 0 13 15,0 0 15-15,0 0 2 16,0 0 12-16,0 0-15 16,0 0-6-16,-12-18-15 15,12 18-9-15,0 0-26 16,0 0-42-16,0 0 0 15,0 0 0-15,0 0 0 0,0 0 0 16,0 0 0-16,0 0 0 16,0 0 0-16,0 0 0 15,0 0-5-15,19 0-12 16,-19 0 0-16,0 0-1 16,0 0 4-16,17 0 4 15,-17 0 3-15,23-5 2 16,-8 2 4-16,4-1 0 15,7-1 0-15,0 0 1 16,4 3-1-16,-4 1-73 16,0 1-44-16,-3 6-30 15,-23-6-14-15,29 26-8 16,-29-26-1-16</inkml:trace>
  <inkml:trace contextRef="#ctx0" brushRef="#br0" timeOffset="26556.33">30923 9858 457 0,'23'0'123'0,"-8"-4"-7"16,1 1-17-16,5-4-30 15,5 5-32-15,-2-3-38 0,6 0 1 16,2 0-3-16,-2-4-54 16,5-1-77-16,1 5-34 15,-10-13-14 1,12 6 2-16,-19-19 5 0</inkml:trace>
  <inkml:trace contextRef="#ctx0" brushRef="#br0" timeOffset="27340.67">31879 9479 102 0,'0'0'134'0,"0"0"-16"0,20 2-3 15,-1-9-5-15,10 0-2 16,1-7-16-16,11-2-23 16,1-6-27-1,7-2-26-15,6-4-16 0,-3-5-3 16,0-2 2-16,-3 1-1 16,-4 1 2-16,-10 0 0 15,-6-2 1-15,-11 4-1 16,-13 0 1-16,-9 0 0 15,-11 3 3-15,-4 0-2 16,-11 4 1-16,-5 3-2 16,-5 6 2-16,2 5 0 15,-2 6-1-15,6 6 0 16,-3 5-2-16,6 3-1 16,5 7 0-16,5 2 1 15,2 7 1-15,10 6-1 16,2 6-2-16,4 7 2 0,6 5-2 15,4 7 2-15,2 5-3 16,-2 8 1-16,5 2-3 16,-1 4-1-16,1 2 3 15,-2 4-2-15,0-3 2 16,-4 4-2-16,4-1 4 16,-3-4-3-16,2 0 1 15,-6-6 3-15,4-4-2 16,-7-6 1-16,4-7 0 15,-1-6 2-15,-6-9-1 16,3-9 2-16,0-9 2 16,-4-4 1-16,4-18 5 15,0 0-69-15,-19 10-21 0,19-10-22 16,-19-22-17-16,12 4-19 16,-7-8-11-16,9 2-14 15,-9-12 78-15</inkml:trace>
  <inkml:trace contextRef="#ctx0" brushRef="#br0" timeOffset="27856.58">31701 10050 190 0,'0'0'81'16,"0"0"5"-16,0 0 12 15,0 0-5-15,0 0-13 16,0 0-10-16,0 0-10 16,0 0-10-16,0-15-9 15,0 15-14-15,0 0-19 16,0 0-10-16,0 0 1 15,19-13 0-15,-19 13 0 16,0 0 1-16,0 0-1 16,0 0 2-16,15-13 0 15,-15 13-1-15,0 0 1 0,0 0 1 16,0 0 0-16,25-13 0 16,-25 13 0-16,31-12 0 15,-8 4 0-15,9 1 0 16,3-2-2-16,9-1 2 15,4-1 0-15,4-1-1 16,6 0 0-16,1 2-2 16,1 1 0-16,-4 0 0 15,-8 2 1-15,-6 2-2 16,-5 2 1-16,-11-2-42 16,-7 6-56-16,-19-1-36 15,0 0-27-15,0 0-3 0,0 0-6 16,10-19 52-1</inkml:trace>
  <inkml:trace contextRef="#ctx0" brushRef="#br0" timeOffset="28343.93">33280 8544 232 0,'0'0'166'0,"-26"-7"-32"16,12 11-50-16,-5 8-4 15,-3 3-5-15,-1 11-9 16,-10 9-25-16,4 12-25 16,-3 15-13-16,-1 16 0 15,4 17-3-15,3 12 3 0,3 13-3 16,8 3 4-1,8 0-5-15,10-4 0 16,9-6 0-16,11-15 0 16,10-13 0-16,5-16-2 0,12-13 1 15,4-15-3-15,2-6 1 16,-1-14-88-16,1-13-57 16,-2 1-16-16,-25-19-9 15,-6-1 0-15,-39-17 41 16</inkml:trace>
  <inkml:trace contextRef="#ctx0" brushRef="#br0" timeOffset="30575.51">33529 9037 451 0,'0'0'126'0,"0"0"-7"16,0 0-14-16,0 0-21 15,-23-1-29 1,23 1-51-16,-19-2-2 0,19 2 0 16,-23 0-1-16,23 0-1 15,-26 7-2-15,11-2 1 16,15-5-2-16,-30 26-1 15,16-7 0-15,-1 2 0 16,4 7-2-16,3 3 1 16,4 5-1-16,1 2 1 15,6 2 1-15,1 2-1 16,4-1 0-16,3 1 3 0,4-6-2 16,-1 0 3-16,2-5-2 15,1-3 2 1,-1-2-1-16,-1-3-1 15,3-4 1-15,4-4 0 0,-3-3 2 16,4-5-2-16,-1 0 1 16,1-5-1-16,0-9 3 15,-1 0 1-15,4-7-1 16,-3 0 0-16,3-6-1 16,-4-3 1-16,8-5-1 15,-4 2 2-15,3-3-2 16,-3-2-2-16,-3 0 3 15,0-6-1-15,-8 3 0 0,-1-4 0 16,-9-2 2-16,-5-3-1 16,-5 3 2-16,-5-2 2 15,-9 2 1 1,-4 6 0-16,-3 1 1 0,0 7 0 16,-7 2 0-16,3 8 0 15,-1 4 1-15,2 3-6 16,3 6-2-16,0 5 2 15,3 1 1-15,1 6-1 16,-1 1-2-16,4 6-1 16,5 4-22-16,-2 0-52 15,2 4-39-15,2 3-28 16,2-2-25-16,5 6-3 0,-2-9-14 16,10 8 116-1</inkml:trace>
  <inkml:trace contextRef="#ctx0" brushRef="#br0" timeOffset="31087.88">33549 9465 324 0,'0'0'129'16,"0"0"-11"-16,0 0-12 0,0 0-14 16,0 0-23-16,0 0-22 15,2-16-27-15,-2 16-20 16,0 0-1-16,0 0 0 15,0 0 1-15,0 0 2 16,0 0-1-16,0 0-1 16,0 0 1-16,0 0 0 15,21 18 0-15,-12 1-1 16,1 8-1-16,6 6-1 16,-1 4 3-16,6 3-3 15,-2 1 1-15,4-3-3 16,-8-3 3-16,3-2-3 0,-3-9 3 15,1-3-1-15,-6-6 1 16,-10-15 0-16,16 21-1 16,-16-21 1-1,0 0 1-15,0 0-2 0,17 12-86 16,-17-12-40-16,0 0-32 16,32 4-3-16,-32-4-9 15,36-7 1-15</inkml:trace>
  <inkml:trace contextRef="#ctx0" brushRef="#br0" timeOffset="31388.09">34417 9595 498 0,'23'-9'170'0,"-23"9"-46"16,0 0-64-16,0 0-9 16,0 0-43-16,0 19-7 15,-7 2 0-15,2 8-2 16,-2 8 4-16,0 11-3 16,-2 11 3-16,-1 9-5 15,-1 3 1-15,-1-2-6 16,2-5-95-16,1-9-33 0,2-17-30 15,4-8-13-15,3-30-2 16,-4-19 33 0</inkml:trace>
  <inkml:trace contextRef="#ctx0" brushRef="#br0" timeOffset="33686.3">34933 9179 299 0,'0'0'176'16,"0"0"-52"-16,0 16-49 15,0-16-6-15,0 0-2 16,7 22-14-16,-4-4-11 16,-3 4-31-16,5 8-11 0,-1 4-1 15,3 8 1-15,-4 8-1 16,4 2 2-16,-2 5-1 15,2 2-2-15,0-4 4 16,-3-3-3-16,-1-7 5 16,-1-5-1-16,-2-10 3 15,0-6-5-15,0-24 3 16,-9 22 2-16,9-22-1 16,-19 0 0-16,19 0-2 15,-29-12-2-15,15 5 0 16,-5-1 1-16,0-1-1 15,0 0-2-15,1 4-1 16,3 0 0-16,-1 3-1 0,16 2 1 16,-23-3 0-1,23 3 2-15,0 0-3 16,-17 0-2-16,17 0-2 16,0 0 1-16,0 0-3 0,0 0-1 15,26 7 1-15,-9-7-1 16,9 1 2-16,2-1 4 15,9-1 3-15,1-5 0 16,2-2-3-16,-2-8-62 16,-2 1-39-16,3-3-36 15,-13-9-17-15,3 2-9 16,-17-9-1-16,2 4 107 16</inkml:trace>
  <inkml:trace contextRef="#ctx0" brushRef="#br0" timeOffset="33913.07">34678 9197 312 0,'0'0'164'0,"22"3"-11"16,6-6-62-16,5-9-23 15,12 3-35-15,11-7-77 16,4 3-74-16,6-7-18 16,6 3-7-16,-5-5-9 15,4 4-2-15</inkml:trace>
  <inkml:trace contextRef="#ctx0" brushRef="#br0" timeOffset="34153.24">35585 9036 301 0,'-13'26'137'0,"-7"10"-9"15,1 11-21-15,-3 13-23 16,-4 8-24-16,3 18-15 16,-6 6-18-16,3 10-13 15,-4 2-11-15,1-2-5 16,3-7-3-16,-4-10-21 15,8-7-61-15,-1-15-41 16,4-22-27-16,8-6-15 0,11-35-4 16,0 0 16-16</inkml:trace>
  <inkml:trace contextRef="#ctx0" brushRef="#br0" timeOffset="34624.57">35620 9631 135 0,'-3'42'121'0,"6"11"-41"0,-3 3-22 16,4 6-2-16,-1-1-10 15,-3-8-9-15,0-4 2 16,0-11 13-16,0-5 1 15,0-14-11-15,4-4-3 16,-4-15-2-16,0 0-4 16,-11-26-4-16,4 0-6 15,-1-12-13-15,1-10-12 16,-4-9-2-16,-1-9 0 16,5-3 1-16,0 3 3 15,5 4-1-15,2 5 4 16,6 5-3-16,4 8 1 15,6 11 2-15,6 8-1 0,8 7 0 16,3 6-1-16,1 7 0 16,-1 5-1-1,4 7 1-15,-2 5 3 16,-9 5 1-16,-11 6 4 0,-8 1-1 16,-14 4-3-16,-5 6-58 15,-17-1-42-15,-10-3-23 16,-1 1-21-16,-17-9-15 15,9-1-18-15,-8-17-9 16</inkml:trace>
  <inkml:trace contextRef="#ctx0" brushRef="#br0" timeOffset="34983.83">35698 8754 203 0,'19'20'178'0,"-3"-4"-22"16,8 6-53-16,8 11-2 15,7 12-16-15,7 16-23 0,-1 10-29 16,3 15-24-16,-9 18-5 16,-6 16 2-1,-14 11-1-15,-19 13 0 16,-16 12-1-16,-24 8-1 0,-17 4 2 16,-18-2-79-16,-15-8-76 15,-7-4-23-15,-25-28-17 16,9-12-4-16,-17-50 14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8:00.6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28252 15314 142 0,'0'0'118'15,"0"0"24"-15,0 0-15 16,0 0-5-16,0 0-13 16,15 9-8-16,-15-9-18 15,0 0-20-15,0 0-47 16,0 0-16-16,12 22 0 15,-12-22 0-15,7 28 0 16,-3-4 0-16,-1 7-4 16,1 9-2-16,-1 7 0 0,-3 5 1 15,2 7 0-15,-2 1 1 16,-2-3-3-16,-1-1 3 16,-1-3 0-16,1-8 2 15,-1-8-3-15,-3-8 7 16,4-10 5-16,3-19 0 15,0 16 6-15,0-16 10 16,0 0-23-16,7-24 0 16,-4 1 0-16,4-3 0 15,-3-9 0-15,4-1 0 16,-4-7 0-16,3 0 0 16,5-2 0-16,-2 0 0 15,1 5 0-15,-3 0 0 0,3 5 0 16,1 4 0-16,-2 5 0 15,-3 2 0-15,6 5 0 16,-7 2 0 0,7-1 0-16,-13 18 0 0,19-24 0 15,-19 24 0-15,24-22 0 16,-24 22 0-16,28-21 0 16,-28 21 0-16,26-21 0 15,-26 21 0-15,26-17 0 16,-26 17 0-16,19-12 0 15,-19 12 0-15,0 0 0 16,17-6 0-16,-17 6 0 16,0 0 0-16,4 21 0 0,-4-5 0 15,3 8 0 1,-1 5 0-16,1 4 0 16,4 11 0-16,4 2 0 15,-2 4 0-15,4 9 0 0,-4 4 0 16,1-3 0-16,1 1 0 15,-2-2 0-15,1-4 0 16,-7-1 0-16,6-6 0 16,-5-5 0-16,-1-8-46 15,4-4-75-15,-3 0-41 16,-8-13-16-16,8-1-6 16,-4-17-11-16,-18 2 59 0</inkml:trace>
  <inkml:trace contextRef="#ctx0" brushRef="#br0" timeOffset="31308.44">7307 20670 413 0,'-7'-26'147'0,"4"10"-17"16,-1 1-15-16,1-6-22 16,3 21-26-16,0-33-36 15,3 17-32-15,4 1 6 0,-7 15 4 16,16-16-3-16,1 18-1 15,-1 8-2 1,10 11-3-16,-4 14 0 16,8 13 0-16,-1 13 0 0,-4 4 0 15,1 12-3-15,-6 1 0 16,-4-1 0-16,-4-4 0 16,-5-5 0-16,-3-15-3 15,-4-8 5-15,-4-14-7 16,4-6 9-16,0-10 2 15,0-15 1-15,0 0-5 16,-12-26-1-16,5-3 3 0,4-13-4 16,-1-10 6-16,1-13-7 15,3-8-3 1,7-8 1-16,3-1 5 16,6 4 4-16,6 4-1 0,4 10 1 15,4 10 1-15,-4 13 3 16,0 9 3-16,0 13 0 15,2 13-7-15,1 7-3 16,1 10 0-16,-1 9 0 16,4 12 0-16,2 11 0 15,1 7 0-15,-4 12-3 16,-6 6 1-16,-4 5-1 16,-1-1 3-16,-2-1-1 0,-3-8 1 15,-6-10-1 1,-1-11 6-16,-2-13-1 15,0-12-7-15,-7-17 2 16,0 0-2-16,8-22 3 0,-8-13-1 16,-1-13-1-16,-3-11-5 15,1-8-1-15,3-8 5 16,0-3 2-16,0 4-1 16,7 6 1-16,1 9-1 15,-1 13 5-15,5 13 1 16,-1 7 8-16,-11 26-2 15,29-17-4-15,-10 23-6 16,1 8 0-16,2 11 0 16,4 7 0-16,0 10 0 15,0 12 0-15,4 4-3 16,-4 8-2-16,-4 3 6 16,1 1-3-16,-1-4 3 0,-2-2-2 15,-3-11-21-15,5-4-73 16,-9-16-41-16,-3-18-29 15,6-15-16-15,-6-21-1 16,6-10-7-16</inkml:trace>
  <inkml:trace contextRef="#ctx0" brushRef="#br0" timeOffset="32445.3">9060 20126 624 0,'0'0'182'0,"0"16"-24"16,0-16-99-16,-19 29-59 15,9-5 0-15,-2 9 0 16,-2 7 0-16,1 5-5 16,7 7 4-16,-7 3-6 15,10 8 4-15,-1 2-1 16,8 1 3-16,-1-2 3 15,6-3-4-15,1-6 5 16,3-6 1-16,4-8 1 16,2-8-1-16,4-12-2 15,3-9-1-15,0-10-1 16,8-11-2-16,6-13-1 16,-1-10-4-16,6-11-1 0,-2-7 1 15,-1-9 0-15,-1-5 3 16,-4 0-1-16,-8-3 4 15,-10 1 4-15,-6 5 3 16,-10 8 9-16,-6 2-5 16,-10 10 2-16,-6 8-12 15,-5 7 0-15,0 9 0 16,-2 8 0-16,-4 9 0 16,1 3 0-16,6 10 0 15,1 2 0-15,-1 6 0 16,6 1 0-16,5 1 0 15,1-1 0-15,2-1 0 16,9 0 0-16,4-4 0 0,8 1 0 16,-12-18 0-16,33 24 0 15,-7-14 0 1,5-1 0-16,9-4 0 16,2-3-6-16,3-4-2 0,4-7 1 15,-1-1-1-15,-3-4 1 16,2-3-2-16,-5-6 6 15,-7 1-4-15,-6-1 8 16,-3 1-1-16,-12 1 8 16,-2 4-1-16,-8 1 11 15,-4 16-3-15,-4-21-9 16,4 21-6-16,0 0 0 0,-19-7 0 16,19 7 0-1,-14 18 0-15,9 3 0 16,2 6 0-16,3 8 0 0,0 5 0 15,0 8-5-15,6 2 2 16,0 2-1-16,4-3 2 16,2-8 3-16,-1-6 2 15,1-7 2-15,-2-11-4 16,-10-17-2-16,23 14-1 16,-23-14-5-16,26-28 5 15,-11-1 0-15,3-13-2 16,4-10-3-16,-3-14 8 15,4-10 6-15,-4-14-2 0,-2-8 4 16,-8-6-3 0,-5-2-5-16,-8 2-1 15,-8 9 0-15,-11 9 0 16,-3 13 0-16,-3 14 0 0,-4 16 0 16,-2 13 0-16,2 13 0 15,0 10 0-15,5 7 0 16,4 10 0-16,9 9 0 15,4 16 0-15,15 12 0 16,6 10 0-16,9 10 0 16,7 11 0-16,7 5 0 15,5 6 0-15,2 1 0 16,-2-5 0-16,1-6 0 0,-3-6 0 16,-6-6 0-1,1-8 0-15,-5-9 0 16,3-8 0-16,-10-13-77 15,11-4-57-15,-1-10-32 0,-2-10-19 16,2-6-1-16,-3-15-2 16</inkml:trace>
  <inkml:trace contextRef="#ctx0" brushRef="#br0" timeOffset="33207.84">10850 19609 561 0,'10'-30'186'15,"-5"9"-44"-15,-6 1-53 16,1 20-47-16,0 0-39 0,0 0-3 16,0 0 0-16,-14 20 0 15,10 13 0-15,-3 9 0 16,2 13 0-16,-2 11 0 15,4 7 0-15,-6 3 0 16,2 2 0-16,0-7 0 16,-3-6 0-16,5-9 0 15,-2-13 0-15,7-12 0 16,-4-6 0-16,4-25 0 16,4 24 0-16,-4-24-4 15,0 0-2-15,22-2 6 16,-22 2-8-16,26-7 8 15,-7 2-5-15,4 0 8 0,-1-2-3 16,5 3 8-16,-1 3-6 16,3-3 0-16,1 4-1 15,4 0 1-15,-1 4 0 16,0-1-8-16,-3 4 8 16,1 0-9-16,-5-2 5 15,0-1-3-15,-3 1 5 16,-6 2-10-16,-17-7 10 15,19 0-1-15,-19 0 1 16,0-16 9-16,0 16-5 16,-19-28 1-16,5 6-3 15,-5-2 5-15,0-6-6 0,-7 3 2 16,9-1-5-16,-3 0-6 16,5 4 3-16,1 1-3 15,2 4 3 1,5 0-1-16,7 19 3 15,-7-20 3-15,7 20 4 0,0 0 4 16,0 0 2-16,0 0 2 16,0 0-8-16,0 0-4 15,0 34 0-15,10-1 0 16,1 9 0-16,8 13 0 16,0 9 0-16,3 9 0 15,1 8 0-15,-4 2 0 16,2-3 0-16,-5-2 0 0,-6-4-39 15,-8-8-78-15,-2-9-39 16,0-5-19 0,-12-14-10-16,1-7-1 15,-8-12 22-15</inkml:trace>
  <inkml:trace contextRef="#ctx0" brushRef="#br0" timeOffset="33780.25">7277 22061 260 0,'-26'2'189'16,"13"2"-14"-16,13-4-60 16,0 0-29-16,0 0-13 15,13-9-22-15,20 4-26 16,9-6-12-16,14-1-17 0,18-7 1 15,20-7-1 1,15-8 2-16,22-10-2 16,14-8 4-16,20-6-1 15,21-8 1-15,12-5-3 0,19-4 6 16,7-3-2-16,15-1-1 16,4-1 3-16,7 4-1 15,-3 2 0-15,-4 3 1 16,-7 3 0-16,-16 8-3 15,-11 8-1-15,-25 7 2 16,-16 8-2-16,-26 8 1 16,-20 10 1-16,-28 3 3 15,-16 11 3-15,-24 0 4 16,-15 5 1-16,-16 3-6 16,-23-3-6-16,19 19-152 15,-15 7-39-15,-27-7-9 16,-6 9-8-16,-24-4-7 0</inkml:trace>
  <inkml:trace contextRef="#ctx0" brushRef="#br0" timeOffset="35233.28">8992 22241 657 0,'0'0'195'0,"0"0"-62"16,0 0-95-16,0 0-38 15,0 0 0-15,-10 16 0 0,10-16 0 16,-9 16 0-16,9-16 0 15,-13 26 0-15,4-6 0 16,2 10 0-16,0 1 0 16,0 7 0-16,7 7 0 15,3 3 0-15,4 8 0 16,9 1 0-16,-2 0 0 16,8-2 0-16,1-3 0 15,0-3 0-15,3-8 0 16,3-6 0-16,-3-9-3 15,0-7-7-15,2-7-6 16,2-8 2-16,-1-1 0 16,-3-8 0-16,4-6 1 0,-4-4 2 15,0-6 4-15,-4-8-2 16,1-2 4-16,-4-9 1 16,0-4 3-16,-5-4-2 15,-2-4 4-15,-5-3-1 16,-4-1 1-16,-3 1-1 15,0-1 3-15,-7 6 1 16,1-2-3-16,-3 11 3 16,-2 1-3-16,5 5 5 15,-7 8-3-15,-1 6 12 16,-1 2 2-16,15 19 3 16,-33-19 1-16,10 15 0 15,-4 1-15-15,-3 6-6 0,1 1 0 16,-1 4 0-1,0 1 0-15,1 5 0 0,6 5 0 16,4 0 0 0,7 9-41-16,2 1-135 0,3-5-23 15,7 8-7-15,-2-10-2 16,4 2 16-16</inkml:trace>
  <inkml:trace contextRef="#ctx0" brushRef="#br0" timeOffset="35713.61">9859 22532 451 0,'-21'5'202'15,"21"-5"-3"-15,-26 14-88 16,10-15-53-16,16 1-56 16,0 0-2-16,0 0-2 0,0 0-17 15,0 0-1-15,4-18-1 16,-4 18 3-1,22-21 1-15,1 4 3 16,6 2 8-16,6-6 3 0,12-3 3 16,10-2-2-16,6-4 1 15,4-1 2-15,1-2 0 16,3 2 2-16,-3 2-5 16,-6 3 7-16,-3 3-5 15,-13 4 8-15,-8 3-4 16,-12 9 2-16,-7 2 1 15,-19 5 3-15,22 4-64 16,-22-4-82-16,0 0-29 16,14 26-14-16,-14-26-3 15,12 17-9-15</inkml:trace>
  <inkml:trace contextRef="#ctx0" brushRef="#br0" timeOffset="36298.04">11496 21822 447 0,'-23'0'195'15,"6"4"-5"-15,-2-6-79 16,-1-10-67-16,20 12-47 15,-13-21-10-15,13 6-1 16,10-6 4-16,4 0-1 0,5 0 4 16,4 4 6-16,6 2 3 15,-1 1 2-15,5 5 0 16,0 9 4-16,-4 10-1 16,-1 9 2-16,-7 11-1 15,-5 10-1-15,-10 5 5 16,-2 7 0-16,-11 3-5 15,0-1-3-15,-5-1-1 16,-5-4 0-16,-3-9-2 16,5-7 1-16,4-11-9 15,-1-6-5-15,12-16 0 16,0 0 3-16,0 0 0 16,0 0 0-16,26 3-1 0,-3-10 1 15,8 2 3-15,6 3 5 16,8 4 1-16,0 3-1 15,0 7 1 1,-2 4-2-16,-4 5 11 0,-10 8-5 16,-6 4 7-16,-13 5-2 15,-13 2 8-15,-8 5-4 16,-8-5 2-16,-7-2-4 16,-10-4-11-16,-6-8-1 15,4-5-103-15,1-16-76 16,-1-20-10-16,12-10 0 15,7-26-2-15,24-15 27 0</inkml:trace>
  <inkml:trace contextRef="#ctx0" brushRef="#br0" timeOffset="37836.11">23280 18677 301 0,'0'-17'180'16,"0"17"-17"-16,-15-23-20 16,15 23-15-16,-37-27-20 15,15 18-108-15,-17-6 0 16,-6 1 0-16,-10 3 0 15,-8 4 0-15,-8 4 0 0,-5 6 0 16,-13 6 0-16,-5 7 0 16,-3 10 0-16,-7 5 0 15,0 12 0 1,1 7 0-16,3 16 0 0,3 5 0 16,8 10 0-16,6 4 0 15,13 12 0-15,13 2 0 16,8 5 0-16,13 1 0 15,13 1 0-15,11-1-2 16,16-1-2-16,11-3 1 16,11-10-3-16,13-6 0 15,13-5-2-15,7-11-5 0,15-8 1 16,13-11-2-16,14-9 1 16,3-6-3-16,12-11 7 15,4-6 1 1,10-13 8-16,6-10 3 0,-3-11 1 15,6-8 3-15,2-13-2 16,-2-8 3-16,-1-8-2 16,-4-10 0-16,-11-9-1 15,-3-3 0-15,-14-3 0 16,-7-3-3-16,-19 1 5 16,-6 1-2-16,-18 3 2 15,-14 1-4-15,-13 4 3 16,-13 2 6-16,-13 0 6 0,-11 5-18 15,-13-2 0 1,-7 4 0-16,-9-2 0 16,-8 8 0-16,-7 1 0 15,-7 1 0-15,-2 6 0 0,-6-1 0 16,-4 6 0-16,-8 5 0 16,-2 1 0-16,-9 3-1 15,-4 6-2-15,2 6-1 16,-5 6 0-16,3 4 0 15,0 3 0-15,4 6-2 16,5 10-124-16,7 12-45 16,3 3-6-16,7 18-1 15,4 0-1-15</inkml:trace>
  <inkml:trace contextRef="#ctx0" brushRef="#br0" timeOffset="38896.89">24296 19448 523 0,'0'0'140'16,"0"0"-8"-16,0 0-35 16,0 0-35-16,0 0-46 15,3-18-19-15,13 11-1 16,13 2-2-16,6 0-3 0,14 2-5 15,6 1 10-15,16 5 6 16,18 4 0-16,11 5 0 16,13 11 1-1,11 1-1-15,6 12 2 0,9 6-1 16,-1 8 3-16,3 7-3 16,1 6 2-16,-6 4-2 15,1 1 1-15,-9 1-1 16,-6-3 1-16,-9-2-3 15,-6-7-1-15,-9-4 0 16,-15-6-2-16,-12-11 2 16,-12-3-1-16,-17-10 2 15,-9-2 0-15,-14-9 15 0,-19-12 11 16,0 0-23-16,0 0-4 16,0-24-8-16,-23-6-82 15,4-3-24 1,-7-10-12-16,0-4-11 0,-3-12-14 15,6 6 2-15,-3-8 24 16,7 1 75-16,0 2 54 16,8 10 42-16,1 5 48 15,5 5 49-15,1 17 7 16,-6 4-18-16,10 17-12 16,0 0-13-16,0 0-8 15,0 0-44-15,-7 19-55 0,10 0 0 16,1-4 0-16,10 6 0 15,1 3 0-15,8 7 0 16,3 4-7 0,7 5-1-16,2 3 4 0,-2-1 5 15,0-1 8-15,-2-1 0 16,-5-4-9-16,-12-3 0 16,-9 0 0-16,-7 2 0 15,-15-1 0-15,-14 1 0 16,-13 3 0-16,-8 2 0 15,-16 5 0-15,-10 2 0 16,-5-2-2-16,-2-2 3 16,2 0 0-16,1-3-1 0,11-5 0 15,8-4-4 1,15-9-63-16,22 2-45 16,7-6-26-16,22-1-23 15,20 0-18-15,17-3 2 0,20 4-4 16</inkml:trace>
  <inkml:trace contextRef="#ctx0" brushRef="#br0" timeOffset="39604.39">27696 20640 182 0,'78'-36'130'16,"-10"-4"-1"-16,-9 0-9 15,-17-6 1-15,-6 4-6 16,-24-6 0-16,2 15-8 16,-24-9-103-16,-9 11-4 0,-14-2 0 15,-13 12 0-15,-16 4 0 16,-9 10 0-16,-13 7 0 16,-9 7 0-16,-11 12 0 15,-4 14 0-15,-5 14 0 16,-7 10 0-16,6 15 0 15,-2 12 0-15,11 14 0 16,3 8 0-16,17 11 0 16,7 5 0-16,22 2 0 15,18-1-1-15,26 4-19 16,17-6 5-16,21-4 5 16,23-4 0-16,22-6 3 15,17-8 8-15,22-2-1 0,17-11-4 16,18-8 3-16,15-10-6 15,15-13 5-15,9-13-2 16,11-16 7-16,3-11-4 16,3-22 9-16,6-15 4 15,-6-16-5-15,-3-14 5 16,-7-14-7-16,-9-12 3 16,-10-7-4-16,-7-8 4 15,-16-6-1-15,-22 2-2 16,-23-5-3-16,-21 2-2 15,-24-4 0-15,-26 5 0 16,-31-5 0-16,-21 7 0 16,-37-1 0-16,-17 6 0 0,-27 4 0 15,-20 8 0-15,-28 9 0 16,-13 9 0-16,-18 10 0 16,-12 7 0-16,-10 14 0 15,-6 8 0-15,-1 13 0 16,1 6 0-16,6 10 0 15,10 4 0-15,12 9 0 16,11 5 0-16,26 20-58 16,11 4-137-16,15 11-17 15,22 15-5-15,13 4 0 16,18 14 94-16</inkml:trace>
  <inkml:trace contextRef="#ctx0" brushRef="#br0" timeOffset="40360.93">27061 22369 366 0,'0'0'198'0,"0"0"-41"0,0 0-29 16,0 0-30-16,-4 20-28 15,-4 5-64-15,-13 10-6 16,2 14 0 0,-16 4 0-16,-5 13 0 0,-15 7 0 15,-10 5 0-15,-16 3 0 16,-10 9 0-16,-18-2 0 15,-5-1 0-15,-6-2 0 16,-3-2 0-16,-4 0 0 16,4-5 0-16,6-9 0 15,10-10 0-15,13-9 0 16,7-8 0-16,16-17 0 16,12-16 0-16,14-12 0 0,8-13 0 15,22-6 0 1,-1-16-35-16,20-2-1 15,4-12 4-15,6 5 13 16,2-5 16-16,6 5-3 0,1 2 12 16,3 4-2-16,3 4 4 15,-6 6-1-15,0 11 8 16,-10 2-9-16,-13 18 12 16,20-3 1-16,-20 3 2 15,-11 26-2-15,-5-4-11 16,-6 4-8-16,-8 5 0 15,-8 7 0-15,-2 4 0 16,-5 1 0-16,0 1 0 16,0 1 0-16,2 0 0 15,8 0 0-15,9-11-5 16,7-4-9-16,8-1 5 16,15-8 1-16,6-4 2 0,13-3 0 15,11-4 2-15,8 2 1 16,8-5 11-16,4-3-9 15,2-2-1-15,-1-6-6 16,-6-3-3-16,-4-1-19 16,-19-6-72-16,-7-5-59 15,-19 19-18-15,-26-23-1 16,-16 18 1-16,-25-9 57 16</inkml:trace>
  <inkml:trace contextRef="#ctx0" brushRef="#br0" timeOffset="41062.43">24513 23574 419 0,'0'-24'171'15,"0"2"2"-15,-7-1-79 16,-12-10-63-16,-7 2-25 15,-9 2 2-15,-12 8 3 16,-17 2 8-16,-7 12 0 16,-23 5-4-16,-14 12 0 15,-15 9 0 1,-12 16-2 0,-18 12-3-16,-7 17-6 0,-8 9-16 0,-8 11 1 15,3 10-2-15,-13 13 3 0,11 13-3 16,-1 11 1-16,12-1 9 15,11 3 12-15,17 1-1 16,17-3 5-16,27-10-5 16,27 2 10-16,27-24 0 15,31-9-18-15,30-9 0 16,-23-81 0-16,123 121 0 16,-22-72-2-16,22-8 1 15,16-9-8-15,21-13 2 16,11-9 1-16,13-7 1 15,11-6 1-15,-1-9 11 0,8-5-1 16,-1-16 2-16,5-5-11 16,-1 0-8-16,-7-7 5 15,-7-16 8-15,-12-1 4 16,-14-4-12-16,-9-10 0 16,-21 8-3-16,-11-8-1 15,-24-4 8-15,-11-8-7 16,-21 8 8-16,-16-10-9 15,-18 6 9-15,-23-8-7 16,-18 2 9-16,-16-7 7 16,-18 12-3-16,-15 0-1 15,-15 11 0-15,-11 10-5 16,-18 8-1-16,-6 13 3 0,-14 10 3 16,-14 13-2-16,-8 13-2 15,-7 12-7-15,-1 12-65 16,-6 4-53-1,2 5-32-15,4 8-3 0,5 10-11 16,4 2-4-16</inkml:trace>
  <inkml:trace contextRef="#ctx0" brushRef="#br0" timeOffset="42052.13">21267 24898 582 0,'-79'-3'182'15,"-4"-18"-4"-15,-7-8-104 16,-18-14-67-16,-8-13-7 15,-7-17 0-15,-11-10 0 0,-5 0-7 16,2-14-8-16,2 6 4 16,-4-6 8-16,9 14 2 15,6 5 0-15,12 19 3 16,4 12 3-16,14 14 3 16,9 11 2-16,14 11-3 15,10 8-1-15,13 5-6 16,15 3 0-16,7 3 0 15,26-8 0-15,-20 28-4 16,20-12-3-16,7-1-1 16,-1 1 2-16,1 1-4 15,3-1 6-15,-10-16 0 16,12 20 5-16,-12-20-1 0,0 0-2 16,0 0 0-16,0 0 1 15,4-20 1-15,-11 2-3 16,0-6 4-16,2-4-4 15,-2-8 2-15,0 0 0 16,1-1 3-16,-1-2-2 16,1 4 5-16,-1 0-2 15,1 15-1-15,3 2 1 16,3 18-1-16,-17-8-1 16,17 8 1-16,-23 20 2 15,11 3-2-15,-4 12-1 16,-1 8 0-16,-2 7 4 15,-4 5-3-15,1 8-1 0,-1-6 1 16,-3 3-3-16,3-11-3 16,-3-6-1-16,4-15 2 15,3-11-6 1,1-17 5-16,3-12 0 0,8-10-1 16,3-17 4-16,8-9 0 15,3-6 3-15,5-10-1 16,2 0 2-16,5 4-1 15,3 6-2-15,1 9 0 16,0 7-9-16,3 14 0 16,-7 3-1-16,10 17 0 15,-3 6 1-15,4 9-1 0,3-1 3 16,1 6 1-16,8-3 3 16,2 3 2-16,4-4-1 15,1-3-25-15,-8-9-91 16,5-12-55-16,-5-1-7 15,-11-21-9-15,-4-2 4 16</inkml:trace>
  <inkml:trace contextRef="#ctx0" brushRef="#br0" timeOffset="42711.6">18541 21876 432 0,'-74'2'198'16,"-15"5"-8"-16,-12 0-107 16,1 14-47-16,-13 4-9 15,-3 14-1-15,-11 12-10 16,4 14-12-16,-4 7 1 15,0 13-9-15,7 10 4 16,4 6-4-16,16 6 4 16,9 2-9-16,17-2 0 15,18 4 2-15,20 3-2 0,20-6-5 16,26-1 5 0,16-5-5-16,28 0 2 15,17-10 3-15,21 0 2 16,21-11 0-16,10-8 2 0,16-13 2 15,11-11 0-15,6-15 1 16,9-14 0-16,7-12 0 16,-1-15-1-16,1-17-1 15,-9-9 2-15,-1-17-3 16,-9-12 1-16,-14-11 6 16,-9-12-8-16,-21-14 8 15,-8-6-6-15,-20-8 2 16,-9-8-2-16,-20-2 4 15,-14 2-1-15,-19-2-5 16,-19 7 10-16,-16 7-6 16,-18 2 2-16,-10 6 6 15,-17 8-6-15,-13 8 5 0,-8 4-3 16,-12 10 8-16,-10 3-5 16,-2 16 6-16,-13 6 2 15,-8 13-4-15,-3 12 1 16,3 16-2-16,-3 8-5 15,5 6-27-15,7 10-95 16,12 0-60-16,9-3-15 16,22 4-4-16,4-18 0 15</inkml:trace>
  <inkml:trace contextRef="#ctx0" brushRef="#br0" timeOffset="43745.33">18116 22015 496 0,'-26'1'185'15,"19"-27"-64"-15,4-8-75 16,3-18-34-16,10-14-9 16,6-12-11-16,6-8 9 0,15-17 1 15,8-7 1-15,16-6 0 16,11-7 0-16,15-4 0 16,14 3 0-16,8-3 1 15,13 6 1 1,6 2 1-16,15 3 2 0,6 3-4 15,4 8 4-15,6 4-4 16,10 10 3-16,-1 2-4 16,4 11 3-16,-4 11-4 15,1 6-5-15,-10 9 4 16,-1 9-4-16,-12 9 2 16,-9 6-1-16,-10 7 2 15,-18 6-3-15,-11 1 2 0,-13 7 2 16,-21 2 0-16,-16 1 1 15,-11 4 2 1,-15 0 1-16,-22 0 0 16,20 2 4-16,-20-2-3 0,0 0 3 15,0 0 9-15,-14 5-1 16,14-5-5-16,-26-7-1 16,6 0-6-16,-2-1-5 15,-8-5 0-15,-4 1 0 16,-3 0 0-16,-4-2 0 15,-5 4 0-15,1 0 0 16,2 1 0-16,-2 4 0 16,7 1 0-16,-2 3 0 0,8-1 0 15,6 4 0-15,4-2 0 16,8 1 0-16,14-1 0 16,-19 2 0-1,19-2-3-15,0 0-1 0,0 0-1 16,0 0-1-16,0 0 0 15,0 0 0-15,0 0 2 16,0 0-2-16,0 0 1 16,0 0 1-16,0 0-4 15,15-3-3-15,-15 3 1 16,0 0 1-16,27-11-1 16,-8 6 3-16,5 1 1 15,4-1-1-15,5 4 8 0,5-1 1 16,5 0-1-16,-1 4 2 15,0 0 0 1,-3 3 2-16,-4 2 1 16,-5 1-2-16,-8 3-4 0,-3-1 1 15,-8 7 1-15,-8 2-1 16,-3 6 0-16,-10 4 1 16,-6 9-5-16,-6 7 5 15,-8 7 2-15,-6 9 0 16,-2-1-1-16,-4 4 2 15,-2-1-5-15,3-5 1 16,3-6 0-16,8-8 1 16,4-13-5-16,7-10-100 15,5-6-62-15,14-15-20 16,0 0-4-16,0 0-6 16,-19 5 79-16</inkml:trace>
  <inkml:trace contextRef="#ctx0" brushRef="#br0" timeOffset="50280.14">21050 24687 238 0,'0'0'184'0,"13"11"-51"16,-13-11-60-16,0 0-31 15,0 0 13-15,27-6 0 16,-12 8 7-16,8-4-17 15,6 9-31-15,6-1-4 16,5 4-11-16,2-7 16 16,3 13-19-16,3-4 19 15,-3-3-13-15,2 3 10 16,-9-3-11-16,-3 1-5 0,-2-1-26 16,-14-2-31-16,2-6-18 15,-21-1-27 1,0 0-24-16,0 0 0 15,-21-3 1-15,-1 3 9 0,-1 0 36 16,1 5 40-16,-5 0 47 16,5 6 79-16,3 1 46 15,19-12 4-15,-26 15-2 16,26-15-7-16,0 0-6 16,0 0-12-16,0 0-31 15,0 0-43-15,26-12-31 16,-11 9 3-16,3-1 4 15,8 8-3-15,-4-6 0 16,1-3 0-16,0 5-1 16,-4 0-3-16,-19 0 12 15,22 1-1-15,-22-1-44 16,0 0-35-16,-22 13-24 0,-4-10-22 16,0 9-30-16,-9-5-10 15,-9 12-14-15,-8-14 2 16,-5-5 99-16</inkml:trace>
  <inkml:trace contextRef="#ctx0" brushRef="#br0" timeOffset="64445.21">22742 19138 152 0,'0'0'88'0,"0"0"13"0,-7-21 12 16,7 21 13-16,0 0-11 15,4-16-9-15,-4 16-13 16,0 0-8-16,-6-20-41 15,6 20-44-15,0 0 0 16,-3-16 0-16,3 16 0 16,0 0 0-16,0 0 0 15,0 0 0-15,0 0 0 16,0 0 0-16,0 0 0 16,-17-10 0-16,17 10 0 15,0 0 0-15,0 0 0 16,0 0 0-16,-13 20 0 15,13-20-7-15,-7 25-2 0,0-8 2 16,6 5 4-16,-3 4 0 16,-3 2 4-16,4 5 2 15,3 2-4 1,-4 3-2-16,4 0 2 0,4 0-2 16,-1-2 2-16,1 1-1 15,4-1 5-15,3-1-3 16,-1-9 4-16,2-1 3 15,2-5 0-15,2-1 2 16,3-7-3-16,0-4-6 16,4-4 0-16,3-6 0 15,0-3 0-15,3-6 0 16,1-2 0-16,-1-5 0 0,1-2 0 16,-2-1 0-16,-2-3 0 15,-4-1 0 1,-1 1 0-16,-5-4 0 15,-4 2 0-15,-2-1 0 0,-3 1 0 16,-3-2 0-16,-3 2 0 16,-2 0 0-16,1 2 0 15,-7 1 0-15,0 1 0 16,-4 3 0-16,3-2 0 16,-3 2 0-16,-1 3 0 15,2 1 0-15,10 15 0 16,-26-28 0-16,26 28 0 15,-23-22-1-15,23 22-3 16,-22-14 0-16,22 14 3 16,-20-14-3-16,20 14 4 15,-15-12-1-15,15 12 1 16,0 0-1-16,-21-16-1 0,21 16 2 16,0 0-2-16,-23-14 1 15,23 14-1-15,-15-8-3 16,15 8 0-16,-19-7 0 15,19 7 1-15,-23-7-1 16,23 7 2-16,-29-7-1 16,10 4 3-16,1-1 0 15,-1 2 1-15,-3 1 1 16,2-1 0-16,-2 0-1 0,4 4-1 16,3-2 1-1,15 0 0-15,-26 2-1 16,26-2 1-16,-16 1-52 15,16-1-102-15,-17 16-23 0,1-14-1 16,-3 6-5-16,-14-8 0 16</inkml:trace>
  <inkml:trace contextRef="#ctx0" brushRef="#br0" timeOffset="67472.36">27852 21227 81 0,'0'0'94'0,"0"0"-2"15,0 0 23-15,0 0 3 16,0 0-2-16,0 0-3 16,0 0-4-16,0 0-12 15,0 0-26-15,0 0-54 16,9-24-17-16,-9 24 0 16,10-31 0-16,-3 8 0 15,-3-3 0-15,1-3 0 0,-1-2 0 16,2-1 0-16,1 1 0 15,-1 2 0-15,1 3 0 16,-4 5 0-16,0 6 0 16,-3 15 0-16,4-20 0 15,-4 20 0-15,0 0 0 16,0 0 0-16,0 0 0 16,0 0 0-16,0 0 0 15,0 0 0-15,0 0 0 16,0 0 0-16,0 0 0 15,0 0 0-15,0 0 0 16,0 0 0-16,0 0 0 0,0 0 0 16,0 0 0-16,0 0 0 15,0 26 0-15,3-8 0 16,6 6 0-16,-2 5 0 16,3 8 0-16,3 4 0 15,2 8 0-15,3 3 0 16,-3 1 0-16,1-1 0 15,-2-1 0-15,-2-5 0 16,-2-2 0-16,-3-6 0 16,-3-9 0-16,-3-6 0 15,-1-6 0-15,0-17 0 16,0 21 0-16,0-21 0 16,0 0 0-16,0 0 0 0,0 0 0 15,0 0 0-15,0 0 0 16,0 0 0-16,0 0 0 15,0 0-2 1,0 0-6-16,0 0 0 0,-19 10 1 16,19-10 0-16,-22 3-1 15,3-1 2-15,0 0 2 16,-4 3 3-16,0 0 0 16,1 4-1-16,-8 3-2 15,1 2 2-15,-1 0-1 16,4 0 3-16,0-1 1 15,11 0 6-15,-1-6 3 16,16-7 1-16,0 0 6 0,0 0 0 16,0 0-17-16,0 0 0 15,23-21 0-15,-4 9 0 16,7-4 0 0,3 2 0-16,3-3 0 0,7 0 0 15,10-2 0-15,-4-1 0 16,0 3 0-16,-3 3 0 15,-2 2 0-15,-12 2 0 16,1 6-96-16,-29 4-87 16,0 0-13-16,-15-5-1 15,-31 9-2-15,-9 9 48 16</inkml:trace>
  <inkml:trace contextRef="#ctx0" brushRef="#br0" timeOffset="68283.92">23171 24506 576 0,'-23'-7'193'0,"2"-6"-49"16,-1-7-85-16,13-5-62 15,2 3 3-15,7 1-1 0,7-7 4 16,5 8-5-16,7-8 3 16,2 6 1-16,2-1 0 15,3 6-2-15,0-1 2 16,0 10 1-16,-4 1 0 16,-2 5-1-16,-1 11-2 15,-19-9 0-15,29 31-2 16,-22-10 0-16,-2 10-2 15,-1 2 5-15,-8 5-3 16,1 5 3-16,-6-1-1 16,2 6 18-16,-5-8-12 15,-2 8 13-15,-1-6-15 16,1-2-4-16,-2-2 0 0,4-10 0 16,1 1 0-16,1-12 0 15,1 1 0-15,9-18 0 16,0 0 0-16,0 0 0 15,32-11 0-15,-12-4 0 16,6-6 0-16,9-2 0 16,7-6 0-16,5-6 0 15,3 4-3-15,-1-4-13 16,3 4 1-16,-4 4-1 16,-4-1-52-16,-13-3-73 15,-10-2-39-15,-12-2-19 16,-16-3 4-16,-19 5 6 15</inkml:trace>
  <inkml:trace contextRef="#ctx0" brushRef="#br0" timeOffset="69328.68">17489 22974 494 0,'0'0'194'0,"-15"-2"-41"16,15 2-56-16,0 0-49 15,0 0-28-15,0 0-10 0,7-19-4 16,-7 19-5-16,29-26-1 16,-6 10 0-16,-1-4 0 15,8 0 0-15,-2 3 0 16,5 2-1-16,-7 4-3 16,0 8-1-16,-7 4-2 15,-4 12-3-15,-4 4 2 16,-4 11 0-16,-7 3 1 15,-4 10 1-15,-6 4 1 16,1 9-1-16,-5 1 9 16,-1 1-1-16,-4-4-2 15,5-9 5-15,2-8-3 0,1-9 10 16,4-6 1-16,7-20-4 16,0 0-1-16,0 0-4 15,33-19 5-15,-7 4-9 16,7-8 0-16,9-3 0 15,6 2 0-15,8 3 0 16,5 2-5-16,1 4 2 16,-1 2-6-16,-9 15 7 15,-3 12-5-15,-13 9 4 16,-10 4-5-16,-14 8 5 16,-15 5-3-16,-9 5 6 15,-14 1-6-15,-11-1 6 16,-8 0-7-16,-10-1 8 0,-10-13-59 15,1 0-75-15,-5-15-36 16,-8-16-13-16,8-9 6 16,5-26-8-16</inkml:trace>
  <inkml:trace contextRef="#ctx0" brushRef="#br0" timeOffset="87636.69">11667 20739 39 0,'0'0'24'0,"0"0"-5"15,0 0-4-15,0 0-5 16,0 0-4-16,0 0-1 16,0 0 3-16,0 0 1 15,0 0 2-15,0 0 2 16,0 0 3-16,0 0 1 16,0 0 2-16,0 0 1 15,0 0-2-15,0 0 2 16,0 0-2-16,0 0 0 15,0 0-2-15,0 0-1 16,0 0-2-16,0 0-1 16,0 0-4-16,0 0-4 15,0 0-1-15,0 0-1 0,0 0-1 16,0 0 1-16,0 0 3 16,0 0 1-16,0 0 5 15,0 0 0 1,0 0 1-16,0 0 1 0,0 0-2 15,0 0 0-15,0 0-4 16,0 0-4-16,0 0-2 16,0 0-2-16,0 0-1 15,0 0-20-15,0 0-34 16,0 0-44-16,-13 7-35 16,13-7-4-16,-27-16 123 15,1 8 16-15</inkml:trace>
  <inkml:trace contextRef="#ctx0" brushRef="#br0" timeOffset="110783.8">9683 24466 312 0,'0'0'132'15,"0"0"-12"-15,0 0-16 16,0 0-11-16,0 0-21 16,0 0-22-16,0 0-29 15,-14 20-12-15,14-20-5 0,-15 11 3 16,15-11-3-16,-19 17-4 15,19-17-2-15,-21 16-1 16,21-16-2-16,-16 0-2 16,16 0-1-16,0 0-2 15,-15-24 1-15,11 3 1 16,1 2 5-16,-1-12-3 16,4 1 6-16,4-6-2 15,-1-2 4-15,4 5 2 16,5-2-1-16,2 7 0 15,2 4 0-15,3 5 4 16,0 9-5-16,4 12 8 16,-3 10-4-16,8 10-1 0,-7 8 2 15,2 4-1-15,-4 6-3 16,-7 10-3-16,-2-1-1 16,-3-3-1-1,-10-7-2-15,-1-7 4 0,-6-6-4 16,-2-3-4-16,12-23 1 15,-23 9 2-15,23-9 1 16,-26-25-2-16,12 3 0 16,5-9-3-16,-4-4 4 15,4-7 4-15,-1 10 1 16,3-13-1-16,1 3 1 16,3 4-3-16,3 3 4 0,-4 2 2 15,4 7-3-15,4 2 1 16,-1 5 2-1,-3 19 0-15,13-22 0 16,-13 22 6-16,22 5-4 16,-8 12 2-16,5 6 0 0,0 4-2 15,-3 3 2-15,1 8-2 16,-1 0 0-16,-2 5-3 16,-9-6-3-16,-2-1-2 15,-6-8 3-15,-2 5 0 16,-6-9-1-16,-4-3-2 15,1-6-2-15,-5-11-1 16,-4-6 0-16,0-9 0 0,1 1 0 16,-1-14 0-1,-3 5-4-15,0-7 5 16,4-2 4-16,3-5 0 16,1 7 2-16,6-1-1 0,2-5 2 15,6 5 2-15,4-1 0 16,7 0-1-16,0 4-1 15,9 7 2-15,-1 5-2 16,6 3 2-16,2 13-2 16,3 1-4-16,2 9 4 15,1 6-2-15,4 3 0 16,0 11 0-16,-5 3 2 16,5 11-1-16,-4-1 3 15,-3 5 2-15,-3-4-2 16,-1 4 5-16,-9 9 10 15,1-6 9-15,-8 8-11 16,-2-8 7-16,-4 4-10 0,-7 5-13 16,7-64-1-16,-26 126 0 15,26-126 0-15,-40 106 0 16,40-106 0-16,-49 83 0 16,49-83 0-16,0 0 0 15,-71 43 0-15,71-43 0 16,0 0 0-16,-52-29 0 15,52 29 0-15,-28-38 0 16,21 13 0-16,1-4 0 16,2-4 0-16,1-5 0 15,6 16-4-15,1-6-2 16,9-14 8-16,0 13-8 16,9-4 9-16,8 17-4 0,3 1 4 15,1 1 2-15,8 0-4 16,5 7-1-16,-2 14-2 15,0-3-1-15,4 8 3 16,-1-4 3-16,1 11-5 16,-4 0 4-16,-3 1 0 15,1 4-3-15,-5-9 1 16,2 1-4-16,-5-1-70 16,-6-15-38-16,4-6-30 15,-5-8-27-15,-2-16-5 16,4-15-23-16,-8-1 51 15</inkml:trace>
  <inkml:trace contextRef="#ctx0" brushRef="#br0" timeOffset="111264.14">10898 24100 336 0,'11'-27'159'15,"-6"9"-34"-15,-5 18-19 16,0 0-24-16,17 4-19 15,-13 13-34-15,5 13-23 16,-2 9-4-16,5 15 0 16,2-2-1-16,5 12-1 15,-4 4-1-15,3-1 0 16,-3-8 0-16,-1-5 3 16,-5-16-4-16,1-5 1 15,-3-9-2-15,-7-24-1 16,0 0-2-16,0 0 2 15,-3-28 1-15,-8-3-2 16,-1-9 3-16,-9-13-2 0,-1-3 4 16,-4-6-1-16,-6 1 2 15,3 4 0-15,-1 0 0 16,1 2-1-16,6 10 1 16,4 3 1-16,4 11 1 15,1 0-4-15,7 5 3 16,2 3-4-16,5 2 4 15,3 4-3-15,2-2 2 0,9 0-2 16,2 0-1-16,6 2 1 16,4-4 2-1,4 0-1-15,6 4-1 16,-1 1-66-16,10 11-55 0,0 2-24 16,-5 4-26-16,5 15 2 15,-12 6-3-15</inkml:trace>
  <inkml:trace contextRef="#ctx0" brushRef="#br0" timeOffset="111896.59">11200 24300 306 0,'-17'17'127'0,"17"-17"-16"16,7-16-19-16,-7 16-11 15,19-29-12-15,2 8-18 0,-5-5-23 16,10-7-25-16,-4-1-3 16,8-3-1-16,-4 6 2 15,3-5 0-15,-4 5 0 16,1 1-1-16,-4 6 0 16,-1 5 2-16,-5 5 1 15,-16 14-1-15,22-16 2 16,-22 16-2-16,23 14 0 15,-13 4 2-15,2 2 1 16,6 10-3-16,-3 3-2 16,1 1 1-16,3 3-1 15,-2 2 0-15,-4-2 0 16,-3-4 0-16,2-7 0 0,-8-2 1 16,3-7 4-16,-7-17-4 15,0 19-3-15,0-19-1 16,0 0 0-16,-11-15 2 15,-1-4-2-15,-2-7 1 16,-2-11-2-16,-3-11 1 16,-7-1 5-16,4-9 1 15,-1-5-2-15,1 1-3 16,3 3 4-16,1 4-3 16,6 6 1-16,2 11-1 15,6 5 2-15,-3 6-2 16,5 7 2-16,4 3-3 15,-2 17 2-15,7-29-3 0,-7 29 3 16,23-28-1-16,-6 19 0 16,6-1 1-16,3 3-1 15,0 4 1-15,8 4-46 16,-1 5-50-16,9 4-36 16,-6 6-14-16,-1-1-18 15,5 13-5-15,-9-9 43 16</inkml:trace>
  <inkml:trace contextRef="#ctx0" brushRef="#br0" timeOffset="112105.74">11751 24113 378 0,'0'0'148'0,"0"0"-23"16,-5-25-22-16,13-9-22 15,18-4-32-15,7-7-48 0,2-7-3 16,8-4 3-16,6-4-55 16,5 15-69-16,-2 3-40 15,-12 13-12-15,-2 22 1 16,-38 7-6-16</inkml:trace>
  <inkml:trace contextRef="#ctx0" brushRef="#br0" timeOffset="112796.23">9598 25665 252 0,'0'0'114'0,"0"0"22"15,0 0-21-15,0 0-14 16,0 0-9-16,0 0-20 16,0 0 0-16,130-59-24 15,-55 20-27-15,19-6-21 0,13-16 0 16,17 4 0-16,15-7 0 16,6-4 0-16,17 3 0 15,4-13 0-15,6 3 0 16,5 1-24-16,-1 5 11 15,-1-11-11-15,-14 14 1 16,-4 7 6-16,-18 2 5 16,-16 5-7-16,-12 16 5 15,-24 1 11-15,-21 13 1 16,-21 8 0-16,-16 7 1 16,-29 7-1-16,0 0-26 15,-22 17-69-15,-18 11-25 16,-16 3-35-16,-24 4 0 0,-8 10-3 15,-32-5 15-15</inkml:trace>
  <inkml:trace contextRef="#ctx0" brushRef="#br0" timeOffset="113188.51">9781 25554 331 0,'0'0'188'15,"0"0"-17"-15,0 0-56 0,90-62-54 16,-19 28 8-16,11-15-1 16,18-1-48-16,17-2-20 15,13-10 0-15,12 3 0 16,11-9 0-16,12 4 0 15,3-3 0-15,4-1-22 16,3 2-4-16,-6 2 15 16,-4 6-7-16,-9 0 5 15,-10 5-9-15,-8 3 9 16,-18 1-1-16,-19 20 14 16,-16 4-2-16,-17 6 2 15,-13 11 3-15,-20 4 3 16,-13 4-85-16,-22 0-57 0,7 25-36 15,-22-19-7-15,-11 10-18 16,-14 1 70 0</inkml:trace>
  <inkml:trace contextRef="#ctx0" brushRef="#br0" timeOffset="113316.6">12147 24675 38 0,'0'0'10'15,"-16"-3"-57"-15,16 3 47 16,-23-19 0-16,4 17 0 16</inkml:trace>
  <inkml:trace contextRef="#ctx0" brushRef="#br0" timeOffset="114799.65">6972 25757 385 0,'0'0'216'0,"0"0"-49"16,0 0-50-16,0 0-13 16,0 0-70-16,0 0-34 15,0 0 0-15,0 0 0 16,0 0 0-16,0 0 0 15,-78 66 0-15,78-66 0 16,0 0 0-16,-71 40 0 16,71-40 0-16,0 0 0 0,-80-19 0 15,80 19 0-15,0 0 0 16,-70-108 0 0,70 108 0-16,-31-88-2 15,31 88 4-15,-17-90-2 0,17 90 0 16,0-78 0-16,0 78 0 15,0 0-11-15,0 0-1 16,0 0 9-16,74-52-1 16,-74 52-3-16,0 0 0 15,105 92 3-15,-105-92 9 16,88 130 1-16,-46-54 8 16,-4 7-15-16,-5 7 8 0,-7 0-5 15,-7-2-7-15,-8-8 6 16,-3-11 6-1,-8-69-6-15,-7 123-5 16,7-123 0-16,-22 81-4 0,22-81 0 16,0 0 10-16,-68 40-8 15,68-40 8-15,0 0-4 16,-94-33 2-16,94 33 4 16,0 0-4-16,-71-76 4 15,71 76-4-15,0 0 3 16,0 0-3-16,16-86-2 15,-16 86-1-15,0 0 1 16,107-64 6-16,-107 64-10 16,104-14 14-16,-104 14-5 15,124-9-1-15,-124 9 4 16,116 0 3-16,-116 0-7 16,104-9-2-16,-104 9 6 0,90-39-8 15,-90 39-81-15,0 0-59 16,72-115-26-16,-72 115-16 15,0-114-11-15,0 114-9 16</inkml:trace>
  <inkml:trace contextRef="#ctx0" brushRef="#br0" timeOffset="115425.66">6897 24924 355 0,'0'0'191'16,"-22"-7"-5"-16,10-12-71 15,12 19-43-15,0 0-22 16,-7-20-23-16,7 20-25 16,0 0 0-16,0 0-6 15,0 0 10-15,0 0-1 16,-19-14-7-16,19 14 4 15,-26-14-2-15,6 9 0 16,0-9-3-16,-3 0 1 16,0-7-4-16,1 13-9 15,-1-10 15-15,4 6 1 16,5-7-22-16,6 4 21 16,8 15-22-16,-14-18 11 0,14 18-8 15,3-15 21-15,-3 15-23 16,0 0 6-16,26-5 13 15,-10 3-10 1,8-2 15-16,4 1 10 0,5 6-12 16,0-3 2-16,2 7 0 15,-2-2 11-15,-4 4 9 16,1 7-9-16,-3 4 9 16,-6 12-22-16,-2-3 21 15,-6 11-11-15,0-4 11 16,-7 2-22-16,1-8 3 15,0-3-6-15,-4 3 0 16,-3-30-1-16,3 33 1 0,-3-33 4 16,0 0-8-16,23-21 2 15,-11 5 4 1,6-18-2-16,8-11-17 16,5 0 9-16,9-19-11 0,1-4 7 15,5 4-98-15,2 16-40 16,1 1-45-16,-8 23 21 15,-1 19-9-15,-17 8 93 16</inkml:trace>
  <inkml:trace contextRef="#ctx0" brushRef="#br0" timeOffset="115929.57">7102 26628 239 0,'87'3'134'15,"-87"-3"-3"-15,59-85-11 16,-59 85-20-16,85-110-5 16,-31 40-39-16,-54 70-88 15,111-126-54-15,-111 126-58 16,106-97-25-16,-106 97-15 15,81-64-9-15,-81 64 127 0</inkml:trace>
  <inkml:trace contextRef="#ctx0" brushRef="#br0" timeOffset="117672.81">9930 25284 31 0,'0'0'60'0,"0"0"-11"15,0 0-14-15,0 0 2 16,0 0-2-16,0 0 1 16,0 0-14-16,0 0 0 15,71 4-3-15,-71-4-5 16,0 0-5-16,109-16 3 15,-109 16-12-15,115-24-10 16,-115 24 30-16,146-36 1 16,-63 13 8-16,6-8 4 15,8-7 34-15,0 3 1 0,12-10 14 16,-4 6 1-16,11-13-20 16,-5 3-10-16,9 6-22 15,-4 3-6 1,0 7-30-16,2-1-1 0,-8-4-14 15,-3 1 8-15,-9 13-5 16,-8-2 4-16,-9-2 11 16,-16 7-1-16,-10 2 4 15,-10 6-3-15,-12 0 4 16,-7 8-1-16,-10 2 0 16,-16 3 1-16,16-2-40 15,-16 2-46-15,0 0-47 16,0 0-19-16,-32 5-22 0,6-3-2 15,-7 1 51-15</inkml:trace>
  <inkml:trace contextRef="#ctx0" brushRef="#br0" timeOffset="118191.29">9904 25258 88 0,'0'0'57'16,"0"0"4"-16,0 0 2 15,0 0 13-15,0 0 10 16,0 0 14-16,0 0 8 16,0 0-21-16,94 20 2 15,-49-52-19-15,15-2-12 16,3 4-20-16,15-9-11 16,5 4-21-16,13 0-12 15,6-6 7-15,6-3-4 16,5 15-7-16,5-9 13 15,1-5-19-15,5 3 0 16,1 2 3-16,-2-2-4 16,0-3 4-16,0-2-5 0,-8-2 9 15,-6 9-9-15,-4 8 21 16,-8-4-3-16,-9 1 0 16,-17 5 1-16,-6 11 0 15,-17 3 0-15,-10 12-1 16,-12-1-88-16,-12 8-75 15,-1 12-31-15,-13-17 1 16,-35 51-10-16,-9-17 160 16</inkml:trace>
  <inkml:trace contextRef="#ctx0" brushRef="#br0" timeOffset="136581.57">8937 24113 227 0,'-4'-37'114'0,"1"1"13"15,10 12-6-15,-11 1-13 16,4 23-24-16,0 0-16 15,0 0-18-15,18 5-17 16,-6 23-19-16,7 14-26 16,7 11-2-16,14 27-1 15,9 17 28-15,8 10-3 16,5 16 9-16,3 3-10 16,-1-4 9-16,-5-6-8 15,-4-9 11-15,-13-28-3 16,-5-9-18-16,-37-70 0 0,45 88 0 15,-45-88 0-15,0 0 0 16,0 0 0-16,0 0 0 16,29 71 0-16,-29-71 0 15,0 0 0-15,0 0-7 16,0 0-34-16,0 0 0 16,-66-45-23-16,40 3 3 15,-3-4-7-15,-10-27-30 16,5-7 14-16,-13-20 9 15,2 5 15-15,0-18 1 16,0 13 24-16,3-13-2 16,2 20 20-16,5 1 27 15,9 19 14-15,4 8 12 0,4 13 8 16,6 8 15-16,2 8 1 16,6 10 9-1,-1 4-3-15,8 4-3 16,-3-1-6-16,0 19-6 0,25-29-12 15,1 10-8-15,10-7-9 16,16-2-7-16,13-12-1 16,16-1-7-16,20-6-8 15,15-10 0-15,23-7 3 16,10-4 5-16,18-8-5 16,10-5 3-16,12-2-4 15,2 0 4-15,0-4-4 16,-3 4 3-16,-6 7-6 0,-14 7-3 15,-8 15 3-15,-18 4 0 16,-19 13 1-16,-17 11-1 16,-17 9 2-1,-18 7 0-15,-14 3 0 0,-13 3 0 16,-10 3 0-16,-13 2-1 16,-5 1-1-16,-16-2 2 15,16-2-1-15,-16 2 1 16,0 0-1-16,0 0 1 15,0 0 0-15,0 0 0 16,0 0 1-16,0 0-3 16,0 0-2-16,0 0-1 0,0 0-1 15,10 26-3-15,2-1 2 16,5 9 2 0,6 11 0-16,6 12 1 15,6 21 6-15,10 16-6 0,4 4 8 16,3 8-4-16,0 3 5 15,-3 0-5-15,3-5 4 16,-4-5-4-16,-6-13 2 16,-2-15 1-16,-9-7-4 15,-5-10 2-15,-3-9-2 16,-4-9 1-16,-5-8-1 16,-4-6 1-16,-10-22-3 15,9 19 3-15,-9-19-2 0,0 0 0 16,-4 18 2-1,4-18-71-15,0 0-63 16,-26 14-37-16,0-9-3 16,-5 12-6-16,-18-3 4 0</inkml:trace>
  <inkml:trace contextRef="#ctx0" brushRef="#br0" timeOffset="137035.91">9803 25468 28 0,'0'0'81'16,"0"0"-1"-16,0 0-17 15,0 0-12-15,0 0 29 16,90-81 23-16,-22 39 0 16,17-1 11-16,12 1-22 15,27-17-12-15,2 1-19 16,24-20 3-16,11 14-44 16,11-16-19-16,3 14 0 15,9-5-18-15,-2-5 7 16,1 5-10-16,-10 7 11 15,-1 5-10-15,-12 4 23 16,-11-4-4-16,-13 12 1 16,-17 7-2-16,-15 11 1 0,-13 3 1 15,-17 7 1-15,-15 5 0 16,-17 9-7-16,-12 3-4 16,-11 6-65-16,-19-4-77 15,0 0-32-15,-4 20-10 16,-11-13-9-16,15-7 64 15</inkml:trace>
  <inkml:trace contextRef="#ctx0" brushRef="#br1" timeOffset="142911.84">22200 19636 193 0,'0'0'86'0,"7"-26"13"16,-7 11 30 0,0 15-8-16,7-25-10 0,-7 25-14 15,9-15-13-15,-9 15-12 16,0 0-41-16,0 0-31 16,0 0 0-16,0 0 0 15,0 0 0-15,0 0 0 16,-9 24 0-16,2-5 0 15,-3 11 0-15,1 6 0 16,-1 12-5-16,1 6-5 16,2 8 3-16,0 4 3 0,7-2-2 15,7-7 2 1,2-5-14-16,5-8 2 16,8-10-3-16,-3-15-58 15,11-3-49-15,0-11-30 0,-1-7-16 16,6-3-7-16,-6-11 14 15</inkml:trace>
  <inkml:trace contextRef="#ctx0" brushRef="#br1" timeOffset="143384.17">22567 19742 526 0,'0'0'170'16,"-19"-26"-56"-16,6 10-54 16,13 16-46-16,-20-17-3 0,20 17-3 15,-19 7 0-15,12 9-3 16,1 3-3-16,-1 8-2 16,7 8-5-16,0 5-2 15,4 5-2-15,5 0 4 16,4-4-2-16,3-1 0 15,3-7 3-15,2-11 1 16,2-4-2-16,-1-11 3 16,1-11 2-16,-1-8 1 15,-3-9 1-15,4-10 3 16,-6-7 1-16,2-2-2 16,-6-5 3-16,-3 0-3 0,-7 2-3 15,-3 5-5-15,-3 3 5 16,-11 9 3-16,-2 7-1 15,-6 5 1-15,-4 7-1 16,0 9-1-16,-4 3 3 16,4 4 0-16,0 5-13 15,4-5-74-15,22-9-33 16,-19 20-21-16,19-20-18 16,13 0-13-16,3-8-3 15,14-1 86-15</inkml:trace>
  <inkml:trace contextRef="#ctx0" brushRef="#br1" timeOffset="143768.44">22940 19593 430 0,'19'5'134'0,"-19"-5"-16"16,0 21-21-16,-3-2-24 15,-6 3-24-15,2 8-39 16,-3 6-7-16,4 4-3 15,3 3-3-15,3-1-1 16,3-1-1-16,6-2-1 16,5-7-1-16,5-7 1 15,4-12-1-15,-1-7 1 16,4-12 1-16,-3-11 0 16,3-5 2-16,-7-9 2 0,2-9 1 15,-9-4-1-15,-5-4 1 16,-4 0 1-16,-6 3 2 15,-8 5 5-15,-4 5 1 16,-3 7-3-16,-4 8 1 16,-4 9 0-16,1 6 2 15,-1 8-4-15,6 4-62 16,-3 0-57-16,7 0-40 16,16-7-18-16,-19 7-1 15,19-7-1-15,0 0 109 16</inkml:trace>
  <inkml:trace contextRef="#ctx0" brushRef="#br1" timeOffset="144045.64">23126 19325 548 0,'0'0'170'0,"0"0"-35"15,0 0-92-15,0 0-42 16,34 1-5-16,-8 8-2 16,7 7 6-16,9 10-3 15,3 3 6-15,4 9-2 16,-4 7 1-16,-2 9 1 16,-11 5 0-16,-15 12 2 0,-12 10-72 15,-21 6-53 1,-20 3-45-16,-6 12 0 15,-18-9-10-15,1-1-1 16</inkml:trace>
  <inkml:trace contextRef="#ctx0" brushRef="#br1" timeOffset="144864.22">28354 21540 476 0,'0'0'179'16,"-16"6"0"-16,16-6-70 15,-26 13-75-15,11 3-31 16,1 5-3-16,-2 10 1 16,1 7-1-16,-3 10-1 15,6 11-1-15,5 5-1 16,4 6-3-16,6-1 2 15,8 2-2-15,4-7-5 16,11-7 3-16,4-12-3 0,4-7-55 16,3-21-44-16,-2-10-35 15,5-8-23-15,-11-22 1 16,2-3 2-16,-12-15 58 16</inkml:trace>
  <inkml:trace contextRef="#ctx0" brushRef="#br1" timeOffset="145308.54">28637 21689 475 0,'-4'-17'174'0,"4"17"-24"0,0 0-66 16,0 0-34-16,0 0-25 15,-15-7-20 1,15 7-3-16,0 0 1 15,-18 19 1-15,18-19 2 0,-12 28 0 16,5-11-7-16,7 7 1 16,0 2 0-16,0 4-1 15,7 1-3-15,2-4-3 16,5-2-1-16,2-4 1 16,1-6 0-16,-2-5-1 15,5-6 4-15,-1-4 4 16,-19 0 4-16,26-17 2 15,-16 1 1-15,-3-3 1 0,-7-9 12 16,5 1-10-16,-8-10 1 16,1 3 0-1,-1-1-5-15,-1 2-8 16,-3 5-3-16,-5 6 0 0,5 6-9 16,7 16 8-16,-22-17-4 15,6 10-64-15,16 7-32 16,-17-2-32-16,17 2-26 15,-7-19-3-15,7 2-5 16,0 17 16-16</inkml:trace>
  <inkml:trace contextRef="#ctx0" brushRef="#br1" timeOffset="145599.75">28970 21376 415 0,'0'0'168'16,"0"0"-9"-16,0 0-50 16,-3 17-39-16,3-17-36 15,-4 23-29-15,3-8 0 16,-3 6-2-16,4 7 3 16,0 3-2-16,0 5 3 15,4 6-5-15,1 3 2 16,5 2-3-16,-3-2 0 15,5-2-2-15,-1-7-1 16,1-5-5-16,-5-10-81 16,0-5-58-16,-7-16-39 15,0 0-7-15,0 0-2 0,5-44 17 16</inkml:trace>
  <inkml:trace contextRef="#ctx0" brushRef="#br1" timeOffset="145863.94">29194 21083 726 0,'19'21'201'15,"-15"-2"-105"-15,3 7-96 16,8 9 0-16,8 11 0 0,-1 13 0 15,4 11 0 1,0 11 0-16,-6 9 0 0,-7 7 0 16,-6 8-36-16,-27 1-112 15,-15 8-41-15,-24 2-9 16,-31-5-8-16,-23 5-3 16</inkml:trace>
  <inkml:trace contextRef="#ctx0" brushRef="#br1" timeOffset="146557.43">22798 24689 440 0,'0'0'180'16,"0"0"-29"-16,0 0-24 16,0 0-21-1,0 0-87-15,0 0-19 16,0 0 0-16,-16 16 0 0,9 1 0 15,-3 7 0-15,1 19 0 16,2-1 0-16,7-42 0 16,-7 121 0-16,7-121 0 15,19 128 0-15,-19-128 0 16,40 139 0-16,-40-139 0 16,64 98 0-16,-64-98 0 15,75 52-10-15,-75-52-131 0,75 16-29 16,-75-16-18-1,0 0 5-15,85-78-8 16,-63 38 52-16</inkml:trace>
  <inkml:trace contextRef="#ctx0" brushRef="#br1" timeOffset="146893.67">23145 24774 350 0,'0'0'194'0,"0"0"-51"15,0-19-31-15,0 19-14 16,0 0-6-16,0 0-58 16,0 0-34-16,3 15 0 15,-3-15 0-15,9 33 0 0,-2-5 0 16,5 5 0-16,5 10 0 15,-1 6 0-15,3-6 0 16,-19-43 0-16,43 99 0 16,-43-99 0-16,32 79 0 15,-32-79 0-15,0 0-52 16,0 0-83-16,48 61-31 16,-48-61-18-16,23-19-15 15,-6-6 1-15,-5-14 110 16</inkml:trace>
  <inkml:trace contextRef="#ctx0" brushRef="#br1" timeOffset="147343.99">23757 24810 406 0,'4'-15'166'0,"-4"-1"-23"16,0 16-14-16,0 0-17 15,-26-10-45-15,26 10-67 16,-17 10 0-16,17-10 0 16,-20 21 0-16,20-21 0 15,-12 29 0-15,9-5 0 16,3-3 0-16,3 3 0 16,6 8 0-16,5-6 0 15,5-7 0-15,-3 7-7 0,6-14 3 16,4-11 2-16,-3-2 0 15,-1-8 3 1,3-5-2-16,-6-5-1 16,0-2 5-16,-4-6 3 0,-4-4 1 15,1-4-6-15,-9 0-1 16,1-6-1-16,-8-3 0 16,1 6-9-16,-9 2 4 15,1 5-10-15,-4 7 8 16,-8 5-7-16,1 10 8 15,-1 7 7-15,4 11-24 16,-7-4-77-16,9 4-39 16,1-2-46-16,0-6-5 0,16-1-12 15,0 0 90 1</inkml:trace>
  <inkml:trace contextRef="#ctx0" brushRef="#br1" timeOffset="147628.19">24098 24222 509 0,'0'0'190'15,"12"22"-53"-15,-2-3-71 16,9 4-73-16,4 16 4 15,3 8 0-15,7 12 21 16,-4 7-5-16,6 3 4 16,-5 6-6-16,-11 2 4 0,-5 17-53 15,-25 1-55-15,-15-8-44 16,-22-3-23-16,-27-11-10 16,-22-7-5-16,-42-19-9 15</inkml:trace>
  <inkml:trace contextRef="#ctx0" brushRef="#br1" timeOffset="148395.73">18543 22588 558 0,'0'0'199'0,"0"0"-51"16,-28 8-63-16,18 15-52 15,-6 4-33-15,2 13 0 16,-1 9 0-16,-3 3 0 15,10 12 0-15,-3 0 0 16,11 8-13-16,0-1 3 0,11-1-5 16,4-8-3-16,11-1 4 15,4-8-2-15,6-8 3 16,-1-14-71 0,10-8-45-16,0-11-37 0,-8-9-13 15,1-4 7-15,-9-13-3 16</inkml:trace>
  <inkml:trace contextRef="#ctx0" brushRef="#br1" timeOffset="148695.94">18784 22771 424 0,'-7'-21'182'0,"7"21"0"16,-7-15-84-16,7 15-66 0,0 0-32 16,0 0-2-16,0 0-1 15,-6 19-1-15,12 2-3 16,5 8 0-16,-2 4 1 16,4 1-1-16,3 8 7 15,3 1-3-15,-2 1 1 16,3-3-5-16,-8-10-75 15,2 4-48-15,-2-7-30 16,-9-13-15-16,8 1-5 16,-11-16 38-16</inkml:trace>
  <inkml:trace contextRef="#ctx0" brushRef="#br1" timeOffset="148997.16">19039 22569 521 0,'0'0'163'16,"0"0"-50"-16,0 0-50 15,7 19-35-15,2-2-31 16,5 5 1-16,2 11-2 15,1 5 2-15,6 4-1 0,3 3 2 16,5 2-1-16,-5-2 1 16,3-2-3-16,-6-8-66 15,6-3-45-15,-6-4-37 16,-4-12-18-16,-2 1-1 16,-17-17-2-16</inkml:trace>
  <inkml:trace contextRef="#ctx0" brushRef="#br1" timeOffset="149320.37">19147 22243 399 0,'0'0'180'0,"0"0"-5"0,0 0-75 16,0 0-51-16,0 0-49 16,16 21-3-16,-2 0 4 15,8 12-5-15,4 8 3 16,9 14-3-16,5 13 4 16,2 13-5-16,3 9 3 15,-7 11 5-15,-2 13 0 16,-10 5 0-16,-10 13-76 15,-20 1-84-15,-18-8-15 0,-16-2-2 16,-33-14-3-16,-21-9 37 16</inkml:trace>
  <inkml:trace contextRef="#ctx0" brushRef="#br1" timeOffset="155667.9">32157 11928 650 0,'-31'2'176'15,"14"7"-24"-15,-2 8-113 16,-8 7-33 0,5 14-6-16,-4 14 0 15,-4 10-1-15,-1 20-3 0,-2 11 7 16,0 13-1-16,4 13-2 16,6 13-1-16,11 1-2 15,8 6-1-15,11-6 2 16,12-2-2-16,14-6 3 15,16-9 0-15,8-10 1 16,11-18 0-16,14-12 0 16,8-12 2-16,11-15 0 0,10-22 1 15,12-15 0-15,7-18 1 16,12-17-2 0,4-15-2-16,7-16 0 15,-7-15 0-15,0-11 0 0,-8-8 0 16,-11-5 0-16,-10-6 0 15,-13-1 0-15,-18-3 0 16,-14 5 0-16,-13 3 0 16,-18 1 0-16,-11 4 0 15,-20 4 0-15,-13 4 0 16,-16 3 0-16,-14-1 0 16,-12-1 0-16,-14 1 0 15,-9-1 0-15,-10 4 0 16,-9 0-7-16,-5 4-1 15,-9 4-6-15,-8 6-3 16,-7 6 4-16,-4 14 2 16,-7 5 8-16,-7 15-5 0,3 13 8 15,-7 12 0-15,-4 12 3 16,8 17 5-16,-1 14-5 16,8 14-21-16,4 13-66 15,14 10-44-15,17 13-36 16,8-3-6-16,25 3-4 15,11-10-1-15</inkml:trace>
  <inkml:trace contextRef="#ctx0" brushRef="#br1" timeOffset="156180.27">32504 12501 599 0,'0'0'199'15,"-26"-7"-1"-15,7 7-171 16,4 7-27-16,4 10 0 15,-4 9 0-15,4 11-5 16,-1 6-1-16,2 9 3 16,6 3 1-16,4-1 8 0,4 3-7 15,8-10-1-15,5-6 2 16,2-9-2-16,4-12 3 16,6-8-2-16,1-12 1 15,1-12 3-15,-1-7 1 16,-1-10 3-16,-3-7-6 15,0-11-1-15,-3-5 0 16,-8-7 0-16,-8 2 0 16,0 3-4-16,-10 4 0 15,-4 7-3-15,-9 6 0 16,-3 10-2-16,-4 6 3 16,-6 14 2-16,-1 4 2 15,4 9-56-15,-3 1-54 0,3 0-24 16,10 7-25-16,-3-7-6 15,19-7-9-15,0 0 7 16</inkml:trace>
  <inkml:trace contextRef="#ctx0" brushRef="#br1" timeOffset="156568.54">32819 12442 195 0,'0'0'112'16,"0"16"-25"-16,-4 8-18 0,2 6-12 16,-1 8-7-16,-1 5-5 15,4 9-6-15,4 0-15 16,-4 0-5 0,9 0 9-16,-3-13 16 15,14-4 2-15,-7-12 1 0,10-4 0 16,-7-12 0-16,10-4-4 15,-7-12-19-15,3-5-24 16,-4-10 0-16,1-3 0 16,-7-12 0-16,2-2 0 15,-11-9 0-15,-3-2 0 16,-7 2 0-16,-8 5 0 16,-6 7 0-16,-10 5 0 0,-6 14-16 15,-4 8-5-15,4 20-64 16,-1 10-47-1,0 5-30-15,12 12-1 16,0-4-3-16,15 9-14 0,-1-10 83 16</inkml:trace>
  <inkml:trace contextRef="#ctx0" brushRef="#br1" timeOffset="157344.09">33928 13188 165 0,'-7'-15'196'0,"-5"-6"-14"16,1-2-49-16,11 6-17 15,4-2-13-15,-4 19-21 16,29-22-36-16,1 22-46 16,4 3 0-16,3 11 0 15,15 8 0-15,5 11 0 16,6 12 0-16,11 9 0 16,1 14 0-16,3 8 0 15,-7 5 0-15,0 6 0 16,-10-1 0-16,-9-1 0 15,-10-4 0-15,-13-8 0 16,-9-11 0-16,-10-11 0 0,-3-10 0 16,-4-12 0-16,-6-11 0 15,3-18-2-15,0 0-38 16,-14-30-21-16,11-3-8 16,-6-15-4-16,9-4-1 15,-4-12-2-15,8 2 24 16,-4-6-5-16,9 6 51 15,-2 10 45-15,-4 4 43 16,7 13 0-16,-10 7 0 16,6 13-7-16,-6 15-3 15,0 0-4-15,0 0-58 16,0 0-10-16,0 0 0 16,0 0 0-16,7 20 0 0,3-2 0 15,9 2 0-15,4 3 0 16,3 5 0-16,7 3-1 15,1 0 0 1,-1 0 1-16,-7 0-2 0,-7 6 1 16,-12 6 0-16,-20 7 0 15,-17 12 0-15,-15 8 3 16,-19 9-4-16,-11 4 1 16,-15 6 0-16,-2-5-3 15,-2-6 3-15,7-8-3 16,9-18 5-16,10-14-11 15,20-14-60-15,11-19-33 16,22-14-21-16,15-10-14 0,12-15-22 16,21-1-6-16,9-10-6 15,13 2 111-15</inkml:trace>
  <inkml:trace contextRef="#ctx0" brushRef="#br1" timeOffset="157816.43">34955 14109 408 0,'0'0'174'0,"0"0"-26"16,-8 16-22-16,-17 6-24 15,-2 13-37-15,-6 10-76 16,-9 10 1-16,2 13 11 0,-2 13-4 16,4 11 6-16,5 8-3 15,7 2 3-15,11 2-4 16,8-5 4-1,19-6 3-15,9-9-3 0,13-12 3 16,15-13-6-16,17-10 0 16,5-11 0-16,12-11 0 15,-1-11 0-15,5-9 0 16,1-12 0-16,-1-11 0 16,-9-15 0-16,0-16 0 15,-13-13 0-15,-3-15 0 16,-8-6 0-16,-6-9 0 15,-11-5 0-15,-4-8 0 0,-11 1 0 16,-6 5 0-16,-9 6 0 16,-10 8 0-1,-8 8 0-15,-8 6 0 16,-11 12 0-16,-15 8 0 0,-7 16 0 16,-12 11 0-16,-4 15-6 15,-10 9-13-15,-3 15-69 16,-6 12-32-16,2 8-21 15,7 11-16-15,3-4-9 16,14 7-4-16,6-9 15 16</inkml:trace>
  <inkml:trace contextRef="#ctx0" brushRef="#br1" timeOffset="158200.71">34936 14532 491 0,'0'0'190'0,"19"-16"-20"0,-19 16-51 16,0 0-66-16,0 0-53 16,-7 26 0-16,-1 3 0 15,4 4 0-15,-6 7-11 16,10 2 6-16,0 4 4 16,7 1 1-16,7-5 3 15,1-9 2-15,8-9 3 16,3-7-7-16,0-8-1 15,-3-13 0-15,-1-4 0 16,-3-11 0-16,-1-6 0 16,-6-8 0-16,-5-1 0 15,-4-6 0-15,-1 2 0 16,-7 3 0-16,-2 4 0 0,0 7 0 16,-9-4-79-16,16 28-33 15,-29-29-3-15,29 29-12 16,-30-17-1-16,30 17-14 15,-9-18-4-15,9 18 52 16,4-19 37-16,-4 19 35 16,22-24 22-16</inkml:trace>
  <inkml:trace contextRef="#ctx0" brushRef="#br1" timeOffset="158342.79">35212 14431 253 0,'23'11'83'0,"-4"15"1"16,0 6-12-16,0 13-15 15,2 14-17-15,-5 11-23 0,-1 7-55 16,-1 7-42-16,-2 12-33 16,-12-2-19-16,4 10-4 15,-16-9 30 1</inkml:trace>
  <inkml:trace contextRef="#ctx0" brushRef="#br1" timeOffset="159094.34">35014 15667 297 0,'0'0'191'0,"-3"-19"-11"16,3 19-51-16,0 0-22 15,0 0-16-15,0 0-63 0,0 0-28 16,-11 17 0-16,6 4 0 16,2 3 0-16,-4 6 0 15,-4 4 0-15,3 6 0 16,1 7 0-16,-5 5 0 16,-2 3 0-16,-5 2 0 15,-4 1 0-15,-6 2 0 16,-4 8 0-16,-12 3 0 0,-11 7 0 15,-15 5 0-15,-9 8 0 16,-12 8 0-16,-9 8 0 16,-12 2 0-16,-3-1 0 15,0-8 0-15,1-6 0 16,6-10 0-16,12-11 0 16,8-18 0-16,15-13 0 15,9-16 0-15,13-14 0 16,14-12 0-16,9-5 0 15,9-12 0-15,7-6 0 16,9 1 0-16,4-6 0 16,4 0 0-16,-1 4 0 15,4 0 0-15,2 1 0 0,-2 4 0 16,0 4 0-16,-7 15 0 16,12-23 0-1,-12 23 0-15,0 0 0 16,0 0 0-16,-16 11 0 0,16-11 0 15,-29 31 0-15,9-11 0 16,-2 3 0-16,-1 1 0 16,4 0 0-16,2 4 0 15,5-2 0-15,5 0 0 16,10-2 0-16,9-3 0 16,6-2 0-16,11-5 0 15,6-4 0-15,7-6 0 16,1-4 0-16,2-2 0 15,-3-7 0-15,-6 8-41 16,-10-3-86-16,-26 4-36 16,0 0-3-16,-20-3-9 15,-22 11 0-15,-19-4 0 0</inkml:trace>
  <inkml:trace contextRef="#ctx0" brushRef="#br1" timeOffset="159573.68">32841 17473 379 0,'-64'-9'177'0,"5"-5"-33"15,5 4-12-15,7 3-21 16,2 3-31-16,10 13-80 16,-5 1 0-16,-1 8 0 15,-8 6 0-15,-3 5 0 16,-5 4 0-16,-6 9 0 16,-1 8 0-16,-7 4 0 15,5 13 0-15,2 6 0 16,5 6 0-16,10 6 0 0,14 9 0 15,13-1 0-15,15 2-7 16,14 1 2-16,24-5 4 16,9-4 2-16,24-11 2 15,18-5 3-15,12-12-3 16,18-7-3-16,6-16 0 16,14-13 0-16,2-16 0 15,1-16 0-15,-8-12 0 16,-4-17 0-16,-10-14 0 15,-12-12 0-15,-16-16-4 16,-14-8-2-16,-15-11 5 16,-18-6-1-16,-12-2 5 15,-16-4 0-15,-13 2 4 0,-11 5-7 16,-17 10 0-16,-6 11 0 16,-15 16 0-16,-5 15 0 15,-13 14 0 1,-6 15 0-16,-6 16 0 0,-6 9-100 15,1 12-71-15,0 17-9 16,-5 5-4-16,12 13-5 16,-1-6-6-16</inkml:trace>
  <inkml:trace contextRef="#ctx0" brushRef="#br1" timeOffset="159820.84">32310 17907 712 0,'0'0'201'16,"0"0"-91"-16,0 0-110 15,3 29 0-15,-3 1 0 0,0 11 0 16,4 8 0-16,-1 13 0 16,3 7 0-16,4 4 0 15,0 0 0-15,3-7 0 16,-3-11 0-16,2-8-85 15,2-16-60-15,-14-31-21 16,28 10-13-16,-14-30-3 16,5-15-1-16</inkml:trace>
  <inkml:trace contextRef="#ctx0" brushRef="#br1" timeOffset="160129.07">32664 17976 374 0,'9'-24'171'16,"-9"24"-21"-16,10-16-18 15,-10 16-21-15,4 21-26 16,-8 0-85-16,11 14 0 16,-5 1 0-16,5 7 0 15,3 1 0-15,6 1 0 16,3-7 0-16,3-9 0 16,5-10 0-16,-1-14 0 15,7-8 0-15,-7-15 0 16,3-9 0-16,-10-10 0 15,0-6-1-15,-8-7-9 16,-11 0 5-16,-4-2 3 16,-11 2 19-16,-10 10-16 0,-6 10-46 15,-14 6-80-15,-14 7-17 16,-5 13-6-16,-11 4-5 16,0 9-5-16,-10-5-22 15</inkml:trace>
  <inkml:trace contextRef="#ctx0" brushRef="#br1" timeOffset="160744.51">31735 18040 325 0,'-60'-34'173'15,"-12"-22"-36"-15,-6-8-61 16,-15-21-4-16,-5-8 4 16,-9-20 7-16,3 6-2 15,1-9-81-15,3 11 0 16,6 2 0-16,12 12 0 16,4 11 0-16,14 16 0 15,8 16 0-15,15 11 0 16,4 13 0-16,11 10 0 15,7 11 0-15,19 3 0 16,-19 27 0-16,12 1 0 16,7 14 0-16,-3 4 0 0,-1 8 0 15,-1 0 0-15,1 1 0 16,-3-5 0-16,4-8 0 16,-4-8 0-16,2-13 0 15,5-21 0-15,0 0 0 16,0 0 0-16,-14-31 0 15,14-5 0-15,0-11 0 16,3-7 0-16,-3-6 0 16,0-1 0-16,7 1 0 15,-3 2 0-15,5 10 0 16,-6 12 0-16,4 6 0 16,-4 11 0-16,-3 19 0 15,6-15 0-15,-6 15 0 0,0 0 0 16,26 6 0-16,-9-4 0 15,13 0 0-15,4-2 0 16,8-2 0 0,7-3 0-16,3-5 0 0,3-8-38 15,-3-1-98-15,0-3-33 16,-20-11-8-16,-3-2-2 16,-22-13 0-16</inkml:trace>
  <inkml:trace contextRef="#ctx0" brushRef="#br1" timeOffset="161248.87">30494 15337 579 0,'-38'-9'184'0,"-2"16"-6"15,-12 8-96-15,-2 6-82 16,-5 10 0-16,0 11 0 15,-8 13 0-15,-1 14 0 16,0 13-2-16,9 13-4 16,11 7 4-16,9 2-7 15,13 2 6-15,12-1-3 16,18-6 0-16,18-11 2 16,18-8 0-16,21-18 4 0,21-15-1 15,15-14 6 1,9-16-5-16,15-22 6 15,8-19 1-15,4-18 0 16,3-13 2-16,-9-15-4 0,-8-11-1 16,-15-12-4-16,-18-16 0 15,-19-6 0-15,-25-4 0 16,-23-6 0-16,-23 1 0 16,-23 2 0-16,-25 6 0 15,-14 16 0-15,-18 17 0 16,-16 21-1-16,-11 22 2 15,-13 24-1-15,-8 20 0 16,-6 18 0-16,0 18 0 16,3 19 0-16,-2 8-37 15,21 10-70-15,8 4-33 16,14-3-29-16,23 3-4 16,12-8-3-16,21 0 0 0</inkml:trace>
  <inkml:trace contextRef="#ctx0" brushRef="#br1" timeOffset="161497.04">29911 15691 355 0,'19'-5'179'15,"-19"5"-2"-15,4 23-53 16,-1 6-39-16,-3 7-28 15,9 13-26-15,1 5-27 16,6 4-2-16,1 1-5 0,-1-3-5 16,10-4-67-16,-7-11-40 15,3-13-32-15,4-7-22 16,-6-27-1-16,6-6-2 16,-4-22 18-16</inkml:trace>
  <inkml:trace contextRef="#ctx0" brushRef="#br1" timeOffset="161706.2">30460 15433 478 0,'0'0'182'0,"15"14"1"16,-15 14-68-16,9 17-50 16,-2 9-65-16,0 11 0 0,5 10 0 15,2 4 0-15,-2 3-36 16,2-9-80-16,-2-11-36 15,9-8-20-15,-9-27-1 16,7-11-2-16,-19-16-2 16</inkml:trace>
  <inkml:trace contextRef="#ctx0" brushRef="#br1" timeOffset="162527.78">30307 15420 565 0,'0'0'176'0,"-14"-38"-17"16,14-7-85-16,10-11-29 15,2-13-47-15,6-16 0 16,1-10 5-16,3-11-4 16,8-8 1-16,1-2 3 15,9 0-1-15,5-2-1 16,7 2-1-16,7 9 0 0,6 3 0 16,6 12 0-16,3 9 0 15,1 7 0 1,-4 10 0-16,-7 15 0 15,-8 11 0-15,-14 10 0 0,-9 9 0 16,-14 9 0-16,-19 12 0 16,0 0 0-16,0 0 0 15,-16-12 0-15,-6 12 0 16,-1-1 0-16,-7-1 0 16,-2-2 0-16,-3-1 0 15,2-2 0-15,-5 4 0 16,1-4 0-16,2 3 0 15,-1 1 0-15,6 1 0 0,1 2 0 16,1 2 0 0,2 1 0-16,4 1 0 15,-3 3 0-15,10-4 0 16,-4 2 0-16,3-1 0 0,16-4 0 16,-21 5 0-16,21-5 0 15,0 0-5-15,0 0 1 16,23-7 1-16,3-5 0 15,10-2 1-15,6-3 1 16,13-2 0-16,10-5 4 16,1-1-5-16,1-1 2 15,4 2-2-15,-3 3 0 16,-9 4-3-16,-14 5 6 16,-7 2 1-16,-11 6 1 15,-27 4 1-15,17 9 0 16,-17-9 0-16,-11 31 3 15,-1-5-5-15,-2 7-2 0,-1 7 0 16,-3 5 0-16,3 7 0 16,-1 3 0-16,-1 4 0 15,1 0 0-15,4-6 0 16,-2-4 0-16,7-6-69 16,2-15-66-16,5-28-33 15,0 0-2-15,31-12-4 16,6-25-1-16</inkml:trace>
  <inkml:trace contextRef="#ctx0" brushRef="#br1" timeOffset="170964.31">35235 14315 145 0,'0'0'48'0,"0"0"-1"15,3-15-5 1,-3 15-9-16,0 0-9 15,0 0-4-15,0 0-3 16,0 0-5-16,0 0-3 0,0 0-2 16,0 0-2-16,0-16-1 15,0 16 0-15,0 0-1 16,0 0 3-16,0 0 3 16,0 0 2-16,0 0-1 15,0 0 1-15,0 0-2 16,0 0-1-16,0 0-4 15,0 0-5-15,0 0-9 16,0 0-6-16,0 0-2 16,0 0-3-16,0 0 1 15,0 0 3-15,0 0 3 16,0 0 3-16,0 0 7 16,-7 16 2-16,7-16 0 0,0 0 4 15,0 0-2-15,0 0-1 16,4 17 2-16,-4-17 0 15,7 16 1-15,-7-16 4 16,8 24 1-16,-4-9 3 16,3 6 1-16,-2 3 1 15,2 2-2-15,3 5-1 16,-1 2 4-16,-2 2 10 16,0-2 17-16,5 5 9 15,-5-5 22-15,4 3 1 16,-6-6 1-16,2 4-2 15,-4-6-3-15,4 5-16 0,-3-4-14 16,1 2-14-16,-5-1-22 16,0-4-3-16,0 1-2 15,0-1 1-15,0-1 0 16,-5-5 0-16,5-2 0 16,0-18 2-16,-4 26-1 15,4-26 3-15,0 0 1 16,-3 15-1-16,3-15 4 15,0 0-2-15,7-15-3 16,-7 15-1-16,8-28 0 16,-8 7 0-16,4-5 0 15,-8-7 0-15,4-5 0 16,-8-1 0-16,1-6 0 0,0-2 0 16,-5-3 0-16,1-2 0 15,-5 0 0-15,6 3 0 16,-2 1 0-16,1 1 0 15,-1 4 0-15,5 1 0 16,-3 6 0-16,1 5 0 16,6 6 0-16,-4 5 0 15,3 4 0-15,4 16 0 16,-7-15 0-16,7 15 0 16,0 0 0-16,0 0 0 15,0 0 0-15,-1 26 0 16,6-9 0-16,2 4 0 15,7 8 0-15,-2 4 0 0,7 7 0 16,0 6 0-16,4 3 0 16,-2 5-3-1,1-1 3-15,-3 4-4 0,0 1 3 16,-1-3 2-16,-3 0-1 16,-3-3 1-16,2-3-3 15,-2-4 5-15,-5-5-3 16,4-8 2-16,-6-6-3 15,-5-8-52-15,3-3-54 16,-3-15-26-16,0 0-21 16,0 0-16-16,-8-24-7 15,-3 2-5-15</inkml:trace>
  <inkml:trace contextRef="#ctx0" brushRef="#br1" timeOffset="171847.95">34820 14582 38 0,'0'0'34'16,"0"0"2"-16,0 0 0 15,0 0-1-15,0 0-3 0,0 0-3 16,-17-2-2 0,17 2-6-16,-19 0-4 15,19 0-6-15,-20 0-4 16,20 0-6-16,-22 5 0 15,22-5-1-15,-23 18-3 0,23-18 1 16,-19 32 0-16,9-7-3 16,3 2 0-16,3 5 4 15,4 0 6-15,0 1 4 16,7 2 11-16,4-4 2 16,1 0 3-16,2-3 6 15,1-6 1-15,1-3 2 16,1-3 0-16,-1-6 3 15,3-3-5-15,-2-5-2 16,3-5 0-16,2-3 21 16,-3-4 2-16,4 0 4 15,-8-9-2-15,6 3-6 0,-9-6-4 16,4 1-3-16,-9-7-19 16,3 0-23-16,-10-3 0 15,0 2 0-15,-7-4 0 16,0 2 0-16,-8 0 0 15,3 1 0-15,-6 2 0 16,-1 3 0-16,0 2 0 16,0 2 0-16,5 4 0 15,14 17 0-15,-26-26 0 16,26 26 0-16,-16-12 0 16,16 12 0-16,0 0 0 15,0 0 0-15,0 0 0 16,0 0-18-16,0 0 5 0,0 0-1 15,0 0 1-15,0 0-19 16,0 0-53-16,-10 15-47 16,10-15-34-16,0 0-1 15,0 0 0-15,0 0-4 16</inkml:trace>
  <inkml:trace contextRef="#ctx0" brushRef="#br1" timeOffset="178332.2">32423 13266 64 0,'0'0'34'0,"0"0"-4"0,0 0-4 16,0 0 1-16,0 0 0 15,0 0 7-15,0 0 3 16,0 0 6-16,0 0 1 16,0 0 2-16,0 0-1 15,0 0 1-15,0 0 1 16,0 0-2-16,0 0-3 16,0 0-3-16,0 0-4 15,0 0 1-15,0 0 5 16,0 0 8-16,0 0-7 15,0 0-8-15,14-3-13 16,-14 3-8-16,0 0-1 16,0 0-3-16,22-12-7 0,-3 0-11 15,18-4 1-15,4-3 0 16,12-2 7-16,4-3 1 16,12 0 3-16,6 1-2 15,3 1 0-15,-5 4-1 16,-7 1 0-16,-5 7 0 15,-13 1 1-15,-8 4 2 16,-9 0 1-16,-8 3 0 0,-23 2-1 16,17 2 0-1,-17-2 1-15,0 0-2 16,0 0 3-16,0 0-2 16,0 0-2-16,-19 13-1 0,19-13 0 15,0 0 2-15,0 0 0 16,0 0-3-16,0 0-25 15,-17 11-54-15,17-11-54 16,0 0-20-16,0 0-20 16,33-4-13-16,-23-13-4 15</inkml:trace>
  <inkml:trace contextRef="#ctx0" brushRef="#br1" timeOffset="179688.16">34764 15148 79 0,'0'0'34'0,"0"0"-6"15,0 0-5-15,0 0-7 16,0 0-2-16,0 0-1 16,0 0 1-16,0 0 5 15,0 0 4-15,0 0 5 16,0 0 8-16,0 0 3 15,0 0-1-15,0 0 0 0,0 0-3 16,0 0-1 0,0 0 9-16,0 0-9 15,0 0-17-15,0 0-11 16,16-9-2-16,-16 9-4 16,0 0 3-16,0 0-5 0,0 0-12 15,21 0 3-15,-21 0 10 16,22 2 9-16,-6-4 3 15,3 2-1-15,7-2-1 16,0 1 3-16,7-3 1 16,-2 1 2-16,6-2 6 15,1-1 11-15,-1 3 5 16,-3-6 1-16,6 6-1 16,-10-6-3-16,1 4-3 15,-5-4-2-15,3 4-8 16,-2-2-12-16,-5 2-8 15,1-2-1-15,-4 0-1 0,-2 2 2 16,-17 5-1-16,26-7-1 16,-26 7 0-16,0 0-1 15,16-5 0-15,-16 5-2 16,0 0 2-16,0 0-2 16,0 0-1-16,0 0 0 15,0 0 1-15,0 0 1 16,0 0 1-16,0 0 1 15,0 0 0-15,0 0 0 16,0 0 1-16,0 0 1 16,0 0-2-16,0 0 1 15,0 0 0-15,0 0-1 16,0 0 1-16,0 0-1 0,0 0 0 16,0 0 0-16,0 0 3 15,0 0-9-15,0 0-83 16,0 0-66-16,0 0-12 15,-11-38-17-15,3 3-5 16,-22-29 69-16</inkml:trace>
  <inkml:trace contextRef="#ctx0" brushRef="#br1" timeOffset="183852.73">32579 19029 119 0,'0'0'61'16,"0"0"15"-16,0 0 12 15,0 0 20-15,0 0 6 16,0 0-7-16,0 0-12 0,0 0-10 16,0 0-15-16,0 0-17 15,0 0-18-15,0 0-23 16,0 0-15-1,0 0-6-15,0 0-1 0,0 0 1 16,7 19 1-16,-7-19 0 16,7 20 1-16,-7-20 0 15,5 26 2-15,-5-26 6 16,7 25-2-16,-7-25 2 16,7 17 0-16,-7-17 0 15,0 0 1-15,0 0 1 16,0 0 1-16,0 0-1 15,0 0 0-15,0 0 0 0,16-7-1 16,-16 7-1 0,0 0-2-16,0 0-1 15,0 0 1-15,0 0-1 16,0 0 1-16,0 0-1 0,0 0 1 16,0 0 0-16,0 0 2 15,0 0 0-15,0 0-1 16,0 0 1-16,0 0-1 15,0 0 1-15,0 0-2 16,0 0-29-16,0 0-67 16,3-17-59-16,-13-1-13 15,-2 3-7-15,-15-8 0 16,-2 3 8-16</inkml:trace>
  <inkml:trace contextRef="#ctx0" brushRef="#br1" timeOffset="184832.43">30562 16692 15 0,'0'0'15'0,"0"0"3"16,0 0 7-16,0 0 6 16,0 0 6-16,0 0 3 15,0 0 3-15,0 0 3 16,0 0 0-16,0 0 9 16,0 0 6-16,0 0 3 15,0 0 0-15,0 0 13 16,0 0-6-16,0 0-6 0,0 0-8 15,17 0-12-15,-17 0-13 16,0 0-7-16,19-2-10 16,-19 2-14-1,0 0 0-15,16 0 1 0,-16 0-2 16,0 0 0-16,0 0 0 16,0 0-1-16,0 0 0 15,0 0 1-15,0 0-1 16,0 0 0-16,0 0-24 15,0 0-75-15,0 0-37 16,0 0-29-16,0 0-6 16,-7-19-2-16,5-3 2 15</inkml:trace>
  <inkml:trace contextRef="#ctx0" brushRef="#br1" timeOffset="186605.69">30038 15610 155 0,'15'-23'53'16,"-15"23"4"-16,23-27 0 15,-23 27-1-15,0 0-5 0,14-19-3 16,-14 19-4-1,0 0 0-15,0 0-5 16,0 0-7-16,0 0-3 16,0 0 15-16,0 0 1 0,0 0-3 15,0 0-3-15,0 0-1 16,0 0-2-16,-11 15-17 16,11-15-5-16,0 0-21 15,0 18-7-15,0-1 1 16,4 9 0-16,-1 15 1 15,1 13 2-15,1 15 15 16,9 14 1-16,-5 11-5 16,1 5 4-16,0-2 1 15,-1-4 1-15,-2-19 3 16,-3-8-2-16,-1-21 4 16,-3-12-4-16,3-16 2 15,-3-17-6-15,0 0-2 0,-6-31 0 16,-5-2-5-16,2-12 4 15,-1-13-5-15,-2-13 2 16,-9-13-1-16,5-7 3 16,-3 2 1-16,0 1-4 15,-2 5 4-15,2 9-3 16,0 10 3-16,5 10-1 16,-1 16 0-16,6 8 2 15,-1 13 0-15,10 17 1 16,-11-17 0-16,11 17 0 15,0 0-1-15,-5 15 2 16,10 8 0-16,-1 11-3 16,10 10 0-16,1 15 1 0,4 6-2 15,4 15 3-15,3 3-4 16,0-2 2-16,-4-4-3 16,1-8 4-16,-2-10-3 15,-6-9 2-15,-2-12-1 16,-3-9 2-16,-3-8-6 15,-7-21-47-15,12 19-29 16,-12-19-26-16,0 0-12 16,0 0-15-16,19-15-11 15,-12-3-11-15,0-13 2 16,9-2 120-16</inkml:trace>
  <inkml:trace contextRef="#ctx0" brushRef="#br1" timeOffset="186879.87">30479 15420 148 0,'3'22'82'0,"-3"8"3"15,5 15 8-15,2 8 9 16,0 16-5-16,5 16-10 15,-1 4-28-15,4 9-4 16,-1-4-22-16,2 1-2 0,0-9-23 16,-6-9-15-1,2-13-37-15,-1-18-36 16,-5-14-39-16,1-15-31 16,-7-17-6-16,-7-31-5 0,-6-21 1 15</inkml:trace>
  <inkml:trace contextRef="#ctx0" brushRef="#br1" timeOffset="187875.59">31716 13299 74 0,'14'-2'85'16,"2"2"-30"-16,-16 0-50 0,0 0-6 15,19 14 2-15,-19-14 3 16,0 0 1-16,7 16 17 15,-7-16 2-15,0 0-1 16,0 0 3-16,0 0 9 16,0 0 10-16,0 0 4 15,-16 7-2-15,16-7-18 16,0 0 0-16,0 0-3 16,0 0-1-16,0 0-11 15,0 0-9-15,0 0-6 16,0 0-1-16,0 0 1 15,0 0 0-15,0 0 1 16,0 0 1-16,0 0 2 0,0 0-1 16,0 0 1-16,0 0 1 15,0 0 0-15,0 0 1 16,0 0 0-16,0 0 0 16,0 0 5-16,0 0 28 15,0 0 0-15,0 0-1 16,0 0-1-16,0 0 0 15,0 0 0-15,0 0-1 16,0 0-4-16,0 0-28 16,0 0-1-16,0 0 1 15,0 0-1-15,0 0 0 16,0 0-1-16,0 0 1 16,0 0-1-16,0 0-1 0,0 0 1 15,0 0-1-15,0 0 0 16,0 0 0-16,0 0 0 15,0 0 0-15,0 0-1 16,0 0 0-16,0 0 1 16,0 0-1-16,0 0 1 15,0 0 0-15,0 0-1 16,0 0 1-16,0 0 0 16,0 0 0-16,0 0 0 15,0 0 0-15,0 0 0 16,0 0-1-16,0 0 1 15,0 0 0-15,0 0-1 0,0 0 1 16,0 0 0-16,0 0 1 16,0 0-25-1,0 0-84-15,0 0-56 0,0 0-4 16,-17-37-4 0,8 11-16-16,-12-25 50 0</inkml:trace>
  <inkml:trace contextRef="#ctx0" brushRef="#br1" timeOffset="195860.46">32187 13249 68 0,'0'0'30'16,"0"0"-2"-16,0 0-4 15,0 0 0-15,0 0 0 16,0 0 1-16,19 9 4 16,-19-9 8-16,26 0 12 0,-7-2 15 15,7-2 10-15,7 1 2 16,3-4-3-16,10 0-3 15,6-3-7-15,5 1-7 16,2-1-10-16,2 3-15 16,1-4-8-16,2 6-8 15,-5-2-4-15,2 2-2 16,-12 0-2-16,-4 1-2 16,-2 1-3-16,-5-1 0 15,-8 1-2-15,-7 1 0 16,-4 2 1-16,-19 0-2 15,19-1 0-15,-19 1 1 16,0 0-1-16,0 0-9 0,0 0-79 16,0 0-58-16,0 0-22 15,0 0-4 1,7-33-2-16,-4 10-4 16</inkml:trace>
  <inkml:trace contextRef="#ctx0" brushRef="#br1" timeOffset="197940.2">34862 15158 66 0,'0'0'31'0,"0"0"-6"15,0 0-8-15,0 0-4 16,0 0-3-16,0 0 7 16,15-2 10-16,-15 2 14 15,18-1 11-15,1-1 9 16,0 0 9-16,10 1 8 0,1-5 4 16,11 1-8-16,-2-2-13 15,8 2-16-15,-9-2-11 16,7 2-10-1,-9-2-9-15,-1 2-8 0,-5 1-5 16,-4 1-1-16,-4-1 4 16,-6 4 12-16,-16 0 0 15,17-3 1-15,-17 3 0 16,0 0 1-16,0 0-1 16,0 0-2-16,0 0-6 15,0 0-12-15,0 0-3 16,0 0-1-16,0 0 1 15,0 0-2-15,0 0 2 0,0 0 1 16,0 0 2-16,-7 16 1 16,7-16 3-1,0 0 1-15,0 0 1 16,0 0 2-16,0 0 2 0,0 0-1 16,0 0 1-16,0 0 0 15,0 0-1-15,0 0-1 16,0 0-2-16,0 0-1 15,0 0-1-15,0 0-1 16,0 0-1-16,0 0 0 16,0 0 0-16,0 0-1 15,0 0 1-15,0 0 0 16,0 0 0-16,0 0 0 0,0 0 1 16,0 0-2-1,0 0 1-15,0 0 1 16,0 0-1-16,0 0 0 15,0 0 0-15,0 0 0 0,0 0 0 16,0 0 0-16,0 0 0 16,0 0 0-16,0 0 0 15,0 0 0-15,0 0 0 16,0 0 0-16,0 0 0 16,0 0 0-16,0 0 0 15,0 0 0-15,0 0 0 16,0 0 0-16,0 0 0 15,0 0-1-15,0 0-3 0,0 0 0 16,0 0 0 0,0 0-1-16,0 0 2 15,0 0 0-15,0 0 0 16,0 0 1-16,0 0 1 0,0 0-1 16,0 0 0-16,0 0 2 15,0 0 0-15,0 0 2 16,0 0 1-16,0 0 1 15,0 0 0-15,0 0 1 16,0 0-1-16,0 0 1 16,0 0-1-16,0 0-1 15,0 0-3 1,0 0 0-16,0 0 0 16,0 0-1-16,0 0 1 0,0 0 0 15,0 0-1-15,0 0 2 16,0 0-1-16,0 0 0 15,0 0 0-15,0 0-3 0,0 0-2 16,0 0-1-16,0 0 0 16,0 0 0-16,0 0-1 15,0 0 0-15,0 0 1 16,0 0 2-16,0 0 2 16,0 0 0-16,0 0 0 15,0 0 2-15,0 0 0 16,0 0 1-16,0 0 1 15,0 0-2-15,0 0 1 16,0 0 1-16,0 0 1 16,0 0-2-16,0 0 0 15,0 0 0-15,0 0 1 16,0 0-1-16,0 0 1 0,0 0-2 16,0 0 2-16,0 0-1 15,0 0 2-15,0 0-1 16,0 0-1-16,0 0 1 15,0 0-1-15,0 0 0 16,0 0-1-16,0 0 0 16,0 0-3-16,0 0 2 15,0 0-1-15,0 0 0 16,0 0-1-16,0 0 1 16,0 0 0-16,0 0-1 15,0 0 3-15,0 0-2 16,0 0 1-16,0 0 1 0,0 0 0 15,0 0 1-15,0 0 0 16,0 0 2-16,0 0 1 16,0 0 0-1,0 0 0-15,0 0 1 16,0 0-1-16,0 0 0 0,0 0-1 16,0 0 0-16,0 0-2 15,0 0 2-15,0 0-1 16,0 0-5-16,0 0-142 15,4-19-25-15,-20-14-10 16,-5-9-18-16,-20-36-7 16</inkml:trace>
  <inkml:trace contextRef="#ctx0" brushRef="#br1" timeOffset="203912.06">31862 10474 391 0,'11'-43'179'0,"-5"1"-21"16,-6 4-55-16,-6 0-20 15,2 7-17-15,-6 0-41 0,-3 5-31 16,0 7-1 0,0 3 1-16,13 16 2 15,-26-22-2-15,26 22-7 16,-15-7 0-16,15 7 0 0,-18 34 0 15,6 5-1-15,-3 9 2 16,1 14-1-16,-5 9 1 16,0 5 14-16,1 6-4 15,6-6 6-15,9-10-4 16,3-9 5-16,3-10-4 16,9-16 10-16,9-12-2 15,2-12 1-15,11-11 1 16,3-11-1-16,1-10 5 15,7-7-8-15,0-10 5 16,-1-6-11-16,1-1 3 16,-7-1-6-16,-5 7 5 15,-7 5-10-15,-7 6-2 0,-5 12-3 16,-14 20-1-16,12-16 1 16,-12 16 0-16,0 28 0 15,-7-4 0-15,7 5 7 16,0 6 0-16,4-2 10 15,3 2-6-15,3-6 8 16,2-3-5-16,-1-10 9 16,8-3-6-16,0-13 4 15,3-3 4-15,1-13-9 16,3-6 5-16,-4-11-6 16,5-9 3-16,-1-11-8 15,-4-10 4-15,1-4-8 16,-9-6-1-16,-2 4 2 0,-9 1-5 15,-6 13 2-15,-4 7-2 16,-9 16 1-16,-10 17 1 16,-3 17-1-16,-6 17 2 15,-2 17 2-15,-1 9 4 16,2 10-2-16,1 8 3 16,6 1-2-16,6 0 4 15,13-4-1-15,10-9 5 16,10-8 1-16,9-7 0 15,11-12 4-15,8-10-1 16,7-14-2-16,10-7 1 16,8-13-1-16,5-8-3 0,-1-12-1 15,5-10 2-15,-5-7-4 16,-1-4 0-16,-5 1 4 16,-6 4-4-1,-13 6 1-15,-9 7 0 16,-7 10-6-16,-7 9-8 0,-19 24-1 15,14-13 0-15,-12 33-1 16,-4 5 1-16,2 14-1 16,-7 2 0-16,7 9 3 15,0 2 8-15,0 2 1 16,4-4 3-16,1-10-1 16,5-7 4-16,6-11 1 15,1-6 4-15,6-13 0 0,8-4-1 16,6-13 0-16,1-7-1 15,5-8 0-15,-1-10-3 16,3-2 1-16,-3-8-3 16,-2 3 0-16,-6 6-2 15,-4 4-2-15,-11 6-7 16,-2 15-2-16,-17 15 0 16,19 10-3-16,-15 12 0 15,-4 11 0-15,0 2 1 16,3 3 3-16,1 4 8 15,4-8 0-15,-1-3 4 16,9-10 2-16,1-7 2 16,2-12 2-16,7-11-1 15,6-8 5-15,1-13-2 16,-4-11-2-16,4-6 1 16,-2-7 0-16,-1 2-5 15,-4 7 1-15,-7 4-8 0,-5 10-10 16,-5 12 0-16,-9 19 3 15,0 0-4-15,10 40-3 16,-17-2 3-16,4 8-2 16,-6 5 8-16,5 4 5 15,-2 0 2-15,-5-4-2 16,6-10 3-16,-2-6-2 16,3-11 4-16,4-24 7 15,0 17 1-15,0-17 1 0,23-29 0 16,-4-8 1-1,7-8-1-15,0-10 2 16,7-4-4-16,4-1-6 16,-3 2-3-16,-1 10 2 0,-3 10-11 15,-2 15-1-15,-2 20-2 16,-4 17-1-16,-1 10 1 16,2 12-1-16,-4 8 0 15,3 4-1-15,1 1 9 16,-1-4 1-16,1-7 4 15,3-7 1-15,4-9 3 16,-4-11 2-16,7-13 1 16,1-12 0-16,6-14-1 15,-5-13 1-15,3-16-3 16,-1-16 0-16,-4-8-6 16,1-11 0-16,-8-8 0 15,-7-4 0-15,-1 0-2 0,-6 7 3 16,-5 9-3-16,-7 10 0 15,0 12 1-15,-4 14-2 16,-3 16-1-16,2 15 0 16,5 21 0-16,-21-4 0 15,9 25 1-15,-2 16 1 16,2 9 1-16,-3 20 0 16,-3 9 0-16,3 9 0 15,-5 6 0-15,10 4 1 16,1-2 0-16,2-6-1 15,7-4 0-15,7-12 1 16,-1-7 1-16,7-8 0 16,10-8 3-16,0-12-1 0,6-9 1 15,6-11 4-15,5-11-1 16,8-11 1-16,4-11-1 16,9-11 1-16,2-11-2 15,-3-7 0-15,3-5-3 16,-9 0-1-16,-2 4 0 15,-12 6-2-15,-12 10-6 16,-8 7 1-16,-20 25-2 16,0 0 1-16,0 0-1 15,-3 26 1-15,-14 5-1 16,-3 11 5-16,1 3 3 16,4 3-1-16,-3 3 1 0,10-6 0 15,4-7 1-15,8-9 0 16,4-6 2-16,6-11 0 15,9-9 2 1,-1-8 2-16,4-5 3 0,0-8 2 16,0-1-1-16,-3-3 0 15,0-2-4-15,-1-1 0 16,-3 5-3-16,-5 4-2 16,-14 16-5-16,23-17-7 15,-23 17 2-15,26 0 2 16,-7 7 2-16,-4 3-2 15,5 2 2-15,0 0 3 16,6 0 2-16,0-5 4 0,-1-2 5 16,-4-3-1-16,-2-5 1 15,0-6 1 1,0-3-2-16,-5-7-10 16,1-4-56-16,1-1-36 0,-6-3-33 15,-3-5-27-15,0 5-14 16,-14-6-2-16,0 7 0 15</inkml:trace>
  <inkml:trace contextRef="#ctx0" brushRef="#br1" timeOffset="204128.22">35000 9957 464 0,'11'-19'170'0,"15"-9"-32"16,19-8-61-16,23-4-21 0,24-9-41 16,10-3-38-16,16 4-52 15,-5-1-30-15,0 4-23 16,-9 9-23-16,-26-4-24 16,-14 16-4-16,-38-2 96 15</inkml:trace>
  <inkml:trace contextRef="#ctx0" brushRef="#br1" timeOffset="205413.13">28734 8513 167 0,'23'-5'55'0,"-1"-4"-1"16,4 4 0-16,4-2 2 16,15 0-3-16,10 2 4 15,10-2 18-15,16 7-7 16,6-2-5-16,14 6-2 15,6-1-12-15,10 8-10 0,2-1-10 16,12 11-3-16,4 5-27 16,-1 3 2-16,8 9-2 15,-3 5 2 1,-5 2-1-16,-3 7 2 0,-7 2-2 16,-3 0 3-16,-11 1-2 15,-6-1 2-15,-7-2-3 16,-10-2 1-16,-9-3-1 15,-10-6 1-15,-9-4-1 16,-14-5 1-16,-12-9-1 16,-11-4 1-16,-22-19 0 15,23 22 2-15,-23-22 1 16,0 0 0-16,-16 0-2 0,-1-10-3 16,-6-2-13-16,-6-11-25 15,-2-3-10 1,-9-12-10-16,1-3-1 15,-6-9-2-15,2 1 3 0,1-1 2 16,4 5 13-16,2 2 26 16,6 6 11-16,4 6 9 15,10 9 5-15,1 6 1 16,15 16 2-16,-11-19 3 16,11 19 1-16,0 0 0 15,19 5 2-15,-1 7-1 16,1 2 0-16,7 5 3 15,3 4 0-15,6 4 1 16,2-1 2-16,1 7 2 16,2-2 1-16,-2-1 1 15,-2 1 1-15,-1 0 2 16,-5-5-4-16,-1 2-2 0,-10-4-3 16,0 2-3-16,-12 0-2 15,-7 5-1-15,-14 0-4 16,-8 4-4-16,-13 5-2 15,-10 1 2-15,-14 3-2 16,-4-3 1-16,-1 1-3 16,-3-6 1-16,-1-1-3 15,9-6-2-15,7-1 2 16,10-7-2-16,9-2-7 16,7-9-65-16,7 2-38 15,19-12-25-15,-16 11-3 16,16-11-13-16,0 0-1 15,32-20 30-15</inkml:trace>
  <inkml:trace contextRef="#ctx0" brushRef="#br1" timeOffset="-202456.62">24023 5724 296 0,'0'0'139'0,"-10"19"-14"0,10-19-12 16,0 0-20-16,0 0-14 15,0 0-23-15,0 0-15 16,0 0-29-16,0 0-17 15,3-29 0-15,4-7-2 16,9-16-1-16,6-21-1 16,15-19 7-16,8-20 2 15,14-22-3-15,9-18 3 16,10-16 0-16,8-8-1 16,8 1 0-16,3 2 0 15,-1 10-2-15,-2 12-2 16,-8 16 7-16,-4 18-8 15,-11 27 5-15,-10 19-3 0,-12 15 6 16,-13 22 0-16,-13 11 8 16,-8 11 3-16,-15 12-5 15,0 0-2-15,0 0-2 16,0 0-1-16,0 0-3 16,0 0-18-16,0 0-70 15,0 0-56-15,0 0-27 16,18-28-7-16,-6-6 3 15,7-6 7-15</inkml:trace>
  <inkml:trace contextRef="#ctx0" brushRef="#br1" timeOffset="-202072.35">25709 1631 625 0,'0'-82'188'0,"0"82"2"16,0 0-170-16,0 0-20 15,0 0 0-15,0 0 0 16,0 0 0-16,0 0 0 15,0 0 0-15,-4 87 0 0,15 22 0 16,1 21 0-16,5 20-8 16,2 13-7-1,7 8-7-15,-3-6 1 0,-1-15 11 16,1-32-5-16,-4-24 13 16,-2-30-5-16,-5-21 4 15,-5-19-103-15,-7-24-45 16,0 0-22-16,0-50-2 15,-3 1 7-15,-13-22 22 16</inkml:trace>
  <inkml:trace contextRef="#ctx0" brushRef="#br1" timeOffset="-201681.07">25420 1663 487 0,'0'0'179'0,"-86"-64"-5"15,86 64-70-15,0 0-44 16,0 0-41-16,0 0-19 16,79-34 0-16,-79 34 0 15,108-4 0-15,-33 6 0 16,6 7 0-16,6 6 0 16,7 6 0-16,0 15 0 15,-6 16 0-15,-1 19 0 16,-12 18 0-16,-11 8 0 0,-12 13 0 15,-16 8 0-15,-17 14 0 16,-19-6 0 0,-19 0-1-16,-14-15-27 15,-15-7 23-15,-13-11-10 0,-8-6 9 16,-8-16-5-16,-1-12 8 16,0-14-5-16,3-7 9 15,8-14-1-15,4-8 3 16,6-16-62-16,17-2-69 15,10-8-39-15,18-15-11 16,16-8-5-16,15-12-3 16</inkml:trace>
  <inkml:trace contextRef="#ctx0" brushRef="#br1" timeOffset="-200668.35">26413 2541 276 0,'28'-7'176'0,"-5"2"-47"16,-1-9-33-16,11 7-4 15,-3-17-7-15,8-2-35 16,-2-7-29-16,3 2-4 16,0-12-10-16,-4-2 14 15,-2-7-14-15,-7-5 13 16,-26 57-7-16,35-120 0 15,-35 120-13-15,7-111 0 16,-7 111 0-16,-19-83 0 16,19 83 0-16,0 0 0 15,0 0 0-15,-97-40 0 0,67 58 0 16,1 16 0-16,-3 11 0 16,10 18 0-16,1 9 0 15,9 1 0-15,5 9 0 16,7-5 0-16,7-6-4 15,12-15-14-15,10-8 7 16,6-24 6-16,8-11-5 16,6-15-2-16,3-15 3 15,-3-16 2-15,8-7 8 16,-5-12 15-16,-3-19-10 16,-4-7 12-16,-5-12 4 15,-6 0-9-15,-4 3-13 16,-4 6 0-16,-3-2 0 0,-23 83 0 15,29-118 0-15,-29 118 0 16,0 0 0-16,26-78 0 16,-26 78 0-16,0 0 0 15,0 0 0-15,0 0 0 16,71 23 0-16,-71-23 0 16,0 0 0-16,108 85 0 15,-59-45 0-15,-4 8 0 16,0 0 0-16,-7-1 0 15,-5 3 0-15,-10-1 0 16,-17 5 0-16,-12 3 0 16,-14-2 0-16,-16-12-13 0,-9 6 6 15,-4-1-12-15,-8-6 13 16,1-8-9-16,8-11 16 16,8-11 6-16,12-3-9 15,7-8 0-15,21-1 0 16,11-27 15-16,18 4-12 15,13-10 15-15,6-17-19 16,8-12 11-16,5 0-2 16,-61 62 10-16,133-132-15 15,-133 132-1-15,117-135 0 16,-117 135 0-16,90-102 0 16,-90 102 0-16,0 0 0 15,75-99 0-15,-75 99 0 0,0 0 0 16,0 0 0-16,0 0 0 15,0 0 0-15,0 0 0 16,0 0 0-16,0 0 0 16,0 0 0-16,0 0 0 15,0 0 0-15,62 45 0 16,-39 0 0-16,3 0 0 16,3 2 0-16,6 0 0 15,1-8 0-15,6-7 0 16,3-13 0-16,0-7 0 15,7-23-4-15,-52 11-146 16,85-60-19-16,-85 60-20 16,68-118 17-16,-68 118-13 0</inkml:trace>
  <inkml:trace contextRef="#ctx0" brushRef="#br1" timeOffset="-200506.25">28134 1120 469 0,'0'0'193'0,"0"0"-52"16,0 0-143-16,0 0-93 15,0 0-56-15,0 0-39 16,0 0 9-16,0 0-2 16</inkml:trace>
  <inkml:trace contextRef="#ctx0" brushRef="#br1" timeOffset="-199495.52">28809 1428 536 0,'0'0'222'0,"57"-83"-44"16,-57 83-91-16,0 0-87 15,0 0 0-15,0 0 0 16,0 0 0-16,0 0 0 16,-94-43 0-16,94 43 0 15,0 0 0-15,-100 72 0 16,100-72 0-16,0 0 0 16,-80 85 0-16,80-85 0 15,0 0 0-15,0 0 0 0,0 0 0 16,0 0 0-16,0 0 0 15,0 0 0-15,97 47 0 16,-97-47 0-16,0 0 0 16,97-49 0-16,-97 49 0 15,0 0 0-15,87-58 0 16,-87 58 0-16,0 0 0 16,0 0 0-16,0 0 0 15,68-42 0-15,-68 42 0 16,0 0 0-16,0 0 0 15,0 0 0-15,78 99 0 16,-78-99 0-16,55 98 0 16,-22-34 0-16,2 20 0 0,2 6 0 15,-6 5 0-15,-5 2 0 16,-5-2 0-16,-9-7 0 16,-5 0 0-16,-11-10-16 15,-6-22 3-15,-6-13-8 16,-6-14 13-16,-4-18 13 15,0-16 3-15,0-16 19 16,-1-28-11-16,1-27-14 16,4-12-2-16,3-9 0 15,5-14 0-15,2-5 0 16,12-3 0-16,3 6 0 16,9 15 0-16,6 18 0 0,-18 80 0 15,60-128 0-15,-60 128 0 16,82-83 0-16,-82 83 0 15,87-43 0 1,-87 43 0-16,88-11 0 16,-88 11 0-16,79 18 0 0,-79-18 0 15,0 0 0-15,83 76 0 16,-83-76 0-16,0 0 0 16,45 95 0-16,-45-95 0 15,0 0 0-15,0 0 0 16,19 78 0-16,-19-78 0 15,0 0 0-15,0 0 0 16,0 0 0-16,0 0 0 0,52-75 0 16,-52 75 0-1,44-83-5-15,-44 83 7 16,60-98-3-16,-60 98 5 16,63-87-4-16,-63 87 0 0,0 0 0 15,90-78 0-15,-90 78 0 16,0 0 0-16,78 5 0 15,-78-5 0-15,0 0 0 16,64 82 0-16,-64-82 0 16,52 76 0-16,-52-76 0 15,53 92-13-15,-53-92-141 16,38 110-23-16,-38-110-14 16,36 132-12-16,-20-56 2 0</inkml:trace>
  <inkml:trace contextRef="#ctx0" brushRef="#br1" timeOffset="-198531.83">27042 6216 250 0,'-42'14'191'0,"13"1"-53"15,2-11-44-15,27-4-4 16,0 0-3-16,0 0-23 16,33-14-36-16,13-2-36 15,14-1-1-15,22-7-11 16,15 0 23-16,23-4-2 15,15-1 2-15,22-1 0 16,7 1 1-16,12 1-2 0,3 2 3 16,5 4 2-16,-6 1-3 15,1 5 1 1,-10 2-8-16,-13 2 7 0,-14 4-7 16,-7 1 7-16,-16 3-10 15,-21 1 6-15,-12 1-6 16,-19-2 5-16,-18 4 1 15,-13-1-15-15,-10 1-83 16,-26 0-57-16,0 0-29 16,19-14-7-16,-26-9 2 15,11 4 91-15</inkml:trace>
  <inkml:trace contextRef="#ctx0" brushRef="#br1" timeOffset="-197984.44">30439 5094 379 0,'26'14'192'0,"-23"17"-57"15,-6 11-76-15,6 20 3 16,-6 7 5-16,-1 13-34 15,-1 8-27-15,-5 0 1 0,3-9-1 16,-2-8 1-16,2-13 1 16,0-13 0-1,-2-14 6-15,6-14-10 16,3-19-10-16,0 0-3 0,-10-43-7 16,6 0 1-16,4-13-1 15,0-15-1-15,0-12-3 16,4-12 7-16,-1-6 14 15,7 5-4-15,-1 0 8 16,5 8-4-16,5 7-5 16,0 10 4-16,4 15-4 15,-1 15 5-15,4 11-5 16,-3 13 6-16,3 12-6 16,4 10 8-16,-4 11 7 15,0 13-6-15,3 11 5 16,1 12-4-16,-3 10 2 15,3 14-2-15,-1 6 2 0,-3 4-3 16,-3 1-3-16,0-2 3 16,-8-9-3-16,-1-7 3 15,-5-7-34-15,-6-17-70 16,-3-14-36-16,0-5-41 16,0-26-13-16,-19 6-4 15,-3-24 72-15</inkml:trace>
  <inkml:trace contextRef="#ctx0" brushRef="#br1" timeOffset="-197344.99">30138 5541 75 0,'-20'29'191'15,"-3"-6"-32"-15,23-23-62 16,10 27-12-16,16-25 0 15,16-4-4-15,7-13-8 16,13-4-14-16,6-7-64 16,10-9 3-16,2-6 1 15,1-4 1-15,-6 0 2 16,3 1 1-16,-10 5 0 16,-4 6 2-16,-8 7 3 15,-8 10 1-15,-8 11 2 16,-5 10 1-16,-9 9 0 0,0 15-1 15,-10 6-2-15,-2 10-1 16,-2 2-6-16,-9 3-1 16,1 0-5-16,-4-1 1 15,-4-6-2-15,-3-7 1 16,2-6 0-16,-2-8 5 16,0-6-1-16,7-16-7 15,0 0-3-15,0 0 1 16,0 0 0-16,17-28 0 15,-1-3 1-15,3-9-4 16,7-7 1-16,4-4 7 16,4-3 6-16,10-2-2 15,1 5 1-15,4 2-1 0,6 11 2 16,-1 9 2-16,-2 11 7 16,-3 11-1-16,-9 9 3 15,-2 17-1 1,-9 9 1-16,1 12-2 0,-11 5 0 15,-7 5-3-15,2 2-5 16,-2-4 1-16,2-1-6 16,-2-7-1-16,5-9-8 15,-1-10 1-15,3-6-20 16,0-15-47-16,14-8-38 16,-3-11-24-16,11-9-6 15,5-8 0-15,2-4 8 16,8-4 2-16</inkml:trace>
  <inkml:trace contextRef="#ctx0" brushRef="#br1" timeOffset="-196843.63">32546 5157 336 0,'26'-30'146'0,"-12"8"-11"16,-11-3-12-16,-3 10-18 16,-17-2-23-16,-6 11-37 15,-8 5-38-15,-9 9-3 16,-5 10-10-16,-3 6 2 15,-4 9 1-15,-4 5 3 16,7 7-1-16,4 3 3 16,7-3-1-16,12-5-1 15,7-4-4-15,12-6 0 16,16-8-3-16,8-8-1 16,6-5-1-16,6-11 0 15,2-1-3-15,6-6 5 16,1-5 2-16,-2-5 2 0,-3-5 5 15,2 0 1-15,-2-4 0 16,-3 2-1-16,-4 2 2 16,-4 1-1-16,-6 6 1 15,-16 17 3-15,19-23 0 16,-19 23 2-16,0 0 1 16,0 0-1-16,3 16 1 15,-6 1-1-15,3 2-3 16,3 2-5-16,4 3-4 15,5-1-4-15,2-1-3 16,2-8 0-16,7-3-3 16,-1-10 2-16,4-4 0 15,4-11 3-15,-1-5 2 0,1-10 1 16,1-3-31-16,-2-7-46 16,1 2-36-16,-4 3-19 15,-3-3-26-15,-4 13 3 16,-12 0-7-16</inkml:trace>
  <inkml:trace contextRef="#ctx0" brushRef="#br1" timeOffset="-193840.5">32721 4810 192 0,'4'-38'108'16,"-1"-7"12"-16,4 2 13 16,-7-7-11-16,9 8-10 15,-9-8-16-15,10 12-20 16,-6 3-15-16,3 11-58 15,-7 24-3-15,8-17-1 16,-1 32-16-16,0 17 1 0,5 20 0 16,-1 15 2-16,1 13 6 15,4 11 8-15,4 6 5 16,7 4-5 0,-1-10 1-16,1-9-5 0,10-16 2 15,-4-14-5-15,5-16 0 16,-5-15 0-16,5-14 1 15,-5-13 0-15,2-9 2 16,1-13 1-16,-10-7 3 16,4-8 1-16,-8-4 2 15,-3-3-1-15,1 2 4 16,-10 6 1-16,-5 4 6 16,-1 10 0-16,-4 6-2 0,0 22-3 15,0 0 0-15,0 0-2 16,-4 26-4-1,8-2-6-15,3 2-6 16,3 2-1-16,2 0-1 0,7-4 1 16,7-5 1-16,-3-7 0 15,6-5 3-15,-3-9 4 16,4-5 1-16,-4-7 0 16,0-5 4-16,-3-5 0 15,-8-5 1-15,4-4-1 16,-1-2-5-16,-3 1 4 15,-1 6-4-15,-5 2 6 16,-2 7-5-16,-7 19 8 16,15-5-1-16,-8 20 3 15,-3 15 5-15,-1 16-4 16,2 15 4-16,2 20-4 16,0 16 0-16,0 9-5 0,2 12-2 15,1 3-1-15,-3-2-1 16,2-3 1-16,1-7 0 15,-3-8 0-15,-5-15 4 16,-2-10-1-16,-5-13-2 16,-9-13 2-16,-5-14-1 15,-7-12 2-15,-4-15-1 16,-11-14-4-16,-4-16 0 16,-4-12 0-16,0-10-4 15,4-9-4-15,2-7-3 16,5-7-4-16,12-1-2 15,7-4 1-15,15-2 0 16,8-1 3-16,15-6 2 0,3-3 4 16,11-2 3-16,9-1 1 15,6 1 5-15,5-2-4 16,-5 6-2-16,4 3 6 16,-7 11-3-16,-3 4 4 15,-12 11-3-15,-4 11 10 16,-16 8 3-16,-1 12 4 15,-6 4-1-15,-3 17-1 16,0 0 0-16,-26-2-1 16,10 11-3-16,16-9-9 15,-26 31-5-15,19-12-6 16,4 7 3-16,3 0-4 0,10 2 3 16,6 1-5-16,14 4 7 15,-1 0-1-15,1-2 4 16,4 2 5-16,-8-4 5 15,0 2 4 1,-10-5-1-16,-6 2 1 0,-6-5-2 16,-11-3 0-16,-2-4-4 15,9-16-6-15,-24 22 0 16,24-22 0-16,-19 7-6 16,19-7-9-16,-4-24-2 15,8 2 0-15,10-4 1 16,5-9 0-16,10-3 1 15,1-5-4-15,5-1 15 0,6 3 2 16,-4 4-1-16,1 6 5 16,-5 7-3-16,-4 7 7 15,-10 6 1 1,4 10 1-16,-9 6-2 0,-14-5 0 16,26 29 3-16,-14-11-7 15,4 1 3-15,1-2-8 16,2-2-3-16,0-4 1 15,7-6 1-15,-3-5 1 16,-1-3 2-16,4-8 2 16,-3-4 1-16,3-4 0 15,0-6-5-15,4-4 5 16,-1-2-6-16,2 0 3 0,6-1-4 16,-2 5 5-16,4 4-4 15,0 6 5-15,-3 7 4 16,-1 8 1-16,-2 12 2 15,-4 6 6-15,-6 5 7 16,-4 6-6-16,-12 3 3 16,-4 4-5-16,-10 1-2 15,-8 1-11-15,-11-5 0 16,-4-3 0-16,-6-4-60 16,-13-15-68-16,-1-12-44 15,-6-13-7-15,-6-15-1 16,1-14 0-16,-1-12 57 15</inkml:trace>
  <inkml:trace contextRef="#ctx0" brushRef="#br1" timeOffset="-193694.4">34230 4336 204 0,'3'-22'140'0,"2"4"-18"16,-5 18-15-16,30-19-14 15,-13 16-87-15,2 6-80 16,-19-3-49-16,26 0-26 15,-26 0-27-15,-3 16 27 16</inkml:trace>
  <inkml:trace contextRef="#ctx0" brushRef="#br1" timeOffset="-193026.92">29698 6361 155 0,'0'0'202'0,"0"0"-36"16,0 0-45-16,12 16-9 15,10-21-7-15,20 3-20 16,7-7-34-16,16 1-34 16,19-4-17-16,16-6 1 15,24-2-1-15,9-5 1 16,17-6 3-16,21-2-1 16,10-5-3-16,17 0 0 15,10-2 0-15,16-1 0 16,12-1 0-16,7 2 0 0,11 2 0 15,1 0 0-15,5 2 0 16,-1 1 0-16,-2 4 0 16,-2 0 0-16,-12 3 0 15,-2 1 0-15,-12 1 0 16,-13 3 0-16,-13 4 0 16,-18 0 0-16,-20 5 0 15,-19 0 0-15,-19 6 0 16,-21-1 0-16,-25 4 0 15,-22 1 0-15,-20 6-19 16,-39-2-84-16,0 0-50 16,-20 10-29-16,-35-4-1 15,-23 6-16-15,-28-5 16 0</inkml:trace>
  <inkml:trace contextRef="#ctx0" brushRef="#br1" timeOffset="-192380.46">30472 6297 38 0,'0'0'146'15,"0"16"-1"-15,19-7-36 0,17-11-4 16,13 4 4-16,15-9-1 16,18 1-13-16,15-9-20 15,19 4-23-15,14-13-29 16,16 0-18-16,7 0-3 15,15-4-1-15,16-3-1 16,7 0 1-16,11 0-1 16,9-1-1-16,10 3 1 15,4 1-1-15,6 1 0 16,0 2 2-16,2 1-3 16,-9 3 2-16,0-1-4 15,-14 1 7-15,-12-1-6 16,-7 1 5-16,-16 4-4 0,-15 1 0 15,-15 2 0-15,-13 2 2 16,-17 2-1-16,-14 3-1 16,-18 1 1-16,-15 3-1 15,-16 1 0-15,-9 1 0 16,-15 1-5-16,-11 0-1 16,-17 0-3-16,16 0 0 15,-16 0 0-15,0 0-1 16,0 0 1-16,0 0 2 15,0 0 4-15,0 0 2 16,0 0 4-16,0 0 1 16,0 0-1-16,0 0-43 15,0 0-99-15,-16-7-33 0,-6-11-11 16,2 3-7-16,-19-22 19 16</inkml:trace>
  <inkml:trace contextRef="#ctx0" brushRef="#br1" timeOffset="-136372.54">24289 4054 81 0,'0'0'40'15,"0"0"-6"-15,15-12-13 16,6 3-11-16,5-1-4 15,9-2-2-15,1-7-5 16,9 1 1-16,4-2 0 16,7-3 0-16,-3-1-6 15,3 0 10-15,0-1-8 16,-1 1 7-16,-6 7-5 16,-1-2 6-16,-10 7-8 15,-5 1 8-15,-7 4-2 16,-10 2-3-16,-16 5 1 15,23 0-2-15,-23 0 2 16,0 0 0-16,19 9-1 0,-19-9 1 16,0 0 0-16,17 12 1 15,-17-12-1-15,0 0 2 16,0 0-1-16,16 10-1 16,-16-10 1-16,0 0 0 15,0 0 0-15,0 0 0 16,0 0-1-16,0 0-1 15,0 0 1-15,0 0-2 16,15 11 3-16,-15-11-3 16,0 0 3-16,11 19 1 15,-8-4 8-15,4 8-4 16,-2 3 7-16,-1 7-5 16,-1 5 7-16,1 7-7 0,-4 5 7 15,-4-2-10-15,4 6 1 16,-7-4-4-16,4-3 0 15,-2-2-1-15,1-9 0 16,1-4 0-16,-1-10 0 16,4-5 7-16,0-17 43 15,0 0 26-15,0 18 1 16,0-18 0-16,0 0-1 16,0 0 1-16,4-19-1 15,-8 1-8-15,4 18-42 16,7-34-27-16,-3 8-1 15,1-11 2-15,-2-2-2 16,8-6 1-16,-4-4-1 0,5-1 3 16,4-4-3-16,-3 1 1 15,3 2-4-15,1 5 4 16,-4 4-5 0,-3 7 5-16,2 8-3 0,-8 1 3 15,3 10 0-15,-7 16 4 16,-4-17-1-16,4 17 2 15,0 0 0-15,0 0-1 16,0 0 1-16,0 0-2 16,0 0 0-16,0 0-1 15,-14 0-1-15,14 0 0 16,-28 10-1-16,4-3-2 0,0 2 2 16,-9 3-1-16,-7 0-2 15,-2 5 3 1,-6-1 3-16,-4 5-3 15,-6 1 3-15,-1 4-2 0,-5-3 1 16,-2 1-2-16,-2-2 3 16,4 1-4-16,-2-1-1 15,5-6 1-15,2-4 1 16,11 0 0-16,-1 0 0 16,11-1 1-16,8-4-1 15,4-2 0-15,11 0 0 16,15-5-2-16,-18 5-3 15,18-5 0-15,0 0 1 16,18-8-1-16,1-1 0 16,10-3 1-16,13-4-1 15,10-4 3-15,9-8 2 16,14-3-2-16,10-4 0 0,5 0 1 16,4-3-2-16,3-1 3 15,-2 2-2-15,-1-1 2 16,-11 5-3-16,-5 7 5 15,-10 4-3-15,-16 4-2 16,-7 8-3-16,-12 5-1 16,-10 3-2-16,-4 9-1 15,-19-7 0-15,26 19-1 16,-26-19 2-16,14 26 1 16,-7-10 3-16,-2 1 1 15,-1 0 2-15,-1 1 0 16,-6 1 2-16,3 1 3 15,-7 3 6-15,1 5-6 0,-4 3 5 16,-2 3-4-16,-2 4 2 16,-5 4-3-16,0 3 3 15,1 3-7-15,3 3-1 16,-1-1 1-16,2-3 2 16,2 3-1-16,5-5 3 15,0-2-1-15,7-1 2 16,-3-8 0-16,6-1 1 15,1-10 1-15,-1-1 0 16,4-6-1-16,-7-16-1 16,9 26-2-16,-9-26-3 15,14 22-24-15,-7-6-107 16,-6 1-36-16,3 2-10 0,-20-22-9 16,-3-9-5-16</inkml:trace>
  <inkml:trace contextRef="#ctx0" brushRef="#br1" timeOffset="-135491.92">12214 19984 32 0,'0'0'93'0,"0"0"-27"16,-5 17-71-16,5-17-4 16,0 0 2-16,0 0 2 15,0 0 1-15,0 0 3 16,0 0 2-16,0 0 5 16,0 0 4-16,0 0 11 15,0 0 5-15,0 0 3 16,0 0 0-16,0 0 2 15,0 0-2-15,0 0-2 16,0 0 26-16,0 0 4 16,0 0 3-16,16-17 3 0,-3-9-2 15,15-15-6-15,16-35-125 16,27-20-62-16,3-49-34 16,29-7-15-16,-11-35 13 15</inkml:trace>
  <inkml:trace contextRef="#ctx0" brushRef="#br1" timeOffset="-110908.75">26014 3462 71 0,'52'-12'28'16,"5"-9"3"-16,18-1-2 15,3-6 1-15,12-3 0 16,11 0 6-16,7-6 6 15,8 3 3-15,7-8 1 16,7 7-2-16,6-6-3 16,10 8 0-16,0-9-3 15,6 4-7-15,4-3-7 0,6 1-5 16,1-7-3 0,-1 2 5-16,-1-3-12 15,2 1 6-15,-1-8-11 16,-3 3 10-16,-4 0-11 0,-9 2 11 15,-1-1-13-15,-4 5 9 16,-9-6-11-16,-5 10 12 16,-11-5-13-16,-5 13 14 15,-10-2-9-15,-11-3 10 16,-8 8-10-16,-11 5 1 16,-12 9 2-16,-14 3 5 15,-14 9 9-15,-5 1-5 16,-26 4 3-16,17 6 0 0,-17-6-2 15,-10 15 1 1,-9 1-4-16,-7-4-4 16,-11 4-10-16,-4-4 4 15,-15 5-5-15,-4 7-11 0,-19 4 14 16,-2-4-14-16,-9-1 13 16,-4 3-12-16,-10 3 13 15,-6 0-13-15,-8 1 13 16,-5-6 0-16,-4 9-3 15,-1-5 2-15,-9 1-3 16,-2 1-2-16,-3-1-1 16,-4-1-3-16,0 1-2 15,-3 1 1-15,-1-3-1 16,1 3 0-16,0 4 1 16,-4-6-8-16,0 8 11 15,6-1-8-15,-6 3 10 0,7-5-8 16,0 0 9-16,4-4-8 15,5 1 10-15,7-1 0 16,6-3 0-16,5 0 2 16,9-2-1-16,6 2-1 15,10 0 2-15,9-5 0 16,11 1-1-16,10-4 2 16,11-1 0-16,12-3-2 15,8-4-8-15,10-8-11 16,23-2-8-16,-19 9 0 15,19-9 2-15,0 0 0 16,31-4 0-16,-10-1 3 16,14 2 9-16,5-4 11 0,14 0 10 15,5-4-2-15,15-3 0 16,8 2 1-16,15-7 0 16,9-1 0-1,5-5 4-15,12 5-1 0,8-10 5 16,7 6-1-16,12-7 3 15,4 0-4-15,2-6 4 16,13 4-5-16,-6-3 0 16,11-2 14-16,1-2-14 15,0-1 10-15,-3-1-9 16,3 2 10-16,-3-5-13 16,0 4 11-16,0-8-10 15,-7 4-10-15,-6-2 2 16,-6 6 10-16,-3-4-13 0,-8 5 12 15,-7-1-16 1,-5 1 14-16,-6-4-16 16,-12 10 12-16,-4-4-12 0,-14-6-1 15,-4 10-1-15,-12 3-3 16,-10 0 4-16,-13 6-1 16,-9 11 2-16,-13 2-8 15,-7 2 0-15,-11 12 5 16,-15-2 1-16,0 0 0 15,0 0-2-15,-26 15-2 16,-5-4 5-16,-12 2 6 16,-10 10 5-16,-18-1-7 0,-9 11 0 15,-12 2 6 1,-10 5-3-16,-16 3-8 16,-5 6 8-16,-9-3-7 15,-10 8 6-15,-4-4-8 0,-11-1 13 16,5-3-15-16,-10 5 15 15,3-8 0-15,-3 2 7 16,2-5 1-16,-1 3 0 16,5-5-12-16,-2 0 8 15,5 0-9-15,0-1 9 16,4-1-10-16,3 0 2 16,4 1-10-16,8-6 10 15,-1 2 3-15,12-4-1 16,-1-1 0-16,8 1 1 15,5-5 1-15,5 1-1 16,9-5 1-16,8 3-2 16,6-4 1-16,12 2 0 0,8-9 2 15,8 2-1-15,10-4 2 16,10-3 1-16,5-4 2 16,11 3 4-16,19-6 1 15,-24 0-1-15,24 0-4 16,0 0 3-16,0 0-1 15,0 0 0-15,21 0-2 16,-2-2-3-16,7 2-1 16,7-2 2-16,9-1 2 15,6-4-1-15,17 0-1 16,6-5 0-16,10 0 0 16,10-6 0-16,9 1-1 0,8-7 2 15,12 3-4-15,6-8 1 16,10 3-1-16,10-9 1 15,10-3-2-15,0-2 1 16,9 0-1-16,7-5 2 16,0-1 10-16,3-5-10 15,5 3 10-15,-4-4-10 16,6 0 10-16,-1-7-10 16,-3 0 8-16,-6 6-11 15,-3 4 15-15,-13 4-19 16,-10 5 15-16,-11 7-12 15,-20 2 12-15,-13 7-14 16,-10 10 17-16,-21 0-19 0,-10 6-2 16,-18 3 5-16,-11 1-6 15,-6 2 0-15,-26 2-4 16,19 11 3-16,-19-11-1 16,0 0 2-16,0 0 2 15,0 0 2-15,0 0 0 16,0 0 2-16,0 0 4 15,0 0-9-15,0 0-74 16,0 0-70-16,0 0-33 16,7-38-6-16,0-6-3 15,-7 44 75-15</inkml:trace>
  <inkml:trace contextRef="#ctx0" brushRef="#br1" timeOffset="-95988.15">24823 3922 28 0,'-34'11'23'15,"-3"-1"2"-15,2-1-2 16,-1 5 1-16,-2-2-1 16,-6 3-1-16,10 1-5 15,-8 0-7-15,6 1-4 0,3 0 1 16,5 2 8-16,2-5 5 15,5-2 0-15,5-3 4 16,16-9 4-16,0 0 3 16,-12 17 7-16,12-17 8 15,28-2-2-15,1 1 5 16,1-10 6-16,15 1-2 16,4-11-1-16,10 2-5 15,1-9-6-15,12-3-10 16,-3-5-8-16,2 3-12 15,0-2-5-15,-3 6-4 16,0-2 2-16,-9 5-3 16,-4 3 2-16,-10 9-3 0,-6 4 5 15,-13 3-1-15,-7 2 0 16,-19 5 1 0,21-3-2-16,-21 3-1 15,0 0-1-15,-4 17 1 0,1 4-1 16,-4 10 3-16,0 14-2 15,-5 14 1-15,-2 8-2 16,-2 13 4-16,1 10-8 16,-5 0 5-16,3-5-20 15,-2-13-43-15,12-2-43 16,-2-22-17-16,6-8-6 16,6-19-13-16,-3-21-10 0,32-18-10 15</inkml:trace>
  <inkml:trace contextRef="#ctx0" brushRef="#br1" timeOffset="-92900.49">25865 3282 64 0,'81'-5'40'0,"18"1"-2"15,9-3-1-15,12-1 2 16,13-4 1-16,10-6 11 16,9 4 4-16,6-6 5 15,14 9-1-15,0-8-1 16,10 5 5-16,-3-5-1 15,12 7-6-15,0-7-14 16,7 5-5-16,-4-6-8 0,16-3-6 16,-5-10-5-16,9-5-12 15,-2-9-2-15,1-10 8 16,1-12-8-16,-6-11 6 16,-2-6-7-16,-8-18 23 15,-9-22-22-15,-5-1 15 16,-8-6-2-16,-11 7-7 15,-9-1-6-15,-10 6 6 16,-11 2-8-16,-15 16-6 16,-16 22 10-16,-15 5-22 15,-22 8 9-15,-67 68 6 16,94-124 8-16,-94 124-5 16,26-106 11-16,-26 106-21 0,-26-90 16 15,26 90 5-15,-78-72-5 16,78 72-8-16,-127-63 0 15,44 39 0 1,-11 0 0-16,-17-4 0 0,-12 7 0 16,-13-1 0-16,-6 1 0 15,-14 5 0-15,-9-1 0 16,-14 3 0-16,-7 7 0 16,-5 11-1-16,-6-1-34 15,-13 2-5-15,8 6-3 16,-8 3 0-16,5 0-7 15,0-1 2-15,6 1-7 16,-2-3 4-16,6 1 18 0,2 3 3 16,2 3 4-16,4-3 1 15,1 4-7-15,6 4-2 16,1 1 5-16,4 4 5 16,6 1 2-16,4 1-2 15,9-6 4-15,2 9-12 16,8 0 25-16,5 5 8 15,6-5-1-15,8 10 4 16,4-2-5-16,10 6 9 16,5 3-7-16,11-1 16 15,3-3-4-15,13 10-4 16,3-4 1-16,78-52-8 16,-127 114 9-16,73-53-9 0,6 10-2 15,4-7 6-15,6 19-18 16,2-12 13-1,8 10-10-15,2-10 15 16,5 12-17-16,5-14 5 0,6 8 7 16,1-8-9-16,6-2 12 15,3-3-11-15,0 6 11 16,3-8-18-16,4 0 18 16,5-3-8-16,-1-2 10 15,4 0-9-15,8-5 10 16,0-3-7-16,3-3 10 15,3-2 7-15,4-6 5 16,2-4 7-16,5-2 1 16,1-8 5-16,1-3 0 15,10-4 3-15,0-5-1 16,7-2-6-16,5-4-1 0,8-1-3 16,2-9-2-16,8 4-4 15,5-10-4-15,6 1 0 16,5-8-2-16,6 7-2 15,0-6-5-15,9 6-2 16,3-3-3-16,5 5 1 16,4 1-1-16,2 2-2 15,7 3 1-15,1-3 1 16,8-2 1-16,-3-2 1 16,9-5 5-16,1 1-3 15,1-8 2-15,5-2-2 16,-3-4 2-16,5 2-4 15,-6-2 0-15,5-6-1 0,-5 3-2 16,6-6-3-16,2-2 2 16,2-2 10-16,6-3-10 15,0-4 10-15,4-14-10 16,3-1 8-16,1-5-7 16,-8-1 22-16,0 1-21 15,-3-13 11-15,-8-8-11 16,-8-9 13-16,-3 7-1 15,-7 1-9-15,-9-2-6 16,-7 2 0-16,-7-2 0 16,-5 11 0-16,-6 2 0 15,-15 11 0-15,-7-1-2 16,-8 8-13-16,-75 60 22 0,107-127-9 16,-107 127 11-16,56-117-22 15,-56 117 15-15,9-110-21 16,-9 110 19-16,-42-96-6 15,42 96-3-15,-90-82-3 16,90 82 1-16,-130-60 13 16,48 35-9-16,-12 5-24 15,0-1-11-15,-13 4 17 16,1 1-11-16,-10 2 1 16,1 4-1-16,-12-4 2 15,-1 7-3-15,-13-5 39 16,-1 5-3-16,-11 3 1 15,-8 4 0-15,-4-1-1 0,-7-1 1 16,0 9-3-16,-3-5 3 16,3 8-4-16,-3-1 2 15,-1 5 1 1,1-2-5-16,0 3 1 0,6-3-2 16,-2 0 4-16,-5 4-2 15,-1 0-1-15,2-3 0 16,3 1-2-16,0-2-1 15,4 1-5-15,-1 6-4 16,6-6-1-16,-2 1-1 16,13 0 3-16,-1 2-1 15,7-2-8-15,0-1 1 16,4 1 0-16,0-2 9 0,4 2-1 16,6 2 3-16,2 3-21 15,-2-4 10-15,6 8 3 16,-1 1 11-1,7 4 2-15,4 1 1 0,1 4 5 16,6 2-4-16,8 3 25 16,4 2-15-16,5 3 14 15,9-2-8-15,8 6-3 16,4-2-6-16,71-45 2 16,-108 94-2-16,108-94 2 15,-78 100 4-15,78-100-5 16,-54 118-2-16,40-56 4 0,8 23-6 15,0-2 4-15,6 12-3 16,6-5-5-16,11 18-2 16,-1-10 1-1,10 11 1-15,7-10-7 16,1-4 19-16,11-7-18 0,2 1 17 16,11-6-7-16,4-2 6 15,9-13-7-15,4-1 8 16,8-6 1-16,9 1-2 15,2-10 1-15,10 2 1 16,9-9 2-16,7-7 3 16,10-4 5-16,5-11 2 15,11-4 2-15,10-14 1 0,9-3 1 16,4-13-3 0,9-4 1-16,5-6 0 15,1-7-8-15,7 1-2 16,3-6-3-16,7 0 1 0,-3-2-4 15,7-3 3-15,2 5-2 16,1-3 0-16,2 3 1 16,-2-3 3-16,-5 1 0 15,-1-3 3-15,2-4 2 16,-6-8-1-16,-3 2 9 16,-4-8-10-16,0-1 8 15,-6-10-12-15,3-8 9 16,-6-6-12-16,-5-7 19 15,-5-21-17-15,0-4 8 16,-9-13 4-16,-5 5-6 16,-5-11 7-16,-11 14-10 15,-5-6-2-15,-8 13-12 0,-8 12 10 16,-18 16-7-16,-11 5 11 16,-18 6 18-16,-74 72 4 15,106-127-10-15,-106 127 18 16,33-102-4-16,-33 102-3 15,-29-88-7-15,29 88-13 16,-82-75-14-16,82 75-7 16,-135-60 14-16,44 30-12 15,-13 6-4-15,-9 3 1 16,-13 4 6-16,-11 0 0 16,-9 6-3-16,-9 6-4 15,-11 3-2-15,-6 6 3 16,-9-1 1-16,-5 6-10 0,-8 1-6 15,0 4-13-15,-8 0-3 16,4-2-9-16,-5 4-2 16,2-2 0-16,-4 1 1 15,4-1 12-15,-2 2 4 16,5-1 11-16,-4 3 6 16,1 1 5-16,7-4 1 15,3 4-3-15,5 0 0 16,2 0-4-16,5 4 3 15,2-1 2-15,7 4-10 16,5 2 16-16,0 5 9 16,2 5-4-16,2 7 8 15,-1 5 3-15,3 9 2 0,1 3 2 16,1 16 12-16,8 9-8 16,3 10-7-1,11 13-6-15,13 1 4 0,13 9-10 16,12-11 6-16,15 5-13 15,11-22-1-15,15 6-3 16,11-21-16-16,7-12-22 16,12-13-25-16,4-5-2 15,11-4-14-15,-1-6 66 16</inkml:trace>
  <inkml:trace contextRef="#ctx0" brushRef="#br1" timeOffset="-91231.3">23848 6017 315 0,'14'-40'115'16,"5"-5"-1"-16,0-16-14 0,10-4-18 15,-3-17-16-15,13-2-19 16,-3-13-19-16,9-6-10 16,4-4-4-16,3-11-13 15,5-3-2-15,6-2 1 16,4-1-1-16,1-4 1 15,1 10-1-15,-1 5 2 16,0 13-2-16,-4 13 1 16,-5 13 3-16,-3 10-3 15,-8 10 2-15,-6 15-1 16,-4 4-1-16,-8 5 2 16,-8 10 0-16,-4 1-1 15,-18 19 1-15,15-28 0 0,-15 28-5 16,0-16-1-16,0 16-2 15,0 0-1 1,-26 0-3-16,10 7-1 16,-6 2-1-16,-8 8-2 0,-3 6 3 15,-5 6 1-15,-5 9 3 16,-11 11-3-16,-2 6 0 16,-6 4 2-16,-6 7-1 15,1-2 5-15,-5 2-1 16,1-6 2-16,4-6 0 15,4-9 5-15,8-11 2 16,9-6 2-16,8-12 5 16,12-2 3-16,7-11 1 0,19-3 0 15,-17-7-2-15,17 7-2 16,10-28-1 0,6 4-4-16,10-7-3 15,7-9-6-15,8-5 1 0,8-5 1 16,10-5 1-16,2 1-1 15,5-1 4-15,5 3-3 16,-3 5 3-16,-4 7-1 16,2 4 3-16,-5 8-3 15,-6 6 1-15,-3 6 0 16,-3 4-1-16,-8 7 1 16,-4 3-2-16,-6 2 1 0,-5 3-2 15,-3 3 1-15,-2 2 0 16,-2 4 0-1,0 0 1-15,0 4 0 16,-4 1 1-16,6 4-2 0,-5 3-2 16,0 6 0-16,-3 6-2 15,0 4 1-15,-6 8-3 16,-4 3 1-16,0 4-1 16,-3 4 4-16,-3 0-2 15,0-2 2-15,-4-2 1 16,1-8-2-16,-1-2 5 15,4-5-4-15,0-9 5 16,-1-5-6-16,4-5 7 0,0-6-6 16,0-15 2-1,-3 16-15-15,3-16-49 16,0 0-43-16,0 0-29 16,0 0-17-16,13-35-9 0,-4 11-5 15,-5-18 75-15</inkml:trace>
  <inkml:trace contextRef="#ctx0" brushRef="#br1" timeOffset="-72214.21">26705 3675 27 0,'9'22'29'0,"-9"-22"4"16,7 23-3-16,-7-23 2 15,12 31-8-15,-12-31 2 16,10 36-7-16,-3-17 3 16,2 4-19-16,-2 1 5 15,3 4-9-15,6 0 6 16,-2 1-4-16,1-1 5 15,4-4 3-15,4 0 41 16,-7-10 26-16,10 0-1 16,0-18 1-16,3-8 1 15,11-17 0-15,14-9-7 16,12-23-1-16,14-12-43 0,20-18-22 16,15-13-6-16,13-14 8 15,16-1-8-15,11-4 11 16,5 0 7-16,1 0-5 15,-1 11 9-15,-9 9-9 16,-5 15 7-16,-13 10-11 16,-22 18 10-16,-17 15-19 15,-23 8-22-15,-13 16-48 16,-26 11-8-16,-12 17-28 16,-20-7-14-16,-20 31-34 15,-14-1-15-15,-13-1-8 16,-17 11 110-16,-27-7 69 15</inkml:trace>
  <inkml:trace contextRef="#ctx0" brushRef="#br1" timeOffset="-71712.86">26561 3666 4 0,'14'31'27'0,"5"1"-1"16,0-5 7-16,4 1 24 15,-6-6 15-15,2-8 32 16,0 2 5-16,4-16-4 15,10-5 2-15,0-16-20 0,15-3-6 16,6-25-28 0,24-15-13-16,19-19-34 15,20-16-6-15,27-20 5 16,24-16 5-16,26-16-8 0,17-10 11 16,23-15-112-16,9-2-38 15,3-3-33-15,1 12-14 16,-27 8-7-16,-10 14 32 15</inkml:trace>
  <inkml:trace contextRef="#ctx0" brushRef="#br1" timeOffset="-45051.91">22759 8072 27 0,'0'0'16'0,"0"0"-4"15,0 0-2-15,0 0-2 16,0 0 0-16,0 0-3 16,0 0 0-16,0 0-2 15,0 0-2-15,16 10-1 16,-16-10 1-16,0 0 2 16,16 5-2-16,-16-5 2 15,0 0 0-15,0 0 1 16,0 0-1-16,0 0-6 0,0 0-13 15,0 0-12-15,0 0-6 16,0 0 3-16,-16 14 31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14:37.26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2851 833 117 0,'0'0'99'0,"0"0"34"16,0 0-9-16,0 0-10 15,0 0-14-15,0 0-10 16,0 0-9-16,0 0-15 0,-38 71-20 16,38-71-46-16,7 109-4 15,-5-25 7-15,1 15 1 16,-3 19 0-16,-3 13 4 16,3 13 1-16,-9 10-16 15,2-10 14-15,-5-2-8 16,-2-21-4-16,2-12-5 15,-2-31-25-15,10-26-106 16,-4-31-24-16,8-42-11 16,8-36 6-16,6-37-10 15</inkml:trace>
  <inkml:trace contextRef="#ctx0" brushRef="#br0" timeOffset="428.3">3240 720 194 0,'0'0'50'15,"0"0"6"-15,0 0 2 16,0 0-4-16,0 0 2 15,0 0 6-15,0 0-1 0,0 0-5 16,0 0 3-16,97 76-10 16,-97-76-16-16,104 80-4 15,-104-80-3-15,115 97-6 16,-115-97 0 0,97 114 10-16,-97-114-1 0,57 135-1 15,-46-59 10-15,-22 0-23 16,-8 7-15-16,-19 7 0 15,-11 16 0-15,-13 3 0 16,1-3 0-16,-5 3 0 16,6-19 0-16,4-9 0 15,7-12 0-15,16-11-116 16,7-45-25-16,26-13-23 0,4-46-11 16,-4 46-12-16,74-142-3 15</inkml:trace>
  <inkml:trace contextRef="#ctx0" brushRef="#br0" timeOffset="2096.49">4531 1032 172 0,'65'-76'140'0,"-65"76"-11"16,0 0-4-16,62-70-7 15,-62 70-6-15,0 0-8 16,0 0-17-16,0 0-51 0,0 0-36 16,-95 4 0-16,95-4 0 15,0 0 0-15,-98 72 0 16,98-72 0-16,-34 75 0 15,34-75 0-15,8 81 0 16,-8-81 0-16,52 73 0 16,-52-73 0-16,75 67 0 15,-75-67 0-15,82 59 0 16,-82-59 0-16,0 0 0 16,78 80 0-16,-78-80 0 15,0 0 0-15,0 0 0 16,-52 86 0-16,52-86 0 15,-78 26 0-15,78-26 0 0,-91-3 0 16,91 3 0-16,-78-10 0 16,78 10 0-16,0 0 0 15,-71-19 0-15,71 19 0 16,0 0-7-16,0 0-3 16,0 0-5-16,0 0 5 15,113-20 14-15,-113 20-2 16,127-25-5-16,-46 4 6 15,6-3 3-15,2-13-4 16,-3 1-5-16,-4-4 1 16,-11-2 1-16,-71 42-8 15,113-83 4-15,-113 83-4 16,62-83 8-16,-62 83 3 0,0 0 10 16,23-83-3-16,-23 83 5 15,0 0 3-15,0 0-13 16,0 0-4-16,0 0 0 15,-52 76 0-15,52-76 0 16,-4 161 0-16,8-31 0 16,3 31 0-16,2 26 0 15,1-2 0-15,2 2 0 16,-5-12 0-16,0-12 0 16,0-32 0-16,-5-32-21 15,-2-54 11-15,0-45-2 16,-13-38 0-16,3-43 5 15,-2-35 8-15,-2-35-1 0,2-19-2 16,1-18 12-16,3-1-5 16,8 11 4-16,8 24-9 15,13 22 6-15,7 32-6 16,2 29-1-16,-30 71-1 16,81-71 14-16,-81 71-5 15,83 5 8-15,-83-5-13 16,0 0-2-16,89 85 0 15,-89-85 0-15,12 81 0 16,-12-81 0-16,-26 82 0 16,26-82 0-16,-57 69 0 15,57-69 0-15,-68 50 0 0,68-50 0 16,0 0 0 0,-81 41 0-16,81-41 0 15,0 0 0-15,0 0 0 0,0 0-4 16,0 0-13-16,67-58-1 15,-67 58 9-15,113-56 10 16,-40 23 1-16,7 2-8 16,1 0-6-16,1 2 14 15,-2-4-6-15,-9 8 2 16,-71 25-14-16,115-34 18 16,-115 34 11-16,0 0 3 15,78-21 6-15,-78 21-9 16,0 0 1-16,0 0-11 0,0 0-3 15,0 0 0-15,-82 71 0 16,82-71 0 0,0 0 0-16,-48 71 0 15,48-71 0-15,0 0 0 0,0 0 0 16,0 0 0-16,90 50-3 16,-90-50-14-16,104-27 4 15,-104 27 6-15,113-49-6 16,-113 49 14-16,107-55-6 15,-107 55 7-15,87-63-5 16,-87 63 7-16,0 0-8 16,78-71 13-16,-78 71 0 15,0 0-2-15,0 0-5 16,0 0 6-16,0 0 0 16,0 0 1-16,0 0-3 15,0 0-6-15,-87 99 0 16,87-99 0-16,0 0 0 0,-36 100 0 15,36-100 0-15,0 0 0 16,40 70 0-16,-40-70 0 16,75 12-10-16,-75-12-3 15,93-14 3-15,-93 14-3 16,101-33 9-16,-101 33 5 16,87-45-1-16,-87 45 0 15,0 0-14-15,81-66 10 16,-81 66-3-16,0 0 16 15,0 0-6-15,0 0 14 16,0 0 0-16,0 0 0 16,0 0-6-16,0 0-11 15,0 0 0-15,0 0 0 0,0 0 0 16,79 61 0-16,-79-61 0 16,0 0 0-16,0 0 0 15,102 43-34-15,-102-43-133 16,0 0-27-16,108-43-8 15,-108 43-3-15,78-81 3 16</inkml:trace>
  <inkml:trace contextRef="#ctx0" brushRef="#br0" timeOffset="2944.09">7734 684 369 0,'0'0'224'15,"0"0"-46"-15,0 0-64 16,0 0-8-16,0 0-74 16,0 0-32-1,0 0 0-15,0 0 0 0,0 0 0 16,-9 79 0-16,9-79 0 15,35 111 0-15,-16-38 0 16,11 12 0-16,-1 10 0 16,4 4 0-16,2 4 0 15,-2-2 0-15,-2 13 0 16,-1 7 0-16,-13 4 0 16,-8-4 0-16,-13-7 0 15,-11 0-10-15,-15-20 1 0,-8-13 15 16,-4-34-24-16,-6-38 6 15,-5-53 11-15,5-25-8 16,5-24 11-16,11-32-8 16,10-13 4-16,22-6-7 15,8-1 7-15,22 6 6 16,12 27-6-16,17 11 5 16,5 18-10-16,7 21 8 15,4 10-5-15,6 14 1 16,1 14 10-16,-11 10 1 15,0 10-1-15,-71 4 9 16,123 23-3-16,-123-23 2 16,98 45-3-16,-98-45-12 0,0 0 0 15,64 102 0-15,-64-102 0 16,0 0 0 0,14 69-15-16,-14-69-83 15,0 0-17-15,0 0-5 0,0 0 2 16,0 0 8-16,-26-106 18 15,26 106 36-15,-4-107 95 16,4 107 52-16,-14-119 11 16,14 119 12-16,-19-104 2 15,19 104 1-15,-19-69-21 16,19 69-47-16,0 0-102 16,0 0-83-16,0 0-50 15,0 0-18-15,0 0-5 0,0 0-4 16</inkml:trace>
  <inkml:trace contextRef="#ctx0" brushRef="#br0" timeOffset="3875.75">9102 845 365 0,'0'0'203'16,"0"0"-17"-16,0 0-61 15,0 0-32-15,0 0-42 16,-12 72-51-16,12-72 0 16,0 0-10-16,-26 108 13 15,26-108 4-15,-11 93-7 16,11-93 0-16,7 80 0 16,-7-80 0-16,0 0-9 15,71 74 13-15,-71-74-20 0,94 9 4 16,-94-9-9-16,115-17 7 15,-115 17 9-15,123-47-3 16,-123 47 10-16,106-64-15 16,-106 64 17-16,71-54 3 15,-71 54 0-15,0 0-7 16,0 0 4-16,0 0 0 16,0 0 2-16,0 0 13 15,-94-3-12-15,94 3-4 16,-74 40 8-16,74-40 2 15,0 0-12-15,0 0 1 16,0 0-5-16,0 0-6 16,0 0 0-16,0 0 0 0,0 0-5 15,71 55 2-15,-71-55 11 16,0 0-2-16,97 3 0 16,-97-3 4-16,0 0-2 15,82 6-1-15,-82-6 2 16,0 0-16-16,85-28 9 15,-85 28-6-15,0 0 11 16,97-69-3-16,-97 69 6 16,68-85-6-16,-68 85 8 15,60-106 10-15,-60 106-5 16,44-133 8-16,-44 133-8 16,26-121 10-16,-26 121-5 0,5-80-1 15,-5 80 0-15,0 0-4 16,0 0-3-16,0 0-5 15,0 0 0 1,-45 107 0-16,45-107-3 16,-9 135-1-16,6-62 4 0,3 2 3 15,0-75-4-15,5 128 4 16,-5-128-2-16,10 95 0 16,-10-95-1-16,0 0 0 15,0 0-11-15,0 0-3 16,0 0 2-16,0 0-5 15,0 0 5-15,75-35-6 16,-75 35 8-16,0 0-6 0,64-90 19 16,-64 90-3-16,0 0 2 15,0 0 10-15,70-55 0 16,-70 55 0-16,0 0 0 16,0 0 13-16,45 73-16 15,-45-73 7-15,19 71-9 16,-19-71-7-16,19 74 0 15,-19-74-67-15,0 0-72 16,0 0-30-16,40 69-18 16,-40-69 2-16,0 0-7 15</inkml:trace>
  <inkml:trace contextRef="#ctx0" brushRef="#br0" timeOffset="4004.84">10591 743 18 0,'0'0'29'0,"9"-82"-21"16,-9 82-54-16,0 0 38 0,0 0 8 16,0 0 0-16,0 0 0 15</inkml:trace>
  <inkml:trace contextRef="#ctx0" brushRef="#br0" timeOffset="4636.29">10782 1049 144 0,'0'0'67'0,"-42"92"30"16,42-92 3-16,0 0 2 16,0 0-7-16,0 0-21 0,0 0-2 15,0 0-11-15,0 0 4 16,0 0-26-16,0 0-28 15,72-59-13-15,-72 59 4 16,0 0-5-16,12-76 20 16,-12 76-1-16,0 0-9 15,0 0-1-15,0 0-1 16,0 0-7-16,0 0 7 16,0 0-1-16,-78-25-14 15,78 25 4-15,0 0 12 16,0 0-13-16,0 0 1 15,0 0 7-15,0 0-10 16,0 0 3-16,0 0-3 0,0 0 0 16,97-29-3-16,-97 29 12 15,0 0 8-15,101-35 2 16,-101 35 9-16,0 0-4 16,81 7-3-16,-81-7 4 15,0 0-4-15,49 75 4 16,-49-75-16-16,0 0 0 15,19 85 0-15,-19-85 0 16,0 0 0-16,0 0-6 16,0 0-5-16,0 0-10 15,0 0 15-15,0 0 6 16,0 0 0-16,0 0-37 16,85 13 4-16,-85-13-9 0,0 0 17 15,75-36 6-15,-75 36-1 16,79-29-4-16,-79 29 5 15,141-31 10-15,-54 13-10 16,-2-6-76-16,16 5-40 16,-3-2-33-16,-9 0-17 15,-2 6 37-15</inkml:trace>
  <inkml:trace contextRef="#ctx0" brushRef="#br0" timeOffset="6298.46">2417 3602 137 0,'26'-2'138'16,"-10"-4"-73"-16,3 0-35 16,2 3 10-16,-6 3 6 15,1 9 19-15,-16-9-7 16,7 19 1-16,-7-19-9 0,-23 20-3 16,4-18-7-16,-3 5-7 15,-11-10-12-15,3-4-23 16,-5-7-3-16,-1-10-1 15,7-6 3-15,2-11 0 16,5-4 4-16,10-6-2 16,8-1 4-16,8 2-3 15,4 3 2-15,10 11-3 16,8 8 4-16,3 23 0 16,6 19 1-16,7 26 3 15,-9 22 0-15,0 20 5 16,-11 21-2-16,-13 17 5 0,-9 10-7 15,-12 1 3-15,-21-3-6 16,-5-8 3-16,-14-13-10 16,-11-12 2-16,-1-19-4 15,-4-15-2-15,6-21-3 16,-3-16 0-16,10-19 0 16,6-17 2-16,11-16 4 15,12-10 0-15,19-10-1 16,11-6 2-16,15 1 3 15,17 2-2-15,13 6 0 16,8 9-6-16,9 12 5 16,9 10-4-16,8 14 1 15,2 9 3-15,2 11 0 0,1 5 2 16,-1 4-3-16,2-3 5 16,-3 3-4-1,-7-4 4-15,-8-8-1 16,-7-10 2-16,-12-11-1 0,-3-8 1 15,-9-8-54-15,-14-15-31 16,-4-14-21-16,-6-16-8 16,-4-10-1-16,-9-15-8 15,-3-8 16-15,-8-20 5 16,-6-10 68-16,-5-5 36 16,-7-1 49-16,-7 6 31 15,-2 14 32-15,2 17 8 16,-2 12-20-16,9 33 0 0,0 11-17 15,12 25-4-15,14 16-31 16,-3 28-32 0,20 5-21-16,14 8-9 15,16 16 7-15,11 7-9 0,16 21 8 16,11 7-5-16,6 10 7 16,2-3 5-16,-8 10-3 15,-10 2 9-15,-18-2-4 16,-17 5 8-16,-28 0-8 15,-24 6 9-15,-36-4-7 16,-31 12 6-16,-37-5-4 16,-30 8-4-16,-29-1 1 15,-19-4-53-15,-15-3-71 16,-8-7-49-16,4-12-3 16,5-4-11-16,13-17-11 15</inkml:trace>
  <inkml:trace contextRef="#ctx0" brushRef="#br0" timeOffset="14145.13">5335 3206 185 0,'0'0'101'0,"-14"-18"1"0,14 18 6 16,0 0-6-16,-22-15-10 15,22 15-12-15,0 0-23 16,0 0-25-1,-16-9-9-15,16 9-4 0,0 0-17 16,0 0-3-16,0 0 0 16,0 0 0-16,0 0 0 15,0 0 0-15,0 0 1 16,0 0 0-16,0 0-1 16,0 0 1-16,0 0-1 15,0 0 0-15,0 0 0 16,0 0 0-16,0 0 0 15,0 0-1-15,0 0 0 0,3 16-13 16,10 17-63 0,-10 7-49-16,11 11-30 15,2 19-20-15,-6 2-8 16,9 15 37-16</inkml:trace>
  <inkml:trace contextRef="#ctx0" brushRef="#br0" timeOffset="15903.05">5689 3358 342 0,'-29'-31'132'16,"3"7"-7"-16,-14 1-19 15,2 16-24-15,-11 11-19 16,0 18-31-16,1 11-31 16,-4 12-8-16,3 12-1 15,7 9 5-15,6 3-2 16,10 1 9-16,17-5-8 0,13-2 6 16,18-10-4-16,16-8 4 15,15-10-3-15,7-4 4 16,11-7-3-16,4-3-2 15,-5-5 2-15,-3 1 1 16,-15 4 0-16,-10 5 1 16,-16 3 1-16,-19 4-1 15,-17 5-1-15,-13 4 5 16,-15-1-1-16,-9-1-1 16,-10-2-2-16,-6-2-2 15,-5-6 0-15,4-2 0 16,2-8-3-16,4-4-2 0,10-4-3 15,11-3 1-15,8-4 2 16,29-5 3-16,0 0 2 16,3-19 1-16,30-5 3 15,16-13-1-15,12-13 5 16,10-5-1-16,14-15 0 16,12-11-6-16,0-6 6 15,4-1-7-15,-7 0 6 16,-9 1-7-16,-5 3 5 15,-11-3-5-15,-17 7 0 16,-17 4-3-16,-9 9 1 16,-19 4-2-16,-7 15 3 15,-11 10-2-15,-8 19 3 0,-7 26-2 16,-3 20 3-16,-1 29 1 16,-1 15-2-1,5 22 8-15,9 13-11 16,-2 13 5-16,12 9-8 0,5-6 9 15,2-5-7-15,2-8 8 16,1-10-7-16,4-18 1 16,-4-15-1-16,1-16 3 15,-1-19 3-15,-3-15 1 16,0-16 1-16,6-28-1 16,-3-11 2-16,8-15-1 15,4-10 3-15,8-4-2 16,3-6-1-16,10-4-5 15,9 9 4-15,7 3-4 16,6 12 1-16,1 8-4 16,-4 11 2-16,1 7-3 15,-8 8 1-15,-6 7-3 0,-9 3 2 16,-10 8-3-16,-8 1 7 16,-15 1 1-16,0 0 3 15,7 20 1-15,-21-1-2 16,-5 9 3-16,0 1-2 15,-3 10 3-15,-5 2-8 16,5 2 1-16,3-3-6 16,1 0 2-16,10-9-2 15,1-8 2-15,7-23 1 16,0 0 1-16,22 5 2 16,-2-22-1-16,-1-8 4 15,3-6-1-15,4-5 4 16,0-6-4-16,0 6 0 0,-7 3-1 15,-1 11-1-15,-18 22 0 16,26-13 1-16,-26 13-1 16,15 38 0-16,-11-1 0 15,6 1-1-15,-1 3 2 16,5-6 0-16,1-4 3 16,8-12 0-16,3-10 2 15,4-16 1-15,4-10-1 16,-1-16 2-16,5-14 0 15,2-10 1-15,-1-12-6 16,-6-9 3-16,0-12-6 16,-6-7 6-16,-1-5-7 15,-3 1 7-15,-2 11-12 0,-9 11 5 16,-5 13-1-16,-4 14 2 16,-3 23-3-16,0 29 0 15,-17 20 0-15,1 36-2 16,-6 13 6-16,3 21-3 15,1 14 7-15,3 14-11 16,4-1 8-16,10-4-8 16,6-9 7-16,9-18-6 15,12-13 7-15,15-21-3 16,4-21 0-16,14-21 2 16,6-15 4-16,2-16 1 15,3-11 1-15,1-19 2 0,-3-6-5 16,-8-7 4-16,-4 5-7 15,-11 9 0-15,-12 7-2 16,-14 8 2-16,-8 14-3 16,-11 21 2-16,0 0 3 15,-30 39-4-15,8-5 3 16,-4 6-1-16,-1 5-1 16,8 5-2-16,6-1 0 15,7-6-2-15,12-3 0 16,7-11 1-16,13-6 2 15,6-8 2-15,8-10 1 16,5-10 1-16,3-10-53 16,8-4-56-16,-4-7-41 0,-7-19-22 15,0 1-3-15,-12-13 7 16,-5 7 110-16</inkml:trace>
  <inkml:trace contextRef="#ctx0" brushRef="#br0" timeOffset="16108.19">7446 3519 217 0,'-26'0'178'0,"26"0"-6"16,0 0-73-16,7-24-26 15,24 8 1-15,5-4-50 0,10-10-101 16,9 6-55-16,9 1-35 15,-1-3-12-15,8 18-14 16,-7-4 105 0</inkml:trace>
  <inkml:trace contextRef="#ctx0" brushRef="#br0" timeOffset="16934.78">9524 3651 393 0,'-4'-25'113'15,"1"5"-1"-15,-13-5-15 16,0 13-21-16,-10 2-19 16,0 10-36-16,-7 14-20 15,-8 8 3-15,-1 18-4 16,2 10-1-16,5 6-10 15,6-3 17-15,6-2-3 16,13-5 3-16,13-11-5 16,17-11 2-16,13-22-2 0,12-21 1 15,10-16 0-15,6-15-7 16,5-11 3-16,-2-13-4 16,-5-13 8-16,-5-10-7 15,-5-1 8-15,-16-1-7 16,-7 2 9-16,-16 4-7 15,-10 11 3-15,-7 17-3 16,-9 18 2-16,-10 21-2 16,-3 24-1-16,-8 26-2 15,-1 32-1-15,-2 18 5 16,9 16-1-16,2 11 4 16,9 2-4-16,10-2 5 15,14-8-2-15,11-15 5 0,11-17-1 16,11-16 0-16,8-21-2 15,3-12 1-15,4-15 0 16,1-11-2-16,-1-10-2 16,-7-6 0-16,-7-4 0 15,-5-3-1-15,-7 4 3 16,-10 4-5-16,-3 8-1 16,-7 0 0-16,-6 21 0 15,0 0-1-15,-6 18 0 16,3 6 1-16,0 5-2 15,3 4 5-15,0 9 2 16,6-1 7-16,3-1-3 0,8-10 6 16,3-6-4-16,6-10 3 15,-4-14-10-15,4-14-86 16,9-16-37-16,-2-11-18 16,3-13 7-1,-4-15-8-15,-3-5 15 0</inkml:trace>
  <inkml:trace contextRef="#ctx0" brushRef="#br0" timeOffset="17036.84">10274 3092 42 0,'-27'5'-7'0,"1"14"-25"16,4-2 30-16,8 14 2 16,2-7 0-16</inkml:trace>
  <inkml:trace contextRef="#ctx0" brushRef="#br0" timeOffset="17472.16">10996 3471 437 0,'-13'-21'145'16,"-4"4"-33"-16,-9-8-16 15,4 13-31-15,-10 4-36 16,-1 14-28-16,-5 12-1 0,-2 13-2 16,-1 9-2-16,4 8-1 15,2 2-2-15,2-1 10 16,11-8-5 0,6-8 1-16,13-12-2 0,3-21 1 15,15 14-2-15,4-21 1 16,11-7 0-16,3-7-2 15,2 1 3-15,1-1 2 16,-1 2 1-16,1 0 0 16,-3 5 2-16,-2 4-1 15,-4 6 0-15,-5 4 0 16,-1 2-1-16,1-2 2 16,-6 0-2-16,7 0-1 0,-4-2-1 15,-5-7-77 1,8 8-39-16,-6-5-28 15,3-2-16-15,2 8-15 16,-2-7 5-16</inkml:trace>
  <inkml:trace contextRef="#ctx0" brushRef="#br0" timeOffset="17779.38">11697 3526 119 0,'0'0'179'0,"0"0"-51"0,26 10-19 15,9-20-6-15,20 7-1 16,6-13-12-16,21 2-34 15,-1 0-46-15,6-3-11 16,-2 10-82-16,-17-2-47 16,-16 8-36-16,-21 15-15 15,-28 5-10-15,-18 22 48 16</inkml:trace>
  <inkml:trace contextRef="#ctx0" brushRef="#br0" timeOffset="29749.18">6052 4864 8 0,'75'-14'5'0,"8"-5"-1"15,14 5 1-15,4-1-2 16,19 3 0-16,6 1-1 15,11 1 0-15,9 3 4 16,9-2-5-16,1 4 3 16,9-2-5-16,7 2 5 15,3-4-4-15,7 2 4 16,9 2-4-16,7-5 0 16,9 1 0-16,4-3 2 15,6 2 1-15,7-2 1 0,4 1 2 16,-3-1 0-16,-1 3 15 15,0 1 2-15,-3 3 1 16,-4-1-1-16,-9 3 1 16,2-4-2-16,-5 0 4 15,-7-5 1-15,0 0-16 16,-11-2-1-16,-8-2 1 16,-4 1 1-16,-6-4 0 15,-11 3 1-15,-13-1 17 16,-8 5 3-16,-13-4 1 15,-4 2 2-15,-20 2-3 16,-6 0 0-16,-16 2-2 16,-10-1 0-16,-13 4-22 0,-6 0-2 15,-11 1-4-15,-8 2 1 16,-8 1 0-16,-3 1 1 16,-19 2 4-1,23 0 8-15,-23 0 7 0,0 0 1 16,0 0 4-16,0 0 1 15,0 0-1-15,0 0 0 16,0 0-3-16,0 0-11 16,0 0-6-16,0 0-2 15,0 0-4-15,0 0-1 16,0 0-1-16,0 0 0 16,0 0 0-16,0 0 0 15,0 0 1-15,0 0-2 0,0 0 1 16,0 0-1-16,0 0 0 15,0 0 1-15,0 0-1 16,0 0-1 0,0 0-1-16,0 0 2 0,0 0-1 15,0 0 1-15,0 0-1 16,0 0 0-16,0 0 1 16,0 0-1-16,0 0 1 15,0 0 0-15,0 0 0 16,0 0-1-16,0 0-14 15,0 0-72-15,7-16-67 16,-7 16-14-16,-11-15-6 16,11 15-6-16,-15-42 82 0</inkml:trace>
  <inkml:trace contextRef="#ctx0" brushRef="#br0" timeOffset="36449.94">15471 3102 233 0,'0'0'173'0,"-4"-21"-48"15,4 21-30-15,-19-10 2 16,19 10 0-16,-33 3-26 15,11 8-24-15,-8-1-24 16,0 7-19-16,-4 8-4 16,-3 6 0-16,3 5-2 15,1 4 1-15,3 5-1 16,8 2 1-16,6 3 0 16,12 0 0-16,8 0-1 15,12-3 2-15,13-2-2 16,9-4 3-16,11-2-2 15,10-5 2-15,-4-4-3 16,-1-3 3-16,-2 1-1 0,-8-5 1 16,-13 2-3-16,-14 3 2 15,-11-4-3-15,-19 1 5 16,-9-1-5-16,-15 2 4 16,-4-7-4-16,-11 7 4 15,-4-9-2-15,-5 0 1 16,6-1 0-16,10-2 2 15,8-5-4-15,6-3-2 16,14-2 1-16,17-4 0 16,0 0 0-16,48-28 1 15,1 6 0-15,10-16 1 16,15-4 1-16,8-10-2 16,8-3 3-16,4-8-5 0,0 1 5 15,-9-5-5-15,-4-1 3 16,-9 1-6-16,-12 1 7 15,-11 0 1-15,-9 0 3 16,-12 7 1-16,-11 2 4 16,-5 14-4-16,-8 5 0 15,-8 14-4-15,4 24-1 16,0 0 0-16,-19 22-3 16,12 22 0-16,-2 20-4 15,2 10 4-15,-3 16-1 16,-2 9 5-16,-2 6-4 15,-2-1 7-15,4-9-7 16,-5-8 5-16,1-16-4 0,2-12 5 16,-1-16 1-16,8-10-2 15,7-33-6-15,0 0 1 16,0 0-1 0,17-31 2-16,9-13-1 0,9-8-5 15,10-1 1-15,7-4 1 16,16 1 6-16,6 3-5 15,12 6 4-15,0 12-5 16,3 6 5-16,-8 6 0 16,-4 6 1-16,-11 0 0 15,-14 6 4-15,-14 6 0 16,-12 2-2-16,-26 3 1 16,10 17-3-16,-23 2 1 0,-10 7 0 15,-6 7 1 1,-1 7-3-16,-1-2 8 15,5 2-4-15,3-9 4 16,9 0-6-16,7-12 5 0,11-3-8 16,-4-16 6-16,29-2-7 15,-10-3-5-15,2-7 3 16,-2-1-3-16,0-6 7 16,1 6-4-16,-7-5 6 15,-13 18-2-15,16-19 5 16,-16 19 0-16,0 0 0 15,16 2 1-15,-16-2-4 0,22 17 1 16,-8-6-2 0,5-3-4-16,14 1-1 15,2-7-1-15,1-6 0 16,6-8 1-16,0-5 2 0,1-7-1 16,2-9 3-16,0-5-1 15,-8-7 3-15,-6-7-3 16,-5 1 4-16,-3 3-1 15,-4 5 5-15,-12 3 2 16,0 10-5-16,-7 6-1 16,0 24 1-16,0 0 4 15,0 0-2-15,0 16-1 16,3 8-4-16,4 5-1 16,5 6 2-16,0 5 3 15,9 1-3-15,-2 6-2 16,4-2-1-16,-1-3 2 15,1 3-3-15,0-5 3 0,6-4-4 16,-3-8 3-16,7-2-5 16,5-14 5-16,0-7-4 15,9-12-1-15,11-12 1 16,1-11-2-16,1-9 4 16,3-12-2-16,1-14 7 15,-5-10-5-15,-7-13 6 16,-3-7-2-16,-11-2 4 15,-12 0 1-15,-7 2 2 16,-5 13 1-16,-14 11-7 16,-4 19 4-16,-2 16-8 15,-7 17 7-15,-4 22-7 16,-2 20-3-16,3 13-1 0,-1 15-2 16,1 16 6-16,4 14-3 15,2 13 4-15,3 5-4 16,3-4 2-16,4 0 7 15,7-2-3-15,7-11 6 16,5-10-6-16,7-13 5 16,6-14-6-16,11-12 4 15,9-14-4-15,2-15 2 16,8-16-5-16,-1-9-4 16,5-14 6-16,-2-15-5 15,4-5 6-15,-12-8-4 16,-1-1 6-16,-13 7-3 15,-6 5 4-15,-13 7-4 0,-8 12-1 16,-11 14 0-16,-4 19 1 16,-26 5 0-16,7 14-2 15,-4 7-1-15,6 6 2 16,1 4 5-16,2 0 0 16,9 6 3-16,9-6-4 15,4 1 2-15,11 4-1 16,7-5 3-16,0 6-6 15,4-2 2-15,-1-4-5 16,-3-3 1-16,0-4-3 16,-6-3 4-16,-13-10 0 15,-7-16-1-15,-7 17 0 16,-16-18 0-16,-7-5-60 0,-18-14-46 16,-8-5-20-16,-8-6-28 15,-11-10-2 1,-3 1-19-16,-5-15 88 15</inkml:trace>
  <inkml:trace contextRef="#ctx0" brushRef="#br0" timeOffset="36617.06">18265 3213 488 0,'78'-21'176'0,"13"-5"-40"16,2-9-84-16,12 8-76 0,-1-1-108 15,-7 9-36-15,-17-2-9 16,-6 12-3 0,-18-6 10-16</inkml:trace>
  <inkml:trace contextRef="#ctx0" brushRef="#br0" timeOffset="38244.21">20138 2979 251 0,'0'-19'153'16,"7"0"-40"-16,-7 19-9 15,23-26-5-15,-4 26-12 16,-19 0-32-16,22 21-47 16,-11 19-7-16,-4 24 1 15,-4 27-4-15,-3 22 3 16,-10 25-6-16,-6 16 6 15,-6 21-7-15,-4 5 11 16,3-8-9-16,1-22 9 16,4-22-5-16,9-17 7 15,9-30-8-15,13-22 1 0,9-29-1 16,8-23 0-16,11-21 2 16,4-16-3-16,2-16 0 15,-5-13-2-15,-4-14 4 16,-8-8-1-16,-11-4 6 15,-9-3-4-15,-13 6 1 16,-16 10-4-16,-7 9 2 16,-11 11-3-16,-4 11 5 15,2 10-5-15,3 8 1 16,3 9-4-16,10 4 3 16,8-4 0-16,11-2 2 15,11-4-2-15,12-6 1 16,14-7 2-16,9-4 0 0,7-2 2 15,10-3 2-15,5 4 1 16,3 12 1-16,1 16-4 16,-5 13 0-16,-8 16-1 15,-6 16-2-15,-11 15 1 16,-12 16-1-16,-10 6 4 16,-13-2-6-16,-6-6 8 15,-6-9-4-15,-1-10 4 16,-3-12-3-16,3-14 1 15,10-19-5-15,-10-19 1 16,13-12-2-16,7-12-5 16,6-13 4-16,3-10-1 15,14-3 2-15,7-5-3 0,5 5 5 16,4 5-5-16,12 10 7 16,-2 9 2-1,1 21 0-15,-4 13-5 16,-8 20 3-16,-8 17 0 0,-8 12-2 15,-6 12 1 1,-7 4-2 0,-9 5-1-16,2-6 1 0,-5-1 2 0,4-14 3 15,-3-8 0-15,6-9-1 16,2-11-1-16,6-8 1 16,4-9-1-16,4-12-1 15,0-9 0-15,4-8-3 16,-1-11 0-16,0-5 4 0,-7-3 1 15,-7 6 2-15,-12 1-2 16,-14 11 2-16,-12 10-1 16,-10 11 0-1,-13 14 0-15,-5 11-3 0,-1 10-3 16,-1 2 0-16,11 3 1 16,5-3-1-16,14 1-1 15,12-4 0-15,7-18 0 16,29 17 2-16,8-21 0 15,8-4 3-15,7-8-2 16,9 2-1-16,1-5 3 16,2 4 1-16,1 3-1 0,-6 8-1 15,-7 9 0-15,-7 9-2 16,-12 14 1 0,-7 6-3-16,-10 10 3 15,-10-1-2-15,-9 5 2 16,-4-1 1-16,-2-5 6 0,-5-6-4 15,4-10 4-15,1-5-1 16,9-21 1-16,0 0-7 16,0 0 0-16,13-16-1 15,0-10-5-15,10-12 6 16,0-5-6-16,10-6 3 16,1 3-2-16,6 4 9 15,5 2-1-15,4 11 1 16,-7 13 0-16,-1 16-1 15,-4 14-2-15,-4 10-1 16,-6 8 2-16,-6 4-3 16,-5 7 0-16,-4-5-3 0,-2-3 4 15,-3-6 0-15,-1-6 4 16,-3-8-2-16,-3-15-2 16,0 0 1-16,17 4 0 15,-17-4 0-15,20-29-1 16,-8 4-1-16,9-2-2 15,1-5 4-15,4-2 0 16,2 3 1-16,1 1 2 16,1 11 2-16,3 11 0 15,2 11-1-15,-2 13-1 16,0 8-2-16,-2 12 0 16,2 6 0-16,0 1 5 15,-2 5-8-15,2 3 5 0,-3-12-4 16,-4-4-22-16,3-6-78 15,-6-9-22-15,8-17-36 16,2-8-12-16,-4-25 5 16,6-4 53-16</inkml:trace>
  <inkml:trace contextRef="#ctx0" brushRef="#br0" timeOffset="39996.46">24158 3986 310 0,'-8'-22'186'0,"11"-16"-41"0,16-19-47 16,16-9-15-16,12-19-29 15,7-12-60 1,1 0 7-16,4 7-6 16,-10 11 9-16,-7 9-3 0,-13 13 5 15,-17 17-3-15,-20 23 1 16,-18 22-2-16,-14 14-1 16,-6 6-4-16,1 4-5 15,4-1-1-15,4 6-1 16,8-1 2-16,17-2 2 15,8-1 2-15,20-6-1 16,6 0 5-16,8-1 3 16,3-1-1-16,0 3-1 0,5-3 0 15,-5 1-4-15,-2-4-1 16,-5 1-1-16,-8-1-1 16,-3 2 0-1,-4 0 3-15,-6-4-1 0,2 1 1 16,-4-3 1-16,1 1 1 15,-4-16 3-15,12 26 2 16,-12-26 2-16,22 17 2 16,-8-14-1-16,9-4 2 15,6-4-1-15,10-4 0 16,6-8-2-16,3-6-3 16,4-8-1-16,4-7-2 15,5-5 0-15,-2-2-2 16,-7 1 2-16,-7 4 1 15,-9 9-3-15,-8 5-3 16,-11 7 7-16,-17 19-2 0,0 0 0 16,0 0-1-16,-32 33-2 15,9-7-2-15,-3 5 3 16,3 6 0-16,1 6-6 16,3 0 3-16,8-1-1 15,8-2 5-15,6-4 4 16,11-5 0-16,9-8 4 15,4-6 1-15,13-10-1 16,6-7 0-16,6-9 0 0,3-5-2 16,-1-8-3-1,5-8-1-15,0-6-2 16,-2-6 0-16,2-3-1 16,-7 0 2-16,0 4 2 0,2 5-1 15,-7 4 0-15,2 8-4 16,-8 16-2-16,1 13 2 15,-5 12-1-15,-8 4-3 16,-1 7-1-16,-6 4 2 16,-4 5 1-16,-10-1 8 15,-4 0 1-15,-11-3 1 16,-5-5 1-16,-4 3 3 16,-6-7 1-16,-4-3-2 15,-4-5-2-15,1-1-2 16,-1-8-1-16,7-2-2 15,1-3-1-15,-1 0-1 16,8-2-5-16,15 0-2 0,-18 0 1 16,18 0-2-16,0 0 2 15,0 0 5-15,0 0 0 16,18-5 2-16,-18 5 1 16,34-5 3-16,-8-1-1 15,7-2 1-15,9-3-3 16,10-6-1-16,7-2 1 15,9-4-2-15,7-4 0 16,3-4 1-16,-4-2 3 16,-3-2-3-16,-10 4 3 15,-5 7-5-15,-15 1-2 16,-11 6 8-16,-30 17 0 16,10-17-1-16,-10 17-1 0,-36 17 0 15,6 2-4-15,-1 0 0 16,-2 7 1-16,0 2-8 15,7 3-2-15,4 0 3 16,9 0 1-16,10-1 6 16,15-4 4-16,11-4 1 15,10-6 2-15,15-8 1 16,8-6 2-16,11-5-2 16,5-11 1-16,2-5-7 15,-3-11-2-15,4-11-1 16,-4-10 3-16,-5-11 0 15,-5-14 2-15,-9-11-4 16,-7-6 3-16,-3-1-2 0,-13 3 0 16,-6 8 0-16,-13 6 3 15,-10 20 8 1,-10 12-11-16,-6 16 10 16,-3 15-13-16,0 12 1 0,-7 14 3 15,0 11-4-15,0 12-2 16,0 10-10-16,3 13 9 15,1 8-6-15,1 7 8 16,-2 1 4-16,4 6-4 16,7-7 3-16,9 1-3 15,3-12 3-15,8-4-2 16,13-7 2-16,7-9 1 0,8-11 0 16,13-7 0-16,3-5 1 15,4-10 3 1,-2-5-1-16,1-3-21 15,-10-11-86-15,-1-2-50 16,-6 0-16-16,-12-14 7 0,-7-2-6 16,-12-10 91-16</inkml:trace>
  <inkml:trace contextRef="#ctx0" brushRef="#br0" timeOffset="40212.61">27113 3175 522 0,'0'0'181'0,"26"15"-27"15,3-4-112 1,3-4-41-16,1-2-1 0,0 0-1 16,-4-7-36-16,2 6-84 15,-5-1-51-15,-8-3-14 16,1 4-5-16,-19-4 0 15</inkml:trace>
  <inkml:trace contextRef="#ctx0" brushRef="#br0" timeOffset="41947.85">28708 3339 272 0,'0'0'194'0,"4"-17"-7"16,-4-2-88-16,0 19-34 15,-7-23-5-15,7 23-33 16,-23-3-20-16,4 4-16 0,0 6-1 16,-7 6-6-16,3 7-3 15,2 3 12-15,-1 3 4 16,6 3 0-16,9 1 0 15,4-1 3-15,10 0-1 16,7 1 2-16,8-4 0 16,6 2 1-16,5-4-1 15,0 0 0-15,-4 0-3 16,-1 0 0-16,-10 1-3 16,-6-5 2-16,-16 1 0 15,-4-3 1-15,-10-1-2 16,-8-3 2-16,-2-6 4 15,-1-1-2-15,-4-3 2 0,0-4-2 16,5-2 0-16,2-1 0 16,7-1 2-16,2 1-4 15,17 3 3-15,-16-4 5 16,16 4 0-16,0 0 4 16,16 2-1-16,6 0-1 15,11-6 1-15,9 2 1 16,7-6-3-16,10-1-3 15,8-5-1-15,8-6-4 16,3-3 2-16,5-6-2 16,-5-8 1-16,1-9 1 15,-5-10 2-15,-3-4-2 16,-3-11 3-16,-9-11-4 0,-3-10 3 16,-8-3-7-16,-10 4 1 15,-15 7 8 1,-9 8-7-16,-9 12 9 15,-10 16-10-15,-13 15 11 0,-9 17-12 16,-13 25 16-16,-5 13-10 16,-4 13-15-16,-3 15 9 15,3 9-10-15,4 14 8 16,4 5-9-16,8 13 9 16,7-2-10-16,13-3 10 15,6-6 5-15,14-4-2 16,6-10 5-16,13-9 0 0,7-9 2 15,8-16-1-15,11-8 4 16,9-10-1 0,5-7 1-16,2-9-2 15,6-5-1-15,-2-12 0 16,-1-5-3-16,0-9 2 0,-9-4-3 16,-8 6-3-16,-10-2-3 15,-17 2 7-15,-6 2-2 16,-17 8 0-16,-4 21 0 15,-37-14 0-15,4 18-2 16,-5 4 5-16,2 4 0 16,-3 4-8-16,6 3 1 15,7 2-2-15,7-2 0 16,7 0 0-16,5 0 2 16,7-2 0-16,7-1 2 15,2 1 1-15,5-1 3 16,-2-1 1-16,3 1 0 0,3-4 0 15,-3 0 3-15,5-5-1 16,-3 2 1-16,5-6 0 16,4 1 0-16,4-4-1 15,5-2 1-15,1-2-1 16,6-3 0-16,3-5 0 16,4-5-1-16,-1-5 0 15,4-11-1-15,0-12 2 16,0-11-2-16,4-9 3 15,-6-12-5-15,2-7 2 16,0-6-2-16,1-4-1 16,-12 6 5-16,-4 10-8 15,-11 12 12-15,-7 11-8 0,-12 11 10 16,-7 15-12-16,0 29 10 16,-30 0-9-16,1 22-8 15,-4 15 8-15,-2 8-14 16,2 17 10-16,-5 7-12 15,5 11 9-15,7-2-9 16,7 7 9-16,8-9 3 16,11-3-1-16,4-11 4 15,15-3-3-15,10-11 6 16,4-8 1-16,9-11 3 16,3-15 1-16,7-5 1 15,0-12 1-15,4-6-2 16,-4-7 0-16,0-6-3 0,-7-4-1 15,-7 0-7-15,-8 7 4 16,-15 2 8-16,-4 1-1 16,-11 16-2-1,0 0-2-15,-26-10 0 0,0 22 0 16,0 3 3-16,-4 3-6 16,2 2-9-16,2 8-2 15,6 0 3-15,7-2 2 16,6 0-1-16,14-4 2 15,6 1 2-15,7-4 3 16,12-4 4-16,4-4 1 16,6-6 2-16,3-7-1 15,4-3 2-15,-1-7-1 0,4-6-2 16,-12-1-21-16,-5-8-71 16,-9 1-37-1,-12-4-30-15,-21-4-8 0,-12-1-7 16,-25-12 12-16</inkml:trace>
  <inkml:trace contextRef="#ctx0" brushRef="#br0" timeOffset="42119.97">29590 3150 91 0,'-30'6'121'0,"30"-6"-24"15,0 0-104-15,33 10-69 16,16-12-24-16,0-17-5 16,25 9 85-1</inkml:trace>
  <inkml:trace contextRef="#ctx0" brushRef="#br0" timeOffset="42376.15">30946 2995 372 0,'34'0'174'16,"-8"-6"-18"-16,4-1-59 0,8 9-41 15,5-2-56-15,10-3 0 16,7 1-1 0,11-1-1-16,14-4-1 15,6 1 1-15,6 0 1 0,4-3-2 16,-4 4-33-16,-7-6-34 15,2 10-34-15,-17 1-27 16,-14 0-28-16,-13 5-2 16,-22-5-6-16,-26 0 153 15</inkml:trace>
  <inkml:trace contextRef="#ctx0" brushRef="#br0" timeOffset="50640.03">12461 5432 153 0,'0'0'81'16,"0"0"27"-16,14-23-3 0,-14 23-7 16,3-17-11-16,-3 17-11 15,0-26-7-15,0 26-7 16,-10-36-15-16,1 15-34 15,-8-5-6-15,-3 0 0 16,-6 0 2-16,-7 7 5 16,-5 5 1-16,-3 11-4 15,-3 15 0-15,-1 19-1 0,-3 17-3 16,2 16 0-16,5 9-4 16,1 5-4-1,12 3-3-15,7-3 1 16,9-10-3-16,9-16-2 15,13-16 3-15,9-17-4 0,11-15-3 16,8-13 1-16,7-14 1 16,4-9 3-16,-1-10 1 15,1-5 4-15,-6-5-3 16,-5 0 5-16,-8 4 5 16,-8 6 0-16,-6 10 8 15,-6 6-5-15,-6 10 0 16,-4 16-1-16,-7 17 0 0,0 11 1 15,4 8-1 1,-1 6-2-16,4 3-11 0,7 0 3 16,3-4-3-1,9-8 0-15,4-12-2 0,10-11 1 16,2-10-4-16,1-10 2 16,13-14 5-16,-4-11 1 15,7-12 3-15,0-11 0 16,0-12 4-16,2-7-3 15,-5-7 5-15,-1 0-5 16,-11 4 4-16,-4 9-2 16,-11 10 10-16,-6 16-8 15,-9 14 3-15,-7 31-2 0,0 0 0 16,-4 21 0-16,-3 22-1 16,-1 14 1-1,-3 18-12-15,4 10 8 16,2 3-3-16,2 0 5 0,8-5-5 15,2-7 1-15,7-13-6 16,5-15 0-16,7-18-1 16,5-16-1-16,5-14-2 15,3-16 1-15,4-15 2 16,2-16 2-16,7-14 5 16,0-15 1-16,-3-7 4 15,-4-5-2-15,-3 0 3 16,-9 5-3-16,-11 10 10 15,-10 16-8-15,-8 13 3 16,-8 17-2-16,4 27 1 16,-26-2-1-16,7 28 0 15,-3 19 1-15,-1 14-11 0,8 15 8 16,1 9-5-16,7 11 4 16,10-1-4-16,8-1 3 15,4-4 0-15,8-8-3 16,3-14 0-16,7-13-7 15,5-11 2-15,-2-14-5 16,10-11-73-16,-8-19-65 16,9-19-31-16,6-10 0 15,0-14-4-15,9-5 4 16</inkml:trace>
  <inkml:trace contextRef="#ctx0" brushRef="#br0" timeOffset="52452">15333 5479 5 0,'33'-2'109'16,"-17"-22"-31"-16,7-9-11 15,3-11 27-15,0-14 10 16,0-3-3-16,0-8-4 16,3 6-17-16,-10 3-3 15,4 15-2-15,-13 3-24 0,-1 18-32 16,-9 24-9-16,0 0-1 16,-19 14-1-16,3 17 4 15,2 12-10 1,6 9-6-16,4 12-1 0,4 4 5 15,7 1-3-15,-2-3 3 16,9-4-2-16,-1-8 3 16,0-11-4-16,-4-10 3 15,-2-11-2-15,-7-22 1 16,0 18 2-16,0-18 0 16,-26-18 1-16,3 1 0 15,-6-7 0-15,-2 0 0 0,-6-2 2 16,4 2-1-16,-1 4-2 15,7 5-1 1,5 6 2-16,6 8-2 16,16 1-2-16,-3 17-1 15,3-17-2-15,38 26-1 0,-5-14 0 16,9-5 0-16,10-7-3 16,12-9 0-16,2-10 3 15,9-10 0-15,4-11 2 16,-4-9-1-16,0-8 3 15,-4-7-2-15,-9-3 0 16,-4-8-1-16,-12-1 1 16,-7 7 6-16,-13 7 0 0,-7 10 9 15,-9 8-6 1,-6 15 3-16,-4 29-1 16,0 0 3-16,0 26 0 15,-4 17-5-15,4 13 0 0,-3 8-9 16,6 12 4-16,-3 3-3 15,0 5 3-15,0-7-3 16,-3-6-2-16,-4-8 1 16,0-11 0-16,2-11 1 15,-6-11 7-15,4-15-7 16,7-15-2-16,0 0-1 16,-5-36 1-16,10 1-3 15,9-6 3-15,5-4-1 16,7 1-4-16,13 1 7 15,9 5 4-15,4 7 0 16,11 7 2-16,4 5 0 16,1 3-1-16,-9 6 0 0,-2-1-1 15,-13 6 3-15,-10 0 6 16,-7 3-6-16,-27 2-1 16,13 9 0-16,-13-9-1 15,-17 36 1-15,-6-6-1 16,-3 8-3-16,-5 3-6 15,5 4 8-15,-3 0 2 16,6-2 5-16,4-6-5 16,9-8-3-16,6-8-4 15,4-21 0-15,16 14-2 16,1-18 0-16,2-6-3 16,4-7-3-16,-1-2 3 15,1-4 4-15,-1 1 5 0,1 1 1 16,-9 4 3-16,-14 17 3 15,22-21 1-15,-22 21-1 16,0 0 0-16,20 5-2 16,-20-5-1-16,19 14-3 15,-19-14-4-15,29 9-4 16,-3-13 0-16,-3-6 0 16,3-8 0-16,7-9 0 15,5-10 3-15,2-8 0 16,5-10 2-16,0-11-3 15,0-8 1-15,0-8 4 16,-8-2 1-16,-6 6 10 16,-8 5-4-16,-9 12-2 0,-11 11-3 15,-10 19 7-15,7 31-4 16,-33-9-1-16,5 37-2 16,-1 15-6-1,-1 14 7-15,4 14 1 0,0 11 1 16,4 8-3-16,6 5 3 15,6-2-2-15,3-6 4 16,10-7-1-16,8-11-7 16,4-14 0-16,8-10-2 15,10-12 0-15,8-16-2 16,5-11-2-16,13-13-2 16,0-12-3-16,5-12 4 15,4-11 1-15,-3-6 4 0,-4-8-1 16,-5 4 6-16,-8 4 3 15,-13 8 6 1,-9 7-8-16,-12 12 2 16,-14 21-1-16,0 0-1 0,-10 16 0 15,-9 10-2-15,3 7-4 16,-1 6-3-16,4 3 9 16,6 1 1-16,4-1 3 15,10-4-1-15,5-7-3 16,9-5-1-16,7-7-3 15,5-9-2-15,5-8-4 16,5-9-3-16,2-8-1 0,4-8 2 16,-4-4 2-16,7-3 2 15,-3-3 4-15,-4 4 3 16,-3 3 3 0,-6 7 7-16,-3 8-2 0,-7 8-2 15,-3 6-2-15,-4 8-2 16,-4 8-1-16,-8 3-1 15,0 6-4-15,-7 7-5 16,-3-1 3-16,-8 6 1 16,-11 0 5-16,-13 3-2 15,-5-1 2-15,-12-4 0 16,-9-4 2-16,6-4-26 16,-6-16-64-16,9-6-31 0,9-15-22 15,11-17-14-15,15-9-14 16,8-20-4-1</inkml:trace>
  <inkml:trace contextRef="#ctx0" brushRef="#br0" timeOffset="52709.18">17318 4907 426 0,'0'0'186'16,"55"0"-27"-16,9-10-79 16,14-11-59-16,16 2 8 15,7-7-32-15,3-2 5 16,0-1-7-16,-7 0 3 16,-10 6-50-16,-12-3-31 0,-6 12-34 15,-15 6-26-15,-11 2-22 16,-8 13-8-16,-5-7 14 15</inkml:trace>
  <inkml:trace contextRef="#ctx0" brushRef="#br0" timeOffset="57080.28">20683 5162 381 0,'7'-23'129'15,"0"4"-7"-15,-7 0-12 16,0 19-21-16,-17-27-15 15,1 21-29-15,-13 6-38 16,-9 7-10-16,-6 12 0 16,-4 12 2-16,-10 11 0 15,-1 10-1-15,4 5-3 16,6 2 1-16,7-4-1 16,16-5 2-16,14-8 0 15,12-14 3-15,19-11 1 0,11-14 0 16,12-9 3-16,10-7 2 15,3-6 1-15,2-5 1 16,-1-5 1 0,-7 1-2-16,-4 4-1 0,-9 1-5 15,-10 8-5-15,-10 3-3 16,-16 12 0-16,15-2-3 16,-15 2-1-16,0 31 1 15,0-8 0-15,0 1 7 16,7 0 5-16,4-1 4 15,4-4 1-15,8-9 1 16,6-12 0-16,10-8-2 16,1-18 3-16,8-8-3 0,1-14 0 15,5-9-4 1,1-11-1-16,1-11-3 16,-8-5-2-16,-6-4 1 15,-6-2-4-15,-10 4 1 0,-6 10-6 16,-14 7 5-16,-2 17-3 15,-11 19 3-15,7 35 1 16,-36-5 0-16,10 42-1 16,-1 18 5-16,5 16 5 15,-1 12-3-15,8 9 1 16,4 1-1-16,11-3 2 16,11-7 0-16,8-17 5 15,14-12-1-15,5-18 1 16,7-13 3-16,4-20-1 15,3-8 1-15,-4-11 2 16,4-6-5-16,-6-8 0 16,-3 1-3-16,-8 5-7 0,-9 1-7 15,-11 11-2-15,-15 12 1 16,21 4-2-16,-21 11 2 16,4 9-1-16,-3 4 3 15,3 3 3-15,6 0 11 16,6-1 0-16,3-8 4 15,7-8 0-15,7-9 1 16,4-12 1-16,1-6-3 16,3-13 2-16,4-7-5 15,-8-7-1-15,-1-5-6 16,-11-5-2-16,-8-2-5 16,-8 7 2-16,-18 7-3 15,-10 8 1-15,-11 8 1 0,-13 13-1 16,-2 13 4-16,-4 9 2 15,1 10 2-15,3 6-3 16,6 1 3-16,13 1 0 16,9-2 1-16,12-3 3 15,10-5 2-15,-5-21 2 16,40 19 1-16,-5-24 1 16,8-5 0-16,6-8-1 15,4-4-4-15,6-4-1 16,4 0-6-16,-6 3-1 15,-1 8-5-15,-11 10 0 16,-9 6-1-16,-8 13 2 16,-7 9 0-16,-9 6 0 0,-5 4 2 15,-7 5 2-15,0-2 3 16,0-3 1-16,-3-3 0 16,3-6 0-1,0-7 4-15,0-17 5 0,3 18 3 16,-3-18-1-16,19-11 0 15,-3-6 0-15,10-6-1 16,3-6 0-16,8-1-3 16,1-1-7-16,4 2-5 15,1 8-2-15,-1 6-2 16,-4 15-1-16,-9 6 0 16,1 12 0-16,-11 4 2 0,4 3 1 15,-6 0 6-15,5-5 4 16,5-3 4-16,-1-10 2 15,5-9-2-15,5-10 2 16,6-9-1-16,3-7-1 16,7-10-3-16,-3-3 0 15,3-4-3-15,-7 3-4 16,-9 6-5-16,-6 5 3 16,-14 10-3-16,-16 21 1 15,0 0-1-15,-33 7 0 16,-2 17 0-16,2 6 2 15,-4-1 6-15,10 4-6 16,1-2 4-16,8-3 2 0,13-7 4 16,7-6 3-16,-2-15 1 15,29 9 1-15,-10-11 0 16,6-5 2 0,1-2-3-16,-2-3-3 0,2 2-7 15,-3 1-6-15,-3 8-2 16,-4 11 1-16,0 9 1 15,-2 17-3-15,-2 13 3 16,-2 20-1-16,-6 12 6 16,-1 27 3-16,2 9 2 15,-6 6-2-15,-6 4 1 16,-4-4 1-16,-8-9 2 16,-3-14 0-16,-8-11 1 0,-3-27-5 15,-5-24 4 1,1-26 6-16,3-19 0 15,-6-29 0-15,12-20-3 16,5-23 1-16,16-20-3 0,11-17 4 16,15-3-3-16,19-6-4 15,14 6-4-15,14 3 1 16,14 10 0-16,9 18-46 16,-3 8-65-16,8 20-43 15,-2 15-24-15,-5 5-3 16,-2 12 4-16,-9 4 60 15</inkml:trace>
  <inkml:trace contextRef="#ctx0" brushRef="#br0" timeOffset="57664.7">24528 4928 360 0,'18'28'141'0,"-3"12"-26"16,1 3-12-16,1 11-18 15,-5-1-20-15,7 3-30 16,-5-4-35-16,2-6 0 16,-6-9-1-16,2-11 4 15,-5-7 0-15,-7-19 0 16,0 0 0-16,20-2 1 16,-14-15-2-16,5-8-1 15,-2-4 0-15,1-2-3 16,6 1 0-16,-3 4 3 15,3 4 2-15,0 10-1 16,3 7 0-16,-2 10 1 0,-1 7-3 16,-1 5 1-16,-1 6-2 15,2-1-3-15,-6 2-3 16,-3-3 1-16,2-2 1 16,-9-19 4-16,7 23 3 15,-7-23 0-15,0 0 0 16,0 0 0-16,19-18 1 15,-9-2 0-15,6-6-1 16,0-7-5-16,1-4 0 16,6 1 1-16,3 0 1 15,-4 3 0-15,1 5 4 16,3 7 2 0,-4 9 2-16,1 11 0 0,-7 6-3 0,4 10-1 15,-7 10-3-15,-3 7 0 16,-1 7-3-16,-6 2-2 15,-3 4-4-15,-3-3 3 16,-1-3 3-16,-5-6 4 16,-1-5-39-16,-6-14-73 15,16-14-39-15,0 0-19 16,-19-28 0-16,25-1-7 16,-3-20 73-16</inkml:trace>
  <inkml:trace contextRef="#ctx0" brushRef="#br0" timeOffset="57809.81">25335 4504 332 0,'0'0'181'0,"-27"-10"-32"0,9 18-147 16,10 15-63-16,-6-8-57 16,10 8-61-16,4-6 1 15,11 4 51-15</inkml:trace>
  <inkml:trace contextRef="#ctx0" brushRef="#br0" timeOffset="58440.25">25742 4696 218 0,'3'61'175'0,"2"5"-31"16,-1 8-49-16,-10-7-6 15,3 6-8-15,-16-12-15 0,-2-4-26 16,-1-9-37-16,-5-8 1 16,1-7-5-16,4-12 3 15,22-21-2-15,-23 17 1 16,23-17 0-16,11-24 0 16,11 0 2-16,8-6-2 15,11-8 3-15,8-2-4 16,3-5 1-16,7-5-2 15,5-4-2-15,4-3 2 0,-5-3-3 16,-3-1 6 0,-11 8-8-16,-9 2 5 15,-12 10-1-15,-11 4 4 16,-12 15-1-16,-5 22 1 0,-35 7-4 16,6 21 2-16,-4 13 5 15,-2 11-5-15,-1 9 0 16,1 8-4-16,2 4 5 15,11-4-6-15,6-5 4 16,6-11-7-16,6-8 3 16,8-10 5-16,6-12-1 15,6-8 1-15,10-10 0 16,3-6 1-16,9-10 2 16,-1-3 0-16,4 1 0 15,1-3-4-15,-5 4-2 16,-3 3 0-16,-4 7 0 15,-8 9 1-15,-4 11 0 0,-3 6 0 16,-3 5 0-16,-1 4 1 16,1 2 0-16,5-2 1 15,-1-6 1-15,7-7 1 16,10-7-74-16,1-14-59 16,10-15-32-16,9-1-7 15,6-14-2-15,9-2-5 16</inkml:trace>
  <inkml:trace contextRef="#ctx0" brushRef="#br0" timeOffset="64471.54">27943 5202 31 0,'-26'5'81'0,"10"3"-7"15,16-8 13 1,-26 11 23-16,26-11-5 16,0 0-5-16,0 0-5 0,16 2-8 15,16-4-19-15,3-7-19 16,21 2-26-16,10-5-18 15,8 0-2-15,6-4 0 16,9 3 0-16,1-1-1 16,-3 2-1-16,-9 1 0 15,-10 1-1-15,-13 6-1 16,-10 1-1-16,-15 3-3 16,-8 0 0-16,-22 0 3 15,0 0 4-15,0 0-102 16,0 16-60-16,-19-18-15 15,0 5 2-15,-14-4-4 16,7 4 48-16</inkml:trace>
  <inkml:trace contextRef="#ctx0" brushRef="#br0" timeOffset="105284.76">2287 9069 67 0,'-16'-25'44'0,"6"6"5"16,-9-1 7-16,3 2 11 16,-10 6 24-16,0 0 4 15,-3 5-4-15,-6 0-6 16,2 7-7-16,0-3-11 16,3 4-10-16,-4-1-16 15,15 0-32-15,-2 0-8 16,21 0-1-16,-16 0 2 15,16 0 0-15,0 0 2 16,0 0 0-16,19-19-1 0,-1 14 0 16,9-2-1-16,-1 4-2 15,11 1-2-15,-4 6 0 16,2 6 0 0,1 6-1-16,-5 11 0 0,-5 4 3 15,-8 9-2-15,-6 7 3 16,-5 1-2-16,-4 3 2 15,-10 1-2-15,-3-1 2 16,-6-2-2-16,-6-2 1 16,-4-4-3-16,-4-5 2 15,-1-5 1-15,1-5-1 16,4-6-1-16,4-6-1 16,4-6 1-16,18-10 1 0,-19 7 3 15,19-7-1-15,0 0-1 16,23-19 1-16,-4 7 0 15,7 1 1-15,4-1 0 16,6 2-3-16,6 5-1 16,3 5 0-16,3 8 1 15,-2 6-2-15,-3 10 1 16,-1 6-2-16,-8 5 3 16,-4 4-3-16,-8 5 4 15,-15 1-3-15,-10 3 3 16,-9 1-2-16,-14-3 3 15,-11-1 0-15,-11 0-1 16,-13-3-1-16,2-8 1 0,-5-2-48 16,12-8-57-1,3-5-37-15,9-19-19 16,24-5-2-16,6-21-4 16,31-7 78-16</inkml:trace>
  <inkml:trace contextRef="#ctx0" brushRef="#br0" timeOffset="105828.15">2773 8700 231 0,'-28'-14'127'15,"2"4"-10"-15,4-1-13 16,4 6-12-16,18 5-8 15,-19-10-12-15,19 10-21 0,0 0-38 16,16 5-14-16,1 0 2 16,9 9-1-1,5 8 3-15,6 8-1 16,8 10 2-16,4 13-3 16,6 13 2-16,2 9-3 0,-1 11 2 15,-4 11-2-15,-3 9 2 16,-8 11-3-16,-15 11-1 15,-15 6 1-15,-22 6 3 16,-23-3-2-16,-18-2 0 16,-23-9 0-16,-15-8 1 15,-18-14 0-15,-12-13 2 16,-13-18-1-16,-10-18-8 16,4-13-93-16,2-7-52 15,-5-20-18-15,15-3-7 16,-1-24-7-16,24 0 55 15</inkml:trace>
  <inkml:trace contextRef="#ctx0" brushRef="#br0" timeOffset="108460.18">21751 627 132 0,'0'0'53'16,"0"0"7"-16,0 0 1 0,0 0-6 16,0 0 3-16,0 0-4 15,0 0-6-15,0 0 1 16,0 0 9-16,0 0 0 15,0 0-1-15,0 0-10 16,35-70-9-16,-35 70-8 16,0 0 2-16,0 0-15 15,0 0-16-15,0 0 4 16,0 0-1-16,0 0 3 16,7-78-5-16,-7 78 7 15,0 0-6-15,0 0 3 16,0 0 6-16,0 0-13 15,0 0 3-15,0 0 1 0,0 0 0 16,0 0-3-16,0 0 2 16,0 0 0-16,0 0-3 15,0 0 6-15,0 0-3 16,0 0-5-16,0 0-61 16,-49 85-35-16,49-85-22 15,0 106-5-15,0-106 0 16,7 105 0-16,-7-105 0 15,15 75 6-15</inkml:trace>
  <inkml:trace contextRef="#ctx0" brushRef="#br0" timeOffset="109809.14">21838 886 237 0,'0'0'106'0,"55"-79"12"0,-55 79-11 16,19-75-5-16,-19 75-13 15,11-78-15-15,-11 78-23 16,0-69-17-16,0 69-22 15,0 0-5-15,0 0-3 16,0 0 3-16,0 0 2 16,0 0-5-16,0 0 1 15,0 0 2-15,-21 114-3 16,21-114-6-16,-9 153 11 16,2-56-3-16,-3-6-9 15,5 6 8-15,-9-3-9 16,5-6 7-16,-1-12 4 15,-2-7 0-15,12-69-14 0,-14 103 8 16,14-103 5-16,0 0-10 16,0 0 6-16,0 0-26 15,0 0-40 1,-78-39-6-16,78 39-10 0,-32-129-18 16,22 52 8-16,-6-2 6 15,6 6 1-15,-6-1 20 16,16 74 37-16,-33-118 17 15,33 118 21-15,-48-99 23 16,48 99-2-16,-42-74 7 16,42 74 17-16,0 0 15 15,-33-78 5-15,33 78-9 16,0 0-13-16,78-42-6 0,-78 42-4 16,120-6-7-1,-46 12-17-15,12 8-16 16,4 12-3-16,4 7 3 15,-8 7 3-15,-1 7-4 0,-17 5 4 16,-68-52 7-16,97 117-5 16,-97-117 1-16,23 127 1 15,-23-127 1-15,-54 123-8 16,54-123 4-16,-137 110-7 16,47-63-2-16,-11-5 0 15,-3-9 0-15,-9-11-1 16,2-3 0-16,10-7-1 0,14-5-6 15,87-7-6-15,-123 0 0 16,123 0 2 0,0 0 0-16,0 0-8 15,0 0 5-15,113-90 9 16,-21 56 2-16,21-8 6 0,17 2-11 16,16-3 9-16,3 0-6 15,-3 1 7-15,-4 1-6 16,-10 1 2-16,-5-2-1 15,-13 6 3-15,-11-1 6 16,-18 3-5-16,-14 3 1 16,-71 31 2-16,104-47 3 15,-104 47 9-15,0 0-5 16,0 0 2-16,0 0-1 0,0 0 0 16,0 0 4-1,0 0-4-15,0 0-7 16,-85 76-8-16,85-76-9 0,-54 73 9 15,54-73 1-15,-26 78-7 16,26-78 4-16,0 0-6 16,23 81 10-16,-23-81-6 15,0 0 16-15,106 23-14 16,-106-23-5-16,101-25 7 16,-101 25-11-16,126-50 17 15,-55 19-9-15,7-2 7 16,4 0-13-16,8 2 18 15,8 0-6-15,2 8 10 16,1 4 5-16,0 11-11 16,-4 4-6-16,-7 9 7 15,-8 6 8-15,-11 6-8 0,-71-17 10 16,97 57-7-16,-97-57 7 16,26 75 2-16,-26-75 10 15,-52 79-17-15,52-79-4 16,-113 66-5-16,113-66 0 15,-137 43 0-15,137-43 0 16,-120 11 0-16,120-11-6 16,-74-19 1-16,74 19-25 15,0 0 14-15,0 0-2 16,45-96 0-16,-45 96 6 16,114-58 9-16,-39 26-4 15,5 7 4-15,8 4 15 16,-1 9-9-16,-2 5-11 0,-5 3 13 15,-11 11-10-15,-69-7 9 16,117 30 0-16,-117-30-1 16,78 41 2-16,-78-41 4 15,0 0-19-15,0 0-64 16,0 0-41-16,61 76-51 16,-61-76-14-16,0 0 7 15,0 0-12-15</inkml:trace>
  <inkml:trace contextRef="#ctx0" brushRef="#br0" timeOffset="109945.23">25158 751 83 0,'0'0'99'16,"0"0"-49"-16,0 0-66 16,0 0-32-16,0 0-24 15,0 0-21 1,0 0 91-16</inkml:trace>
  <inkml:trace contextRef="#ctx0" brushRef="#br0" timeOffset="110811.85">25533 957 401 0,'0'0'142'15,"0"0"-1"-15,0 0-26 16,0 0-18-16,70-57-23 0,-70 57-64 15,0 0-12-15,-82 0 0 16,82 0-6 0,-97 33-2-16,97-33 13 15,-111 48-2-15,111-48 3 0,-90 51 0 16,90-51-5-16,0 0-2 16,0 0-7-16,0 0 5 15,0 0 0-15,0 0 3 16,0 0-2-16,0 0-2 15,90 3 7-15,-90-3 5 16,97-40 7-16,-97 40-9 16,104-31-10-16,-104 31 12 0,97-17-1 15,-97 17 4 1,85 0-2-16,-85 0 2 16,0 0-1-16,91 81 0 15,-91-81 11-15,41 104-19 16,-41-104 0-16,21 139 0 0,-19-63 0 15,-7-2 0-15,-6-3 0 16,11-71 0-16,-38 125 0 16,38-125-5-16,-55 85 0 15,55-85 2-15,0 0 6 16,-101 15-6-16,101-15 2 16,-63-69-7-16,63 69 6 15,-38-125 2-15,31 49-9 16,11 0-1-16,13-2-4 15,14 7 9-15,-31 71 1 16,101-128 8-16,-101 128-11 16,134-93 15-16,-60 58-12 0,3 11 10 15,4 10-2-15,-6 16 1 16,-4 10-8-16,-71-12 8 16,127 48 1-16,-127-48-1 15,97 80 8-15,-97-80-6 16,59 83 2-16,-59-83-5 15,0 0 0-15,35 79-4 16,-35-79 0-16,0 0 0 16,0 0 0-16,0 0-4 15,0 0-17-15,0 0 15 16,71-84-5-16,-71 84 8 16,66-78-3-16,-66 78 9 15,87-80-8-15,-87 80 10 0,100-48 11 16,-100 48-10-16,111-7 1 15,-111 7-2-15,99 38 3 16,-99-38-2-16,92 79-6 16,-92-79 0-16,75 99 0 15,-75-99 0-15,52 116-16 16,-52-116-88-16,12 106-69 16,-12-106-2-16,-29 95-8 15,29-95 10-15,-80 73-5 16</inkml:trace>
  <inkml:trace contextRef="#ctx0" brushRef="#br0" timeOffset="111887.61">20817 1849 347 0,'-194'26'188'16,"27"0"-13"-16,38 7-78 15,37-11-29-15,32-6-12 0,60-16-17 16,0 0-42-16,74-28 2 15,39 9 9-15,36-11-13 16,49-2 4 0,38 2-2-16,44 1 12 0,34-4-14 15,33 9 14-15,23-1-10 16,22-2 3-16,20 9 3 16,13-1-10-16,9 4 9 15,10 3-9-15,4 3 14 16,-3-1 0-16,1-1-5 15,-11 3-9-15,-11-3 12 16,-11-10-4-16,-24-3 0 16,-23-2 2-16,-22-7-7 15,-37-7-9-15,-28 1 14 0,-39-5 1 16,-32-4-12 0,-39 8 13-16,-41-5-19 15,-36 5 14-15,-92 40-6 0,78-76 9 16,-78 76-22-16,-59-71 19 15,-15 38-13-15,-36-5 11 16,-27 2 0-16,-28-2 3 16,-26 1 1-16,-29-2-1 15,-23-1 12-15,-25-4-8 16,-16-4 10-16,-15 5-13 16,-15-1 12-16,-11-1-13 0,-8-6 5 15,-4 0-4 1,-5 1-4-16,6 7-3 15,-4 5 2-15,-1 0-2 16,1 3-2-16,3 13 1 0,2 9-4 16,5 13-2-16,2 9 6 15,11 7 3-15,6 11-3 16,9 8 2-16,14 10-1 16,19 3 1-16,15 11 2 15,18 0 4-15,19 9 0 16,19-3-5-16,23 3 3 15,19-4-3-15,26 2 2 16,13 0-4-16,20-6 5 16,16 1 4-16,81-61 3 15,-106 116-4-15,106-116 7 16,-49 112 4-16,49-112-2 16,4 108-9-16,-4-108 3 0,60 107-8 15,-60-107 0-15,120 107 7 16,-35-57-8-16,16 2 0 15,15-1-1-15,18-12 12 16,17-2-6-16,21-1-5 16,13-13 3-16,17-4-10 15,11 1 9-15,15-9-12 16,4-6 14-16,11-3-9 16,0-4 4-16,0-5 4 15,4 4-3-15,-4-8 13 16,-2-6-11-16,-5 0 2 15,-5-3-4-15,-9 0-60 16,-10-8-47-16,-11-7-25 0,-10-1 0 16,-7-2-9-16,2 0-13 15,-5-2-10-15</inkml:trace>
  <inkml:trace contextRef="#ctx0" brushRef="#br0" timeOffset="112534.07">30144 1120 207 0,'-77'-59'169'0,"77"59"-30"15,0 0-24-15,0 0-1 16,0 0-13-16,0 0-19 15,-69-9-50-15,69 9-16 16,0 0-20-16,0 0-2 0,-19 82 17 16,19-82-16-16,-16 78 8 15,16-78-9-15,-17 90 19 16,17-90-7 0,-16 74 14-16,16-74-25 0,0 0 8 15,0 0-5-15,0 0 1 16,0 0 1-16,0 0 0 15,0 0-8-15,0 0-10 16,0 0 23-16,-42-85-11 16,42 85 11-16,-13-102-16 15,13 102 19-15,-6-109-6 16,6 109 4-16,9-102 0 0,-9 102-3 16,30-85 1-16,-30 85-3 15,0 0 9-15,112-86-10 16,-112 86 0-1,115-30-2-15,-115 30 10 16,116-14-7-16,-116 14-4 0,108 6-68 16,-108-6-52-16,0 0-39 15,71 46-17-15,-71-46-2 16,0 0-2-16,-33 82 70 16</inkml:trace>
  <inkml:trace contextRef="#ctx0" brushRef="#br0" timeOffset="113735.93">29920 1130 271 0,'0'0'146'16,"0"0"-21"-16,0 0-9 0,0 0-3 16,0 0-31-16,123 26-22 15,-45-31-34-15,7-4-13 16,12-3-14-16,4-5-11 15,3-2 16-15,-7-2-13 16,-3-3 10-16,-7 0 12 16,-9 3-9-16,-7-2-3 15,-71 23 1-15,113-41 3 16,-113 41-3-16,75-30 18 16,-75 30-8-16,0 0-3 15,0 0-5-15,0 0 0 16,0 0 2-16,0 0 0 15,0 0-6-15,-77 13 0 0,77-13 0 16,0 0 0-16,-92 45 0 16,92-45 0-16,0 0-5 15,-71 58-14-15,71-58 12 16,0 0 1-16,0 0-4 16,-12 78 4-16,12-78 2 15,0 0-10-15,0 0 10 16,97 57 1-16,-97-57 2 15,83 30-15-15,-83-30 16 16,89 28 6-16,-89-28-6 16,71 33 21-16,-71-33-18 15,0 0 20-15,0 0-10 16,0 0 11-16,16 72-19 0,-16-72-5 16,-75 26 0-16,75-26 0 15,-113 21 0-15,113-21-1 16,-119 10-8-16,119-10-39 15,-101-5-43-15,101 5-10 16,0 0-15-16,0 0-11 16,-45-69 4-16,45 69-7 15,80-64 9-15,-80 64 53 16,130-78 52-16,-52 36 17 16,9 4 42-16,-9 0 3 15,7 7 29-15,-11 7 19 16,-2 5 19-16,-72 19-3 15,116-14-10-15,-116 14-2 0,85 19-22 16,-85-19-9-16,0 0-15 16,68 93-25-16,-68-93-19 15,15 84-4 1,-15-84-8-16,4 88 6 0,-4-88-11 16,-4 69 21-16,4-69-6 15,0 0 0-15,0 0-8 16,0 0 6-16,0 0 3 15,0 0-10-15,0 0 11 16,0 0-20-16,-71-111 11 16,71 111-4-16,-3-119 9 15,3 119-10-15,19-121 6 16,-19 121 1-16,36-92-2 0,-36 92 13 16,0 0-14-16,68-61 5 15,-68 61-3-15,0 0 0 16,78 54-4-16,-78-54 1 15,49 73 3-15,-49-73 0 16,48 86-4-16,-48-86-12 16,42 78 12-16,-42-78 2 15,0 0 0-15,49 80-13 16,-49-80 12-16,0 0-15 16,0 0 15-16,0 0 4 15,0 0-2-15,71-16 1 16,-71 16 3-16,0 0 14 0,85-92-13 15,-85 92 15-15,81-74-16 16,-81 74 0 0,80-66 4-16,-80 66-5 15,75-34-3-15,-75 34-2 16,0 0 4-16,0 0-1 0,74 57 1 16,-74-57 8-16,-5 92-14 15,5-92 8-15,-14 126-7 16,-1-53-70-16,-3 1-70 15,6 14-32-15,-7 2-7 16,2 9 6-16,-2 5-11 16</inkml:trace>
  <inkml:trace contextRef="#ctx0" brushRef="#br0" timeOffset="119159.33">5316 9214 197 0,'0'0'166'0,"23"-17"-1"16,-23 17-59-16,12-35-40 16,2 11 7-16,-6-12-9 15,6-3-19-15,-5-7-12 16,5-1-31-16,-4 2-3 15,-1-4 2-15,-6 8 1 16,-3 5 3-16,-3 11 2 16,3 25 2-16,-30-15 0 15,4 29 0-15,-5 10 1 16,-9 17-2-16,-2 10 0 16,-6 9-6-16,-1 9-2 15,4 2-1-15,5 4-4 16,9-6 1-16,8-1-4 0,9-10 2 15,18-2-3-15,6-6 3 16,16-2-4-16,13-8 3 16,2 2 3-16,11-2-1 15,0-6 3-15,4 1 0 16,-7-7 4-16,-8-4 3 16,-8-5 4-16,-10-2 0 15,-23-17-3-15,7 17 0 16,-28-17-2-16,-7-3 0 15,-15-4-2-15,-6-2-6 16,-3-3 1-16,-9 2 0 16,2 0 3-16,2 3-1 15,8 5 3-15,6 4-4 0,12 5-2 16,5 5 0-16,15 3-3 16,11-15-1-16,16 30-2 15,13-18 2 1,11-2-1-16,12-8 4 0,16-7 1 15,7-9 1-15,8-9 0 16,6-10 2-16,4-10-1 16,5-9 2-16,2-8-1 15,-3-11 1-15,-6-9 0 16,-10-8 1-16,-3-9 1 16,-6-4 0-16,-17-2 0 15,-10 0-5-15,-14 12 5 16,-10 11-1-16,-12 13 4 0,-9 18-1 15,-9 20 1 1,-5 22-4-16,-8 28 5 16,-4 22 2-16,0 19-3 15,0 21 0-15,0 21-6 0,3 12 3 16,1 16-2-16,2 1 2 16,5-7-3-16,4-8-1 15,4-12 1-15,4-20-1 16,1-22 1-16,-1-15-5 15,6-23 1-15,-3-26 2 16,0 0-2-16,16-28 1 16,-9-10-2-16,2-11 3 15,8-4 0-15,-1-3 4 16,6 1-1-16,4 3 2 0,4 7-2 16,4 5 3-1,11 14-2-15,4 5 0 0,3 8-1 16,7 2 0-16,5 3-2 15,2 1 2-15,-1-2-2 16,-5 4 1-16,-1-4 1 16,-14-1-1-16,-5 1 2 15,-12-3 1-15,-10 2 4 16,-18 10-1-16,0 0 0 16,-20-7 0-16,-6 17 0 15,-7 11-1-15,-8 7-2 0,4 8 0 16,-1 7-6-1,2 0-2-15,6 4 0 16,11-4-1-16,10-6 3 16,9-10-3-16,13-9 2 0,2-13-2 15,15-10 5-15,-1-6 2 16,4-9 0-16,5-5 2 16,-1-2-4-16,-2-1 4 15,-6 0-2-15,-3 8 2 16,-10 6 0-16,1 5-1 15,-17 9 1-15,16 3 0 16,-16-3 0-16,10 30 0 16,-5-6-3-16,6-3 0 15,4 1-1-15,3-3-2 16,4-3 1-16,1-6-2 16,6-10 3-16,3-7 2 15,1-12-1-15,0-7 3 0,1-12-2 16,3-10 1-16,-3-13 0 15,-1-6 1-15,-3-11-1 16,-4-5-3-16,-7-4 3 16,-3 4-1-16,-6 7 2 15,-6 12 3-15,-11 9 2 16,-4 18-1-16,-4 20 1 16,-5 22-2-16,-6 19 0 15,-3 18-1-15,-1 17-1 16,4 12-4-16,0 12-3 15,11 9 3-15,4 1-3 16,6-3 2-16,14 0-1 16,5-9-1-16,12-11 2 0,1-11-3 15,13-16 2-15,9-14-3 16,3-13 2-16,5-18-2 16,9-17 2-16,2-10 3 15,7-11-3-15,-1-7 4 16,-3-3-1-16,-6 0 3 15,-6 5-1-15,-11 8 2 16,-9 11 5-16,-17 9 0 16,-22 17 0-16,0 0 0 15,0 0-3-15,-9 35 1 16,-6-8-3-16,-3 1 0 16,3 1-10-16,4 1 2 15,11 1-3-15,4-7-1 0,10-1 2 16,5-9 0-16,7-4 4 15,3-7-2-15,3-4 5 16,1-6 1 0,-4-10-1-16,-3-6-68 0,2-6-42 15,-2-1-27-15,-12-10-17 16,1 6-3-16,-15-10-3 16</inkml:trace>
  <inkml:trace contextRef="#ctx0" brushRef="#br0" timeOffset="119392.5">7255 9032 449 0,'0'0'161'0,"31"-24"-4"16,13 5-78-16,16 2-45 15,11-6-32-15,8-1-8 16,11 0-91-16,2-1-46 16,-5-4-18-16,6 8-6 15,-15-6 1-15,8 9 25 16</inkml:trace>
  <inkml:trace contextRef="#ctx0" brushRef="#br0" timeOffset="121861.26">10121 8690 353 0,'-14'-32'154'16,"2"8"-40"-16,12 24-18 0,0 0-18 16,-7 23-17-16,7 20-21 15,3 21-26-15,-6 17-18 16,-1 15 7 0,-1 14-4-16,-9 11 4 0,-5 4-5 15,-3-5 1-15,-8-11-1 16,1-16 1-16,-1-17-1 15,4-17-1-15,7-21 0 16,7-19-3-16,12-19 3 16,-7-26-1-16,14-12 1 15,5-10 1-15,7-9 1 16,7-6 1-16,7 1 0 0,5 1 3 16,9 11-3-16,7 10 3 15,5 16-3 1,0 12-1-16,2 14 0 15,1 8 2-15,-5 6-2 0,2 3 0 16,-6 0 0-16,-1-5 1 16,-2-7-1-16,2-7 1 15,-3-9-1-15,-1-7-1 16,-4-6 2-16,1-9 0 16,-11-2 2-16,-4-2-1 15,-7-1 2-15,-10 1-1 16,-13 6 2-16,-6 5 0 15,-17 8 0-15,-10 14-1 0,-9 14-1 16,-13 13 0 0,-3 11-2-16,-1 11 1 15,0 5-3-15,6 1 1 16,4 1-3-16,16-7 2 0,7-9-2 16,16-9 1-16,10-12 0 15,0-17 0-15,36 7 1 16,-3-15 0-16,5-3 3 15,4-4-1-15,1-1 0 16,-1 2 0-16,0 4-1 16,-6 5 0-16,-5 5 1 15,-5 5 0-15,0 4-1 16,-3 1 2-16,-1 2-1 16,-1-2 0-16,2-4 1 15,3-6-2-15,5-9 1 16,2-5-1-16,9-8 1 15,1-9-1-15,2-9 2 0,4-9-1 16,0-8 2-16,-1-10-3 16,-3-10 4-16,-3-7-3 15,-9-5 2-15,2 3-4 16,-9 4 4-16,-4 8-5 16,-4 10 4-16,-6 15-1 15,-5 15 2-15,-7 34-3 16,0 0 2-16,-4 26 1 15,-3 19-2-15,-5 17 3 16,-2 14-5-16,2 13 4 16,-4 8-6-16,3-4 7 15,-3-6-6-15,6-11 4 16,1-14-4-16,2-15 3 0,3-14-1 16,4-33 2-16,0 0-1 15,0 0 0-15,26-25 0 16,-3-4-1-16,3-6 2 15,7 2-1-15,9-1 0 16,3 8-1-16,3 9 0 16,1 8 1-16,-4 12 1 15,-8 10 3-15,-6 11-1 16,-10 3 1-16,-16 12-1 16,-14 0 2-16,-17 3-2 15,-7-2 1-15,-8-4-3 16,-11-3 0-16,-1-11-2 15,-2-4-2-15,1-13-1 0,11-7-2 16,4-10 2-16,13-5 2 16,7-6-1-1,9-3-1-15,13 2 1 0,8 3 2 16,4 4 0-16,8 5 0 16,7 10-1-16,3 4-1 15,-2 8 1-15,2 4 0 16,0 3 0-16,-2-1 2 15,2 0-1-15,0-4 1 16,2-7 1-16,1-7-1 16,6-8 0-16,6-11 1 15,1-8 0-15,10-13 0 16,2-12 2-16,6-11-3 0,-1-13 3 16,2-9-1-16,-4-12 2 15,-1-1-4-15,-6-2 5 16,-5 3-4-1,-12 11 2-15,-5 14-3 0,-13 13 3 16,-4 16-1-16,-13 24 1 16,-5 21-1-16,-16 23-1 15,-6 18-1-15,-8 22 0 16,1 14 2-16,-3 15-6 16,3 10 3-16,3 4-3 15,7-2 3-15,12-6-4 16,10-9 4-16,10-15-3 15,9-13 3-15,8-16-1 0,10-18 1 16,5-18-1 0,7-16 2-16,5-19 1 15,5-12 0-15,3-16 2 0,-1-10-2 16,-2-1 2-16,-6-1-3 16,-7 5 2-16,-11 13 0 15,-12 11 3-15,-12 13-2 16,-14 24 1-16,0 0-1 15,-30 28-2-15,1 10 1 16,-4 7-1-16,-2 3-1 16,5 8-5-16,4-2 2 15,16-8-1-15,13-6 1 0,20-14 1 16,17-16 1 0,24-13 0-16,18-11 2 15,8-14 1-15,14-6-1 16,6-8-70-16,-3-1-68 0,-10-9-25 15,-6 14-1-15,-25-4-5 16,-6 15-1-16</inkml:trace>
  <inkml:trace contextRef="#ctx0" brushRef="#br0" timeOffset="128928.69">17960 7668 317 0,'0'-17'169'15,"0"17"-40"-15,0-26-10 16,0 26-22-16,3-17-23 0,-3 17-17 16,0 0-29-16,0 0-31 15,-7 36-1 1,-5 9-5-16,-7 24 3 16,-2 26 0-16,-7 28 2 0,-1 28-6 15,-4 27 5-15,-5 21 0 16,8 16-2-16,8-2 8 15,4-2-5-15,13-15 4 16,10-13-3-16,16-17 10 16,10-24-4-16,13-24 3 15,13-25-2-15,6-18-16 16,8-15-115-16,3-9-46 16,-6-24-17-16,3 1-5 15,-15-25-4-15</inkml:trace>
  <inkml:trace contextRef="#ctx0" brushRef="#br0" timeOffset="132332.1">19409 8555 404 0,'4'-28'197'16,"-15"-5"0"-16,-1 9-102 16,-3 15-54-16,-12 6-18 15,-6 11-30-15,1 15-1 16,-7 4 2-16,3 12-2 16,-2-1 4-16,8 7-1 15,8-4-2-15,11 1 2 16,15-2 0-16,13-4 0 15,11-3 0-15,19-6 1 16,6 1-3-16,10 0 5 16,5 1 2-16,-4 2 0 0,-9 2 0 15,-9 4 1-15,-13-3 1 16,-18 8 0-16,-20 1 0 16,-21-1-2-16,-11-1 2 15,-8-3-4-15,-10-5 3 16,-1-7-2-16,-1-3 1 15,8-13-1-15,9-7 4 16,6-9 0-16,11-14 2 16,13-11 0-16,13-7-2 15,13-12 2-15,13-7-3 16,20-5 3-16,6-1-5 16,10 1 2-16,9 8 1 15,4 6-2-15,1 5 2 0,-5 15-4 16,-6 12 0-16,-9 11-1 15,-10 10 0-15,-8 11 0 16,-4 8-4-16,-13 11 4 16,-3 6-3-16,-6 6 5 15,-4 0 2-15,-6-2-1 16,-1-2 1-16,-8-7-1 16,4-8-1-16,-3-5-42 15,3-23-28-15,0 0-18 16,-6-21-4-16,10-10 0 15,-4-16 18-15,5-8 37 16,-5-13 36-16,-3-12 39 16,1 3 29-16,-5-5 18 0,0 11 2 15,-5 5 2 1,-2 14-20-16,2 7-36 16,1 16-40-16,11 29-61 15,0 0-50-15,0 0-31 0,11 29-15 16,-3-1-1-16,15 10-3 15</inkml:trace>
  <inkml:trace contextRef="#ctx0" brushRef="#br0" timeOffset="133292.79">20317 8728 454 0,'23'0'172'0,"-8"0"-48"16,3 7-34-16,4 10-32 15,-3 9-51-15,-5 7-5 16,-5 5 0-16,-9 3 0 16,-4 4-1-16,-1 0-2 0,-9-3 2 15,-1-4 3-15,-8-7-5 16,6-7 1-16,1-6-6 16,16-18 2-16,-19 7 1 15,19-7-1-15,-3-40 2 16,18 2-1-16,8-6 3 15,6-2 4-15,8-3 0 16,8 1 3-16,3 6-6 16,8 8 2-16,-2 16-3 15,-2 15 0-15,-7 13 1 16,-5 9-4-16,-5 16 3 16,-13 5-1-16,-8 6 5 15,-7 3-1-15,-2-2 1 0,-6-6 1 16,-6-4-3-16,3-10 1 15,-3-8-6-15,7-19-1 16,0 0-1-16,0 0 0 16,4-15 1-16,6-16-2 15,6-6 1-15,3-4 0 16,3-4 7-16,4 1 0 16,7 3-1-16,2 4 0 15,-2 13-3-15,3 10 0 16,-1 14 2-16,-5 12 0 15,-8 14 0-15,1 7-1 16,-9 12 2-16,-6 4-2 0,-1 3 2 16,-3 0 0-16,-1-7-4 15,2-7 1-15,2-9-2 16,7-10 2-16,5-15-1 16,7-11 1-1,13-11 1-15,2-9 2 0,10-13 1 16,2-2-1-16,3-8 2 15,-4 2-2-15,0 3 3 16,-10 5-3-16,-13 9 2 16,-6 7 1-16,-11 8 4 15,-12 16 1-15,0 0-3 16,0 0-1-16,0 0-2 16,-16 29 1-16,9-4-3 0,2 2-3 15,2 6-3-15,3 4-1 16,3-1 0-16,6-2 2 15,1-1-1 1,6-5 3-16,3-11 0 0,4-8 2 16,3-9-40-16,-4-16-64 15,4-11-31-15,4-10-10 16,-11-15-3-16,3-8 8 16,-8-11 20-16,-10-9 50 15,-1-8 70-15,-13-4 0 16,3 6 58-16,-16-4 82 15,1 12 7-15,-4 7-9 16,0 14-16-16,7 12-25 0,-4 12-12 16,4 17-21-1,2 11-86-15,17 5-100 16,-23 21-39-16,27 8-5 16,-8-1-6-16,8 14-1 0</inkml:trace>
  <inkml:trace contextRef="#ctx0" brushRef="#br0" timeOffset="134377.56">22320 8658 353 0,'7'-50'169'15,"-14"-16"-17"-15,-1-8-80 16,-3-2-7-16,-8 0-9 0,0 6-26 16,-7 10-16-16,3 11-4 15,-3 15-1-15,4 16-3 16,-1 20 0-16,1 21-3 16,4 18-3-16,3 15-3 15,8 11-4-15,0 13 2 16,7 15-1-16,7 4 2 15,3 1 0-15,9-3 1 16,4-4-1-16,3-10 0 16,3-5 0-16,9-10 0 15,8-13-2-15,2-10 2 16,8-8 0-16,6-13 2 16,2-14 0-16,1-8 1 0,1-11 1 15,1-11 1-15,-11-10 1 16,-2-6-1-16,-11-4 2 15,-12 0-3-15,-5 0 3 16,-8 4-1-16,-13 0 3 16,-8 8 1-16,-6 5 2 15,-5 8 1-15,-2 3 0 16,-3 5 0-16,-7 5-1 16,0 9-1-16,0 5-4 15,-3 7-1-15,-1 9-5 16,-1 3 0-16,1 5-2 15,8 4-1-15,3 0-3 16,5-5 0-16,10-1-1 0,4-8 2 16,18-7 2-16,1-10 0 15,15-9 2-15,3-9 1 16,5-6 2-16,-2-4 2 16,1-6 1-16,-3 3-2 15,-8-1 0-15,-8 8 1 16,-22 15 3-16,20-18 4 15,-20 18-2-15,0 0-1 16,-6 16-1-16,-1 1-1 16,4 2-2-16,3 0-4 15,3 4-3-15,4 3-2 16,12-5 0-16,1-4 3 0,9-5 0 16,4-10 3-16,9-7 2 15,3-9 0-15,3-12 3 16,1-9 0-16,-4-6 1 15,0-10-1-15,-5-4 0 16,-5 0-1-16,-13 6 2 16,-1 6 7-16,-12 8-1 15,-6 8 1-15,-6 9-2 16,3 18 1-16,-23-8-2 16,23 8-4-16,-26 14-4 15,26-14-8-15,-12 22 0 16,12-6-3-16,9-1 2 15,1 4-1-15,6 4 4 0,1 4 3 16,2 5 4-16,-3-1-1 16,0 5 2-16,1 2 0 15,-5-1-2 1,-1-6 1-16,-1-4-4 0,-1-6-2 16,-2-5 1-16,-7-16 2 15,29 10 2-15,-10-22 1 16,11-5 0-16,4-9 0 15,12-4-14-15,2-4-104 16,4-11-41-16,14 1-1 16,-5-4-6-16,10 3-2 15</inkml:trace>
  <inkml:trace contextRef="#ctx0" brushRef="#br0" timeOffset="136163.81">25013 8736 424 0,'31'-36'168'15,"-2"-9"-5"-15,11 3-68 16,2 8-53-16,3 6-36 15,0 14-7-15,0 16 3 16,-8 14-1-16,-8 16 3 16,-10 13-1-16,-10 11 2 15,-9 8 2-15,-16 5-1 16,-3 2 0-16,-10-7-3 0,-1-9-1 16,4-11-5-16,0-13-3 15,11-10 0-15,15-21 0 16,0 0 1-16,6-30 0 15,21-6 1-15,7-11 1 16,15-3 2-16,3-7 5 16,3 1-5-16,1 8 1 15,-2 6-4-15,-2 15 4 16,-12 18 1-16,-9 16-3 16,-5 14 4-16,-5 10-4 15,-5 11 4-15,-4 1-3 16,5 5 3-16,2-3-2 0,4-8-3 15,6-10 3-15,6-8-2 16,1-8 1-16,10-11 1 16,2-11 0-16,4-11 0 15,4-8-1-15,-2-11 3 16,1-8 0-16,-6-4-5 16,-9-3 3-16,-13 6 0 15,-6 7 6-15,-19 8-3 16,-7 11 3-16,-18 12-4 15,-6 19 0-15,-11 17 6 16,2 9-5-16,-1 10-1 16,6 4-7-16,11 3 2 15,8 2-2-15,14-2 3 0,10-6-2 16,16-13-1-16,7-7 2 16,13-12 2-16,6-8 1 15,5-13 1 1,5-8 0-16,6-13 3 0,7-8 1 15,-4-5-4-15,7-2 0 16,-7 2-3-16,0 6 1 16,-6 6-3-16,-6 8 4 15,-14 15 2-15,-9 11-1 16,-10 13 7-16,-10 6-2 16,-16 10 4-16,-11 4-1 15,-4 2 1-15,-8 4-5 16,-3-6-3-16,4-3-2 0,-4-7-4 15,10-7-4 1,16-19 0-16,-17 12 1 16,17-12 0-16,20-26 0 15,8 0 1-15,9-10 2 0,8-8-1 16,3-2 4-16,8-3-2 16,-1 4 1-16,-4 5-2 15,-8 7 1-15,-8 9 2 16,-12 10 0-16,-23 14 4 15,17 9-3-15,-24 12 5 16,-3 8-2-16,-3 6 2 16,3 5-2-16,1 3-3 15,9-2-4-15,9 1 1 16,5-7 3-16,12-9-5 16,12-13 2-16,11-7 2 15,6-15 3-15,9-10 0 16,8-14 3-16,2-14-2 0,8-10-2 15,-8-16 1-15,1-6-2 16,-7-6 0-16,-13 2-2 16,-13 2 5-16,-9 10 0 15,-17 8 7-15,-16 11-1 16,-13 21 2-16,-4 17-3 16,-14 16 1-16,-2 14-2 15,0 15-6-15,2 10-2 16,5 15-5-16,3 10 1 15,9 8 2-15,5 6 3 16,9 1 1-16,0 2 4 16,6-3 0-16,-3-8 3 15,-3-4-1-15,0-11 2 0,0-14-4 16,0-10 0-16,-3-9-5 16,3-24-7-16,0 0-3 15,0 0-1-15,3-27 0 16,8-3 0-16,8-4 0 15,3-6 2-15,11-3 5 16,2-4 5-16,14 5 2 16,3 2-3-16,7 8-59 15,-4 2-63-15,-1 2-33 16,2 8-9-16,-11-1 1 16,0 12-7-16</inkml:trace>
  <inkml:trace contextRef="#ctx0" brushRef="#br0" timeOffset="137815">28828 8622 544 0,'0'0'170'15,"12"-24"-6"-15,-12 24-123 16,10-26-31-16,-10 26 2 15,-3-23 2-15,3 23 0 16,-23-12-3-16,4 12-1 16,-3 4-2-16,-8 6-3 0,1 2-6 15,-6 4-4-15,5 5-1 16,-2 1-3-16,12 6 0 16,1 3 0-16,12 0-2 15,11 0 3-15,15 0 0 16,7-1 4-16,7-3-2 15,2 3 6-15,1-4 0 16,-3-4 8-16,-5 1 0 16,-11-1 5-16,-12-1-3 15,-10 0 0-15,-12-4-1 16,-9-1-1-16,-9-1 0 16,-1-3-7-16,1 1 1 15,-1-6-5-15,6-1-1 0,4-2-7 16,26-4-2-16,-19 3 1 15,19-3-2-15,19-13 0 16,10-3 1 0,8-7 1-16,12-8 3 0,6-5 7 15,9-11 1-15,7-6-2 16,4-10 2-16,-4-4 0 16,-6-9 3-16,-3-4-1 15,-10 2 4-15,-10 7 2 16,-9 5 9-16,-14 13 2 15,-9 9 0-15,-10 18-4 16,0 26 0-16,-26 7-3 16,4 23-3-16,-4 11-3 0,0 15-9 15,0 8-5 1,-1 12 5-16,1 5 5 16,7 1-4-16,2-6 5 15,8-5-5-15,2-9 4 0,0-8-8 16,7-14 1-16,4-15-8 15,-4-25 0-15,26 9 0 16,-4-23 0-16,8-10 3 16,8-7-1-16,6-4 6 15,4 1 5-15,6-1 3 16,-2 4-2-16,0 8 1 16,-3 3-1-16,-4 2 2 15,-9 3-2-15,-1 3 3 16,-9 3-1-16,-9-1 6 15,-17 10 3-15,20-18 3 16,-20 18-1-16,0 0 1 16,-23 0-5-16,0 11 1 0,1 4 2 15,-8 4-9-15,8 0-5 16,-4 6-3-16,3 1-2 16,9-2-4-16,6-3 4 15,8-4-6-15,0-17 0 16,15 19 2-16,1-16 0 15,5-1 3-15,-2-4 3 16,7-3 4-16,3 0 4 16,-3 0 1-16,-1 1 1 15,1 3-3-15,0 1 3 16,0 0-2-16,3 1-3 16,-3-1-1-16,0-1 0 15,7-6-2-15,-1-7 0 0,7-5 2 16,0-7-3-16,2-4 2 15,3-6 0-15,4-7 3 16,1-6-3-16,0-10 5 16,-4-5-1-16,-7 0 4 15,-2 4 2-15,-10 1 9 16,-3 9-2-16,-16 6 0 16,-11 15-3-16,-9 19-2 15,-14 22-1-15,-7 14-2 16,1 10-4-16,-5 12-7 15,-2 10 2-15,5 9-2 16,2 6-2-16,10 0 2 0,16-4 1 16,14-7-1-16,9-7 0 15,14-8-2-15,15-14-3 16,10-9 1-16,9-15 6 16,11-12-6-16,-4-13 1 15,4-1 2-15,-9-8 0 16,-11 1 5-16,-9 3 5 15,-19 2 5-15,-2 7 1 16,-25 12 1-16,0 0 1 16,0 0-2-16,0 18 0 15,-7-3-6-15,3 8-5 16,4 1-8-16,7 5 2 16,5-1-3-16,7-4 0 0,7-3-3 15,4-9 3-15,6-7 2 16,-1-12 1-16,5-5-53 15,-9-17-27 1,-1-8-10-16,-15-9 0 0,-4-4 8 16,-15-6 3-16,-8 1 14 15,-17-4 2-15,-13 4 67 16,-7 6 80-16,-13 4 21 16,1 10 2-16,-1 4-4 15,13 10-12-15,0 4-13 16,16 9-4-16,11-1-10 15,22 9-57-15,0 0-7 16,33-9-3-16,5 6 0 0,14-6 5 16,4-1 5-1,11-4-1-15,12 2-45 16,-5-4-34-16,8-1-23 16,-2 3-18-16,-2-3-29 0,0 12-11 15,-7-2-4-15,4 8 60 16</inkml:trace>
  <inkml:trace contextRef="#ctx0" brushRef="#br0" timeOffset="139484.19">32105 8345 446 0,'0'-40'169'0,"11"6"-9"16,-1 4-77-16,-1 1-28 15,5 10-34-15,-14 19-14 16,22-5-1-16,-13 25-2 15,-6 15 0-15,1 12-2 16,-4 8 2-16,0 9-4 16,3 4 2-16,-6 6 0 15,-1-3 3-15,1-7 0 16,-6-9 3-16,-1-6 0 16,-2-11 2-16,-2-10-3 0,1-6-5 15,13-22-9-15,0 0-4 16,0 0 0-16,0 0-1 15,6-33 0-15,18 7-4 16,11-3 2-16,6-7 5 16,11-1 6-16,7-1 2 15,13 0 0-15,2 3-2 16,-3 1 2-16,-6 4 1 16,-10 8 5-16,-10 6 4 15,-15 4 3-15,-11 12-2 16,-19 0 1-16,-12 28 0 15,-14-2 0-15,-4 3 1 16,-3 4-4-16,-1 0-7 0,4 3-3 16,4-4-3-16,7-8-2 15,5-7-3-15,12-1-1 16,2-16-1-16,0 0-2 16,28 8 0-16,-7-16 1 15,-2-6 4-15,7-2 3 16,2 1 2-16,-4-3 3 15,2 5 1-15,-7-5 1 16,-3 8 2-16,-16 10 1 16,22-9-1-16,-22 9-1 15,20 5 0-15,-20-5-1 16,26 11-2-16,-4-6 0 0,1-2 0 16,6-1 0-16,1-5-2 15,3-4 2-15,1-5 0 16,3-7 2-16,-2-9-1 15,-2-7 1-15,0-8-1 16,1-12 3-16,-4-8-1 16,-1-6 4-16,-6 0-2 15,-4 1 3-15,-5 8 1 16,-6 8 4-16,-4 10-2 16,-4 15 2-16,0 27-2 15,0 0-1-15,-26 15-1 16,10 20-3-16,-3 11-1 15,-2 8-4-15,-1 5-1 0,3 5-4 16,0-3 0-16,8-6-4 16,6-8 1-1,7-9-4-15,8-10 1 16,6-9-2-16,6-11 2 0,8-3 2 16,3-5 2-16,5-1 2 15,-2-1 2-15,6 0 2 16,0 2 3-16,-2 5 1 15,-2 8 1-15,-5 0 3 16,-11 5 7-16,-6-1-2 16,-9 4 0-16,-14 1 4 15,-12-3-5-15,-12-1 2 16,-9-6-4-16,-9-5-4 0,-6-2-5 16,1 2 3-16,2-5-4 15,8-4-3-15,6 2-6 16,16-2-4-1,22 2 0-15,0 0-1 0,0 0 1 16,38-16-2-16,7 4 1 16,14-3 1-16,5-6 9 15,11-5 3-15,6-3 1 16,1-9 3-16,0-6 0 16,-6-6 4-16,-1-9 0 15,-16-7 6-15,-7-1 1 16,-18-2 7-16,-8 5-4 15,-15 5 0-15,-11 9-2 0,-14 8-1 16,-5 16-4-16,-12 16-2 16,-6 13-6-1,-1 13-1-15,-2 13-2 16,-2 13 1-16,6 10-1 0,1 12-2 16,9 1 2-16,7 6-5 15,12-5 1-15,11-2-5 16,8-8 4-16,21-6-4 15,5-12 4-15,18-9-1 16,3-11 0-16,12-8 0 16,3-8 4-16,1-7 0 15,-4-8 1-15,-7-2 2 16,-8-1 1-16,-14-1 8 16,-13 5 1-16,-13-2 2 15,-16 14-3-15,0 0 2 16,0 0-1-16,-19 7 0 15,3 7-1-15,-1 5-10 0,1 2-2 16,7 6 0-16,2 4 0 16,11-3 0-16,5 0 0 15,13-4-1-15,4-3 0 16,18-6 4-16,1-9-1 16,12-10-3-16,2-13 4 15,9-9-46-15,-1-14-38 16,3-8-26-16,-3-11-16 15,-2-10-10-15,-6-4-11 16,-11-12-5-16,-6 4 4 16</inkml:trace>
  <inkml:trace contextRef="#ctx0" brushRef="#br0" timeOffset="139732.34">34962 7701 551 0,'-14'-26'136'0,"14"26"-19"16,-5-19-28-16,5 19-36 15,26 14-61-15,0 7 0 16,9 8 5-16,7 11 9 16,1 17 0-16,6 11 4 15,-4 15-1-15,-7 10 4 16,-9 13-6-16,-15 10 5 16,-21 7 1-16,-26 3-4 15,-19-1 1-15,-26-1-9 16,-24-6-91-16,-13-9-55 0,-11-7-24 15,-17-19-8-15,4-10-3 16,-6-18-1-16</inkml:trace>
  <inkml:trace contextRef="#ctx0" brushRef="#br0" timeOffset="142232.14">24603 9709 152 0,'-26'5'84'15,"0"-1"1"-15,10-1 5 16,16-3-4-16,-15-2-6 15,15 2 0-15,0 0-10 16,0 0-9-16,22 6-9 16,-6-5-8-16,-1-2-17 0,10 4-6 15,-3-3-10 1,9-2-11-16,6-1-3 16,1 1 5-16,-1-1-5 15,8-1 3-15,-4 1-3 0,8-4 3 16,0 2-1-16,3-2 1 15,3 2-1-15,1-4 0 16,11 2 1-16,1-2-1 16,7 1 2-16,3 1-2 15,9-2 1-15,5 2-1 16,5 0 2-16,5 4-2 16,2-6 1-16,8 4-1 15,4 0-1-15,0 0 2 16,4-2 1-16,3-2-1 15,0 2 0-15,1 0 1 16,-5-2-1-16,5 3 1 16,-5 0 1-16,-1-1-1 0,-1 1 1 15,-1 0 1-15,-1 1-1 16,-6 0 1-16,2 1 0 16,-5-1 0-16,2-2-2 15,-3 2 1-15,0 2-2 16,-5-2 1-16,4-2-1 15,-3 1 1-15,-4 1-1 16,4 0 2-16,-4 2-1 16,-3-1 1-16,-4 1-2 15,4 1 0-15,-9 0 1 16,2 2-1-16,-6 0 0 16,-3 0-2-16,1 0 1 15,-1 0 0-15,-2 0 1 0,-1 0-1 16,-1 0 1-16,4 0-1 15,-3 0 1-15,7 2 0 16,-4-2 1-16,2 0-1 16,1 0 0-16,-3 2 1 15,9-2-1-15,-2 0 1 16,2 0-1-16,2 0 0 16,4 0 0-16,1-2 1 15,7 0-1-15,-1-1 0 16,1-1 1-16,5 3-2 15,2-3 1-15,-1 1 1 16,6-1-1-16,-5 2 0 0,1 2 0 16,2-1 1-16,2 1-1 15,-5 0 2-15,1 1 1 16,2 1-1-16,2 0 0 16,0 0-1-16,-2-1 0 15,2 3-1-15,-6-2 0 16,1-2 0-16,-9 0-2 15,-2 0 1-15,-5 0 0 16,-9-2 0-16,-5 2-1 16,-10-2 2-16,-2 2-1 15,-5 0 1-15,-2 2 0 16,-4-2 0-16,-3 2 0 16,-6-1 0-16,-1 3 0 0,-4-3 0 15,-8 3-1-15,-3-2 0 16,-8-1 0-16,-2 3 0 15,-20-4 2-15,22 2-1 16,-22-2 3-16,0 0-1 16,0 0 1-16,0 0 0 15,0 0 1-15,0 0-1 16,0 0-1-16,0 0-1 16,0 0 0-16,0 0-1 15,0 0-3-15,0 0-6 16,16-7-84-16,-16 7-71 15,7-33-4-15,-4 3-6 16,-10-22-4-16,4-1-4 0</inkml:trace>
  <inkml:trace contextRef="#ctx0" brushRef="#br0" timeOffset="146616.26">24983 9764 194 0,'42'-1'65'0,"13"2"-7"15,2-2-14-15,16-3-12 16,4 1-9-16,8-1-7 16,9-1-6-16,6 0-2 0,11-2-2 15,9 0 3-15,5 4 2 16,9-3 15-16,5 3 14 15,6-2 15-15,5 1-3 16,6-4-5-16,5 3 3 16,-1-4-5-16,1 0-2 15,3-5-13-15,11 2-14 16,-7-2-17-16,4 2 4 16,-10 0-2-16,6 0 4 15,-8-2-2-15,1 2 2 16,-5 2-3-16,-1 1 3 15,-2 0-2-15,-8 2 2 0,1 1 0 16,-3 0-2-16,-3 1 1 16,-4 2-1-16,1-1 0 15,-5 2-1 1,-2-1 1-16,0 0-2 0,2-3-2 16,-5 3 1-16,3-2-1 15,-3 0 0-15,1-2 0 16,-5 0 0-16,0-2-1 15,1 0 2-15,-1 2 0 16,-3 1-1-16,-2-3 2 16,2 4-1-16,-8-2 0 15,5 2 1-15,-10-1 0 16,3 3 0-16,-6-1 1 0,0 3 0 16,-7 1-1-1,-3 0 0-15,-6 1 1 16,3-1-1-16,-10 4 0 15,-1-1-1-15,-5-1 2 0,-4 2-1 16,-9-1 1-16,-1 0 0 16,-12 1-2-16,-1-1 0 15,-11-1 0-15,-4 0-1 16,-7 1-1-16,-7-3 0 16,-19 0 0-16,23 2 0 15,-23-2 1-15,0 0 1 16,15 0 0-16,-15 0-61 15,0 0-81-15,7-16-23 0,-10-1-1 16,6 0-5 0,-10-14-2-16</inkml:trace>
  <inkml:trace contextRef="#ctx0" brushRef="#br0" timeOffset="155399.5">1554 11843 228 0,'23'-48'126'0,"-4"5"-3"16,-5 11-4-16,-2 8-12 16,-12 24-16-16,14-19-5 15,-11 35-27-15,-6 13-40 16,0 18-17-16,-4 17 2 15,0 12-4-15,1 12 0 16,-4 8 5-16,3-1-9 16,2-7 5-16,-2-13-5 15,0-15-1-15,7-17-3 16,0-15 1-16,3-12 1 16,-3-16 0-16,0 0 0 0,23 1 0 15,-23-1 3-15,30-12 2 16,-8 5 1-16,4 4 1 15,7 1-1-15,2 2-1 16,1 2 0-16,6 3-1 16,7 4 0-16,-4 1 1 15,0 2 0-15,-2-1 4 16,-1-1-3-16,-9-3 3 16,-5-4-1-16,-6-1-2 15,-4-4 2-15,-18 2 1 16,15-17 0-16,-15 17-4 15,4-36 4-15,-8 12-4 16,1-2 3-16,-1-2-1 0,-1 2 1 16,2 2-4-16,-1 8-1 15,4 16 2 1,0 0 2-16,0 0 1 16,-16 17 0-16,16 13 0 0,2 11 7 15,2 13-3-15,-4 7 6 16,3 8-7-16,1 7 0 15,-4 0-3-15,3-1 1 16,1-10-15-16,-1-4-80 16,2-18-38-16,-1-17-31 15,-4-26-9-15,22-5-2 16,-4-26 0-16</inkml:trace>
  <inkml:trace contextRef="#ctx0" brushRef="#br0" timeOffset="155735.74">2402 11494 449 0,'0'0'171'0,"-14"-21"1"16,14 21-82-16,0 0-37 15,-16 0-50-15,16 0 1 16,16 29 0-16,3 3 0 15,7 11 2-15,7 19 1 16,5 21-1-16,9 25 0 0,3 21-4 16,6 18 1-1,-8 18 3-15,-8 10-1 16,-9 12-2-16,-11 0 0 16,-17-2-1-16,-22-7 1 0,-30-6 2 15,-34-10-1-15,-35-8-9 16,-31-15-102-16,-28-20-63 15,-18-10-7-15,-29-26 0 16,0-13-6-16,-6-31-3 16</inkml:trace>
  <inkml:trace contextRef="#ctx0" brushRef="#br0" timeOffset="159876.22">680 11186 90 0,'0'0'57'0,"-7"-19"-5"16,7 19-6-16,0 0-7 0,0 0-5 15,-16-16-7-15,16 16-7 16,0 0-6-16,-17-3-5 15,17 3-4-15,-19 3-2 16,19-3-3-16,-16 9-1 16,16-9 1-16,-16 8-2 15,16-8 1-15,0 0-2 16,-21 9 1-16,21-9 0 16,0 0 1-16,0 0 0 15,0 0-1-15,0 0-1 16,0 0 3-16,0 0-1 15,0 0 1-15,0 0-1 16,0 0-1-16,0 0-1 16,0 0 0-16,0 0-1 0,0 0-3 15,0 0-1-15,0 0 2 16,0 0-1 0,18-12 1-16,-18 12 0 0,19-9-1 15,-19 9-1-15,19-8-8 16,-19 8-7-16,23-7-10 15,-23 7-11-15,19-7-8 16,-19 7-4-16,0 0-4 16,0 0 36-16</inkml:trace>
  <inkml:trace contextRef="#ctx0" brushRef="#br0" timeOffset="162205.87">2160 13687 61 0,'-19'9'53'15,"19"-9"-77"-15,0 0-35 16,7-25 29-16,-7 25 30 15</inkml:trace>
  <inkml:trace contextRef="#ctx0" brushRef="#br0" timeOffset="164563.54">4781 11603 233 0,'-24'-14'183'16,"1"2"-28"-16,4-7-20 15,19 19-15-15,-31-26-16 16,31 26-23-16,-17-12-69 16,17 12-12-16,0 0 0 15,-12 41-13-15,12 4-6 16,-4 12 0-16,8 23-2 16,-1 12 1-16,-3 19 18 0,5 10 3 15,-1 2 3 1,-1-4-2-16,-3-8 3 15,4-11-2-15,-4-17 3 16,-4-13-2-16,4-20 5 0,0-12-4 16,0-17-1-16,0-21-43 15,0 0-36-15,0 0-23 16,-3-33-19-16,3-4-13 16,0-11-14-16,0-6-5 15,-7-12-10-15,7-1 99 16</inkml:trace>
  <inkml:trace contextRef="#ctx0" brushRef="#br0" timeOffset="164940.81">4618 11712 312 0,'-7'-31'133'0,"6"5"-9"0,1 0-9 15,5 5-18-15,5-2-18 16,9 13-19-16,7-4-24 15,11 12-28-15,8 11-11 16,12 8-2-16,6 15 0 16,1 13-1-16,7 17-1 15,-5 14 3-15,-5 14 1 16,-6 12 3-16,-13 6-3 16,-13 1 4-16,-16 3 6 15,-10-1-4-15,-19-9 5 16,-13-8-3-16,-13-15 2 15,-10-15-5-15,-12-12 4 16,-2-12-4-16,-5-16-4 0,0-12 2 16,3-12 0-16,5-5 3 15,10-12 0-15,9-6-12 16,13-3-72-16,10-8-53 16,13-13-35-16,16 4 0 15,10-13-11-15,16 6-8 16</inkml:trace>
  <inkml:trace contextRef="#ctx0" brushRef="#br0" timeOffset="165361.11">5465 12567 534 0,'16'24'184'0,"6"-3"1"15,-2-16-134-15,0-12-62 16,-1-10 2-16,4-9-4 16,-4-7 9-16,-3-7-4 15,-2-1 7-15,-2-3-7 16,2 3 6-16,-9 5 5 16,-2 4 0-16,-3 6 8 15,-3 9-2-15,3 17 0 16,-19-14-2-16,3 21 1 15,-3 12 0-15,-3 7-1 0,1 11-1 16,2 8-8-16,0 5 6 16,3 3 4-16,5 1-6 15,5-4 3-15,9-6-7 16,7-6 2-16,10-9-5 16,6-10 4-16,7-12-6 15,8-9-1-15,4-13-30 16,11-8-66-16,-1-10-27 15,6-8-16-15,-2-3-2 16,-2-6-2-16,2 0 4 16</inkml:trace>
  <inkml:trace contextRef="#ctx0" brushRef="#br0" timeOffset="165900.49">6356 12096 489 0,'0'0'141'16,"0"0"-13"-16,0 0-17 15,-5 42-34-15,-9-1-36 0,2 8-35 16,-2 3-5-16,7 3-5 16,-2 0 0-16,9-1-5 15,9-12 1-15,1-6-3 16,9-14 3-16,11-8-3 16,-4-10 3-16,7-9 1 15,5-8 0-15,-2-7 5 16,3-3-2-16,2-6 4 15,-4-1-3-15,-3 3 3 0,-1 2-2 16,-10 6 6 0,-4 5 1-16,-19 14 3 15,21-13 1-15,-21 13 0 16,5 17 0-16,-10 2-1 0,1 7 1 16,4 5-4-16,0 5-1 15,4 1 1-15,1 3-7 16,2-6 4-16,7-4-4 15,2-8 2-15,3-5-4 16,0-10 9-16,7-12-8 16,0-12-6-16,0-14 3 15,3-9-72-15,-3-12-29 16,0-12-7-16,-7-10 2 16,1-4 8-16,-10-5 13 15,2 8 13-15,-12 1 9 16,-3 11 84-16,-6 10 43 15,-1 15 16-15,-3 6 1 0,-4 15-12 16,1 10-13-16,1 9-62 16,15-2-46-16,-26 28-36 15,22 3-28-15,-3-9-11 16,14 20 9-16</inkml:trace>
  <inkml:trace contextRef="#ctx0" brushRef="#br0" timeOffset="166661.03">7397 12337 486 0,'49'-7'168'0,"-11"-5"-38"16,-5-6-40-16,-3 5-34 16,-11-7-51-16,-7 3 0 15,-9 0 4-15,-3 17-2 16,-22-19 2-16,3 17-1 15,-11 7-1-15,-5 11 0 16,-5 10-3-16,-1 8-1 16,-1 8-5-16,2 1 0 15,5 1-2-15,6-1 2 16,10-5-6-16,8-7 0 16,11-8-2-16,0-23 3 15,27 10-2-15,-1-19-1 16,10-11 4-16,2-10-2 0,4-10 6 15,6-12 0-15,5-12 3 16,-1-8-4-16,0-10 4 16,-7-4 0-1,3-3 2-15,-6-1-2 0,-2 6-4 16,-11 13 1-16,-1 10 6 16,-14 14 2-16,-2 16 4 15,-8 10 0-15,-4 21 0 16,-12 18-1-16,-7 16 5 15,1 15-4-15,-4 15-6 16,6 15-2-16,2 13-6 16,5 7 0-16,6-1-4 15,10-6 3-15,9-3-5 0,6-17 7 16,8-11-6-16,8-20 5 16,2-11-4-16,1-18 5 15,1-12-1 1,7-14 1-16,-4-15 3 0,2-9-4 15,-2-11 5-15,-7-5-5 16,-2 1 6-16,-4-1-7 16,-10 9 5-16,-4 9 3 15,-13 10 5-15,2 7-1 16,-7 19 0-16,-19 1 2 16,3 17 1-16,-1 11-1 15,-2 8-2-15,3 4-5 16,6 6-8-16,3 1 2 0,10-1-3 15,11-4 0-15,8-6-2 16,11-13 5-16,13-14 0 16,7-15-94-1,10-19-63-15,8-7-4 0,-7-26 0 16,11-6-3-16,-9-16-1 16</inkml:trace>
  <inkml:trace contextRef="#ctx0" brushRef="#br0" timeOffset="171016.13">10162 12570 580 0,'-12'-39'203'0,"9"-10"-20"15,6-1-126-15,-6-9-57 0,11 5 0 16,6 4 0-16,5 0 0 16,1 12 0-16,-3 7 0 15,9 15 0-15,-3 13 0 16,-1 15-2-16,1 16-4 16,-1 15-3-16,-6 12 5 15,1 13 7-15,-1 6 0 16,-4-1 3-16,-2 0-2 0,-3-9 1 15,-1-11-5 1,-3-11 0-16,0-13 0 16,1-11 0-16,-4-18 0 15,0 0 0-15,19-16 0 0,-5-12 0 16,5-10 0-16,0-9 0 16,4-4 0-16,3-5 0 15,3-3 0-15,-3 9 0 16,0 3-3-16,-7 13-1 15,1 16-5-15,-1 15 2 16,-6 13 3-16,3 15 0 16,-2 4 0-16,-2 9-2 15,7 0 8-15,2 0 4 16,2-5-3-16,-1-7 5 16,1-7-2-16,-1-8-3 15,4-10 5-15,0-9-3 16,4-5-5-16,-4-7-1 0,-3-5 2 15,-1-2-4-15,1-1 1 16,-4 4 2-16,-4 3-8 16,-15 21 2-1,18-24 1-15,-18 24 0 0,0 0-1 16,12 29 0-16,-12-6 1 16,7 4 7-16,0 5 1 15,5-3 5-15,7 0-3 16,0-6 5-16,7-7 0 15,-3-13-4-15,6-8-4 16,-3-11-2-16,0-8 0 16,-7-7 0-16,-1-6 0 15,-6-8-4-15,-9-6-2 0,-3-7 2 16,-7 3-4-16,-5 1 6 16,-3 8 1-16,-6 4 3 15,-7 11-1-15,-5 14 2 16,0 15-3-16,-2 23 1 15,-5 13 0-15,6 17-10 16,-6 0-80-16,10 8-53 16,15 0-31-16,3-14 0 15,17-5-4-15,9-21 2 16</inkml:trace>
  <inkml:trace contextRef="#ctx0" brushRef="#br0" timeOffset="171737.64">13278 11774 486 0,'59'17'182'0,"-24"2"-5"15,-12 11-85-15,-10 11-53 16,-9 3-16-16,-4 1-22 15,-7 3-4-15,4-5 0 16,-1-4-1-16,1-8 1 16,3-11 1-16,0-20 4 15,10 16 1-15,-10-16 3 16,26-12 1-16,-14-4 0 16,-5-6 0-16,4-6-2 15,-6-6-4-15,-2-10-1 16,-6-2 0-16,1-6 0 0,-5 1 0 15,0-1 0-15,4 7 0 16,-1 6 0-16,4 9 0 16,0 6 0-16,0 24 0 15,18-12-3-15,-3 21-3 16,1 13-1-16,6 14-2 16,-4 16 2-16,4 19 0 15,1 19 6-15,-1 21-1 16,-6 17 7-16,-6 14-2 15,-3 9 2-15,-1 3-1 16,-6-7-1-16,3-12 1 16,1-17-3-16,2-21 3 15,7-21-1-15,4-24 3 0,2-23-2 16,7-22-4-16,0-21 0 16,0-20 0-16,0-15 0 15,-10-18 0-15,-6-11 0 16,-10-7 0-16,-10-9 0 15,-9 4 0-15,-7 6 0 16,-11 9-3-16,-4 15-8 16,-5 9 0-16,5 13 5 0,1 11-2 15,7 9 5 1,9 6 5-16,6 3 7 16,18 9-1-16,-8-17 1 15,8 17 0-15,38-26-4 0,3 9-5 16,11-4-74-16,16-3-68 15,17 1-35-15,6-6-3 16,13 5-3-16,3-7-1 16</inkml:trace>
  <inkml:trace contextRef="#ctx0" brushRef="#br0" timeOffset="173463.87">15646 11752 591 0,'0'0'216'0,"-30"-9"-6"16,1-1-204-16,-1 3-6 15,-8 3 0-15,-5 2 0 16,-8 6 0-16,-4 1 0 15,6 7 0-15,1 2 0 16,11 5 0-16,3 2 0 16,11 7 0-16,9 3-20 15,21 7-2-15,5 0 8 16,18 9 7-16,6-1 6 16,13 8-1-16,8 0 2 15,-1-1-2-15,3-2 3 0,-11-1-2 16,-6-3 3-1,-9-8 2-15,-14-4 2 0,-12-11-2 16,-11-5 0-16,-9-8-2 16,-13-8-1-16,-1-6-1 15,-4-6-1-15,2-3-2 16,-1 0-1-16,4 0 1 16,7 1 2-16,19 11 4 15,-19-17 1-15,19 17 1 16,0 0-2-16,26-19 1 15,0 7 0-15,9-4 0 16,10-5-3-16,7-6-1 16,7-8-2-16,9-8 1 0,3-6 0 15,7-8 1 1,0-5-2-16,-3-6 3 16,-4-4-1-16,0-8-1 15,-3-3-1-15,-9-4 3 0,-2-1-3 16,-14 7 4-16,-8 6-5 15,-5 11 1-15,-11 14-2 16,-9 12 9-16,-6 16-5 16,-4 22-3-16,-18 19 1 15,6 15-3-15,-7 16 4 16,2 18 2-16,1 15 1 16,4 16-7-16,-2 6 8 15,2 3-3-15,5-5 2 16,3-7-2-16,4-13 3 15,0-18-6-15,0-14 3 16,0-18 3-16,4-16 0 16,-4-17 0-16,0 0 0 0,26-33 1 15,-14 4-1-15,7-3 1 16,7-2-1-16,4-3-4 16,10 3-1-16,1 3 1 15,8 5-1-15,3 5 1 16,0 2 0-16,0 2 1 15,-1 1-1-15,-8 2 1 16,-8-1 0-16,-6 1-1 16,-10 0-3-16,-19 14 1 15,23-23 0-15,-23 23 5 16,-2-15-2-16,2 15-1 16,-26 2-1-16,9 8 1 0,-6 9 0 15,4 7 1-15,-4 5-3 16,4 5-4-16,2 3 2 15,8 0-1-15,2-2 3 16,11-4 0-16,3-7 4 16,8-9 1-16,1-7 1 15,5-8 1-15,1-4 0 16,-2-6 1-16,2-5 0 16,-3-2-2-16,0-1-2 15,-1 2 0-15,-18 14-3 16,26-24-1-16,-26 24 0 15,19-5-1-15,-19 5 2 16,19 16-2-16,-19-16 2 0,22 29-1 16,-2-8 1-16,-1 0 3 15,5-1 2-15,-2-2-1 16,1-4 3-16,3-9 0 16,-3-4 0-16,-1-9 0 15,1-8 1-15,3-12-2 16,-4-6-1-16,4-13 0 15,0-10-4-15,-3-9 2 16,7-10-4-16,-8-7 1 16,1-2-5-16,-1 2 6 15,-6 2-6-15,-6 8 4 16,-3 11-5-16,-5 12 8 16,-2 13-2-16,-5 11 6 0,-6 11-4 15,-4 15-1-15,-4 13 0 16,-6 13 0-16,3 13 1 15,-4 14-2-15,3 13 2 16,8 15-4-16,4 9 7 16,11 7-4-16,7-2 6 15,7-1-5-15,12-6 5 16,5-8-7-16,9-13 2 16,9-11-2-16,-1-15 4 15,4-11 0-15,2-13 2 16,2-15 0-16,-1-11 1 15,3-13-1-15,-6-10-1 16,-4-6 1-16,-4-7-4 0,-10-3 1 16,-1 1-4-1,-10 7 0-15,-11 7 3 16,-8 7 3-16,-8 6-1 16,4 20-1-16,-19-16 0 0,19 16-2 15,-29 14 1-15,29-14-2 16,-23 35-2-16,18-9-3 15,6 3 1-15,6 6 1 16,11-1 3-16,1 3 0 16,7-3 2-16,5-1 1 15,2-5 0-15,4-7 1 16,-3-4 3-16,-1-10-1 16,2-7 0-16,-5-9 0 0,-4-15-54 15,-4-7-71-15,-5-4-38 16,-11-15-7-1,-3-2-4-15,-15-9-2 16</inkml:trace>
  <inkml:trace contextRef="#ctx0" brushRef="#br0" timeOffset="173688.03">17694 11591 554 0,'-38'-4'198'15,"15"8"-42"-15,23-4-61 0,0 0-75 16,0 0-25-16,35-18-10 16,3 8-2-1,14 0 2-15,4-6 3 16,8 2-79-16,2 0-67 16,-5-5-13-16,1 9-6 0,-13-7 1 15,3 4-4-15</inkml:trace>
  <inkml:trace contextRef="#ctx0" brushRef="#br0" timeOffset="175463.69">20111 11807 647 0,'-18'-38'178'16,"9"9"-31"-16,3 8-122 16,-5 5-22-16,11 16-3 15,0 0 0 1,0 0 0-16,-12 43-1 0,12-1 0 16,9 13-3-16,-2 9 2 15,6 11-3-15,3 3 4 16,7-2-2-16,-4-5 2 15,0-12-2-15,-2-11 2 16,-1-13 1-16,-1-9 0 16,-15-26 2-16,21 15-1 15,-21-15 0-15,16-27 1 16,-6-10 1-16,2-9-1 0,2-15 1 16,5-12 0-16,7-6 0 15,2-1-2-15,5 2 2 16,4 9-1-1,1 10-2-15,4 12-1 0,-6 18 0 16,6 13-3-16,-6 16 0 16,-1 7 1-16,1 9-2 15,2 5 0-15,2 3 2 16,2-2 0-16,3 1-1 16,-3-8 2-16,5-4 1 15,-6-9 0-15,5-4 2 16,-5-7 0-16,-4-5 2 15,-3-1 0-15,-8-4 1 0,-3 0 0 16,-9 1 2 0,-14 18 2-16,7-24-1 15,-7 24 0-15,-26 5-2 16,0 13-1-16,-4 11-2 0,-3 7-1 16,-2 8-2-16,6 1-4 15,-1 0-3-15,8 0 1 16,6-9-3-16,13-7 4 15,8-8 0-15,-5-21 2 16,36 11 0-16,-6-20 2 16,5-5 3-16,5-8 2 15,1-6 1-15,4-5-3 0,-5 2 2 16,2 1-2 0,-13 4-1-16,-2 7-2 15,-8 7 2-15,-4 12 0 16,-15 0 0-16,14 30 1 15,-14-3-2-15,0 5 2 0,5-1-1 16,-1 0 3-16,6-2-3 16,1-4 2-16,4-10-1 15,1-4 2-15,3-11-1 16,2-7 1-16,1-7 0 16,1-9 0-16,6-4 1 15,3-12-1-15,1-2 0 16,8-4-1-16,4-2 0 15,4 4-1-15,0 5-2 16,3 5 0-16,-4 7-2 16,-4 12 0-16,-6 12-1 15,-5 15 0-15,-7 11 0 0,-3 5 2 16,-8 11 1-16,1 5-1 16,-2 3 2-16,-2 1-1 15,5-4-2-15,-1-7 3 16,-1-7-3-16,3-8 2 15,1-8-1-15,3-6 3 16,1-7-1-16,0-11 0 16,3-7 2-16,3-6 0 15,1-8 0-15,1-1-1 16,2-5 2-16,0 0-3 16,-5-1 2-16,1 6-1 15,-6 3 1-15,-2 9-4 16,-21 19 2-16,27-17-2 0,-27 17 1 15,21 12 0-15,-9 5 0 16,-1 4 1-16,1 5 0 16,3 2 1-16,3 1 0 15,1-1 1-15,0-4-1 16,-2-5 1-16,-1-3-1 16,-16-16 1-16,33 0-7 15,-17-17-78-15,3-13-26 16,-4-10 3-16,3-12 23 15,-6-17 39-15,2-10 38 16,-6-8-2-16,-4-3 10 16,-1 7 74-16,-6 7 28 15,-4 10 0-15,-5 12-20 0,1 20-45 16,-4 16-39-16,-1 17-5 16,6 16-57-16,-6 9-48 15,2 8-35-15,5 9-27 16,-1 1-1-16,17 8-1 15,-4-9 50-15</inkml:trace>
  <inkml:trace contextRef="#ctx0" brushRef="#br0" timeOffset="176772.62">23242 11738 421 0,'31'-12'176'16,"2"0"1"-16,-10-6-53 0,-9-1-60 15,-6 2-29-15,-8 17-33 16,-12-17-2-16,-10 17 1 16,-8 8 0-1,-6 10 1-15,1 8-9 0,2-1 9 16,2 7-2-16,5-3-1 16,8-3-3-16,10-3 0 15,9-8-1-15,-1-15 1 16,30 12 1-16,-8-12-2 15,4-5 1-15,4-2 3 16,-1 0 1-16,-2 0-1 16,-1 0 1-16,0 4 0 15,-7 5 0-15,0 3 0 16,-2 2 0-16,-1 5 1 16,-16-12 1-16,29 26 0 15,-29-26 1-15,32 21-1 16,-32-21 0-16,26 7 0 0,-26-7-1 15,29-23 0-15,-15-1-2 16,-2-11 1-16,4-10 0 16,-6-14-1-16,2-10-2 15,-1-12 3-15,-1-9-1 16,2-4 3-16,-1 1-5 16,-3 10 5-16,-1 12-4 15,-3 14 6-15,3 24 0 0,-7 33 0 16,5 19-1-1,-10 27-2-15,1 18 4 16,1 14-2-16,-4 11 3 16,3 2-5-16,1-4 2 0,1-9-4 15,2-14 4-15,0-10-5 16,0-15 0-16,2-14-2 16,-2-25-2-16,10 19 0 15,-10-19 1-15,19-18 1 16,-1 1 1-16,1-4-1 15,3-3 5-15,8 3-2 16,1 4 3-16,2 8 0 16,0 6 1-16,-2 8 0 15,-5 9-1-15,-5 5 4 16,-9 12-6-16,-8 0 3 16,-15 4-2-16,-8-1-1 15,-7-1-2-15,-3-3 0 0,-6-6-1 16,-5-5 2-16,2-9 2 15,2-6 1-15,8-8 0 16,2-2 1-16,8-3 0 16,3 0-4-16,15 9-1 15,0 0 0-15,0 0-2 16,0 0-1-16,0 0 0 16,38-3-1-16,-12 3 1 15,10-2 3-15,3-7 2 16,6-6-1-16,7-6-1 15,0-8 2-15,7-6 0 16,-2-10-2-16,6-7 0 16,1-7 2-16,-5-5-1 0,5-10 2 15,-5-6 1-15,-3-5 1 16,-2 0-3-16,-15 13 6 16,-6 6 1-16,-10 11-3 15,-7 13-2-15,-9 20 1 16,-7 22-3-16,-23 20 2 15,2 18 1-15,-1 14-3 16,-1 14 1-16,0 12 1 16,4 10 7-16,5 2-5 15,13-1 1-15,9-6-4 16,10-7 0-16,6-10-3 16,9-13 0-16,4-13-2 15,8-14-3-15,3-12 2 0,4-14 1 16,0-9 2-16,2-12-1 15,-2-6 3 1,-3-6 1-16,-6-2-3 16,-8 4 7-16,-12 2-4 0,-6 6-1 15,-8 6-2-15,-9 17 4 16,0 0-2-16,-23 10 1 16,7 9 5-16,3 7-9 15,0 5 3-15,10 1 0 16,3 4 0-16,10-5-2 15,13-3 0-15,8-13-1 16,14-8-1-16,7-12-79 16,14-12-68-16,9-6-14 0,0-15-1 15,1-3-4 1,-1-15-4-16</inkml:trace>
  <inkml:trace contextRef="#ctx0" brushRef="#br0" timeOffset="177259.96">27240 10318 598 0,'-20'-17'183'0,"20"17"-4"16,-26 35-159-1,4 10-22-15,-11 17 4 16,-4 23 4-16,-8 22-5 16,-3 28 1-16,-10 16-5 0,3 13 3 15,3 4-3-15,10-9 4 16,9-8-3-16,21-16-1 15,9-19 0-15,22-24-75 16,7-25-64-16,12-32-28 16,17-18 1-16,1-31-5 15,8-15-1-15</inkml:trace>
  <inkml:trace contextRef="#ctx0" brushRef="#br0" timeOffset="178331.72">27566 11051 208 0,'0'0'137'0,"0"-16"-25"0,0 16 4 15,0 0-9-15,0 0-15 16,0 0-23-16,0 0-26 15,0 0-17-15,0 0-6 16,0 0-7-16,0 0-14 16,0 0 0-16,0 0 0 15,0 0 0-15,0 0 1 16,0 0 0-16,0 0 1 16,0 0 1-16,0 0 1 15,0 0 1-15,0 0-1 16,0 0 2-16,0 0-1 15,0 0 1-15,0 0 0 16,0 0 0-16,0 0 0 0,-16 2-1 16,16-2-1-16,0 0 0 15,-7 26-3 1,7-2 0-16,-1 11-2 16,1 8 1-16,1 9-2 0,3 5 3 15,-1 2-2-15,8-4 0 16,1-5-1-16,2-6 1 15,5-13-2-15,3-12 1 16,8-11 0-16,-1-11 0 16,3-13 1-16,4-6 0 15,2-14 2-15,2-11 0 16,-5-9 1-16,1-9-2 16,-1-5 2-16,-5-1-3 0,-8 6 3 15,-3 6 0 1,-8 7 7-16,-1 14-2 15,-8 10 1-15,-2 11-1 16,0 17 1-16,0 0-2 0,0 0-1 16,0 0-3-16,-16 34-5 15,9-2 0-15,2 14-2 16,2 15 3-16,-1 17-3 16,1 10 4-16,-1 16 3 15,4 14 2-15,0 6-2 16,4 8 2-16,-1-2 0 15,1-4 2-15,1-8-2 16,2-9 1-16,-4-17-6 16,1-13 5-16,-4-13 1 15,-4-12-1-15,-3-16-1 16,-5-7-3-16,-2-12 3 16,-8-5-2-16,-4-11-1 0,0-8 3 15,-2-11-4-15,2-8 3 16,-4-7 0-16,4-11-1 15,4-6-1-15,-1-9 0 16,9-5 4-16,9-6-6 16,5-5 3-16,9-3-4 15,13 2 3-15,11-2-1 16,16 3-3-16,6-2 4 16,10 8-34-16,2 3-64 15,8 7-44-15,0 10-27 16,-9 2-1-16,1 16-5 15,-18 1 6-15</inkml:trace>
  <inkml:trace contextRef="#ctx0" brushRef="#br0" timeOffset="178928.15">28646 11579 378 0,'-28'-6'183'0,"28"6"-18"0,-18-3-48 16,18 3-24-16,0 0-25 15,-19-14-64-15,19 14-6 16,0 0-2-16,0 0 0 15,0-17 0-15,0 17 0 16,0 0 0-16,7-16-1 16,-7 16 4-16,0 0 1 15,19-17 0-15,-19 17 1 16,23-7-2-16,-4 7 0 16,2 3-1-16,-2 4-1 15,4 7 1-15,-4 9 4 16,0 3 3-16,-5 7-2 15,-9 5 3-15,-2 1-1 0,-8 5 3 16,-9 2-1-16,-1-1 0 16,-8-3-4-16,-3 0-1 15,-4-6 0-15,4-5-1 16,-3-3-1-16,6-8 0 16,4-4 0-16,19-16-2 15,-22 16-1-15,22-16-1 16,0 0 0-16,0 0 0 15,26-16-1-15,-7 6 0 16,7-4 3-16,0 0 1 16,7-3 1-16,-2-1-1 15,6-2-49-15,4 4-64 16,1 4-34-16,-6-5-19 0,10 8-1 16,-5-7-3-16,8 6 0 15</inkml:trace>
  <inkml:trace contextRef="#ctx0" brushRef="#br0" timeOffset="179137.3">29428 11838 531 0,'0'26'178'0,"-10"-2"-7"16,-6 4-94-16,3 10-38 15,-10 4-36-15,0 3-1 16,-3-2-3-16,0 0 1 15,0-5-7-15,4-8-70 0,3-6-51 16,19-24-25 0,-23 10-15-16,23-10-1 15,4-39-1-15</inkml:trace>
  <inkml:trace contextRef="#ctx0" brushRef="#br0" timeOffset="179956.87">29677 11258 543 0,'33'-45'173'16,"-11"7"-13"-16,-11 11-91 15,4 11-50-15,-15 16-12 16,0 0-2-16,4 19-1 16,-11 7-1-16,0 2-1 15,5 3-1-15,-1 3-6 16,3 3-1-16,3-6-2 0,6-3 1 15,1-9-1-15,-10-19 3 16,30 22-1-16,-15-20 1 16,4-6 3-16,4-4 0 15,-4-8 3-15,5-5-1 16,-1-6 2-16,3-8 1 16,-2-3 0-16,2-2-1 15,-1 4 2-15,-3 1-2 16,-6 6 3-16,-4 6 0 15,-2 8 0-15,-10 15-2 16,0 0 0-16,7 24 1 16,-7 9-2-16,0 14 2 15,0 13-4-15,4 15 1 0,1 13 3 16,-2 11 1-16,8 4-2 16,-2 5 3-16,-6-4-1 15,4-4 1-15,-7-10-2 16,0-10 1-16,-3-13-8 15,-4-13 1-15,-6-11-2 16,-2-13-1-16,1-11-2 16,-9-11 2-16,4-8 2 15,-7-8 4-15,0-11 3 16,7-9 1-16,-3-7 2 16,4-3-3-16,6-3 1 15,2-3-5-15,10 1-2 16,3 1-3-16,4 4 0 0,9 4-2 15,10 3 1-15,3-4-48 16,13 4-52-16,6 0-25 16,8 0-6-1,3-4-4-15,5 4 4 0,0-2 8 16,-1 0 13-16,-7 2 77 16,-3 3 59-16,-9 2 95 15,-10 7 17-15,-8 5 7 16,-12 2-2-16,-14 12-5 15,0 0-14-15,0 0-15 16,-10 33-24-16,0-2-56 16,-10 6-10-16,5 6-5 15,-3 9-5-15,6 1-3 0,0 3 0 16,-2-3 0-16,7-8-1 16,2-10-53-16,5-5-91 15,5-8-25-15,-5-22-4 16,23 0 1-16,-6-19-3 15</inkml:trace>
  <inkml:trace contextRef="#ctx0" brushRef="#br0" timeOffset="180193.05">31301 11547 625 0,'0'0'181'16,"0"0"-9"-1,0 16-174-15,0-16-6 0,0 0-26 16,0 0-87-16,0 0-47 16,0 0-1-16,14-17-6 15,-2 1 5-15,15 6 40 16</inkml:trace>
  <inkml:trace contextRef="#ctx0" brushRef="#br0" timeOffset="180368.17">31612 11426 638 0,'-15'23'177'15,"15"-23"-27"-15,-13 17-151 16,13-17-1-16,0 0-38 0,-10 19-76 15,10-19-49-15,0 0-2 16,23-5-5-16,-23 5 1 16,39-26 41-16</inkml:trace>
  <inkml:trace contextRef="#ctx0" brushRef="#br0" timeOffset="180821.5">32232 10455 549 0,'0'0'180'0,"0"0"2"15,19-2-132-15,-2 20-32 0,2 9-8 16,4 15-13-16,3 13 5 15,0 15-7-15,4 20 2 16,1 17-6-16,-5 14 6 16,-4 11-2-16,-11 10 5 15,-11 6 3-15,-23 6 0 16,-15 1 0-16,-24-10-19 16,-25-12-114-16,-28-22-27 15,-17-11-6-15,-27-36-5 16,-20-19-2-16</inkml:trace>
  <inkml:trace contextRef="#ctx0" brushRef="#br0" timeOffset="-204543.06">4618 14234 306 0,'-7'-21'172'15,"2"2"-35"-15,-2 0-18 16,7 19-10-16,-7-21-28 16,7 21-18-16,0 0-27 15,-7 21-36-15,5 12 0 16,4 10 0-16,2 18-2 16,-1 10-7-16,1 10 11 15,-1 11-4-15,4-4 3 16,-2-3-3-16,2-11 4 0,-3-8-4 15,3-14 1-15,-4-14 2 16,1-10-2-16,-3-13 1 16,-1-15-2-16,0 0-1 15,0 0 0-15,18-8-46 16,-13-11-37-16,-2-12-20 16,1-4-15-16,-4-8-6 15,-4-8-5-15,4-6 1 16,-5-3-2-16,2 4 45 0</inkml:trace>
  <inkml:trace contextRef="#ctx0" brushRef="#br0" timeOffset="-204159.01">4570 14298 257 0,'-16'-31'134'0,"-3"3"-5"16,5 6-5-16,-2 1-16 16,16 21-15-16,-19-30-19 15,19 30-25-15,-7-15-35 16,7 15-12-16,19-11-2 15,1 13 1-15,12 3-2 16,14 7 0-16,9 7-1 16,13 6 2-16,10 8-1 15,4 5 0-15,4 5 5 16,-8 2-5-16,-6 5 6 16,-13 2-4-16,-18 2 4 15,-15 5-4-15,-17 1 5 16,-21 3-4-16,-14-1 1 0,-16 4 1 15,-13-2-4-15,-10-7 2 16,-9 0-2-16,-4-9-1 16,0-8-1-16,3-9-1 15,7-3 0-15,13-9 1 16,13-9-2-16,9-4-14 16,14-6-37-16,19 0-33 15,0-32-41-15,22 7-33 16,8-14-5-16,15 0-4 15,-3-15 0-15</inkml:trace>
  <inkml:trace contextRef="#ctx0" brushRef="#br0" timeOffset="-203790.75">5481 14594 278 0,'19'21'135'0,"0"12"-38"16,2 10 5-16,-2 0-12 16,4 9-18-16,-8-5-18 15,8 0-8-15,-6-11-8 16,6-5-4-16,-1-14-9 16,4-10-26-16,0-10 0 15,-3-8-2-15,3-8 1 16,0-8 2-16,-7-6 1 15,-3-9-1-15,-6-3 3 16,-6-8 0-16,-11-8-4 0,-7-3 5 16,-5 0-6-1,-7 3 4-15,-2 6-4 0,-5 8 5 16,-4 18-6-16,3 17 4 16,8 25-74-16,-4 19-54 15,1 13-31-15,13 15-11 16,-3 1 0-16,15 5-7 15</inkml:trace>
  <inkml:trace contextRef="#ctx0" brushRef="#br0" timeOffset="-202049.51">7527 14447 424 0,'0'0'172'0,"-6"-23"-51"16,6 23-20-16,-37-34-22 15,21 13-40-15,-6-2-19 16,-1 3-17-16,4 1 2 15,2 3 1-15,-2 6 0 16,0 8-3-16,-4 7-1 16,1 9 1-16,-1 8-4 0,0 8 1 15,-1 8-1-15,8 3-7 16,8 4 7-16,4 2-5 16,10 0 6-16,7-4-6 15,10-3 5-15,3 0-5 16,4-6 4-16,4 1 1 15,-4 1-1-15,3 1 3 16,-7-1-2-16,-4 0 4 16,-10 1 0-16,-8-3 0 15,-4-2-1-15,-7-6 3 16,-12-6-4-16,-7-4 0 16,-4-7 0-16,-1-4 0 15,-2-5-1-15,0-5 1 0,5-2-1 16,2 1-1-16,9 1 0 15,17 5-2-15,-19-10-1 16,19 10 1-16,0 0-1 16,19-21-1-16,4 7 1 15,3-7 1-15,10-6 0 16,9-8 0-16,4-8 1 16,13-6-2-16,3-8 3 15,2-8 0-15,1-8-3 16,1-5 4-16,-4-7-2 15,-1-7 4-15,-9-6-4 16,-3 1 4-16,-10 3-5 16,-5 13 3-16,-11 13 3 0,-7 15 1 15,-7 18 2-15,-12 35-1 16,0 0 0-16,3 59 1 16,-10 2-2-16,-1 15 3 15,1 16-2-15,0 10-6 16,-2 1 1-16,-1-2-1 15,1-4 2-15,-1-9-2 16,-1-8 3-16,-1-14-5 16,2-15 2-16,1-12-1 15,2-12-2-15,0-11-1 16,7-16 1-16,3-19-1 16,4-9 3-16,6-7-2 15,4-6 1-15,9-2 0 0,5-2 3 16,9 0-2-16,9 3 0 15,-1 6 3 1,4 6-7-16,-1 4 8 0,-4 6-7 16,-2 2 7-16,-14 4-7 15,-5 6 8-15,-9 3-4 16,-17 5 4-16,0 0 4 16,0 0-1-16,0 0 2 15,0 0-5-15,-19 31 5 16,2-7-6-16,-2 2 4 15,0 5-9-15,5 0 0 16,-2 0-3-16,6-1 0 0,5-4 0 16,5-9 0-1,0-17 1-15,0 0 1 16,27 4 1-16,-9-15 4 16,-3-4-2-16,4-6 2 15,-1-7 4-15,1-1-3 0,0-2 2 16,-3 5-3-16,-2 3 1 15,-6 4-2-15,-8 19 3 16,0 0-1-16,21 7-5 16,-16 15 4-16,-1 6-3 15,3 2 3-15,0-1-3 16,1 2 2-16,6-3-3 16,-2-13 1-16,-12-15 1 0,30 14 1 15,-11-19-1 1,7-7 1-16,0-12-2 15,4-9 0-15,3-10 7 16,5-9-8-16,3-14 6 0,3-10-6 16,1-11 4-16,0-5-2 15,-7 2 2-15,-1 4 0 16,-11 8-6-16,0 12 8 16,-11 16 0-16,-8 14 4 15,-3 15-1-15,-4 21-1 16,0 0 0-16,-26 38-1 15,12 7 2-15,-5 10-6 16,3 15 1-16,-1 11-4 0,5 5 3 16,5 6 0-1,3-2-3-15,11-3 3 16,4-13-4-16,4-10 5 16,4-8-6-16,7-13 4 0,-3-7-7 15,6-13 4-15,4-8 2 16,2-11 2-16,-2-9-1 15,0-11 0-15,2-8 1 16,-2-7 2-16,0-9 1 16,-5 0-3-16,-6 0 1 15,-5 7-4-15,-1 7 7 16,-9 6-3-16,-7 20 6 16,0 0-6-16,0 0-1 15,-7 17 4-15,4 5-5 16,3 6 4-16,3 2-8 15,4 4 3-15,5 2-7 16,6-3 5-16,1-5 1 0,10-2-2 16,2-5 2-16,2-6 1 15,4-4 2-15,1-9 0 16,0-8-1-16,2-4-62 16,-5-9-59-16,-6-14-38 15,-3-3-5-15,-15-11-1 16,4-2-1-16</inkml:trace>
  <inkml:trace contextRef="#ctx0" brushRef="#br0" timeOffset="-201837.36">9239 14132 520 0,'-19'-4'171'0,"19"4"-2"0,0 0-97 16,28-10-65-16,1 1-11 16,8 2-62-16,8-1-75 15,0-6-22-15,14 5-6 16,-10-6-3-16,8 11-3 16</inkml:trace>
  <inkml:trace contextRef="#ctx0" brushRef="#br0" timeOffset="-200141.15">11541 14563 337 0,'19'-31'175'0,"-12"-13"-3"16,-4-6-77-16,1 0-22 15,-11-4-15-15,0 6-24 16,-12 5-24-16,-4 4-11 15,-3 13 4-15,-3 14 0 16,-4 18-1-16,1 11-1 16,-1 11-2-16,7 11-1 15,0 5-3-15,4 2 0 16,6 3 1-16,6-9-4 0,10-6 5 16,3-8-3-16,4-5 8 15,-7-21-5-15,31 16 7 16,-10-18-1-16,2-9-1 15,-1 1 6-15,1-7-6 16,-1 5 3-16,-2-2-10 16,-1 5 5-16,-2 6-6 15,-1 6-1-15,3 13 6 16,-2 5-7-16,2 6 5 0,4 3-3 16,-4-3 8-1,7-1-4-15,-4-3 5 16,8-8-1-16,3-9 2 15,5-10 0-15,4-10 0 0,6-15 0 16,4-9-2-16,11-12 3 16,5-14-6-16,3-14 4 15,-7-9-5-15,2-5 2 16,-2 1-4-16,-5 9 4 16,-10 11 0-16,-11 12-5 15,-12 14 3-15,-7 18 4 16,-19 27-1-16,0 0 1 15,0 0 0-15,-3 20-3 16,-9 6-1-16,1 6 3 16,2 7-2-16,6 5-4 15,3 4-1-15,7-1 2 16,5 0-1-16,4-2 5 0,6-4 2 16,4-1 0-16,-5-7-2 15,2-5 3-15,-8-6-1 16,1-5 4-1,-16-17 2-15,14 21-3 0,-14-21-3 16,-19-2 2-16,1-5-2 16,-8-1 1-16,0-4-1 15,-5-2-4-15,-5 2-1 16,3 0 0-16,1 1 2 16,6 6-2-16,0 2 0 15,11 3-1-15,15 0-1 16,-18 8 2-16,18-8-1 15,11 16 2-15,8-9-1 0,10-2 2 16,13-2 1-16,10-4 1 16,11-6 0-16,8-7-1 15,9-9 0-15,5-8 0 16,12-9 0-16,-3-6-3 16,3-10 3-16,-3-3-1 15,-6-3 2-15,-1 0-1 16,-13 1 1-16,-9 9-2 15,-13 11 1-15,-16 6 3 16,-10 11 6-16,-14 8-6 16,-12 16 1-16,0 0-1 15,-26 14-2-15,7 3 1 16,0 8-1-16,-3 2-5 0,8 10-6 16,2 3 6-16,8 3-2 15,8 2 3 1,8 0-1-16,5-2 2 15,2-1 1-15,4-6 3 0,-1-5-1 16,-3-3 4-16,-5-6 2 16,-5-4 0-16,-9-18 0 15,-12 22-1-15,-2-17 0 16,-12-5-1-16,-5-1-1 16,-2-3-3-16,-6-1-3 15,3-2 1-15,-2 2 0 16,8 0-2-16,8 3-4 0,6-1 2 15,16 3 3 1,0 0 0-16,0 0 0 16,12-25-2-16,18 11 1 15,1-6 1-15,9-3 5 0,-2 1-2 16,11-3-2-16,-1 1-1 16,1 3 1-16,-2 2 0 15,-9 6-1-15,-5 4 1 16,-5 5 1-16,-2 8 1 15,-12 11-1-15,-2 8 0 16,-5 8 2-16,-7 7 1 16,0 5-1-16,0 6 1 15,3 1-4-15,1-3 1 16,-1-6-1-16,2-6 0 16,6-9-1-16,4-7 2 15,-1-14 0-15,5-12-18 16,7-12-95-16,1-10-49 0,-1-25-2 15,3-5-2-15,-6-19-1 16,8-3 28-16</inkml:trace>
  <inkml:trace contextRef="#ctx0" brushRef="#br0" timeOffset="-199992.05">14073 13472 233 0,'-26'-14'145'0,"9"18"-26"16,-9 6-41-16,3 9-61 0,1 9-48 15,-1 0-47 1,11 10-28-16,-5-5-34 16,17 13-6-16,-6-8 56 15</inkml:trace>
  <inkml:trace contextRef="#ctx0" brushRef="#br0" timeOffset="-199094.41">14497 14080 487 0,'22'-21'172'15,"4"-5"-19"-15,-12-3-80 16,-10-8-26-16,-1 6-33 16,-13-2-5-16,-6 7-3 15,-10 7 1-15,-7 11-1 16,-5 9-2-16,-5 15-4 0,-3 12-3 15,5 6-4-15,-1 8-2 16,2 3 3-16,11 1-3 16,6-4 2-1,11-6-1-15,9-8 5 0,6-11 0 16,-3-17 1-16,33 6 2 16,-10-17 0-16,3-10 1 15,1-3 1-15,3-5 1 16,3-1-2-16,0 1-1 15,-5 1-1-15,1 11-2 16,-3 8 1-16,0 14-1 16,-3 11 1-16,-1 20 1 15,-3 13 1-15,-1 22 3 0,-3 17-2 16,1 16 3-16,-6 12-3 16,-3 7 3-16,-7 1-3 15,-3-6 3-15,-8-7-2 16,-4-16 0-16,-1-13 3 15,-10-24-1-15,4-16-1 16,-8-21-5-16,4-23 1 16,-3-22 0-16,-1-21 0 15,1-21 2-15,9-15-4 16,1-16 4-16,9-9-2 16,5-5 2-16,7 2 4 15,8 9-4-15,12 6 1 0,8 11-5 16,8 11 2-1,11 13-3-15,3 14 3 16,3 14-2-16,4 13-2 16,-1 15 0-16,-3 13 1 15,1 14-1-15,-8 9 3 0,-9 2-2 16,-6 3 4-16,-11-2 1 16,-3-3 1-16,-8-7 1 15,-4-5 2-15,-7-21-3 16,1 17-2-16,-1-17 1 15,4-21 1-15,-4-3 0 16,7-12-2-16,3-7-1 16,9-8-1-16,0-4 3 0,7 0 0 15,0 3 1-15,4 3-2 16,5 13-1 0,1 12-2-16,-6 13 2 15,1 13-2-15,-2 14 1 0,-6 10-1 16,3 12 0-16,-7 7 1 15,-2 8 1-15,-1 4 1 16,-6 4-1-16,-10-2-68 16,0 3-55-16,0-1-28 15,-6-16-11-15,2-4 0 16,-3-23 0-16</inkml:trace>
  <inkml:trace contextRef="#ctx0" brushRef="#br0" timeOffset="-197401.22">15613 13893 359 0,'29'-7'166'0,"-6"10"-24"0,0 11-28 16,-1 17-17-16,-3 11-24 15,4 8-72-15,-6 7 0 16,-5 6 2-16,-5-5-2 15,-2-4 3-15,-1-5-2 16,-4-10 1-16,-4-13 0 16,-1-7 7-16,5-19-9 15,0 0-1-15,-17-10 0 16,12-13-4-16,5-9 0 16,0-12-2-16,5-6-1 15,2-5-8-15,7 3 10 0,1 2-1 16,8 6 3-16,0 10 2 15,3 15 2-15,3 13 1 16,1 17 0-16,-4 10 3 16,-4 10-1-16,1 9 0 15,-8 5 0-15,1 5 1 16,-9-5-2-16,0-2 0 16,-7-8-2-16,0-6 2 15,0-10-6-15,0-19-3 16,3 16-1-16,-3-16 0 15,19-24 1-15,-3-4-1 16,5-7 1-16,3-6-2 16,6-4 6-16,3-2 1 0,8 2 3 15,-1 5-2-15,2 7 2 16,3 11-2-16,-3 10 2 16,-2 12 0-16,-6 12 2 15,-1 10 0-15,-7 8-1 16,0 4 1-16,-6 4-1 15,-5 2 0-15,2-2-4 16,-1-5 1-16,3-5-5 16,-1-9 2-16,8-9 0 15,1-6-1-15,6-11 0 16,4-11 1-16,4-9 1 16,5-11 0-16,-1-11 2 15,0-6 0-15,-2-2 0 0,-1 5-1 16,-9 3 4-1,-7 8 4-15,-10 10 1 16,-10 10-1-16,-6 21 0 0,0 0-2 16,-20 12 1-16,1 10-1 15,-1 10-3-15,1 6-3 16,0 8-3-16,2 5 3 16,8 2-2-16,2-4 1 15,14-2-3-15,5-6 1 16,7-6-3-16,11-8 2 15,3-11-2-15,5-7 2 16,2-11 0-16,9-9 0 0,-1-9 4 16,1-10-1-16,5-4 3 15,1-4-2-15,1 1 1 16,-8 4-1 0,-2 4 2-16,-5 6 1 15,-8 11 2-15,-7 11 1 0,-10 9 0 16,-2 10 1-16,-11 4 0 15,2 4 0-15,-5 2-1 16,4 3-2-16,-4-7-2 16,0-1 0-16,-4-8-1 15,4-15-1-15,4 16-3 16,-4-16-2-16,0 0 1 16,22-37 1-16,-8 10-1 0,5-6-1 15,4-4 0-15,3-1 1 16,4 2 5-1,-1 5-2-15,-1 5 2 16,1 10-1-16,-6 11 2 0,-1 7 1 16,-1 12 1-16,2 1-2 15,-1 6 1-15,-2 7 0 16,6-4-1-16,-4 2 1 16,8-4-3-16,3-6-1 15,1-7-1-15,-1-9 3 16,2-9-1-16,1-15 0 15,6-7 1-15,0-11 0 16,-2-15 2-16,-2-7 1 16,2-17 3-16,-5-4-1 15,-2-10 2-15,-4-1-1 16,-10 1 2-16,-7 7-1 16,-5 10 1-16,-3 9-1 0,-8 15 0 15,-3 14-4-15,-1 16-1 16,8 24-2-16,-23-7 0 15,9 26-1-15,2 14-2 16,2 16 1-16,1 13-3 16,2 14 1-16,0 11 2 15,4 8 2-15,3 3-2 16,0 1 2-16,0 0-2 16,0-8 1-16,-4-6 0 15,-5-9 4-15,-1-8-4 16,-6-11 3-16,2-10-1 15,2-9 2-15,-5-14 0 16,8-5 2-16,9-19-4 0,-14 9-1 16,14-9 0-16,-5-21-1 15,5 4 0-15,0-7-2 16,4 1-2-16,-8-6-1 16,9 1 3-16,-6 2-1 15,2 3 1-15,-1 4-2 16,7 0 1-16,-7 2-1 15,11 0 1-15,-6 1 0 16,12-1 1-16,-1-4-2 16,7-3 3-16,3-2-1 15,3 0 2-15,4-2 0 16,2 1 0-16,1 1 0 16,-1 0 1-16,-2 1-1 0,0 8-44 15,-5 0-45-15,-2 3-50 16,0 7-22-16,-9-3-7 15,2 6-1 1,-19 4 36-16</inkml:trace>
  <inkml:trace contextRef="#ctx0" brushRef="#br0" timeOffset="-190437.26">19873 13877 148 0,'0'0'81'15,"-30"-8"13"-15,15 4-2 16,15 4 21-16,-30-8-9 15,30 8-11-15,-16-6-14 16,16 6-9-16,0 0-4 16,0 0-19-16,0 0-19 15,0 0-28-15,26-15-1 0,-3 8-2 16,7 0-2-16,11-3-3 16,8 1-3-16,6-3-3 15,13 0 16 1,0 0-3-16,-1 3 1 0,3 0-1 15,-9 2 1-15,-6 2-1 16,-10 2 1-16,-12 3 1 16,-10-2 1-16,-4 4 5 15,-19-2-1-15,16 10-3 16,-16-10-72-16,10 28-55 16,-10-13-39-16,12 8-16 15,-1-2-5-15,8 5-4 0</inkml:trace>
  <inkml:trace contextRef="#ctx0" brushRef="#br0" timeOffset="-187437.13">22266 13529 456 0,'20'-22'186'16,"-20"1"-5"-16,-4 0-113 16,4 4-43-16,-10 0 0 0,10 17-4 15,-32-23-30 1,10 15 1-16,-4 2 7 15,-4 6 1-15,1 6 0 16,-1 2-1-16,-1 8-1 0,-2 5 1 16,0 8-2-16,0 2 0 15,5 4 0-15,-1 1-2 16,10 2 3-16,5 0-1 16,10 2 3-16,8-4-2 15,15-3 3-15,10 0 0 16,17 0 1-16,2-3 0 15,8-3 0-15,3 3-1 16,-7-6-2-16,-4-2 0 16,-6 3-2-16,-9-6 2 15,-17 1 0-15,-9-2 1 16,-14 2-1-16,-12-4 0 16,-11 1 1-16,-6-1 0 0,-6-4 0 15,-7 0-2-15,1-1 0 16,-4-1 0-16,3-1 0 15,7-1 2-15,9-3-2 16,4 1 4-16,13-3 9 16,16-3 3-16,0 0-2 15,0 0 0-15,30-14 2 16,8 2-2-16,11-7 2 16,10-2-4-16,5-5-8 15,10-3-2-15,1-7 1 16,0-4-1-16,-1-3 1 15,-2-1-2-15,-6-2 1 16,-9-12-2-16,-5 0-4 0,-7-8-1 16,-5-2 0-16,-5-3-1 15,-13-1 0-15,-4 1 0 16,-3 8 1-16,-8 13-1 16,-2 9 3-16,-5 9-1 15,0 15 2-15,0 17-1 16,0 0 0-16,-15 36 2 15,11 3-2-15,1 7 5 16,-2 15-1-16,5 8 1 16,0 7 0-16,1 2 2 15,3-3-2-15,3-8 0 16,-4-5 0-16,1-6-3 16,-1-16 3-16,1-9 0 0,-3-9 0 15,-1-6-1-15,0-16 5 16,0 0 5-1,0 0 3-15,14-23 1 0,-7-1-1 16,5-2 1-16,2-7 0 16,9 4-1-16,-1-6-4 15,13 4-6-15,2 3-1 16,4 6-2-16,8-1-2 16,-4 6 0-16,4 0 1 15,-6-2-2-15,-5 5 0 16,-5 0-1-16,-7 7-5 15,-10-3-4-15,-16 10 6 0,0 0-2 16,0 0 1-16,0 0 1 16,-19 10 0-16,-4 11 1 15,-6 5 4-15,-4 8 4 16,3 6-3 0,-1 4 0-16,5 1 0 0,7-4 3 15,5-1 1-15,7-9 4 16,10-8 1-16,-3-23 2 15,33 17 0-15,-10-19 1 16,3-10 2-16,0-2-4 16,3-7-2-16,-1-3-4 15,-2-5 0-15,0 1-1 16,-8 2 0-16,1 5-2 0,-4 4-5 16,-15 17-1-16,23-21 1 15,-23 21-3 1,19 11 1-16,-19-11-2 15,21 32 1-15,-9-12 2 0,2 4 3 16,-2-3 4-16,4-1 3 16,1-4 4-16,-1-4-1 15,-2-7 1-15,-14-5-2 16,31-14 0-16,-14-6 0 16,2-6-3-16,0-11 1 15,4-9-3-15,-1-12-1 16,5-7 1-16,2-6 1 15,1-9-2-15,1-3 0 0,-5 0 0 16,0 12 3 0,-4 10-4-16,-8 11 0 15,-2 10-6-15,-5 16 4 16,-7 8-2-16,0 16 1 0,-15 26 1 16,4 6-6-16,-8 11 7 15,-3 16 0-15,-1 13 4 16,4 13-2-16,2 9 0 15,5 1 0-15,5-2 0 16,10-10 1-16,9-10 0 16,9-11-1-16,3-11 5 15,9-18 1-15,0-11 1 16,0-15 1-16,2-14 0 16,1-12-1-16,3-10-1 15,2-15 0-15,-4-2-5 16,-3-8 0-16,-1 0-3 15,-7 1-4-15,-3 8 2 0,-7 7 2 16,-9 6 2-16,-4 13-1 16,-3 19-2-16,0 0 1 15,-19 2 0-15,5 19 4 16,2 7-1-16,2 8-4 16,4 5 0-16,3 8 0 15,3-2 5-15,5 1-2 16,9-6 2-16,2-6-1 15,6-5 5-15,4-12 0 16,4-5 1-16,-1-11 1 16,1-8-2-16,1-9-1 15,-2-6-1-15,1-6-18 16,-4-9-72-16,-3 0-50 0,-1-1-24 16,-11-5-15-16,4 4 2 15,-11-8 0-15</inkml:trace>
  <inkml:trace contextRef="#ctx0" brushRef="#br0" timeOffset="-187188.95">24127 13303 266 0,'-33'0'172'0,"0"-7"4"16,7 1-69-16,26 6-28 15,-22-1-2-15,22 1-13 0,0 0-39 16,22-2-16-16,1-5 0 16,13 0 0-16,6-3-4 15,1-4-84-15,8 4-42 16,1-3-25-16,0 1-19 16,0 7-17-16,-10 0 2 15,-3 10 56-15</inkml:trace>
  <inkml:trace contextRef="#ctx0" brushRef="#br0" timeOffset="-185057.44">5099 15446 43 0,'83'3'57'0,"8"-6"-3"16,13 1-6-16,7-7-4 16,12 4-8-16,4-7 4 15,5 3 16-15,5-1 5 16,-5-1-9-16,1 3-7 15,-1-4 1-15,-1 5 2 16,-5-4-1-16,1 6 1 16,-4-2-19-16,6 2 0 0,-3 0-4 15,1 1-3-15,0 1-7 16,3 1-2-16,-2-1-4 16,-4 1-1-1,-1 0-4-15,0-1-3 0,-3-1-1 16,1-1-1-16,-4-2 1 15,3 2-1-15,-4-2 1 16,7 0-1-16,4-1 0 16,0-1 1-16,8 0-1 15,-1 2-1-15,8-1 1 16,0 2 0-16,4 1 1 16,3 0 0-16,1 3 0 15,2 2 1-15,6 0-1 0,2-1 1 16,5-1-1-1,0 0 0-15,7-3-2 16,3 0 3-16,7-2-1 16,2-2 0-16,2 1 1 0,5-3 0 15,7 1 1-15,0-4-2 16,3 0 1-16,2-2-2 16,-1-3 2-16,2 0 0 15,3 0 0-15,-6 2-1 16,-3-4 0-16,0 4 1 15,-4 0 1-15,-3-1 1 16,-1 3-1-16,-10 1-1 16,-5-2 2-16,1 1-2 15,-4 1 2-15,-4 2-2 16,-3-2 0-16,2 2-1 16,-6 3 0-16,4-1 0 15,0-1-1-15,-2 4-1 0,2-1 0 16,0 1-1-16,1 0 1 15,3 0 0-15,3 0 0 16,-4-2 0-16,4 3 0 16,0-5-1-16,-4 3 2 15,0-3-1-15,-3-1 2 16,-1 0-1-16,-7-2-1 16,0 0 1-16,-8 0 2 15,-3 0-1-15,-4 1 0 16,-8-1 0-16,-7 0 0 15,-8 2 1-15,-2 0 0 16,-13-2 0-16,-11 5-2 16,-6-1 4-16,-16 3-2 0,-8-2 2 15,-11 6-4-15,-10-2-43 16,-13 5-64-16,-3 8-34 16,-26-8-25-16,31 14-2 15,-31-14-6-15,37 2 103 16</inkml:trace>
  <inkml:trace contextRef="#ctx0" brushRef="#br0" timeOffset="-182156.37">25913 13663 380 0,'7'-35'156'16,"-1"0"-33"-16,-10-6-21 0,4 3-16 15,-9-4-22 1,2 9-29-16,-5 0-33 15,-2 7-1-15,-5 7 0 16,-3 7-3-16,-4 9 0 0,-7 10 0 16,1 8-2-16,-7 8 1 15,-3 13-1-15,0 8-1 16,2 2 1-16,2 4 1 16,9 1 0-16,3-5-3 15,13-4 0-15,10-6-3 16,8-11 0-16,13-12 2 15,8-4-1-15,5-11 1 16,9-5 4-16,-2-3 1 16,7-4 2-16,4-3 0 15,-6-2 1-15,2 0-1 16,0 3 1-16,-6 2-1 0,-7 4-1 16,1 3 0-16,-6 5 2 15,-8 6 1-15,0 6 1 16,-5 6-2-16,-2 1 2 15,2 4-1-15,1 3 0 16,1 0 1-16,6-1-4 16,1-2 1-16,7-4-2 15,6-5 1-15,6-7 0 16,3-5 0-16,3-7 1 16,8-8 0-16,-1-6 1 15,3-7-2-15,4-8 3 16,-4-7 0-16,-3-6-1 15,-3-3 0-15,-7-3-1 0,-3 1 0 16,-6 6 1-16,-3 3 0 16,-10 10 0-16,-11 9 3 15,-2 7 3-15,-10 19 0 16,0 0 1-16,0 0-2 16,0 0-1-16,-19 31 1 15,12-7-5-15,4 4-1 16,0 8-2-16,3 4-2 15,3 2 1-15,7-1 0 16,3 3 2-16,6-3-1 16,3 1 2-16,1-3-2 15,3-6 0-15,0-5 3 16,-9-5 1-16,2-4 2 0,-19-19 0 16,16 20 0-16,-16-20-1 15,-16 2 1-15,-3-7 1 16,-7-2-3-1,-3 0-1-15,-1 2-2 0,-5 0-1 16,2 1 2-16,0 6-1 16,4 1-1-16,6 4-3 15,4-1 0-15,19-6-3 16,0 0 1-16,-7 17-1 16,7-17 0-16,40-7 0 15,-2-5 0-15,11-9 4 16,14-3 0-16,11-7 3 15,10-9 2-15,4-3-2 0,2-6 0 16,4 1 0-16,-5-4 2 16,-6 3-3-16,-8 1 3 15,-20 6 0-15,-10 8 5 16,-12 6 2-16,-10 7 0 16,-23 21 1-16,0-15-1 15,0 15 1-15,-33 19-1 16,10-2-3-16,4 2-6 15,2 3-3-15,8 6 2 16,9 2-1-16,4-1-1 16,11 4 1-16,11 0-1 15,0 1 3-15,4-1 2 16,-4 2 3-16,-7 1 0 0,-3-1 0 16,-13-2-1-16,-6-2 0 15,-13-2 2-15,-10-4-1 16,-7-6-3-1,-5-7-1-15,1-7-1 0,6-9-4 16,1-6-3-16,11-11 0 16,9-6 0-16,17-6 0 15,9-5 3-15,13-6-4 16,9 1 2-16,11 2 3 16,6 2 6-16,8 7-1 15,5 2 1-15,-1 9 0 16,1 8-2-16,-6 7 4 0,-1 10 1 15,-12 8 2-15,-4 7-4 16,-12 9 3 0,-7 6-1-16,-10 3 1 15,-6 4-2-15,-7-3 0 16,-3-1-3-16,4-5-2 0,-4-6-2 16,5-8-52-16,-5-18-63 15,0 0-32-15,21-12-12 16,-12-20-1-16,8-4 20 15,2-11 35-15,-3-11 92 16,3-8 16-16,-2-3 44 16,2 4 85-16,-10 0 18 15,5 16 7-15,-14 1-29 16,0 15-46-16,-4 9-62 16,4 24-41-16,0 0-31 15,-22 12-35-15,15 14-21 16,2 1-14-16,6 10 8 0,-1-3 12 15,18 10 37-15</inkml:trace>
  <inkml:trace contextRef="#ctx0" brushRef="#br0" timeOffset="-179008.57">28843 13522 303 0,'40'2'128'16,"-10"-7"-3"-16,1-2-17 15,-5-3-8-15,-3-9-13 16,-6 5-29-16,-5-2-53 15,-12 16 0-15,4-26 0 16,-4 26-3-16,-19-8 1 16,1 13-1-16,-4 9-1 15,-4 3-2-15,3 7 0 0,-3 4-1 16,4 1 2-16,2 1-1 16,5-3-1-16,8-6-5 15,7-4 1-15,0-17-2 16,10 18 1-16,-10-18 2 15,35-7 0-15,-16-5 3 16,4-4-1-16,1-1 4 16,0 1-1-16,1-1 2 15,-3 3-1-15,-3 5 3 16,4 9 0-16,-4 14-2 16,0 9 1-16,-2 13 0 15,-1 16 1-15,3 17 1 16,-2 18-2-16,-4 10 0 0,-1 5-3 15,-5 2 2-15,-4 1 0 16,-3-4-4-16,-12-11 4 16,-2-17-5-16,-12-18 5 15,0-14-5-15,-3-22 7 16,-3-15-2-16,3-21-3 16,3-18 3-16,0-17-4 15,10-17 2-15,6-18-6 16,10-11 3-16,10-10-3 15,13-1-3-15,11 2 5 16,13 3 1-16,10 9 1 16,6 14 0-16,8 13 3 15,0 16 1-15,4 17-1 0,-4 18 5 16,-10 14 0-16,-6 17-4 16,-13 13 4-16,-5 11 0 15,-15 6-2-15,-6 6-2 16,-13-2 1-16,-6-1-2 15,-1-7-3-15,-1-11 4 16,-2-6-5-16,7-23-2 16,0 19 1-16,0-19 0 15,19-12 0-15,-1-7 0 16,9-6 1-16,3-4-2 16,12-7 3-16,6-2 3 15,4-1-1-15,0 5 0 16,0 6 1-16,0 7 0 0,-6 13 2 15,-5 9 0 1,-4 10 0-16,-4 11 0 16,-7 4-1-16,5 4 0 15,-5 1-1-15,7 2 0 0,0-6-2 16,2-4-1-16,6-6 0 16,6-6 1-16,-2-8 1 15,0-6-2-15,1-8 2 16,-1-6-2-16,0-7 3 15,-5-7-1-15,-6-4 4 16,-4 2-1-16,-7 2 2 16,-10 3 1-16,-4 6-2 0,-5 4 2 15,-4 18-2 1,-16-15 0-16,-1 23-4 16,-3 10-2-16,-2-1 0 15,3 6 0-15,3 1 2 0,2 4-2 16,4 3 0-16,10 0-1 15,10-5 0-15,13-2 2 16,13-1-3-16,13-6 2 16,8-3-2-16,13-6 2 15,13-6 0-15,2-5 1 16,9-9 2-16,3-4-1 16,-3-8 1-16,-4-2 0 15,-5-4 1-15,-7-4 0 16,-14 1 2-16,-8 2 0 15,-18 3 2-15,-12 5-3 16,-15 8 0-16,-11 15-4 16,-20-11 2-16,0 24-1 0,-12 6-2 15,3 5 1-15,-4 4-2 16,2 3 2-16,5 3 0 16,8 1 4-16,6-6-3 15,9-1 1-15,6-5-2 16,9-6 1-16,6-7-1 15,4-8 0-15,4-9 0 16,5-5 2-16,6-11 0 16,-2-11-2-16,1-13 1 15,2-10 1-15,2-9-1 16,-2-10 2-16,-1-9-1 16,-2-7-2-16,-6 2 0 15,-3 7 0-15,-3 11 3 0,-9 9-3 16,-6 15 2-16,-1 15-4 15,-7 33-1-15,0 0 1 16,-26 9 2-16,4 25 0 16,2 15-3-16,-2 11 4 15,1 11-2-15,-1 9 1 16,2 6 3-16,13 4 1 16,7-3-2-16,7-7 2 15,7-9 1-15,12-9-2 16,6-12 1-16,4-12-2 15,13-14-58-15,-1-18-22 16,10-13-13-16,4-16 0 16,6-11 1-16,-1-18 17 0,5-9 31 15,2-12 43-15,-4-13 58 16,1-2 19-16,-7-9 16 16,-5 0-4-16,-2 0 3 15,-5 15-21-15,-12 10-27 16,-5 13-42-16,-12 17 0 15,-9 22-1-15,-14 20 0 16,3 26-1-16,-20 20-1 16,-2 15 1-16,-7 17-3 15,-7 10 4-15,1 14-2 16,-4 2 1-16,1-2-2 16,2-5 3-16,7-12 0 15,0-12 3-15,3-16-3 0,4-11 2 16,6-16-2-1,0-11 3-15,13-19-3 0,0 0 0 16,-10-17 1 0,10-11-1-16,7-7 0 0,9-6-2 15,6-6-1-15,4-3-2 16,14 0 2-16,9 5 0 16,11 3 0-16,8 7-1 15,5 9-1-15,3 7 2 16,-3 7 2-16,-2 5 0 15,-6 6 1-15,-10 1 0 16,-13 1-2-16,-9 3 1 16,-14 1 0-16,-19-5 0 0,7 21 0 15,-21-7 0 1,-12 10 1-16,-5 5 0 16,-6 9 0-16,-1 0-1 15,-2 6 2-15,7-1-1 0,5-1 1 16,8-4-2-16,7-9-1 15,10-8 1-15,3-21 0 16,23 19 1-16,-1-23 0 16,4-4-1-16,7-8-1 15,-3-3 1-15,4-5 0 16,3 0 0-16,-2-2 1 16,1 1-2-16,-7 5 0 0,3 2 0 15,-6 6 1 1,0 4 0-16,-4 8 0 15,1 5 0-15,-2 5-1 16,-2 4 2-16,0 2-1 0,4-1 1 16,3 1 0-16,0-4-1 15,3-5 0-15,1-5 0 16,1-9 1-16,-2-7-2 16,1-10 2-16,-1-8-2 15,-6-6 1-15,3-12 0 16,-3-9 0-16,-4-13-2 15,3-8 3-15,1-8-2 16,-1 5 2-16,-4 3-2 16,-6 7 3-16,2 13-2 15,-6 15 0-15,-4 19 0 16,-4 26 0-16,-19 14 0 16,1 20-2-16,-1 15 1 0,-3 11-1 15,-1 8 1-15,1 4 0 16,-1 1 2-16,9-5-1 15,6-8 1-15,4-6 1 16,4-13 1-16,4-9 1 16,8-13-1-16,2-9 1 15,8-10-3-15,4-10 0 16,9-4 1-16,1-7-2 16,9 0-1-16,1-1 0 15,2 3-1-15,1 8-1 16,-9 8 1-16,-6 11 2 15,-4 13-3-15,-11 9 3 16,-12 6-1-16,-14 7 1 0,-12 6 1 16,-14-1 0-16,-5-3 1 15,-4-1-2-15,-7-10 4 16,-3-8-3-16,4-7 0 16,3-7 0-16,5-5-1 15,7-5 0-15,8-4-1 16,5-5 1-16,20 7 0 15,-9-20-1-15,9 20 1 16,38-33-2-16,-1 12 1 16,8-5 1-16,12-7 0 15,12-3-1-15,6-4 0 16,8-5 0-16,2-5-1 16,6-7 1-16,2-6-1 0,5-10 2 15,-5-3-3-15,-4-5 3 16,-6-4-3-1,-8 0 5-15,-9 7-3 16,-18 9 6-16,-9 14-3 0,-20 13 0 16,-16 15-2-16,-18 18 1 15,-15 18-1-15,-15 18-2 16,-4 11-1-16,-6 16-3 16,-6 8 3-16,2 11-2 15,7 7 4-15,14-1-3 16,8-1 4-16,16-5-1 15,18-7 2-15,13-9-1 16,18-10-1-16,10-9 1 0,11-12-1 16,3-11 1-16,1-10-2 15,6-8 1-15,-5-9 2 16,-9-9-1 0,-7 0 2-16,-8-5 5 0,-9 2 6 15,-8 1-2-15,-11 8-1 16,-9 15-5-16,-16-12-2 15,-10 20-2-15,-3 8-1 16,-1 10-7-16,-1 5-5 16,2 6 2-16,3-1 2 15,10 0 3-15,16-1 2 16,12-6 3-16,18-6-1 0,15-9 1 16,10-6 0-16,10-6 0 15,9-5-2 1,4-6 0-16,0-7-50 15,2-1-75-15,-2 0-31 16,-15-11-2-16,-2 5-4 0,-16-8 1 16</inkml:trace>
  <inkml:trace contextRef="#ctx0" brushRef="#br0" timeOffset="-164213.96">1296 17393 533 0,'-4'-17'182'15,"4"17"-3"-15,-14-18-59 0,14 18-111 16,0 0-9-16,-15-1 0 16,11 23 0-16,1 11 0 15,-2 10 0-15,-2 7 0 16,3 6 0-16,-3 4 0 16,0 1 0-16,2-11 0 15,2-8 0-15,3-11 0 16,-4-12 0-16,4-19 0 15,0 0-9-15,0 0-5 16,30-24-1-16,-8-6 2 16,8-6 1-16,11-6 5 15,8 3 4-15,7 0 2 16,1 7 1-16,5 7 4 0,-4 17 5 16,-3 11 4-16,-6 16 3 15,-13 12 2-15,-10 14-4 16,-10 7-14-16,-9 9 0 15,-14 5 0-15,-9 1 0 16,-13 2 0-16,-16-8-13 16,0-2-120-16,-8-14-32 15,-6-19-17-15,4-16-3 16,1-25 1-16,11-15 24 16</inkml:trace>
  <inkml:trace contextRef="#ctx0" brushRef="#br0" timeOffset="-163695.6">1322 17327 481 0,'0'-24'179'0,"0"24"-6"16,0 0-50-16,0 0-72 16,0 0-50-16,31-12-1 15,-1 5 3-15,11-10-1 16,8-6-1-16,10-8 0 15,9-7-6-15,3-7-17 16,0-9-43-16,4-3-15 16,-6-9-20-16,-5 2-4 15,-12-3-2-15,-3 1-1 16,-14 2 5-16,-9 3 20 0,-9 2 60 16,-17 7 41-16,-14 6 51 15,-12 6 37-15,-5 12 5 16,-6 4 2-1,-1 8 0-15,-5 3-3 0,15 11-16 16,-5-2-34-16,33 4-61 16,-14 18 0-16,32-6 0 15,20 5 0-15,14 7 0 16,15 9 0-16,15 11 0 16,12 11 0-16,6 16 0 15,5 12 0-15,-5 21 0 16,-9 14 0-16,-6 13 0 15,-18 9 0-15,-18 4 0 0,-23 5 0 16,-26-2 0-16,-30-7 0 16,-25-5 0-1,-28-12 0-15,-25-17-106 16,-19-23-71-16,-5-14-9 0,-5-34 0 16,10-16-7-16,4-31 19 15</inkml:trace>
  <inkml:trace contextRef="#ctx0" brushRef="#br0" timeOffset="-159056.3">4483 16965 424 0,'8'-29'161'0,"-8"-4"-29"16,-5-2-30-16,-9 3-15 15,-5-1-33-15,0 5-49 16,-10 7-1-16,-1 9-1 16,-5 9-1-16,-4 13-1 15,-3 18-1-15,0 17 0 16,2 20-2-16,-5 15 2 16,7 19-2-16,2 10 0 0,6 7 2 15,14 1-2-15,9-4-1 16,11-9 1-1,12-12 1-15,13-16 1 16,13-23-1-16,10-20 1 0,14-22-2 16,5-25 1-16,9-21 1 15,8-20-3-15,3-21 0 16,-3-16 1-16,2-14 0 16,-8-13 0-16,-7-6 3 15,-15 2-2-15,-8 4 1 16,-10 12 1-16,-12 15 2 15,-8 16-2-15,-11 17 2 16,-6 21 1-16,-5 15 0 16,0 23 0-16,-16 23-1 15,4 17 1-15,-5 22-4 16,-2 14 2-16,-1 16-2 16,-2 8 0-16,-1 13-2 0,6-4 1 15,1-5 1-15,4-14-2 16,2-21 2-16,6-15-3 15,1-16 1-15,3-12-2 16,0-26 2-16,0 0-2 16,26-16 0-16,-9-13 1 15,2-8 0-15,7-4 3 16,6-1-2-16,4-1 3 16,2 3-2-16,6 7 3 15,-3 12-2-15,-3 13 3 16,2 15 0-16,-5 8-3 15,-2 16 3-15,-3 9-2 16,-4 5 3-16,0 5-4 0,-7-3 2 16,0-2-2-16,-4-7 2 15,3-7-2-15,-3-13-2 16,5-15 0-16,2-10 0 16,1-12-1-16,6-10 1 15,1-13-1-15,-1-3-1 16,4-5 3-16,-5 2-1 15,-2 4 2-15,-3 8-1 16,-6 8 4-16,-8 11-3 16,-9 17 2-16,0 0 0 15,0 0-1-15,10 41 1 16,-10-9-2-16,3 4 0 16,1 2-1-16,5 2 3 0,5-2-4 15,1-5 1-15,4-4 1 16,0-11-2-16,2-6 1 15,5-11-1 1,-3-6 0-16,3-9 0 0,0-10-1 16,-4-9 2-16,1-7 1 15,-7-6 1-15,-1-6 0 16,-4-4 0-16,-8 1 1 16,-6 5 1-16,-4 5 2 15,-9 5 0-15,-3 12 0 16,-7 6 0-16,-7 11 2 15,0 10-2-15,-2 11 0 0,2 6-2 16,-1 4 0-16,4 5-3 16,4 1-1-16,7 0-1 15,12-2-1 1,4-2 1-16,9-6-1 16,7-1 0-16,4-4-1 0,11-4 1 15,8-5 0-15,6-4-1 16,6-3 1-16,11-2-1 15,-3-5 2-15,5-1 0 16,5-2 0-16,-6-2 1 16,3-1 0-16,-9 3 1 15,-6 3 0-15,-4-1 2 16,-9 7 1-16,-16 0 0 0,-2 6 1 16,-17 0 0-1,9 16-2-15,-15 1 1 0,-4 6 1 16,0 10-3-16,-3-1-2 15,3 12 0-15,5 2-2 16,-2 1 0-16,7-2 0 16,9-5 2-16,1-5-2 15,6-9 0-15,4-6 3 16,3-11-2-16,5-7 1 16,-2-13-1-16,0-8 1 15,0-10 0-15,0-7 0 16,-7-11 0-16,-2-5-1 15,-8-7 1-15,-5-5 1 16,-8 5 2-16,-5 6 1 16,-8 6 1-16,-6 7-1 15,-3 12 2-15,-5 11 1 16,-2 15-1-16,-3 13 0 0,1 8-3 16,2 8 1-16,-2 8-4 15,9 3 1-15,4 0-4 16,8 0 2-16,7-3-2 15,10-6 1-15,8-6-2 16,8-6 2-16,10-10 0 16,8-9-1-16,8-5 1 15,7-8 0-15,2-8 1 16,5-8 2-16,5-5 1 16,-1-4-3-16,-3-3 2 15,-4 3 0-15,-8 2 0 16,-6 5-1-16,-9 7 2 15,-10 5-3-15,-8 11 3 0,-15 10 3 16,0 0 0-16,0 0-3 16,0 0 1-16,11 33 1 15,-11-9-2-15,3 4 1 16,9 4-5-16,-1 5 1 16,4 4 0-16,-1 1 3 15,5 3 0-15,-6 0 1 16,0-7 0-16,-6 0-2 15,-1-7 4-15,-6-1-3 16,-6-8 0-16,-1-3-4 16,7-19 2-16,-29 12-1 15,6-13 1-15,1-3 0 16,-4-3 0-16,0-3-1 0,0 1 2 16,7 0-1-16,3 3 0 15,16 6-1-15,-21-9 1 16,21 9 1-16,0 0-1 15,17-2-1-15,3 0 0 16,2-3 0-16,4-5 0 16,7-1 3-16,9-8-3 15,-1-7-1-15,8-3 1 16,3-6 1-16,0-6 1 16,0-2 0-16,0-1 0 15,0-2-2-15,-6 2 3 16,-8 3-1-16,-2 6 1 15,-13 9 0-15,-8 9 2 0,-15 17 3 16,0 0-2-16,0 0 0 16,-8 19 1-16,-13 17 2 15,-5 6-1 1,0 8-1-16,0 7-2 0,7 9-4 16,0-2 1-16,6-3 0 15,13-10-1-15,13-7-3 16,9-11 1-16,11-9-1 15,9-17 1-15,6-16 2 16,11-13 0-16,9-13 2 16,0-12 1-16,3-10-2 15,4-7-4-15,-4-9-67 0,0 2-43 16,-5 7-28-16,-14 0-18 16,2 9-6-16,-18 1-2 15,2 9 37 1</inkml:trace>
  <inkml:trace contextRef="#ctx0" brushRef="#br0" timeOffset="-152692.78">9893 16391 367 0,'-12'-23'149'0,"-2"4"-23"16,14 19-7-16,-22-26-18 15,22 26-24-15,-16-5-33 16,16 5-44-16,-3 42 0 16,6 4-6-16,6 17 2 15,1 16-5-15,2 16 3 16,-1 14 5-16,-1 9 5 15,-1 0-4-15,-6-7-2 16,-3-11 2-16,0-15-1 16,-7-18 0-16,4-15-1 15,-2-15 2-15,5-17-1 0,0-20 2 16,0 0 2-16,-4-31 1 16,4 0 0-16,4-9 0 15,-1-3 0-15,9-5-1 16,2-3-1-16,5 5-2 15,7 4 0-15,9 6-1 16,-2 6-1-16,5 6 1 16,2 8 0-16,-2 4-2 15,-1 7 0-15,-6 7-1 16,-5 7 0-16,-3 4 1 16,-2 8 0-16,-2 3 1 15,0 2 1-15,0 2 1 16,-2-4 1-16,6-1 1 0,-1-9 2 15,4-7 0-15,6-9 0 16,-3-12-1-16,8-7-1 16,-3-8-2-16,3-8 1 15,-3-2-2-15,-1-8 1 16,-3 0-1-16,-8 2 1 16,-2 7-2-16,-7 9-1 15,-4 4-1-15,-9 25 1 16,0 0-1-16,4 26 1 15,-8 26 2-15,1 21-3 16,3 19 2-16,0 24 1 16,3 19 6-16,1 14-5 15,3 5 5-15,-4-5-6 0,-3-9 2 16,4-12-5-16,-11-21 2 16,0-19 0-16,-6-24-1 15,0-24 1 1,-7-24-1-16,1-21 6 0,-3-16-1 15,-8-22 4-15,8-16 0 16,-4-14-2-16,3-7-1 16,6-6 0-16,5 1-1 15,15 4-2-15,9 5-3 16,14 8 4-16,14 4-2 16,9 7 4-16,12 3 0 15,6 1 0-15,4-1 0 0,4-1-2 16,-4-3 1-16,2-2-2 15,-2 1-1 1,-6 0 0-16,-3-3-2 16,-8 3 1-16,-2 2-1 15,-10 7 3-15,-6 6-1 0,-10 10 2 16,-3 8-2-16,-11 7 0 16,-12 19-2-16,0 0 0 15,0 0 1-15,3 38-1 16,-11 9 0-16,4 17-2 15,-3 17 5-15,4 21-2 16,3 14 3-16,0 12-2 16,0 2 3-16,0-5-3 0,0-11 2 15,0-14-2 1,-4-17 1-16,-1-20 0 16,2-20 4-16,-4-22-2 15,7-21 1-15,-7-23 1 0,3-20-1 16,4-23 1-16,4-17-3 15,-1-21 3-15,4-8-5 16,12-3 3-16,4 3-3 16,6 12 2-16,4 11-2 15,5 18 1-15,-1 21 0 16,-2 22 1-16,-6 16-2 16,-3 14 2-16,-26-2-2 15,19 35 0-15,-22-3 1 16,-9 10-2-16,-6 3 1 0,-6 7-3 15,-9 2 1 1,0 1-1-16,-2 0 0 16,6-3 0-16,6-5 1 0,6-4 1 15,12-8 0-15,10-9 3 16,9-9-1-16,15-6 3 16,13-13-2-16,10-10 1 15,9-12 0-15,5-15 2 16,5-6-2-16,7-10-1 15,-3-6 1-15,-4-6-1 16,-4-6 1-16,-11 1-1 16,-11 6-3-16,-14 10 0 15,-5 8-1-15,-19 12 1 16,-10 11 0-16,3 25 1 16,-35 11 2-16,13 18-1 15,-8 11 2-15,1 10-1 0,3 6 2 16,3 2-2-16,7 1-2 15,13-3 2-15,15-6-3 16,11-9 3-16,10-9 0 16,12-12 2-16,10-11-2 15,6-9-27-15,8-9-86 16,-1-17-41-16,10 0-15 16,-7-13-1-16,8-1-2 15,-5-14 8-15</inkml:trace>
  <inkml:trace contextRef="#ctx0" brushRef="#br0" timeOffset="-152111.36">13622 16778 420 0,'75'-20'159'15,"-15"9"-35"-15,-13 11-24 16,-9 12-22-16,-15 4-26 16,-9 6-48-16,-9 3-3 15,-14-1-1-15,-4-7 0 16,-7-12 1-16,-6-12 0 15,0-12 2-15,0-19 0 16,4-14-1-16,3-12 0 16,15-8 2-16,8-4-2 15,11 3-1-15,15 9-3 16,6 10-2-16,6 21-3 16,3 21 4-16,4 29-1 15,-8 25-4-15,-4 29 4 16,-8 28 1-16,-10 27 1 0,-7 21 2 15,-12 16 2-15,-5 5 0 16,-9-4 1 0,-1-5 2-16,-1-18-4 0,6-20 1 15,-1-24 0-15,6-23 3 16,5-29-2-16,5-19-1 16,-5-26-2-16,18-22 2 15,-10-23 1-15,3-16-2 16,-8-17 2-16,1-8-5 15,-8-4 1-15,-6 1-1 16,-2 10-1-16,-11 13 0 0,-3 17 1 16,-3 15 1-16,-8 17-3 15,2 11 2 1,-1 12-1-16,5 4 1 16,5 5 3-16,5-1 2 15,21-14-1-15,-5 23 3 0,5-23 0 16,41 5-2-16,-3-12 0 15,18-7-45-15,12-5-71 16,10-3-33-16,3-11-20 16,17 0-8-16,-1-12 0 15,7 5 37-15</inkml:trace>
  <inkml:trace contextRef="#ctx0" brushRef="#br0" timeOffset="-151090.65">15191 16553 536 0,'-7'-41'177'16,"-1"3"-43"-16,4 3-47 15,-6 2-72-15,6 7-9 16,2 6-6-16,2 20-1 16,0 0-5-16,0 0 0 15,9 45 0-15,-5 12-2 16,3 21 1-16,-4 22 1 15,-1 25 2-15,-2 20 4 16,-5 19-1-16,-9 4 3 16,1-2 1-16,-4-13 0 15,8-16-1-15,3-21 1 16,6-23 1-16,10-25-4 16,6-34 2-16,6-25-2 0,8-25 0 15,3-22-1-15,-6-21 2 16,3-17-3-16,-11-19 1 15,-2-14 2-15,-5-2 0 16,-8 4 0-16,-4 10-3 16,-12 15 3-16,-2 17-3 15,-9 18 2-15,1 21-3 16,-1 14-1-16,4 10 1 16,2 6 1-16,17-4 3 15,0 0-1-15,0 0 2 16,26-11-1-16,10-13 2 15,9-7 0-15,11-11 0 16,5-8-3-16,5-11 1 0,-2-3-2 16,0-3 1-16,-5-6 0 15,-7-1 2-15,-10-1 0 16,-9 1 0-16,-14 1 1 16,-9 9-3-16,-8 9 1 15,-4 10 0-15,-8 14 0 16,-6 15-3-16,-1 20 0 15,-2 23-2-15,0 23 0 16,0 25 2-16,1 22 1 16,3 24-1-16,-4 21 0 15,5 17 1-15,-2 13-2 16,0-3 3-16,6-3 2 16,7-17 0-16,3-16-1 0,7-20 0 15,8-25 2-15,11-27 1 16,11-25 0-1,1-24-1-15,7-19 0 16,0-19-1-16,-2-19-1 0,-1-17 1 16,-9-16-5-16,-10-8 1 15,-15-4 3-15,-4 1-3 16,-13 6 0-16,-13 11-4 16,-8 8 3-16,-15 17-2 15,-4 14 5-15,1 14-4 16,-4 8 1-16,3 10 2 15,6 1 0-15,8 3 2 16,12 4 0-16,23-7 0 0,0 0 1 16,19 19 0-16,18-19 0 15,12-3 0-15,8-8 1 16,17-3-2 0,5-8 0-16,11-11-1 0,2-5-1 15,5-7 1-15,0-3-2 16,0-3 1-16,-3 5-2 15,-4 1 3-15,-11 5-1 16,-12 7 1-16,-15 9-4 16,-10 5 3-16,-19 10-121 15,-23 9-46-15,0 0-1 16,-16-16-7-16,-19 9 1 0</inkml:trace>
  <inkml:trace contextRef="#ctx0" brushRef="#br0" timeOffset="-140503.12">17937 16889 147 0,'-26'-5'153'0,"26"5"6"16,-26 0-26-16,11-2-21 15,15 2-17-15,-26 16-18 16,26-16-10-16,-16 26-11 16,16-26-32-16,-7 28-29 0,7-28-6 15,-4 22 6-15,4-22 1 16,0 0 0-16,0 0-2 16,0 0 0-16,0 0 0 15,0 0 0-15,0 0-7 16,0 0-69-16,0 0-38 15,16-7-31-15,-16 7-17 16,17-15-4-16,3 8-1 16,-5-12 83-16</inkml:trace>
  <inkml:trace contextRef="#ctx0" brushRef="#br0" timeOffset="-139900.68">18661 16562 409 0,'-3'-35'150'0,"-8"-3"-29"15,4 2-15-15,-5-2-17 16,5 8-23-16,-5 3-37 15,2 6-24-15,10 21-2 16,-13-24 0-16,13 24 0 16,0 0 0-16,0 0 0 0,-13 19-1 15,13 14-2-15,0 15-2 16,0 18 2-16,0 17-2 16,0 19 0-1,3 16 0-15,1 7-2 0,-1-3 2 16,0-4 2-16,6-9-3 15,2-15 3-15,1-16-4 16,5-20 3-16,6-18-2 16,3-16 4-16,0-13-3 15,5-20 2-15,5-19 0 16,6-13 0-16,3-16 2 16,0-14-2-16,2-12 1 15,-5-12-3-15,-1-9 2 0,-4-4-1 16,-6 1 1-1,-10 0 0-15,-9 5 1 16,-1 10 0-16,-8 14 1 16,-1 16-1-16,-7 13 1 0,5 15-1 15,-4 11 4-15,4 23-4 16,0 0 1-16,0 0-1 16,4 16 0-16,4 15-40 15,-1 5-60-15,9 13-27 16,1 6-12-16,2 7 1 15,0 4 0-15,4-2 0 16</inkml:trace>
  <inkml:trace contextRef="#ctx0" brushRef="#br0" timeOffset="-139128.15">19364 17104 297 0,'4'38'132'0,"-8"-5"-11"15,4-4-9-15,-7-10-13 0,7-1-11 16,0-18-18-16,0 0-27 15,0 0-39-15,4-16-1 16,3-12 1-16,5-10-3 16,5-10 1-16,11-2-2 15,1-4 2-15,8-1-7 16,1 6 3-16,-2 9-3 16,6 13 3-16,-4 14 0 15,-1 13 0-15,-8 13 2 16,-6 12-1-16,-4 8 3 15,-5 9-1-15,-6 3 2 16,-8 0-1-16,0 0 1 0,-6-4-1 16,-7-2 0-16,-2-12-1 15,-3-4 1-15,-4-9-3 16,-1-7 0-16,-3-7-2 16,0-7 1-16,0-4 0 15,0-3-1-15,0-1-1 16,7-1 0-16,0 2 4 15,19 14-2-15,-23-22 1 16,23 22 0-16,0 0 0 16,-15-11 0-16,15 11 0 15,0 0 1-15,15 21-2 16,-15-21 2-16,30 26 0 16,-11-12 0-16,10-2 0 0,3 0 1 15,4-6 0-15,2-8 0 16,6-7 0-16,1-6-1 15,7-10 1 1,0-6-2-16,2-7 2 0,-2-5-3 16,0-4 3-16,-3-1-2 15,-8 1 1-15,-4 0-1 16,-8 9 1-16,-6 7-2 16,-8 7 4-16,-8 8 1 15,-7 16-1-15,0 0 1 16,0 0-1-16,-19 17 1 15,5 11 0-15,-1 5 0 16,-1 8-2-16,2 5-2 0,2 4-2 16,9 0 2-16,3-3-1 15,8-8 2 1,13-4-2-16,3-9 2 16,13-10-1-16,5-8 1 0,10-11 0 15,7-9 0-15,5-11-1 16,2-10-11-16,2-3-102 15,-4-4-50-15,-9-7-4 16,-6 6-3-16,-14-2-1 16,-9 10 15-16</inkml:trace>
  <inkml:trace contextRef="#ctx0" brushRef="#br0" timeOffset="-138624.78">22096 16107 456 0,'56'-26'175'0,"-27"-2"-13"16,-6 9-62-16,-4 12-34 15,-19 7-52-15,0 0-13 16,3 26-1-16,-11 10 2 15,-6 11-3-15,-2 16-1 16,-1 11 1-16,1 13-3 16,1 9-1-16,-3 3 0 15,6-4 2-15,2-5-1 16,1-8 2-16,2-13 3 16,4-12-3-16,3-12 1 0,3-12 0 15,1-9 1-15,3-7-1 16,-7-17 0-16,22 18 3 15,-6-16 0-15,-1-2 1 16,8-4 0-16,6-3 1 16,1 0-2-16,6-1 0 15,6-3 0-15,0 1-3 16,3-2 1-16,-5 1 0 16,-5-1 0-16,-3 0-1 15,-2 0 2-15,-7 0-2 16,-4 0-2-16,0 3-65 15,-19 9-44-15,17-28-39 0,-17 28-18 16,12-33-1-16,-12 33-2 16,-3-38 56-16</inkml:trace>
  <inkml:trace contextRef="#ctx0" brushRef="#br0" timeOffset="-138370.6">22226 16638 397 0,'-38'-3'167'16,"12"3"-32"-16,4 1-33 16,4-2-26-16,18 1-29 15,0 0-37-15,0 0-4 16,0 0-1-16,30-7 0 0,-1-4-1 16,13-2 2-16,7-6-3 15,6-6-1-15,8 1-4 16,-6-11-35-16,2 4-44 15,-14-3-49-15,-7-6-30 16,-8 7-8-16,-16-5 0 16,-9 7-3-16</inkml:trace>
  <inkml:trace contextRef="#ctx0" brushRef="#br0" timeOffset="-138135.43">22289 16043 377 0,'-33'-11'143'15,"7"3"-14"-15,3 1-16 0,8 7-21 16,15 0-33-16,-18-4-35 16,18 4-20-16,0 0 0 15,0 0 1-15,23 11-1 16,-2-11 0-16,1 1 0 16,13-1 1-16,2-1-2 15,8-1-3-15,3-1-1 16,1 3-11-16,-1 1-114 15,-2 4-42-15,2 14-6 16,-15-1 0-16,2 13-3 16</inkml:trace>
  <inkml:trace contextRef="#ctx0" brushRef="#br0" timeOffset="-137857.25">23122 16398 642 0,'38'26'169'16,"-5"5"-53"-16,6 2-119 15,2 6-1-15,6 3 3 16,2 6-1-16,-1 4-1 16,-3 0 3-16,1 0-2 15,-1-3 2-15,-4-3 1 16,-1-6 0-16,-5-7-1 15,-2-7 0-15,-4-9-70 16,-6-8-54-16,-7-18-36 16,-2-1-7-16,-6-21-3 15,3 0 1-15</inkml:trace>
  <inkml:trace contextRef="#ctx0" brushRef="#br0" timeOffset="-137625.07">23844 16370 489 0,'-8'-42'163'15,"1"13"-38"-15,-4 12-27 16,-4 11-35-16,-1 13-47 16,-10 16-24-16,-4 10 2 15,-3 10 5-15,-5 12-2 16,-2 11-2-16,-1 10-1 16,-4 7 3-16,-1 2-3 15,1-3 5-15,2-6 3 16,5-5-5-16,1-12-35 15,11-11-64-15,4-12-44 0,3-23-20 16,19-13-4-16,0 0 1 16,0-35 47-16</inkml:trace>
  <inkml:trace contextRef="#ctx0" brushRef="#br0" timeOffset="-136928.57">24001 16531 413 0,'0'0'168'0,"22"2"-2"0,-22-2-68 16,0 0-46-16,0 0-46 16,0 0 0-16,-3 17 4 15,3-17 0-15,0 0 2 16,-19 12 0-16,19-12-4 15,0 0-5-15,0 0-4 16,0 0-3-16,0 0-3 16,0 0 0-16,0 0 1 15,0 0 2-15,0 0 0 16,0 0 2-16,0 0 1 16,0 0 3-16,0 0 4 15,0 0 1-15,0 0 0 16,0 0-5-16,-7 29 0 0,3-4-1 15,-1 8-1-15,-2 6-3 16,7 6-2-16,0 6-4 16,3 1 1-16,6-4 2 15,5-10 4-15,9-12 2 16,3-10 2-16,12-16-1 16,7-14 4-16,10-14-3 15,4-7 1-15,6-10 1 16,2-6-5-16,1-7 2 15,-2-6 1-15,-5 4-1 16,-9 3 0-16,-12 8 2 16,-9 8-1-16,-8 8-1 15,-6 9 12-15,-12 8-6 0,-5 16 4 16,0 0-4-16,-15 33-6 16,-1-4 2-16,2 9-2 15,-2 6 0-15,1 2-12 16,8 11 4-16,0-1-5 15,10-6 3-15,4-3 2 16,5-6 0-16,6-8 3 16,4-7 3-16,1-7 1 15,3-14 4-15,2-8 3 16,1-9-1-16,-3-14-79 16,0-10-64-16,4-4-24 15,-11-16-8-15,4-3 0 16,-13-13 2-16</inkml:trace>
  <inkml:trace contextRef="#ctx0" brushRef="#br0" timeOffset="-136775.46">24941 15928 485 0,'-14'-34'169'16,"-12"13"-12"-16,0 12-65 16,7 18-50-16,-3 8-108 15,-1 6-62-15,1-4-37 16,8 9-8-16,-5-9-2 15,15 5 1-15</inkml:trace>
  <inkml:trace contextRef="#ctx0" brushRef="#br0" timeOffset="-135568.62">25115 15899 471 0,'36'4'173'0,"-6"2"0"15,1 15-63-15,6 17-83 16,1 16-26-16,-5 13 4 16,0 15-3-16,-2 8-1 15,-8 7 2-15,-3 1-3 16,-14-2 1-16,-3-8-2 16,-8-15 4-16,-2-11-2 15,-4-17 6-15,-1-10-5 16,-2-18-6-16,14-17-1 15,-19-12 0-15,7-14-1 16,9-5 0-16,-4-6 1 16,3-1 0-16,1-2 2 15,10 1 5-15,5 4-2 0,9 6 2 16,13 3-3-16,3 5 0 16,8 3-4-16,11 5 0 15,-3-3 3-15,3 4 2 16,-4 0 1-16,-7 3-1 15,-5 1 2-15,-9 1-3 16,-8 1 3-16,-23 6 5 16,21-3-1-16,-21 3-1 15,-11 24 0-15,1 4 0 16,-13 10-3-16,4 5 1 16,-3 6-2-16,6 3-8 15,-1-2 1-15,8-2-3 0,2-10 3 16,7-8-1-16,7-13 4 15,-7-17 1-15,31 4 1 16,-13-18 3-16,1-5-1 16,-4-9 2-16,6-1 0 15,-5-4 0-15,-1 2-1 16,-1 5-3-16,-5 3-3 16,-6 7 2-16,-3 16-1 15,0 0 2-15,0 0 0 16,14 20-2-16,-12-5 0 15,8 1 2-15,1 1 4 16,8-5-2-16,7-5 0 16,4-9-1-16,4-6 1 0,6-11 0 15,2-11 0-15,3-10 2 16,4-13-3-16,-1-11 3 16,1-13 1-16,-8-9-2 15,-1-8 1-15,-1 3-1 16,-6 4 2-16,-7 9-3 15,-7 14 2-15,-7 14-1 16,-2 19 1-16,-10 31 1 16,0 0 1-16,-3 55-1 15,-6 2 2-15,2 20-2 16,0 14-2-16,0 11 0 16,-1 6-1-16,1-4-2 15,0-7 0-15,1-13 0 0,3-13-3 16,0-19-4-1,-1-19 7-15,8-14-5 16,-4-19-1-16,15-14 1 16,-1-13 0-16,9-11 1 0,3-7 2 15,5-6 4-15,9 1-4 16,1 0 5-16,1 8 2 16,2 13-2-16,-6 13-2 15,-2 13 2-15,-1 13 0 16,-6 13 0-16,-6 13 3 15,-4 9-1-15,-2 9-1 16,-4-2 2-16,-3 1 4 16,-1-4-3-16,-6-6 2 0,1-5-50 15,-4-17-63-15,0-21-32 16,0 0-7 0,-7-19 8-16,3-16 24 15,8-8 37-15,-4-19 64 0,3-13 51 16,4-1 64-16,0-3 29 15,-5-1 8-15,5 7-9 16,-4 11-25-16,-6 8-35 16,6 14-62-16,-10 18-6 15,7 22-14-15,0 0-96 16,0 0-52-16,-22 22-8 16,25 3-5-16,-6-10-2 15,13 8-4-15</inkml:trace>
  <inkml:trace contextRef="#ctx0" brushRef="#br0" timeOffset="-134772.04">27472 16325 666 0,'4'41'176'15,"-1"11"-5"-15,-3 7-175 16,-3 9 2-16,-1 1-1 15,1-3 0-15,3-4-5 16,0-13 0-16,3-11 1 16,8-11 0-16,4-18 1 15,4-14-1-15,6-14 0 16,-1-11 3-16,2-10 2 16,0-3 3-16,0-9-3 0,-3-5 2 15,-1 3-1-15,-8 3 8 16,-7 9 5-16,-7 4-1 15,-7 12 2-15,-9 12-2 16,-10 12-1-16,-3 9-2 16,-4 12 0-16,-2 4-8 15,2 5-3-15,7-1-6 16,4-3-6-16,8-4 2 16,14-20 4-16,3 20-1 15,-3-20 1-15,40-8 0 16,-10-10 0-16,8-2 8 15,7-3 2-15,4 1 1 16,6 1 2-16,6 5-4 0,-2 8 0 16,0 8 1-16,-2 10 1 15,-5 4 1-15,-7 8 3 16,-8 4 0-16,-8 5-2 16,-13-5 5-16,-4 2 1 15,-8-7-1-15,-4-2 0 16,-6-4-4-16,6-15-5 15,0 0-6-15,-24 6-1 16,24-6-1-16,-5-33-1 16,5 7 1-16,3-9-1 15,3-5 3-15,7-3 5 16,3-2 2-16,7 2 3 16,6 1-3-16,8 6 1 0,1 7-1 15,0 8 0-15,5 9-3 16,-4 6 2-16,-1 12 2 15,-2 9 1 1,-6 11 2-16,-4 11-3 0,-4 2 2 16,-3 8-2-16,-3 3 5 15,-2 2-5-15,2-3-2 16,-6-4-4-16,2-9-3 16,2-5 0-16,5-7-4 15,4-13-57-15,3-11-45 16,7-11-15-16,8-13-7 15,8-9-1-15,3-13 10 16,5-8 0-16</inkml:trace>
  <inkml:trace contextRef="#ctx0" brushRef="#br0" timeOffset="-133124.87">29415 16012 351 0,'55'-80'129'0,"-6"9"-4"0,-8 7-8 15,-8 14-15-15,-7 13-21 16,-10 10-31-16,-16 27-42 15,23-5-3-15,-23 24 1 16,0 13-2-16,-4 15 1 16,4 10-1-16,0 13-1 15,-3 7-3-15,3 5 1 16,-2 1 0-16,-2 0-1 16,-6-10 1-16,3-4-1 0,-9-15 3 15,4-8-2-15,-5-11 6 16,5-11-8-1,12-24-3-15,-19 16-2 16,19-16 1-16,-7-30-1 0,15 1 0 16,3-4 1-16,8-2-5 15,4-3 5-15,10 4 3 16,3 1 3-16,9 5-2 16,4 6 2-16,11 8-3 15,3 0-1-15,1 2 2 16,0 1 0-16,2 1 0 15,-5 0 1-15,-9-1-1 16,-7 3 2-16,-15-1 7 0,-8 4 4 16,-22 5-2-1,0 0 2-15,0 0-2 16,-15 33 1-16,-11-9-1 16,-4 7-7-16,4 7-3 0,-3 4-1 15,6-1-5-15,1-1-5 16,9-5 1-16,6-9-5 15,11-6 5-15,-4-20-3 16,19 12 5-16,0-20 0 16,4-6 2-16,3-9 8 15,0-3-3-15,0-6 6 16,3-1-5-16,-3 2 3 16,-3 3-3-16,-4 5 2 15,-9 8 0-15,-10 15 1 16,19-5 1-16,-19 5 1 15,7 29-1-15,-3-8 0 0,-2 5-2 16,5 1-3-16,3-1-1 16,2-5-4-16,2-5 2 15,2-9-3-15,3-9 3 16,0-8 2-16,5-13 0 16,-1-8 4-16,-1-12-3 15,4-14 3-15,0-11-2 16,-3-13 3-16,3-11 2 15,2-12-6-15,-6-2 2 16,4 3-3-16,-5 11 3 16,-2 10-4-16,-3 17 4 15,-2 23 2-15,-6 25 1 16,-8 17 2-16,4 43 1 0,-4 7 0 16,-4 16 1-16,4 14 2 15,-3 10-4-15,1 5-1 16,-1-7-6-16,3-5 3 15,0-10-3-15,0-14 2 16,0-16-8-16,0-13 2 16,0-30-2-16,0 0-1 15,26-7 0-15,-11-21 1 16,8-5 2-16,3-2-1 16,7 3 6-16,2-1 0 15,-2 10 3-15,5 15 1 16,-2 13 5-16,-1 15 1 15,-9 8-2-15,-7 10 2 0,-12 4-1 16,-14 8 1-16,-12 2-4 16,-12-2-6-16,-13-7 0 15,-4-6 0 1,-6-6 0-16,-1-7 0 0,2-8 0 16,8-11 0-16,5-7 0 15,9-5 0-15,10 0-4 16,6-3-8-16,15 10-1 15,-9-17 0-15,9 17-1 16,19-7 3-16,7 7 1 16,5-4 1-16,13-3 7 15,4-1 5-15,10-6-5 16,8-5 6-16,5-5-3 0,7-8 1 16,-2-6 0-1,6-5 2-15,-4-7 0 16,0-9-4-16,-3-9 4 15,-4-6-3-15,-7-6 6 0,-8-3-2 16,-11 2 6-16,-7 7-2 16,-14 6 2-16,-8 14 1 15,-9 13-3-15,-7 13-8 16,0 28-1-16,-23-3 0 16,2 22 0-16,-1 12 0 15,3 17 0-15,0 15 0 16,1 15 0-16,6 8 0 15,9 4 0-15,6 0 0 16,8-5 0-16,4-7 0 16,4-12-6-16,0-16 0 15,4-12-2-15,1-16 1 16,-1-11 1-16,5-13 0 0,1-10 2 16,1-9 0-16,-1-7 2 15,1-4 1-15,-3 0 2 16,-1 5 4-16,-8-1 5 15,-3 11 0-15,-15 17 0 16,0 0 0-16,0 0-6 16,0 0-4-16,-6 36 0 15,6-7 0-15,3 3 0 16,0-1 0-16,17 2 0 0,2-6 0 16,15-4-3-1,8-9-5-15,3-7 2 16,1-11 1-16,0-4 0 15,-4-11-76-15,-5-7-53 0,1-6-31 16,-11-9 0-16,1-1-4 16,-5-8 3-16</inkml:trace>
  <inkml:trace contextRef="#ctx0" brushRef="#br0" timeOffset="-130144.75">33509 15729 405 0,'0'0'138'0,"0"0"-12"16,0 0-11-16,0 0-23 15,-8-19-32-15,8 19-40 16,0 0-22-16,0 0 3 0,1 19-2 16,-2 0 0-16,1 7-1 15,1 2 0-15,-1 2-1 16,11 2 4-16,1-2-1 16,5-4 2-16,-1-9 3 15,3-3-1-15,-2-11 0 16,3-4 1-16,-5-6-1 15,3-5-2-15,-3-9 2 16,-3-5-3-16,2-5-1 16,-5-6 0-16,1-2 0 15,1-5-2-15,-6 3 3 16,2-2-2-16,-4 8 2 16,1 2 1-16,3 11 1 0,-7 1-3 15,0 21 0-15,0 0-1 16,28 7 0-1,-15 19 0-15,7 12-4 16,-1 14 1-16,3 17-2 0,-1 16 6 16,2 12-3-16,-8 5 5 15,1 10-2-15,-6-1 0 16,-3-7 0-16,5-7-3 16,-1-12 3-16,1-13-3 15,7-14 3-15,2-15-2 16,-2-16 4-16,3-11 2 15,1-11-1-15,0-13 0 16,-1-15-1-16,-3-10-2 0,-5-15-1 16,-7-9 3-16,-10-11-1 15,-4-3 4-15,-9-5 1 16,-10 2 3 0,-10 3 0-16,-3 8 2 0,-1 13-1 15,-1 5-73-15,3 10-54 16,8 8-26-16,4-1-24 15,23 6-3-15,10-6-2 16,19 2 1-16</inkml:trace>
  <inkml:trace contextRef="#ctx0" brushRef="#br0" timeOffset="-129228.1">34657 15608 334 0,'71'-10'166'0,"-9"-6"-16"16,-9 6-29-1,-8 0-22-15,-12 1-23 16,-6-2-42-16,-9-4-34 0,-10-2 3 16,-4-4 0-16,-13 0 2 15,-1-3-2-15,-9 0 2 16,-4-2-2-16,-3 5 4 16,-3 4-2-16,-1 6 1 15,1 6-4-15,1 10-1 16,2 11-1-16,3 13 0 15,6 16 0-15,5 16 0 0,5 18 0 16,7 17 0 0,10 14 0-16,6 8 0 15,3 7 0-15,7-1 0 16,3-4 0-16,1-9 0 16,-4-11 0-16,-7-12 0 0,0-17 0 15,-8-12 0-15,-6-16 0 16,-5-15 0-16,-9-12 0 15,9-16 0-15,-33-13 0 16,11-9 0-16,-4-7 0 16,-4-6 0-16,4-3 0 15,0-2 0-15,3 0-4 16,8-3-6-16,4 3-1 16,15-3 4-16,6 0-4 15,13-2 5-15,15-6-3 16,5-2 6-16,15-6 2 15,4 0 1-15,6-3-2 0,0-4 0 16,-1-3 3-16,-8-1-1 16,-3-1 4-16,-11-1-3 15,-12 1 5-15,-10 8 0 16,-8 6 1-16,-8 9 2 16,-7 6-1-16,-3 11 0 15,-8 9-4-15,11 22 3 16,-26-18-3-16,11 20-3 15,-1 10-1-15,-1 9 0 16,1 17 0-16,6 14 0 16,1 19 0-16,2 16 0 15,10 15 0-15,1 10 0 16,8 8 0-16,5 3 0 0,6-8 0 16,-1-2 0-16,10-13 0 15,-6-10 0-15,0-15 0 16,-5-15 0-16,-2-11 0 15,-7-14 0-15,-2-11 0 16,-10-24 0-16,0 0 0 16,-22-7 0-16,4-17 0 15,-1-9 0-15,-3-7 0 16,-1-7 0-16,4-5 0 16,5-3-10-16,9-1-1 15,10-1 2-15,18 0-1 16,6-3 5-16,16 1-2 15,7 0 4-15,14 0 2 0,9-3-37 16,8-1-96-16,6 6-27 16,-9-5-2-16,-2 5-4 15,-16-11-2-15</inkml:trace>
  <inkml:trace contextRef="#ctx0" brushRef="#br0" timeOffset="-119529.21">3568 18480 86 0,'0'0'42'16,"0"0"-2"-16,0 0 1 16,0 0 0-16,0 0-2 15,0 0-6-15,0 0-4 16,0 0 0-16,0 0-3 0,23 2-3 15,-23-2-8-15,33-4 1 16,-7 3 6 0,8-3 14-16,6 4-2 15,5-3 1-15,7 4 1 0,9-1 1 16,7 4 1-16,1-2 0 16,8 1-8-16,4 2-10 15,4 0 6-15,2-3-2 16,3 0-2-16,-1-6-1 15,8 1-3-15,0-7-3 16,1-4-2-16,2-2-3 16,-3-5-7-16,8-1 0 15,0-2 1-15,0-1-3 16,-1-1 3-16,3 2-3 16,-1 2 3-16,2-1-3 15,-2 2 1-15,-2 4-2 16,0 1-1-16,-10 3 1 0,-4 2-2 15,-12 4 2-15,-3 2 1 16,-13 3 0-16,-4 2 0 16,-15 4 0-16,-8-1 0 15,-6 1 1-15,-10-1 0 16,-19-3-2-16,23 7-3 16,-23-7-13-16,0 0-57 15,0 0-32-15,0 0-19 16,-35-5-12-16,6 0-11 15,-16-6-5-15,-11 8-9 16</inkml:trace>
  <inkml:trace contextRef="#ctx0" brushRef="#br0" timeOffset="-117253.59">4226 18464 71 0,'90'-24'29'15,"14"0"11"-15,0-4-2 16,13 6 6-16,-1-3 0 16,11 6 2-16,-1 0-1 15,1 0 7-15,0 4 9 16,3 1-9-16,-1 4-5 16,-3-3-10-16,1 5-3 15,0 1-3-15,-4 0-2 16,0 3-8-16,0 1-6 15,-3 1-2-15,3 1 2 16,-3 1-2-16,-3 0 3 16,-1-4 2-16,2 2 1 15,-5-3 1-15,3 0-1 0,-5-4-3 16,2 2-2-16,-2-1 0 16,5-3-2-16,-6 1-4 15,1 0-2-15,5-1-5 16,0 3 1-16,-5-1-1 15,6 0 1-15,-6 2-2 16,-2 2 0-16,2 2 0 16,-5 1 0-16,2 2 0 15,-4 0-1-15,-3 2 0 16,1 1 1-16,-1 4 0 16,6-2-1-16,-2 2 1 15,4 2 1-15,-2-2-1 0,3 1 1 16,1-1-2-1,-2 0 0-15,-1-2 0 16,1-1 1-16,2-1-2 0,2-1 0 16,2 0 1-16,-2-4 0 15,6 0-1-15,1 2 1 16,3-1 0-16,1-1 0 16,2 0 0-16,1-3 0 15,0 0-2-15,5-2 2 16,-6 3 1-16,5-3-3 15,4-1 1-15,-8 3 1 16,6-2 0-16,-2 3-1 16,0-1 1-16,3 2-2 0,-5 1 1 15,4 2 1-15,-3 0 0 16,6-2-1 0,-3 2 0-16,-1 2 1 15,2 1-1-15,-2-1 3 0,5-4-1 16,-5 1 0-16,5 1-1 15,-7-2 1-15,6 0 0 16,-6 2-1-16,2-3 2 16,-2-3-1-16,4 3 0 15,-6 0 0-15,2-1 1 16,1-1 0-16,-5-4 1 16,3-3 0-16,-6 0-1 15,4-2 1-15,-4 0 0 16,0-5-1-16,4 0 1 15,-4 2-3-15,0-2 2 16,4 3-2-16,0 2 0 16,-4-1 1-16,2-2 0 0,-2 3-2 15,1-4 2-15,-1 1-1 16,-5 1 1-16,-2-4 0 16,0-1 0-16,-3 4 0 15,2-1 0-15,-2 3 0 16,-2-1-1-16,-2 2 1 15,2 0-1-15,-1 2 1 16,1-1 1-16,-2 0-1 16,-1 1 0-16,1 0 0 15,-1 0 1-15,-1 2-2 16,3-1 2-16,-3 3-1 16,3 1-1-16,1 0 0 15,-2-2 2-15,2 2-2 0,-2 2 1 16,3 0 0-16,-3-2 0 15,5 2 0-15,-4-2 0 16,1 0 0-16,2 2 0 16,0-2 0-16,1 2 0 15,-1-2 0-15,2 1-1 16,1-1 1-16,-3 4 1 16,1-4-1-16,3 0-1 15,-1-1-1-15,4-3 1 16,-4 1 3-16,5-6-3 15,-1 2 5-15,3-3-7 16,1 1 5-16,-5 1-3 16,5-1 7-16,-5 1-7 0,1-1 1 15,3 2 0-15,-3 0-2 16,0 1 2-16,0-3-1 16,0 4 1-1,-2-2-1-15,-2 5 0 0,0-1 1 16,-5 3 0-16,2 0 0 15,0 2 0-15,2 1 0 16,-6 1 1-16,5 1-1 16,-4-1 1-16,1-1 0 15,2 3-1-15,-4-3 1 16,2 2 0-16,2-1 1 16,-2-2-2-16,2 0 1 0,1 1 0 15,3-1 1-15,-1-4 0 16,0 2-1-16,4 2 0 15,-2-2-2 1,2 0 1-16,-4 0 0 16,4 2 1-16,-4 0-2 0,4 0 0 15,2 0 0-15,-6 1 2 16,4 1 1-16,-4 1 0 16,4 2-1-16,-6 0 0 15,3 0 0-15,-1 0 0 16,-3 2 0-16,5-1 1 15,-5 1-2-15,3 0 0 16,4-2 0-16,-2 2 0 0,2-1 0 16,-1-1-1-16,1 0 1 15,3-1-1-15,4-3 1 16,0 1 2-16,-2-4-3 16,5-2 2-16,0-1-1 15,2-4 3-15,2 2-3 16,-1-2 1-16,3 0-1 15,3-1 1-15,-2-1-3 16,-2 2 3-16,2 2-4 16,-1 2 3-16,1-3-1 15,-5 3 2-15,-2 0-3 16,0 3 2-16,-5 0 0 16,2 2 0-16,-4-1 0 0,-3 3 0 15,-2 0-1-15,-2-1 0 16,0 2-1-1,1-1 1-15,-3 1 1 16,3 0 0-16,-5 1-2 0,3-3 2 16,1 1-1-16,4 1 1 15,0 0 1-15,0 2-1 16,-1-1 0-16,5 1 0 16,2 1 2-16,1 1-1 15,0 1 0-15,3 1 0 16,2-1 1-16,2 1 0 15,1 1-1-15,2 0 1 16,2 2 0-16,0 2-3 16,-2-1 3-16,-2 1-1 15,-1 2 0-15,-4-3 0 16,-5 4 0-16,-2-1-1 16,-12-1 1-16,-1-3-1 0,-6 0 0 15,-10 2 0-15,-9-6 0 16,-14 1 2-16,-10-10-68 15,-14-8-71-15,-9 1-21 16,-26-19-5-16,-5 1-9 16,-33-21-15-16</inkml:trace>
  <inkml:trace contextRef="#ctx0" brushRef="#br0" timeOffset="-110957.11">5321 18897 672 0,'0'-26'200'15,"-2"9"-49"-15,2 17-151 16,0 0 0-16,0 0 0 16,-13 2 0-16,4 24 0 0,2 15 0 15,-7 16-3-15,9 23-14 16,-2 20-7-16,3 23 15 16,4 28 15-1,7 11-1-15,9 10 1 0,7 1-1 16,6-2-3-16,9-13 0 15,2-15 2-15,9-21-6 16,-1-27-4-16,8-19-2 16,-2-28-42-16,5-18-52 15,0-23-37-15,-2-28-33 16,-1-14-3-16,-4-20 1 16,0-9 3-16</inkml:trace>
  <inkml:trace contextRef="#ctx0" brushRef="#br0" timeOffset="-110252.61">6281 19520 408 0,'0'-38'174'0,"-9"0"-4"16,-1 9-68-16,3 6-30 15,-5 8-37-15,12 15-23 16,0 0-4-16,0 0-2 15,-16 0-1-15,16 22-2 16,2 9 1-16,5 11-1 16,3 5-3-16,-1 8-2 0,8 2 1 15,3 7 3-15,2-8-3 16,1-10-2-16,3-8-3 16,-4-12 0-1,-3-10 0-15,4-14-1 0,-6-9 2 16,2-11-2-16,0-8 2 15,1-10 1-15,-3-9 3 16,5-5 0-16,-2-9 1 16,2-3-4-16,1-2 1 15,-4-2 1-15,2 5 0 16,-6 8 1-16,4 9-1 16,-5 10 4-16,-5 9 2 15,-9 25 9-15,26-1-3 0,-12 25 1 16,5 18 0-1,7 18-2-15,0 16 1 16,9 21-1-16,1 16-6 0,2 10-1 16,2 10-4-16,-2-5-5 15,-1-3 4-15,-6-4 0 16,-8-14 1-16,-1-13-2 16,-8-15 1-16,-5-13-4 15,-6-18 7-15,-3-6 4 16,-12-16-2-16,-7-14-3 15,-3-10-3-15,-11-14-3 16,0-11 1-16,-9-10 0 16,4-3-2-16,-6-11-1 15,10 0 1-15,1-3 3 16,7-3 5-16,7-1 6 16,5 0-5-16,12 1 2 0,7-1-2 15,12 2 1-15,6 2-4 16,8 0 2-16,9 8-102 15,2 6-57-15,0 1-7 16,1 9-2-16,-8 0 0 16,1 11-3-16</inkml:trace>
  <inkml:trace contextRef="#ctx0" brushRef="#br0" timeOffset="-109815.3">7218 19695 522 0,'0'0'172'0,"-8"-24"-2"16,8 24-85-16,-7-24-84 15,7 24-1-15,0 0 0 16,22 0 0-16,-2 8 1 16,2 6 1-16,1 5 3 15,3 4 1-15,3 10 1 16,-3 5 0-16,-3 5-1 15,-8 2-1-15,-1 2 1 16,-5-1-5-16,-9-1 1 16,-2 0-4-16,-5-6 1 15,-3-8-2-15,-2-4 1 16,1-6-1-16,3-4 3 16,8-17 3-16,-14 19-5 0,14-19-2 15,0 0 0-15,0 0 0 16,0 0 1-16,29 2-1 15,-3-5-3-15,9-4-1 16,8 2 4-16,11-2 4 16,2-2-2-16,-1-1 2 15,4-4-7-15,-1 3-97 16,-10 3-55-16,-11-4-3 16,-3 3-6-16,-15-3 1 15,2 3-3-15</inkml:trace>
  <inkml:trace contextRef="#ctx0" brushRef="#br0" timeOffset="-108908.66">8253 19770 534 0,'30'-13'171'0,"-30"13"0"15,0 0-100-15,19 9-61 16,-19-9 1-16,7 21-1 16,-7-21 0-16,3 24-1 15,-3-24-2-15,0 19-2 16,0-19-4-16,0 0 0 0,0 16-3 16,0-16-3-1,0 0-2-15,0 0 1 16,0 0 1-16,0 0-5 15,2-25 0-15,-7 8 0 16,1-5 5-16,-3-6 2 0,0-7 2 16,-1-6 1-16,-6-4-1 15,-2-5 1-15,4-1 1 16,1 1 3-16,-2 3-4 16,4 8-1-16,-2 6 1 15,3 7 3-15,-3 7 7 16,11 19 2-16,0 0-2 15,0 0 0-15,-15 15 0 16,15 18-3-16,5 9 2 0,-2 11-7 16,11 8-2-1,5 3-5-15,4 4-1 16,3-4-5-16,7-11 1 0,-2-13 1 16,2-9-2-16,0-15 2 15,-2-13 0-15,-5-13 2 16,1-11 2-16,-5-8 2 15,1-9 2-15,-6-9 0 16,-1-7 2-16,-1-5-2 16,-1-5 1-16,-5 0 1 15,1 5-2-15,1 6 2 16,-6 9-3-16,2 10 7 0,-7 8 3 16,0 26 2-1,0 0 1-15,0 0 0 16,10 33 0-16,-6 7-4 15,4 10 4-15,6 14-7 0,5 12-3 16,0 11 1-16,7 6-3 16,1 9 1-16,-1-1-1 15,0-3 3-15,-4-1-6 16,-6-9-1-16,-6-10 1 16,-6-8-3-16,-11-18 4 15,-5-14-5-15,-6-16 2 16,-11-17-7-16,1-15 7 15,-2-18 1-15,-3-13 1 16,-1-13 4-16,4-3-6 16,4-7 4-16,7 0 2 15,9-2 4-15,6 4-4 16,8 8 2-16,11 7-2 0,6 4-2 16,10 7 0-16,-1 3-64 15,6 5-72-15,6 11-27 16,-7-4 0-16,1 11-2 15,-6-9-1-15</inkml:trace>
  <inkml:trace contextRef="#ctx0" brushRef="#br0" timeOffset="-108652.48">9112 19380 505 0,'26'-9'177'0,"-26"9"-4"0,12 26-64 16,-1 0-99-16,-1 12-1 16,2 9-2-16,4 3 1 15,-6 9 0 1,3 2-6-16,1 3 0 0,-4 0-2 16,-1-5-1-16,-6-7-2 15,1-11-83-15,-1-8-52 16,6-7-38-16,-9-26 2 15,0 0-5-15,10-21 1 16</inkml:trace>
  <inkml:trace contextRef="#ctx0" brushRef="#br0" timeOffset="-108179.14">9998 19527 501 0,'6'-21'171'0,"-6"21"-26"16,9-19-53-16,-9 19-51 15,0 0-32-15,-3 18 0 16,-1 4 0-16,2 4 0 15,-1 5 0-15,0 4-3 16,3 1-6-16,-4-1-3 16,1-4 3-16,3-5-1 15,0-5 2-15,0-6-78 16,0-15-39-16,0 0-44 16,0 0-12-16,0 0-3 15,3-15-1-15,-6-4 55 16</inkml:trace>
  <inkml:trace contextRef="#ctx0" brushRef="#br0" timeOffset="-107195.82">10147 19219 502 0,'8'-35'167'0,"6"6"-46"15,-1 5-37 1,-3 1-34-16,2 8-36 16,-12 15-12-16,17-14 3 15,-17 14 6-15,0 0-1 0,9 28-1 16,-5-2 0-16,-1 5 2 16,4 9-1-16,2 6-2 15,1 6-7-15,2-2 0 16,6-1-5-16,-3-8 5 15,-1-3-7-15,2-10-1 16,-1-5-2-16,3-13 1 16,-18-10 0-16,31 4 1 15,-17-15 0-15,8-1 0 16,1-10 2-16,7-3 2 16,-1-4 3-16,2-2-1 15,6-6 3-15,1-1-6 16,-2 0 4-16,3-2-3 0,-3 1 5 15,-5 2-4-15,-1 1 1 16,-8 5-1-16,-3 6 6 16,-5 8 6-16,-14 17-3 15,11-19 0-15,-11 19 1 16,-4 23-2-16,1 4 1 16,3 11 3-16,-4 14-4 15,4 16-5-15,0 15-1 16,4 19 4-16,3 11-3 15,-2 8 1-15,5 3-1 16,-3 4-4-16,2-5-8 16,-2-10 6-16,0-13-1 15,-7-18 1-15,0-15-3 0,-7-15 5 16,3-12 1 0,-8-19 2-16,12-21-2 0,-29-6-3 15,6-21 2-15,1-15 2 16,-1-11 2-16,2-13-3 15,2-10-3-15,10-4 1 16,3 0 7-16,9 2-2 16,9 6 0-16,11 8-3 15,6 3-1-15,1 11 0 16,-1 8 1-16,2 10 4 16,-1 7 0-16,0 10 7 15,-4 13 1-15,-4 9-1 16,1 8 3-16,-4 5 0 0,3 7 0 15,-1-1-7-15,2-2-2 16,3-5-9 0,-4-5-1-16,1-9-1 15,-1-5-3-15,1-8 1 0,-4-13-2 16,-3-7 6-16,1-5 2 16,-8-8 3-16,-6-6 1 15,-3-6 5-15,-3-1 3 16,-6 2 2-16,-8 3-3 15,-6 10-3-15,-5 9 0 16,-5 18-4-16,-3 12 1 16,-6 16-4-16,1 10-6 0,8 10-64 15,-2 0-41 1,9 1-23-16,9-3-14 16,8-16-14-16,9-18-2 15,0 0-1-15</inkml:trace>
  <inkml:trace contextRef="#ctx0" brushRef="#br0" timeOffset="-106820.55">11515 18871 412 0,'26'-47'156'0,"3"8"-31"15,-6 11-23-15,-11 7-27 16,7 12-28-16,-19 9-23 15,30 9-14-15,-13 10-1 16,5 14 4-16,4 10-2 16,13 16 0-16,-1 9-4 0,9 10 2 15,-2 10-5-15,0 5-4 16,-7 6 0-16,-5 1-4 16,-7-1 0-16,-10-7-2 15,-13-7 1-15,-6-6-4 16,-13-15 3-16,-10-10 3 15,0-12 0-15,-9-13 2 16,-1-10 2-16,-6-9 4 16,6-8 0-16,-2-5-3 15,5-4-54-15,3-9-48 16,4-3-41-16,11 0-26 16,4-12-3-16,11-4-6 15,4-8-2-15</inkml:trace>
  <inkml:trace contextRef="#ctx0" brushRef="#br0" timeOffset="-106163.59">13002 18850 543 0,'45'-19'172'0,"-5"14"1"15,-10 16-110-15,-4 9-55 16,-7 15 3-16,0 13-2 16,-3 16 4-16,-9 13-1 0,3 9-4 15,-5 9-2-15,2 1-7 16,-3-5 2-16,-1-4-4 16,-3-11 3-16,0-12-4 15,0-17 0-15,0-9 4 16,0-12 1-16,0-26-6 15,0 0-3-15,0 0-2 16,-7-26 1-16,7-5 0 16,0-4 2-16,4-5-3 15,-1-1-1-15,4-3 4 16,5 5 6-16,2 6-2 16,5 7 2-16,0 5 1 15,0 7 3-15,4 7 1 0,-4 7 2 16,5 7 1-16,-1 4 0 15,3 8 1 1,2 3-1-16,5 4 0 16,0 2-2-16,5 1-2 0,2-3-2 15,-2-2 0-15,4-3-3 16,-6-5 1-16,-1-8-3 16,-2-6 0-16,-4-7-1 15,-6-9 2-15,3-5 0 16,-10-9 2-16,-3-6 7 15,-7-8 1-15,-6-5 2 16,-9 2 5-16,-8 0-8 0,-8 4 1 16,-11 8-6-16,-6 9 3 15,-6 12-7 1,-4 13 2-16,3 18-7 16,0 9-31-16,13 10-79 15,1 6-37-15,9-5-18 0,16 3-4 16,3-14 0-16,21-6 12 15</inkml:trace>
  <inkml:trace contextRef="#ctx0" brushRef="#br0" timeOffset="-102553.46">16660 18643 495 0,'-32'-9'183'16,"32"9"-4"-16,-20 35-70 15,11-1-104-15,9 16-4 16,0 16-5-16,0 12 4 16,0 17-2-16,0 9 0 15,-4 4 2-15,1-6-1 16,0-9-1-16,-1-15-1 0,-5-16 2 16,6-11 1-16,-1-22-5 15,4-29 0 1,0 0 0-16,-13-29 0 15,13-15 1-15,-2-11 3 0,2-13-4 16,-4-13 0-16,1-7 6 16,-1-2 3-16,4 0-1 15,0 5 0-15,4 7-1 16,3 12-2-16,1 11 2 16,3 13 2-16,1 16 4 15,7 16 2-15,2 15 0 16,7 12-2-16,5 16 1 0,8 14 1 15,3 12-3-15,4 10 0 16,10 7-7 0,1 4 2-16,1 0-3 15,-1-3 1-15,-3-7 0 0,1-11-4 16,-8-11-1-16,-6-12-4 16,-8-10 1-16,-9-10-2 15,-7-14 4-15,-19-2 2 16,14-38 2-16,-21-1 5 15,-12-12 1-15,-4-14 2 16,-6-14-1-16,-6-8-2 16,-1-4-2-16,-2 2 0 15,1 8-3-15,8 8-3 16,3 14 2-16,6 13 0 16,8 16 6-16,12 30 2 15,0 0 0-15,0 0-1 16,35 43-11-16,-9-4-92 0,7 13-38 15,12 8-15-15,4 2 4 16,3-3 17-16,9-2 30 16,-9-8 28-16,7-4 55 15,1-7 113-15,-4-7 38 16,-4-5 20-16,0-3-12 16,-7 1-14-16,-7-5-34 15,2 2-29-15,-14-6-43 16,0-4-23-16,0-6 1 15,-6-7-2-15,-5-8 2 16,-1-8-1-16,-5-11 0 16,-2-6 4-16,-4-10 0 15,-6 0 4-15,-4 0 1 0,-2 5 2 16,-5 2 1-16,-1 11-7 16,-5 9 0-16,0 15 2 15,-3 15-3-15,4 12 2 16,0 11-6-16,0 6 1 15,5 11-2-15,2 4 4 16,8 1 3-16,4-2-4 16,7-6-1-16,9-9-6 15,3-9 1-15,4-11-5 16,3-13 4-16,3-12-2 16,8-12 0-16,1-11 6 15,3-8 0-15,5-7 6 16,2-4-2-16,8-2 1 0,-1 4-1 15,9 7 6-15,-8 9 0 16,3 12 0-16,-5 8 1 16,-7 9 0-16,-9 10-2 15,-9 9-1-15,-10 7-4 16,-12 2-1-16,-3 5-5 16,-15 0-1-16,-1 3-4 15,-5-1-1-15,-6-2 5 16,4-7-2-16,0-6 10 15,5-2-2-15,14-18-2 16,-15 19-5-16,15-19 4 16,0 0 1-16,12-26-1 15,-2 7 5-15,13-4-10 0,-1-6 4 16,8-4 3-16,-1-2 4 16,6-3-3-16,-2 2 2 15,0 1-1-15,-5 4-3 16,-2 7 2-16,-5 5 4 15,-21 19 4-15,22-23-5 16,-22 23 1-16,0 0-2 16,0 0 0-16,0 28 2 15,-7-6-1-15,0 6 0 16,4 5-4-16,3 5 8 16,3 5-1-16,8 2-4 15,8-3 0-15,7-4-4 0,12-9 2 16,7-8-7-16,7-12 3 15,7-14-9-15,6-18 6 16,4-15 5 0,2-12-1-16,0-19 4 15,-3-16-1-15,-4-10 0 0,-1-11 0 16,-8-3 1-16,-10 0 1 16,-6 0-7-16,-6 7 6 15,-7 15 2-15,-14 16 5 16,-2 16-5-16,-6 17-6 15,-4 14 3-15,0 24-2 16,0 0 6-16,-23 31-3 16,9 9-4-16,-1 10-3 0,4 12 7 15,-1 9 4-15,5 10 1 16,7 6 1 0,0-1 1-16,11-2-1 15,4-5 1-15,8-6-1 0,-1-9 1 16,8-9-4-16,-1-6-1 15,3-13-5-15,4-8-1 16,-3-7-4-16,2-9 1 16,-2-5-3-16,1-7-2 15,-4-4 0-15,-1-8 1 16,-6-2 5-16,-4-7-92 16,-9-3-48-16,-1 0-22 15,-11-5 3-15,-1 1-5 16,-11-8 6-16</inkml:trace>
  <inkml:trace contextRef="#ctx0" brushRef="#br0" timeOffset="-102332.3">19390 18771 583 0,'-19'0'167'0,"19"0"-1"16,0 0-153-16,16 3-11 15,6-4 0-15,8-3-12 16,3 2 5-16,1-5 2 16,8 0 0-16,5 1-36 15,-5-5-86-15,3-3-42 16,0 6-2-16,-9-10-2 16,6 8-1-16</inkml:trace>
  <inkml:trace contextRef="#ctx0" brushRef="#br0" timeOffset="-100560.04">21154 18816 225 0,'19'38'171'0,"-19"-9"-1"15,-7 1-73-15,-2 3-34 16,-10-7-3-16,5 1 2 16,-5-9-5-16,19-18-54 0,-22 15 0 15,22-15 1-15,-4-28-1 16,15-4-3-16,4-12 0 16,4-9-5-1,11-8-3-15,3-5 4 0,1 4 3 16,-1 5-4-16,2 8 3 15,-9 11 0-15,-3 9 5 16,-9 13 0-16,-14 16 2 16,19 4 1-16,-16 11-2 15,4 11 3-15,2 9-1 16,1 6 0-16,6 10-5 16,3 2 0-16,7 4-2 15,-5 1 2-15,1-5 1 0,-3-4-2 16,-3-6-5-16,-9-10-3 15,-3-7-1 1,-8-9 3-16,4-17 1 16,-29 10 4-16,6-15 2 0,-7-5 1 15,-1-6 6-15,-2 1 3 16,0-3-2-16,4 3-4 16,1 1-3-16,5 4 0 15,6 6-3-15,17 4-2 16,0 0-4-16,0 0-1 15,7 23 3-15,12-16 1 16,7 0 1-16,7-6-3 0,9-4-1 16,-1-11 1-16,8-12 4 15,0-9 0-15,3-10 2 16,3-5-2-16,-3-10 4 16,0-8-5-16,0-3 3 15,-6-10 0-15,-1-4 1 16,-7 0 1-16,-5 5 0 15,-4 4 0-15,-9 12 0 16,-5 12 9-16,-8 13-6 16,-3 18 3-16,-4 21-3 15,-7 15 2-15,-2 16-1 16,2 15 2-16,-3 11-3 16,4 8-8-16,-1 13 4 0,4 5-2 15,-1 2 0-15,1 0-3 16,0-7 1-1,3-11 1-15,-4-13 0 16,2-11-4-16,2-13-2 0,0-15 4 16,0-15 1-16,0 0 0 15,26-31 0-15,-10 9-4 16,7-6 0-16,3-1 5 16,7-1 2-16,5 1-2 15,7 1-2-15,3 6 0 16,5-1 1-16,2 2 0 15,2 2 3-15,-1 0-1 16,-7 0 1-16,-8 2 0 16,-4 0 2-16,-11 1-2 15,-11 4 10-15,-15 12-12 16,0 0 0-16,0 0 1 16,0 0 2-16,-22 12 2 0,3 12 0 15,0 9 5-15,-1 3-10 16,7 4 11-16,4 2-4 15,2-4-2-15,10-4-7 16,3-8 1-16,8-10-3 16,1-11-2-16,8-7 1 15,-1-8 2-15,4-9 3 16,-3-3 3-16,-2-4 4 16,1-2-2-16,-3 0-2 15,-3 4-1-15,-2 5-2 16,-14 19 4-16,12-19 4 15,-12 19-2-15,0 0 0 16,14 28 0-16,-9-8 0 0,6 1 1 16,1 0-4-16,5-2-2 15,6-4-5-15,-4-6 0 16,3-7 3 0,1-7 0-16,-4-9 3 0,2-7 1 15,-6-7 2-15,4-6-1 16,-5-10 1-16,2-7-3 15,0-8 0-15,-2-5 1 16,1-6-2-16,-4-2 1 16,1 2 0-16,-5 6 2 15,-4 9 7-15,1 13-2 16,-4 11-6-16,-4 12 1 16,4 19 1-16,-14 18 2 0,6 13 1 15,-3 15 1-15,-1 13-11 16,2 14 4-16,3 10 5 15,3 9-1 1,8 1-3-16,6-3 0 0,9-5-6 16,7-10-2-16,11-13 0 15,8-19 1-15,7-12-1 16,2-17 0-16,5-16 1 16,3-17-1-16,-1-13 5 15,-6-13-1-15,-2-9 2 16,-8 0 0-16,-4-1 2 15,-8 3-3-15,-14 9 10 16,-3 10-8-16,-9 10-3 0,-7 8 0 16,0 15 2-16,0 0 4 15,-16 8 4 1,9 11 0-16,4 4-7 16,-1 6 7-16,8 2 2 0,3 6 0 15,8 3-4-15,8-4-4 16,7-1-6-16,-1-6-1 15,9-6 0-15,2-4-1 16,-2-4 0-16,2-10 3 16,-5-6 0-16,-5-10 3 15,-4-11 0-15,-4-9-40 16,-3-6-62-16,-8-6-33 0,-6-12-22 16,-2 6-3-1,-11-12 4-15,-3 6 14 16</inkml:trace>
  <inkml:trace contextRef="#ctx0" brushRef="#br0" timeOffset="-100355.9">23320 18073 570 0,'-17'21'166'15,"1"-5"-1"-15,16-16-137 16,12 26-28-16,13-16-2 15,6-3-7-15,5-4 2 0,6-10-12 16,3-3-103-16,7-6-45 16,-10-13 0-1,10 3-3-15,-12-16 0 16</inkml:trace>
  <inkml:trace contextRef="#ctx0" brushRef="#br0" timeOffset="-99892.95">25877 17227 521 0,'-35'-18'172'0,"9"22"-2"15,-7 5-94-15,-8 4-83 16,-8 10-5-16,-10 17 5 15,-5 13 10-15,-11 17 7 16,7 16 0-16,6 13 2 16,1 13 0-16,13 6-1 15,11 8-1-15,11-8-8 16,23-5-2-16,13-11-7 0,9-16-3 16,21-13-3-16,9-16-2 15,11-14 2-15,8-17-59 16,10-8-62-16,4-6-33 15,-4-17-1-15,2-2 2 16,-14-19-3-16</inkml:trace>
  <inkml:trace contextRef="#ctx0" brushRef="#br0" timeOffset="-99257.49">27057 17391 557 0,'0'0'178'0,"-3"-17"-4"16,3 17-105-16,-5-16-61 15,5 16-7-15,0 0-2 16,0 0 1-16,0 0-3 16,-4 16 2-16,8 3-6 15,-3 9 5-15,10 8-7 16,-1 14 5-16,9 6 2 0,4 9 2 15,6 6 0 1,3 4-1-16,4-4 2 16,2-2-2-16,-5-8 2 15,-3-11-1-15,-4-7 0 0,-4-10-1 16,-6-9 2-16,-6-8-1 16,-10-16 1-16,0 0 0 15,0 0-3-15,0 0-66 16,0 0-49-16,16-18-34 15,-9 3-11-15,0-13 1 16,5 0-3-16,2-8 30 16</inkml:trace>
  <inkml:trace contextRef="#ctx0" brushRef="#br0" timeOffset="-98848.2">27696 17488 447 0,'0'-29'172'16,"-3"8"1"-16,3 5-65 16,-13 1-39-16,13 15-30 15,-19-12-30-15,19 12-7 16,-17 0-7-16,17 0-2 16,-16 5-7-16,16-5 4 15,-19 19 5-15,9 3-3 16,-6 13 4-16,-3 12 2 15,-2 15 6-15,-6 18 0 16,-3 13 0-16,-3 16 4 16,-5 11-3-16,1 3 1 15,-1-1-1-15,9-2 0 0,-1-6-1 16,4-12-1-16,7-13-1 16,3-15-1-16,10-17 1 15,-1-14-4-15,7-10-5 16,0-12-3-16,0-21-2 15,0 0 2-15,0 0 1 16,19 5-29-16,-19-5-80 16,29-17-42-16,-15 0-6 15,9-1 0-15,-4-11 2 16,14 3 10-16</inkml:trace>
  <inkml:trace contextRef="#ctx0" brushRef="#br0" timeOffset="-98368.86">27759 18416 629 0,'8'-21'189'0,"-4"2"0"15,-8-2-173-15,4 6-16 16,0 15 0-16,0 0 0 16,0 0 0-16,0 0 0 15,0 0 0-15,0 0 0 16,0 0-17-16,-5 21-5 15,5-21 15-15,2 29 1 16,-2-10 4-16,0 3-1 16,-2 1 5-16,-1 3 2 15,-4 0-1-15,-7 0-4 0,-2 0-3 16,1-4-4-16,-5 3 1 16,0-5 0-1,-3 1 4-15,0-4 3 0,4 1 5 16,19-18 3-16,-29 26-3 15,29-26-5-15,-12 15 1 16,12-15 0-16,0 0 0 16,19 9-3-16,3-9-5 15,8-5-1-15,8 1 3 16,11-1 6-16,3-2-1 16,3 0-1-16,10-5 0 15,-6 3 0-15,-11-1-1 0,-3 3 1 16,-7-3 5-1,-12-2-33-15,-3 1-74 0,-6-3-46 16,-13-6-14 0,1-1 2-16,-1-12-3 0,3-2-4 15</inkml:trace>
  <inkml:trace contextRef="#ctx0" brushRef="#br0" timeOffset="-97598.32">28552 17549 516 0,'-12'-21'173'0,"12"21"1"16,0 0-60-16,0 0-77 16,0 0-42-16,0 0 0 15,22 2-1-15,-3 15-1 16,4 2-1-16,6 10 0 16,4 4 4-16,6 7 1 15,6 5 1-15,-4-2 0 0,3 1 1 16,-3-4 0-1,-4-6 2-15,-2-8-1 16,-9-5 0-16,3-7 0 16,-10-11 2-16,0-1 2 0,-1-6 0 15,-18 4 3-15,31-27-1 16,-17 6 0-16,1-5-1 16,-1-7 0-16,5-3-1 15,1-6-2-15,-1-3-2 16,3-3 0-16,-3-6 2 15,-1-3 3-15,1 3 3 16,-5 2-8-16,1 4 0 16,-8 5 0-16,2 8 0 15,-9 11 0-15,0 24 0 16,-7-23 0-16,7 23 0 16,0 0 0-16,-19 11 0 15,3 8 0-15,1 8 0 0,-3 11 0 16,-4 14 0-16,-1 14 0 15,-6 16 0-15,-3 14 0 16,-4 10 0-16,1 7 0 16,2-4 0-16,0-2 0 15,4-5 0-15,3-12 0 16,0-10 0-16,7-13 0 16,3-10 0-16,0-10 0 15,9-5 0-15,0-11 0 16,4-5 0-16,-1-5 0 15,4-21 0-15,4 24-10 16,-4-24 2-16,0 0-67 16,0 0-57-16,23-12-40 0,-23 12 2 15,20-30 2-15,-4 13 1 16</inkml:trace>
  <inkml:trace contextRef="#ctx0" brushRef="#br0" timeOffset="-97336.13">29373 18227 719 0,'0'0'174'16,"16"-19"-45"-16,-16 19-128 16,0 0-1-16,-4 33 0 15,-5-2-3-15,-1 7 0 0,-2 9 4 16,-2 8 1-16,5 8 1 15,-1-1-3 1,-1-1 0-16,3-6 0 16,4-10-6-16,-3-16-50 0,11-4-74 15,-4-25-34-15,0 0-8 16,22-4 0-16,-11-27-3 16</inkml:trace>
  <inkml:trace contextRef="#ctx0" brushRef="#br0" timeOffset="-96666.65">29833 17569 643 0,'10'-22'174'16,"-10"22"-18"-16,0 0-106 15,23-3-50-15,-23 3-3 16,35 17-9-16,-13 2 0 16,11 10-1-16,4 4 5 15,4 12 4-15,1 5 2 16,0 4 0-16,-2-2 1 16,-6 0-1-16,-4-9 2 15,-4-3-1-15,-7-12-1 16,-5-11 1-16,-14-17 3 15,26 3-1-15,-26-3-1 16,22-38 0-16,-9 2 1 0,4-12 1 16,2-8-1-16,0-8 1 15,4-9-4-15,-1-1 0 16,-3-4 5-16,2 4-2 16,-5 6 3-16,-4 8 8 15,-5 9 4-15,-4 10-10 16,-3 13-1-16,-3 7-2 15,3 21 1-15,-19-5 0 16,3 21-4-16,-5 11-1 0,-5 15-6 16,-2 12 9-1,-5 17 1-15,-3 17 0 16,-2 16-3-16,0 12 0 16,-2 8 0-16,2 3 0 0,1-1 0 15,2-3 0-15,2-9 0 16,4-12 0-16,6-15 0 15,8-18 0-15,1-13 0 16,5-17 0-16,2-11 0 16,7-7 0-16,0-21-4 15,0 0-9-15,0 0 1 16,19 8 6-16,-19-8 4 16,19-15-77-16,-5-1-50 15,-2-8-35-15,11 2 1 16,-2-13-2-16,10-1-1 15</inkml:trace>
  <inkml:trace contextRef="#ctx0" brushRef="#br0" timeOffset="-96240.35">30666 18044 579 0,'0'0'177'0,"16"21"-25"15,-16 3-68-15,-5 0-72 16,-6 9 2-16,-1 0-9 16,-2 8-5-16,-5 3 0 15,3 1 0-15,2 0 0 16,6-2 0-16,4-2 0 16,1-6 0-16,12-2-10 0,4-9-4 15,7-10 1-15,2-9 4 16,8-7 2-16,-4-8 3 15,3-7 5-15,2-13 3 16,-5-6 6-16,-3-4 5 16,-6-7 7-16,-5-1-17 15,-8-4-5-15,-4 2 0 16,-10 1 0-16,-6 11 0 16,-7 7 0-16,-6 3 0 15,-6 15 0-15,-5 4 0 16,2 11 0-16,-4 5 0 15,6 8-2-15,-2-1-78 0,12 2-52 16,5 3-29-16,21-19-8 16,-12 15-3-16,12-15 2 15</inkml:trace>
  <inkml:trace contextRef="#ctx0" brushRef="#br0" timeOffset="-95853.08">31298 17035 477 0,'0'0'178'15,"0"0"-2"-15,0 0-64 0,0 0-63 16,0 0-42-16,23 31-5 16,6 2 0-16,11 12-1 15,5 17 1-15,12 14 4 16,-1 14 5-16,6 16-11 16,-1 6 0-16,-9 11 0 15,-10 0 0-15,-13 7 0 16,-18-2 0-16,-25-2 0 15,-17 2 0-15,-28-10 0 16,-16-7-31-16,-26-19-80 0,-18-13-34 16,-15-13-22-1,-15-24-3-15,-9-18-1 16,-18-31 1-16</inkml:trace>
  <inkml:trace contextRef="#ctx0" brushRef="#br0" timeOffset="-94648.22">27476 18267 26 0,'-16'21'96'15,"16"-21"-5"-15,-19 19 8 0,19-19 20 16,-21 14-4-16,21-14-4 16,-19 12-9-16,19-12-12 15,0 0-11-15,0 0-22 16,-16-4-33-16,16 4-13 16,4-15-8-16,-4 15-3 15,12-23 0-15,-12 23 0 16,14-26 0-16,-14 26 0 15,16-27 0-15,-16 27 0 16,19-25 0-16,-19 25 0 16,22-22 0-16,-22 22 0 15,30-17 0-15,-15 11 0 0,6 5-5 16,-2-1-5-16,0 5 2 16,4 3 1-16,-1 1 0 15,5-1 2 1,-5 7 1-16,4-1 0 0,-3 0 1 15,-1 0 2-15,-1 0 0 16,-5 2 1-16,-16-14 2 16,19 31 4-16,-19-12 4 15,0 4-2-15,-7 1 2 16,-2 2-2-16,-5 1 3 16,-5 5-11-16,-7-1 0 15,4 2 0-15,-4-4 0 16,-4-1 0-16,4-1 0 0,0 1 0 15,3-2 0-15,1-3 0 16,3-3 0 0,0-2 0-16,19-18 0 15,-23 26 0-15,23-26 0 0,-14 15-3 16,14-15-9-16,0 0 0 16,0 0 1-16,0 0 1 15,26-8 2-15,-12-1 0 16,12 0 3-16,2 1 5 15,8-3 2-15,6 3 0 16,3-1-3-16,-1 0 0 16,-3 4-2-16,-3 0 2 15,-8 3-2-15,-8 0 1 16,-4 2-1-16,-18 0 0 16,15 4 1-16,-15-4 0 15,0 0-21-15,0 0-57 16,0 0-44-16,0 0-26 0,0 0-12 15,0 0 1-15,0 0-3 16</inkml:trace>
  <inkml:trace contextRef="#ctx0" brushRef="#br0" timeOffset="-93452.38">25035 19333 364 0,'4'18'171'0,"-4"-18"-19"16,26 5-67-16,1 2-37 15,3-4-1-15,12 4-8 16,6-2-33-16,4 1-2 15,11-3-3-15,-3 2 2 16,12-1-1-16,-6-3 1 16,12 1 0-16,2-2 1 15,1-2-3-15,6-3 3 16,8-2-1-16,4 0 2 16,5-5-3-16,11 4 2 15,1-5-3-15,4 1 3 0,3 0-3 16,8 0 3-16,4 2-3 15,-1-1 2-15,1 1-4 16,4-2 4 0,-2 0-3-16,-2 1 0 0,3-1-2 15,-3 2 4-15,-5-1-2 16,-3 1 1-16,1 0 0 16,-1-1 0-16,-4 3 1 15,-3-1-1-15,-2-1 2 16,-2-1-4-16,1 3 2 15,2-5-1-15,-4 5 0 16,-2-3-1-16,3 3 0 16,0-3 0-16,2 6 1 0,-1-2 0 15,-1 2-1-15,0 2 0 16,2-1 1 0,-8-1 1-16,1 3 0 15,-2 0-1-15,-8-1 0 0,-4 0 1 16,0 1 1-16,-8 0 0 15,1 0-1-15,-3 2 0 16,-6 0 0-16,-2-1 0 16,-5 2-1-16,-3-1 1 15,-6 2 1-15,-6 0-2 16,-7 0 0-16,-4-1 1 16,-3 1-1-16,-6 0 0 15,-6-2 1-15,-4 3-2 16,-3-1 0-16,-7-2 1 15,-3 0 0-15,-16 0-1 16,22 2 0-16,-22-2 1 16,0 0 14-16,0 0 12 0,0 0-72 15,-8-26-81-15,-11 0-15 16,-6-4-6-16,-13-10-4 16,0-3-4-16</inkml:trace>
  <inkml:trace contextRef="#ctx0" brushRef="#br0" timeOffset="-91966.31">6113 20722 152 0,'-23'3'152'0,"23"-3"-4"16,-19-5-14-16,19 5-7 16,-16-5-11-16,16 5-12 0,0 0-18 15,-17-4-82-15,17 4-4 16,0 0 0-1,0 0 0-15,0 0 0 16,17 11 0-16,-17-11-9 0,32 8-9 16,-6-3 8-16,3 1 5 15,13-5 2-15,3 3-1 16,14 3-1-16,4-6 0 16,13 3 2-16,2-4 2 15,14-2-1-15,5-1-2 16,0-1 3-16,6 1-1 15,4-4 3-15,6-2-3 16,2 1 0-16,5-3-1 16,3 1 0-16,0-2 2 15,9-2-1-15,5 0-2 16,6 0 0-16,6-3 2 16,7 3 0-16,9-2-1 0,3-3 2 15,8 2-1-15,8 0 1 16,10-2-1-16,4-2 1 15,3 0-3-15,4-3 3 16,2 1-3-16,1-1 3 16,-1 0-2-16,-6 1 3 15,0 1 2-15,-6 1-4 16,-4 0 9-16,-6 2-5 16,-13 2 4-16,-7 1-5 15,-9 4 5-15,-10-1-4 16,-10 2 2-16,-17 1-2 15,-8-1-3-15,-13 4 1 16,-12 1 0-16,-11 0 0 0,-12 1-1 16,-15 2 1-16,-10 1-1 15,-8 0 2-15,-11 2 2 16,-19 0 0-16,19 5 5 16,-19-5 2-16,0 0-1 15,0 0-2-15,0 0 2 16,0 0-4-16,0 0-1 15,0 0-1-15,0 0-5 16,0 0-5-16,-19 9-2 16,19-9-108-16,0 0-51 15,-35-7-4-15,9 2-5 16,-17-14 1-16,-6-2 12 16</inkml:trace>
  <inkml:trace contextRef="#ctx0" brushRef="#br0" timeOffset="-91080.68">7001 19991 187 0,'0'-22'89'15,"0"22"22"-15,0-30 5 16,-3 9-6-16,6 6-9 16,-6-11-13-16,6 2-13 15,-3-11-13-15,7 4-17 16,-3-5-31-16,5-1-16 15,1 3 1-15,6-5-3 0,-2 7 0 16,1 2-1-16,1 8-2 16,-6-1-33-16,6 9-65 15,-16 14-30-15,17-10-34 16,-17 10-4-16,9 29-2 16,-9 2-1-16</inkml:trace>
  <inkml:trace contextRef="#ctx0" brushRef="#br0" timeOffset="-77199.83">3082 19884 337 0,'26'-37'163'0,"-7"1"-27"16,-7-4-22-1,6 6-19-15,-11-8-21 16,5 9-23-16,-12-3-29 15,3 5-21-15,-3 3 2 0,-3 6-3 16,-4 1 0-16,-2 5 0 16,9 16-2-16,-22-14 1 15,22 14-1-15,-30 12 0 16,11 7-1-16,-2 9 0 16,2 14 1-16,0 8 1 15,0 11-1-15,5 4 3 16,9 6-2-16,1 0 1 0,9-5-1 15,6-4 3-15,4-6-3 16,3-10 3-16,8-7-3 16,5-5 3-1,-1-6-2-15,6-4 2 0,-5 0-1 16,6-1-4-16,-4-4 3 16,-2 2-4-16,-5-1 5 15,-3 5-5-15,-9-3 3 16,-6 2-1-16,-8 1 3 15,-8-1 1-15,-6 0-1 16,-9 2 2-16,-12 0-3 16,-8-5 1-16,-2 3-68 15,-12-10-35-15,-6-4-24 0,-1-6-20 16,-2-8-20 0,5-6-3-16,-1-13-3 15</inkml:trace>
  <inkml:trace contextRef="#ctx0" brushRef="#br0" timeOffset="-76582.38">2353 19785 428 0,'-21'-17'172'15,"21"17"0"-15,-26-17-69 16,26 17-41-16,-16 12-23 16,13 17-34-16,3 16-2 15,7 16-3-15,0 11 2 0,5 18-3 16,2 9-1-16,5 5 2 16,-3-4-2-16,1-10 1 15,-1-10 0-15,-8-16 3 16,3-12-3-16,-8-21 2 15,1-14 1-15,-4-17-1 16,0 0 2-16,-19-45 0 16,1-5-3-16,-1-19 0 15,-3-19 1-15,-8-21 1 16,0-16-1-16,3-8-1 16,1-6-3-16,5-1 3 15,5 5 3-15,13 12-4 16,3 14 1-16,14 19-2 0,5 21 2 15,10 19-2-15,2 15 3 16,13 19-4-16,-2 18 2 16,-1 14 2-16,-4 11-1 15,-3 18 0-15,-4 9-2 16,-14 8 3-16,-6 8-3 16,-14 4 4-16,-11 4-2 15,-8 2-2-15,-10 1 2 16,-8-7-1-16,-1-6 3 15,-5-6-3-15,2-12 4 16,3-8-2-16,9-13 0 16,11-6-46-16,6-16-51 15,16-7-41-15,16 0-27 0,6-12-3 16,15 1-7-16,8-8-1 16</inkml:trace>
  <inkml:trace contextRef="#ctx0" brushRef="#br0" timeOffset="-75129.36">26656 19082 417 0,'-26'9'161'0,"26"-9"-22"16,0 0-61-16,16 0-49 15,3 2-7-15,4-4 1 16,10 2 1-16,8-3-1 16,15 1-3-16,11-3-8 0,12 1-10 15,11-5-1-15,11 1 1 16,13-3-1-16,6-1 1 16,12 2-1-1,8-2-2-15,10 1 2 0,1-1 0 16,8 0 1-16,3 0-1 15,6 3 2-15,1 1-1 16,6-1 0-16,0 2-1 16,1 2 0-16,2 3 0 15,1 2 0-15,-2 0-1 16,2 2 0-16,-4 0 1 16,-3 1 0-16,0 2 0 15,-4-5-1-15,-3 0 1 0,-5 0-1 16,-6-1 0-16,-4-6 1 15,-8 0-3-15,-5-4 2 16,-3 3 0 0,-14-1-1-16,-11 0 1 0,-8 1 1 15,-8 3 0-15,-14-2-1 16,-12 5 1-16,-11-1 0 16,-15-1-1-16,-8 4 2 15,-10 0-3-15,-23 0 0 16,23 0 1-16,-23 0 0 15,0 0-2-15,0 0 0 16,0 0 2-16,0 0-1 0,-20 14 3 16,20-14-2-16,0 0 1 15,0 0-1 1,0 0 0-16,-15 3 1 16,15-3-1-16,0 0 0 0,0 0-1 15,0 0 1-15,0 0 0 16,0 0-1-16,0 0-57 15,0 0-91-15,-4-29-27 16,-22-13-10-16,-3-13-4 16,-35-44 0-16</inkml:trace>
  <inkml:trace contextRef="#ctx0" brushRef="#br0" timeOffset="-59746.3">1707 21767 581 0,'0'0'205'16,"0"0"-5"-16,-19-19-163 15,19 19-37-15,-14-16 0 16,14 16 0-16,0 0 0 16,-15-19 0-16,15 19 0 0,0 0 0 15,0 0 0-15,-16-6 0 16,16 6 0-16,0 0 0 16,-7 27 0-16,4 3 0 15,-1 13 0-15,1 11 0 16,-1 17 0-16,-1 12 0 15,1 14 0-15,4 3 0 16,0 6 0-16,0-10 0 16,4-4 0-16,5-9 0 15,4-15 0-15,0-13 0 16,6-13 0-16,3-15 0 16,4-14 0-16,7-17 0 15,0-15 0-15,5-10 0 0,4-15 0 16,2-6 0-16,1-9 0 15,-4-3 0-15,-4 0 0 16,-6 1 0 0,-8 7 0-16,-10 9 0 0,-9 11 0 15,-8 8 0-15,4 26 0 16,-32-5 0-16,5 20 0 16,1 20 0-16,0 10 0 15,0 5 0-15,7 5 0 16,7-1 0-16,5 0 0 15,4-18-102-15,13-1-40 16,-1-18-30-16,-9-17-12 16,26-7 0-16,-12-17-4 0</inkml:trace>
  <inkml:trace contextRef="#ctx0" brushRef="#br0" timeOffset="-59425.08">2073 21374 529 0,'4'-47'187'15,"3"11"-12"-15,8 14-75 16,5 4-68-16,13 17-32 16,12 13 0-16,15 10 0 15,15 15 0-15,10 14 0 16,5 17 0-16,2 18 0 15,-1 20 0-15,-13 19 0 16,-11 8 0-16,-21 11 0 16,-24 8 0-16,-22 2 0 0,-22-5 0 15,-20-12 0-15,-24-18 0 16,-17-22 0-16,-11-19-52 16,-10-26-118-16,-4-33-11 15,-1-17-6-15,5-25-2 16,10-15-6-16</inkml:trace>
  <inkml:trace contextRef="#ctx0" brushRef="#br0" timeOffset="-52325.03">4726 21786 378 0,'0'-33'148'0,"-7"-3"-12"16,7 5-10-16,-4 0-18 15,4 10-29-15,-7 2-46 16,7 19-30-16,-5-19-3 16,5 19-4-16,-10 21 0 15,3 13-1-15,2 20 0 16,1 15 2-16,1 23-2 15,3 15-3-15,3 18 4 16,1 8 0-16,-1 5 0 16,2-9 3-16,-1-10-2 15,3-15-2-15,-4-19 2 16,-3-18 3-16,4-20 1 16,-3-16 6-16,-1-31-3 0,0 0-11 15,18-17-64-15,-15-26-37 16,6-9-19-16,-6-16-7 15,4-10-3-15,-7-14 1 16,4-1 15-16,-8-7 18 16,1 1 83-16,-1 5 26 15,-3 6 48-15,-1 3 27 16,-3 9 45-16,3 9 5 0,-10 6-11 16,6 13-10-1,-7 3-7-15,5 13-7 16,-5 1-17-16,5 14-21 15,-1 3-42-15,15 14-13 0,-16-17 0 16,16 17 0-16,0 0-1 16,19 7-1-16,11 10-2 15,15 11-1-15,10 10-2 16,13 12 3-16,10 14-1 16,5 5 1-16,-1 14-2 15,-4 4-3-15,-10 3 3 16,-16-7 0-16,-17-2 1 15,-15-4-3-15,-14-8 2 16,-12-3-1-16,-11-16 5 16,-14-7-1-16,-9-10-1 15,-9-7 1-15,-6-9 0 16,1-8-1-16,2-7 3 0,3-8 1 16,4-6 5-16,9-5 3 15,6-7 3-15,18-4-3 16,9-10 0-16,13-5-3 15,13-8-5-15,8-2-3 16,9-3 0-16,12 1 0 16,5 5 0-16,2 7 0 15,9 11-7-15,3 10 6 16,-5 17-6-16,-2 12-5 16,0 13 4-16,-5 10-5 15,-7 8 6-15,-3 10-4 16,-11 3 9-16,-8 1-6 15,-11 1 5-15,-5-6 5 0,-11-2-2 16,-3-10 1-16,-3-6 0 16,3-29 3-16,-18 17 2 15,18-17 5-15,-26-27 2 16,18-1-1-16,-3-12-2 16,8-5 2-16,-1-9-5 15,11-3-7-15,12-2 0 16,7 4 0-16,14 5 0 15,12 1 0-15,9 6 0 16,7 5 0-16,1 3 0 16,2 8 0-16,1 1 0 15,-5 2 0-15,-8 1 0 16,-10 6 0-16,-7 1-1 16,-13 2-6-16,-6 7-1 0,-23 7-1 15,19 4 1 1,-19 13-1-16,-7 13 0 15,-2 6 2-15,-1 12 0 0,-6 4 0 16,2 4 7-16,2 3-5 16,5-6 5-16,-3-6-3 15,8-14 5-15,-2-7-2 16,4-26 7-16,9 19 5 16,-9-19-1-16,23-12 0 15,-13-9 1-15,6-5 3 16,-2-9-5-16,5-3-10 15,-4-3 0-15,3-3 0 0,-3 3 0 16,1 3 0 0,1 8 0-16,-1 8 0 15,0 10-6-15,1 10-4 16,2 14-1-16,0 11 0 0,0 11 1 16,-1 4-2-16,4 7 7 15,-3 0 0-15,4 0 5 16,-1-5-2-16,-3-10 8 15,-1-6-4-15,1-15 6 16,-3-9 0-16,3-14 1 16,-2-11 5-16,-1-9-4 15,-1-6 2-15,3-5-9 16,1 0-3-16,-4 3 0 16,3 4 0-16,-10 11 0 15,3 6 0-15,-11 21-10 16,19 2 0-16,-12 17 0 15,1 8-2-15,-4 11 2 0,3 2-1 16,3 4 5-16,-1-1 2 16,-2-3 5-16,0-9-1 15,2-9 7-15,-9-22 0 16,19 14 6-16,-2-23 1 16,2-16-4-16,4-8 4 15,-1-5-7-15,8-2-7 16,8 0 0-16,-2 4 0 15,6 6-5-15,-2 11-3 16,2 17 0-16,-1 11-1 16,1 10 1-16,-2 5-3 15,-2 7 7-15,-5 1-1 0,0-5 7 16,-7-2-2-16,-7-6 6 16,0-7 1-16,-19-12 1 15,16-2 4-15,-16-17-4 16,-4-9 4-16,-4-10-9 15,-3-5-3-15,-4-6 0 16,4-4 0-16,-1 3 0 16,2 5 0-16,6 8 0 15,4 1-39-15,14 17-116 16,9 8-29-16,3 4-1 16,12 7-7-16,5-5 0 15</inkml:trace>
  <inkml:trace contextRef="#ctx0" brushRef="#br0" timeOffset="-51724.6">9135 21364 661 0,'36'-14'180'16,"-1"12"-16"-16,-5 13-171 15,-1 20-3-15,-3 19 3 16,-3 21 1-16,3 19 4 16,-7 12-1-16,-4 12 1 15,-1 9-1-15,2 2-1 0,-6-4 2 16,-1-12-3-16,-2-14 2 16,-4-19-1-1,-3-17 7-15,4-19 7 16,-4-24 2-16,0-16 0 0,3-33 0 15,3-14 4-15,4-22-5 16,2-7-11-16,9-14 0 16,5-9 0-16,5 5 0 15,9 6 0-15,-2 9 0 16,4 16 0-16,-2 20 0 16,-11 8 0-16,-6 20-4 15,-23 15-8-15,0 0-1 16,5 27 2-16,-24 6-2 0,-7 4 4 15,-12 8 2-15,1 8 9 16,-8 8-2 0,0 3-4-16,4 0 4 15,1-3-1-15,8-4 2 0,12-7 0 16,7-8 6-16,17-6-4 16,8-10 6-16,17-7-1 15,10-7 0-15,16-7 0 16,8-8 0-16,15-4-3 15,5-5-3-15,2-4-3 16,9-1-18-16,-7-4-102 16,-2 2-58-16,-11 7-4 15,-9-4-7-15,-10 4 3 0,-10-7 57 16</inkml:trace>
  <inkml:trace contextRef="#ctx0" brushRef="#br0" timeOffset="-50348.62">10548 21961 639 0,'0'-21'185'0,"7"6"-36"15,-7 15-100-15,29 7-53 16,-10 12-3-16,0 12-4 16,4 9 4-16,-2 13-3 15,-6 4-1-15,1 4 5 16,-2-2-2-16,-11-4 2 15,1-10-2-15,-2-8 8 16,-2-10 1-16,0-27 10 16,0 0 1-16,0 0 0 0,-6-38 5 15,10-5-3-15,8-6-2 16,7-6-12-16,4-2 0 16,10 3 0-16,5 7 0 15,10 9 0-15,5 18 0 16,2 14 0-16,1 15-9 15,-8 12-2-15,-10 8 1 16,-1 15-1-16,-8-3-2 16,-6 2 5-16,-11-3-2 15,-5-7 5-15,-3-5-5 16,-4-7 14-16,0-21 1 16,0 0 7-16,0 0 7 15,8-30-4-15,-1-3 5 0,4-8-9 16,8-6-10-16,0-3-1 15,3 1 0-15,11 3 0 16,2 7 0-16,8 15 0 16,-1 10 0-16,7 14 0 15,-8 13 0-15,8 9 0 16,-6 6-6-16,-1 12-2 16,0-1 4-16,-6 6 3 15,-5-1-5-15,2-6 7 16,0-4-2-16,-5-6 9 15,5-7-5-15,0-13 7 16,2-11-6-16,8-20-4 16,-1-6 0-16,3-16 0 0,4-12 0 15,-1-7 0-15,1-5 0 16,-1 1 0-16,-11 9 0 16,-2 11 0-1,-13 6 0-15,-1 15 0 0,-21 27 0 16,0 0-10-16,0 0-5 15,-17 27-1-15,1 1 0 16,-3 1 5-16,5 1 9 16,-2-2 2-16,6-4 4 15,1-9 4-15,9-15 5 16,0 0-1-16,0 0 1 16,0 0-3-16,19 11-1 15,-19-11-8-15,35 5-1 0,-14 7 0 16,7 4-2-16,5 3-5 15,0 3 3-15,1 4 2 16,6-2 4-16,2-1 3 16,0-6 2-16,3-10-6 15,2-7-1-15,1-12 0 16,3-11 0-16,1-11 0 16,0-11 0-16,0-11 0 15,-4-9 0-15,-2-12 0 16,-7 1 0-16,0 0 0 15,-6 3 0-15,-7 13 0 16,-7 10 0-16,-4 12 0 16,-4 12-2-16,-11 26-10 0,0 0-2 15,15 48 2-15,-18 6 0 16,3 20 0-16,0 18 5 16,0 27 4-1,0 18-1-15,0 22 5 0,-4 2-2 16,4-1-1-16,-1-8 1 15,1-17 1-15,0-17-2 16,-4-30 8-16,8-19 7 16,-4-36-6-16,0-33 2 15,-4-17 1-15,1-39-3 16,-1-25 1-16,4-23 5 16,0-19-8-16,7-14-2 0,5-6-1 15,11 1-2 1,6 14 0-16,4 19 0 15,9 19 0-15,3 24 0 16,4 19 0-16,-4 18 0 16,4 17 0-16,-9 13-3 0,-2 15-9 15,-12 6-1-15,-4 13-1 16,-11 5 0-16,-11 8 1 16,-11 1 7-16,-11 1 1 15,-13-1 3-15,-5 1 0 16,-5-10-6-16,-4-4 9 15,8-10 0-15,4-2-22 16,3-17-49-16,34-7-25 16,-14-5-26-16,28-16-13 15,17-3 3-15,21-11-10 16,14 1-5-16</inkml:trace>
  <inkml:trace contextRef="#ctx0" brushRef="#br0" timeOffset="-49424.97">14841 21620 441 0,'119'-47'144'0,"-1"4"-13"16,-17-11-14-16,-7 8-15 15,-20-10-26-15,-6 6-64 16,-23 0-12-16,-8 1 0 16,-18 4 0-16,-12 5 0 15,-11 11 0-15,-13 7-13 16,-6 11-1-16,-8 9-1 15,2 18 0-15,-8 13 8 16,6 20 2-16,1 17 2 0,4 20 3 16,7 20-1-16,5 13 2 15,11 13 0-15,3 8 2 16,7 4-10-16,3-2 9 16,6-6-5-16,-4-9 2 15,2-15-2-15,-4-18 3 16,-5-16-7-16,2-18 6 15,-7-17 4-15,-3-20 13 16,3-23-4-16,-12-17 3 16,-2-16-5-16,-2-16 4 15,-1-8-2-15,5-12-6 16,1-11-6-16,3-4 0 16,4 0 0-16,11 8 0 0,5 5 0 15,11 11 0-15,3 6 0 16,7 11 0-16,2 10 0 15,1 16 0 1,2 10 0-16,2 8-3 0,-2 8-2 16,2 5 1-16,-5 1 0 15,1 5 2-15,-1-1 4 16,-2-6 2-16,0-6 2 16,-2-7 0-16,-5-8-6 15,0-13 0-15,-3-7 0 16,-6-15 0-16,-4-7 0 15,-3-9 0-15,-7-2 0 16,-6 2 0-16,-7 2-10 0,-6 12-4 16,-7 7-3-16,-6 14 2 15,-4 8 0 1,-2 15-1-16,-1 2 6 16,3 6 4-16,1 2 4 0,10-4 8 15,22-5 5-15,-21 5-2 16,21-5 3-16,0 0 1 15,33 6-3-15,-3-6-1 16,8 8-3-16,2 3-6 16,8 8-2-16,6 7-3 15,2 5-2-15,-1 0-2 16,-6 2 4-16,-4 1-4 16,-12-2 3-16,-7-3-1 15,-7-6 1-15,-9-6 3 16,-10-17 3-16,0 0 8 15,0 0 6-15,0 0 4 16,-10-38 0-16,7-4-1 0,10-8-4 16,8-11-13-16,15-4 0 15,8-8 0-15,17 0 0 16,17 1 0-16,9-1-43 16,20 11-105-16,-1 1-34 15,6-1-3-15,2 3-2 16,-7-4-1-16</inkml:trace>
  <inkml:trace contextRef="#ctx0" brushRef="#br0" timeOffset="-47396.53">18248 21068 581 0,'-9'59'189'0,"6"6"-6"16,-1 5-185-16,1 2 0 16,-4 5-2-16,2-5 5 15,-2-4-1-15,-4-11 2 0,3-10-2 16,-6-13 3-16,5-8-1 16,9-26-1-16,-26 12-1 15,26-12-1-15,-26-36-2 16,12-2 1-16,2-16-4 15,-2-10 3-15,5-9 2 16,-1-6 0-16,7-4 1 16,3-2-1-16,10 2 2 15,9 5 0-15,7 12 1 16,11 7-1-16,8 13-1 16,7 7 0-16,5 14 0 15,2 14 1-15,-3 9-59 16,1 18-79-16,-9 12-35 0,-15 6-2 15,0 8-4-15,-17-2 0 16</inkml:trace>
  <inkml:trace contextRef="#ctx0" brushRef="#br0" timeOffset="-46857.15">18297 21366 526 0,'0'0'178'16,"-13"17"-10"-16,13-17-133 16,16-14-40-16,7 5 0 15,6-6 1-15,11-3 5 16,2-2 3-16,10-5-4 16,0-1 3-16,-4 0-3 15,5 4 3-15,-5-2-2 16,-6 3 3-16,-7 7-4 0,-6 5 3 15,1 4 0-15,-8 10 1 16,4 4 0-16,-7 10 1 16,4 7-2-16,-2 9-3 15,-2 5 3-15,0 3-3 16,-4 4 2-16,-1 1-3 16,-5-3 4-16,-2-3-4 15,-7-8 5-15,0-6 0 16,-4-9 1-16,4-19-3 15,-15 17-2-15,15-17-1 16,-19-24-2-16,5-5 0 16,-2-15 0-16,2-11 2 0,-5-11-4 15,7-12 4-15,5-5 0 16,4-3 2-16,10 4 0 16,8 6 0-16,8 12-2 15,10 9 0-15,12 11 0 16,7 15 1-16,4 12-1 15,4 8 1-15,-4 11-15 16,-4 3-93-16,0 11-55 16,-10 9-12-16,-13 1-1 15,-6 7-4-15,-16-5 65 16</inkml:trace>
  <inkml:trace contextRef="#ctx0" brushRef="#br0" timeOffset="-46647">19043 21191 506 0,'-23'24'176'0,"1"-9"1"15,22-15-105-15,-4 25-74 16,23-18-2-16,14-4 2 16,16-3-2-16,12-7-14 15,13-3-87-15,11-9-47 16,2-11-20-16,10-3-8 15,4-13 6-15,3-4 57 16</inkml:trace>
  <inkml:trace contextRef="#ctx0" brushRef="#br0" timeOffset="-46177.66">20765 20583 511 0,'55'-3'179'0,"-13"10"-44"16,0 13-58-16,-13 10-70 15,-6 10 0-15,-4 12-2 16,-5 6 0-16,-5 8-3 16,1 3 0-16,-1 4-2 15,-2-2 1-15,0-3-3 16,-1-6-1-16,-2-12 3 16,-4-5-2-16,-4-9 5 15,1-6-4-15,-7-11 5 0,-3-4-3 16,-6-8 4-1,-7-3-1-15,-3-2-1 0,-4-2-2 16,-5 0 0-16,-6-2-1 16,3 4-2-16,-1-1 1 15,0 5-1-15,6 0 0 16,3 1-3-16,10 0 3 16,8 0-4-16,15-7 1 15,0 0-1-15,3 18 0 16,20-17 1-16,11-1-1 15,18 0 5-15,7-1-3 16,13-3 3-16,6-1-1 16,9-4 0-16,1-1 0 0,-1-4-1 15,-9-3 0-15,-10-1-38 16,-16-8-61 0,-11-3-37-16,-11 0-27 15,-23-10-4-15,-7 5-1 0,-19-9 82 16</inkml:trace>
  <inkml:trace contextRef="#ctx0" brushRef="#br0" timeOffset="-45934.49">20638 20687 425 0,'-52'-16'182'0,"14"9"-7"0,12 6-71 15,3-6-59 1,23 7-46-16,0 0-1 15,19-2-1-15,14 2 0 16,9-2-2-16,15 1 3 16,13-5 1-16,10-2 0 0,8-6-1 15,9-3-3-15,-3-8-73 16,0 3-62-16,3-1-30 16,-15-4-9-16,1 4 1 15,-8-5 18-15</inkml:trace>
  <inkml:trace contextRef="#ctx0" brushRef="#br0" timeOffset="-45703.32">22003 20330 409 0,'26'13'180'0,"-13"4"-20"16,0 4-57-16,-3 17-56 16,-6 3-43-16,-1 18 3 0,-6 9-4 15,-1 13 1-15,-3 12-2 16,0 11 1-16,-2 12-4 15,-1 7-1-15,-2 3 1 16,-2-1-3-16,5-4 0 16,-5-15-57-16,8-7-48 15,0-16-37-15,3-26-20 16,12-21-10-16,-9-36-1 16,29 2 103-16</inkml:trace>
  <inkml:trace contextRef="#ctx0" brushRef="#br0" timeOffset="-45231.99">22603 21104 515 0,'45'-36'181'15,"-3"15"-51"-15,-6 18-59 16,-6 11-59-16,-11 16-7 16,0 16 2-16,-8 14-6 15,-6 8 5-15,-5 7-6 16,-5 6-1-16,1-1-2 15,-3-1 2-15,-3-9 0 16,-2-12 4-16,1-9 4 16,-4-12-3-16,2-8 3 15,-4-20 1-15,1-11-3 16,-6-20-2-16,3-13-4 16,-4-15 0-16,-1-15-3 0,5-14-2 15,7-10-1-15,5-4-4 16,10-3 5-16,9 5-1 15,9 6 5 1,14 11-1-16,6 14 1 0,8 14 2 16,0 14 2-16,-1 16 2 15,-1 17 2-15,-5 13 0 16,-9 13 0-16,-11 14-1 16,-13 11 2-16,-12 6-2 15,-10 7 0-15,-16 2-4 16,-9-2 0-16,-11-4-1 15,-6-7 1-15,-1-10-33 16,-1-17-63-16,10-9-47 0,5-12-31 16,13-15 3-16,17-15-9 15,12-22 13-15</inkml:trace>
  <inkml:trace contextRef="#ctx0" brushRef="#br0" timeOffset="-45031.86">23445 20284 527 0,'14'33'182'0,"-14"1"1"16,-10 8-116-16,1 8-70 16,-2 9 2-16,-4-2-94 15,8-2-72-15,0 6-11 0,2-6-4 16,1 6-1-1,1-13 34-15</inkml:trace>
  <inkml:trace contextRef="#ctx0" brushRef="#br0" timeOffset="-44616.55">23660 21340 495 0,'19'-33'182'0,"11"-11"2"0,-1-8-109 16,3-10-75-16,8-5 2 16,-2 8 0-1,-2 10 5-15,-5 11 1 16,-5 9 0-16,-12 10-2 0,-14 19-1 16,0 0 0-16,0 0 1 15,-17 12-3-15,-2 7 0 16,3 3-5-16,2 6-1 15,6 3-3-15,1 6 4 16,10 2-2-16,6 0-1 16,8 6 2-16,6 0-2 15,6 1 6-15,1 1-4 16,-2-2 7-16,-6-2-7 16,-1-1 5-16,-5-4 2 15,-9-9 0-15,-11-3-2 16,-6-8 2-16,-13-10 0 15,-6-9-4-15,-20-13-74 0,4 0-56 16,-4-10-31-16,4-9-4 16,7-11 0-16,15-9-3 15</inkml:trace>
  <inkml:trace contextRef="#ctx0" brushRef="#br0" timeOffset="-42072.75">26960 21397 391 0,'17'17'169'0,"-17"-17"-15"15,16 17-31-15,-16-17-30 16,0 0-18-16,-19-14-57 16,19 14-18-16,-40-31 0 15,11 5 0-15,-13-8 0 16,-7-6 0-16,-15-7 0 16,-11-8 0-16,-10-8 0 15,-15-6 0-15,-13-3 0 16,-3-3 0-16,-4 1 0 15,0 1 0-15,2 4 0 16,12 3 0-16,14 11 0 16,17 4 0-16,18 8 0 0,17 2 0 15,18 2 0-15,13 5 0 16,18 1 0-16,10 3-2 16,14 6-1-16,3 3 4 15,13 9-2-15,3 7 3 16,-2 5-2-16,2 7-1 15,-3 7 2-15,-6 2-3 16,-1 3 1-16,-9 1 0 16,-7-1 2-16,-3 2-2 15,-11 2 0-15,-2 1 2 16,-5-2 0-16,-6 8 2 16,-3-1-1-16,-6 6-1 15,-6 5-1-15,-3 6 0 0,-2 5 0 16,-5 4 0-16,-5 6 0 15,-6 4 0-15,-4 5 0 16,-1 2 0-16,-5 3 0 16,-1-1 0-16,-3-3-1 15,4-3-2-15,9-11-1 16,2-9-3-16,11-11 7 16,8-10-1-16,17-27 0 15,0 19 1-15,23-24 1 16,13-14-3-16,21-7 6 15,16-7 2-15,18-7-5 16,13-3 4-16,12-2-5 16,7 0 2-16,1 4-2 0,-8 6 0 15,-5 12-91-15,-17 6-64 16,-11 5-22-16,-8 10-8 16,-13 1 3-16,2 6-4 15</inkml:trace>
  <inkml:trace contextRef="#ctx0" brushRef="#br0" timeOffset="-41484.33">29246 20476 656 0,'-36'-26'184'0,"-2"2"-7"16,-8 1-171-16,-6 6-6 15,0 5 0-15,-8 5 0 16,1 8 0-16,-4 8 0 15,-1 8 0-15,0 11 0 16,-2 8 0-16,5 15 0 16,5 8 0-16,8 10 0 0,6 5 0 15,16 4 0 1,16 0 0-16,20-7 0 16,13-9 0-16,22-13 0 15,14-13 0-15,12-17 0 0,12-15 0 16,9-13 0-16,-5-12 0 15,2-8 0-15,-10-9 0 16,-7-9 0-16,-13-5 0 16,-18-9 0-16,-11 1 0 15,-20-4 0-15,-10 5 0 16,-17 0 0-16,-11 11 0 16,-19 6 0-16,-7 11 0 0,-12 14 0 15,-1 11 0 1,-1 8 0-16,0 2 0 15,13 4 0-15,3-11-17 16,26 3-108-16,26 0-23 0,0-33-21 16,33 3-12-16,12-11 7 15,22-2-4-15</inkml:trace>
  <inkml:trace contextRef="#ctx0" brushRef="#br0" timeOffset="-41252.16">29508 19982 502 0,'52'-15'172'15,"-15"8"-15"-15,-11 3-45 16,-4 15-41-16,-9 8-62 16,-6 12-9-16,-7 12 0 15,-7 13 0-15,3 15-1 16,-5 14-1-16,-4 11 1 16,0 17 0-16,-4 10-1 0,1 7 2 15,1 5 1-15,-3-2-4 16,-1-3-19-16,-3-12-79 15,3-13-54-15,3-15-20 16,-1-28-1-16,12-20-6 16,5-42 2-16</inkml:trace>
  <inkml:trace contextRef="#ctx0" brushRef="#br0" timeOffset="-40756.82">30038 20588 597 0,'54'-36'174'16,"5"24"-2"-16,-7 20-118 0,-11 17-56 16,-4 20 4-16,-3 17-2 15,-4 16 3-15,-4 10-2 16,-7 7 1-16,-2 6 0 16,-4-3-1-16,-6-11 3 15,-4-9-2-15,-6-17 8 16,-1-11-9-16,-6-16-1 15,-6-9 0-15,-3-22 0 16,-4-10 0-16,-6-21 0 16,3-11 0-16,-7-19 0 15,2-12 0-15,-2-15 0 16,7-12 0-16,7-4 0 16,8-1 0-16,15 7 0 0,3 5 0 15,12 14 0-15,7 10 0 16,10 12 0-16,-1 15 0 15,6 13 0-15,-1 12 0 16,-1 12-2-16,-3 9-1 16,-1 12 1-16,-9 9 3 15,-9 12 2-15,-12 8 0 16,-13 4-3-16,-13 7 0 16,-10 3 0-16,-15 0 0 15,-9-1 0-15,-4-7 0 16,5-6-16-16,-8-15-100 15,16-10-33-15,13-13-28 16,14-22-7-16,26-11-4 0,16-18 1 16</inkml:trace>
  <inkml:trace contextRef="#ctx0" brushRef="#br0" timeOffset="-40524.65">31078 20117 551 0,'19'-29'187'0,"1"13"-4"16,-20 16-81-16,9-24-102 15,-9 24 0-15,0 0 0 16,0 0 0-16,-26 31 0 0,10 2 0 16,-3 12 0-16,-3 11 0 15,-1 11-35-15,1 8-121 16,-4 6-27-1,8 4-5-15,-1 0 2 16,12 5-4-16</inkml:trace>
  <inkml:trace contextRef="#ctx0" brushRef="#br0" timeOffset="-40097.36">31152 21305 649 0,'23'-33'177'15,"-1"-19"-9"-15,1-15-160 0,3-13-5 16,0-10 2 0,0-2-4-16,0 6 1 15,-7 10 1-15,-2 10-3 16,-4 14 2-16,-6 14-3 0,-7 15 0 16,0 23 1-16,-30-2 2 15,11 15 0-15,-7 6-2 16,0 5 2-16,7 4-1 15,0 4-1-15,5 5 0 16,10-1 0-16,8 4-4 16,13 0 1-16,7 3-1 15,13-1-1-15,5-3-1 16,6 1 3-16,4-3 1 16,0-3 4-16,-7-6 3 15,-5-2 0-15,-12-4-3 16,-10-3 1-16,-12-1-1 15,-19-1 2-15,-13 0-3 0,-13-3-4 16,-4 10-57-16,-18-10-54 16,-1-3-40-16,1-4-13 15,5-13 2-15,18-7-6 16,12-22 3-16</inkml:trace>
  <inkml:trace contextRef="#ctx0" brushRef="#br0" timeOffset="-39853.17">32100 20336 708 0,'42'15'190'16,"-13"13"-65"-16,-3 17-125 0,-10 7 0 16,-4 14 0-16,-5 8 0 15,-4 6 0-15,1-1 0 16,-8-1 0-16,4-9 0 15,-3-10 0-15,6-7 0 16,-6-24-108-16,3-28-67 16,0 0-14-16,3-16 1 15,-6-25-2-15,-1-16 18 16</inkml:trace>
  <inkml:trace contextRef="#ctx0" brushRef="#br0" timeOffset="-39680.06">32239 20322 682 0,'7'-50'192'0,"5"13"-43"0,2 13-149 16,-14 24 0-16,19-19 0 16,-19 19 0-16,15 26-130 15,-4-2-57-15,-2 6-7 16,-2-1 4-16,6 4 3 16,0-5 53-16</inkml:trace>
  <inkml:trace contextRef="#ctx0" brushRef="#br0" timeOffset="-39208.71">32661 20439 605 0,'5'-24'184'16,"2"-3"6"-16,0 2-146 0,-7-4-44 16,0 3 0-16,-4 3 0 15,4 6 0-15,0 17 0 16,-7-17 0-1,7 17 0-15,-8 34 0 0,4-1 0 16,1 9 0-16,-1 15 0 16,1 12 0-16,3 13 0 15,3 9 0-15,8 4 0 16,1 2 0-16,2 0 0 16,5 2 0-16,0-7 0 15,3-6 0-15,-4-8 0 16,-6-12 0-16,-2-12 0 0,-8-11 0 15,2-7-56-15,-20-18-46 16,16-18-21-16,-37 1-1 16,15-13 4-1,-9-12 19-15,8 0 27 16,-10-13 50-16,4-8 87 0,9 4 43 16,-2-8 23-16,15 4-4 15,3-3-8-15,18 1-15 16,-1-5-29-16,20 4-64 15,8-4-9-15,11 0 0 16,7 2-4-16,12-2-2 16,4 2 3-16,0-4-75 15,1 5-64-15,-3 6-32 0,-9 0-3 16,-5 3-1 0,-14 0-3-16</inkml:trace>
  <inkml:trace contextRef="#ctx0" brushRef="#br0" timeOffset="-37886.77">33883 20659 488 0,'0'-15'186'0,"-4"-6"-28"16,-6-5-38-16,5 7-49 15,-15-4-71-15,0 8 0 16,-6 8 0-16,-6 10 0 16,3 13 0-16,-4 12 0 15,2 5 0-15,-2 5 0 16,7 3 0-16,6 2 0 16,7-3 0-16,4-9 0 15,9-8 0-15,5-8-6 16,-5-15-2-16,30 9 2 0,-8-16 0 15,4-5 2-15,4-5 5 16,-1-2-1-16,1-4 1 16,1 2 0-16,-5 4-1 15,-3 5 0-15,-3 5 1 16,-4 5-1-16,0 6-1 16,1 1 3-16,-17-5 0 15,28 19-1-15,-28-19 0 16,33 16 1-16,-18-13-1 15,3-3 0-15,-3-7 3 16,4-3-2-16,-5-2 0 16,2-4 2-16,3 1-2 15,-19 15 0-15,26-28-2 0,-26 28 0 16,23-11 0-16,-23 11 0 16,14 13 0-16,-14-13 0 15,15 27 1 1,-8-8-1-16,2 0 0 0,5 0 0 15,-14-19 0-15,19 25-3 16,-19-25-1-16,19 10 1 16,-19-10 0-16,26-10 0 15,-26 10 4-15,29-32 0 16,-9 10 0-16,-1-4 1 16,7-2-1-16,0-1 0 15,3 1-1-15,1 6-2 16,-1 1 1-16,2 7-2 0,2 4 3 15,-3 3-1 1,-1 3-1-16,-2 4 2 16,-5 0 0-16,-3 2 1 15,0-2-1-15,-19 0 0 0,23 3 1 16,-23-3 1-16,17 13 0 16,-17-13-1-16,23 15-1 15,-8-4 1-15,4 1 0 16,8 0-1-16,2-2-1 15,1-5-1-15,1-3 0 16,-2-2 3-16,4-7-1 16,-3-1 1-16,-4-5 4 0,-4 0 0 15,1-3-3-15,-4 2-2 16,-3-1 0-16,1 4 0 16,-17 11 0-1,23-17 0-15,-23 17 0 0,0 0 0 16,19 2 0-16,-16 15 0 15,1 12 0-15,-1 9 0 16,2 16 0-16,2 15 0 16,4 13 0-16,-3 9 0 15,-1 12 0-15,-3 2 0 16,-4-1 0-16,-7-2 0 16,-9-8 0-16,-3-13 0 15,-7-10 0-15,0-14 0 0,0-17 0 16,3-16 0-1,4-19 0-15,19-5 0 16,-17-40 0-16,24-5 0 16,12-19 0-16,14-10 0 0,12-9 0 15,19-5 0-15,11 3 0 16,10 2 0-16,9 12 0 16,-4 8 0-16,2 17 0 15,-16 6 0-15,-1 17-42 16,-35-1-96-16,-17 5-8 15,-27 4-6-15,-29 6-3 16,-28 2-7-16,-32 9 0 16</inkml:trace>
  <inkml:trace contextRef="#ctx0" brushRef="#br0" timeOffset="-37153.46">27972 22084 553 0,'-97'38'184'16,"22"-12"15"-16,20-19-112 16,25-2-87-16,30-5 0 15,-5-17 0-15,31-1 0 16,19 3 0-16,19-8 0 15,21-1 0-15,16-5 0 16,15-4 0-16,20 0 0 16,20-2 0-16,16 2 0 15,8 2 0-15,18 4 0 16,4 2 0-16,11 8 0 16,11-2 0-16,10 3 0 15,2-1 0-15,11 0 0 0,6-2 0 16,10-4 0-16,6-3 0 15,7 0 0-15,0 2 0 16,-2 0 0 0,2 1 0-16,-7 4 0 0,-9 2 0 15,-8 5 0-15,-11 3 0 16,-8 2 0-16,-9 6 0 16,-11 1 0-16,-8 1 0 15,-7 4 0-15,-14 2 0 16,-12 2 0-16,-9 1 0 15,-21 3 0-15,-6 0 0 16,-22 3 0-16,-11-2 0 0,-22 1 0 16,-16-2 0-16,-17 0 0 15,-15-6 0 1,-10-2 0-16,-23-5 0 16,0 0 0-16,-39-6-25 15,-6 2-117-15,-29-8-25 0,-30-2-18 16,-30 2-2-16,-38-4-5 15,-35 3 68-15</inkml:trace>
  <inkml:trace contextRef="#ctx0" brushRef="#br0" timeOffset="-36471.97">29451 21681 70 0,'-272'6'31'0,"22"8"19"0,3-2 22 16,13-1 38-16,12 6-1 15,10-3-1-15,24 7 1 16,13-4-2-16,33 6-2 16,22-11-21-16,38 7-17 15,23-7-66-15,37-2-1 16,22-10 0-16,36 11 0 15,20-15 0-15,30-1 0 16,19-5 0-16,27-3 0 16,24-6 0-16,19-3 0 15,20-6 0-15,15-5 0 16,17 2 0-16,12-2 0 16,11 0 0-16,7 1 0 0,12 2 0 15,9 2 0-15,12 4 0 16,-2 3 0-16,7-1 0 15,4 1 0-15,1 2 0 16,-1 2 0-16,-4-1 0 16,-4 1 0-16,-1 2 0 15,-12 1 0-15,-5 0 0 16,-15 5 0-16,-11 1 0 16,-16 1 0-16,-14-2 0 15,-20-1 0-15,-14 1 0 16,-11-1 0-16,-18 3 0 15,-10-4 0-15,-15 3 0 16,-10 1 0-16,-15 1 0 0,-10 5 0 16,-19-1 0-16,-16 2 0 15,-14 2 0-15,-16-1 0 16,-9-1 0-16,-20 0 0 16,0 0 0-16,0 0 0 15,0 0 0-15,0 0 0 16,0 0 0-16,0 0 0 15,0 0 0-15,0 0 0 16,0 0 0-16,0 0 0 16,0 0-94-16,0 0-79 15,-7-45-2-15,-2-10-9 16,-8-33-4-16</inkml:trace>
  <inkml:trace contextRef="#ctx0" brushRef="#br0" timeOffset="-25448.54">1622 24421 222 0,'-22'-12'109'16,"6"3"2"-16,-3 0 8 15,19 9-1-15,-23-17-15 16,23 17-15-16,0 0-18 15,0 0-28-15,0 0-22 16,0 0-17-16,0 0-21 16,0 0-2-16,0 0 3 15,16 16-1-15,3-3-3 16,4 3 10-16,6 0 9 16,1-3 2-16,11 3-2 15,-1 3-1-15,5-10 0 16,-3-4 1-16,0-7 0 15,-2-3-3-15,-6-4 2 0,-4-1 1 16,-4 5 0-16,-7-9 0 16,-2 3 2-16,-17 11-1 15,16-12 3-15,-16 12 2 16,0 0-2-16,0 0 1 16,0 0 1-16,0 0-1 15,0 0-2-15,0-15-3 16,0 15 3-16,0 0 3 15,0 0 1-15,0 0 0 16,-7 22 0-16,7 6 3 16,0-2-2-16,0 14 5 15,-4 3 5-15,4 16 9 0,0 8-14 16,-3 13 12-16,3 5-17 16,-5 1 3-16,-2 4-9 15,3-1 0-15,-3-10 0 16,2-4 0-1,5-75 0-15,-7 119 0 0,7-119 0 16,0 69 0-16,0-69 0 16,0 0-1-16,0 0-62 15,0 0-47-15,0 0-38 16,45-76-21-16,-41 26-1 16,8-7 12-16,-12-5-17 15</inkml:trace>
  <inkml:trace contextRef="#ctx0" brushRef="#br0" timeOffset="-25181.35">1808 24807 227 0,'-17'12'132'0,"-6"9"-17"16,4-8-55-16,3 3-1 15,2 0 14-15,6 3-3 16,8-19-4-16,0 0-13 15,-18 5-9-15,18-5-2 16,18-9-1-16,1-10-17 16,7 5-25-16,7-12-20 15,12-5 9-15,4-7-8 16,11 12 4-16,-1-19-85 16,6 2-29-16,0-4-43 15,-4-7-2-15,3-4 4 16,-8-1 6-16</inkml:trace>
  <inkml:trace contextRef="#ctx0" brushRef="#br0" timeOffset="-24857.12">2481 23863 252 0,'-26'-8'134'15,"0"4"-11"-15,4-1-13 16,22 5-17-16,-32 7-11 15,32-7-17-15,-3 26-20 16,22-2-28-16,7 7-21 16,7 9 0-16,12 12-2 15,13 14 0-15,4 12 4 0,2 19-2 16,-1 1 10-16,-6 20 14 16,-14-4-11-16,-11 11 9 15,-18 5-3-15,-25-6 5 16,-18 1-1-16,-20-6-10 15,-15-3 3-15,-14-13-17 16,0-15-69-16,-6-7-58 16,6-31-21-16,78-50-24 15,-120 21 0-15,120-21 14 16</inkml:trace>
  <inkml:trace contextRef="#ctx0" brushRef="#br0" timeOffset="-17304.75">5122 24523 180 0,'0'0'160'15,"-7"26"-43"-15,3-11-12 16,-8 1-10-16,2 12-8 0,-13-18-4 15,-3 0-40 1,-12 3-40-16,-6-3 4 16,-9-15-1-16,-6-4 1 15,-6-10 3-15,-1-12-2 0,-1 0-8 16,8-2 6-16,5-10 5 16,10-4-5-16,10 4-1 15,11-2-4-15,9 3-2 16,11 7 1-16,10 11-9 15,8 9 0-15,15 13 0 16,3 19-1-16,12 23-3 16,0 21 6-16,7 10 9 15,-3 15 8-15,-1 20-6 16,-6 11 13-16,-5-2 0 16,-8 1 5-16,-13-6-3 15,-9-11-11-15,-11-4-7 16,-3-15-7-16,7-80 16 0,-38 81 6 15,38-81-3-15,0 0-5 16,-85-14-9-16,85 14 2 16,-52-90-1-16,33 33 0 15,3-5 0-15,9-11 0 16,11 7 0-16,11-10 0 16,8 10 0-16,10 4 0 15,12 12 0-15,11 5-18 16,3 17 14-16,1 21-1 15,5 11 3-15,-3 17-6 16,-3 20 1-16,-10 1 20 16,-4 18-11-16,-45-60 18 0,52 128-30 15,-52-128 13-15,19 109 5 16,-19-109-8-16,-4 71 8 16,4-71-8-16,-19 18 0 15,9-36 0-15,1-13 0 16,2-16 0-16,0 2 0 15,7-6 0-15,7 2 0 16,6-8 0-16,9 7 0 16,8 12 0-16,6 10 0 15,2 11 0-15,4 11 0 16,1 5 0-16,-5 15-1 16,-5 13 2-16,-3 17-1 15,-2 1-3-15,-6-6-4 0,-22-39 2 16,37 80 18-16,-22-52-11 15,-15-28-2-15,26 45 0 16,-8-42 0 0,-3-13 0-16,4-13 0 0,4-11 0 15,3 2 0-15,7-6 0 16,5-12 0-16,2 2 0 16,2-1 0-16,3 22 0 15,4 13 0-15,-4 7 0 16,0 19 0-16,-5 12 0 15,1 2 0-15,-1 9 0 16,-5 3 0-16,-2-2 0 16,-2-6 0-16,-1-10 0 0,-1-13 0 15,1-10 0 1,-1-6 0-16,1-17 0 16,1-12 0-16,2-10 0 15,5-13-8-15,-1-1-11 0,1-11 13 16,-2 0-18-16,-4-1 12 15,1 10-8-15,-4 14 6 16,-3-1 11-16,-7 19 3 16,0 11-2-16,4 28-1 15,-6 22-1-15,2 16 12 16,0 16 11-16,1 20-14 16,0 21 15-16,3 26-22 15,-1 16 7-15,-2 3 3 16,-1 11 14-16,0-9-21 15,-5 5-6-15,-2-26 8 16,-5-7-1-16,0-38 11 16,-7-83-1-16,3 99-8 0,-3-99-4 15,0 0 0-15,0 0 0 16,-33-135 0-16,18 36 0 16,-3-14 0-16,3-6 0 15,1-18 0-15,8 6 0 16,6 4 0-16,6 17 0 15,8 20 0-15,5 17-21 16,7 21 7-16,3 7-13 16,9 28 26-16,-1 1-1 15,-2 18-2-15,-2 8 15 16,-7 14-11-16,-4 1 13 16,-6 4-12-16,-13 7 8 15,-8-1-22-15,-9 0 5 0,-5-4 1 16,-4 2 11-16,-3-9-4 15,0 12 6-15,26-36-3 16,0 0 5-16,-55 83 10 16,55-83-8-16,0 0 4 15,0 0-14-15,14 66 0 16,5-73 0-16,7-17 0 16,5-12 0-16,6-1 0 15,-1-15 0-15,2 0 0 16,4-17 0-16,-2-2 0 15,1-12-18-15,-2 3 10 16,-6-8-14-16,-4-2 11 16,-3 4-2-16,0 1 4 0,-10 9 14 15,-2 19-6-15,-6 8 3 16,-4 20-9-16,-4 13 1 16,0 16-4-1,0 17 0-15,-7 16-2 0,3 16-3 16,-1 13 9-16,5 7-4 15,0 4 19-15,9 14 15 16,1-4-5-16,9 3 4 16,4-11-4-16,7-8 13 15,8-18-15-15,2-1-9 16,1-19-8-16,8-11 0 16,-1-17 0-16,5-16 0 0,2-15 0 15,-3 1 0-15,-1-12-2 16,1-17-15-16,-9 3 9 15,-5-2-11-15,-5 7 13 16,-3 8-10-16,-11 11 4 16,-7-4 6-16,-12 35-4 15,0 0-2-15,0 0 0 16,-4 32 2-16,-4 4 10 16,-3 9 9-16,3 9-9 15,-3-1 18-15,4 3-3 16,7-1 11-16,4-12-1 15,6-13 1-15,-1-8-15 16,8-5-11-16,2-17 0 0,7-1 0 16,0-15 0-16,0-6 0 15,6-11 0-15,-3 3 0 16,4 3-1 0,-3-11-15-16,1 8 7 0,-2 1-11 15,-6 11 8-15,0-1-10 16,-4 19 16-16,2 11 18 15,-6 8-9-15,-4 5 12 16,1 9-13-16,-5 15 9 16,0-4-7-16,-2-3 8 15,-5-3-16-15,0-5 1 16,0-9 6-16,0-24 2 16,-4 21 9-16,4-21-2 0,4-22-12 15,-1-1 0-15,8-11 0 16,4-1 0-1,1-5 0-15,5 9-11 16,5-4 6-16,2 2-16 0,1 14 11 16,4 18 6-16,0 9-2 15,-5 6 21-15,1 14-6 16,-6 5 4-16,3 7-22 16,-7-2 24-16,2-2-12 15,-9-8-3-15,-2-6 1 16,-4-6 4-16,-6-16 0 15,0 0-5-15,17-5 0 16,-8-16 0-16,-2-10 0 16,6 1 0-16,3-4 0 15,3 2-1-15,4-7-16 16,3 8-9-16,0 5 22 16,0 8-21-16,0 20 21 0,0-5 3 15,-3 8 15-15,3 3 4 16,0 10-7-16,0 2 10 15,0-2-15-15,3 4 2 16,-1-3-8-16,5-1 0 16,3-3 0-16,-1-8 0 15,5-5 0-15,5-6 0 16,0-8 0-16,7-9 0 16,0-10 0-16,6 0-10 15,1-14 0-15,-4-5-7 16,3-2 10-16,-6-5-10 15,-7 8 7-15,-5 6 9 16,-9 7 1-16,-8 5-1 0,-6 20-7 16,-17 11-2-16,3 18-1 15,-10 16 2-15,-3 13-1 16,-6 3 3-16,4 11 18 16,-2-4 5-16,4 2 4 15,8 8 5-15,2-18-6 16,9-15 6-16,8-11-13 15,6-9-12-15,5-13 0 16,8-8 0-16,6-15 0 16,6-14 0-16,8 3 0 15,-1-9-1-15,3 1-9 16,1-4-10-16,-4 7 7 16,-3 8-4-16,-7 23 6 0,-3 4 10 15,-5 4-2-15,-6 17 1 16,-9 6 12-16,-1 11-13 15,-5-8 8 1,-6 11 6-16,-5-22-3 0,-5-16 10 16,11 28-4-16,-11-28 1 15,0 0-15-15,0 0 0 16,12-18 0-16,-2 1-1 16,6 0-5-16,1 3-10 15,2-3 2-15,4 1-4 16,3 6 5-16,0-1 9 15,0 11 1-15,-3 2 0 0,3 10 0 16,-4-3 2-16,4 6 17 16,0-3 0-16,2-5-4 15,2 0-11-15,3 0 3 16,0-10 2-16,1-11-4 16,6-9 1-16,-2-18-11 15,4-6-3-15,-2-10 5 16,-2-11 8-16,-1-11 3 15,-3-11-7-15,-4-2 7 16,-8 0-5-16,-6 16 4 16,-2 3-3-16,-7 11 4 15,-2 10-3-15,-1 25-4 16,-4 9-13-16,0 18 4 0,0 0 0 16,-4 44-2-1,4-5 3-15,7 18-4 16,4 14 6-16,1-1 2 15,5 13 15-15,2-2-5 0,7 4 3 16,4-5-3-16,-3-6-4 16,-4-15-5-16,-2-12 4 15,-2-9 0-15,-3-16 4 16,-16-22 4-16,15 14 5 16,-15-14 1-16,-2-29 1 15,-1 4 1-15,-1-6-3 16,-2-2-2-16,2-3-4 15,4 0-6-15,4-2-7 0,6-2 2 16,2-4-2-16,11 3 3 16,10-4-3-1,12 0 2-15,10 0-2 16,13 2-48-16,3-9-64 0,14 3-44 16,9-1-14-16,7-2-3 15,5 5 1-15,1-8 78 16</inkml:trace>
  <inkml:trace contextRef="#ctx0" brushRef="#br0" timeOffset="-16087.29">14111 23929 576 0,'7'-36'198'0,"2"10"-54"16,5 7-127-16,-14 19-14 0,26-4-3 15,-14 30-3-15,2 18 3 16,-2 13-3-16,-5 21 0 16,0 5-5-16,-3 17 5 15,1-3-5 1,-5-7 6-16,-4-16 4 0,3-8-10 16,1-17 3-16,5-23 2 15,-5-26-1-15,22-6-2 16,-1-25 3-16,7-15-2 15,5-12-2-15,9-6 8 16,4-7-1-16,8-3-1 16,2-2 1-16,3-7 0 15,2 10 1-15,-6 0-3 0,-3 11 4 16,-3 8 0-16,-11 8-1 16,-9 11-1-1,-9 6 7-15,-20 29 2 16,17-21 4-16,-17 21-6 0,0 0-3 15,-10 29-2-15,6 4 3 16,-3 12 0-16,-2 12-4 16,2 7-1-16,7 4-5 15,-3 4 9-15,3-1-4 16,3 0 5-16,1-13-8 16,3-13-4-16,5-14-2 15,-5-11 2-15,-7-20 0 16,26 13-3-16,-10-19 2 0,-1-11 2 15,6-2 3 1,5-3 3-16,-3 1 3 16,3 2-6-16,2 7 3 15,-2 8-2-15,0 4 3 0,3 7-2 16,-6 7 0-16,3 0 1 16,-4 3-2-1,4-1 3-15,-3-9 1 0,-4-2-2 16,2-4-3-16,-2-7 0 15,0-7 0-15,-3 0 2 16,-2-6 1-16,-2-2-1 16,-2-2-2-16,0 4 3 15,-4-2 3-15,-3 4 2 16,-3 17 1-16,0-15 3 0,0 15 0 16,0 0 0-1,-12 26 1-15,9 1-1 16,6 8-4-16,0 8 0 0,3-1-6 15,8 6-4-15,8 8-2 16,4-8-1-16,9-5-33 16,5-22-71-16,12-16-38 15,9-20-30-15,6-11 5 16,15-16-6-16,3-22 118 16</inkml:trace>
  <inkml:trace contextRef="#ctx0" brushRef="#br0" timeOffset="-14900.88">16793 23957 536 0,'61'-19'173'16,"-12"0"-56"-16,-20 3-50 15,-6 11-55-15,-23 5-2 0,14 16-3 16,-21 3 0-16,-7 10-1 16,-9 4-2-16,1 14 0 15,-4 3-4-15,0 0-2 16,0 2-1-16,6 0 0 15,12-5-4-15,4-6 0 16,13-10 0-16,8-8 1 16,15-15-6-16,8-13 1 15,8-14 1-15,9-14 3 16,9-13 4-16,6-13 4 16,6-7-1-16,2-15-1 15,-2-2 3-15,-4-11 0 16,-3 1 2-16,-8-4-1 0,-11 7 1 15,-7 7 4-15,-10 8-11 16,-6 13 16-16,-15 13-6 16,-5 23 1-16,-9 26-1 15,0 0-4-15,0 0 1 16,-19 52-6-16,8 7 13 16,-1 16-12-16,5 11 2 15,4 8 0-15,-1 13 0 16,11 4 4-16,4-7-3 15,1-4 0-15,5-13-7 16,2-17-7-16,4-14 3 16,-4-13-3-16,4-27 1 0,-4-13 3 15,1-22 0-15,3-26-1 16,3-19 7-16,0-9 4 16,0-6 0-16,2-13 0 15,1 9 0-15,1 2-2 16,-11 18 1-16,4 11 3 15,-9 13 3-15,-6 18 5 16,-8 21 6-16,0 0-6 16,0 0-1-16,-31 17-3 15,5 7-1-15,-4 13-1 16,-6 4-5-16,-6 1-8 16,1 3-6-16,-3-2 7 15,10 5 0-15,1-3 8 0,10-13-8 16,11-3-1-16,8-3-2 15,8-7 0 1,15-3 0-16,3-4 1 16,15-4 2-16,1-1-7 0,11 0 10 15,3-5-3-15,0-2 4 16,5-5 3-16,2-2-1 16,2-5 2-16,-6 0-2 15,1-4 2-15,-4-1-2 16,-7-4 4-16,0-3-2 15,-5-9 0-15,-8-2 1 16,-3-1-1-16,-6-14 4 16,-4-7-3-16,-9-7 5 0,-6-9-4 15,-4 0 5-15,-4 4 1 16,-3 1-3-16,0 8 5 16,-1 6-12-1,1 16 13-15,-2 17-9 0,9 21 1 16,0 0-4-16,-17 23-3 15,17 17 5-15,0 18-8 16,3 12 11-16,4 11-11 16,-4 0 2-16,6 8 6 15,-2-4-5-15,0-13 2 16,2-11-7-16,-6-11 4 16,-3-15-3-16,4-15 0 15,-4-20-2-15,0 0-3 16,0 0 3-16,0 0 3 15,19-31 3-15,-12 5-3 16,3 2 2-16,2-5 1 16,-1 1 4-16,4 7-1 0,1-1-2 15,5 1-2-15,-2-3 2 16,7 5-1-16,9 0-2 16,1 3 1-16,9 0-2 15,-3-15-81-15,3 5-63 16,7 4-23-16,-3-11-9 15,6 5 6-15,-10-17 68 16</inkml:trace>
  <inkml:trace contextRef="#ctx0" brushRef="#br0" timeOffset="-14076.29">19704 24075 340 0,'0'0'178'0,"0"0"-60"15,0 0-53-15,0 0-22 16,0 0 0-16,0 0-6 16,0 0-4-16,0 0-66 15,0 0-41-15,0 0-40 16,0 0-40-16,0 0-19 16,0 0-7-16,-36-30 52 0</inkml:trace>
  <inkml:trace contextRef="#ctx0" brushRef="#br0" timeOffset="-9037.75">964 22750 221 0,'0'0'151'0,"-8"-15"-29"16,8 15-14-16,0 0-8 15,0 0-11-15,-25-19-13 16,25 19-10-16,-15 1-32 16,15-1-31-16,-26 7-2 15,26-7-2-15,-26 19-1 16,26-19-1-16,-32 25-1 0,18-10 0 15,2 6 3-15,-2 3-2 16,2 2 0-16,2 5 1 16,-1 2 0-16,3 4 2 15,1 4-3-15,3 9 2 16,1 9 1-16,-2 5-3 16,5 2 4-16,0 5-3 15,0 10 4-15,5 2-5 16,2 7 5-16,7 0-5 15,8-1-1-15,4-1 4 16,9-5-4-16,1-3 3 16,3-8-2-16,2 3-3 15,-1-15 1-15,-2-4 0 0,-5-15 2 16,-7-10-4-16,-6-3 7 16,-5-4-6-16,-15-24 5 15,21 19-1-15,-21-19 2 16,0 0-1-16,0 0 4 15,-10-22-4-15,-1 3 0 16,-11-4 1-16,-4-8 0 16,-2-3 6-16,-9-4-5 15,-4-4 4-15,-3 2-3 16,3 0 3-16,-1 11-4 16,4 1 4-16,5 6-3 15,0 3-2-15,10 8 1 16,4 4-2-16,19 7 0 0,-22 0 4 15,22 0-4-15,0 0 2 16,-14 21-4-16,8-5 4 16,3-1-1-16,3 6 0 15,0-2-2-15,3 0 0 16,6 0 2-16,2-3 0 16,4-1 0-16,1 1-7 15,10 0 7-15,7-6-5 16,3 6 4-16,2 4-7 15,4 1 8-15,-2 0-5 16,2-2 5-16,-4-4-1 16,-5-1 1-16,-7 0 1 15,-7-17-1-15,-5-16 2 0,-2-16 0 16,-2-20 6-16,10-30-4 16,6-29-63-16,15-25-101 15,15-22-16-15,-1-14-20 16,1 9 0-16,-28-9 82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22:10.47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23497 25354 238 0,'0'0'122'0,"-80"67"-28"16,80-67-34-1,0 0 24-15,0 0 9 16,0 0 4-16,-74-55-8 0,74 55-20 16,0 0-17-16,0 0-27 15,0 0-25-15,0 0 0 16,0 0 0-16,0 0 0 16,-30-82 0-16,30 82 0 15,0 0 0-15,0 0 0 16,0 0 0-16,0 0 0 15,0 0 0-15,0 0 0 0,0 0 0 16,0 0 0-16,0 0 0 16,78-24 0-1,-78 24 0-15,0 0 0 16,71-19 0-16,-71 19 0 0,0 0 0 16,84 12 0-16,-84-12 0 15,0 0 0-15,88 18 0 16,-88-18 0-16,0 0 0 15,104 15 0-15,-104-15 0 16,84 7 0-16,-84-7 0 16,93 19 0-16,-93-19 0 15,108 30 0-15,-108-30 0 16,120 34 0-16,-120-34 0 16,130 24 0-16,-59-8 0 15,0 1 0-15,4-3 0 16,0 0 0-16,3 0 0 15,0 1 0-15,-2 6 0 0,2-7 0 16,0 3 0-16,4-1 0 16,5-6 0-16,3 1 0 15,2-1 0-15,5-1 0 16,4 8 0-16,5-3 0 16,2-12 0-16,4-1 0 15,-1 6 0-15,2 4 0 16,2-6 0-16,-2 2 0 15,-4-11 0-15,2 6 0 16,-3 2 0-16,1-1 0 16,-1 0 0-16,-2-9 0 15,5 2 0-15,-4 4 0 16,-1-2 0-16,2 2 0 0,1-3 0 16,-5-4 0-16,-3 4 0 15,0 1 0-15,-11-2 0 16,-2-4 0-16,-8 2 0 15,-9 1 0-15,-71 5 0 16,115 0 0-16,-115 0 0 16,75 7 0-16,-75-7 0 15,0 0 0-15,0 0 0 16,0 0 0-16,0 0 0 16,0 0 0-16,0 0 0 15,0 0-129-15,0 0-70 16,0 0-8-16,-82-8 6 15,82 8 9-15</inkml:trace>
  <inkml:trace contextRef="#ctx0" brushRef="#br0" timeOffset="2342.66">9392 26006 153 0,'0'0'136'0,"0"0"9"16,0 0-14-16,0 0-12 15,0 0-9-15,0 0-16 16,0 0-13-16,0 0-27 16,0 0-54-16,0 0 0 15,0 0 0-15,0 0 0 16,0 0 0-16,0 0 0 16,0 0 0-16,0 0 0 15,0 0 0-15,-33 71 0 0,33-71 0 16,0 0 0-16,26 104 0 15,-26-104 0-15,15 80 0 16,-15-80 0-16,23 74 0 16,-23-74 0-16,0 0 0 15,36 113 0-15,-36-113 0 16,0 0 0-16,35 76 0 16,-35-76 0-16,0 0 0 15,0 0 0-15,0 0 0 16,0 0 0-16,78 12 0 15,-78-12 0-15,0 0 0 16,71-80 0-16,-71 80 0 16,79-98 0-16,-79 98 0 0,97-130 0 15,-38 48 0-15,5 1 0 16,4 2 0-16,3 4 0 16,2-1 0-16,-2 7 0 15,0 6 0-15,0 8 0 16,-71 55 0-16,127-94 0 15,-127 94 0-15,106-64 0 16,-106 64 0-16,81-20 0 16,-81 20 0-16,0 0 0 15,72 8 0-15,-72-8 0 16,0 0-131-16,0 0-61 16,0 0-8-16,0 0 14 15,0 0-19-15</inkml:trace>
  <inkml:trace contextRef="#ctx0" brushRef="#br0" timeOffset="14834.54">28802 24857 246 0,'0'0'198'0,"0"0"11"16,15-9-72-16,-15 9-48 16,0-21-22-16,0 21 3 15,0 0-63-15,0 0-7 16,0 0 0-16,0 0 0 16,0 0 0-16,0 0 0 0,0 0 0 15,21 21 0-15,-21-21 0 16,12 24 0-16,-5-3 0 15,6 2 0-15,-3 4 0 16,6 3-2-16,-3 3 2 16,-13-33-5-16,32 69 3 15,-32-69 1-15,0 0 2 16,40 81-4-16,-40-81 11 16,0 0-4-16,0 0-4 15,57 21 0-15,-40-21 0 16,-1-21 0-16,3 13 0 15,4-11 0-15,6-6 0 16,8 5 0-16,1-13 0 0,7-2 0 16,7-6 0-16,10-1 0 15,3-10 0-15,-1 4-8 16,-2 4-5-16,3-1 0 16,-6 9-2-16,-4 3 6 15,-5 2-6-15,-6 12 5 16,-9 2 10-16,-2-1 3 15,-11 4 0-15,-3 8 1 16,-19 6-2-16,23-4 1 16,-23 4 0-16,0 0-3 15,10-15-116-15,-13-5-69 16,6-19-18-16,-10-34-3 16,4-26-1-16,-13-60 167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22:42.40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6373 11096 143 0,'0'0'43'0,"0"0"-7"15,0 0-11-15,0 0-21 16,0 0-27-16,16-2-25 16,-16 2-17-16,19 2-11 15,-19-2 38-15,40 7 38 16</inkml:trace>
  <inkml:trace contextRef="#ctx0" brushRef="#br0" timeOffset="2755.96">10024 9434 49 0,'3'-17'20'16,"-3"17"-2"-16,0 0 0 16,0 0-1-16,0 0 1 15,0 0-3-15,0 0 0 16,0 0-2-16,0 0-1 15,0 0 3-15,0 0 3 0,0 0 4 16,0 0 4-16,0 0 13 16,0 0 10-16,0 0 11 15,0 0 12 1,0 0 6-16,0 0 9 0,0 0-7 16,0 0-8-16,0 0-13 15,0 0-13-15,0 0-11 16,0 0-10-16,0 0-11 15,0 0-13-15,0 0 0 16,0 0 0-16,0 0 0 16,0 0 1-16,0 0-1 15,0 0 1-15,0 0-1 0,0 0 0 16,0 0 1-16,0 0-2 16,0 0-1-16,0 0 2 15,0 0-1-15,0 0 2 16,0 0-1-16,-17 19-1 15,17-19 0-15,-4 15 2 16,4-15-1-16,-5 19 0 16,5-19-1-16,-7 18 0 15,7-18-1-15,0 0 0 16,-10 15 1-16,10-15-1 16,0 0 0-16,0 0 1 15,0 0-2-15,0 0 2 16,0 0-1-16,-9 16 1 0,9-16 0 15,-7 22 0-15,7-22 0 16,-16 26 0 0,9-10 1-16,7-16-1 15,-15 27 0-15,15-27-4 0,-14 16 4 16,14-16 0-16,0 0 0 16,0 0-4-16,0 0-3 15,0 0 1-15,0 0-1 16,0 0 4-16,3-26-3 15,-3 26-1-15,16-31 1 16,-9 10 2-16,3-3 5 16,3 1-2-16,0-3 1 15,3 0 0-15,-4 2 0 16,6 2 0-16,-6 3 1 16,2 1-1-16,-14 18 1 15,26-19-2-15,-26 19-1 16,19 4-3-16,-19-4-6 0,12 22-29 15,-5-4-19-15,0-3-15 16,0 8-15-16,-2-6-19 16,-2 0-13-16,4 2-13 15,-7-19-3-15,7 33 17 16,-7-33 68-16</inkml:trace>
  <inkml:trace contextRef="#ctx0" brushRef="#br0" timeOffset="3160.88">10050 9501 131 0,'0'0'46'16,"0"0"-2"-16,0 0-9 15,0 0-7-15,0 0-9 16,0 30-5-16,3 1-9 16,-3 9-3-16,0 8-2 15,2 9 0-15,1 9-3 16,1 3 2-16,-1 4-1 0,1-2 0 15,-1-3 2-15,4-4-1 16,-2-7 2-16,-1-5-1 16,3-7 0-1,0-4 0-15,-2-8-1 0,5-2-32 16,-6-12-33-16,8 6-23 16,-12-25-6-16,21 12 64 15,-21-12 31-15</inkml:trace>
  <inkml:trace contextRef="#ctx0" brushRef="#br0" timeOffset="4312.7">12015 9418 83 0,'-7'-17'94'15,"7"17"-31"-15,0 0-5 16,-4-21 8-16,4 21 8 16,0 0 2-16,0 0 1 0,-7-17 10 15,7 17-4-15,0 0-13 16,0 0-12 0,0 0-17-16,0 0-14 15,0 24-13-15,4-5-9 0,-1 9-18 16,1 5 1-16,-1 13 6 15,1 8 3-15,1 7 1 16,-2 5-2-16,1 1 1 16,-1 1 0-16,-3-3 0 15,0-1-2-15,0-10 0 16,0-7 2-16,-3-6-2 16,3-10-1-16,0-5-5 15,0-10-4-15,0-16-4 16,0 17-4-16,0-17 0 15,0 0-1-15,7-19 3 16,-7-3 1-16,3-6 6 16,-3-8 5-16,4-9 7 0,-4-6 2 15,0-4 4-15,0-7-1 16,-4-4 7-16,4 4 7 16,-3-1 6-16,3 6 2 15,-7 2-1-15,7 6 1 16,-7 6-3-16,2 12 2 15,-2 3-8-15,3 9-4 16,4 19-9-16,-12-21 1 16,12 21-2-16,0 0 0 15,-21-3 0-15,21 3 0 16,-19 12-1-16,19-12-2 16,-19 21 0-16,19-21-1 15,-19 26 0-15,19-26 2 0,-14 29-1 16,5-11 1-16,2 1 0 15,0-2 0-15,-1 0 0 16,1-1 2-16,0-1-1 16,7-15 0-16,-12 23-1 15,12-23 1-15,0 0-1 16,0 0 0-16,0 0 0 16,0 0-2-16,0 0 1 15,0 0 0-15,0 0 1 16,0 0-1-16,-4-26 1 15,4 26-1-15,16-31 2 16,-9 12 1-16,5 1-1 16,-2-1-1-16,3 4 1 0,0-2-1 15,3 4 0-15,3 5-1 16,2 4-3-16,2 8-50 16,8 13-46-1,-2 11-42-15,4 8-22 0,9 13-5 16,-9-1-5-16,9 13 43 15</inkml:trace>
  <inkml:trace contextRef="#ctx0" brushRef="#br0" timeOffset="5235.35">14176 9347 175 0,'-16'-14'91'0,"16"14"-11"15,-19-8-7-15,19 8-13 16,-19 0-11-16,19 0-14 15,-23 10-11-15,23-10-15 16,-22 23-5-16,22-23-3 16,-26 29 0-16,26-29 0 15,-23 24 0-15,23-24 0 16,-10 19 2-16,10-19 1 16,0 0 11-16,0 0 26 0,0 0 2 15,0 0-2-15,0 0 2 16,0 0-1-16,0 0-1 15,3-24-3-15,-3 24-12 16,9-26-25-16,-6 9-2 16,1 1 1-16,3-1-3 15,-7 17 1-15,8-26-1 16,-8 26 1-16,11-17 0 16,-11 17 2-16,19-2 1 15,-19 2-4-15,23 12-1 16,-10 4-21-16,-13-16-34 15,33 34-27-15,-17-11-26 16,0 3-17-16,3 1-15 0,-9-2-4 16,9 2-5-16,-8-8 86 15</inkml:trace>
  <inkml:trace contextRef="#ctx0" brushRef="#br0" timeOffset="5612.62">14245 9356 62 0,'0'0'35'0,"0"0"-7"15,-10-16-7-15,10 16-6 16,0 0-6-16,0 0-4 15,0 0-4 1,0 0-1-16,-12 18 1 0,12-18 0 16,-4 34 1-16,1-4-2 15,3 11 2-15,0 13-5 16,0 8 1-16,0 9 3 16,0 12-2-16,0 4 0 15,-4 3-1-15,4 3 2 16,-3-6-2-16,-1-2 5 15,1-9-4-15,-2-5-17 0,-2-14-22 16,7-2-21-16,-7-18 7 16,10-3 54-1,-3-34 0-15</inkml:trace>
  <inkml:trace contextRef="#ctx0" brushRef="#br0" timeOffset="14251.76">7562 12660 291 0,'0'0'130'0,"-19"4"-4"16,19-4-12-16,-19 2-9 15,19-2-15-15,-14 0-18 0,14 0-22 16,-19-6-27-16,19 6-20 16,0 0-2-16,-16-7 3 15,16 7 0-15,0 0 0 16,0 0 1-16,0 0-4 15,0 0-1-15,0 0 0 16,0 0 0-16,0 0 0 16,0 0 0-16,0 0 0 15,6-15 0-15,-6 15 0 16,0 0 0-16,0 0 0 16,0 0 0-16,24-2 0 15,-24 2 0-15,28 0 0 16,-8 2 0-16,3 0 0 0,8-1 0 15,2-1 0-15,5 0 0 16,2 0 0-16,-1 0 0 16,0-1 0-16,0-1 0 15,-1 0 0-15,-2 0 0 16,-3-1 0-16,-1 1 0 16,-3 1 0-16,-3-3 0 15,-3 1 0-15,-4 1 0 16,-2 0 0-16,-17 2 0 15,19-3 0-15,-19 3 0 16,0 0 0-16,0 0 0 16,0 0 0-16,0 0-3 15,0 0 5-15,-26 10-8 0,7-8 9 16,-3 0-9-16,-1-2 3 16,-10 1 3-16,0-1-1 15,-9 0-1 1,4 2 2-16,-5 0 0 0,1-2 0 15,0 1 0-15,3 1-1 16,0 0 0-16,10 0 1 16,-1 1-1-16,4-1 0 15,11-2 0-15,15 0 0 16,-26 5-1-16,26-5 2 16,0 0 0-16,-16 3-1 15,16-3 1-15,0 0 0 0,0 0 2 16,0 0 0-16,0 0 1 15,0 0 2 1,0 0 0-16,0 0 0 16,0 0-2-16,0 0-3 15,0 0 0-15,23-6 0 0,-23 6 0 16,29 1 0-16,-6 1 0 16,3 0 0-16,5-1 0 15,9 1 0-15,1-2 0 16,5 0 0-16,-1-2 0 15,3 1 0-15,-4-3 0 16,1 1 0-16,-7-1 0 16,-1 1 0-16,-8-1 0 15,-6 3 0-15,-8-1 0 16,-15 2 0-16,19-2 0 16,-19 2 0-16,0 0 0 15,0 0 0-15,0 0 0 0,0 0 0 16,0 0-3-16,-19 12 1 15,19-12 1-15,-26 9-2 16,4-4-108-16,-8-1-59 16,4 4-5-16,-16-8-5 15,6 6-3-15,-9-6-7 16</inkml:trace>
  <inkml:trace contextRef="#ctx0" brushRef="#br0" timeOffset="15631.74">7793 14327 181 0,'-19'-15'81'0,"19"15"5"0,0 0 18 15,-26-4 1-15,26 4-5 16,-17-3-11-16,17 3-8 16,-16-2-14-16,16 2-12 15,0 0-13-15,0 0-25 16,0 0-14-16,0 0 0 15,0 0 1-15,0 0 0 16,0 0-3-16,0 0-1 16,19-7 0-16,0 9 0 15,7 1 0-15,7 1 0 16,5-1 0-16,6 1 0 16,4-4 0-16,1 0 0 15,3 0 0-15,-3-2 0 0,1 0 0 16,2-1 0-16,-5 1 0 15,-2 0 0-15,-7-1 0 16,-1 1 0 0,-6 0 0-16,-5 1 0 0,-9 1 0 15,-17 0 0-15,23 0-4 16,-23 0 2-16,0 0 0 16,0 0 1-16,0 0 1 15,-18 3-2-15,3-5 3 16,-11-1 0-16,-7-2 0 15,-5-2-1-15,-11-2 2 16,-3-1-2-16,-7 1-1 0,-2-1 0 16,-3-1 2-16,1 3-1 15,3-1-1 1,4 4 0-16,8 0 1 16,2 0 0-16,10 3 0 15,10 0-2-15,7 0 1 0,19 2 0 16,-23 0 3-16,23 0-1 15,0 0 1-15,19 9-2 16,1-2 2-16,2 2 0 16,11-1 0-16,3 4-1 15,6-1 0-15,7-3-1 16,3 1 0-16,0-4 0 16,0-1 0-16,2-3 0 15,-2-1 0-15,-4-3 0 16,-2-1 0-16,-10 3 0 15,-3-4 0-15,-10 3 0 16,-4-2 0-16,-19 4-1 0,15 0 1 16,-15 0 0-16,0 0 1 15,-29 2-1-15,3 2-1 16,-2-3 0-16,-8 4 2 16,-6-1-1-16,-3 1 0 15,0 4-2-15,-2-1 1 16,-2 3 0-16,7-3-1 15,1 1 1-15,4-2 1 16,8-2-1-16,10 0 0 0,0-3 2 16,19-2-1-1,0 0 2-15,0 0 0 16,0 0 0-16,22-2-2 16,4 1 3-16,7-3-3 0,9 1 0 15,7-2 0-15,10-1 0 16,-2-2 0-16,5-3 0 15,-1 3 0-15,-5-3 0 16,-4 3 0-16,-4-6-20 16,-10 2-131-16,-8 0-22 15,-16-23-21-15,-14-7-6 16,-21-39-4-16</inkml:trace>
  <inkml:trace contextRef="#ctx0" brushRef="#br0" timeOffset="57532.13">24995 17654 588 0,'-3'37'183'0,"3"23"-1"16,0 15-177-16,-2 25-5 15,4 30 2-15,1 34-1 16,4 32 4-16,-3 27-2 16,3 21-1-16,-2 18-1 15,2 6-1-15,-4 0 2 16,1-6-1-16,-1-20-1 0,1-20-1 15,-8-30-2-15,4-30 4 16,0-35-3 0,-3-30 12-16,3-30 0 15,0-25 5-15,3-27-73 0,1-34-64 16,-3-31-38-16,10-19-13 16,-4-26-2-16,5-18-5 15</inkml:trace>
  <inkml:trace contextRef="#ctx0" brushRef="#br0" timeOffset="58303.68">24707 17703 283 0,'-49'-42'152'0,"4"2"-13"15,12 6-15-15,4 1-9 16,10 10-25-16,7 1-24 15,12 22-38-15,22-19-29 16,8 17 1-16,23 2 0 16,17 0 0-16,27 4-1 15,26-3 2-15,32 1 3 0,27-7-3 16,32 0 2-16,22-6-3 16,24-4-2-16,16-6 5 15,9-5-6-15,3-3 6 16,-2-6-5-16,-1 2 4 15,-16-7-5-15,-7 0 6 16,-21 2-2-16,-15-2-2 16,-18 2 2-16,-17 2-3 15,-26 3 0-15,-19 2 0 16,-26 5 1-16,-20 5-1 16,-18 4 1-16,-18 5 0 15,-17 5-1-15,-16 3 1 0,-5 6 0 16,-10 5 3-16,1 7-1 15,-8 7 1-15,1 12 0 16,1 10 1-16,1 19 1 16,4 20-1-16,4 20 3 15,0 24-3-15,-1 23 1 16,7 22-2-16,-4 21-2 16,4 25 0-16,0 15 0 15,0 15 0-15,4 15 0 16,1 3 0-16,-1-2 0 15,6-7 0-15,-1-17 0 16,1-23 0-16,2-26 0 16,2-25 0-16,-8-37 0 0,-3-31-3 15,-3-24 1-15,-10-23 2 16,1-12-61-16,-13-19-50 16,-4-19-42-1,-18 9-20-15,-16-18 0 0,-6 2-2 16,-25-9 4-16</inkml:trace>
  <inkml:trace contextRef="#ctx0" brushRef="#br0" timeOffset="58936.12">24889 21120 524 0,'0'0'176'15,"-7"19"-51"-15,7-19-65 0,0 0-26 16,16 10-9-16,7-1-25 15,9 3-2-15,17 2-1 16,22 3 4-16,20 0-2 16,23-1 7-16,25-2-2 15,29-7 5-15,30-9-4 16,26-3 3-16,26-4 2 16,26-8-3-16,19 0 2 15,23-8-4-15,12 3 2 0,6-1-5 16,3 1 3-1,-13-1-2-15,-12 1-2 16,-15 4 1-16,-20 1-1 16,-25 2-1-16,-28 1 0 0,-32 3 0 15,-31 1 0-15,-31 3 0 16,-28 0 0-16,-45-3 0 16,-36-13-89-16,-46-10-84 15,-39-3-4-15,-48-16-1 16,-35-7 0-16,-50-13-8 15</inkml:trace>
  <inkml:trace contextRef="#ctx0" brushRef="#br0" timeOffset="59409.47">26205 19430 543 0,'0'25'179'16,"3"20"1"-16,1 15-92 16,-1 6-85-16,6 12 2 15,-5 3-4-15,-1 0 3 16,4-4-4-16,-4-13 0 15,-1-12-2-15,2-16 4 16,-4-15-4-16,0-21-1 0,0 0-1 16,-16-45 1-16,9-2 2 15,-5-15-1-15,-2-16 4 16,-2-16-7-16,6-6 6 16,-2 0 3-16,8-1-2 15,8 13 2-15,3 5-4 16,5 12 3-16,14 14-4 15,7 13 4-15,5 10-5 16,7 8 0-16,4 12 1 16,0 5 0-16,3 9 0 15,-4 7 2-15,-6 9-40 16,-9 5-92-16,-14 3-43 16,2 9-14-16,-21-9 4 0,-4 7-5 15</inkml:trace>
  <inkml:trace contextRef="#ctx0" brushRef="#br0" timeOffset="59632.62">25959 19581 559 0,'0'0'198'16,"45"24"-9"-16,-5-17-170 15,17-4-21-15,11-1 4 16,10-4 0-16,3-6-80 0,6-4-60 16,2-2-33-16,-11-9-5 15,-4 3-1-15,-25-12-4 16</inkml:trace>
  <inkml:trace contextRef="#ctx0" brushRef="#br0" timeOffset="60108.96">27128 19145 657 0,'53'-12'174'0,"-12"-6"-14"15,3 1-159-15,-6-2-1 16,-2 5 1-1,-6 2-2-15,-11 3 8 16,-19 9-7-16,0 0 2 0,0 0 1 16,0 0-1-16,-26 28 0 15,0-9 2-15,-4 5 3 16,1 4-9-16,3 1 8 16,-6 3-6-16,6 0 0 15,9 0 0-15,5-5-2 16,8 1-3-16,8-2-6 15,12 0 4-15,6-5-4 16,11-1 3-16,5-1-1 0,6 1 7 16,-3-1 0-1,-2-2 5-15,-6-2 5 16,-7 4-1-16,-11 2-2 16,-11 5-1-16,-16 4 1 0,-11 3-2 15,-10 3-1-15,-12 2-4 16,-7-5-3-16,-7-2-4 15,-5-12-72-15,8-7-50 16,11-12-41-16,0-19-3 16,19-9 0-16,3-15-1 15</inkml:trace>
  <inkml:trace contextRef="#ctx0" brushRef="#br0" timeOffset="61083.65">27569 18911 502 0,'0'0'172'15,"4"-17"-47"-15,-4 17-43 16,0 0-25-16,0 0-18 16,0 0-33-16,10 19 0 15,-6 1-1-15,1 12 2 16,-2 6 0-16,4 10 2 0,4 2-3 16,-3 8-6-16,6-3 0 15,-1 2 0-15,0-5 0 16,0-9 0-1,-3-8 0-15,-1-7 0 0,1-9-1 16,-10-19-6-16,12 19 3 16,-12-19-2-16,7-26 1 15,-3 1 5-15,-4-7-7 16,-4-10 8-16,4-8-3 16,4-11 6-16,-4-3-3 15,3 0 4-15,4 4-5 16,-2 8-1-16,6 5 2 15,-4 11-3-15,1 8 1 0,-8 28 0 16,11-19-1-16,-11 19 2 16,15 21 1-16,-4 3 0 15,4 10 0 1,4 4 4-16,4 9-2 0,3 5 1 16,4 2 1-16,-4 1-4 15,0-6 0-15,-4-6-1 16,1-5 0-16,-1-9-8 15,-3-4 6-15,-1-11-7 16,1-6 4-16,-4-8 0 16,3-8 4-16,-3-8 2 15,5-12-3-15,2-3 9 16,1-14-6-16,6-7 5 0,1-12-5 16,-1-5 2-16,4-4-5 15,2-1-1 1,-2 1 2-16,-2 4-3 15,-1 6 1-15,-8 13 1 0,1 9 2 16,-6 11-1-16,-5 11 1 16,-12 19 2-16,11-15 2 15,-11 15 2-15,0 0 2 16,0 0-2-16,-11 22 0 16,8-3-4-16,-1 7-2 15,3 9 0-15,1 8 0 16,0 9 0-16,1 7 0 15,3 5 0-15,-1 5 0 16,1 2 0-16,-1 2 0 0,1-6 0 16,-1 4 0-1,2-7 0-15,-1-5 0 16,-1-7 0-16,1-7 0 0,-1-7 0 16,1-8 0-16,-1-6 0 15,-3-24 0-15,0 0-99 16,0 0-72-16,16-5-3 15,-9-26-5-15,8-6 2 16,-2-13-1-16</inkml:trace>
  <inkml:trace contextRef="#ctx0" brushRef="#br0" timeOffset="61257.78">29135 19049 666 0,'4'30'178'0,"-4"1"-95"16,-4-3-218-16,-8-9-37 15,2 0-6-15,-10-12-12 16,20-7-4-16</inkml:trace>
  <inkml:trace contextRef="#ctx0" brushRef="#br0" timeOffset="63452.33">25948 17846 486 0,'4'-24'203'0,"-4"-4"-42"16,0 8-47-16,-9-8-55 16,9 9-59-16,-14 3 0 15,14 16 0-15,-29-8 0 16,2 13 0-16,3 12 0 16,-9 6 0-16,4 8 0 15,-4 4 0-15,1 8 0 0,3-2 0 16,6 8-19-16,4-6 5 15,16 2 1-15,3-5 5 16,12-2-1-16,7-5 3 16,11-4 4-16,6-3 8 15,-1-3-3-15,1-6-1 16,-1-3-2-16,-9-4-2 16,-5-3-1-16,-21-7-2 15,0 0 0-15,0 0-1 16,0 0 1-16,-33 12 0 15,7-8 0-15,-4-1 3 16,1 6-2-16,-1 1-1 16,8 1 5-16,3 3-2 0,19-14 5 15,-16 22 3-15,16-22 4 16,33 10-3-16,-2-18 5 16,9-6 2-16,9-10-5 15,8-6 1-15,9-4-4 16,2-6-1-16,3-5-1 15,-3-2-1-15,-1 2 0 16,-8 4-2-16,-7 2 2 16,-10 10-5-16,-9 7-4 15,-14 4-3-15,-19 18 0 16,0 0-1-16,0 0 1 16,-23 24-1-16,1 4 0 15,-4 2 6-15,0 4 3 0,0 6 3 16,7 0-1-1,8-2 3-15,8-5-1 0,13-2 2 16,9-10 2 0,11-7 0-16,11-11-1 0,8-10-2 15,14-8 1-15,4-10-2 16,8-8 0-16,3-8-3 16,0-8 0-16,-3 1-2 15,-1-4 3-15,-2 5-1 16,-20 6-1-16,-11 6-5 15,-8 9 0-15,-21 9-1 16,-12 17 1-16,0 0-1 16,-33 21-1-16,2 1 1 0,-5 6 1 15,-2 1 5-15,1-1 0 16,4-2 1 0,11-5 3-16,6-6 2 15,16-15 0-15,0 0 0 0,0 0 1 16,23-5-3-16,-1-5 2 15,4-1-1-15,4 6-4 16,-1 2-4-16,2 6 1 16,-1 11-1-16,-4 10 0 15,0 9 2-15,0 7-2 16,-3 10 2-16,-1 5-1 16,-3 3 0-16,-1-6 2 15,-6-4-1-15,2-6 2 16,-2-10 1-16,-5-11 10 15,-7-21-2-15,15 11 1 16,-1-27 1-16,-2-10-1 16,8-10 2-16,6-11-5 0,7-5 3 15,5-3-12-15,5-4 0 16,9 5 0-16,-3 6-1 16,5 8-1-16,-8 7-4 15,0 16-74-15,-8 6-62 16,-16 8-27-16,4 15-4 15,-26-12 2-15,16 28-2 16</inkml:trace>
  <inkml:trace contextRef="#ctx0" brushRef="#br0" timeOffset="64841.32">28323 17763 336 0,'0'0'168'16,"0"0"3"-16,5 18-54 16,-5-18-40-16,-12 15-25 15,-11-3-39-15,1 6-12 16,-11 8-3-16,-2 5 3 16,-5 5-3-16,-2 4 1 0,1-2 1 15,4 0 0-15,8-7 2 16,6-3 3-16,11-11 3 15,12-17 3-15,0 0 1 16,31-7-1-16,-5-17 0 16,7-5 1-16,5-11-4 15,2-5-3-15,2-9-1 16,0-6-5-16,-6-4 0 16,-3 0-2-16,-2-1 2 15,-5 0-5-15,-6 11 0 16,-7 6 0-16,-6 11-5 15,-7 8 3-15,0 29-2 16,-14-5 1-16,-1 25 1 0,-2 13 2 16,-3 11 2-16,5 6 1 15,4 9 5-15,3 5-2 16,4-6 3 0,11-2 4-16,9-8-2 0,3-8 3 15,10-12-2-15,10-13 3 16,1-15-2-16,1-8 0 15,11-15-1-15,-3-8-3 16,3-9-1-16,-3-3-1 16,-4 0 3-16,-4 1-4 15,-8 8-4-15,-7 2-4 16,-10 12-2-16,-16 20-1 16,0 0 2-16,0 0-2 0,-7 20 0 15,-5 8 1-15,1 7 3 16,3 3 8-1,4 2 1-15,8-2 4 16,3-2 0-16,5-8 2 0,10-11 0 16,4-10 1-16,7-12-1 15,6-12-1-15,2-15-2 16,3-7-4-16,1-13-1 16,0-12-1-16,-3-7-2 15,-2-4 1-15,-2-1-2 16,-5 5 2-16,-7 9-4 15,-4 8 1-15,-10 13-5 16,-1 16 4-16,-11 25-2 16,0 0 2-16,-7 35 2 15,-2 6-4-15,2 10 5 16,-3 6 0-16,3 9 5 16,2 1-3-16,5-3 3 0,-4-2-4 15,1-8 2-15,-1-7 1 16,1-9 0-16,-1-10-2 15,-1-9 3-15,5-19 2 16,0 0 2-16,0 0 0 16,0-30 2-16,9 8-2 15,5-4 1-15,1 0 0 16,8-4-1-16,6 6-4 16,10 3-2-16,-3 1-2 15,13 1-1-15,-1 1 1 16,-3 4 0-16,1 1 0 15,-10 4-1-15,-6 2-4 0,-8 2 1 16,-6 3-2-16,-16 2 1 16,0 0 1-16,-4 31-1 15,-11-8 3-15,1 10-1 16,2 1 5-16,1 6 3 16,8 2 2-16,10-6 0 15,7-5 0-15,12-14 0 16,8-6-68-16,18-16-75 15,16-6-20-15,-5-17-5 16,4-1-5-16,-11-14-3 16</inkml:trace>
  <inkml:trace contextRef="#ctx0" brushRef="#br0" timeOffset="65878.06">21994 19330 402 0,'-82'9'168'0,"15"1"-20"16,-1 0-68-16,2-3-40 0,10 2-17 16,8-4-21-1,13 2 2-15,9-4 3 16,26-3 1-16,-16 11 1 15,16-11 0-15,35 9-1 0,5-4 1 16,21-7 1-16,13 4-4 16,24-6-3-1,18-4 0-15,18-5-3 0,18-2 4 16,13-2-2-16,14-1 3 16,9-1-5-16,6 0 7 15,-3 2-4-15,-2 3 4 16,-5 5-4-16,-2 1-1 15,-10 3-1-15,-10-2 0 16,-17 3 3-16,-14 2-3 0,-22 1 0 16,-12 1 1-1,-22-2 1-15,-20 0 0 16,-16 0-2-16,-13-3-3 0,-26 5-1 16,14-24-7-16,-21 5-1 15,-13-7-1-15,1-3-1 16,-10-9-1-16,-8-1 4 15,-1 0 1-15,-3-3 2 16,-3 6 4-16,3 5 4 16,2 6 0-16,6 3 1 15,11 8-3-15,3 5 0 16,19 9-1-16,-23-5 3 16,23 5 3-16,0 0-1 15,19 19 2-15,-3-3-2 16,6 5 4-16,8-1 0 15,6 6 1-15,3 4-2 0,6-1-2 16,0 2-2-16,3 2-1 16,1-5 2-16,-2 1-2 15,-5-4-1-15,-8-1-1 16,-4-5-2-16,-8 0-1 16,-4-2 2-16,-13 0-2 15,-9 3 0-15,-11 0-3 16,-11 10 3-16,-9 3-3 15,-17 5 5-15,-11 5-4 16,-15 0 3-16,-12 2-6 16,-11-3-112-16,-3 3-46 15,-15-18-4-15,2-2 1 0,-15-18-3 16</inkml:trace>
  <inkml:trace contextRef="#ctx0" brushRef="#br0" timeOffset="66912.78">19597 19600 285 0,'0'0'172'0,"0"0"-27"16,0 0-38-16,-16-17-18 15,16 17-19-15,0 0-32 16,0 0-29-16,0 0-2 0,0 0-1 15,0 0-3 1,0 0-1-16,0 0-1 16,10 17 0-16,-4 5-3 15,4 11 0-15,1 9-1 0,4 6 2 16,4 9 0-16,0 2 2 16,-1 0-4-16,1-9 4 15,-4-6 1-15,-1-13 1 16,-5-10 2-16,-9-21 4 15,17 19-1-15,-17-19 0 16,12-16 0-16,-8-3-1 16,3-10-1-16,2-6-2 15,-2-5 1-15,-1-7-8 16,7-3 5-16,-3 2-5 16,-3 4 3-16,2 8-1 15,1 8 2-15,-3 8-5 16,-7 20-1-16,16-9 0 0,3 19 1 15,0 8 1-15,3 6-1 16,4 0 0-16,7 6-1 16,0-1 5-16,2 0 0 15,2-3 3-15,-8-5-1 16,-1-7 3-16,-6-4 0 16,4-4 1-16,-5-10 0 15,-2-5-1-15,0-8 0 0,1-7-1 16,-3-9 0-16,-5-7-4 15,-2-8 2 1,-4-4-4-16,-6-5 4 16,0-2-2-16,-9 3 0 0,-1 6 0 15,-3 5-4-15,0 4-54 16,4 8-98-16,2 7-18 16,3 2-4-16,11 6-5 15,6-8 2-15</inkml:trace>
  <inkml:trace contextRef="#ctx0" brushRef="#br0" timeOffset="68079.62">29901 18757 486 0,'0'0'180'0,"0"0"4"16,-19 0-83-16,19 0-71 0,0 0-15 15,0 0-2-15,0 0-3 16,19-14-6-16,-19 14-4 16,22-10 0-16,1 1 0 15,17-1 0-15,15-4 0 16,22-2 0-16,23-1 0 15,20-4 0-15,17 0 0 16,21-1 0-16,12 1 0 16,2 2 0-16,2 3 0 0,-8 1 0 15,-8-1 0 1,-8 4 0-16,-20 4 0 16,-21 1 0-16,-15 0 0 15,-16 0 0-15,-19 3 0 0,-17-1 0 16,-13 5 0-16,-29 0 0 15,16-10-9-15,-16 10-3 16,-26-30-2-16,-6 8 3 16,-4-4-3-16,-9-9 6 15,-7-3 3-15,0-2 2 16,-6 1 0-16,-1 6 3 16,4 3-1-16,6 6 0 15,4 5 1-15,10 7-2 16,6 5 1-16,6 3 1 15,23 4 2-15,-17-3 4 16,17 3 4-16,0 0 2 16,23 14-2-16,-3-4 2 0,3 2 1 15,8 4 0-15,2 1-7 16,5 6-6-16,6-1 0 16,1 2 0-16,-3 1 0 15,-1-3 0-15,-1 4-6 16,-10 0-3-16,-4 0 0 15,-11 0-2-15,-4 5 3 16,-11 2-4-16,-11 5 3 16,-4 9 3-16,-8 7 1 15,-6 3 3-15,-11 5-1 16,-2-3 4-16,0-4-1 16,-3-8 2-16,9-12 3 0,3-16 9 15,7-23-52-15,10-20-81 16,9-26-41-16,21-7-2 15,9-21-5-15,22-7-2 16</inkml:trace>
  <inkml:trace contextRef="#ctx0" brushRef="#br0" timeOffset="68692.06">32964 18120 597 0,'-19'41'168'16,"-15"-9"-6"-16,4-6-136 15,4-4-26-15,3-3 2 16,4-7-1-16,19-12 4 16,-20 14 6-16,20-14 1 15,0 0 0-15,0 0-1 16,22-26-3-16,1 11 0 15,6-4-8-15,4-2 0 16,4-2 0-16,1 4 0 16,0 2 0-16,-5 3 0 15,-4 4 0-15,-6 6 0 16,-7 4 0-16,-16 0-9 16,14 23-1-16,-18-4-2 0,-6 5 2 15,-6 9-1-15,-3 3 4 16,-7 7 3-1,-4 2 2-15,-6 4 3 0,1-1-3 16,2 1 1-16,-5-1-2 16,9-4 3-16,-1-5-1 15,4-4 1-15,7-7 1 16,7-7 0-16,5-4 8 16,7-17 3-16,0 17-1 15,0-17 1-15,22 2 1 16,1-7-1-16,10 1-12 15,9-1 0-15,6 0 0 16,11-2 0-16,5 2 0 16,4-4 0-16,-4 4 0 15,-1 0 0-15,-11-1 0 0,-3 3 0 16,-15-4 0 0,-1 5-57-16,-17-5-66 0,-16 7-29 15,17-12-23-15,-17 12-2 16,4-19 0-16,-8 4 16 15</inkml:trace>
  <inkml:trace contextRef="#ctx0" brushRef="#br0" timeOffset="68928.23">32964 18482 507 0,'0'0'177'16,"0"0"1"-16,18 14-58 15,8-18-87-15,15 1-26 16,8-1-36-16,3-4-87 16,4-3-50-16,1 4-7 15,-12-7-6-15,-2 0 4 16,-27-10-1-16</inkml:trace>
  <inkml:trace contextRef="#ctx0" brushRef="#br0" timeOffset="69709.78">25417 18651 371 0,'0'0'175'0,"-33"2"-3"0,14-5-58 16,19 3-46-16,-26 3-42 15,26-3-19-15,0 0 1 16,0 16 2-16,14-11-1 15,17 0 0-15,9 0-1 16,15-1 1-16,22-6-2 16,18-2-3-16,22-6-1 15,21-4-2-15,22-5 2 16,21-5-1-16,20-7 3 16,19 0-4-16,11-4 1 15,12-5 0-15,13 0 0 16,-3 1 3-16,4 1-5 15,-5-1 0-15,-9 8 0 0,-9 0 0 16,-17 7 0-16,-12 3 0 16,-21 7 0-1,-19 4 0-15,-25 5 0 16,-17 1 0-16,-25 4 0 0,-18 2 0 16,-25 1 0-16,-15 1-3 15,-17 1-2-15,-23-5-79 16,0 0-54-16,-33 2-30 15,-23-4-3-15,-12 4-6 16,-29-7 9-16</inkml:trace>
  <inkml:trace contextRef="#ctx0" brushRef="#br0" timeOffset="70409.28">25148 18712 451 0,'0'0'129'0,"0"0"-9"0,0 0-16 16,22-9-21-1,15 8-29-15,5-6-38 16,17 1-4-16,15-1-3 0,16 1-1 16,16-5-3-16,21 1 0 15,19-2-1-15,14-4-2 16,15 2 2-16,16-1-1 15,14-4 0-15,8 0-2 16,8-2 2-16,3 2-2 16,0-2 2-16,5 0-1 15,-9 0-1-15,-3-1-1 0,-9 5 0 16,-3-2 0 0,-10 3 0-16,-11-1 0 15,-9 3 0-15,-10 3 0 16,-12 1 0-16,-11 1 0 15,-8 3 0-15,-18 0 0 0,-12 5 0 16,-14 2 0-16,-19 1 0 16,-8 2-2-16,-18-3-2 15,-15 3-1-15,-11-1-1 16,-19-3-1-16,15 5 2 16,-15-5-2-16,0 0 0 15,0 0 2-15,0 0 2 16,0 0-1-16,-15 4 4 15,15-4 0-15,0 0-1 16,0 0 1-16,0 0 0 16,0 0 1-16,0 0 1 15,0 0 1-15,0 0-100 0,0 0-60 16,-26-23-6-16,26 23-8 16,-37-33 2-16,15 13-4 15</inkml:trace>
  <inkml:trace contextRef="#ctx0" brushRef="#br0" timeOffset="73499.98">26160 6349 40 0,'3'-19'128'16,"-6"-5"23"-16,3-4-20 16,9 6-9-16,-6-4 0 15,-3 26-10-15,10-31-9 16,-10 31-26-16,0 0-40 15,0 0-37-15,0 0-10 16,-6 39-7-16,-7 5-3 16,-1 11 0-16,2 23-3 15,-5 10 12-15,5 14 12 16,5 14 0-16,3 9 0 16,8-2-3-16,6 0 4 15,13-4-3-15,10-11 1 0,8-15-3 16,12-8-4-1,11-16 6-15,14-15-5 16,3-18-36-16,3-12-68 16,1-13-35-16,-10-22-24 0,3-2-4 15,-21-26 3-15,-5 0 73 16</inkml:trace>
  <inkml:trace contextRef="#ctx0" brushRef="#br0" timeOffset="73826.23">26905 6211 294 0,'-9'-28'177'0,"9"12"2"16,0 16-76-16,-14-25-28 15,14 25-17-15,0 0-36 16,-19 17-18-16,15 4-2 16,1 6-1-16,3 8-3 15,3 3 0-15,4 7-1 16,0 0 2-16,2 0-3 16,5-5 2-16,-5-2-38 15,-2-9-55-15,3-6-36 16,-1-4-31-16,-9-19-10 15,0 0-3-15,0 0 50 16</inkml:trace>
  <inkml:trace contextRef="#ctx0" brushRef="#br0" timeOffset="74379.62">27543 6401 288 0,'7'-19'176'15,"-7"0"-31"-15,0 2-46 16,0 17-11-16,0-16-25 15,0 16-39-15,-7 26-21 16,2 4 0-16,-2 9-1 16,0 13 1-16,0 12-3 0,6 13 0 15,1 7 3-15,0 10-4 16,5-1 3-16,2 1-3 16,3-2 4-1,-1-8-3-15,5-7 3 0,-9-12-4 16,2-9-1-16,0-13 1 15,-4-10 0-15,-3-9-5 16,4-5-61-16,-4-19-40 16,0 0-31-16,0 0-21 15,0 0-11-15,15-28-1 16,-8-4 92-16</inkml:trace>
  <inkml:trace contextRef="#ctx0" brushRef="#br0" timeOffset="74944.02">28495 6500 168 0,'3'-23'167'0,"-3"3"-44"15,0 1-13 1,0 19-5-16,-3-26-14 16,3 26-18-16,0 0-25 0,0 0-34 15,0 0-14-15,0 0 0 16,-18 1-1-16,18-1 1 15,-8 19-1-15,8-19 0 16,-11 35-1-16,8-7 1 16,-1 5-1-16,-1 8 1 15,-2 11-1-15,4 10 1 16,3 6 4-16,-4 10-2 16,1 3 3-16,3 0-3 0,0 1 3 15,3-1-2-15,1-6 2 16,-1-4-4-1,1-7-1-15,-1-6 0 16,2-6-1-16,2-3 3 0,-3-6-3 16,3-5 8-16,-2-7-7 15,2-5 7-15,0-7-7 16,-7-19 6-16,10 25-8 16,-10-25 3-16,0 0-71 15,16 3-57-15,-13-19-30 16,9 1-18-16,-5-15 6 15,9-1-8-15</inkml:trace>
  <inkml:trace contextRef="#ctx0" brushRef="#br0" timeOffset="75483.39">29257 6090 334 0,'-11'-21'122'16,"11"21"-8"-16,0 0-13 15,-22-14-10-15,22 14-20 16,-19 7-29-16,19-7-25 0,-18 26-18 16,6-7 1-16,2 9-2 15,-6 3 1-15,6 9-2 16,-6-1 3-16,4 5-3 16,-6-3 2-16,6-6 0 15,2-4 0-15,3-9 1 16,-2-2-1-16,9-20 1 15,0 0 1-15,0 0-1 16,0 0 1-16,26-33 0 16,-10 7 0-16,0-9 0 15,4-6 1-15,-4-3 0 16,3-1-2-16,-3 4 3 0,1 6-2 16,-5 6-1-16,-5 8-1 15,-7 21 1-15,0 0-2 16,0 0 1-16,-3 21 0 15,-4 18-61 1,-5 8-73-16,-11 7-37 0,7 13-1 16,-20-1-5-16,6 9 13 15</inkml:trace>
  <inkml:trace contextRef="#ctx0" brushRef="#br0" timeOffset="76557.17">27554 6704 257 0,'-7'-15'118'15,"3"-3"-4"-15,4 18-11 16,-8-29-12-16,8 29-12 16,-11-16-19-16,11 16-24 15,0 0-24-15,0 0-10 16,0 0-1-16,-7 23 0 15,6 8-1-15,2 12 1 0,3 14 3 16,-4 12-4-16,3 13 3 16,1 6-3-1,-4 4 2-15,0-2-2 16,0-9 3-16,-4-8-3 0,1-16-1 16,-1-12 1-16,3-12-1 15,-3-11 1-15,4-22-1 16,0 0 0-16,0 0 1 15,-3-19-2-15,3-12 2 16,-4-10 0-16,1-11 1 16,3-14-3-16,0-8 6 15,0-6 0-15,3-5-5 16,1-1 5-16,-1 3-6 16,1 5 3-16,1 12-3 15,-2 9 1-15,-3 13-4 16,0 12 1-16,0 9 4 15,0 23-3-15,0 0 2 0,-8 19 1 16,8 23 3-16,0 13-3 16,1 18 5-16,6 15-6 15,-3 14 2-15,3 7 0 16,-4 0 0-16,2-3-2 16,2-11-2-16,-3-12 3 15,-4-12-3-15,3-14 8 16,-6-14-7-16,3-8 6 15,0-11-4-15,0-24 4 16,0 0-6-16,0 0 2 16,-11-20 0-16,6-19-5 15,5-14 6-15,0-15-4 16,-3-11 5-16,-1-13-6 0,4-3 9 16,0 0-1-16,4 3-6 15,-1 9 7-15,-3 13-7 16,4 13 3-16,-8 19-5 15,8 14 8-15,-4 24-9 16,0 0 5-16,-7 21 4 16,3 13-8-16,4 11 7 15,-3 13-5-15,10 6 5 16,-4 8-9-16,6 6-26 16,-6-7-65-16,11-3-31 15,2-9-20-15,3-20-17 16,14-9-4-16,-4-27 28 0</inkml:trace>
  <inkml:trace contextRef="#ctx0" brushRef="#br0" timeOffset="77543.48">28472 6609 204 0,'-3'-21'122'15,"-1"2"-4"-15,-3 3-10 16,7 16-9-16,0 0-14 0,0 0-15 15,-19 16-25 1,12 22-26-16,0 12-15 16,-2 14-4-16,6 19 2 15,-4 11 0-15,4 12 1 0,3 1-3 16,0 0 2-16,3-5-2 16,1-8-4-16,-1-13 11 15,0-17-9-15,1-12 7 16,1-16-6-16,-1-10 8 15,-4-26-7-15,3 18 6 16,-3-18-7-16,-3-28-6 16,3 0 8-16,-6-8-8 15,-1-11 8-15,-3-10-8 16,3-14 10-16,-2-7-9 16,2-7 10-16,4-3 0 31,0 2-6-16,3 1 6-15,-6 9-7 0,6 8 2 0,-3 16-4 0,3 14 7 0,-4 12-7 16,-3 9 2-16,7 17 3 16,0 0-1-16,0 0 1 15,-15 36 5-15,15 1 0 16,-4 13-6-16,8 19 3 16,-1 16-3-16,1 10 2 15,1 12-5-15,2 4 5 16,3 2 0-16,-4-4-1 15,4-7 1-15,-3-16 3 16,-4-13-2-16,6-18 0 16,-5-13-1-16,2-19 3 15,-6-23-3-15,0 0-5 0,16-40 9 16,-16-2-10-16,4-15 4 16,-4-14 0-16,0-12 2 15,0-4-3-15,-4-6-4 16,4-1 10-16,-3 4-9 15,3 11 8-15,0 10-5 16,0 15 3-16,0 18-3 16,-4 18 2-16,4 18 0 15,0 35-2-15,-2 13-2 16,4 16-74-16,-2 11-52 16,0 4-34-16,11 13-9 15,-11-10-1-15,10-1 18 16</inkml:trace>
  <inkml:trace contextRef="#ctx0" brushRef="#br0" timeOffset="80364.03">19824 20370 75 0,'0'0'149'0,"0"0"-9"15,0 0-9 1,-19-5-10-16,19 5-11 16,0 0-7-16,0 0-13 15,-23 0-15-15,23 0-46 0,0 0-29 16,0 0 0-16,0 0 0 16,0 0 0-16,16-19 0 15,1 10 0-15,11-3 0 16,9-2 0-16,11 2 0 15,8-2 0-15,8-5 0 16,7 4 0-16,0 1 0 16,-5 0 0-16,-1 2 0 0,-17 3 0 15,-10 2 0 1,-12 4 0-16,-26 3 0 16,0 0 0-16,0 0 0 15,-29 9 0-15,-13 1 0 0,-13 2 0 16,-10 2 0-16,-13 1 0 15,-5 8 0-15,-9-1 0 16,2-1 0-16,3 0 0 16,9-4 0-16,12-1 0 15,16-4 0-15,10-3 0 16,17-6-7-16,23-3-2 16,0 0 1-16,30-14-1 15,8 4 0-15,10-4 5 16,11-1-5-16,6-1 11 15,4 0-3-15,-1 4 8 16,-4-2-6-16,-5 6 6 16,-14 3-1-16,-12 1-5 0,-14 4 0 15,-19 0 0-15,0 0 1 16,-26 14-1-16,-10-2-1 16,-13 2-6-16,-8-2 1 15,-6 2-2-15,-1 0 8 16,5 1-7-16,7-4 9 15,10-4-12-15,16-6 6 16,26-1 0-16,0 0 0 16,23-27 8-16,22 9-8 15,21-4 8-15,14-1-10 16,12-3 11-16,10 0-5 16,6 2 6-16,3 3-5 15,-9 2-2-15,-13 4 3 0,-14 3-1 16,-22 5 0-16,-20 3 0 15,-33 4-1-15,0 0 1 16,-60 26-1-16,-10-5 0 16,-20 3-2-16,-20 4 2 15,-13 5-2-15,-3 0-4 16,2-2 5-16,13-3-6 16,21-8 11-16,19-2-12 15,19-10 3-15,29-6-4 16,23-2 6-16,33-24-2 15,19 3 1-15,23-5 7 16,8-2-10-16,11-1 13 16,7-1-6-16,-8 8 7 0,-8 1-3 15,-13 7 1-15,-27 9-5 16,-19 5-3-16,-26 0-1 16,-30 26 0-16,-18 0 0 15,-27 4-7-15,-8 6 2 16,-15 4 0-16,1 0 6 15,-3-2-4-15,18-4-77 16,14-4-87-16,23-22-6 16,45-8-1-16,23-31-4 15,55-12 33-15</inkml:trace>
  <inkml:trace contextRef="#ctx0" brushRef="#br0" timeOffset="81627.92">33016 19098 366 0,'-52'5'139'16,"4"-1"-4"-16,3-1-13 15,10 2-15-15,2-3-26 16,17 1-28-16,16-3-48 16,-17 0-1-16,17 0-1 15,26 0 0-15,3-3 2 16,17 1-5-16,13-1 0 15,8-2 0-15,18-1 0 16,6 1 0-16,9-2 0 0,1 0 0 16,-4 0 0-16,-7-1 0 15,-11 3 0-15,-15 1 0 16,-19 1 0-16,-16 1-1 16,-29 2-5-16,0 0 1 15,-26 9 1-15,-22-4-2 16,-16 3 2-16,-11 3 2 15,-15 1 0-15,-2 0 2 16,-6-2 0-16,8-1 0 16,5 0 1-16,17-2 0 15,20-2 2-15,13-5 1 16,18-4-1-16,17 4 1 16,33-13-1-16,8 2 1 0,22-4-1 15,12-3 0-15,11 1-2 16,15 1-1-1,3 1 0-15,2 1 0 16,-2 5 0-16,-7 2 0 0,-15 6 0 16,-14 1 0-16,-23 3 0 15,-12 4-1-15,-33-7-4 16,0 19 0-16,-23-7 0 16,-22 2 0-16,-10 0 2 15,-10 1 3-15,-4 1 1 16,-2-2 0-16,3-4-1 15,9-1-1-15,14-2 4 16,10-5 0-16,16-2-56 0,19 0-82 16,-3-28-32-1,22 7-5-15,-7-15-1 0,5-1-4 16</inkml:trace>
  <inkml:trace contextRef="#ctx0" brushRef="#br0" timeOffset="89783.45">29956 6412 137 0,'0'-18'69'0,"0"18"-5"15,0 0 2-15,16-12 24 16,-16 12 11-16,22 2-6 16,-4 3-21-16,-3-3-7 0,8 6-3 15,-4-4-2-15,2 5-7 16,1-4-31-16,4 3-14 15,0 5-6-15,2 0-1 16,5 5-1-16,0 2-1 16,9 8-1-16,0 5 2 15,3 10-4-15,3 8 5 16,4 6 0-16,4 5-5 16,-4 12 1-16,3 9-3 15,-6 7 1-15,-11 7-3 16,-5 6 0-16,-10-1-6 15,-16 7-1-15,-18-5 5 16,-8-6 5-16,-14-9 0 0,-8-12 2 16,-1-7 0-16,-7-11 3 15,2-11-2 1,6-12 3-16,3-6-3 16,8-8-1-16,4-3 0 0,4-7 0 15,6-3 0-15,16-9 0 16,-21 9 1-16,21-9 1 15,0 0 2-15,0 0 1 16,0 0 2-16,0 0 0 16,0 0-1-16,0 0 0 15,0 0-4-15,0 0-96 16,0 0-54-16,0 0-25 16,0 0-1-16,-16 8-4 0,16-8 0 15</inkml:trace>
  <inkml:trace contextRef="#ctx0" brushRef="#br0" timeOffset="128293.4">12277 12541 54 0,'-11'17'34'15,"11"-17"-6"-15,0 0-6 16,0 0 1-16,-8 18-4 15,8-18 2-15,0 0-8 16,0 0 2-16,0 0-2 16,0 0 14-16,0 0 3 0,0 0 1 15,0 0 3 1,19 15 4-16,-19-15 5 16,19 9 0-16,-4-1 4 15,3-6 14-15,8 5 1 0,0-7-4 16,9 5-5-16,-2-5-7 15,8 0-7-15,-4-3-3 16,8 1-6-16,-7-1-30 16,2-3-4-16,-5 3-1 15,-6-4-2-15,1 4-40 16,-8-4-40-16,4 5-39 16,0 7-24-16,-7-3-14 0,4 8 0 15,-4-3-1 1</inkml:trace>
  <inkml:trace contextRef="#ctx0" brushRef="#br0" timeOffset="129488.25">12707 13915 69 0,'-5'-15'50'0,"5"15"-4"15,0 0-8-15,0 0-10 16,0 0-9-16,0 0-8 15,0 0-10-15,0 0-20 0,0 0-31 16,-7-19-22 0,7 19-19-16,7-23 62 15,-7 23 29-15</inkml:trace>
  <inkml:trace contextRef="#ctx0" brushRef="#br0" timeOffset="133238.91">18958 13666 72 0,'0'0'47'0,"0"0"6"0,0 0 8 15,0 0 13-15,0 0 1 16,0 0-3-16,0 0-5 15,0 0-1-15,0 0-12 16,0 0-12-16,0 0-11 16,0 0-16-16,0 0-10 15,0 0-5-15,0 0 0 16,0 0-2-16,0 0 3 16,0 0-1-16,0 0 2 15,0 0 1-15,0 0 0 16,0 0-5-16,0 0-30 15,0 0-39-15,0 0-21 16,7-17-21-16,-7 17-10 0,7-21-12 16,0 5-2-16,-11-15 102 15</inkml:trace>
  <inkml:trace contextRef="#ctx0" brushRef="#br0" timeOffset="135991.87">16238 12686 162 0,'0'0'75'0,"0"0"-6"15,0 0-3-15,14 16 0 16,-14-16 24-16,19 9-12 15,-19-9-11-15,29 13-17 16,-10-6-1-16,7 4-5 16,1-4-2-16,6 5-8 15,1-2-31-15,6 1-1 16,2-3 0-16,6 1 0 0,4 0-2 16,4-3 2-16,-2 0 1 15,5-3 0-15,2-1-1 16,1-2 2-16,2-2-1 15,2 0 0-15,2-3 0 16,0 2-2-16,6-2 0 16,1-1-1-16,0 1 1 15,3 0-1-15,-4 0 0 16,4 0 1-16,-1-2 0 16,1 0 0-16,0-2 0 15,0 0-1-15,-3 1 1 16,-1-3-1-16,1 1-1 15,3-2 0-15,-5 0 1 0,2 1-1 16,-1-1 1-16,1 0 5 16,0 0-5-16,-4-4 2 15,7 4-5-15,-3 0 5 16,-4-2-5-16,0 1 6 16,-2-1-6-16,-4-2 1 15,2 1-1-15,-4 1 3 16,-6-2 3-16,-1-3-1 15,-4 0 0-15,-7-2-2 16,-4-1 1-16,-4-3-1 16,-4 1-1-16,-5-2-2 15,-7 0-1-15,-2-3-1 16,-7 1-2-16,-5-1-1 0,-4-1 1 16,-3 3-1-16,-3-5 2 15,-8 3 0-15,3 0 2 16,-6-1-1-1,-2 1 4-15,-3 1 0 0,2 2 1 16,-2-3 0-16,-1 4 2 16,-2 0-2-16,-1-1 1 15,1 3 0-15,-4 1-1 16,0 1 0-16,0 0 1 16,-4 2-2-16,1 0 1 15,1 2-1-15,-2-2 0 16,1 0 1-16,-1-1-4 15,-3 1 3-15,-1 0-2 0,-3 0-2 16,-1 0 3-16,-4 4-3 16,-1-3 3-16,-6 6-3 15,4-2 6-15,-7 4-6 16,0 1 6-16,2 1-2 16,-2 1 1-16,-4 0-1 15,4 3 0-15,-4 1 0 16,-1 0 1-16,2 3-1 15,-1 0 1-15,4 0-1 16,0 1 1-16,-5 3 1 16,5-3-1-16,0 1 0 15,3 2 1-15,0-3-1 16,1 1 0-16,-1 0 0 0,7 0 1 16,-1-1-1-16,5 1 0 15,-4 0 0-15,2-1-1 16,2-1 1-1,-2 2 0-15,9 0 0 0,-6-2-1 16,6-2 0-16,-2 0 1 16,0 1 0-16,2-1 0 15,2-1 0-15,-1-1 0 16,-3 1 0-16,2 1 0 16,1 0 1-16,-3 0-1 15,7 1 0-15,-3 1 0 16,-3 0 1-16,3 0-1 0,-1 0 0 15,1 1 0-15,3 1 1 16,0 0-2 0,-4 0 2-16,3 1-1 15,4 1-1-15,-3-1 2 0,5-1-1 16,2 1 0-16,-3 1 1 16,2-3 0-16,1 3 0 15,0-1-2-15,-2-1 2 16,2 2-1-16,0 1 0 15,-3 0 0-15,-8 2 1 16,1 1-2-16,-1-1 1 16,2 4 0-16,-5-3 5 15,4 6-2-15,-6-5 0 16,6 3 0-16,6-3 0 16,1 1 0-16,1 2 1 15,-2-3-2-15,1 1-3 16,-1-1 1-16,4 1 0 0,0-1 0 15,0 3-2-15,1-2 2 16,-1 3-1-16,4-1 1 16,15-12 0-16,-30 27-2 15,30-27 2-15,-22 25-3 16,22-25 3-16,-18 24-1 16,18-24 0-16,-8 24-1 15,8-24 3-15,-11 26-2 16,8-10 2-16,1 1-1 15,-2 0-1-15,1 2 0 16,-4 0 2-16,4 0-2 16,-1 2 0-16,-1 0 1 15,-2 0-1-15,3-2 0 0,-3 3 1 16,4-1-1-16,-2 0 1 16,1 3-1-16,1-1 1 15,-1 1 0-15,1 2-1 16,-1-2 0-16,1 0 2 15,1 0-2-15,-1 2 1 16,-1-3-1-16,4-1 1 16,-3-3-1-16,3 2 1 15,-4-3-1-15,4-3 1 16,0 1 0-16,0-16 0 16,4 27-1-16,-4-27 1 15,7 28 0-15,-7-28 2 16,5 26-2-16,-5-26 4 0,14 21 0 15,-14-21-1-15,15 22 2 16,-15-22-1-16,23 12 1 16,-23-12-2-16,26 14 3 15,-12-7-5-15,-14-7 1 16,29 11-3-16,-29-11 2 16,25 13-3-16,-25-13 3 15,29 7-3-15,-29-7 2 16,23 9-2-16,-23-9 4 15,26 7 0-15,-26-7 2 16,26 3-2-16,-26-3 0 16,26 4 1-16,-26-4 0 15,26 0-1-15,-26 0-1 0,26 2 1 16,-26-2-2-16,23 1 1 16,-23-1-1-1,22 0-1-15,-22 0 1 16,19 0 0-16,-19 0 0 0,18 2-1 15,-18-2 0-15,0 0 0 16,19 4-1-16,-19-4 2 16,15 3-1-16,-15-3 1 15,18 5 0-15,-18-5-1 16,22 5 1-16,-22-5 1 16,26 9-1-16,-26-9 0 15,23 5 1-15,-23-5-2 0,22 7 0 16,-22-7 0-1,0 0 2-15,20 2-2 16,-20-2-82-16,0 0-73 16,0 0-8-16,0 0 2 15,0 0-5-15,-11-28 9 0</inkml:trace>
  <inkml:trace contextRef="#ctx0" brushRef="#br0" timeOffset="137572">20366 11468 85 0,'0'0'51'15,"0"0"14"-15,0 0 5 16,0 0 0-16,0 0 9 15,0 0-1-15,19 0-9 16,0 1-2-16,5-4-13 16,7 3-8-16,2-5-8 15,9 3-2-15,-2-5-17 16,5 2-3-16,-3 0 1 16,3 0-2-16,-9-1-1 15,-1 3-7-15,-2-1-8 0,-10 3-2 16,-1-1-1-1,-22 2-2-15,23 0-2 16,-23 0 1-16,0 0 0 0,0 0-1 16,-30 9 1-16,11-8 1 15,-7 5 1-15,0-1 3 16,-5 0 1-16,-2 2 1 16,-4-2-2-16,3 4 2 15,1-2-1-15,0 0 1 16,5 0 1-16,5-2 0 15,6-2 0-15,17-3 3 16,-23 5 4-16,23-5 1 16,0 0 1-16,0 0 0 15,30 0-2-15,-7 0 1 16,-4-1 0-16,10-1-3 16,1 0-4-16,-1-1-4 0,6 1-72 15,-2 0-58-15,-4-3-35 16,3 9-6-16,-12-6 0 15,6 12-4-15</inkml:trace>
  <inkml:trace contextRef="#ctx0" brushRef="#br0" timeOffset="139374.34">20369 14090 223 0,'0'0'123'0,"23"11"-10"16,-23-11-5-16,26 3-10 15,-4 1-13-15,-3-6-17 16,11 4-18-16,-1-2-38 16,1 1-11-16,5-1 0 15,-2 2 1-15,1 0-2 16,3-4 1-16,1 0 0 15,2-3 0-15,-2-2 1 16,6-3-2-16,-6-2 2 16,3-1-1-16,-4-4 1 15,1 0 0-15,-2-2-1 16,-1-2-1-16,-2-1 1 0,-3 1 0 16,-1-3-1-16,-6-1-1 15,3 3 1-15,-4-2-2 16,1-1 4-16,-7 3-3 15,-1-2 2-15,2-2-2 16,-4 0 1-16,-3-5 0 16,-1 1 0-16,1-3 1 15,-6 0-1-15,3-1 2 16,-2-1-1-16,-5 4 2 16,3-2-2-16,-3 2 2 15,0-2-2-15,-3 2 0 16,-2 1 1-16,-2 3-1 15,3-1 2-15,-6-1 1 0,1 1 4 16,-1 4 0-16,1-4 1 16,-5 4-2-16,2-1-1 15,-2 3-2-15,-2-1-2 16,3 3-6-16,-3 2-4 16,0 1-2-16,2 2-1 15,-5-3 1-15,4 3 1 16,-6-3 0-16,2 4 2 15,0-1 2-15,0-1 3 16,-4 1 1-16,0 1 0 16,1 2-1-16,-1 1 2 15,-3 1-1-15,0 1 2 16,-3 2-1-16,3 1 0 0,0-1 0 16,-4 1 0-16,-3 1 1 15,2 3-1-15,1 1 0 16,1 1-2-16,3 1 2 15,-5 5 0-15,1-1-1 16,8 2 0-16,-1 0 1 16,2 0-1-16,2 1 1 15,0 3 1-15,0-3 0 16,19-8 0-16,-30 25 1 16,18-10 0-16,-2 2 0 15,-5-1 0-15,5 5 0 16,-1-2-1-16,-1 3 1 15,-1 1-2-15,1 1 2 0,-3 2-2 16,2-2 1-16,1 4-1 16,4 0 2-1,-5-1 0-15,4 3 2 16,-1-1-2-16,6 1 3 0,-3-1 0 16,8 2 2-16,-2-3 0 15,5 3-1-15,-4 5-4 16,8 1-2-16,1-1 2 15,2 2-4-15,0 2 1 16,1 0-2-16,3 3-1 16,-1-1 2-16,2-4 0 15,2-2 2-15,-1 2-2 0,-3-5 2 16,6 0-2-16,-4-4 2 16,2 1-2-16,-2-6 0 15,2-1-2 1,-2-6 1-16,-12-17-2 15,19 24-2-15,-19-24 0 0,0 0-40 16,21 9-61-16,-21-9-52 16,0-23-9-16,-7 4 1 15,-9-17-1-15,2 1 95 16</inkml:trace>
  <inkml:trace contextRef="#ctx0" brushRef="#br0" timeOffset="140717.34">19111 12825 161 0,'0'0'142'0,"0"0"-18"0,0 0-10 15,0 0-4-15,0 0-11 16,0 0-12-16,0 0-24 16,0 0-32-16,0 0-35 15,0 0 1-15,0 0 1 16,0 0 1-16,0 0 0 16,0 0 2-16,0 0 0 15,0 0 3-15,0 0-1 16,0 0 2-16,0 0 0 0,0 0 0 15,0 0 1 1,0 0-2-16,17 3 0 16,-17-3-7-16,0 0 2 15,0 0-3-15,16 4 0 0,-16-4-1 16,26 10 1-16,-4-1-1 16,4 1 1-16,9 8 3 15,5 1 1-15,9 1-1 16,6 6 1-16,-1 2-1 15,5 1 1-15,0 3-1 16,-5-5 2-16,-6 1-2 16,-4-4 1-16,-6 2-1 15,-9-9 1-15,-6 1 0 16,-7-6 0-16,-16-12 0 16,26 15 0-16,-26-15 0 15,0 0 1-15,0 0 4 16,14 2-3-16,-14-2 0 0,3-15-2 15,-3 15 1-15,-7-30-1 16,4 8 0-16,-4-3-1 16,-2-2-2-16,-1-3 0 15,-6 1 5-15,2-2 0 16,-2 1 3-16,-3 6 1 16,2 0 2-16,1 5 1 15,-3 0 0-15,2 7 1 16,17 12-1-16,-26-16-1 15,26 16-4-15,-16-7-1 16,16 7-6-16,0 0-2 16,0 0-5-16,0 0-1 15,-3 16-1-15,3-16 0 0,10 24 1 16,-3-8 1-16,2 3 1 16,1 1 4-16,2 1 2 15,2 2 1-15,2-3 1 16,-2 1 0-16,1-2-1 15,1 0 2-15,-2-1-1 16,-2-1 1-16,2-2-1 16,-14-15 0-16,19 25-1 15,-19-25 2-15,16 15-1 16,-16-15 0-16,0 0 1 16,0 0 1-16,0 0 1 15,0 0 2-15,7 16 1 0,-7-16 2 16,0 0 1-16,-14 22 2 15,14-22 1-15,-16 25-2 16,0-10-1 0,3 4-2-16,-7 0-1 0,-2 2-1 15,-4-2-2-15,-4 0-1 16,-1 0-2-16,5-3 1 16,0-1 0-16,0-4 1 15,7-1-1-15,5-3 0 16,14-7-1-16,-19 7-1 15,19-7-2-15,0 0 0 16,0 0 0-16,0 0-1 16,0 0 1-16,0 0 1 0,0 0 1 15,0 0 1 1,0 0 3-16,0 0 0 16,0 0 1-16,0 0-1 15,0 0-1-15,0 0-2 0,0 0-10 16,0 0-101-16,0 0-61 15,7-21-5-15,-2-3 3 16,2 0-5-16,-10-13 50 16</inkml:trace>
  <inkml:trace contextRef="#ctx0" brushRef="#br0" timeOffset="148612.94">22756 12695 123 0,'0'0'88'0,"0"0"18"16,0 0-1-16,26 10-1 15,-3-6-12-15,-1-4-7 16,9 2-11-16,-1-4-23 16,3 2-22-16,0-2-19 0,2-1-10 15,-9-1-1 1,-4 2 0-16,-3 1 0 16,-19 1 1-16,21-4 0 15,-21 4-5-15,0 0-7 0,0 0-1 16,0 0-1-16,-17-12-1 15,17 12 2-15,-26-3 3 16,7 1 14-16,-4 2 5 16,4 0 6-16,0 2 3 15,-2-1 2-15,5 3-1 16,16-4-2-16,-22 2-3 16,22-2-15-16,0 0-2 15,0 0-2-15,0 0 0 0,0 0-1 16,0 0 1-16,0 0-1 15,15 1 0 1,-15-1 2-16,18 0 1 16,-18 0 2-16,19 0-1 0,-19 0 2 15,0 0-2-15,15 2 2 16,-15-2 0-16,0 0-4 16,0 0-1-16,0 0-3 15,0 0 1-15,0 0 1 16,0 0 1-16,0 0 0 15,0 0 3-15,-19 12 2 16,19-12 3-16,0 0 4 16,-19 7 2-16,19-7-1 15,-17 7 0-15,17-7 1 16,-19 4-1-16,19-4 0 16,-16 3-1-16,16-3-1 15,0 0-1-15,-14 2-1 0,14-2-2 16,0 0 1-16,0 0-2 15,0 0 0-15,0 0-1 16,0 0 1-16,0 0-1 16,0 0 0-16,0 0 0 15,0 0 0-15,-19-5 0 16,19 5 0-16,0 0 0 16,0 0-1-16,-15-6 3 15,15 6-1-15,0 0 0 16,0 0 1-16,0 0-1 15,0 0 2-15,0 0 0 16,0 0-1-16,0 0-3 16,0 0-1-16,0 0-3 0,0 0 1 15,0 0-2-15,0 0 0 16,15-10 0-16,-15 10 1 16,26-4 1-16,-10 3 4 15,5 1 0-15,-6 0 0 16,1-2 1-16,1 2 0 15,-17 0-1-15,26 0 0 16,-26 0 1-16,0 0 1 16,16 0 2-16,-16 0 6 15,0 0-1-15,0 0 0 16,-19 3 2-16,19-3-2 16,-26 2 1-16,12-2-3 0,-2 0-2 15,-3 0-6-15,2 0 1 16,1 4 0-16,1-3 1 15,15-1-1-15,-26 7-3 16,26-7-2 0,-16 4-1-16,16-4-3 0,0 0-1 15,0 0 0-15,0 0-1 16,16 0 1-16,-16 0 2 16,26-2 4-16,-7 2 1 15,-4-2 1-15,3 2 1 16,-3 0 2-16,-15 0-2 15,23 0 2-15,-23 0 0 16,0 0 3-16,0 0 4 0,0 0 3 16,0 0-1-16,0 0 0 15,0 0 0-15,-26 11 0 16,26-11-2 0,-26 7-3-16,7-6-2 0,3 3-4 15,-1-1 1-15,17-3-2 16,-26 5-2-16,26-5-3 15,0 0-2-15,0 0-1 16,0 0-1-16,0 0 1 16,0 0-1-16,0 0 2 15,26-8 2-15,-26 8 2 16,29-4 3-16,-15 3 2 16,5-1-3-16,-19 2 3 0,26-4 0 15,-26 4 0 1,16-1 2-16,-16 1 0 15,0 0 1-15,0 0 4 16,0 0 5-16,0 0-1 0,0 0-1 16,-16 7 1-16,16-7-1 15,-17 3-1-15,17-3-2 16,-19 4-2-16,19-4-5 16,-16 1 0-16,16-1 0 15,0 0 0-15,-14 5-1 16,14-5-1-16,0 0-3 15,0 0-2-15,0 0 0 16,0 0-1-16,0 0-1 16,0 0 1-16,0 0-1 15,0 0 3-15,14-5 2 16,-14 5 2-16,0 0 0 16,0 0 2-16,0 0 0 0,0 0 0 15,0 0 0-15,0 0 0 16,0 0 0-16,0 0-1 15,0 0 2-15,0 0-1 16,0 0 0-16,0 0-1 16,0 0 1-16,0 0 0 15,0 0 1-15,0 0-1 16,0 0-1-16,0 0 0 16,0 0 1-16,0 0-3 15,0 0 1-15,0 0 1 16,0 0-1-16,0 0 1 15,0 0-1-15,0 0 1 16,0 0-2-16,0 0 4 0,0 0-2 16,16-5 1-16,-16 5-2 15,0 0 2-15,26-2-1 16,-26 2 1-16,22-1 1 16,-4-1-1-16,-3-2 1 15,5 3-1-15,-1-1 1 16,7-1-1-16,3 1 1 15,8 0-1-15,1 0 0 16,7-1 1-16,7 3-2 16,4-4 1-16,4 3-1 15,3-1 1-15,1 0 0 16,-1 0 1-16,1-1 0 16,3 3-1-16,-1-2 0 0,-1 1 1 15,-1 1-1-15,-2-2 1 16,-1 2-1-1,2-2 0-15,-3 0 0 16,-4-1 0-16,-1-1 0 0,1 3 1 16,-6-3-1-16,2 1 0 15,-3-1 1-15,-4 1 0 16,2-1 0-16,-5 3 0 16,-1-3 0-16,-1 1-1 15,-5-1 1-15,1 1-1 16,3-1 1-16,-6 1 0 15,-2-2 2-15,-2 1-2 0,4 1 2 16,-7-2-2-16,4 1 2 16,-4-1-3-16,2 1 3 15,-2-1-3-15,3-2 1 16,-3 2-5-16,0-3 5 16,4 1-5-16,-4-4 5 15,0 1-3-15,0-4 2 16,0 0-3-16,-3 2 3 15,-1-5 0-15,4 1 0 16,-7-1 2-16,4-1-3 16,-4 3 2-16,0-2-1 15,-2-1 1-15,-5 1 0 16,2 0 1-16,-1-2-2 0,-7 0 1 16,5-2 1-16,-6-2-1 15,2-3 0-15,0 0 1 16,-2-1-1-1,2-3 0-15,-3 3 1 0,-1-3 1 16,-3 1-1-16,0 1 1 16,0 2 1-16,-3 0 1 15,-1 4 1-15,-3 1 3 16,-2 0-2-16,-1 4 3 16,10 17-2-16,-22-28 1 15,22 28-1-15,-30-22-2 16,11 11-2-16,0 2 0 15,-4 3-2-15,1-1-1 0,-4 0-1 16,-4 0-1 0,1 0 0-16,-6 2 1 15,2-2 0-15,0 0-1 16,-5 0 1-16,1 0-1 0,3 2 0 16,-3-2 1-16,2-2-1 15,-1 4 1-15,1-4-1 16,-1 2 1-16,-2 1-1 15,5 0-1-15,-6-1 3 16,3 0-1-16,-2 2 1 16,1-2-1-16,3 2 1 15,-3 0-2-15,1 0 3 16,1 0-1-16,-1 1-2 16,1-1-1-16,-2 0 2 15,3 1-2-15,1-1 1 16,-5 2-1-16,5-1 1 15,-4-1-2-15,2 0 3 0,-1 1 0 16,-2-1-1-16,1 0 0 16,-1 0 1-16,2 1 0 15,-3-1 0 1,1 2 1-16,2-3-1 0,-1 5 0 16,3-3-1-16,-5 3 2 15,0 1-2-15,4-2 1 16,-2 0 0-16,-1 2 0 15,2 0-1-15,-2 2 1 16,-2-2 0-16,1 3-2 16,3-3 3-16,-2 2-3 15,-2 0 2-15,2 1 0 16,-1 2 0-16,0-3 0 0,4 3 0 16,-2-3 0-16,3 3 0 15,-3-1 0-15,4 3 0 16,2-6 0-16,1 3 0 15,4-1 1-15,0 1-2 16,4 1 3-16,-1-2-2 16,1 3 2-16,-1-3-2 15,2 4 2-15,-1-2-4 16,3 2 1-16,-4 0 0 16,1 2 1-16,2-1-2 15,-2 1 1-15,-1 1-1 16,1 1 2-16,1-1 0 15,-2 0 0-15,-3 3 0 0,4-3-1 16,-1 2 1-16,1 0 0 16,2 0 0-16,-2 0-2 15,3 1 1 1,-2 0-1-16,5 1 1 0,1 0-2 16,1 2 1-16,-2 1 0 15,4 0 0-15,-2 4 0 16,4 0 1-16,-2 0-2 15,1-1 3-15,3 5-1 16,-6-3 0-16,5 1-1 16,-5 1 3-16,5 0-3 15,-1-1 2-15,0 3-1 0,1 0 2 16,2 0-3-16,-3-2 2 16,1 0-1-16,2-2-1 15,3-1 1 1,-1-2-1-16,2 0-1 0,-1-3-1 15,4 1 1-15,0-17 0 16,4 30 0-16,-4-30-1 16,12 26 1-16,-12-26 0 15,14 29 0-15,-14-29 1 16,28 29 3-16,-11-11-1 16,2-1 2-16,7 0-6 15,0 1 7-15,9-1-6 16,-2-1 7-16,3 1-6 0,6-3 2 15,-4-2-4 1,2-2 4-16,-2 1 1 16,2-4-2-16,-2-2 1 15,1-2-3-15,-3-1 2 0,-1-4-1 16,1 2 1-16,-6-3-1 16,-1 1 1-16,-3-1-1 15,-7 1 1-15,-19 2 1 16,26-4-1-16,-26 4 0 15,0 0-4-15,16-7-95 16,-16 7-51-16,0 0-14 16,26-22 0-16,-16-1-1 15,18 6 43-15</inkml:trace>
  <inkml:trace contextRef="#ctx0" brushRef="#br0" timeOffset="150416.23">25316 12721 91 0,'0'0'83'0,"-31"-14"5"16,10 7 26-16,2 2-12 16,-3 0-2-16,2 3-11 15,-2-3-7-15,5 7-13 16,-6-6-14-16,7 6-20 16,1 0-33-16,15-2-1 15,-23 3-2-15,23-3 1 16,0 0-3-16,0 0 0 15,0 0 0-15,-7 19 0 16,7-19 0-16,23 19 1 16,-8-5 0-16,3 2 1 0,1 1 1 15,7 0 1-15,3 4-1 16,3-2 1-16,4 0-1 16,2 0 1-16,4 0-2 15,1-2 1 1,2 1-1-16,1-3 1 0,-5 1-1 15,3 0 0-15,-3-4 1 16,-3 1-1-16,-1 0 0 16,5 0 1-16,-6 0 0 15,6 0 0-15,-4 1 1 16,2-2-1-16,1 6 0 16,1-3 1-16,-2 1 0 15,2-1-1-15,-1 3 1 0,-1-1 1 16,2 2-2-16,-6 0 0 15,3-2 1 1,-1-1-1-16,-5 0 0 16,-7-3 0-16,0-2 0 0,-4-1 1 15,-6-1-1-15,-2-2 0 16,-14-7-1-16,23 12 1 16,-23-12 0-16,15 10 1 15,-15-10-1-15,0 0-1 16,17 12 1-16,-17-12 0 15,0 0 0-15,0 0 0 16,0 0-1-16,0 0 1 16,0 0 1-16,0 0-2 15,0 0 1-15,0 0 1 0,0 0-1 16,0 0 4 0,0 0 1-16,0 0-1 15,0 0 1-15,0 0 1 0,-17-12 0 16,17 12-1-16,-19-31 0 15,7 10-2-15,-5-1-1 16,4-2-2-16,-4 1 1 16,1-1-1-16,4 3 0 15,-2 0-1-15,14 21 1 16,-19-26-1-16,19 26-1 16,-10-19 0-16,10 19-1 15,0 0-1-15,0 0-2 16,0 0 1-16,0 0-1 15,0 0 0-15,0 0 1 16,14 0 1-16,-14 0 0 16,0 0 1-16,22 25 3 0,-22-25 0 15,19 29-1-15,-5-12 2 16,2 1-1-16,0 1 0 16,1-2 0-16,2 2 2 15,-3-2-3-15,3-1 2 16,-5-1-1-16,5 1-1 15,-19-16 1-15,26 26 0 16,-26-26-1-16,22 19 2 16,-22-19-2-16,16 17 2 15,-16-17-1-15,0 0 1 16,14 16-1-16,-14-16 1 16,0 0 0-16,0 0 0 15,0 0 1-15,0 0 0 0,0 0 3 16,0 16 1-16,0-16 0 15,0 0 3-15,0 0-1 16,-23 13 2-16,23-13-2 16,-26 12 0-16,7-5-3 15,-3 4 0-15,-5-3-2 16,-2 3-1-16,-4-1 0 16,-2 2-3-16,-1 2 3 15,-1-2-4-15,3 2 3 16,1-2-2-16,1 0 1 15,6-1-2-15,4-3 1 16,1 3-3-16,21-11 4 16,-23 8 0-16,23-8-1 0,0 0 0 15,-15 7 1-15,15-7 0 16,0 0 0-16,0 0 0 16,0 0-2-16,0 0 1 15,0 0-1-15,-16 16 2 16,16-16-1-16,0 0-1 15,0 0 1-15,-14 16 0 16,14-16-2-16,0 0-1 16,0 0-1-16,0 0-3 15,0 0 0-15,0 0-3 16,14-23-104-16,-5 4-54 16,-6-21 0-16,8-1-2 0,-6-22 2 15,12-1 48-15</inkml:trace>
  <inkml:trace contextRef="#ctx0" brushRef="#br0" timeOffset="153248.25">27983 12051 367 0,'0'0'132'0,"0"0"-15"15,0 0-11-15,5-21-12 16,-5 21-20-16,0 0-44 16,-23-17-17-16,23 17 1 15,-29-21-1-15,10 7 1 16,3 2-4-16,-3 0-3 15,1 0-5-15,-1-4-2 16,-3 4 1-16,-1-1-2 16,-3-1 1-16,0 2-1 15,-3-1 1-15,3 1-1 16,3 2 3-16,-3 0 0 16,3 1-1-16,4 0-1 0,0 2 0 15,5-3 0-15,-1 1-1 16,-4 1 1-16,5-1-2 15,-2 0 1-15,-3 1-1 16,2-1 2-16,-6-1 0 16,1 1-1-16,-1-1 1 15,-3 1-6-15,-5-1 5 16,1 1-4-16,-3 0 5 16,-5 1-6-16,2 1 4 15,-3 1-3-15,-1 3 4 16,-1 0-1-16,-1-4 2 15,6 3-1-15,-6-1 0 16,0 0 0-16,-1 0 0 0,1-1 1 16,-3-1 0-16,0-1-1 15,0 3-3-15,2-2 4 16,-3 1 0-16,1-2 0 16,7 1-3-16,-5 0 2 15,1 2-1-15,4-2 2 16,-6 2-1-16,6-2 1 15,-3 2-3-15,-3-1 3 16,3-1 0-16,-1 2 0 16,2 2-1-16,-2-1 0 15,1 3 1-15,-1-1 2 16,2 0-3-16,2 2 0 16,-6-2 0-16,6 2 1 0,0-1 0 15,-2 1 0-15,2 0 0 16,-2-2-2-16,2 2 3 15,0 0-2-15,-2 3 1 16,2-3 0-16,-2 2-1 16,-5 0-1-16,3 1 1 15,2-1 0-15,-2 1 0 16,-3 1 0-16,0-1 0 16,0 1-1-16,5 1 2 15,-2-1 0-15,1 1 0 16,1 2 0-16,2-2 2 15,1 3-3-15,-1-2 4 0,5 1-2 16,-2 0 2-16,2 1-4 16,0-3 3-16,2 1-3 15,1 2 0-15,1-1 0 16,3 0 0-16,0 2-1 16,0-1 1-16,0 1 1 15,0 3-1-15,0-1 2 16,-2 1-4-16,2 0 3 15,0 3-2-15,0 1 2 16,3 0-3-16,-3 1 1 16,4 2-2-16,3 2 1 15,-2-2 1-15,5 3-1 16,-3 2 1-16,5 2-1 0,-1-1 1 16,4 1 0-16,-1 0 0 15,2 0 0 1,1-2 1-16,2 0-2 15,0-2 2-15,4 1-1 0,-1-1 1 16,2-1-1-16,2-2 1 16,0 2 1-16,0-2-1 15,2 0-1-15,2-3 2 16,-1 1-2-16,0-1 1 16,1-1 0-16,3 1 1 15,-7-16-3-15,12 29 3 16,-12-29-2-16,19 30 3 15,-12-15-2-15,7 1 0 16,-14-16 1-16,19 27 1 16,-19-27-1-16,26 28 0 15,-26-28-1-15,30 26 1 16,-30-26-1-16,27 21 1 0,-27-21-1 16,26 15 1-16,-26-15-1 15,23 18 2-15,-23-18-1 16,23 14 1-16,-23-14-1 15,20 14 1-15,-20-14-2 16,23 12 2-16,-23-12 2 16,26 10-3-16,-26-10 3 15,28 12-4-15,-7-7 5 16,-2 2-5-16,3-2 5 16,1-1-3-16,6-1-2 15,1 1 1-15,5-4 0 16,1 2-1-16,2-2 1 15,4 0 1-15,1 0-2 0,2 1 1 16,0-1 0-16,4-1 0 16,0 2 0-16,-1-1 0 15,4 0 0-15,0 2-1 16,1-2 1-16,0 0 0 16,3 0 1-16,-1 3-2 15,-3-3 0-15,-3 2 1 16,3 0 0-16,-3 0 0 15,-4-1 1-15,0 1-1 16,-7 0 0-16,6 0 1 16,-6-1 0-16,2 1-3 15,-6 0 2-15,-1-2-3 16,2 2 3-16,2-2-3 0,-4 1 3 16,-2-1-4-16,2 0 4 15,0 0 0-15,2 2 0 16,-6-2 0-16,7 0 0 15,-4 0 0-15,1 0 1 16,1 0-1-16,-1 0 0 16,0 0 3-16,-1 0-2 15,1-2 3-15,-4 2-4 16,4-1 3-16,-5-1-3 16,1 2 3-16,4-2-2 15,-7 0 0-15,4 1 0 16,-2-1-1-16,-2 0 0 0,0 2 0 15,-5 0 0-15,-2-2 1 16,0 4-1-16,0-2 0 16,-2 0-1-16,-1 0 1 15,-1 0 0-15,5 0 0 16,-3-2 1-16,2 2-1 16,0 0 0-16,4-1 0 15,-4-1 1-15,5 2-1 16,-1-2 0-16,3 2 0 15,-2-2 0-15,5-1 0 16,1 1 1-16,-4 1-1 16,4-1 0-16,-1-3 0 15,-1 3 0-15,1-3 0 0,-3 1 1 16,0-1-1-16,0 2-4 16,0-4 4-16,-3 3-4 15,0-1 5-15,-1 0-5 16,-4 1 4-16,1-1-4 15,0 2 4-15,-4-4 0 16,-1 3-2-16,-14 4 3 16,30-12-4-16,-30 12 3 15,26-12-2-15,-26 12 2 16,26-14-1-16,-26 14 0 16,22-14 2-16,-22 14 0 15,23-12-1-15,-23 12 0 16,23-14-1-16,-23 14 2 0,19-13-2 15,-19 13 3-15,15-13-2 16,-15 13-1 0,18-13 0-16,-18 13 2 15,0 0 0-15,22-19-1 0,-22 19 0 16,0 0 0-16,19-23 0 16,-19 23 1-16,11-16-1 15,-11 16 0-15,12-17 0 16,-12 17 0-16,7-17 1 15,-7 17-1-15,8-17 1 16,-8 17 0-16,7-19 1 16,-7 19 1-16,-3-25 0 15,3 25 2-15,-9-33 2 0,2 13 2 16,-3-1 2 0,-2-2 0-16,1 4-1 15,-4-3 1-15,-1 3-2 16,-1 3 0-16,1 2-2 0,-3 4-2 15,-2 0-2-15,-7 4-24 16,-5-2-96-16,-8-3-54 16,1 8-1-16,-16-6-5 15,8 9-1-15,-3-3 34 16</inkml:trace>
  <inkml:trace contextRef="#ctx0" brushRef="#br0" timeOffset="154580.84">27861 13100 24 0,'0'0'118'16,"-19"-19"-6"-16,19 19 1 16,-19-29-2-16,8 11-5 15,11 18-9-15,-12-29-16 16,12 29-12-16,-7-26-21 15,7 26-21-15,4-19-33 16,-4 19-2-16,0 0-1 16,3-17 2-16,-3 17 7 0,0 0 2 15,0 0 2-15,0 0-1 16,0 0 1-16,0 0-2 16,0 0 0-16,0 0 0 15,0 0-1-15,-7 17-1 16,7-17-2-16,19 24 1 15,2-7 0-15,10 6 1 16,6 5-1-16,8 3 1 16,11 2-1-16,4 1 0 15,6-1 1-15,2 2 0 16,3-2-2-16,-3-2 3 16,-6-3-2-16,-4-3 1 15,-6-4 0-15,-11-2 1 0,-8-5-1 16,-10-3 2-16,-23-11 0 15,19 12 1-15,-19-12 3 16,0 0 3 0,0 0 3-16,0 0-1 0,-16 0-1 15,16 0-1-15,-15-11-1 16,15 11 0-16,-18-17-3 16,3 1-4-16,-1-1-1 15,-1-4-1-15,-6-1 1 16,1-1 0-16,-4-1 2 15,0-2-3-15,-6 2 1 16,6 3 0-16,0 2 0 16,0 2-1-16,7 3 2 0,2 3-3 15,17 11 0-15,-23-12-3 16,23 12 0 0,0 0-4-16,0 0 0 15,0 0-1-15,0 0-1 0,0 0 1 16,0 0 2-16,14 2 1 15,-14-2 2-15,16 17 4 16,-16-17-1-16,19 26 2 16,-5-10 0-16,1 3-1 15,8 2 0-15,-4 0 1 16,7-4-1-16,-3 2 0 16,3 0-1-16,0-2 3 15,-4-1 0-15,4-1 0 0,-3-1-1 16,-1-2 0-1,-1 0 0-15,-5-1 1 16,0-2 0-16,-16-9 0 16,22 12 1-16,-22-12 5 0,0 0 1 15,-5 17 2-15,-12-10-1 16,-3 5 2-16,-6 4-1 16,-7 3-6-16,-5 5 4 15,-7 4-6-15,0 1 1 16,-4 2-3-16,4-3 0 15,2 0 0-15,5-4 2 16,1-3 1-16,8-8-3 16,10-4-3-16,19-9-4 15,-23 12-2-15,23-12-1 16,0 0-2-16,0 0 0 16,0 0 0-16,19-24-1 15,-19 24-79-15,26-33-48 0,-3 14-17 16,-2-7-5-16,13 9 1 15,3-8 1-15</inkml:trace>
  <inkml:trace contextRef="#ctx0" brushRef="#br0" timeOffset="160760.29">27420 6611 49 0,'-16'17'24'0,"4"7"3"16,-2-1 4-16,2 3 3 15,2-6 17-15,-2 1 1 0,1 0 18 16,11-21 18-16,-10 29 3 16,10-29-11-1,0 0 0-15,0 0-13 16,-9 18-14-16,9-18-10 0,0 0-14 16,9-19-26-16,-9 19-2 15,10-30 1-15,-6 11-5 16,3-3 4-16,1-3-4 15,3-1 4-15,1 1-4 16,2-3 1-16,1 2-1 16,1 0 4-16,1 3-1 15,-1 3 1-15,-2 1 0 16,-14 19-1-16,23-23 1 0,-23 23 0 16,0 0-1-1,19-14-1-15,-19 14 0 16,0 0 1-16,0 0 1 15,3 26-2-15,-6-9 1 0,3 8 0 16,-4 4 1-16,4 9-2 16,0 9 4-16,-3 5 0 15,3 5-3-15,0 4 3 16,0 1-3-16,3 0 3 16,1 4-3-16,3-5 2 15,-6-3-5-15,6 0 2 16,0-5 1-16,0-1-3 15,2-5 3-15,-2-4-1 16,0-3 2-16,-2-4-2 16,2-3 2-16,-4-5-1 15,1-4 1-15,-4-3-1 0,-4-2 2 16,4 0-2-16,-7-2 1 16,2-1 0-16,-2 1 5 15,7-17-5-15,-14 28 6 16,14-28-4-16,-12 19 5 15,12-19-4-15,0 0 4 16,-15 12-5-16,15-12-1 16,0 0-1-16,-21 0-1 15,21 0-1-15,-19-2 0 16,19 2-1-16,-19-3 0 16,19 3 1-16,-23-4 0 15,23 4 1-15,-26-5-3 16,26 5 2-16,-26 0 1 0,26 0 0 15,-26 5 0-15,10-1 0 16,-1-1-1-16,1 4-1 16,1 2 6-16,15-9-4 15,-26 10-1-15,26-10 0 16,-18 9-2-16,18-9 1 16,0 0-2-16,0 0-1 15,0 0 0-15,0 0 0 16,0 0 0-16,0 0 1 15,33 9 2-15,-7-11-1 16,11-3 1-16,1-2-1 16,11-9-59-16,11-3-60 15,10-3-37-15,-3-15-2 0,15 1-8 16,-6-16 6-16</inkml:trace>
  <inkml:trace contextRef="#ctx0" brushRef="#br0" timeOffset="161848.06">28432 6689 222 0,'0'-20'147'16,"0"20"-37"-16,-7-29-8 15,7 29-10-15,0 0-11 16,-15-10-16-16,15 10-29 15,-20 14-28-15,5 5-5 16,1 5 4-16,-2 2-6 16,-1 7 4-16,-6 0-1 15,1 3 0-15,3 0 1 16,0-5-4-16,0-3 4 16,1-5-9-16,3-4 9 15,15-19-9-15,-14 20 2 16,14-20-3-16,0 0 4 0,0 0 4 15,14-17-10-15,-14 17 10 16,26-35-10-16,-7 10 11 16,-4-5-9-16,3-3 8 15,1-3-8-15,3-2 0 16,-6 1 5-16,1 3-4 16,-5 4 4-16,-1 6-5 15,-2 5 5-15,-9 19-4 16,3-21 6-16,-3 21-1 0,0 0-1 15,0 0 1 1,-9 31 0-16,6-6 5 16,-1 8-6-16,4 8 5 15,0 8-2-15,0 8-2 0,4 5 3 16,-1 4-4-16,6-2 3 16,-6 2-6-16,8-4 7 15,-2 0-7-15,1-5 3 16,0-3 0-16,3-2 0 15,-3-5 1-15,2-4 1 16,2-1-2-16,-2-6 1 16,-1-1-1-16,-3-6-1 15,3-3 7-15,-4-5-6 16,-2-4 8-16,-5-1-7 16,0-16 9-16,-4 20-6 15,4-20 7-15,0 0-6 0,-19 16 0 16,19-16-2-16,-26 7 1 15,11-4-4-15,-4 1-1 16,1 3 0-16,-4-2-1 16,-1 2 2-16,4 0-1 15,-4 1-1-15,4-1 0 16,0-2 1-16,2 2 1 16,17-7-1-16,-26 11 0 15,26-11-1-15,-16 5-1 16,16-5 0-16,0 0-2 15,0 0-1-15,0 0 0 16,0 0 1-16,0 0-1 16,19 3 0-16,-19-3 2 0,30-1 1 15,-8-1 1-15,-3 2 1 16,4-2 0-16,3 1 0 16,-3-3 0-16,-1 1-1 15,-1-1 1-15,-5 1-1 16,-1-4-38-16,3 5-52 15,-18 2-42-15,15-7-25 16,-15 7-8-16,0 0 5 16,0 0 46-16</inkml:trace>
  <inkml:trace contextRef="#ctx0" brushRef="#br0" timeOffset="178715.05">19133 11760 148 0,'-15'-14'89'16,"-8"1"7"-16,0 0 2 15,-10 1 3-15,-1 2 0 0,-3 0-25 16,-8-3-12-16,0 5-14 15,-7-1-14-15,0-1-18 16,-4 3-8 0,1-2-9-16,-2 1-5 15,-2-1 4-15,-2-1-3 0,-2 1-1 16,6-3 0-16,-2 3 0 16,-2-3 6-16,-1 3-3 15,3-1 3-15,1 3-4 16,-1 0 4-16,-1 2 0 15,4 1 0-15,-3-1 1 16,-2 0-2-16,6 2-1 16,-1 1 0-16,4-3 0 0,4 1 1 15,-1 1-1 1,4-1 0-16,3 1 0 16,1 1 0-16,8 0 1 15,-6 1-1-15,3 1 1 0,3 3 0 16,-2-1 1-16,-1 3 0 15,-6 4 0-15,4-1-3 16,-2 1 3-16,2 3-2 16,-6-2 2-16,3 6-3 15,-4-2 6-15,-1 0-1 16,5-2 0-16,-6 3 0 16,2-1 2-16,-4 0-3 15,1 2 0-15,2-4 1 16,1 0-4-16,0-2-1 15,0 2 1-15,5-1-2 16,2-3 1-16,2 1 0 16,-3 0 1-16,6-1 1 0,2 1-1 15,-2 0-1-15,4-1 1 16,3 3 0-16,3-1-1 16,-3 2 1-16,3 0-2 15,4 1 0-15,2 0 0 16,1 3 0-16,4 1 0 15,-2 4-2-15,2 0 2 16,5 5-2-16,0 1 2 16,-1 5-1-16,4 2 1 15,-3 3 0-15,4 4 1 16,-1 2 0-16,1 4 1 16,1-2-2-16,2 2 2 15,5 0-3-15,-1-2 3 0,3 1 3 16,3-1-5-16,2-1 4 15,7-3-3-15,0-1 4 16,7-4-2-16,4-1 6 16,3 0-6-16,5-6 1 15,5-1 3-15,-1-2-3 16,10-2 3-16,0-2-1 16,2-1 0-16,9-2-3 15,1-1 2-15,4-3 0 16,4-1-1-16,0-2 0 15,7-3 1-15,3-2-2 16,3 0 0-16,2-6 1 16,3-1-2-16,4-3 0 0,7-2 1 15,-1-4-2-15,4-3-1 16,1 0 0-16,0-4 0 16,3-1 0-1,-7 0 0-15,-1-2 1 0,-2-4 0 16,-1 4 0-16,-3-2 0 15,-1-1 2-15,-8-1-2 16,2-1 3-16,-5 1 0 16,-1 1-2-16,-6-2 1 15,-7 1-4-15,-4 1 4 16,-9-2-5-16,-3-1 4 16,-3 1-5-16,-4-2 3 15,-7 0-3-15,-5 0 4 0,-3-3 0 16,-8-2 0-1,-2-1 3-15,-7-4-2 0,0-2 2 16,-10-2-1 0,-3-1 2-16,0-4-1 0,-7 0 2 15,-2 0-1-15,-1 1 0 16,-2 3 0-16,-2 1 2 16,-2 4-1-16,-1-1 0 15,1 3-2-15,-3 1-1 16,0 3-4-16,-3 1 2 15,-4-1-4-15,-4 3-4 16,-3 1 1-16,-5 2-2 0,-2 1-2 16,-5 2 5-16,-4 4-1 15,-6 1 4-15,-6 8-4 16,-3 1 8 0,-6 3-4-16,-1 3 4 0,0 1 1 15,0 1-1-15,0 1 1 16,6 2-80-16,6-1-44 15,0-5-25-15,11 6-17 16,-4-8 1-16,17 11-4 16</inkml:trace>
  <inkml:trace contextRef="#ctx0" brushRef="#br0" timeOffset="180204.11">21140 13136 59 0,'0'0'43'16,"-5"-20"-3"-16,5 20 3 15,-7-28 6-15,3 11 8 0,1-2 14 16,-2-2 5-16,-6-5 12 16,8 2-1-16,-9-6-4 15,5 3-11-15,-9-5-11 16,2 6-15-16,-2-3-19 16,-1 5-12-16,-5 1-16 15,-1 4-6-15,0 2 3 16,-6 1-5-16,3 4 1 15,-2 4 0-15,2 1 4 16,-3 1-1-16,-1 1 1 16,4 2 2-16,-4 3-2 15,-1 0 4-15,2 0 0 16,-1 1-1-16,-3 1-1 0,-1 0 3 16,1 1-1-16,3 4 0 15,-1-1 0-15,1 0-1 16,4 3 1-1,4 0 1-15,-1 1-1 0,6 1-1 16,-2 1 1-16,3 0 1 16,2 3-1-16,2 1 0 15,-2 1-1-15,5 4 2 16,-1 3-2-16,-2 2 1 16,1 4-1-16,4 1 0 15,-1 7-1-15,-3 0 2 16,4 5-2-16,-1 2 2 15,1 0-1-15,0 2 2 0,2 0-2 16,1 1 2-16,1 1-2 16,3-4-2-1,0 1 1-15,3-1 0 16,6 0 1-16,1 4-2 0,6-1 3 16,-2 3-3-16,8 0 3 15,1 3 1-15,6 0-1 16,3-2 2-16,1 1-2 15,3-4 2-15,2-2-2 16,4-6 3-16,1-6 1 16,-1-4 3-16,3-12-1 15,0-5 3-15,4-9 0 16,0-7 1-16,-1-10 0 16,4-9-1-16,-3-6-1 15,3-10-10-15,-4-4-66 16,-2-11-55-16,-6-17-41 15,-2-6-11-15,-12-25 5 0,0-9-2 16</inkml:trace>
  <inkml:trace contextRef="#ctx0" brushRef="#br0" timeOffset="181053.72">20444 11508 145 0,'0'0'73'0,"0"0"9"16,0 0 21-16,0 0-5 15,0 0-13-15,22-2-11 16,-3-2-11-16,11 6-10 16,-4-4-6-16,12 2-14 15,-5 0-30-15,4-1-2 0,-6-1 0 16,-2 0 1-16,-10 2-1 16,-1 0-1-1,-18 0-2-15,19 0 3 16,-19 0 0-16,0 0 2 15,-17 7-1-15,1-3 0 0,-3 1 0 16,-11 0 0-16,-3 0 2 16,-5 2-1-16,0-2-3 15,-2-1 0-15,-2 1-1 16,9-2 0-16,4-1-5 16,6-2 3-16,23 0 6 15,-19-3-2-15,19 3 1 16,19-7 0-16,4 2 1 0,10-2 0 15,12-2 5 1,7 0-2-16,11-1-6 16,8 0 0-16,3-1 1 15,1 1-2-15,-4-1 2 0,-3 3 0 16,-13 4-38-16,-13-3-42 16,-5 2-47-16,-18 5-29 15,-19 0-11-15,0 0-2 16,-14-15-1-16</inkml:trace>
  <inkml:trace contextRef="#ctx0" brushRef="#br0" timeOffset="181716.19">16233 11366 115 0,'0'0'47'15,"0"0"53"-15,0 0 6 16,1 15-11-16,-1-15-8 16,21 2-5-16,-5-2-11 15,6 0-10-15,8 2-50 16,5-4-90-16,12-3-44 15,6 5-23-15,3-11-17 16,19 8-5-16,-8-7 73 16</inkml:trace>
  <inkml:trace contextRef="#ctx0" brushRef="#br0" timeOffset="182038.42">18692 11393 146 0,'30'-8'54'0,"12"2"-13"15,-3-2-7-15,7 1-32 16,2 0-28-16,-3-2-24 16,4 6-21-16,-9-8-22 15,5 13 57-15</inkml:trace>
  <inkml:trace contextRef="#ctx0" brushRef="#br0" timeOffset="185570.92">21112 14362 7 0,'0'0'6'0,"0"0"-1"15,0 0-1-15,0 0-2 16,0 0 0-16,0 0 0 16,0 0 0-16,0 0-2 15,0 0 0-15,0 0-1 16,0 0-1-16,0 0-3 15,0 0 2-15,0 0 1 0,0 0 1 16,0 0 2-16,0 0 1 16,0 0 0-16,0 0 2 15,0 0 0 1,0 0-1-16,0 0 0 0,0 0-2 16,0 0 0-16,0 0-1 15,0 0 1-15,0 0-2 16,0 0 1-16,0 0 0 15,0 0 0-15,0 0-1 16,0 0 2-16,0 0-1 16,0 0 0-16,0 0 1 15,0 0-2-15,0 0 1 0,0 0 1 16,0 0-1-16,0 0-1 16,0 0 0-16,0 0 0 15,0 0-1-15,0 0 2 16,0 0-3-16,0 0 0 15,0 0-2-15,0 0 0 16,0 0-1-16,0 0 2 16,0 0 3-16,0 0 1 15,0 0 2-15,0 0 4 16,0 0 3-16,0 0 2 16,0 0 3-16,0 0-3 15,0 0-1-15,0 0-1 16,0 0-2-16,0 0-1 0,0 0-2 15,0 0-1-15,0 0-2 16,0 0-1-16,0 0-1 16,0 0-3-1,0 0 0-15,0 0-1 0,0 0 0 16,0 0-1-16,0 0 0 16,0 0 0-16,0 0-1 15,0 0-2-15,0 0-12 16,0 0-3-16,0 0 24 15,0 0 0-15</inkml:trace>
  <inkml:trace contextRef="#ctx0" brushRef="#br0" timeOffset="-174264.02">27278 13150 75 0,'0'0'97'0,"7"-19"-19"15,-7 19 18-15,3-21 21 16,-3 21-7-16,4-20-6 15,-4 20-10-15,-4-25-15 16,4 25-12-16,-7-24-18 16,7 24-25-16,-15-24-22 15,15 24-2-15,-26-24 3 16,8 13-1-16,-1 1 1 16,4 5 0-16,-5-4 0 15,3 4 1-15,-2 0-1 16,3 1-2-16,-1 1-2 0,17 3 2 15,-28-5-1-15,11 3 0 16,17 2 0-16,-26 0 0 16,26 0-1-16,-28 0 1 15,28 0-1-15,-26 7-2 16,26-7 1-16,-23 12-1 16,23-12 2-16,-29 22-2 15,29-22 1-15,-30 28 0 16,15-12-1-16,-3 1 2 15,-1 2 0-15,0 0 0 16,0 2-2-16,2 1 2 16,-2 4-1-16,0-1 1 15,0 2-1-15,1 3 1 0,-1-1-2 16,7 2 2-16,-5-1-1 16,4 1 1-16,3-3-1 15,-2 1 2 1,1-1-1-16,3-2-2 0,1 5 3 15,0-2-2-15,0 2 3 16,2 2-4-16,1 0 4 16,4 2-1-16,0-1 0 15,4 6 1-15,1-3 1 16,5-1 1-16,2 4-2 16,6-2 4-16,8 0-2 15,3 0-1-15,3 2 1 16,8-4 1-16,1-1-3 0,4-1 0 15,0-4 0 1,4-2 0-16,-4-6 0 16,2-5 4-16,-2-6-1 15,-3-10 5-15,0-6 0 0,3-5-6 16,2-11-3-16,-2-7 0 16,0-6 0-16,3-6 0 15,1-5 0-15,0-4 0 16,-1-2 0-16,4-5 0 15,-7 3 0-15,1-3 0 16,-5 1 0-16,-4-1 0 16,-4 1 0-16,-11 0 0 15,-13 1 0-15,-6-3 0 0,-15 1 0 16,-10 3-4-16,-15 3-3 16,-8 3-1-1,-7 5 6-15,-12 6-1 0,1 6 2 16,-8 6-2-16,7 9-11 15,1 3-71-15,15 6-45 16,13 13-35-16,12 2-7 16,23 10-3-16,6-3-1 15</inkml:trace>
  <inkml:trace contextRef="#ctx0" brushRef="#br0" timeOffset="-173444.43">29658 13117 219 0,'-16'-33'178'15,"2"14"-30"-15,-2 2-32 16,-10-5-10-16,4 3-10 16,-16-7-20-16,5 3-28 15,-5 2-36-15,-2 2-11 0,-2-1 0 16,0 4 0-16,-1 2 0 15,5 5-2-15,1 3 1 16,3 4-1-16,1 4-2 16,0 1 1-16,5 6 1 15,2 1-1-15,0 9-2 16,-4 0 3-16,1 5-1 16,-1 4 0-16,-1 5 0 15,1 3 2-15,1 2-2 16,-1 6 1-16,1-1 0 15,-2 2 1-15,8 5-2 16,2 0 3-16,6 6-2 16,2-1 0-16,7 2 0 0,6 0 1 15,3 2 0-15,9 2 0 16,2-2 1-16,9-2 0 16,-1-4 1-16,13-2 1 15,1-5 0-15,6-4 3 16,3-7 0-16,11-8 0 15,-4-9 2-15,7-6 2 16,2-9-7-16,3-6-3 16,-2-9 0-16,6-4 0 15,-4-8 0-15,6-2 0 16,-3-5 0-16,-2-4 0 16,0-7 0-16,-4-1 0 15,-5-4 0-15,-4-5 0 0,-10-6 0 16,-6-6 0-16,-5 0 0 15,-13-6 0-15,-10 1 0 16,-11 0 0 0,-6 7 0-16,-13 3 0 0,-11 10 0 15,-6 6 0-15,-9 8-1 16,-11 4-5-16,0 9-20 16,-12-3-105-16,-1-6-39 15,5 2-5-15,-8-14-6 16,11 1 2-16</inkml:trace>
  <inkml:trace contextRef="#ctx0" brushRef="#br0" timeOffset="-115056.94">5519 15295 130 0,'-22'-10'98'16,"-1"-3"40"-16,-3 0-11 15,7 4 0-15,-7-7-8 16,10 8-5-16,-3-8-17 15,19 16-24-15,-26-22-73 16,26 22 0-16,-10-19 0 16,10 19 0-16,0 0 0 15,-7-16 0-15,7 16 0 16,0 0 0-16,0 0 0 16,0 0 0-16,0 0 0 15,0 0 0-15,0 0 0 0,0 0-12 16,-6 21 2-16,6-21-1 15,-6 24 2-15,-1-7 5 16,0 4 2-16,1 2 1 16,-1 6-1-16,-3 4 3 15,1 0 2-15,2-4-4 16,1 4 5-16,6-5-3 16,-4 1 1-16,8-3-1 15,-1-2 0-15,0-1-1 16,8-4-4-16,1-2 5 15,7-1-6-15,4-1 2 16,3-2 1-16,3-3 1 16,4 2 1-16,5-2 0 0,4 1-1 15,5-1 0-15,2 1 2 16,4 1 0-16,-1 3-2 16,4 1 1-16,-4 1-1 15,0 2 1-15,-7 5-1 16,-3 2 2-16,-2 0-1 15,-9 4 2-15,-5 3 0 16,-3 3 3-16,-6 4-2 16,-5 5 1-16,-8 0-1 15,-1 2 2-15,-6 5-3 16,-8-1 1-16,-4 5-1 16,-1 1-5-16,-7-3 3 15,-6-1-3-15,3 1 4 0,-4-4-3 16,4-5 3-16,0-3-4 15,7-11 3-15,4-7 0 16,4-5-3 0,11-19 0-16,-12 17 0 0,12-17-1 15,0 0 1-15,19 7 1 16,-3-3-2-16,3-2 3 16,7 1 1-16,7 4 0 15,5 2 1-15,5 1-1 16,-1 0 0-16,7 4-1 15,-1 2 0-15,1-1 0 16,-1 3 1-16,1 1-1 16,-4 2-1-16,4 1 1 0,-4 2 0 15,-2 1 0-15,-1 2-1 16,-4 1 2 0,-1 3 0-16,1 0 0 15,-5 0 0-15,-4-1 2 0,1-1-2 16,-2 2 2-16,1-3-1 15,-3 0 0-15,0-2 0 16,-3-4 1-16,-1 1-2 16,4-1 0-16,-3 2 1 15,-4-3-2-15,-2 2 0 16,2 1-1-16,-3 0 0 16,-2 2 0-16,-2-2 1 15,-1-1-1-15,-3-4 1 16,-1 0 1-16,0-2 0 15,-7-17 1-15,11 26 0 16,-11-26-2-16,0 0 2 16,5 19 0-16,-5-19-1 0,0 0 2 15,0 0-1-15,0 0 1 16,0 0 2-16,0 0 1 16,0 0 2-16,0 0 1 15,7-20 0-15,-7 20 0 16,0-26 3-16,-4 5-5 15,4-9-3-15,-3-6-3 16,-1-2 0-16,3-5 0 16,-3-4 0-16,1-3 0 15,-1 0 0-15,1 1 0 16,-1 6 0-16,1 6 0 16,-2 6 0-16,1 7 0 0,1 8-1 15,3 16-5-15,-4-15 0 16,4 15-1-16,0 0 0 15,0 0-2-15,0 0 1 16,0 0 3-16,-7 19 1 16,7-19 1-16,11 24 1 15,-3-7 0-15,6 4 0 16,2 5 1-16,5 4 1 16,1 3 2-16,1-1-2 15,3 1 1-15,2 4 1 16,1-3-2-16,-3 1 0 15,4-2 0-15,-8-6-1 16,1-1-2-16,-8-5 3 0,-1-2-1 16,-14-19 1-16,16 18 5 15,-16-18-3-15,0 0 2 16,0 0 0-16,-30 15-1 16,8-6 0-16,-9 3 0 15,-6 4-1-15,-5 4-3 16,-6 6 2-16,-8 2-2 15,-4 7 0-15,-3 1 3 16,2-3-1-16,-1 1 0 16,1-2-1-16,5-6 1 15,8-6-1-15,6-4 0 16,13-6 0-16,10-3 0 16,19-7 5-16,-18-5-20 0,18-11-118 15,11-4-32-15,-11-18-7 16,8-6-1-1,-4-23-4-15</inkml:trace>
  <inkml:trace contextRef="#ctx0" brushRef="#br0" timeOffset="-113395.76">6982 15915 567 0,'0'0'171'15,"0"0"-2"-15,0 0-92 16,0 0-73-16,0 0-1 15,0 0-5-15,0 0-3 16,26 29 1-16,-3 1 0 16,7 9-1-16,-4 8 2 15,5 5-2-15,-2 3 3 16,-6 4 0-16,-4-5 2 16,-5-6 2-16,-7-6 0 0,-5-13 2 15,-2-4-5-15,-6-10 1 16,6-15-1-1,-17 0 7-15,17 0 10 16,-19-28-3-16,12 8 0 0,-2-6-3 16,6-2-10-16,3-7 0 15,10 3 0-15,6-5 0 16,6 1 0-16,11-1 0 16,6-4 0-16,6 3 0 15,0 3 0-15,3 1 0 16,1 2 0-16,-2 1 0 15,-2 2 0-15,-7 3 0 0,-1 7 0 16,-6 0 0 0,-5 3 0-16,-3 6 0 15,-23 10 0-15,20-9 0 16,-20 9-8-16,0 0-6 16,-14 17 0-16,4 3-2 0,-6-1 5 15,1 12 5-15,1 5 6 16,-2 7-3-16,6 4-2 15,1 2 1-15,9-3 3 16,4-2 1-16,8-3 4 16,3-13 2-16,10-7 5 15,3-11 2-15,4-7 1 16,5-9 1-16,1-7 0 16,-1-11-11-16,1-4-4 15,0-4 0-15,2-8 0 16,-5-2 0-16,1 1 0 15,-1-1 0-15,1 4 0 0,2 5 0 16,2 4 0-16,2 10 0 16,-6 5 0-16,6 10 0 15,-4 4-1-15,2 9-13 16,-9 3-1-16,-5 11 3 16,-3-1 5-16,-9 6 1 15,-7 3 2-15,-11 2 0 16,-6 3 3-16,-6 2 1 15,-10-3 3-15,-3-2-1 16,-4-4 0-16,-2-5-1 16,2-3 0-16,7-7-4 15,4-5 5-15,6-9 9 16,16 0 1-16,0 0 0 0,9-28 0 16,11 6-3-16,12-4-9 15,1-9 0-15,12-1 0 16,7-4 0-16,3-2 0 15,-3 1 0-15,6-3 0 16,-3 5 0-16,1 1 0 16,-8 5 0-16,-6 3 0 15,-9 6 0-15,-7 7 0 16,-7 5 0-16,-19 12-3 16,16-9-12-16,-16 9 0 15,-12 17-1-15,-2 1 2 16,-2 4 4-16,1 7 7 15,-3 10 1-15,6 2 2 0,9 4-1 16,3-2 3-16,7-3 0 16,12-3 4-1,7-10-1-15,5-6 2 16,9-14 3-16,8-11 0 0,5-11 0 16,4-8-1-16,2-11 0 15,5-8-3-15,-1-10-3 16,-3-8-3-16,3-8 0 15,-8-8 0-15,-6-4 0 16,-4-3-3-16,-10 4-5 16,-6 4-3-16,-10 8-4 15,-8 10 3-15,-8 13-1 16,-6 11 4-16,-4 14 1 0,7 19 0 16,-23-8 2-16,8 20 3 15,1 9 2-15,5 10 0 16,6 10 3-1,3 10-2-15,3 7 1 0,6 5 0 16,5 3 2-16,1-2 1 16,4 0 1-16,-1-4 1 15,-6-6-2-15,-2-4-1 16,-4-5 0-16,-3-3 0 16,-3-8-1-16,-5-6-1 15,-6-9-3-15,11-19-1 16,-26 21-1-16,26-21 1 15,-29-7 2-15,13-4 0 0,1-4 6 16,1-1 10-16,2-4 2 16,5-1 1-1,7-9-1-15,8-1-15 16,10-5-2-16,11-2 0 0,13-4 0 16,13-5 0-16,13 4 0 15,3 0 0-15,11 12 0 16,-11 1-45-16,4 18-88 15,-8 14-39-15,-29 12-9 16,-8 22 3-16,-30 11 2 16,-9 29 39-16</inkml:trace>
  <inkml:trace contextRef="#ctx0" brushRef="#br0" timeOffset="-112141.88">8500 17396 241 0,'6'-22'142'0,"3"-1"-7"15,-5 4-13-15,-4-5-3 16,0 7-15-16,-4-6-16 15,1 4-28-15,-6-3-48 16,-5 1-12-16,2-2-4 16,-7 3-6-16,1 2 1 15,-4 1 0-15,-4 1 2 16,-5 6 1-16,-2 3 1 16,-6 5 2-16,-4 6 1 15,-6 5 1-15,-3 3-1 16,-1 7 1-16,-10 5-1 0,2 5 1 15,-1 6 0-15,-2 3-2 16,-2 7 1-16,-2 4 0 16,4 2 1-16,1 7 0 15,3 0-1-15,0 5 2 16,5 4-1-16,6 1 3 16,4-1-2-16,7 3 4 15,5 2-4-15,4-3 3 16,6 2-4-16,7 0 0 15,6 0 1-15,5-1-3 16,1-3 3-16,8-1-1 16,4 0 1-16,6-2 0 15,9 0 3-15,6-5 4 0,6-4-1 16,5 4 3-16,10-4-1 16,9-1 2-16,4-4-1 15,13-3 2 1,2-7-2-16,11-1-9 0,5-4 0 15,6-5 0-15,6-6 0 16,9-5 0-16,4-5 0 16,5-2 0-16,2-7 0 15,3-7 0-15,5-6 0 16,1-5 0-16,-1-7 0 16,-1-8 0-16,-1-5 0 15,-2-8 0-15,-6-4 0 16,-1-7 0-16,-10-5 0 0,-2-6 0 15,-9-1 0 1,-6-2 0-16,-10-5 0 16,-11 2 0-16,-7-4 0 15,-9 6 0-15,-11-1 0 0,-6 3 0 16,-9 1 0-16,-10 1 0 16,-4 1 0-16,-9 5 0 15,-6 1 0-15,-4 1 0 16,-4 1 0-16,-3 1 0 15,-3 1 0-15,-6 2 0 16,-3 1 0-16,0 2 0 16,-7-1 0-16,0 0 0 15,-4-1 0-15,-3 2 0 16,-5 1 0-16,-2-3 0 16,-5 4 0-16,-3-2 0 15,-1 6 0-15,-8-1 0 16,-2 4 0-16,-9 0 0 0,0 5 0 15,-5 4-7-15,0 1 1 16,-5 7 0-16,-3 1 2 16,-9 2 0-16,1 4 2 15,-5 2 1-15,-6 4 0 16,-1-1 1-16,-5 4-1 16,-2-2 1-16,1 3 1 15,1 4-1-15,-2 9-1 0,-1 5 0 16,5 14-3-1,-7 6-16-15,-2 13-116 16,2 15-31-16,-13 11-7 16,5 14 2-16,-13 1-6 0</inkml:trace>
  <inkml:trace contextRef="#ctx0" brushRef="#br0" timeOffset="-103515.74">8340 17580 317 0,'-12'-17'156'0,"12"17"-33"15,-16-13-15-15,16 13-14 16,0 0-15-16,-17-5-17 16,17 5-26-16,0 0-29 15,0 0-1-15,0 0-4 16,-16 14-1-16,16-14-2 0,-3 38 1 15,3-8 0-15,0 8-3 16,0 10 0-16,-4 13-2 16,4 3 5-1,0 3-3-15,-3-1 3 0,-1-5-1 16,2-6 0-16,-1-6 1 16,3-11 0-16,-4-12-2 15,1-7-2-15,3-19 0 16,0 0 1-16,0 0 7 15,0 0-3-15,0 0 0 16,10-21 0-16,-8-5 2 16,2-7-1-16,-4-9 3 15,3-3-4-15,-3-7-5 16,4-3 2-16,-4 0 2 16,3-1-2-16,1 4 3 15,2 6-2-15,-4 2 5 16,9 6-5-16,-8 2 2 0,4 3 0 15,-2 5 1-15,2 1-1 16,0 6 1-16,-3 2-3 16,-4 19-1-16,5-23 0 15,-5 23-2-15,0 0-1 16,0 0 1-16,0 0 0 16,26 23 0-16,-16-1 3 15,9 4 0-15,0 9 3 16,7 6 0-16,4 6 1 15,0 3-3-15,-4 6 5 16,3 3-2-16,-3 0 1 16,0-1-1-16,-3 1 1 15,-8-3-2-15,1-6 3 0,-6-2-2 16,1-4-1-16,-9-6-2 16,1-5-3-16,-3-8 4 15,0-5-3-15,0-20 5 16,-3 20-67-16,3-20-28 15,0 0-19-15,-13-19-12 16,3 4-20-16,1-11-22 16,2 5-3-16,-8-10 45 15</inkml:trace>
  <inkml:trace contextRef="#ctx0" brushRef="#br0" timeOffset="-103020.38">8201 18007 330 0,'-19'2'132'16,"19"-2"-10"-16,0 0-9 16,0 0-15-16,0 0-15 0,0 0-26 15,0 0-25-15,0 0-31 16,9-19-1-16,-9 19 0 16,17-14 1-16,-1 4 0 15,10-2 0-15,3-6 0 16,6 1-4-16,12-5 0 15,5-4 1-15,5 0 0 16,2 0 0-16,-5 0 1 16,-2 3-1-16,-3 4 0 15,-10 2 0-15,-4 5 1 16,-9 3-1-16,-5 6 0 16,-21 3 1-16,19-4 2 15,-19 4 2-15,0 0 2 0,0 0 2 16,0 0-1-16,0 19-12 15,0-19-122-15,-7 38-35 16,-8-15-6 0,1 17-6-16,-16-2-3 0</inkml:trace>
  <inkml:trace contextRef="#ctx0" brushRef="#br0" timeOffset="-58941.27">8921 1437 552 0,'0'0'193'0,"0"0"-3"16,0 0-102-16,0 0-88 15,0 0 0-15,0 0 0 16,0 0 0-16,0 0 0 16,19 100 0-16,-3-19 0 15,-2 35 0-15,2 18 0 16,-3 20 0-16,-4 7 0 15,-2-2 0-15,-7-7 0 0,0-6 0 16,-3-30 0 0,-4-37 0-16,1-25 0 15,3-21-1-15,3-33-18 16,0 0 8-16,-4-35 6 0,4-27-4 16,0-33 3-16,4-35-4 15,-1-17 19-15,3-26 0 16,4-7 8-16,2 1-7 15,6 18 4-15,4 7-12 16,1 31-2-16,3 30 0 16,-4 19 0-16,-22 74 0 15,49-80 0-15,-49 80 0 16,0 0 0-16,0 0 0 16,94 17 0-16,-94-17 0 15,55 130 0-15,-22-28 0 16,2 33 0-16,-2 12 0 15,2 11 0-15,-6-2 0 0,1-11 0 16,-1-3 0-16,-3-26 0 16,0-26 0-16,-3-35-3 15,3-17-9-15,0-25 3 16,5-31-1-16,-1-37 10 16,8-39-12-16,2-25 13 15,1-23 3-15,4-19 3 16,1-12-4-16,0-4 8 15,3 15-7-15,-4 16-9 16,0 27 10-16,-3 18-10 16,-9 25 2-16,-33 76-3 15,56-95 11-15,-56 95-3 16,0 0 6-16,0 0-1 0,0 0 1 16,0 0-8-16,0 0 0 15,64 123 0-15,-52-31 0 16,5 38 0-16,2 37 0 15,4 27 0-15,-4 17 0 16,4 13 0-16,-1 8 0 16,1-12 0-16,1-9 0 15,-1-33-4-15,-1-31 2 16,-3-33-5-16,4-24-2 16,-4-34-76-16,10-13-65 15,1-20-35-15,-4-34-2 16,3-15-5-16,-2-24 4 0</inkml:trace>
  <inkml:trace contextRef="#ctx0" brushRef="#br0" timeOffset="-57445.2">11044 1892 502 0,'0'0'196'15,"0"0"3"-15,-15-78-88 16,15 78-96-16,0 0-15 16,0 0 0-16,-30 42 0 15,20 13 0-15,4 13 0 0,0 22 0 16,2 13 0-16,4 6 0 16,4 2 0-1,6 5 0-15,9-15-6 0,7-15 2 16,9-18-4-16,10-25 5 15,4-21-5-15,6-9 3 16,4-20 0-16,2-18 1 16,1-20-2-16,-4-19 4 15,-6-15 18-15,-12-22-15 16,-13-16 16-16,-9-10-10 16,-18 8 3-16,-14 3-10 15,-17 14 0-15,-14 8 0 16,-15 23 0-16,-11 25 0 15,-3 21 0-15,-8 20 0 16,4 3 0-16,10 8 0 16,68-6 0-16,-109 24 0 15,109-24 0-15,0 0 0 0,0 0-46 16,0 0-61-16,80-42-10 16,1 11-2-16,10-5 4 15,16-8 10-15,-3 1 25 16,6 3 71-16,-3 6 76 15,-23 6 27-15,-6 4 18 16,-78 24 2-16,111-28 2 16,-111 28 4-16,0 0-45 15,0 0-75-15,0 0 0 16,0 0 0-16,0 0 0 16,31 97 0-16,-31-97 0 15,-9 137 0-15,13-42 0 16,5 16 0-16,5 12 0 0,8 8 0 15,4-10 0-15,9 2 0 16,5-22 0-16,-2-13 0 16,4-24-4-16,-2-21 3 15,1-24 0-15,1-20 1 16,-6-15-1-16,2-24-3 16,-8-19 14-16,3-41-10 15,-10-14 1-15,-8-11-1 16,-4 0 0-16,-8-4 0 15,-10 9 0-15,-9 11 0 16,-6 21 0-16,22 88 0 16,-75-83 0-16,75 83 0 15,-107-23 0-15,107 23 0 0,-124 30 0 16,124-30 0-16,-123 55 0 16,123-55 0-16,-90 54 0 15,90-54 0-15,0 0 0 16,0 0 0-16,0 0 0 15,0 0 0-15,87 36 0 16,-87-36 0-16,137-47 0 16,-57 20 0-16,8 1 0 15,2 0 0-15,1 5 0 16,-3 14 0-16,-1 5 0 16,-12 9 0-16,-4 11 0 15,-71-18 0-15,120 76 0 0,-80-16 0 16,-9 22 0-16,-10 16 0 15,-9 15 0-15,-9 8 0 16,-6 0 0-16,-9-8 0 16,-2-15 0-16,-2-13 0 15,2-26 0-15,6-21 0 16,8-38 0-16,0 0 0 16,-18-40 0-16,25-8 0 15,4-18 0-15,4-29 0 16,1 14 0-16,10-8 0 15,7 10 0-15,5-3 0 16,14 10 0-16,-52 72 0 16,115-110 0-16,-44 90 0 0,7-11 0 15,9-2 0-15,1 7 0 16,3 7 0-16,2-2 0 16,-2-5 0-16,-3 0 0 15,-10 2 0-15,-78 24 0 16,120-37 0-16,-120 37 0 15,68-26 0-15,-68 26 0 16,0 0 0-16,0 0 0 16,0 0 0-16,0 0 0 15,-98 30 0-15,98-30 0 16,-111 71 0-16,47-5 0 16,0 20 0-16,5 8 0 15,10 15 0-15,13 0 0 0,13-4 0 16,18-4 0-16,17-4 0 15,21-25 0 1,16-20 0-16,18-22 0 16,15-20 0-16,12-15 0 0,10-21 0 15,5-14 0-15,8-17 0 16,-6-4 0-16,-2-6-42 16,-12 12-117-16,-12 10-21 15,-10 10 4-15,-16 11-9 16,-2 3 6-16</inkml:trace>
  <inkml:trace contextRef="#ctx0" brushRef="#br0" timeOffset="-56724.69">15427 1800 580 0,'52'-79'192'15,"-52"79"0"-15,0 0-133 16,52-85-59-16,-52 85 0 16,0 0 0-16,0 0 0 15,0 0 0-15,0 0 0 16,0 0 0-16,0 0 0 16,0 0 0-16,68 83 0 15,-61-40 0-15,0 9 0 16,0 9 0-16,-7-11 0 0,0-9 0 15,0-16 0 1,0-25 0-16,0 0 0 16,0 0 0-16,0 0 0 0,-14-99 0 15,14 99 0-15,10-123 0 16,-10 123 0-16,32-114 0 16,-32 114 0-16,59-109 0 15,-59 109 0-15,78-71 0 16,-78 71 0-16,81-28 0 15,-81 28 0-15,80 19 0 16,-80-19 0-16,0 0 0 16,92 104 0-16,-92-104 0 15,23 125 0-15,-23-65 0 16,-4 1 0-16,-6-6 0 16,-2-10 0-16,1-17 0 15,11-28 0-15,0 0 0 0,0 0 0 16,-12-75 0-16,12 75 0 15,19-122 0-15,-7 52 0 16,-12 70 0-16,40-119 0 16,-40 119 0-16,52-92 0 15,-52 92 0-15,0 0 0 16,84-64 0-16,-84 64 0 16,0 0 0-16,88 26 0 15,-88-26 0-15,68 80 0 16,-68-80 0-16,56 121 0 15,-37-33 0-15,-7 21 0 16,-9-3 0-16,-10-1 0 0,-8-4 0 16,-8-18 0-16,8-5-70 15,-6-33-91-15,2-28-16 16,6-43 0-16,13 26-8 16,-3-142 7-16</inkml:trace>
  <inkml:trace contextRef="#ctx0" brushRef="#br0" timeOffset="-56461.5">16726 1186 533 0,'90'-71'149'0,"-90"71"-6"16,0 0-26-16,0 0-36 16,71-18-81-16,-71 18 0 0,0 0 0 15,-10 108 0-15,10-108 0 16,-19 152 0-16,3-27 0 15,2 37 0-15,-5 20 0 16,-4 12 0-16,1 2 0 16,3-2 0-16,0-13 0 15,1-13-16-15,3-50-106 16,8-32-33-16,7-35-27 16,3-29 0-16,13-29-6 15,6-24 11-15</inkml:trace>
  <inkml:trace contextRef="#ctx0" brushRef="#br0" timeOffset="-56061.22">17613 1830 708 0,'69'-64'200'15,"-69"64"-85"-15,0 0-115 16,0 0 0-16,0 0 0 15,0 0 0-15,0 0 0 16,0 0 0-16,0 0 0 16,-97 31 0-16,53 7 0 15,-1 17 0-15,0 14 0 16,0 9 0-16,5 16 0 16,9-2 0-16,8 6 0 0,9-6 0 15,14-5 0 1,11-23 0-16,15-11 0 15,19-15 0-15,16-19 0 16,20-15 0-16,13-15 0 0,14-8 0 16,5-8 0-16,6-6 0 15,1-2 0-15,-9 9 0 16,-14 5 0-16,-12-1-23 16,-17 13-104-16,-23 13-35 15,-26 6-28-15,-15 11-1 16,-37 1-12-16,-19 8 77 15</inkml:trace>
  <inkml:trace contextRef="#ctx0" brushRef="#br0" timeOffset="-55364.53">7057 3822 613 0,'35'26'192'0,"24"-10"-25"16,41-3-182-16,32-6 15 16,40-5 0-16,37-7-1 15,30-12-1-15,34-4-4 16,32-7 4-16,25-5-4 15,33-3 5-15,20-2-4 16,29-11 6-16,15 1-5 16,24 3 9-16,19-7-4 15,13 2 6-15,17-1-2 16,5 5 1-16,2 2-1 0,-2 5 1 16,-5 4-3-16,-17 4 0 15,-6 8 1-15,-24 4-5 16,-9 9-2-16,-22 1 0 15,-14 6 0-15,-19 3-1 16,-23 5 1-16,-22-3-1 16,-16 3 0-16,-30 2 3 15,-20 2-1-15,-24-4 0 16,-27 3 0-16,-20-1 1 16,-22 4 0-16,-20 1 1 15,-22-5 0-15,-29-2 0 16,-20-7-71-16,-30-10-112 15,-19-16-15-15,-48-50-6 0,-9 2 204 16,-18-5 0-16,1 7 0 16,-10-8 0-16,3 15 0 15,5 4 0-15,8 20 0 16,23 43 0-16</inkml:trace>
  <inkml:trace contextRef="#ctx0" brushRef="#br0" timeOffset="-53360.1">23396 1120 494 0,'0'0'178'16,"0"0"-4"-16,0 0-83 15,0 0-40-15,-86 85-16 16,86-85-44-16,-45 97 14 16,45-97-11-16,-46 128 10 15,36-59 0-15,7 0-2 16,3-69-2-16,22 102 0 15,-22-102 0-15,71 45 0 16,-71-45 0-16,111-27 0 16,-111 27 0-16,131-89 0 15,-131 89 0-15,123-128 0 16,-78 59 0-16,-10-5 0 16,-35 74 0-16,26-128 0 0,-26 128 0 15,-35-111 0-15,35 111 0 16,-97-61 0-16,97 61-1 15,-144-8-7-15,71 13-9 16,-5 12 8-16,78-17-3 16,-124 47-92-16,124-47-36 15,0 0-29-15,0 0-5 16,0 0-6-16,39 69 3 16</inkml:trace>
  <inkml:trace contextRef="#ctx0" brushRef="#br0" timeOffset="-53131.89">24356 865 566 0,'0'0'196'15,"0"0"-57"-15,0 0-43 16,72 58-70-16,-72-58-26 16,13 95 0-16,-13-24 0 15,0 21 0-15,-10 29-4 16,-9 41-12-16,-7 20-2 15,-9 17 2-15,-8-1-1 16,-2 11-112-16,-4-20-44 16,0-25-10-16,15-36-26 15,1-57 21-15</inkml:trace>
  <inkml:trace contextRef="#ctx0" brushRef="#br0" timeOffset="-52677.33">24625 1390 423 0,'0'0'194'0,"0"0"-12"15,0 0-72-15,37 93-20 16,-37-13-66-16,-7 22-24 16,0 23-6-16,2 19-11 15,-2-3-4-15,0 3 5 16,-2-16 2-16,6-8-4 15,-4-36 3-15,3-18 21 0,4-33 0 16,0-33 2-16,0-33-1 16,4-41 4-16,-1-30 9 15,4-22 3 1,5-9 0-16,2-18-20 0,2 1-3 16,10 7 0-16,0 16 0 15,5 27 0-15,2 30 0 16,-33 72 0-16,71-99 0 15,-71 99 0-15,72-42 0 16,-72 42 0-16,0 0 0 16,85 21 0-16,-85-21 0 15,0 0 0-15,7 114 0 16,-7-114 0-16,-56 125 0 0,11-56 0 16,-11-1 0-16,-3-1-98 15,2-15-45 1,1-3-32-16,56-49-6 15,-71 34 11-15,71-34-7 0</inkml:trace>
  <inkml:trace contextRef="#ctx0" brushRef="#br0" timeOffset="-52400.13">25521 1632 446 0,'0'0'181'0,"0"0"2"16,0 0-85-16,0 0-23 0,0 0-35 16,0 0-40-16,0 0 0 15,101-24 0-15,-101 24 0 16,146-36-101-16,-65 29-59 15,-10 2-23-15,-71 5-2 16,110 19-15-16,-110-19 7 16</inkml:trace>
  <inkml:trace contextRef="#ctx0" brushRef="#br0" timeOffset="-52248.03">25401 2304 369 0,'-22'19'185'0,"22"-19"8"0,8-19-82 16,32-14-123-16,18-21-94 16,20-11-41-16,3-6-23 15,20-2 2-15,-4-17-4 16</inkml:trace>
  <inkml:trace contextRef="#ctx0" brushRef="#br0" timeOffset="-51744.67">26516 1485 489 0,'0'0'186'0,"0"0"-18"15,0 0-81-15,97 23-9 16,-26-30-63-16,18-14-15 15,8-3 0-15,7-7 0 16,-2-9 0-16,-4-3 0 16,-10-2 0-16,-13 1 0 15,-75 44 0-15,104-88 0 16,-104 88 0-16,49-74 0 16,-49 74 0-16,0 0 0 15,0 0 0-15,-44-78 0 16,44 78-10-16,0 0-2 0,-97 0 4 15,97 0 5-15,0 0 1 16,-87 48 3-16,87-48-4 16,-42 73 8-16,42-73 1 15,-17 104 8-15,17-104-12 16,-3 143 8-16,13-58-10 16,0 17 0-16,3 18 0 15,1 8-9-15,-2 7-8 16,0-2 3-16,-2 2 1 15,-3-12-3-15,0-2 8 16,-5-27-16-16,1-23-83 16,-6-23-22-16,-2-18-34 15,5-30-6-15,-18 1-4 0,10-27 4 16</inkml:trace>
  <inkml:trace contextRef="#ctx0" brushRef="#br0" timeOffset="-51537.52">26802 1973 675 0,'-48'-90'174'15,"48"90"-29"-15,0 0-116 16,97-50-29-16,-97 50 0 16,142-55 0-16,-55 24 0 15,10-9-20-15,-8 3-117 16,1-2-38-16,0 2-3 0,-12-1-15 15,-3 4 3-15</inkml:trace>
  <inkml:trace contextRef="#ctx0" brushRef="#br0" timeOffset="-51241.32">28413 865 618 0,'49'-84'186'16,"-49"84"6"-16,0 0-165 16,0 0-27-16,-91 7 0 15,91-7 0-15,-97 64 0 16,97-64 0-16,-114 110-6 16,53-39 0-16,9 11-2 15,10 6 9-15,13 7 2 16,9 9-2-16,20 0 10 0,16 15-7 15,17 4-4-15,12-2 0 16,16-6 0-16,5-20-91 16,14-9-84-16,5-23-2 15,-2-27-11-15,6-43 7 16,-11-43-5-16</inkml:trace>
  <inkml:trace contextRef="#ctx0" brushRef="#br0" timeOffset="-50760.97">29026 1246 590 0,'0'0'180'0,"0"0"0"16,-26 82-110-16,26-82-67 16,-16 119-3-16,9-38 0 15,4 23 0-15,-4 9 0 16,3-4 0-16,3-5 0 15,-3-11 0-15,1-8-15 16,-1-23 3-16,1-17 1 16,3-45 13-16,-4-43 8 15,4 43-1-15,0-137 8 16,4 46-17-16,-1-18 0 16,1-7 0-16,3-7 0 15,1 12 0-15,6 17 0 16,2 11 0-16,6 9 0 0,-22 74 0 15,45-111 0-15,-45 111 0 16,0 0 0-16,79-85 0 16,-79 85 0-1,0 0 0-15,85-14 0 0,-85 14 0 16,0 0 0-16,86 52 0 16,-86-52 0-16,0 0 0 15,42 97 0-15,-42-97 0 16,-23 76-7-16,23-76 4 15,-67 70-1-15,67-70-63 16,-97 60-61-16,97-60-37 16,-105 63-9-16,105-63 0 0,-79 36 11 15</inkml:trace>
  <inkml:trace contextRef="#ctx0" brushRef="#br0" timeOffset="-50495.78">29758 1444 350 0,'-19'78'175'0,"19"-78"4"15,0 0-68-15,-33 74-13 0,33-74-20 16,0 0-66-16,0 0-12 15,0 0 6-15,0 0-25 16,0 0-64-16,0 0-44 16,0 0-30-16,0 0-9 15,-22-69-7-15,22 69 0 16</inkml:trace>
  <inkml:trace contextRef="#ctx0" brushRef="#br0" timeOffset="-50009.44">30465 1250 334 0,'0'0'171'16,"0"0"21"-16,0 0-47 15,52-80-31-15,-52 80-47 0,0 0-67 16,0 0 0-16,0 0 0 15,-97-47 0-15,97 47 0 16,0 0 0-16,-101 23-2 16,101-23-7-16,0 0 2 15,-97 62 18-15,97-62-16 16,0 0 17-16,-49 92-12 16,49-92 0-16,0 0 0 15,26 88 0-15,-26-88 0 16,0 0 0-16,111 85 0 15,-111-85 0-15,110 40 0 16,-110-40 0-16,111 34 0 16,-111-34 0-16,87 37 0 0,-87-37 0 15,0 0 0-15,0 0 0 16,10 93 0-16,-10-93 0 16,-85 73 0-16,26-35 0 15,-9 2 0-15,-3-9 0 16,-7 0 0-16,7-13 0 15,71-18-91-15,-117 1-34 16,117-1-17-16,0 0-28 16,-81-62 6-16,81 62-19 15,17-76 36-15</inkml:trace>
  <inkml:trace contextRef="#ctx0" brushRef="#br0" timeOffset="-49615.16">30935 729 471 0,'0'0'206'15,"0"0"-6"-15,0 0-70 16,0 0-114-16,0 0-16 15,0 0 0-15,0 0 0 16,0 0 0-16,0 0 0 0,0 0 0 16,94 62 0-16,-94-62 0 15,111 71 0-15,-111-71 0 16,127 100 0-16,-127-100 0 16,119 132 0-1,-73-49 0-15,-27 9-1 0,-19 19 2 16,-33 36-1-16,-28 17 0 15,-33 23-6-15,-36 7-6 16,-31 17 5-16,-34-7-83 16,-20 6-82-16,-14-16-22 15,-14-49-21-15,2-27 2 16,-11-54 100-16</inkml:trace>
  <inkml:trace contextRef="#ctx0" brushRef="#br0" timeOffset="-39568.01">7361 17542 1 0,'0'0'19'15,"0"0"21"-15,0 0-15 16,-12-16 2-16,12 16 1 16,0 0-2-16,0 0-2 15,0 0-1-15,-7-17 0 16,7 17-8-16,0 0-5 15,7-16-4-15,-7 16-5 16,12-24 1-16,-2 7-2 16,2-1 5-16,-1-2-5 0,8-6 11 15,0 3-1-15,2-4 11 16,-2 1 4 0,7 1 12-16,-7 3 10 0,7-1 6 15,-7 4 7-15,4 2-1 16,-4 1 0-16,-5 3-4 15,5 0 0-15,-4-2-5 16,6 3-7-16,-9-6-3 16,8 6-7-16,-7-3-5 15,3 3-2-15,-16 12-5 16,23-21-8-16,-23 21-11 16,0 0-2-16,22-12 0 15,-22 12 0-15,0 0-1 0,0 0-3 16,0 0-2-1,0 0 4-15,14-4 0 0,-14 4 0 16,23-7 0 0,-8 0-1-16,4 2-1 0,2-2 1 15,7-1 2-15,1-1-1 16,1 0 1-16,3 1 0 16,5-4 1-16,2-2 0 15,2 2 0-15,3-2-1 16,3 0 1-16,-2-2-1 15,2 2 0-15,-3 2-1 16,0 4 1-16,-5-1-1 16,-5 2 1-16,-2 2-1 0,-3 1 2 15,-4 3-2 1,0 1 2-16,-4 0 0 16,1 0 1-16,-4 0 0 15,-4 0-1-15,3 0 1 0,-3 0-1 16,-1 0 0-16,-14 0 0 15,32 0-2-15,-32 0 0 16,29 0 2-16,-13 3-2 16,1-1 1-16,6 1 1 15,-8 1 1-15,4-1-2 16,2 2 2-16,2-1-1 16,-1 1 0-16,1 0 1 0,3 1-2 15,3-3 0 1,-1 0 0-16,5-1 1 15,0 0-1-15,5-2 1 16,-1 3-1-16,1-3 0 16,2 2 0-16,-2 0 1 0,-3 3-1 15,1 0 0-15,1 2 0 16,-6 0 0-16,-5-2 1 16,7 4-1-16,-7 0 0 15,4 1 0-15,-4-3 0 16,0 3 0-16,-4-1 1 15,4 1 0-15,-3 1 1 16,-4-1 0-16,3 0 1 16,-2 1-1-16,2-1 1 15,1-1-2-15,-1 1 0 16,1-1 0-16,3 1 0 16,-4 1-2-16,1 3 2 0,-2-2-2 15,1 2 2-15,1 1-1 16,-4-1 1-16,4 2 0 15,-1-1 0-15,1-1 0 16,-4 0 0-16,5-2 0 16,-1 0 0-16,3 2-1 15,1-2 1-15,-4-2-1 16,3 3 0-16,-5-3-1 16,5 4 0-16,-7 1-1 15,0 1 1-15,-3 1 0 16,-2 2-1-16,-2 2 2 15,2 2-1-15,-6 2 1 16,-1 0 1-16,0 1 2 0,2 5-1 16,-2 0 0-16,3 2 0 15,-4 5-1-15,4 0 1 16,0 2-1-16,2 3 2 16,2-1-2-16,-5 1 1 15,1 2-1-15,3 2 4 16,-6-1-2-16,-4 3 1 15,1 1-2-15,-4 2 4 16,-7 5-5-16,0 4-1 16,-9-2 1-16,-3 3-3 15,-4 2 0-15,-10 2-51 16,-3 3-43-16,-9-2-24 16,-16 1-18-16,-5 3-13 0,-21-7-14 15,-6 0 0-15,-27-14 106 16</inkml:trace>
  <inkml:trace contextRef="#ctx0" brushRef="#br0" timeOffset="-37904.83">8081 17126 190 0,'0'0'80'16,"-7"-22"12"-16,7 22 12 16,-22-17 1-16,6 6-8 15,-3 6-5-15,-7-2-8 16,0 10-8-16,-7-3-15 15,0 11-21-15,-5-2-38 0,1 6-2 16,-4 2 0 0,-1 6 0-16,2-1 0 15,2 4 0-15,0 2 0 16,1 0-5-16,4 1 0 16,-1 1 0-16,4 6 2 0,-3-1 1 15,2 3 1-15,1 3-1 16,1-1 1-16,-4 2-1 15,5 3 0-15,-2 0 1 16,8 0-5-16,-4 1 0 16,3 3 0-16,1-1 2 15,4 6-2-15,3 1 1 16,-1 4-1-16,2-2 3 16,2 2 1-16,2 2-2 15,-1 1 2-15,6-1-3 16,-2-4 2-16,4-2-2 15,-1-1 3-15,4-2-3 0,0-4 4 16,4-1 1-16,3-7-3 16,1-4 2-16,6 0 0 15,2-4 1-15,1-5-1 16,6 1 2-16,3-5-1 16,5-4 0-16,2-2 1 15,5-2 1-15,2-2-1 16,5-3 1-16,0 4-2 15,7-6 1-15,4 1 0 16,-4 3 0-16,9-1-1 16,1-1 0-16,3 2 0 15,-1-2 0-15,2 3 0 16,-2-3 0-16,0 2 0 0,2-3 2 16,-5-2-3-16,-2-2 2 15,-4-3 0-15,3-1-2 16,1-1 2-16,-2-1-1 15,-1-5 2-15,3 1-1 16,-4-2 0-16,6 0 1 16,-2-3 0-16,2-2-1 15,1-4 0-15,-1-3 0 16,1-2 0-16,-1 2-1 16,2-3-1-16,1-1-1 15,0 1 1-15,2-1-1 16,-2 1 2-16,4-1-2 15,-2 1 1-15,2-2 0 0,-1 5 1 16,-2-2 0 0,-3 0 1-16,-1 4-1 0,-9-1 1 15,0 5-1 1,-3-1 1-16,-10 2-2 0,0 0 2 16,-6-1-1-16,-6 3-1 15,-2 1 2-15,-3-1-1 16,-6 0 0-16,0-2 1 15,-3-1-1-15,-13 13 0 16,23-26 1-16,-16 9 1 16,5-5-2-16,-5-3 2 15,2 1 3-15,-2-4-2 16,3-1 3-16,-1-2-2 0,1 0 0 16,2-2-1-16,2 0 1 15,-2-2-1-15,-1-3-5 16,-1-2 1-1,2-1-2-15,-5-4 2 0,2-2-1 16,-2-1 0-16,-4-1-3 16,1 2 1-16,-8 2 0 15,1 4 2-15,-4-1-3 16,-2 4 2-16,-1 4 0 16,-6 1-1-16,-3-2 3 15,-2 4 0-15,-1-4 1 16,-6 2 2-16,-2 1 0 15,-3-1-1-15,0 0 1 0,-5 0 1 16,2 4-1-16,-9-3 1 16,3 5-2-1,-7 1 1-15,1 0 1 16,-1 3-1-16,-6 1-1 0,-6-1 2 16,-2 1 1-16,-4 1 0 15,-8 0-1-15,-10 4 1 16,-14 3-96-16,-19 5-60 15,-14 20-12-15,-31 1-3 16,-14 19-6-16,-44 5 0 16</inkml:trace>
  <inkml:trace contextRef="#ctx0" brushRef="#br0" timeOffset="-36535.86">8250 17566 222 0,'0'0'123'0,"3"-21"-5"0,-3 21-5 15,3-27-17-15,-6 11-15 16,3 16-18-16,3-28 0 16,-3 28-23-16,0-15-32 15,0 15-7-15,0 0-3 16,0 0 3-16,0 0-2 16,0 0 0-16,0 34 0 15,-3-6 1-15,6 10-1 16,-3 14 1-16,4 12 0 0,-1 14 1 15,-3 5-2 1,0 0 4-16,0 2-4 16,-3-2 5-16,-4-7-3 15,0-12-1-15,-2-12 1 0,2-14-3 16,1-10 3-16,-1-9-5 16,7-19 4-16,0 0-7 15,0 0 5-15,-16-5 3 16,16-16-1-16,0-5 2 15,0-7-1-15,-4-8 3 16,4-10-4-16,0-6 4 16,0-5-3-16,0-7-3 15,4-2 3-15,3-2-4 16,2-1 4-16,1-1-3 16,0 6 5-16,9 3-2 15,-3 6 3-15,3 9 0 16,-1 5 0-16,-3 6 0 0,1 9 0 15,-2 8 1-15,-7 4-5 16,-7 19-3-16,12-17-1 16,-12 17-1-16,10 15 0 15,-1 8-1-15,-2 12 0 16,3 6 1-16,2 13 0 16,2 6 5-16,5 10-2 15,0 2 4-15,4-1-3 0,-4 0 3 16,0-2-3-1,2-3 2-15,2-5 0 16,-4-6 1-16,0-6-3 16,0-8 3-16,-2-1-2 0,-5-5 1 15,2-9 0-15,-2-6 2 16,-5-2-2-16,-7-18 3 16,9 20-1-16,-9-20 0 15,0 0-56-15,0 0-45 16,0 0-35-16,0 0-26 15,-22-15 3-15,22 15-7 16,-39-30 2-16</inkml:trace>
  <inkml:trace contextRef="#ctx0" brushRef="#br0" timeOffset="-36244.65">8045 18052 615 0,'0'0'190'0,"14"-19"-50"15,1 9-62-15,8-11-78 16,10 4 0-16,8-7 0 16,8-2 0-16,10-2 0 15,5-1 0-15,11 1 0 16,0 0 0-16,-1 2 0 15,-6 2 0-15,-2 3 0 16,-12 0-21-16,-4 9-96 16,-15 7-41-16,-13-2-18 0,-8 12-2 15,-14-5-3-15,0 19 0 16</inkml:trace>
  <inkml:trace contextRef="#ctx0" brushRef="#br0" timeOffset="-29544.89">9154 17360 170 0,'0'0'90'0,"3"-22"22"0,-3 22 16 16,0-16-12-16,0 16-12 15,4-16-13 1,-4 16-16-16,0-15-12 15,0 15-18-15,3-19-22 16,-3 19-22-16,0 0-1 0,9-23 1 16,-9 23 0-16,0 0 2 15,0 0-3-15,0 0 0 16,0 0 0-16,0 0 0 16,0 0 0-16,0 0 0 15,0 0 0-15,0 0 0 16,0 0 0-16,0 0 0 15,0 0 0-15,0 0 0 16,0 0 0-16,0 0 0 16,0 0 0-16,0 0 0 15,0 0 0-15,0 0 0 16,0 0 0-16,0 0 0 0,-5 16 0 16,5-1 0-16,-4 4 0 15,-3 16 0-15,0 10-5 16,-1 17-1-16,-3 15 5 15,-8 16 0-15,0 13 3 16,-3 8-3-16,-4 2-2 16,-4-5 0-16,1-6-1 15,-1-8-1-15,1-5 1 16,4-13 1-16,-1-9-1 16,4-4 2-16,1-6 5 15,2-8-4-15,3-4 3 16,2-8-2-16,2-7 2 15,5-9-1-15,0-6 1 0,7-18-2 16,0 0 1-16,0 0-1 16,0 0 0-16,4 15 0 15,-4-15 0-15,0 0-2 16,0 0 1-16,0 0 1 16,0 0 0-16,0 0 1 15,7-15 1-15,-7 15-2 16,0 0 0-16,0 0 1 15,0 0 1-15,0 0-1 16,7-18-1-16,-7 18-1 16,0 0 1-16,0 0 1 15,0 0-1-15,0 0 0 16,0 0 2-16,0 0-1 0,0 0-1 16,0 0 2-16,0 0-58 15,0 0-62-15,0 0-44 16,15-17-9-1,-15 17-6-15,16-36-1 0,1 12 39 16</inkml:trace>
  <inkml:trace contextRef="#ctx0" brushRef="#br0" timeOffset="-26917.02">9586 17814 151 0,'0'0'115'0,"0"0"0"15,0 0 8-15,0 0-5 16,-17-9-11-16,17 9-11 16,0 0-12-16,0 0-20 15,0 0-24-15,0 0-30 16,0 0-19-16,-16 10 3 16,16-10-1-16,0 0 1 15,0 0 1-15,0 0 2 16,0 0 2-16,-19 12 1 15,19-12 1-15,0 0-4 16,0 0 0-16,0 0 0 16,-17 19-3-16,17-19-3 15,-16 23 0-15,16-23 0 0,-16 28 0 16,6-9 1-16,3 0 1 16,2 0 0-16,1 5 2 15,-3-5 4-15,4 5-1 16,3 0 2-16,0-1-1 15,0-2 3-15,0 0-2 16,3-2 2-16,4-4 2 16,2 2 0-16,2-1-1 15,1 0 2-15,-12-16-1 16,33 27 1-16,-18-15-1 16,6 1 0-16,-2-1-2 15,0-2 3-15,0-3-1 16,2-2 0-16,-5 0-1 15,3-3 1-15,-3-4 0 0,-3-1-1 16,-13 3 0-16,26-14-3 16,-10 4 1-1,-16 10-1-15,26-26 1 0,-15 8-2 16,-3-1 1-16,6-1-1 16,-5-5 0-16,1-1 1 15,-3-1 0-15,2-3 1 16,-2-3-2-16,-4 0 1 15,1 1 1-15,-1-3-2 16,-3 2 2-16,0 0-3 16,0 4 1-16,-3 1 0 0,-1 2 1 15,-3 2-1-15,4 3 1 16,-6 2 0 0,2 3-3-16,7 16 0 15,-22-25 0-15,22 25-2 0,-30-21-1 16,15 12 1-16,-3 2 0 15,-1 2 0-15,0 2 3 16,0-1-1-16,-4 4 2 16,4 2 0-16,-2 1 1 15,-1 2 0-15,-1 2 0 16,1 0 0-16,3 2-1 16,0 1 2-16,-4 2 0 15,2 2 0-15,2 4-3 16,3 1 1-16,1 5 0 15,-3 4 0-15,10 1 0 16,-3 6-1-16,4 3 0 16,7 0 4-16,4 2-1 0,3-1 2 15,5 1-1-15,2-3 3 16,5-5-3-16,3 0 3 16,1-6-1-16,7-4 0 15,-1-5 0-15,1-1-1 16,1-6 0-16,2-3-1 15,5-7 0-15,-5-1 0 16,5-6-1-16,-5-4-2 16,0-3 1-16,-2-3 0 15,-1-2 0-15,-8-2-1 16,-1-1 2-16,-5-4-1 16,-7 0 1-16,-2-5-1 15,-1 0 0-15,-9-2-1 0,0 0 1 16,-6-4 1-16,-5 3-2 15,-2 1-2-15,-1 3 1 16,-2 4-1-16,-4 2-1 16,1 3 0-16,-1 4 0 15,4 3-1-15,-3 4 2 16,2 3 1-16,3 2 0 16,-2 1 1-16,3 4 1 15,-1 4 0-15,-2 3 0 16,0-2 0-16,0 5 0 15,-4 4-1-15,2 5 0 16,2 4 2-16,-3 3-3 16,3 3 2-16,-1 6-2 0,3 6 1 15,1 1 1-15,4 1 0 16,-2 2-1-16,11-2 2 16,0 1 0-1,3-3 1-15,3-3-2 0,7-5 6 16,6 0-4-16,3-7-1 15,2-5 1-15,7-4-1 16,1-5 0-16,4-5-3 16,0-7 3-16,2-2 0 15,-2-6 2-15,2-3 2 16,-2-4-3-16,-4-1 2 16,1-3-1-16,-8 0 3 15,1-2-4-15,-8 1-2 0,1-1 1 16,-2-2-1-16,-7 1 1 15,-4-2-1 1,-1-4-1-16,-7-3 0 16,1-2 2-16,-6-2-3 0,-2-3 2 15,-6 0-3-15,-1-3 4 16,4 1-3-16,-8 2 2 16,4 3 1-16,2 6 0 15,1 3-3-15,2 10-73 16,14 16-87-16,-41-16-25 15,11 27-2-15,-24-11-4 16,2 15 40-16</inkml:trace>
  <inkml:trace contextRef="#ctx0" brushRef="#br0" timeOffset="-16712.75">7125 18186 167 0,'0'0'66'15,"0"0"4"-15,0 0-4 0,0 0-3 16,0 0-8-16,0 0-7 15,0 0-9-15,0 0-4 16,0 0-9-16,0 0-12 16,0 0-8-16,0 0-12 15,0 0-31-15,0 0-29 16,0 0-25-16,0 0-33 16,0 0-6-16,0 0-16 15,0 0 92-15</inkml:trace>
  <inkml:trace contextRef="#ctx0" brushRef="#br0" timeOffset="-12560.8">2216 4932 194 0,'-7'-23'208'0,"-2"1"-73"0,9 22-16 16,-19-32-2-1,19 32-10-15,-17-22-27 0,17 22-17 16,-23-10-63-16,23 10 0 16,-29 0 0-16,13 3 0 15,-3 2 0-15,-7 6 0 16,0-3-2-16,-4 6-14 16,4 2 4-16,-8-1-6 15,4 8 8-15,-6 4-5 16,1 10 7-16,-2 4-5 15,8 8 3-15,-6 6 8 16,9 7 0-16,4 6 2 16,3 5-2-16,12-2 4 0,7-2-5 15,7 2 2-15,5 0-2 16,10-4 6 0,8-4-1-16,8-4-1 15,5-4 2-15,2-3-3 0,11-4 4 16,1-1-2-16,2-7 4 15,2-6-7-15,2-1 2 16,1-7 1-16,7-3-3 16,0-8 2-16,0-6-1 15,7-7 0-15,1-7 0 16,6-6-1-16,5-10 2 16,0-5-2-16,4-6 4 15,-2-8 1-15,5-3-7 16,-7-4 7-16,4-7-7 15,-9 0 6-15,-5-4-6 16,-5 0 5-16,-6-2-4 16,-8-2 1-16,-9-2 5 0,-7-2-4 15,-12-3 3-15,-7-1-3 16,-7 1 3-16,-8 2-5 16,-10 1 2-16,-2 3-6 15,-6 5-2-15,-7 0 2 16,-2 8-2-16,-7 0 5 15,-3 7-5-15,0-4 7 16,-3 4-4-16,-6-1 7 16,2 1-1-16,0 5 1 15,-5-2-1-15,0 2-3 16,-6 0 3-16,3 4-3 16,-4-1 3-16,-4 2-3 15,0 2 2-15,-3 1-3 0,0 3 4 16,-7 3-2-16,2 3 0 15,-2 3 0-15,-5 3 0 16,1 3 1-16,-1 3 0 16,0 2 1-16,1 5-2 15,3 2 0-15,-3 2 2 16,6 5-2-16,-2 2 2 16,3 5-1-16,1 5 0 15,-3 7-1-15,3 1 1 16,-1 6 1-16,-1 4-2 15,1-1 2-15,1 2-2 16,-1 2 0-16,3-2 1 0,4 0-1 16,6 0 0-16,1-2 3 15,4 6-4-15,8 1 5 16,1-1 2-16,3 1-4 16,7 0 5-16,-1 6-4 15,7 1 4-15,0 2-6 16,7 2 5-16,-1-1-6 15,7 8-1-15,0 5 3 16,3 1-4-16,4 1 3 16,2 1-3-16,5 4 2 15,1-3-1-15,3 1 4 16,-3-3 1-16,4-2-3 16,4-6 2-16,3-1-2 0,0-2 4 15,0-3-4-15,3-4 3 16,4-3-5-16,2-4 0 15,-2-5 3 1,5-1-1-16,2-6 1 0,2-5 1 16,0-4 2-16,3-6-1 15,3-4 1-15,-3-5 0 16,7-5-2-16,4-8 1 16,0 1-1-16,-1-10-1 15,9-3-1-15,-3-6 1 16,9-4-1-16,1-5-1 15,-4-1 2-15,8-4 0 16,0-2-2-16,-4 0 2 0,4-1 2 16,-8 1-6-1,-1-2 5-15,-5 1-6 16,-2 1 5-16,-7 0-5 0,-2-3 4 16,-6 1-4-16,-6-3 1 15,-2 0 3-15,-1 2-4 16,-12-4 5-16,-1-3-2 15,-4 2 2-15,-3-1-2 16,-4 1 2-16,-6-1-2 16,-2 1 1-16,-3-1-2 15,-3 6 2-15,-2 1-3 16,-2 3 0-16,0-1-1 16,-2 5 1-16,-1 2-1 0,-6-1-2 15,2-3 2-15,-5-2-2 16,-4-3 7-1,-3-3-5-15,-7-3 5 16,-5-6-4-16,-7-3 5 0,-3 1 0 16,-11 1 1-16,-13 8 0 15,-9 4-2-15,-13 8 1 16,-10 9 0-16,-5 16 0 16,-11 12-69-16,0 15-67 15,0 18-35-15,-3 6-6 16,8 20-7-16,3 5 4 15</inkml:trace>
  <inkml:trace contextRef="#ctx0" brushRef="#br0" timeOffset="-11155.8">3728 5195 154 0,'-18'10'70'0,"18"-10"10"16,0 0 26-16,-22 9-6 15,22-9-10-15,0 0-9 16,0 0-8-16,19-30-9 15,7 15-10-15,3-13-15 16,13-1-36-16,10-6-1 16,7-7-4-16,9 1-2 15,3-9 1-15,11-4-1 16,1-1 6-16,5-6-4 0,-1 0 5 16,5-1-5-1,-8-2 5-15,1 2-1 16,-6 3 1-16,-6 9-2 15,-12 0-1-15,-5 10 0 0,-15 3-2 16,-4 8 2-16,-9 6-2 16,-11 8 1-16,-17 15 1 15,19-19-1-15,-19 19 0 16,0 0 1-16,0 0 1 16,0 0 0-16,0 0 0 15,0 0 0-15,0 0-2 16,0 0-93-16,0 19-72 15,0-19-7-15,0 0-2 16,-29 19-5-16,13 7 60 16</inkml:trace>
  <inkml:trace contextRef="#ctx0" brushRef="#br0" timeOffset="-10069.05">3328 5842 145 0,'0'0'155'16,"0"0"-2"-16,-10 17-66 15,10-17-6-15,10 26-3 0,-1-3-11 16,17 13-11-16,-3 9-21 16,17 12-15-16,5 11-12 15,10 6-9 1,6 9 0-16,10 4 1 0,7 5-2 15,4-1 8-15,8 1 1 16,-1-2-5-16,1-3 2 16,0-6-3-16,-1-5 4 15,-6-5-3-15,-5-10 3 16,-10-8-10-16,-6-4 1 16,-8-8 3-16,-10-6-1 15,-10-6 2-15,-4-8-1 16,-11-3 0-16,-19-18 1 0,23 24 2 15,-23-24 3 1,0 0-1-16,0 0-2 16,0 0-1-16,0 0-1 15,0 0 0-15,-16 10 0 0,16-10-31 16,0 0-40-16,-23-21-14 16,23 21-11-16,-19-31-6 15,9 9-2-15,-2-4-2 16,1-2 1-16,-1-1 30 15,2-4 47-15,3 3 26 16,-5 1 26-16,5-1 19 16,0 8 29-16,2 1 31 15,-2 2 3-15,7 19-3 16,-7-24-6-16,7 24-12 16,0 0-13-16,0 0-15 15,0 0-22-15,0 0-34 16,0 0 0-16,0 0-1 0,0 0-1 15,0 0-2-15,0 0 2 16,22 21 1-16,-22-21-1 16,19 26 0-16,-5-9 0 15,2-1 0-15,-2-1 0 16,-2 2 1-16,-2-1-2 16,-10-16 2-16,16 26 1 15,-9-9 1-15,-11 4 0 16,1 3-1-16,-13 6-1 15,-3 6 2-15,-14 9-2 16,-7 7 2-16,-10 9-4 16,-13-1 3-16,-4 8 4 15,-4-1-2-15,-4-6 4 0,0-4-2 16,1-12 3-16,-1-12-70 16,12-18-69-16,13-11-27 15,3-30-11-15,20-14-1 16,6-31-7-16</inkml:trace>
  <inkml:trace contextRef="#ctx0" brushRef="#br0" timeOffset="-9220.42">4946 4250 289 0,'-22'1'126'16,"22"-1"-5"-16,0 0-8 15,0 0-20-15,0 0-20 16,0 0-10-16,19-17-20 15,-19 17-47-15,26-10-1 16,-11 3 1-16,3 0 1 16,4-4 3-16,4 3 2 0,6-3-2 15,1 3 1-15,0 1-1 16,5 3 1 0,-5 6-2-16,2 3 0 15,-3 6 0-15,-5 8-1 0,-5 7 1 16,-3 10-1-16,-8 9 3 15,-11 10-1-15,-11 11 2 16,-11 12-1-16,-13 9-3 16,-12 1 2-16,-10 2-7 15,-2-5-113-15,-2-1-53 16,-8-23-7-16,15-6-16 16,-9-32-3-16</inkml:trace>
  <inkml:trace contextRef="#ctx0" brushRef="#br0" timeOffset="-8144.65">3584 3690 265 0,'0'0'191'15,"3"-24"-49"-15,-3 24-26 16,-3-21-2-16,3 21-26 16,0 0-47-16,0 0-44 15,0 0-2-15,0 0-2 16,0 0 0-16,0 0-1 15,7 23 0-15,6 6 1 16,3 9 5-16,7 2 0 16,-1 7 4-16,8 7-3 15,3 1 4-15,-2-5-4 16,-2-3 2-16,-6-9-3 16,0-8 2-16,-6-5-1 0,-5-7-1 15,-12-18 0-15,19 21-1 16,-19-21-1-1,0 0 0-15,18 0 0 16,-17-16 1-16,6-8 0 0,0-13-2 16,0-13 3-16,-2-10-1 15,2-10 4-15,-3-8-3 16,-1 1 5-16,4-1-7 16,-5 8 7-16,1 10-2 15,-3 17 3-15,4 8-4 16,-4 11 2-16,0 24 3 15,0 0-1-15,19 12 0 16,-2 16-2-16,2 10 1 0,7 1-3 16,9 10 6-16,2 6-7 15,1-1 2-15,5-4-6 16,-5-7 7 0,1-4-5-16,-3-8 3 0,-3-7-5 15,-5-5 4-15,-2-7-2 16,-9-2 1-16,-17-10 0 15,26-8 1-15,-26-11 2 16,-3-7-1-16,-8-11 2 16,-4-9-2-16,-4-13 5 15,-4-12-3-15,-6-5 4 16,2 3-6-16,1 4 3 16,0 5-4-16,7 7 5 0,2 12-3 15,5 13-2-15,5 10-3 16,7 22-1-1,-7-24-77-15,7 24-63 16,29 3-25-16,-8-1-3 0,14 1-2 16,-2-8 22-16</inkml:trace>
  <inkml:trace contextRef="#ctx0" brushRef="#br0" timeOffset="-7896.47">4547 3495 392 0,'0'0'178'15,"0"0"-28"-15,0 0-63 16,3-23-15-16,20 6-39 16,0-4-31-16,6-6-1 0,4 1 3 15,2-4-7-15,-2 6-2 16,-7 0-54-16,3 15-39 15,-6 2-17-15,-7 18-5 16,-13 4-5-16,0 8 4 16,-9 8-3-16</inkml:trace>
  <inkml:trace contextRef="#ctx0" brushRef="#br0" timeOffset="-7723.35">4670 3652 314 0,'-15'30'121'0,"1"-13"-5"16,14-17-7-16,-9 21-16 15,9-21-23-15,16-2-19 0,3-3-16 16,0-5-27-16,3-6 1 16,4-1-1-16,1-11-74 15,9-1-68-15,2-6-35 16,-1-12-5-16,4-3-7 16,-4-14 2-16</inkml:trace>
  <inkml:trace contextRef="#ctx0" brushRef="#br0" timeOffset="-7340.08">5245 2830 391 0,'0'0'165'0,"0"-15"-28"16,0 15-32-16,-7 17-21 0,0-2-34 16,3 13-38-16,4 7-20 15,0 6-2-15,0 10 8 16,4 2-7-16,10 8 9 15,-2-2 0-15,2 5-2 16,5-5 3-16,0-2-1 16,4-12 3-16,-4-7 0 15,3-7 2-15,-4-14 1 16,-3-3 2-16,-15-14 3 16,23 0-2-16,-23 0 0 15,15-35-5-15,-11 8-1 16,-4-10-4-16,0-11-1 15,-5-9-3-15,-2-9 0 0,-4 0-2 16,-4 2 3-16,-4 5 1 16,-7 0 3-16,-4 25 6 15,-3 22-21 1,-9 20-123-16,-6 24-43 0,-1 30-16 16,-13 14-1-16,4 24-5 15</inkml:trace>
  <inkml:trace contextRef="#ctx0" brushRef="#br0" timeOffset="-6093.19">4259 6283 363 0,'-19'-25'207'0,"19"25"-2"0,0 0-77 16,-14-21-57-16,14 21-26 16,0 0-70-16,0 0 2 15,3 19-1-15,1-2 1 16,8 13 1-16,2 4 1 15,5 4 9-15,0 4 10 16,7 3-1-16,0-2 2 16,4-7-2-16,-4-4 3 15,-4-12 1-15,1-4 4 16,-8-9 5-16,3-2 4 16,-18-5 2-16,22-5-1 15,-22 5 1-15,16-23-1 16,-9 3-2-16,0-5-3 0,2-4-4 15,-3-6-7-15,1-1 2 16,-1-2-2 0,1 3 2-16,0 4-3 0,-1 3 3 15,0 6-1-15,1 6 0 16,-7 16-5-16,7-17-3 16,-7 17-4-16,0 0-3 15,0 0 2-15,22 22-2 16,-10-4 0-16,6 6 0 15,4-1 5-15,4 6 3 16,5-1 5-16,-4-4 0 16,-1-2 3-16,0-4 0 15,-7-6 3-15,-19-12 6 0,29 8 6 16,-29-8-3-16,0 0-5 16,18-34 0-16,-18 6-4 15,-4-12 1 1,1-8-4-16,-4-8 0 0,0-4-8 15,-2 3 6-15,2 3 3 16,0 9 2-16,-2 7-5 16,6 14-2-16,3 24-3 15,0 0-83-15,0 0-65 16,0 0-22-16,16 22-2 16,-9-6-3-16,15 6 39 15</inkml:trace>
  <inkml:trace contextRef="#ctx0" brushRef="#br0" timeOffset="-5847.02">5050 6339 400 0,'0'0'178'0,"0"0"-18"16,0 0-97-16,23 2-12 15,0-8-9-15,-1-7-31 16,4-1-6-16,9 0-80 16,-2-2-26-16,0 4-26 15,2 2-14-15,-9 3-14 16,3 12-14-16,-13 5 28 16</inkml:trace>
  <inkml:trace contextRef="#ctx0" brushRef="#br0" timeOffset="-5648.88">5212 6566 452 0,'-30'20'123'0,"11"-1"-13"15,0-6-23-15,19-13-17 16,-17 19-31-16,17-19-27 16,0 0 2-16,14 1 0 15,5-8 1-15,14-5-1 0,1-7-1 16,10-7-78-1,1-3-86-15,11-6-30 16,-11-12-7-16,8-1 2 16,-9-9-3-16</inkml:trace>
  <inkml:trace contextRef="#ctx0" brushRef="#br0" timeOffset="-5370.68">5757 5861 569 0,'-7'21'187'0,"7"7"-31"16,0 8-165-16,0 9 12 16,-4 10-4-16,4 13-2 15,0 8 2-15,0 9-1 0,0 1 2 16,0 6-3-16,0-2 7 15,4-7 2-15,-1-3-6 16,1-7-60-16,-4-9-81 16,0-16-23-16,3-1-5 15,-6-20 1-15,10-1-9 16</inkml:trace>
  <inkml:trace contextRef="#ctx0" brushRef="#br0" timeOffset="-3971.68">5825 6074 428 0,'-11'-17'178'16,"11"17"-43"-16,-15-7-58 0,15 7-14 15,0 0-42-15,0 0-23 16,0 0-1-16,0 0 0 16,-16 19 0-16,16-19 0 15,-17 29 1-15,4-10 0 16,0 2-1-16,-3 3 2 15,-3-1 0-15,5-4 1 16,2-4-1-16,12-15 2 16,-16 23 1-16,16-23 5 15,0 0 8-15,0 0-2 16,0 0 1-16,9-16 0 16,-2 1 2-16,5-6-3 0,-2-3 0 15,6-2-6-15,1-4-6 16,-5 3 0-16,2-3 2 15,2 8-2-15,-6 1-2 16,-10 21-5-16,13-24-3 16,-13 24-4-16,0 0 0 15,0 0-1-15,0 0-2 16,0 0 1-16,-4 22 1 16,4 1 5-16,4 10 2 15,2 13 5-15,3 17-2 16,-2 9 4-16,7 13-3 15,-5 5 3-15,5 9 5 16,-2-2-5-16,-2-2 5 0,-1-8-4 16,1-11 4-16,-6-10-6 15,-1-13 7-15,2-8-6 16,-5-12 0-16,0-10 1 16,0-6 0-16,0-17 1 15,0 0 1-15,0 0-1 16,0 0 0-16,-22-2-1 15,22 2 0-15,-19-19 0 16,3 9-1-16,-1-1-2 16,1 1 1-16,-3 3 2 15,0 2-1-15,2 3 0 16,1 0 0-16,0 1 0 16,16 1 0-16,-22 1-1 0,22-1 1 15,0 0 6-15,0 0 4 16,0 0 2-1,0 0 1-15,22-5 1 16,4-3 0-16,9-1 1 0,5-7-2 16,9-4-2-16,4-6-99 15,3-13-63-15,0-16-35 16,-1-6 2-16,-10-23-14 16,4-10-7-16</inkml:trace>
  <inkml:trace contextRef="#ctx0" brushRef="#br0" timeOffset="-3155.1">4924 4109 330 0,'-18'-1'117'0,"18"1"6"15,0 0-15-15,-19-25-14 16,19 25-19-16,-8-26-23 16,4 11-27-16,1-1-22 0,-4 1 0 15,7 15-2-15,-7-21-3 16,7 21-2-16,0 0-1 15,0 0 2-15,-16-10-2 16,16 10 1-16,0 0 0 16,0 0 1-16,0 15 3 15,0-15 0-15,11 17 2 16,-11-17-2-16,31 26 2 16,-5-8-1-16,7-1 0 15,3-1 0-15,2-1-2 16,4 1 1-16,3-2 0 15,-1-1-1-15,-3-2 0 0,1-1 0 16,-9-3 2-16,2 2-2 16,-9-4 1-16,-4 2-2 15,-1-2 1-15,-21-5-1 16,23 10 2-16,-23-10-2 16,0 0 4-16,12 30-2 15,-12-9 2-15,0 10-1 16,-7 10-39-16,2 17-108 15,-2 23-39-15,-16-2-8 16,8 20-4-16,-15-9 55 16</inkml:trace>
  <inkml:trace contextRef="#ctx0" brushRef="#br0" timeOffset="19696.14">8347 17237 150 0,'0'0'95'15,"-9"-15"14"-15,9 15 13 16,0 0 4-16,0 0-2 16,0 0-10-16,0 0-14 15,-17-6-24-15,17 6-69 16,0 0-7-16,0 0 0 16,0 0 0-16,0 0 0 0,0 0 0 15,0 0 0 1,0 0 0-16,0 0 0 0,0 0 0 15,0 0 0 1,0 0 0-16,0 0 0 0,0 0 0 16,0 0 0-16,3 16 0 15,-3-16 0-15,7 26 0 16,-3-7 0-16,1 12 0 16,2 2 0-16,0 7 0 15,1 7 0-15,3-1 0 16,-1 4 0-16,-1 2 0 15,5 2 0-15,-6-2 0 16,6-2 0-16,-5 4 0 16,1-2 0-16,-3 1 0 15,2-1 0-15,-2 0 0 16,0-3 0-16,2-3 0 16,1 0 0-16,0-8 0 0,3-2 0 15,-3-7 0-15,2-3 0 16,2-3 0-16,-2-6 0 15,-1 0 0-15,-11-17 0 16,15 19 0-16,-15-19-4 16,0 0 6-16,0 0-7 15,0 0 7-15,0 0-1 16,0 0 1-16,0 0-8 16,16 14-60-16,-16-14-23 15,0 0-46-15,3-22-5 16,-3 3-7-16,-3-2-2 15,1-8 1-15</inkml:trace>
  <inkml:trace contextRef="#ctx0" brushRef="#br0" timeOffset="20880.98">8380 17287 106 0,'0'0'70'0,"-14"-24"15"15,14 24 26-15,0 0 17 16,-16-21-8-16,16 21-4 15,0 0-15-15,0 0-9 16,-15-3-19-16,15 3-52 16,0 0-21-16,0 0 0 15,0 0 0-15,-7 24 0 16,3-5 0-16,1 7 0 16,-1 10 0-16,-8 9 0 15,5 13 0-15,-5 6 0 16,-2 7 0-16,2 0 0 15,-5 5 0-15,1 2 0 16,-3-4 0-16,5 0 0 0,-5-3 0 16,3-7 0-16,2-5 0 15,2-7 0-15,2-12 0 16,1-10 0 0,2-8 0-16,7-22 0 0,-7 19 0 15,7-19 0-15,0 0 0 16,0 0 0-16,11-22 0 15,-8 6 0-15,2-5 0 16,2-5 0-16,0-3 0 16,5-6 0-16,-1-5 0 15,1-6 0-15,5 2 0 16,2 3 0-16,1-1 0 0,2 4 0 16,-3 0 0-16,2 5 0 15,-2 4-1 1,0 6 0-16,-8 4 2 15,1 4-3-15,-12 15 2 16,14-16 3-16,-14 16-3 0,0 0 0 16,0 0 0-16,0 0 0 15,0 0 0-15,0 0 0 16,-14 16 0-16,14-16 0 16,0 0 0-16,0 0 0 15,0 0 0-15,0 0 0 16,-23 14 0-16,23-14 0 15,-19 13 0-15,19-13 0 16,-29 19 0-16,13-6 0 16,-1-3 0-16,1 2 0 15,0-2 0-15,16-10 0 16,-29 21 0-16,29-21 0 0,-19 16 0 16,19-16 0-16,0 0 0 15,0 0 0-15,0 0 0 16,22-31 0-16,8 8 0 15,5-6-5-15,10 1-2 16,7-5 5-16,7 2 2 16,5 5-1-16,0 3 1 15,-1 8 0-15,-8 3 1 16,-6 7 1-16,-7 1 4 16,-13 4-2-16,-13 5-2 15,-16-5-2-15,-12 30 0 16,-18-9 0-16,-19 6 0 15,-10 6 0-15,-15 2 0 0,-10 5 0 16,-9-2 0-16,-8-2 0 16,0-1 0-16,4-6 0 15,5-5 0-15,9-5 0 16,12-5 0-16,12-3 0 16,13-8 0-16,14-3 0 15,32 0 0-15,-16-16 0 16,16 16 0-16,42-24 0 15,-6 10-1-15,9 0-4 16,14 4-11-16,-2 0-99 16,11 1-55-16,7 6-4 15,-16-4-5-15,-7 15-3 16,-30-2 2-16</inkml:trace>
  <inkml:trace contextRef="#ctx0" brushRef="#br0" timeOffset="43963.46">7001 18419 96 0,'13'-20'81'16,"-13"20"3"-16,10-16 13 15,-10 16 21-15,7-17 1 16,-7 17-3-16,3-16 4 15,-3 16-11-15,0 0-26 16,0-15-83-16,0 15 0 16,0 0 0-16,0 0 0 0,0 0 0 15,0 0 0-15,0 0 0 16,0 0 0-16,0 0 0 16,0 0 0-1,0 0 0-15,-17-16 0 0,17 16 0 16,-5-17 0-16,5 17 0 15,-7-21 0-15,7 21 0 16,-10-21 0-16,10 21 0 16,-13-22 0-16,13 22 0 15,-19-26 0-15,19 26 0 16,-26-25 0-16,12 12 0 16,-5-1 0-16,-3 0 0 15,3-2 0-15,-4 1 0 0,-3-1 0 16,0 1 0-16,-4-1 0 15,-3 0 0 1,2 1 0-16,-2 1 0 16,-3 0 0-16,-2-1 0 0,1 2 0 15,2 0 0-15,-1 0 0 16,1 1 0-16,-5 2 0 16,6 1 0-16,-3 2 0 15,-1 2 0-15,2 2 0 16,-3 1 0-16,6-1 0 15,-5 1 0-15,5 2 0 16,-5 2 0-16,5-1 0 16,-5 3 0-16,-2-1 0 0,5 2 0 15,-1 2 0-15,1-1 0 16,-5 2 0 0,5 1 0-16,-1 1 0 15,3 4 0-15,2 0 0 0,-2 0 0 16,3 5 0-16,-4 0 0 15,4 2 0-15,-3 1 0 16,4 1 0-16,-3-1 0 16,-1 4 0-16,0 0 0 15,2-2 0-15,-2 2 0 16,4 0 0-16,3 4 0 16,-4-1 0-16,2 2 0 15,2 0 0-15,4 1 0 0,-4 2 0 16,0 3 0-1,0-1 0-15,0 0 0 16,-1 1 0-16,1 1 0 16,0 0 0-16,0 0 0 0,0 0 0 15,0 0 0-15,4 2 0 16,-1 1 0-16,4 1 0 16,0-1 0-16,5 1 0 15,-2-1 0-15,6 1 0 16,-2 0 0-16,5-1 0 15,-3-1 0-15,4-2 0 16,3 5 0-16,-1 1 0 16,4-1 0-16,0 2 0 15,0 2 0-15,4-2 0 16,-1 1 0-16,3 3 0 16,0-6 0-16,1-3 0 15,2-2 0-15,2 0 0 0,-1-2 0 16,-1 1 0-16,4-3 0 15,0-1 0-15,-3 0 0 16,6 0 0-16,-2 0 0 16,1-2 0-16,4-1 0 15,0-3 0-15,2-3 0 16,2 1 0-16,-4-3 0 16,7-1 0-16,-4-2 0 15,5 0 0-15,-1-5 0 16,0 1 0-16,1-1 0 15,6-3 0-15,0 1 0 16,2 0 0-16,1-2 0 0,3 2 0 16,1-1 0-16,1-4 0 15,1 0 0-15,1 0 0 16,2-4 0-16,1 1 0 16,2-4 0-16,-3 0 0 15,4-4 0-15,0-1 0 16,-1-2 0-16,-3 0 0 15,4-2 0-15,-6-3 0 16,-1 2 0-16,3-2 0 16,-3-2 0-16,-6 2 0 15,2-2 0-15,2 0 0 16,-2 0 0-16,-1-1 0 16,1-1 0-16,-1-3 0 0,-3 0 0 15,-1 0 0-15,5-2 0 16,-5-3 0-16,2-5 0 15,5-4 0 1,-2-2 0-16,2-1 0 0,2-4 0 16,-1-2 0-16,3-3 0 15,-2 2 0-15,-1-4 0 16,-1 1 0-16,-2-1 0 16,1-3 0-16,-3-2 0 15,2 1 0-15,-5 3 0 16,4 0 0-16,-6 1 0 15,2 4 0-15,-4 1 0 16,3 6 0-16,-6 3 0 0,-4 3 0 16,-1 4 0-16,-2 2 0 15,-7 3 0 1,-1 4 0-16,-8 1 0 16,-3 16 0-16,4-26 0 0,-4 26 0 15,-4-20 0-15,4 20 0 16,-7-18 0-16,7 18 0 15,0 0 0-15,-15-20 0 16,15 20 0-16,-23-9 0 16,23 9 0-16,-30-7 0 15,13 9 0-15,-5 0 0 16,-4 4 0-16,-1 1 0 16,-4 5 0-16,2 2 0 15,-4 2 0-15,-2 1 0 0,-1 1 0 16,1-1 0-16,-2 0 0 15,4 0 0 1,2-1 0-16,5-4 0 0,0-1 0 16,7-3 0-16,5-1 0 15,14-7 0-15,-15 7 0 16,15-7 0-16,0 0 0 16,0 0 0-16,0 0 0 15,0 0 0-15,0 0 0 16,19-21 0-16,-4 11 0 15,3-2 0-15,8-4 0 16,3-1 0-16,2-4 0 16,6-1 0-16,1-1 0 15,-2-1 0-15,-1 3 0 16,-5-1 0-16,-1 4 0 16,-6 3 0-16,-1 3 0 0,-6 1 0 15,-16 11 0-15,21-12 0 16,-21 12 0-16,0 0 0 15,0 0 0-15,0 0 0 16,0 0 0-16,15 9 0 16,-15-9 0-16,0 0 0 15,13 19 0-15,-13-19 0 16,17 14 0-16,-17-14 0 16,0 0 0-16,19 19 0 15,-19-19 0-15,16 10 0 16,-16-10 0-16,0 0 0 15,17 23 0-15,-17-23 0 0,16 20 0 16,-16-20 0-16,12 30 0 16,-9-9 0-16,1 1 0 15,-1 4 0-15,-3 2 0 16,4 5 0 0,-4-1 0-16,0 7 0 0,0 0 0 15,0 3 0-15,0 1 0 16,0-1 0-16,0-2 0 15,0 1 0-15,0-1 0 16,3-2 0-16,-3-5 0 16,0 1 0-16,0-2 0 15,4-1 0-15,-4-3 0 16,0-1 0-16,0-3 0 0,0-3 0 16,0-2 0-16,0-19 0 15,0 21 0-15,0-21-46 16,0 0-133-16,-14 2-6 15,-5-18-4-15,-4-1-5 16,-17-14-4-16</inkml:trace>
  <inkml:trace contextRef="#ctx0" brushRef="#br0" timeOffset="45526.62">2306 19249 153 0,'-9'-20'80'16,"9"20"4"-16,-14-24 5 16,14 24 3-16,-15-22 13 15,3 6-1-15,12 16-10 16,-18-29-13-16,18 29-16 16,-19-26-11-1,19 26-32-15,-12-26-22 16,12 26 0-16,-14-23 0 0,14 23 0 15,-12-15 0-15,12 15 0 16,0 0 0-16,0 0 0 16,0 0 0-16,0 0 0 15,0 0 0-15,0 0 0 0,0 0 0 16,0 0 0-16,0 0 0 16,0 0 0-16,-3 34 0 15,11-6 0-15,6 8 0 16,-2 6 0-16,6 10 0 15,4 7 0-15,-3 0 0 16,4-2 0-16,-4 0 0 16,4-4 0-16,-6-6 0 15,-1-5 0-15,-1-8 0 16,-4-6 0-16,1-5 0 16,-12-23 0-16,14 24 0 15,-14-24 0-15,0 0 0 16,15 0 0-16,-8-17 0 0,0-6 0 15,2-12 0-15,-2-8 0 16,0-12 0-16,1-9 0 16,3-9 0-16,-1 0 0 15,-5 2 0-15,2 2 0 16,0 8 0-16,2 11 0 16,-6 14 0-16,4 6 0 15,-3 13 0-15,-4 17 0 16,0 0 0-16,0 0 0 15,0 0 0-15,22 31 0 16,-13-5 0-16,5 5 0 16,2 4 0-16,3 3 0 15,5 2 0-15,-1 0 0 0,3 1 0 16,0-1 0-16,1-4 0 16,-1-3 0-16,1-1 0 15,-1-5 0 1,-4-1 0-16,1-5 0 0,-1-4 0 15,-4-3 0-15,-3-3 0 16,-15-11 0-16,19 12 0 16,-19-12 0-16,0 0 0 15,0 0 0-15,14-16 0 16,-17-5 0-16,-8-8 0 16,3-7 0-16,-6-11 0 15,-2-10 0-15,1-6 0 16,-6-2 0-16,5 1 0 0,0 6 0 15,3 8 0-15,4 7 0 16,2 12 0 0,0 7 0-16,7 24 0 15,-7-26-7-15,7 26-164 0,0 0-9 16,21-21-3-16,-6 14-6 16,1-10-2-16</inkml:trace>
  <inkml:trace contextRef="#ctx0" brushRef="#br0" timeOffset="47242.84">3289 19022 196 0,'-16'7'127'15,"16"-7"13"-15,-19 5-9 16,19-5-8-16,-18 7-13 16,18-7-10-16,0 0-20 0,0 0-64 15,-15 15-16-15,15-15 0 16,0 0 0-16,0 0 0 15,0 0 0-15,22 0 0 16,-22 0 0-16,26-5 0 16,-6 0 0-16,-3-2 0 15,9 2 0-15,-3-4 0 16,8 1-5-16,-5-1 1 16,0 0 2-16,0 1-1 15,-7-1 2-15,2 2 0 16,-21 7 3-16,26-10-2 15,-26 10-59-15,0 0-39 16,19 3-29-16,-19-3-21 0,0 17-11 16,0-17-10-16,-4 26-5 15</inkml:trace>
  <inkml:trace contextRef="#ctx0" brushRef="#br0" timeOffset="47556.06">3328 19262 370 0,'0'0'157'0,"-19"14"-15"16,19-14-22-16,0 0-25 16,0 0-23-16,0 0-29 0,0 0-23 15,23-2-28-15,-23 2 1 16,26-5-5-16,-10 4 4 15,6-1 3 1,4-2 1-16,0-1 0 0,4-2 1 16,1 0 1-16,2-1 0 15,-4-4 2-15,4-1-4 16,-1 3-55-16,-6-7-55 16,0-1-34-16,0 3-22 15,-7-9-2-15,0 5-1 16,-2-11 50-16</inkml:trace>
  <inkml:trace contextRef="#ctx0" brushRef="#br0" timeOffset="48224.53">4005 18748 544 0,'11'-21'174'0,"-11"21"0"16,0 0-79-16,-18-3-85 15,18 3 1-15,-22 2 1 16,22-2-9-16,-26 12-3 16,26-12 0-16,-28 19 0 0,28-19 0 15,-26 24 0-15,16-7 0 16,3 4 0-1,-2 3 0-15,6 6 0 16,-4 3 0-16,3 3 0 0,1 0 0 16,6 4-4-16,-3-2 3 15,0-3-3-15,4 0 1 16,-1-6-1-16,4-5 1 16,5-3-2-16,2-4 1 15,2-1-1-15,3-2 0 16,3-6 0-16,1-2 1 15,3-1 1-15,0-3-1 16,0-4 2-16,0-3-1 16,-3-2 1-16,3-4-1 15,-4 1 2-15,1-4 0 16,-6-1-1-16,2-1 1 16,-3-1 0-16,-2 1 1 0,-2-3 2 15,-5 2-2-15,2-2 1 16,-3 1 0-16,-2-1 1 15,3 0-1-15,-7 0 1 16,3-3-1-16,-3-1-1 16,0 2 1-16,0-3-1 15,-3 0-1-15,3 0 1 16,-4-2-1-16,-3 2 1 16,4 1-1-16,-2 2 2 15,-6-1 0-15,4 3 3 16,-1 3 5-16,-6 1 4 15,-2 6-144-15,-13-1-32 0,-4 8-9 16,-25-10-7-16,-7 5-3 16</inkml:trace>
  <inkml:trace contextRef="#ctx0" brushRef="#br0" timeOffset="50668.27">6554 19068 72 0,'17'11'53'0,"-17"-11"-1"16,0 0-5-16,0 0 2 15,0 0 1-15,16 5 3 16,-16-5 0-16,0 0 11 16,0 0 16-16,0 0 0 15,0 0-9-15,0 0-7 16,0 0-9-16,0 0-6 16,0 0-8-16,0 0-17 15,0 0-23-15,0 0-4 16,15 5 1-16,-15-5 0 0,0 0-2 15,0 0-1-15,26-3 1 16,-26 3 0-16,30-5 0 16,-11-1 3-16,3-1-3 15,4-1 2-15,1-3 1 16,2 3 1-16,1-3 1 16,1-1-1-16,2 0-1 15,3 0 1-15,-1 0 0 16,1 2-1-16,3-1 0 15,-3-4-1-15,2 2 0 16,-1 1 0-16,-3 0 1 16,3 4 1-16,-8-3 0 15,3 3 1-15,-6-1-1 0,-4 4 1 16,-1 0 0-16,-5 3 1 16,-16 2 0-16,0 0 0 15,15-2-1-15,-15 2 1 16,0 0 1-16,0 0-1 15,0 0-1-15,0 0-1 16,0 0 0-16,0 0-1 16,0 0 1-16,0 0-1 15,0 0 0-15,0 0 0 16,23 7 0-16,-23-7 1 16,17 0 1-16,-17 0 0 15,16 3 3-15,-16-3 4 16,0 0 4-16,19 23 2 15,-19-2 2-15,3 5 0 16,-3 3-3-16,-3 9-1 16,-1 4-12-16,1 4 0 15,-2 5 0-15,1-1 0 0,1 4 0 16,-4-1 0-16,3-1 0 16,-1-2 0-16,2-3 0 15,-1-4 0-15,1-1 0 16,-1-4 0-16,4-9 0 15,-3-6 0-15,-1-6 0 16,4-17 0-16,0 24 0 16,0-24-3-16,0 0-3 15,0 0-1-15,0 0 0 0,0 0-70 16,0 0-98 0,0 0-20-16,-19-8-3 15,-7 4-1-15,-38-16 44 16</inkml:trace>
  <inkml:trace contextRef="#ctx0" brushRef="#br0" timeOffset="54134.71">12296 12629 181 0,'-19'0'77'16,"-4"-1"14"-16,1-1 30 0,2 5-11 15,-6-1-7-15,9 5-3 16,1-5-17-16,16-2-19 16,-19 8-9-16,19-8-17 15,0 0-38-15,6 16 0 16,-6-16 0-16,36 9-1 16,-10-8 2-16,4 1-1 15,4 0 0-15,-1-2 0 16,0-2 0-16,-2 0-1 15,-4-1-1-15,-10 1 1 16,-17 2 0-16,22-2-1 16,-22 2-2-16,0 0-3 15,0 0 1-15,0 0 0 0,0 0 0 16,-13 7-1-16,13-7 2 16,0 0 4-16,0 0 4 15,0 0 4-15,-16-3-2 16,16 3-1-16,0 0 1 15,0 0 1-15,19-4-3 16,-19 4-2-16,16 2-1 16,-16-2-1-16,20 5 1 15,-20-5 1-15,27 7-1 16,-27-7-1-16,19 7 2 16,-19-7 2-16,19 5-2 15,-19-5 0-15,0 0 0 0,15 5-1 16,-15-5 0-16,0 0 0 15,0 0-1-15,0 0-1 16,14-1 0-16,-14 1-60 16,0 0-75-16,23-11-29 15,-23 11-7-15,19-31-2 16,-19-5-6-16</inkml:trace>
  <inkml:trace contextRef="#ctx0" brushRef="#br0" timeOffset="69114.37">10532 17810 153 0,'-15'-9'77'0,"15"9"4"16,0 0 7-1,0 0 7-15,-18-7 12 0,18 7-7 16,0 0-9-16,0 0-11 15,0 0-13-15,0 0-11 16,0 0-28-16,0 0-28 16,0 0 0-16,0 0 0 15,0 0 0-15,0 0 0 16,-15-5 0-16,15 5 0 16,0 0 0-16,0 0 0 15,0 0 0-15,0 0 0 0,0 0 0 16,0 0 0-1,0 0 0-15,0 0 0 16,0 0 0-16,10-15 0 16,-10 15 0-16,0 0 0 0,0 0 0 15,16-9 0-15,-16 9 0 16,19-3 0-16,-2 1 0 16,2-2 0-16,7 3 0 15,2-5 0-15,5 0 0 16,7 0 0-16,2-1 0 15,3-1 0-15,0-1 0 16,3 0 0-16,1 1 0 16,3 1 0-16,-3 0 0 15,3 0 0-15,-4 2 0 16,1 1 0-16,-4 1 0 16,0 1 0-16,-1 0 0 15,-3 1 0-15,1-1 0 0,3-1 0 16,-5 1 0-16,5-2 0 15,0 3 0-15,4-3 0 16,3-1 0-16,0 2 0 16,5-1 0-16,-1-1 0 15,3 1 0-15,2 3 0 16,1-3 0-16,2-1 0 16,-1 3 0-16,-2-1 0 15,3-1 0-15,2 3 0 16,-2 1 0-16,2-4 0 15,-2 2 0-15,0 1 0 16,2-1 0-16,-1 2 0 16,-1-2 0-16,-2 1 0 0,3-1 0 15,-3 0 0-15,-1 2 0 16,-2-2 0 0,2 1 0-16,-2-1 0 0,-2 0 0 15,5 0 0-15,-3 1 0 16,2-3 0-16,3 1 0 15,2-1 0-15,-1 1 0 16,-1-1 0-16,2 1 0 16,-6-1 0-16,6 1 0 15,2-2 0-15,-7 0 0 16,1-1 0-16,3 1 0 16,-3 0 0-16,2-2 0 15,1 0 0-15,0 0 0 0,-4 0 0 16,5 0 0-16,2 0 0 15,0 1 0-15,-4-7 0 16,5 5 0 0,-1-3 0-16,0 3 0 0,-6-3 0 15,-1 1 0-15,-2 0 0 16,-5-1 0-16,1 8 0 16,-10-6 0-16,-5 6 0 15,-1-4 0-15,-3 3 0 16,-7 4 0-16,-6-2 0 15,-4 1 0-15,-19 1 0 16,26 0 0-16,-26 0 0 0,0 0 0 16,16-2 0-16,-16 2 0 15,0 0 0 1,0 0 0-16,0 0 0 16,0 0 0-16,0 0 0 15,0 0 0-15,0 0 0 0,0 0 0 16,0 0 0-16,0 0 0 15,0 0 0-15,0 0 0 16,19 9 0-16,-19-9 0 16,21 5 0-16,-6-3 0 15,1 1 0-15,7-3 0 16,-1 2 0-16,4-2 0 16,4 2 0-16,-1-2 0 15,4-2 0-15,-2 2 0 16,6-4 0-16,-2 3 0 15,-2-3 0-15,0 1 0 16,-2-1 0-16,2-1 0 0,-4 2 0 16,-3-1 0-16,0 1 0 15,-3-1 0-15,-7 1 0 16,-16 3 0-16,26-4 0 16,-26 4 0-16,0 0 0 15,0 0 0-15,0 0 0 16,0 0 0-16,-9-17 0 15,9 17 0-15,-30-26 0 16,13 7 0-16,-2-5 0 16,-7-4 0-16,0 0 0 15,3 1 0-15,1-3-2 16,-1 4 2-16,4 0-2 16,0 2 2-16,2 3-2 0,1 2 1 15,2 2-2-15,14 17 2 16,-22-24 1-16,22 24 1 15,-20-16 0-15,20 16-1 16,0 0 1-16,-19-14 1 16,19 14 1-16,0 0-2 15,0 0 1-15,0 0-3 16,-15-3-1-16,15 3-1 16,0 0 1-16,0 0-1 15,0 0 1-15,12 17-1 16,-12-17 2-16,19 26 2 15,-9-9 2-15,6 4 0 16,3 5 2-16,2-3-1 0,5-1-3 16,2-1-1-16,5 0 0 15,3-4 0-15,-1 2 0 16,5-3 0-16,-5-3 0 16,1 0 0-16,-5-1 0 15,-5 0 0-15,-3-4 0 16,-2 1 0-16,-21-9 0 15,26 14 0-15,-26-14-1 16,15 14-1-16,-15-14 0 16,0 0 0-16,12 17-1 15,-12-17 1-15,0 0 1 16,0 21 1-16,0-21 0 16,-8 22 2-16,-3-3-4 0,-1 0 5 15,-5 4-4-15,-2 3 4 16,-11 5-3-16,-1 0 4 15,-5 6-6-15,-3-1 3 16,3 0 1-16,-2 1-2 16,-2 1 0-16,5-2-1 15,2 0 2-15,7-4-4 16,7-10 3-16,0-3-2 16,8-2 0-16,11-17 0 15,-15 18 2-15,15-18 2 16,0 0 1-16,0 0 2 15,0 0-44-15,0 0-86 16,19-7-43-16,-19 7-8 0,23-19-10 16,-10-5-4-16,10-2 54 15</inkml:trace>
  <inkml:trace contextRef="#ctx0" brushRef="#br0" timeOffset="71419.56">18180 16541 49 0,'0'0'171'0,"0"0"-23"16,0 0-16-16,0 0-6 15,0 0 2-15,0 0-14 16,-19-7-14-16,19 7-45 15,-19-20-55-15,2 4 0 0,-2 0 0 16,-7-1 0-16,0 0 0 16,0-1 0-16,-2 3 0 15,-2 1 0-15,1 0 0 16,-4 4 0-16,3-2 0 16,6 1 0-16,-2 3 0 15,-4-3 0-15,-3 3 0 16,4 1 0-16,-2 2 0 15,-2-1 0-15,0 3 0 16,1 1 0-16,-1 2 0 16,4 0 0-16,-4 4 0 15,2-1 0-15,1 1 0 16,-3 2 0-16,-1 1 0 0,1 0 0 16,-4 2 0-16,2 0 0 15,-6-1 0-15,4 3 0 16,-1-1 0-16,-2-1 0 15,-2 3 0-15,6-4 0 16,1 6 0-16,2-3 0 16,-1 1 0-16,4 2 0 15,1-2 0-15,3 3 0 16,0-4 0-16,-1 1 0 16,5 0 0-16,-1 2 0 15,1-2 0-15,3 0 0 16,0 2 0-16,-2 1 0 15,2 5 0-15,0 0 0 0,-1 3 0 16,3-1 0-16,-2 4 0 16,0 2 0-1,3 1 0-15,-5 3 0 16,6-3 0-16,-1 2 0 0,-3 0 0 16,2 2 0-16,1 2 0 15,-3-4 0-15,2 2 0 16,1 0 0-16,0 1 0 15,-1-1 0-15,5 2 0 16,-2-2 0-16,2 0 0 16,2 0 0-16,-6-1 0 15,5 1 0-15,3 2 0 0,-3 0 0 16,3 1 0 0,1 0 0-16,0 1 0 0,0-1 0 15,3 2 0-15,3 0 0 16,1 0 0-1,0 0 0-15,1-1 0 0,6 2 0 16,0-1 0-16,4 1 0 16,1 0 0-16,3 1 0 15,3 0 0-15,4 0 0 16,4 1 0-16,6 1 0 16,1-1 0-16,7-1 0 15,1 0 0-15,1-4 0 16,7 6 0-16,-1-4 0 0,1-3 0 15,3-1 0-15,-4-1 0 16,4-3 0 0,1-3 0-16,-1 1 0 15,1-9 0-15,-1-2 0 0,4 1 0 16,0-4 0-16,-1-4 0 16,6 0 0-16,-6-1 0 15,1-2 0-15,1-2 0 16,2 0 0-16,-3-3 0 15,1 0 0-15,-5-1 0 16,0-1 0-16,0-3 0 16,-3 0 0-16,6-3 0 15,-4 1 0-15,1-4 0 0,3 1 0 16,-2-4 0 0,2 0 0-16,2-1 0 15,2 0 0-15,-7-3 0 16,4 0 0-16,-2-1 0 0,5 0 0 15,-4 0 0-15,3-3 0 16,-3-2 0-16,1-2 0 16,5 1 0-16,-6-1 0 15,1 0 0-15,-1 0 0 16,-1-2 0-16,-5 1 0 16,3-1 0-16,-7 0 0 15,-2-1 0-15,-1-3 0 16,-1 1 0-16,-1-2 0 15,-5 0 0-15,-2-1 0 16,-3 1 0-16,-4 0 0 16,0 0 0-16,-7 0 0 15,0 0 0-15,-4 1 0 0,-4-1 0 16,-1-2 0-16,-1 2 0 16,-6 2 0-16,1-3 0 15,-4 1 0-15,-4 0 0 16,-2 2 0-16,0-2 0 15,-4-2 0-15,3-2 0 16,-5 0 0-16,-2 1 0 16,2 3 0-16,-2-2 0 15,2 0 0-15,-4 2 0 16,-5 3 0-16,6 0 0 16,-4 2 0-16,-4-1 0 15,0-3 0-15,1-1 0 16,-4 2 0-16,0-6 0 0,3 4 0 15,-3 0 0-15,-3-2 0 16,3 2 0-16,-4-1 0 16,4 3 0-16,-9 1 0 15,2 1 0-15,0-1 0 16,-1 0 0-16,4 4 0 16,-6-2 0-16,4 2 0 15,0 1 0-15,2 1 0 16,-1 1 0-16,1 0 0 15,1 2 0-15,-4 0 0 16,3 0 0-16,-1-2 0 31,2 2 0-31,-1 0 0 16,0 2 0-16,-1 0 0 0,5 3 0 0,-3 0 0 0,3 0 0 16,-4 2 0-1,4 2 0-15,-3-1 0 16,-6 3 0-16,2-1 0 0,-5 0 0 15,-2 1 0-15,-9 2 0 16,1 5 0-16,-10-1 0 16,-1 4 0-16,-12 3 0 15,-7 4 0-15,-16 6 0 16,-13 1-71-16,-6 3-114 16,0 0-13-16,-10-17 3 15,12-6-7-15,-2-25 31 0</inkml:trace>
  <inkml:trace contextRef="#ctx0" brushRef="#br0" timeOffset="73163.35">11388 16725 405 0,'0'-38'165'0,"3"3"-28"15,-3-3-16-15,7 9-18 16,-7-1-19-16,9 13-76 16,-5-1-8-16,-4 18 0 15,0 0 0-15,10-15 0 16,-10 15 0-16,0 0 0 15,0 19 0-15,3-2 0 16,1 7 0-16,5 6 0 0,1 8 0 16,2 5 0-1,2 6 0-15,2 1 0 0,-1-3 0 16,-1-2 0-16,2-5 0 16,-2-8 0-16,-2-7 0 15,-5-6 0-15,-7-19 0 16,19 22 0-16,-19-22 0 15,0 0 0-15,0 0 0 16,15-5 0-16,-15 5 0 16,11-24 0-16,-4 1 0 15,1-3 0-15,-1-7 0 16,4-3 0-16,1-6 0 0,-2 3 0 16,6-1 0-16,-2 4 0 15,-2 1 0-15,2 11 0 16,-2 3 0-1,-12 21 0-15,23-24 0 0,-23 24 0 16,19 1 0-16,-19-1 0 16,26 26 0-16,-7-5 0 15,2 3 0-15,1 6 0 16,4 3 0-16,0 1 0 16,2-3 0-16,-2-3 0 15,-3-4 0-15,-2-3 0 16,-6-7 0-16,-15-14 0 15,30 17 0-15,-30-17 0 16,0 0 0-16,19 0 0 16,-19 0 0-16,3-33 0 15,-3 7 0-15,0-12 0 16,-7-7 0-16,4-10 0 0,-2-4 0 16,-2 0 0-16,0 9 0 15,0 7 0-15,-2 6 0 16,6 13 0-16,-4 7 0 15,7 17 0-15,0 0 0 16,0 0 0-16,0 0 0 16,0 0 0-16,-4 28 0 15,4-28 0-15,23 36-85 16,-9-15-72-16,5-2-20 16,7 0-4-16,0-14-5 15,7 0 5-15</inkml:trace>
  <inkml:trace contextRef="#ctx0" brushRef="#br0" timeOffset="73712.73">12329 16723 157 0,'-11'16'167'16,"11"-16"7"-16,-8 22-63 16,8-22-14-16,0 0 0 15,19-10-6-15,7 3-20 16,0-11-17-16,12 5-50 0,7-5-4 16,7 1 0-16,0 1 0 15,4 4-1-15,-4 4-1 16,-3-1-34-16,-8 9-47 15,-11 2-29-15,-8 8-20 16,-22-10-4-16,12 31-4 16,-20-8 6-16,-6 4 7 15,-12 3 47-15,-5 1 60 16,-2-5 39-16,0 5 26 16,-2-5 17-16,5 0 17 15,1-5 15-15,6-2 23 16,4-2-2-16,0-5-15 15,19-12-7-15,-17 19-9 0,17-19-9 16,0 0-18-16,14 16-19 16,-14-16-28-16,31 3-10 15,-2-3-1 1,4-1 1-16,6-3 0 0,0-3 0 16,10 0-1-16,-4-1 0 15,4-6-2-15,-4-3-72 16,-3-2-69-16,-2 0-24 15,-11-9-4-15,6-2-6 16,-16-9-2-16</inkml:trace>
  <inkml:trace contextRef="#ctx0" brushRef="#br0" timeOffset="74592.53">13365 16650 251 0,'7'30'178'15,"-7"-8"-20"-15,3-3-51 16,4-1-17-16,-7-18-2 16,13 24-19-16,-13-24-28 15,0 0-27-15,13-4-9 16,-13 4-2-16,9-29 0 0,-5 6-1 15,-1-6-1-15,1-6-3 16,-4-6 2 0,3-4 1-16,-3 0-3 15,0 2 4-15,0 4-2 0,0 5 3 16,3 6-4-16,-3 6 3 16,0 22-4-16,0-18 0 15,0 18 2-15,0 0-2 16,0 0-2-16,0 0 0 15,0 0 3-15,0 0 0 16,0 0 0-16,-3 23 1 16,6-4 1-16,1 9-2 15,5 3 3-15,-2 7-3 0,5 9 3 16,-2 6-2 0,2 3 2-16,2 2-2 15,-2 0 0-15,-1-3 3 16,1 4-3-16,-2-2 2 0,-3-5-2 15,5-4 1-15,-5-3-1 16,0-7 1-16,-7-6 1 16,7-6 1-16,-7-7 0 15,0-19 1-15,2 20-1 16,-2-20-3-16,0 0 0 16,0 0 0-16,0 0 0 15,-19-5 0-15,19 5 0 16,-23-14 0-16,8 7 0 15,-8 0 0-15,2 2 0 16,-3 4 0-16,-2 1 0 16,-4 5 0-16,4 0 0 15,0 2 0-15,4-2 0 0,3 2 0 16,1 0 0-16,18-7 0 16,-19 9 0-16,19-9 0 15,0 0 0-15,0 0 0 16,0 0 0-16,0 0-3 15,0 0-3-15,30-16 0 16,-4 9 3-16,9-3 1 16,8-2 2-16,9-2-1 15,9 0 0-15,10 0-1 16,0-2 0-16,0 1 2 16,-1 1 0-16,-10 2 1 15,-4 2-1-15,-11-3-2 16,-7 8-52-16,-12-2-75 0,-12 0-36 15,-14 7-7-15,0 0-2 16,0 0-2-16</inkml:trace>
  <inkml:trace contextRef="#ctx0" brushRef="#br0" timeOffset="80741.63">16925 17196 245 0,'0'-21'149'0,"0"21"-11"16,0-18-10-16,0 18-16 15,0 0-14-15,0-19-22 16,0 19-22-16,0 0-31 16,0 0-26-16,0 0-3 15,0 0 0-15,0 0-1 16,0 0-2-16,0 0 1 16,0 0-2-16,0 0 1 15,0 0 2-15,14 11 1 0,-14-11 2 16,0 0 1-1,0 0 1-15,0 0 2 16,0 0 0-16,0 0 1 0,0 0 0 16,0 0 0-16,0 0-1 15,0 0 0-15,0 0 0 16,0 0-1-16,0 0 1 16,0 0 1-16,0 0 0 15,0 0 0-15,0 0-2 16,0 0 2-16,0 0-2 15,0 0-1-15,0 0 2 16,0 21 0-16,0-21 0 16,9 29 0-16,-6-6 3 15,8 4-2-15,-4 8 5 16,5 6-1-16,-2 8-4 16,2-2 3-16,-1-1-4 0,-3-1 3 15,3 0-6-15,-4 0 4 16,1-3-4-16,-1-2 3 15,0-2-1-15,-3-5 1 16,-4 0 0-16,3-2-1 16,-1-5 3-16,-2-2-4 15,-2-7 1-15,-1-1-2 16,3-16 1-16,-4 21 0 16,4-21 1-16,0 0-1 15,0 0 2-15,0 0-2 16,0 0 2-16,0 0 1 15,-22-9-44-15,22 9-51 16,-7-26-34-16,0 2-27 0,7-2-14 16,-4-12 0-16,11 1-1 15</inkml:trace>
  <inkml:trace contextRef="#ctx0" brushRef="#br0" timeOffset="82137.62">16894 17261 298 0,'-14'-15'170'16,"14"15"-45"-16,0-26-39 16,0 26-7-16,4-28-7 15,-4 28-17-15,10-28-25 16,-1 13-35-16,-9 15 0 15,26-24 4-15,-4 10 0 16,1 2 1-16,3 0 1 0,0 1 1 16,3 4 1-1,1 0 1-15,-4 6 0 16,3 1-1-16,-1 3 0 16,-5 2 1-16,3 4-2 0,0 0 0 15,0-1-1-15,0 4 0 16,3-1 0-16,-6 1 1 15,3 0 1-15,-7 3 0 16,2-1 0-16,-5 2-1 16,-8 1-2-16,3 2-1 15,-8 0-2-15,-3 2 1 16,-3 2-1-16,-4-3 0 0,-5 5 1 16,-2-3-5-1,-5 4 7-15,0 0-2 16,-4-3 3-16,0-1-4 15,-3-3 3-15,4 2-3 16,-1-6 3-16,4 3 1 0,-2-6-2 16,2 0 1-16,0-2-1 15,19-10 0-15,-29 18 0 16,29-18 1-16,-19 10-1 16,19-10-1-16,0 0 0 15,-16 7 1-15,16-7 2 16,0 0 3-16,0 0 1 15,0 0-5-15,0 0-4 16,0 0 1-16,19-14 1 0,-19 14-1 16,19-14-2-1,-19 14-3-15,26-19 1 16,-10 9 4-16,1-2 6 0,6 0-2 31,3 3 0-31,0-5 0 0,-2 5 1 16,2-1 0-1,4 3 0-15,-4-2-1 0,0 6 1 16,-4-2 1-16,1 3 0 0,-6 6 0 16,2-1 1-16,-3 6 1 15,0-2-2-15,-16-7 3 16,26 19-3-16,-26-19-1 16,26 26 0-16,-26-26 2 15,29 26-3-15,-29-26 1 16,26 27 0-16,-15-11-1 15,-11-16 0-15,22 26 2 0,-22-26-2 16,16 28-1-16,-16-28-1 16,10 24 0-16,-10-24-3 15,5 24 1-15,-5-24-1 16,4 26-1-16,-4-26 0 16,-5 21 2-16,5-21-1 15,-7 24 1-15,7-24 1 16,-14 22 2-16,14-22 0 15,-23 23 0-15,23-23 0 16,-26 28 1-16,11-14 0 16,-5-1 1-16,1 1-2 15,2 0 1-15,-6 0-2 16,4 0 2-16,0-4-1 0,-3 1-1 16,3-3 0-16,-2-1 0 15,-2-2 1-15,4 0-1 16,-3-3 0-16,2-2 2 15,-2-2-1-15,-1-4 0 16,3-1 0-16,-3 1 1 16,0-2-1-16,1 1 0 15,-4-4 1-15,7 5-2 16,-4-1 2-16,4 1-1 16,2 3 0-16,17 3 0 15,-26-9-1-15,26 9 1 16,-16-5 3-16,16 5 1 15,0 0-2-15,0 0-4 0,0 0-4 16,0 0 0-16,16-19-79 16,-16 19-63-16,26-35-23 15,-4 11-3 1,-1-12-2-16,10-6 20 0</inkml:trace>
  <inkml:trace contextRef="#ctx0" brushRef="#br0" timeOffset="83414.72">18213 16583 295 0,'0'0'173'0,"7"-19"-37"0,-7 19-22 16,2-16-14-16,-2 16-21 16,0 0-46-16,0 0-22 15,0 0-7-15,0 0 0 16,0 0-1-16,0 0-3 15,0 0-1-15,0 0-3 16,-12 21 0-16,12-5 3 16,-7 3 1-16,3 3-1 15,-1 2-1-15,-2 6-1 16,0 1 2-16,-1 2-1 16,-3 5 3-16,1 3-3 15,-2 4 3-15,-2 6-3 16,2 1 2-16,-2 3 0 0,-2 2 1 15,4 2-2-15,-11 0 4 16,9-2-2-16,-5 0-1 16,4-5 2-16,-3-4-4 15,6-1 4-15,-5-4-4 16,5 1 3-16,1-1-3 16,-1-3 1-16,2 0 2 15,1 1 0-15,-1 1 0 16,-3 1-1-16,7 0 1 15,-5 2-1-15,2 0 2 16,-1-1-2-16,3-1 1 16,-2-3-2-16,2-1 2 15,1-2-1-15,-3-3 0 0,5-4-1 16,-6-2 1-16,6-1-1 16,-4-4 1-16,1 1-1 15,0-5-3-15,3 2 3 16,-4-2-1-16,1-2 2 15,3-1-2-15,4-16 2 16,-8 24-3-16,8-24 2 16,-7 15 2-16,7-15-1 15,0 0 0-15,0 0 0 16,-7 16-1-16,7-16 1 16,0 0 0-16,0 0 0 15,0 0 0-15,-7 16 1 16,7-16 0-16,0 0 0 0,0 0 1 15,0 0-1-15,0 0 1 16,0 0-1-16,0 0 1 16,0 0 2-1,0 0-1-15,0 0-2 0,0 0 3 16,0 0 0-16,0 0-2 16,0 0 2-16,0 0-3 15,0 0-1-15,0 0 0 16,0 0 1-16,0 0-3 15,0 0 1-15,0 0-2 16,0 0 0-16,0 0-1 16,0 0 2-16,0 0-1 15,0 0 1-15,0 0 0 0,0 0 2 16,0 0 1 0,0 0 0-16,0 0 2 0,0 0 0 15,0 0 0 1,0 0 0-16,0 0 0 0,0 0 0 15,0 0-2-15,0 0 0 16,0 0 0-16,0 0 0 16,0 0-2-16,0 0-4 15,0 0-2-15,0 0-41 16,0 0-81-16,10-25-42 16,-3 10-6-16,-2-11 6 15,2-4-4-15</inkml:trace>
  <inkml:trace contextRef="#ctx0" brushRef="#br0" timeOffset="84991.54">18220 17215 170 0,'-21'12'82'16,"21"-12"8"-16,-26 14 19 15,26-14-7-15,-22 12-7 16,22-12-12-16,0 0-11 16,-23 14-17-16,23-14-14 15,0 0-22-15,0 0-22 16,0 0-3-16,0 0 2 16,0 0-4-16,19 10 1 15,-19-10 3-15,21 0 2 0,-21 0 2 16,30-7 2-16,-11 2-1 15,0 0-2-15,3-2 1 16,1-2 0 0,0 2-1-16,-1 0 1 0,-3 2-1 15,-1 0 0-15,-18 5 0 16,22-5 0-16,-22 5-1 16,0 0 1-16,0 0 0 15,0 0 0-15,0 0 0 16,0 0 2-16,0 0 1 15,0 0 2-15,4 20 1 16,-4-20 3-16,-4 23 0 0,1-6 2 16,-4 4 0-16,1 1-1 15,-4 8 0-15,-4 5-6 16,-1-1 1 0,-1 4-4-16,-7 4 2 15,1-2-4-15,1 1 2 0,-2-1-2 16,4-5 0-16,0-4 2 15,4-2-1-15,1-3 0 16,2-5-1-16,5-6-1 16,7-15-3-16,-7 19-2 15,7-19 1-15,0 0 0 16,0 0-1-16,0 0 1 16,0 0 0-16,0 0 2 0,15 4 3 15,-15-4 1 1,0 0 2-16,0 0-1 15,21-14 1-15,-21 14 0 16,26-14 0-16,-10 4 0 0,6-1-1 16,4-2 0-16,0-1-1 15,4 2 1-15,-1-2 1 16,-1 2-3-16,-5 1 1 16,3 4-1-16,-9 0 1 15,-17 7 1-15,26-6 0 16,-26 6-1-16,16-2 0 15,-16 2-19-15,0 0-62 16,0 0-38-16,0 0-32 16,19-17-12-16,-19 17-5 15,10-26 2-15</inkml:trace>
  <inkml:trace contextRef="#ctx0" brushRef="#br0" timeOffset="85374.81">18512 17410 323 0,'-14'4'140'0,"14"-4"-16"15,0 0-21-15,0 0-13 16,0 0-20-16,0 0-26 0,0 0-47 16,0 0-3-16,19 3 2 15,-19-3-4-15,0 0 7 16,24 2 1-16,-24-2 1 16,23 2 0-16,-23-2-2 15,22 0 1-15,-22 0 0 16,23-2-1-16,-23 2 0 15,23-4 0-15,-23 4-58 16,19 0-43-16,-19 0-29 16,15-1-8-16,-15 1-21 15,0 0 0-15,18-2 42 16</inkml:trace>
  <inkml:trace contextRef="#ctx0" brushRef="#br0" timeOffset="85634.99">18534 17585 225 0,'-26'23'139'16,"26"-23"-18"-16,-19 15-12 16,19-15-5-16,0 0-13 15,-14 11-19-15,14-11-25 16,0 0-32-16,0 0-21 15,0 0-1-15,0 0-1 16,26-4 1-16,-26 4 0 0,33-9-52 16,-14 2-55-16,4-8-47 15,10 5-5-15,-3-13-6 16,4 4 1 0</inkml:trace>
  <inkml:trace contextRef="#ctx0" brushRef="#br0" timeOffset="88003.68">18543 17684 309 0,'0'0'144'16,"0"0"-8"-16,-19-4-9 0,19 4-12 15,0 0-13-15,0 0-22 16,0 0-70-16,0 0-10 16,-19-12 0-16,19 12 0 15,0 0 0-15,0 0 0 16,-19 5 0-16,19-5 0 15,-18 9 0-15,18-9 0 16,0 0 0-16,-19 14 0 16,19-14 0-16,0 0 0 15,0 0 0-15,0 0 0 16,0 0 0-16,26-7 0 16,-7 0 0-16,4-2 0 0,3 1-2 15,0-1-2-15,7-1 3 16,0-2-1-16,-2 1 0 15,-1-3-13 1,-1 7-60-16,-6-5-37 16,-1 2-34-16,-2 3-16 0,-3-5-15 15,2 5 0-15,-19 7 30 16</inkml:trace>
  <inkml:trace contextRef="#ctx0" brushRef="#br0" timeOffset="89342.64">19059 17344 221 0,'0'0'167'16,"0"0"-16"-16,0 0-35 0,0 0-13 15,0 0-9-15,0 0-17 16,0 0-36-16,0 0-40 15,0 0-8-15,-16 7-2 16,16-7 0-16,-7 19 1 16,4-3 1-16,-6 3-4 15,5 4 9-15,-6 1-1 16,5 2 2-16,-6 3-2 16,4 1 2-16,-1 2-2 15,1-2 2-15,0-1 1 16,7 1-1-16,-4-3 0 15,4-1 0-15,7-3 1 16,-3-1-2-16,3-4 2 0,-7-18-2 16,15 26 3-16,-15-26-1 15,19 17 1-15,-19-17-1 16,23 5 1-16,-23-5 0 16,23-3-1-16,-23 3 2 15,26-12-1-15,-26 12-1 16,26-19 1-16,-26 19-1 15,26-25 0-15,-26 25 0 16,26-24-1-16,-26 24 2 16,19-29-2-16,-19 29 0 15,17-31-1-15,-13 15 1 16,-3-3 0-16,3 0 0 16,-4 0 0-16,-4-2 0 0,4 2 0 15,-5 0 1-15,-2-5 0 16,4 5 0-16,-4-2-1 15,2 2 1-15,1 2 2 16,-3-1-2-16,4 1 3 16,-1 1-4-16,4 16 5 15,-8-20-1-15,8 20 7 16,0 0-6-16,-18-18 2 16,18 18-3-16,0 0 3 15,-22-7-2-15,22 7 0 16,-19-3-3-16,19 3-3 15,-23 3 4-15,23-3-3 16,-26 7 3-16,10 0-3 0,16-7 3 16,-26 23-5-16,9-6 3 15,1 0-4-15,1 4 1 16,1 2-3-16,2 1 1 16,1 2-2-16,3-2 1 15,1 2 3-15,3 0-1 16,4 0 1-16,-3 2 0 15,6-1 2-15,1-1-1 16,-1 0 2-16,6-2 0 16,-2-1-1-16,3-4 0 15,6-2 2-15,-1-5-1 16,3-1 1-16,-3-4-1 16,8-2 1-16,-7-5 0 0,4 0 0 15,-1-3-1-15,1-3 1 16,-1-2 0-16,-2-3-1 15,-1 1 1-15,-1-2-2 16,-15 12 0-16,26-28 2 16,-15 12 0-16,-3 1-3 15,3-4 2-15,-8 0-2 16,4-4 2-16,-7 1-1 16,0-2 1-16,0-4-2 15,-3 0 1-15,-1-1 1 16,-3 3 0-16,-1 0-1 15,1 2 1-15,0 1 3 0,-4 4 0 16,11 19 6-16,-15-26-3 16,15 26 3-16,-12-15-4 15,12 15 4-15,0 0-5 16,-21-7 0 0,21 7-2-16,-16 0-2 0,16 0-2 15,-15 8 1-15,15-8 3 16,-23 19-4-16,23-19 4 15,-33 31-3-15,17-13 1 16,2 1-4-16,-1 0 4 16,1 0-6-16,2 0 1 15,1 2 1-15,3-2-1 16,4 0-2-16,1 3 2 0,-1 3 1 16,4-1-1-16,4-2 3 15,-1 2 0 1,1-3 0-16,4-3-124 15,6 2-42-15,-14-20-7 0,16 14-2 16,-28-33-18-16</inkml:trace>
  <inkml:trace contextRef="#ctx0" brushRef="#br0" timeOffset="91640.26">13438 17204 69 0,'0'0'37'15,"0"0"5"-15,0 0-6 16,0 0-5-16,-17 4 0 15,17-4 2-15,0 0 1 16,-16-4-3-16,16 4-5 16,-16-5-8-16,16 5 7 0,-20 0 12 15,20 0 13-15,0 0 6 16,-16 2 9-16,16-2 1 16,0 0-5-16,0 0-5 15,0 0-1-15,0 0-12 16,0 0-15-16,26-16-11 15,-3 11-13-15,3-2-7 16,7-2 2-16,5 1 1 16,3-1-1-16,3 2-1 15,1-1 1-15,0-1-2 16,-7 2 0-16,-5 2 1 16,-3 0 2-16,-11 1 2 15,-4 2 4-15,-15 2 0 0,0 0 0 16,0 0 2-16,-27 7-1 15,1 0 1 1,-7 4 0-16,-6-1-2 16,-4 0-4-16,-2 4 1 0,3-2 0 15,2-1 0-15,9-1-5 16,12-3-5-16,2-3-2 16,17-4-1-16,0 0 1 15,0 0 0-15,19-13-2 16,7 6 1-16,7-3 4 15,5 0 4-15,2-2 2 16,5 1 0-16,-3 3-2 0,-2 1-112 16,-6 5-47-16,-34 2-6 15,18-12-11-15,-58-7-5 16,-21 12 61 0</inkml:trace>
  <inkml:trace contextRef="#ctx0" brushRef="#br0" timeOffset="105151.18">17231 18532 106 0,'-19'14'75'0,"19"-14"33"15,-14 15 22-15,14-15-2 16,-23 16-8-16,8-11-11 16,15-5-10-16,-26 17-10 15,26-17-30-15,-26 21-59 16,26-21 0-16,-20 24 0 15,20-24 0-15,-17 28 0 0,5-12 0 16,5-1 0-16,-5 3 0 16,5-3 0-16,0 1 0 15,7-16 0 1,-19 29 0-16,19-29 0 0,-19 28 0 16,19-28 0-16,-19 21 0 15,19-21 0-15,-21 20 0 16,21-20 0-16,-28 25 0 15,14-10 0-15,-1 4 0 16,-8 7 0-16,0 2 0 16,-3 5 0-16,0 3 0 15,-3 4 0-15,-4 2 0 16,-2-1 0-16,-5 2 0 0,5 4 0 16,-4 0 0-1,0 0 0-15,-2-2 0 16,-3 1 0-16,3 3 0 15,-4 1 0-15,-1 4 0 0,-2-2 0 16,-1 3 0-16,-3 2 0 16,0 4 0-16,0-1 0 15,-4 3 0-15,3-3 0 16,-3 1 0-16,-3 1 0 16,2 0 0-16,-2-1 0 15,0-1 0-15,-6-1 0 16,6-2 0-16,-1 2 0 0,-3 0 0 15,6-2 0-15,1-5 0 16,4 4 0-16,-3-1 0 16,4 0 0-1,-1 1 0-15,4-3 0 0,1-1 0 16,2 0 0-16,0 0 0 16,3-3 0-16,0-1 0 15,2 1 0-15,2-3 0 16,-2-1 0-16,6 0 0 15,1-1 0-15,-2-1 0 16,5-2 0-16,1-2 0 16,3 0 0-16,0-1 0 15,3 1 0-15,1-1 0 0,-1-4 0 16,4 1 0-16,2-2 0 16,-2 0 0-1,3-2 0-15,2-4 0 16,-2 5 0-16,1-5 0 0,1 3-1 15,2 1 0-15,-2 0 0 16,-2-1 0-16,2 1-1 16,-1 5-3-16,-1-1 4 15,-1-1-7-15,1-1 7 16,-3 0-5-16,0 0 5 16,-2 0-5-16,2-2 6 15,0-5-2-15,0 2 3 16,0-1 0-16,-2-1 1 15,2 0-1-15,3-2 1 16,1-1-3-16,-3 0 1 16,6-4 0-16,-2-4-1 15,14-15 1-15,-15 23-2 0,15-23 1 16,0 0-1-16,-11 15 3 16,11-15-4-16,0 0 2 15,0 0-1-15,0 0 2 16,0 0-1-16,0 0 0 15,0 0-1-15,0 0 1 16,0 0 0-16,0 0 0 16,0 0 0-16,0-17-2 15,0 17 1-15,0 0 1 16,0 0 1-16,0 0-3 16,0 0 1-16,0 0-1 15,0 0 1-15,0 0 1 16,0 0 0-16,0 0-1 0,0 0 1 15,0 0-1-15,0 0 2 16,0 0 0-16,0 0 0 16,0 0 3-16,0 0-3 15,0 0 0-15,0 0 1 16,0 0 1-16,0 0-2 16,0 0 0-16,0 0 0 15,0 0-2-15,0 0 2 16,0 0 0-16,0 0 0 15,0 0-1-15,0 0-1 16,0 0 4-16,0 0-1 16,0 0-1-16,0 0 0 15,0 0-1-15,0 0 0 0,0 0 1 16,0 0 2-16,0 0-6 16,0 0 4-16,0 0-1 15,0 0 0 1,0 0 0-16,0 0 0 0,0 0 1 15,4-17-1-15,-4 17-1 16,-4-25 1-16,4 10 0 16,0-4 0-16,0-4 0 15,0-1 2-15,4 1-5 16,-4-1 3-16,0 5 0 16,3 0 1-16,-3 2-2 15,0 0 2-15,4 1 5 0,-4-1-7 16,3-6 11-16,-3-1-11 15,3 1 10 1,3-1-10-16,-3-2 8 16,1 2-8-16,3 0 2 15,-4-2-1-15,1 3 0 0,1 1 1 16,-2-1 0-16,1 4 2 16,-1 0-2-16,-3 19 1 15,4-27-1-15,-4 27 0 16,0 0 2-16,0 0 1 15,0 0 1-15,0 0 2 16,0 0 3-16,0 0 0 16,0 0 0-16,0 22-2 0,0-22 1 15,-7 29-3 1,3-8-2-16,1 0-2 16,-2 3-1-16,1 7 0 15,-3 1-7-15,4-3 7 0,-4 6-6 16,1-4 7-16,0 2-6 15,-1-2 5-15,0 0-9 16,1 0 7-16,-1-3 0 16,1-1 1-16,-3-1-3 15,2 0 1-15,0-1 0 16,4 1 2-16,-3-2 1 16,-1-5-1-16,0 0 1 15,4-2-3-15,3-17 3 16,-7 21-2-16,7-21 2 15,0 0-3-15,0 0 0 16,0 0 1-16,0 0 0 16,0 0-1-16,0 0-1 0,0 0 0 15,0 0 1-15,0 0-1 16,0 0 0-16,17-16 0 16,-17 16-2-16,35-29 2 15,-12 12 2-15,10-8-1 16,8 0-1-16,8-3 1 15,3-2 1-15,10 1 1 16,3 0 1-16,6 3-2 16,-3 0 0-16,-3 3 2 15,-4 4 1-15,-5 5 0 16,-11 2-2-16,-5 5 3 16,-12 2-1-16,-8 2 2 15,-20 3 2-15,20 3 3 0,-20-3 0 16,0 0 1-16,3 16-2 15,-3-16-1-15,0 0-3 16,-21 19 0-16,21-19-4 16,-15 10-59-16,-1-12-57 15,-1 4-47-15,-6 0-14 16,-8-6-4-16,-2 4 5 16,-12-3 94-16</inkml:trace>
  <inkml:trace contextRef="#ctx0" brushRef="#br0" timeOffset="107051.53">13827 22504 257 0,'0'0'154'0,"15"2"-28"16,-15-2-26-16,0-15-10 15,0 15-9-15,-3-21-20 16,3 21-56 0,-12-26-2-16,5 9-1 0,0-1-2 15,-5 1 2-15,1 0-1 16,-1-2 0-16,-5 3-2 16,-2-3 1-16,-4 0 6 15,-6 2-5-15,-3-1 7 16,-1 1-6-16,-3 0 7 15,-6 1-6-15,1 2 7 16,-4 0-7-16,-1 6 1 0,0-1-2 16,0 4 3-16,-6 3 0 15,-1 4 0 1,0 3 1-16,-2 0 0 16,-1 9 0-16,4 0-7 15,-5 2 6-15,1 3-8 0,1 1 6 16,3 3-9-16,-2-1 7 15,2 3-7-15,3-1 6 16,-3 0 1-16,7 4 0 16,2-2 0-16,1 5-2 15,0 0 1-15,2 4 0 16,6-1 0-16,-3 4-1 16,3 2 3-16,-3 2-4 0,4 1 4 15,2 0-1 1,-2 2 1-16,3 0-3 15,-1 0 5-15,-2 0-3 16,0 0 0-16,2 4-2 0,1 3 7 16,1 0-3-16,-4-4-8 15,3 2 8-15,3-1-8 16,1-2 8-16,3-6-6 16,1 2 7-16,4-3-12 15,3-2 8-15,-1 0 2 16,6 6-3-16,3-6 2 15,1 2 0-15,3 5-1 16,3-9-2-16,3 2 5 16,3 0-2-16,4-2-1 15,-1-1-3-15,5 0 4 16,1 6-3-16,-1-3 1 16,2-3-1-16,3 8-1 0,0-3 0 15,2 2 3-15,1-1 0 16,1 6-3-16,-4-6 0 15,7 4 4-15,-3 0-1 16,-1-5-1-16,4 3-2 16,-3 6 2-16,3-8-1 15,0-4 4-15,0-4-4 16,3 1 12-16,1 4-1 16,-2-1 4-16,5-8-2 15,0-1 3-15,1-6-7 16,6 8 5-16,-2-4-9 15,4-4-3-15,1-8 0 16,-1 9 0-16,3 3 0 0,4-7 0 16,-1 0 0-16,1-4 0 15,3 3 0-15,-3 1-5 16,-1 3 4-16,4-13 2 16,-52-9-5-16,101 22 3 15,-52-15-3-15,3 4 2 16,0-1-2-16,0-10 7 15,-52 0-4-15,102 7 1 16,-50-12 3-16,0-13-4 16,1 22-1-16,-8-13-1 15,7-3 4-15,-4 2-1 16,-3-9-4-16,4 5-1 16,-4-5 6-16,-5 7 0 0,2-11-1 15,-1 1 0-15,-4 4-2 16,1-1 1-16,-5 0 7 15,0-5-4 1,2 3-7-16,-2 0-10 0,0-6 14 16,-2 3-12-16,2-2 5 15,0-2-8-15,-2-5 3 16,-1 5-1-16,-1-6 9 16,1-10 6-16,-4 5-7 15,2-1 7-15,1-7 1 16,-3 0-2-16,4 4 4 15,-4-4-7-15,0 4 5 16,-4 3-2-16,1-3 3 0,-1-4-1 16,-3 2 2-16,-1-5-1 15,-3 3-1-15,-2-5 1 16,0-1 0 0,0-4-3-16,-3 5 1 0,-3-9-4 15,-2 6 2-15,2-4-1 16,-3 2 3-16,-4-2 5 15,0 7-9-15,0-2 12 16,-4-8-13-16,1 8 7 16,-3-3-7-16,3 2 6 15,-4 1-6-15,0 0-4 16,4 2 6-16,-6 1-6 0,-1 7 6 16,1 3 1-1,-2 1 0-15,1 2 0 16,-2 1 1-16,1-2 0 15,-1 4 2-15,-2 2-3 0,2 2 3 16,-3 0-2-16,1 1 1 16,-5 3-2-16,3 1 1 15,-5 3-1-15,6 1 2 16,-5-1-1-16,1 1-1 16,2 1 1-16,-2 0 0 15,0 2 0-15,0 0 0 16,1 2-1-16,3-1 1 15,-4-2 5-15,5 6-6 0,-5-2 6 16,0 1-6 0,-7-1 7-16,0 1-6 15,-7-4 8-15,-9-1-10 16,-10 0 0-16,-12-8-75 0,-18 0-87 16,-22-1-6-16,-12 17-7 15,-30 12 0-15,-16 24 14 16</inkml:trace>
  <inkml:trace contextRef="#ctx0" brushRef="#br0" timeOffset="108792.77">12747 23195 264 0,'9'17'130'16,"1"-1"-1"-16,-10-16-12 15,12 29-12-15,-12-29-16 16,14 25-22-16,-14-25-30 16,7 26-34-16,-7-26 2 15,9 17-4-15,-9-17-1 0,0 0-1 16,0 0-2 0,0 0 1-16,0 0 5 15,0 0-3-15,0 0-4 16,0 0 5-16,-4-19-3 0,4 19 2 15,-8-21-2-15,1 6 4 16,7 15-5-16,-19-30 2 16,19 30 2-16,-19-26-2 15,8 9 0-15,11 17-4 16,-19-23 5-16,19 23-5 16,-23-13 3-16,23 13-4 15,-19-9 6-15,19 9-4 16,-20 9 5-16,20-9 8 15,-23 12-5-15,23-12 7 16,-23 20-4-16,11-4 4 16,-2 1-6-16,-1 4 4 15,1-4-3-15,-2 8-14 0,1-3 13 16,-3 8-17-16,6-8 14 16,2 7-14-16,-2 3 15 15,1-3-13-15,6 1 9 16,1 2-1-16,1 0 0 15,3-1 1-15,0 3 0 16,3-6-1-16,3 0 0 16,1-1 0-16,0 1 0 15,1-4 1-15,6 1-4 16,2-1 3-16,-2 2 0 16,5-5 3-16,3 1-4 15,4 2 2-15,0-5-3 16,4 0 5-16,-1-7 1 0,-1 1-2 15,5-8-1-15,-3 0-1 16,-1-5 1-16,2-9 0 16,-1-5 1-16,-4 1-2 15,3-3 0-15,-2-10 1 16,-5 5 1-16,1-1-2 16,-1-4 2-16,-3 5-1 15,0 2 2-15,-1-2-1 16,-3 4-1-16,-15 17 0 15,26-17-1-15,-26 17 3 16,0 0 0-16,16-16-1 16,-16 16 0-16,0 0 2 15,0 0 0-15,0 0 0 0,0 0-82 16,0 0-67-16,-5-22-24 16,1 6 0-1,-3-19-7-15,11 4 20 16</inkml:trace>
  <inkml:trace contextRef="#ctx0" brushRef="#br0" timeOffset="110123.71">15373 21109 494 0,'0'0'178'16,"0"0"-18"-16,0 0-83 15,0 0-75-15,0 0 5 16,0 0 1-16,0 0-1 15,0 0 1-15,13 21 2 16,-13-21-2-16,10 19-1 16,-10-19-2-16,23 31-2 15,-8-5-2-15,8 4-2 16,3 3 1-16,3 1-5 16,1 3 4-16,1-3-3 15,2-3 1-15,-3-1-3 0,-4-11 2 16,-4-5-2-16,-3-2-2 15,-19-12 1-15,26 8-3 16,-26-8 3-16,0 0-1 16,14-22 2-16,-9 5 0 15,-5-9 1-15,4-6 4 16,-1-4 2-16,-3-5 1 16,0-6 0-16,0-3-1 15,0-2 2-15,0 0-2 16,4 3 3-16,-1 4-3 15,-3 6 0-15,7 4-1 16,-5 9 1-16,5 5 0 16,-7 21 0-16,7-21 2 0,-7 21 0 15,0 0 3-15,0 0-1 16,22 9 2-16,-22-9 0 16,26 26 1-16,-10-7-1 15,7 2-2-15,-1 3-1 16,4-1-3-16,0-1 0 15,0-1-3-15,-3-2 0 16,-1-7-2-16,-4-3 0 16,-18-9-2-16,22 8 0 15,-22-8 0-15,0 0 0 16,16-8 1-16,-16 8 2 16,-7-25 0-16,2 6 2 15,-2-7 3-15,-4-6-1 0,3-7 0 16,-3-4 1-16,-1-2-1 15,2 2-1-15,-1 5 1 16,3 3-3 0,4 7 2-16,1 8 0 0,3 20 1 15,-7-21 1-15,7 21 0 16,0 0 0-16,0 0 1 16,0 0-1-16,0 0 0 15,0 0-1-15,0 0-1 16,0 0-1-16,0 0-3 15,17-9-63-15,2 9-32 16,0-3-10-16,7-2-12 0,4-4-12 16,-1 2-11-16,6-2-7 15,-9-1 45 1</inkml:trace>
  <inkml:trace contextRef="#ctx0" brushRef="#br0" timeOffset="110447.95">16260 20730 395 0,'0'0'138'16,"0"0"-11"-16,0 0-11 15,-19-1-24-15,19 1-22 16,0 0-42-16,0 0-31 15,0 0-2-15,18-11-2 16,-18 11 0-16,27-10-1 0,-9 3 4 16,4 0 1-16,4-2 0 15,0-1 1-15,1-1 1 16,0 1 0-16,-6 1 0 16,2-3-52-16,-4 9-60 15,-4-1-33-15,-15 4-22 16,18 2-5-16,-18-2 2 15,0 0 75-15</inkml:trace>
  <inkml:trace contextRef="#ctx0" brushRef="#br0" timeOffset="110696.12">16365 20825 377 0,'0'0'145'0,"-20"25"-19"15,20-25-21-15,0 0-12 16,-6 15-24-16,6-15-29 15,17 12-46-15,-17-12-1 16,26 4 0-16,-10-4 3 16,6 0 4-16,-3-2-2 15,7-3 0-15,0-2 1 16,4-3 1-16,-4-3-2 16,0 0-32-16,-4-8-71 15,1-3-50-15,3 1-15 16,-14-8-3-16,6 3-2 15,-10-10 64-15</inkml:trace>
  <inkml:trace contextRef="#ctx0" brushRef="#br0" timeOffset="111747.34">17055 20483 532 0,'-15'-19'173'15,"8"-2"-56"-15,7-2-63 16,-4-9-29-16,1-3-16 15,3-5-5-15,0-1 5 16,0-3-6-16,3 1 3 16,1 3-4-16,3 2 4 15,-4 3-5-15,6 8-2 16,-2 4 1-16,-4 8-1 16,-3 15 1-16,7-19 1 15,-7 19 2-15,0 0 3 16,0 0 1-16,0 0 1 15,0 0 0-15,2 22 0 0,-2-22-3 16,4 35 2-16,-1-11-3 16,7 5-3-16,-1 6-3 15,8 0 3-15,-1 6-4 16,3 1-3 0,0 1 5-16,2-3-6 0,-2 1 5 15,4-1-3-15,-4 0 4 16,0-4-6-16,-2-4 7 15,-5-3 0-15,2-3 0 16,-2-2 0-16,-5-5 0 16,2-3 0-16,-9-16-1 15,4 19 2-15,-4-19-1 16,0 0 0-16,0 0 1 0,0 0 1 16,0 0-1-16,0 0 1 15,0 0 0 1,0 0-2-16,-20 12 1 15,20-12 0-15,-19 2-1 0,4-1 0 16,-3 1-1-16,-1 2 0 16,-3 3 0-16,-1-2 1 15,4 3-1-15,-2 1 0 16,2 0 0-16,4-2 0 16,15-7 0-16,-23 10 0 15,23-10 1-15,0 0 0 16,-19 9 0-16,19-9 0 15,0 0 0-15,0 0-1 16,0 0 2-16,0 0 0 16,0 0-2-16,0 0 0 15,0 0-1-15,0 0-3 16,0 0-2-16,0 0 2 0,12-18-3 16,-12 18 2-16,26-17 0 15,-10 3-1-15,6-5 3 16,4-2 2-16,7-1 4 15,0-1-1-15,9-1 1 16,-4 3-1-16,6 1 1 16,-6 4-1-16,-2 2 2 15,2 7-1-15,-8 0 1 16,-1 6 2-16,-6 1 1 16,-4 1 1-16,-19-1 1 15,26 11 1-15,-26-11-1 16,0 0-1-16,16 19-1 15,-16-19-3-15,0 0-3 0,0 0-119 16,0 0-57-16,0 0-2 16,-32-42-8-16,10 2-3 15,-25-27 50-15</inkml:trace>
  <inkml:trace contextRef="#ctx0" brushRef="#br0" timeOffset="133183.57">13502 22626 122 0,'0'0'54'0,"7"-23"6"16,-7 23 3-16,5-17 10 16,-5 17 6-16,0-17 15 15,0 17-12-15,0 0-6 16,0 0-10-16,0 0-6 0,0 0-6 15,0 0-14-15,0 0-15 16,0 0-22-16,0 0 0 16,0 0 1-16,0 0-1 15,0 0-1-15,0 0-2 16,0 0-1-16,0 0-1 16,4 17-1-16,-4-17-3 15,0 0-1-15,0 0-1 16,0 0 2-16,0 0 1 0,3 17 2 15,-3-17 1 1,0 16-1-16,0-16 2 16,-3 33 0-16,3-11 2 15,0 4-2-15,-4 2 2 0,4 3-2 16,0 2 2-16,-1 0-3 16,-3 0 3-16,4-2-1 15,0 0 1-15,0-2-1 16,0 3 1-16,0-5-1 15,0 1 1-15,-3 1 0 16,3-3 0-16,0 5-1 16,-4 4 4-16,1 3 0 15,-1-3 3-15,1 3-3 16,-2 2-7-16,-2 1 6 16,0 1-6-16,0-4 7 15,2-2-10-15,-2 4 6 16,0 0-12-16,-2-2 11 0,2-3 2 15,0-8 0-15,0 6 0 16,2-3-2-16,-2 1 0 16,-3-5 0-1,4-2 3-15,-1 2-3 0,-3 2-2 16,3 3-1-16,-2-7 6 16,-1 0-3-16,1 2 1 15,2-2 0-15,-3 6 1 16,1-8 0-16,-1 1 3 15,1-2-5-15,-1 10 0 16,3-9 0-16,-5 6 2 16,1-7-1-16,3 3-1 0,-3 0 0 15,1 0 1-15,1-3-2 16,2-2 1-16,-3 4 0 16,1-4 2-16,2 2-2 15,0-2 3-15,2-2-4 16,-6 2 3-16,5 7 0 15,-1-9 0-15,1 1-1 16,-4-1 3-16,3 2-4 16,-2 2 2-16,2-1 0 15,0 3 0-15,-1-6 0 16,1 4-1-16,0-4 1 16,3 4-2-16,4-21-1 15,-8 17 2-15,8-17 0 0,-11 16 0 16,11-16 0-16,0 0 1 15,0 0-3-15,0 0 3 16,-15 17 1 0,15-17-1-16,0 0-1 0,0 0 0 15,-11 18 1-15,11-18 0 16,0 0 0-16,0 0-1 16,0 0-2-16,0 0 2 15,0 0-3-15,0 0 4 16,0 0-3-16,0 0 1 15,0 0 0-15,0 0-2 16,0 0 2-16,0 0-2 16,0 0 1-16,0 0-2 0,0 0 0 15,0 0-2 1,0 0 0-16,0 0-1 16,0 0-55-16,14-23-72 15,-14 1-34-15,5-15-12 0,-6-6 5 16,-3-11 12-16</inkml:trace>
  <inkml:trace contextRef="#ctx0" brushRef="#br0" timeOffset="135168.99">13790 23528 140 0,'-19'0'53'0,"19"0"0"0,0 0-8 16,0 0-4-16,0 0-3 15,0 0 5-15,-19-4-1 16,19 4 13 0,0 0 9-16,-14-21 7 0,14 21 1 15,0 0 3-15,0 0-7 16,0 0-10-16,0 0-11 15,-15-10-15-15,15 10-11 16,0 0-16-16,0 0-5 16,0 0 0-16,0 0 0 15,0 0 0-15,0 0 0 16,0 0 0-16,0 0 0 16,0 0 0-16,0 0 0 0,0 0 0 15,0 0 0-15,0 0 0 16,0 0 0-1,0 0 0-15,0 0 0 16,0 0-5-16,0 0-6 0,0 0-1 16,0 0 0-16,0 0-4 15,0 0 0-15,0 0-4 16,0 0 5-16,15 14 5 16,-15-14 3-16,0 0-1 15,0 0 4-15,0 0 1 16,0 0 2-16,18-5 3 15,-18 5-3-15,19-6 1 16,-19 6 2-16,26-12-1 16,-7 2-3-16,0-1 2 15,4-1-1-15,-1-2 1 16,4-1 9-16,0-4-9 16,0 5 6-16,-3 2-7 0,-1 2 11 15,-1-1-12-15,-5 6 11 16,-16 5-9-16,26-7 0 15,-26 7-1-15,0 0 3 16,19 5-1-16,-19-5 3 16,0 0 0-16,0 0-9 15,0 0 9-15,0 0-10 16,-16 16 11-16,16-16-10 16,-7 19 9-16,7-19-12 15,-7 24 9-15,0-3 0 16,2 5 0-16,-5 7 1 15,1 3-4-15,-5-1 2 16,-1 6-1-16,1 4 2 0,-5 2-2 16,3-2 1-16,-1-2-2 15,-2-3 2-15,-1-5 0 16,1-1 0-16,6-4-1 16,-3-4 1-16,0-2-2 15,2-2 4-15,2-4-3 16,-2 2 2-16,2 0-3 15,2-3 3-15,-2 2 0 16,-2 0-1-16,14-19-1 16,-19 26-2-16,19-26 3 15,-19 28 1-15,19-28-2 16,-14 26 0-16,14-26-1 16,0 0 0-16,-9 24 2 0,9-24-3 15,0 0-3-15,0 0-2 16,0 0 3-16,0 0 0 15,16-14 3 1,-16 14 1-16,22-21-2 0,-6 7 4 16,5 4 0-16,1-4 1 15,1 4-1-15,3-1-1 16,-4 1 0-16,4 0-3 16,-3 1 4-16,3 4-3 15,-3 3 2-15,-1 2 0 16,-3 0 0-16,4 3 0 15,-1 1-2-15,1 5 2 0,-1-3-1 16,-1 1 1-16,-2-1-2 16,1 1 0-1,-1-4-2-15,-6-6-48 0,-13 3-37 16,23-6-36-16,-14-9-28 16,1-1-13-16,-3-6-3 15,-2-3 63-15</inkml:trace>
  <inkml:trace contextRef="#ctx0" brushRef="#br0" timeOffset="135520.23">14245 23649 264 0,'4'17'143'16,"-4"-17"-19"-16,0 0-21 16,0 0-12-16,0 0-15 15,0 0-18-15,0 0-18 16,5 19-28-16,-5-19-21 16,0 0-3-16,19-3 4 15,-19 3 4-15,29 1-1 16,-11-4 3-16,-3-1-1 15,8 1 2-15,0 3-1 0,-1-4 0 16,1 1-2-16,-1-2-41 16,-4 0-37-1,-3 5-41-15,1-6-26 16,-16 6-25-16,26-8-6 0,-26 8 75 16</inkml:trace>
  <inkml:trace contextRef="#ctx0" brushRef="#br0" timeOffset="135859.47">14387 23803 194 0,'-6'19'191'16,"6"-19"-55"-16,-23 22-36 15,19-3-19-15,4-19-2 16,-12 25-9-16,12-25-9 15,-7 15-31-15,7-15-29 0,0 0 1 16,0 0 1-16,0 0-1 16,0 0-2-16,0 16-3 15,0-16-1-15,0 0 2 16,16-7-1-16,-16 7-2 16,26-9 0-16,-9 0-1 15,2-4 5-15,4-3 1 16,0 6-1-16,-1-6-2 15,8 6-78-15,-8-11-58 16,-3-2-46-16,7 3 3 16,-7-12-4-16,1 5 43 15</inkml:trace>
  <inkml:trace contextRef="#ctx0" brushRef="#br0" timeOffset="136775.12">14915 23600 73 0,'0'0'120'0,"0"0"-4"16,-12 19-1-16,12-19-3 0,0 0-6 15,0 0-3-15,0 0-14 16,-17-5-13-16,17 5-20 16,0 0-30-16,-6-19-27 15,3 3-3 1,-1-1-1-16,1 0 4 0,0-6-3 16,-1-3 2-16,4-3 9 15,-2-1-7-15,2 8 7 16,0-1-6-16,2 3 8 15,-2 4-11-15,0 16 12 16,0 0-12-16,0 0-5 16,0 0 1-16,0 0-10 15,0 0 8-15,17 21-8 0,-11 1 9 16,4 3-10-16,0 6 9 16,3 5-2-1,1 9 8-15,-2 0 0 16,-2 7-1-16,2-2 3 0,-1-1-4 15,-3 3 6-15,-1-4-3 16,4 2-1-16,-6-6-1 16,2 2 5-16,-4-8-4 15,1-3-1-15,-1 0 3 16,-3-9-3-16,4-4 0 16,-4-22 4-16,0 23 1 15,0-23-1-15,0 0 1 16,0 0 3-16,0 0-4 0,0 0 2 15,-21-14 2 1,21 14-5-16,-16-5 0 16,16 5-1-16,-26-2 0 15,26 2-1-15,-26 0 2 0,26 0-1 16,-26 2-3-16,26-2 4 16,-22-2-1-16,22 2 0 15,-23 5 1-15,23-5 1 16,-16 2-1-16,16-2 1 15,0 0 2-15,0 0-4 16,0 0 3-16,0 0-1 16,0 0-3-16,0 0 0 15,0 0 1-15,0 0-2 16,0 0 2-16,26 2 2 0,-10-1-3 16,7 3 0-1,3-4 2-15,0-5-1 16,3 3 0-16,6 0 0 0,-6 2 1 15,1-3-1-15,-1-1-1 16,-6 1-1-16,0-1 1 16,-4 3-1-16,-2-3-67 15,-17 4-63-15,16-22-41 16,-16 22-16-16,3-28-4 16,-3 28 80-16</inkml:trace>
  <inkml:trace contextRef="#ctx0" brushRef="#br0" timeOffset="140211.57">14978 24073 77 0,'0'0'33'0,"0"0"8"15,0 0 3-15,0 0 5 16,0 0 4-16,0 0 0 0,0 0 0 15,0 0 1-15,0 0 17 16,0 0 8-16,0 0-12 16,0 0-9-16,0 0-9 15,0 0-7-15,26 0-6 16,-26 0-6-16,26-5-23 16,-11 3-13-16,4 0 2 15,4 2 3-15,-2-3-15 16,3 1-104-16,2-7-70 15,-19-22-12-15,-14-10-1 16,-41-37 50-16</inkml:trace>
  <inkml:trace contextRef="#ctx0" brushRef="#br0" timeOffset="175235.12">22421 2742 85 0,'0'0'46'15,"0"0"-5"-15,0 0 1 16,17-9-4-16,-17 9-6 16,16 5-2-16,-16-5-4 15,33 6-4-15,-14-5-6 16,7 5 3-16,0-3 0 16,5 2 3-16,2-3 11 15,5 1 10-15,2-3 10 0,9 7-3 16,-4-3-1-16,7-1-5 15,-3-5-4-15,10 9-6 16,-2-1-10-16,6-3-11 16,1 1-12-16,0-1 1 15,2 0-2-15,-2 3 1 16,4 1-1-16,1-4 1 16,3-1 0-16,-1 1 1 15,7 2-2-15,-2-3-9 16,6-2 10-16,3-2-1 15,5 2 0-15,4 0 1 16,0 0-2-16,3-1-1 16,7-6 2-16,0 5 11 0,0 0-11 15,6 2 1-15,1-5 0 16,1 0 0-16,5 3 0 16,3 2 2-16,3 0-3 15,0 0 1-15,0-2 0 16,1 1 2-16,2 6-2 15,-3-2 0-15,1-3 1 16,-1 2 0-16,-3 7 0 16,3-6-11-16,-7 8 10 15,4-8-11-15,-2 2 11 16,2 0-9-16,-4 1 10 16,0-1-12-16,-1-7 12 15,-2 6 0-15,3-4 0 0,-1 5-1 16,1-3 0-16,-7 1 1 15,2 0-3-15,-1 3 3 16,1 1-2 0,-7-2 0-16,2 0 0 0,2 0-1 15,-4 0 2-15,2 2-2 16,1-2 2-16,1-3-1 16,5 3 0-16,-6 1 0 15,6-3 0-15,-5 4 0 16,1-4 0-16,-1 1 0 15,-4-2-3-15,2 5 3 16,1-7-1-16,-2 0 0 16,-3 3 1-16,2-1-1 0,0-2 0 15,-3-2 1 1,0 2 1-16,-1 0-3 16,1 0 3-16,-4 2-2 15,0-6 1-15,1 3-1 0,-1 1 1 16,-7 0 0-16,0 0-1 15,-1-4 0-15,-6 4 0 16,-1-2 1-16,-4 2 0 16,-7-1-1-16,0-3 0 15,-3 1 0-15,-6 1 0 16,-1 2 1-16,-5-4 0 16,-4 3 0-16,-4 1 0 15,1 0 0-15,-7 0 0 16,-6 1 0-16,-1-4 1 15,-6 0-1-15,-3 1 0 16,-3 4-1-16,-4-4 0 16,-2-2 1-16,-17 4 0 0,23-1 0 15,-23 1 0-15,0 0 0 16,16 3-1-16,-16-3 1 16,0 0 1-16,0 0-1 15,0 0 0-15,0 0 0 16,0 0 1-16,0 0-1 15,0 0-1-15,0 0 2 16,0 0-1-16,0 0 0 16,0 0 0-16,0 0-1 15,0 0-1-15,0 0 3 16,0 0 1-16,0 0-2 16,0 0 1-16,0 0 3 0,0 0 2 15,0 0 0-15,-20-2-1 16,20 2 0-16,-26-5-2 15,7 3 2-15,-10-1-2 16,-4-2-2-16,-9 3-1 16,-10 0 0-16,-3-1 0 15,-10 1 0-15,-2 0 1 16,-4-5-2-16,-8 7 1 16,1-5 1-16,-3 0 0 15,-6 2 0-15,-2 1 0 16,-1 0 0-16,-7 0-1 15,0 1 3-15,-1-1-2 16,-2 4-1-16,-1 1 0 0,-3-3 1 16,-2 0-1-16,2 2 0 15,-4 1-1-15,-1 1 1 16,-6-1 1-16,3 1 0 16,-12 1-2-16,5 5 2 15,-5-8-1-15,-2 7 1 16,-5-4 1-16,3 5-1 15,-6-5-2-15,-1 4 2 16,1-5 0-16,-1-1 0 16,1 6 1-16,-5-4-2 15,2-2 0-15,-2 1 0 16,0 1 0-16,-1-2-2 16,-2 1 1-16,-8-1 0 0,8-1-1 15,-4 0 0-15,0 1 1 16,0-3 0-16,4 0 0 15,2 0 1-15,1 0-1 16,3 2-1-16,-1-4 1 16,5 1 1-16,2-3-1 15,0 4 0-15,3 2-1 16,-1-2 1-16,1 2 1 16,0-2 0-16,4 0 0 15,0 3-2-15,0 1 1 16,3-6 0-16,3 2 1 15,-1 0-2-15,6 0 1 16,-1-2 0-16,2-1 0 16,1-1 1-16,3-1 0 0,-3 0 1 15,6 0-1-15,0-2-1 16,3 0 1 0,4 2 1-16,0-1-1 0,3 3-1 15,4-2 2-15,5 3-1 16,3-2 0-16,2 3 1 15,6-1 0-15,3 0 0 16,1 4-1-16,6 1 0 16,0 3 0-16,5-3 1 15,3 2 0-15,-1 1-1 16,5 0 0-16,3 1 0 16,9-5 0-16,-1 3-1 0,8-1 1 15,5 1-1 1,2-3 0-16,3-1 0 15,6 1 1-15,17-2-2 16,-26 4 2-16,26-4 1 0,0 0-2 16,-16 0 1-16,16 0-1 15,0 0 1-15,0 0 0 16,0 0 1-16,0 0-1 16,0 0 1-16,0 0-1 15,0 0 0-15,0 0 1 16,0 0-1-16,0 0 0 15,0 0 0-15,-15 0 0 16,15 0-1-16,0 0-3 16,0 0 0-16,0 0-2 15,0 0 1-15,0 0 1 16,0 0 0-16,26-4 1 16,-4 8-1-16,4-4 4 0,12 0 1 15,11 0 0-15,7 3 0 16,11 1 0-16,15-3 1 15,5-1-2-15,10-1 2 16,11-1-1-16,8 2 0 16,11-4-1-16,4-3 1 15,10 4-1-15,5-2 1 16,8 1-1-16,6 1-2 16,1-2 1-16,3-1 3 15,4 3-1-15,0 3-1 16,4-2 1-16,-3 1 0 15,2-1-1-15,-2 4 3 0,-3 1-1 16,-1-1 0-16,0-1 0 16,0 3-1-16,-5-2-1 15,1 3 0-15,-1-2 1 16,1-3 0-16,4 2 0 16,-5 0 0-16,5-2 1 15,-2 1-1-15,-5-2 2 16,2 2 0-16,-2-1-2 15,-2 4 1-15,-3-4-1 16,-2 0 0-16,-5 5-2 16,3-1 0-16,0-3-1 15,-3 3 0-15,0-4 3 16,-2 2-2-16,-2 1 1 0,-3 0-2 16,0-6 2-16,-2 1 1 15,-9 4 1-15,3-2-2 16,-8 0 1-16,0 0-4 15,-7 2 3-15,-1-2 0 16,-6 3 0-16,-4 1 0 16,-8-6-1-16,0 2 0 15,-7 5 1-15,-1-3 1 16,-6 0 0-16,-5-1-1 16,-3-1-1-16,-8 2 2 15,-7 0-1-15,-5-1 1 16,-3-1-3-16,-7-1 0 15,-7 2 2-15,-5-2-2 0,-3 1 0 16,-7 0 0-16,-4-2 1 16,-19 2-1-16,19 2-1 15,-19-2 1-15,0 0 1 16,0 0-1-16,0 0-2 16,0 0 1-16,0 0 0 15,0 0 0-15,0 0 2 16,0 0 1-16,0 0 4 15,0 0-37-15,-16 1-101 16,-3 6-25-16,-21-22-26 16,-9-8-4-16,-29-32 77 15</inkml:trace>
  <inkml:trace contextRef="#ctx0" brushRef="#br0" timeOffset="185800.63">12837 23195 182 0,'0'0'70'0,"-12"-22"-1"0,12 22-3 16,-7-33 6-16,7 33-7 16,-7-33-7-16,4 17-8 15,-1-6-2-15,4 6-4 16,-5-3-7-1,2 2-9-15,-1-2-16 0,-3 3-6 16,0 1 1-16,7 15 1 16,-19-23 5-16,19 23 3 15,-19-14 1-15,19 14 4 16,-15-1 1-16,15 1 3 16,0 0-1-16,-18 5-5 15,18-5-6-15,0 0-3 16,-19 12-4-16,19-12-2 0,-16 17-5 15,16-17 0-15,-17 31-2 16,8-12 3 0,-1 4 2-16,-2 3-2 15,-2 8-1-15,2 5 7 0,-2 6-3 16,-2 1-8-16,6 5 8 16,-2 2-9-16,1 9 6 15,3-3-4-15,-3 0 7 16,8-5-14-16,-1 0 8 15,3-4 2-15,2 2-4 16,3-9 2-16,-1-8-3 16,8-1-1-16,1-8-2 15,2 0 1-15,5-5-2 16,0-4 0-16,7-1-1 16,0-4 1-16,3-2-1 15,1-6 1-15,5 4-3 16,-2-8 3-16,1-1 2 0,-1-5-1 15,0-2 4-15,-1-10-2 16,-6 3 3-16,0-9 1 16,-7-1 4-16,-2 3-5 15,-1-6 3-15,-2 1 1 16,-9-1 0-16,-5-2-105 16,-2-4-58-16,-1 16-15 15,-23-11-7-15,-4 12 0 16</inkml:trace>
  <inkml:trace contextRef="#ctx0" brushRef="#br0" timeOffset="187406.77">13697 22389 52 0,'-16'-13'41'16,"16"13"-3"-16,-17-7 1 15,17 7 0-15,-19-5-1 0,19 5 0 16,-16-1 5-1,16 1 9-15,-17 0 8 16,17 0 1-16,0 0 2 16,0 0 4-16,-20-2 3 0,20 2-4 15,0 0-9-15,0 0-11 16,0 0-7-16,0 0-13 16,0 0-14-16,0 15-7 15,0-15-6-15,-3 23-1 16,3-4-3-16,-5 2-4 15,1 8-1-15,-3 2 7 16,0 9 5-16,-1 7-2 16,-3 7-1-16,-1-3 2 15,-2 3-2-15,2 5 2 16,-2-2-1-16,2 4 1 16,-2-4-2-16,2-4 2 15,-2 6-2-15,5 2 8 0,-1-2-2 16,-2 0-8-16,5 1 6 15,0 2-4-15,0 1 5 16,2 1-6 0,1-7 6-16,1 0-12 0,-4 0 7 15,0 2 3-15,-2-2 0 16,2 0-1-16,-1 4-1 16,-6-1 0-16,2-2 0 15,1 4 1-15,-4-7-3 16,-3 2 3-16,3-3-5 15,-1 0 4-15,-1-2-1 16,1 3 4-16,0-6-5 16,-1 1 5-16,1-9-4 0,1 4 4 15,1-8 10-15,-2-3 3 16,6-6-7-16,-2-6 5 16,1-2-2-16,11-20 6 15,-12 19-15-15,12-19-3 16,0 0 0-16,0 0 0 15,0 0 0-15,0 0 0 16,0 0 0-16,0 0 0 16,0 0 0-16,0 0-68 15,0 0-47-15,9-23-42 16,-2 7-15-16,5 1-16 16,-2-16-3-16,10-11 60 15</inkml:trace>
  <inkml:trace contextRef="#ctx0" brushRef="#br0" timeOffset="189232.07">14938 23443 134 0,'0'0'81'0,"-5"17"24"16,5-17 4-16,0 0-12 0,0 0-2 15,0 0-10-15,-11-29-1 16,15 13-11-16,-4-15-37 15,3-2-21-15,1 0-18 16,-1-5 12-16,-1-4-10 16,5 1 5-16,-4 1-7 15,1 4-3-15,-1 6 8 16,1 13-2-16,-4-6 12 0,0 23-5 16,0 0-6-16,0 0 3 15,0 0-2 1,0 0 2-16,1 23-3 15,-1-6-3-15,4 13-8 0,-1 3 7 16,-3 1 8-16,4 4-10 16,-1 4 7-16,1-2-6 15,-1 6 9-15,2-1-8 16,-1-3 7-16,3 0-13 16,0 6 11-16,-2-6 1 15,2 4-1-15,0 1-1 16,5 0-3-16,-5-2 4 15,3 0-3-15,2 0 2 16,2-5-6-16,-5 3 7 16,5-7-3-16,-5-6 3 15,-2-3-2-15,-1-1-1 16,1-5-1-16,-5-4 2 0,-2-17 0 16,4 19-3-16,-4-19 0 15,0 0 1-15,0 19-1 16,0-19-1-16,0 0-3 15,0 0 6-15,0 0 2 16,-19 4 2-16,19-4 0 16,-20 0-2-16,5 0 1 15,-3 3 2-15,3-1 4 16,-4-2-8-16,1 4-1 0,18-4-3 16,-27 15 4-1,27-15-2-15,-18 12 2 16,18-12-27-16,0 0-34 15,0 0-39-15,0 0-37 0,0 0-33 16,18-45-18-16,1 7-2 16,-11-21 142-16</inkml:trace>
  <inkml:trace contextRef="#ctx0" brushRef="#br1" timeOffset="203475.52">2608 5172 87 0,'0'0'48'0,"0"0"-3"15,0 0-7-15,0 0 0 16,0 0 6-16,0 0 10 16,14-19 16-16,-14 19 6 15,-7-26 3-15,7 26-5 16,-10-31 2-16,10 31-6 16,-13-29-6-16,13 29-13 15,-19-25-17-15,19 25-20 16,-26-17-9-16,12 12-2 15,-1 0 0-15,-4 1 0 16,-2 4-8-16,2 4-2 16,0-1 0-16,0 4 0 15,1 7-1-15,3 1 0 16,-1 8 0-16,2 3 0 16,5 2 8-16,3 3 2 15,2 3-2-15,1-1 3 0,3 0-2 16,7-2 2-16,-1-3-3 15,3-2 2-15,2-3-3 16,1-4 1-16,5-2-4 16,2-3 1-16,0-2 0 15,4 0 0-15,3-3-1 16,-4-1 1-16,4 1 0 16,-3 1 1-16,-6 2 2 15,2 1 2-15,-19-13 0 16,27 31-1-16,-22-12-2 15,-2 1 1-15,-3 5 0 16,-8 1-1-16,-3 0-2 16,-1 1 1-16,-5-1-3 0,-9-1 4 15,0-1 0-15,-2-5 5 16,-2-2-5-16,1-5 4 16,-4-1-2-16,5-6 3 15,-2-5-2-15,4-4 0 16,7-1-39-16,-5-9-75 15,8-5-41-15,9 2-21 16,-1-14 5-16,8 3-11 16,-4-10 97-16</inkml:trace>
  <inkml:trace contextRef="#ctx0" brushRef="#br1" timeOffset="204500.25">3821 5257 126 0,'16'-28'42'16,"3"4"-12"-16,14-9-12 15,9-5-9 1,6-12-6-16,11-9-2 0,13-10 5 16,6-9 7-16,5-3 4 15,9-8 10-15,2 1 5 16,3-7 5-16,0 7 0 16,-3 4 6-16,-7 12-4 15,-6 11-3-15,-13 9-6 16,-12 14-5-16,-15 7 4 15,-8 17 8-15,-33 14 3 16,26-10-5-16,-26 10-2 0,0 0-2 16,-38 14-3-16,12-4-6 15,-4 2-14 1,-9-5-32-16,0 7-24 16,-9-7-7-16,6 3-2 0,-7-5 1 15,4 6-1-15,-3-8 5 16,4 4 4-16,-1-2 22 15,7 1 17-15,2-3 7 16,6 2 4-16,8-1 0 16,2-3 3-16,20-1-3 15,-15 2-1-15,15-2 1 16,15-7 0-16,5 4 0 16,6-6 0-16,3 2 0 0,8-2-2 15,1-1 2-15,3 1 2 16,4 3-2-1,-5-1 1-15,2 0 0 16,-5 3 3-16,-3 1-1 0,-1 1 1 16,2 4 4-16,-9-1 4 15,-3 8 6-15,-3 2 5 16,-1 4 4-16,-10 2 0 16,2 8 1-16,-4 4 0 15,-4 9-2-15,-6 4-6 16,-1 4-5-16,-6 5-8 15,1 6-5-15,-5 9-30 16,-5 4-56-16,3 0-41 0,-1 13-31 16,-9-5-4-1,3 17-4-15,-8-9 148 16</inkml:trace>
  <inkml:trace contextRef="#ctx0" brushRef="#br1" timeOffset="205800.17">3530 6256 135 0,'-11'-16'41'0,"11"16"-6"15,0 0-7-15,4 16-7 16,8 3-9-16,2 5-7 16,5 5-3-16,7 8 1 15,7 10 3-15,2 1-1 16,10 7-1-16,0 4 5 16,11 2-1-16,-4 1-1 15,7 4-1-15,-6 0-2 16,3 1 0-16,0 1-1 15,-8-6 1-15,1 2-5 0,-8-9 1 16,-4-1 1-16,-2-5 2 16,-6-6 1-16,1-7 0 15,-4-5 0 1,-7-3-1-16,0-7 0 0,-5-2 1 16,-2-4 0-16,-12-15 0 15,14 20 2-15,-14-20 22 16,0 0 33-16,0 0 4 15,0 0-3-15,0 0-3 16,0 0-2-16,-19 8-4 16,19-8-9-16,-21-3-49 15,2-4-45-15,3 3-9 16,-6-6-1-16,4 1 0 0,-1-6-4 16,3-1 0-1,-3-8 5-15,5-2 22 16,-1-5 10-16,1-2 1 15,2-3 0-15,5-6 1 0,-2 2 3 16,6-3 1-16,3 3 4 16,0 0 2-16,3 2 4 15,-1 4 5-15,1 6 4 16,1 4 10-16,-1 5 8 16,-3 19 7-16,4-25 7 15,-4 25 6-15,0 0 0 16,0 0-2-16,0 0-2 15,0 0-7-15,0 0-7 16,0 16-5-16,0-16-10 16,12 33-2-16,-2-12-4 15,6 6 2-15,1 1-1 16,2 7 2-16,1-2 1 0,-1-2-1 16,0 3 0-16,2-1 0 15,-2-3 1-15,-4 1 1 16,3-4 1-16,-6-1 1 15,-2-3-2-15,-1-2 3 16,-2-6 2-16,-7-15 4 16,3 26 10-16,-3-26 27 15,0 0 3-15,-3 18-2 16,3-18 1-16,-16 12-2 16,16-12-1-16,-33 17-6 15,11-3-9-15,-8 1-28 16,1 4-3-16,-10 4 0 15,0 3 0-15,-7 2 0 0,1 1 0 16,0 4-1-16,-3 3 8 16,-1-1-3-16,4 0 3 15,5-4-6-15,2-4-33 16,8-1-66-16,4 0-42 16,4-14-24-16,22-12-13 15,-26 11-8-15,26-11 97 16</inkml:trace>
  <inkml:trace contextRef="#ctx0" brushRef="#br1" timeOffset="211259.05">7095 18284 292 0,'-3'-29'110'16,"-2"12"-6"-16,-6-2-9 16,-4-6 0-16,1 5-4 15,-12-10-14-15,3 4-10 16,-6-8-12-16,1 4-18 16,-9-6-37-16,8 3 0 0,-6-3 0 15,2 1 0-15,-3 0 0 16,1 4 0-16,-2-2 0 15,3 4 0 1,-6 3 0-16,2 2 0 0,-4 3 0 16,-1 4 0-16,1 3 0 15,-3 3 0-15,3 4 0 16,-3 4 0-16,2 1 0 16,-3 4 0-16,1 1 0 15,0 3 0-15,0 2 0 16,-2 1 0-16,2-2 0 15,0 1 0-15,3 3 0 16,2-2 0-16,6 1 0 0,-3 0 0 16,6 1 0-1,1-1 0-15,1 2 0 16,-1 0 0-16,4 0 0 16,0 1 0-16,-1-1 0 0,1 5 0 15,3 0 0-15,-3 2 0 16,0 4 0-16,-4 1 0 15,1 4 0-15,-4 1 0 16,2 2 0-16,-2 0 0 16,3-1 0-16,-1-1 0 15,-2 1 0-15,7-3 0 16,-4 1 0-16,4-4 0 0,0 4 0 16,0-4 0-16,4 6 0 15,-4-1 0-15,3 1 0 16,1 1 0-1,-1 0 0-15,4 2-1 0,-4 1-1 16,4 3 0-16,-2-3 0 16,2 3 3-16,-3-1-1 15,6 2 1-15,-1 0-2 16,1 0 1-16,-3 2-1 16,5 3 2-16,-1 1-3 15,-1 1 2-15,-1 1-3 16,1 1 2-16,0 5-1 15,-1-2 3-15,5 2-1 0,-2-2 0 16,-2 2-1-16,6 2-2 16,1-2 3-1,2 0-3-15,0 0 2 16,6-2-3-16,-3-2 0 0,4 3 0 16,5-6 0-16,2 1 1 15,0 1-2-15,5 2 3 16,2-1-2-16,-2-1 3 15,6-2-2-15,-3-4 2 16,8 3-2-16,-1-5 4 16,1-2-2-16,3-4 1 15,4-4 1-15,-1-1-1 16,2 0 0-16,2-4-3 16,4-2 6-16,1-4-6 15,0 1 4-15,6-4-2 16,-3-3 2-16,8-5-1 15,-1-3 1-15,4-4 2 0,4-5-2 16,5-2 1-16,6-7 0 16,3-2 3-16,5-5-4 15,1 4 3-15,6-5-2 16,-4 1 1-16,0-2-1 16,0 1 2-16,-2 1-4 15,-1 0 0-15,-9 0-1 16,-5-1 2-16,-6 1 0 15,-3-1 0-15,-3 1-1 16,-8-2 1-16,-1-3 0 16,-5-1 0-16,2-3 1 15,-3-1-4-15,3-3 1 16,1-3 0-16,2-1 0 0,-2-2-1 16,0 1 2-16,2 0-2 15,-2 0 1-15,-1-1-1 16,-2 0 2-16,1-3 1 15,-1 1-1-15,-2 1 1 16,-4-1-3-16,1 1 3 16,1 1-3-16,-5 3 2 15,0 3-2-15,-3 4 1 16,-1 4-1-16,-5 2 1 16,-1 3 0-16,-2 2 1 15,-5 2-1-15,1 0 1 16,-6 1-1-16,1-1 0 15,-2-1 1-15,1 1-2 0,-4 2 1 16,3-1-1-16,-3 16-1 16,-7-29-1-16,7 29 0 15,-19-26 3 1,0 15 0-16,-7 1 1 0,-3 1 2 16,-13 4 0-16,-3 2 1 15,-4 3 1-15,-6 3-1 16,-4 2-1-16,1 6-1 15,-1-1 0-15,7 4-1 16,0 0 0-16,7 0-1 16,7-2 2-16,12-2-2 15,3-1-3-15,23-9-1 0,-22 7 1 16,22-7 1-16,0 0 0 16,15-4 1-16,1-3 0 15,6 0 2 1,4-1 1-16,11-4 1 15,1-2-1-15,7-2 1 0,2 1-2 16,2-1 0-16,-1-1 0 16,3 1 0-16,-3 0 0 15,4 3-1-15,-3-1 0 16,-6 2 0-16,2-4 0 16,-3 4 0-16,-5 0 0 15,-6 3 0-15,-2 2-1 16,-10 4 0-16,-1 5 0 0,-18-2 1 15,22 15-1 1,-22-15 0-16,12 35 2 16,-8-6 0-16,-1 9 1 15,-3 6-2-15,-3 4 4 0,3 6-2 16,-7 4 1-16,2 10 1 16,1 3-4-16,-3 3 2 15,-3 4-2-15,1 4 3 16,2 1-2-16,-3 3 2 15,1 1-1-15,2-8-2 16,0-4 3-16,-1-9-2 16,4-9 3-16,1-12-4 15,-1-7 2-15,4-12-2 16,0-7-1-16,0-19 2 16,0 17 0-16,0-17 0 15,0 0 2-15,0 0 2 16,0 0 1-16,0 0 0 0,0 0 1 15,0 0-1-15,0 0-1 16,0 0-56-16,0 0-51 16,19-8-40-16,-19 8-26 15,26-19-3-15,-8 1-12 16,-3-18 22-16</inkml:trace>
  <inkml:trace contextRef="#ctx0" brushRef="#br1" timeOffset="-200029.72">12396 12124 115 0,'0'0'62'16,"0"0"-3"-16,7-21 0 15,-3 5-1-15,1-3-8 16,-1-3-11-16,2-6-18 16,-2 1-20-16,3-3 2 15,-2 2 6-15,-1 1 9 16,3 4 17-16,-7 1 5 15,0 22 1-15,3-30 7 16,-3 30 11-16,0-15 2 16,0 15-6-16,0 0-8 15,0 0-21-15,0 0-2 16,0 0-5-16,0 0-6 0,0 0-13 16,0 0-6-16,0 0-1 15,0 0 1-15,0 0-1 16,0 0 0-16,0 0 2 15,0 0 2-15,0 0-2 16,0 0-1-16,0 0 1 16,0 0 1-16,0 0 2 15,0 0 0-15,3-19 1 16,-3 19 0-16,-3-16 2 16,3 16 4-16,0 0-2 15,-7-16 1-15,7 16-2 16,0 0 0-16,0 0 1 15,0 0-2-15,0 0-1 0,-10 16-1 16,13 1 1-16,-3 6-1 16,4 6 2-16,-1 8-3 15,4 6 1 1,-4 11 0-16,3-1 2 0,1 1-1 16,-4-2 0-16,1-4-1 15,-1-3 3-15,-3-1-3 16,0-10 3-16,-3-6-2 15,3-4 2-15,-4-3 0 16,1-6 2-16,3-15 0 16,-4 21-1-16,4-21 2 15,0 0-1-15,0 0-3 0,0 0 0 16,-15 7-1-16,15-7-1 16,-16-7 0-1,16 7-1-15,-24-7 0 0,24 7 1 16,-28-7 2-16,10 6-1 15,3 2 1-15,-1-1 1 16,16 0-2-16,-26 6 0 16,26-6-1-16,-17 5-6 15,17-5-1-15,0 0 1 16,0 0-2-16,0 0 0 16,0 0 0-16,29-2 1 15,-6-1-2-15,3-4-48 16,14 0-42-16,5-4-33 0,0-6-20 15,16 1-14-15,-6-9 3 16,8 4 71-16</inkml:trace>
  <inkml:trace contextRef="#ctx0" brushRef="#br1" timeOffset="-198981.97">14643 11876 196 0,'0'0'89'0,"-23"-19"-6"15,23 19-12-15,-28-17-5 16,28 17-4-16,-26-14 2 15,26 14-8-15,-22-9-6 16,22 9-6-16,-18-3-4 16,18 3-7-16,0 0-8 15,-19 3-14-15,19-3-13 16,0 0-1-16,-22 16 1 16,22-16 0-16,-16 21 0 15,6-6 1-15,3 4 0 16,-2 6 1-16,2-1 0 0,0 5 0 15,0 6-1-15,2 3 1 16,5 0-2-16,0 2 2 16,5 1-2-16,2-1 2 15,0 2-2-15,2-2 2 16,5-4 0-16,-2-1 0 16,2-4 0-16,-2 0 2 15,2-5-2-15,1-2 1 16,3-5-1-16,-6-3 1 15,3-1 0-15,3-6 2 16,1-4-4-16,0-5 0 16,0-5-1-16,0-4 0 0,2-5 0 15,2-3-1-15,-4-7 1 16,0-6-2-16,0 1 3 16,-5-6-1-16,-2-3 4 15,-5-3-2 1,-4-1 3-16,-6 1 0 0,-1 1 1 15,-8 2-1-15,2 1 1 16,-9 3 0-16,0 3 2 16,-2 5 0-16,-2 1 1 15,1 3 0-15,-6 1 1 16,2 6 0-16,0 1 1 16,0 2-2-16,0 3 0 15,3 0-3-15,1 4 0 0,1 3 0 16,5 1-2-16,16 1-1 15,-26 0 1 1,26 0-1-16,-22 5-11 16,22-5-91-16,-16 19-53 0,16 3-20 15,-10-1-3-15,3 10-2 16,-6-1 11-16</inkml:trace>
  <inkml:trace contextRef="#ctx0" brushRef="#br1" timeOffset="-185664.32">14407 12768 129 0,'0'0'78'15,"0"0"0"1,0 0-4-16,0 0-4 0,0 0-7 15,0 0-7-15,0 0-6 16,0 0 11-16,0 0-12 16,0 0-7-16,15 1-3 15,-15-1-2-15,30-3-2 16,-11 0-6-16,7-3-7 16,7 1-23-16,5-4 0 15,5 3 0-15,3-3 1 16,2 2-1-16,-3 0 0 0,-3 2 1 15,-6 0 0 1,-6 1 0-16,-8 2 0 16,-6 2 0-16,-16 0 1 15,0 0 2-15,0 0 0 0,0 0 0 16,0 0 0-16,-29 11-1 16,6-8 0-16,-8 1 1 15,-9 3-1-15,-2 0-2 16,-6 1 1-16,2-1-1 15,1 2 1-15,2-2 1 16,8-2-1-16,6-2 0 16,6-1-3-16,23-2 0 15,-19 2 0-15,19-2-1 16,0 0-3-16,0 0 1 16,0 0 1-16,19-10 0 15,-3 10 2-15,3-2 2 16,3 4-1-16,4-1 0 0,7 3 3 15,0-3-2-15,-1 3 0 16,-3-2-1-16,-6-1 2 16,-1 1 0-16,-8 0-2 15,-14-2 2-15,0 0 1 16,0 0 2-16,0 0-1 16,-22-4 1-16,2 3-1 15,-4-3-1-15,-4 1 1 16,-1 1-1-16,-1 0-2 15,4 1 0-15,0-1-1 16,7 2 1-16,0 0-2 16,19 0-2-16,-19 0 0 15,19 0 1-15,0 0 0 0,0 0-3 16,0 0 3-16,0 0-1 16,16-9 1-16,-16 9 4 15,22 0 0-15,-22 0-1 16,30 0-1-16,-15 0 4 15,-1 0-3-15,-14 0 1 16,28 2 0-16,-28-2-1 16,17 0-1-16,-17 0 1 15,0 0 1-15,0 0-1 16,16 2 1-16,-16-2 0 16,0 0 1-16,0 0-2 15,0 0 2-15,0 0-1 0,0 0 0 16,0 0 1-16,0 0 0 15,0 0-2-15,0 0 1 16,0 0 0 0,0 0-1-16,0 0 0 0,0 0-1 15,0 0 0-15,0 0-1 16,0 0 1-16,0 0 0 16,0 0 0-16,0 0-1 15,0 0 1-15,0 0 0 16,0 0 1-16,0 0 0 15,0 0-1-15,0 0 0 16,3 15 0-16,-3-15 1 16,0 0-1-16,0 0 2 0,0 0-3 15,0 0 2-15,0 0 1 16,0 0 1-16,0 0-1 16,0 0 0-16,0 0 0 15,0 0-73-15,0 0-47 16,0 0-35-16,27 5-10 15,-27-5-7-15,19-7 3 16</inkml:trace>
  <inkml:trace contextRef="#ctx0" brushRef="#br1" timeOffset="-184063.19">14403 12787 297 0,'0'0'136'16,"0"0"-12"-16,0 0-10 0,0 0-20 15,17-12-21 1,-1 10-28-16,0-3-25 16,6 1-20-16,8-1-2 15,3 0 0-15,5 0 0 0,2-1-1 16,-2 1 1-16,-2 2 0 15,-4-1 2-15,-3-1-2 16,-6 3 2-16,-4 1 0 16,-19 1-1-16,17-2 0 15,-17 2 3-15,-14-3 0 16,-5 3-1-16,-7 0 2 16,-7-2-1-16,-1 0-2 15,-12 0 4-15,1 2-2 16,-7 0-1-16,4 4-1 15,-1-1 2-15,6 1-1 16,4-1-2-16,10 1-1 16,6 1-2-16,8-3 2 0,15-2 0 15,0 0 1-15,0 0-2 16,26 6 2-16,2-7-1 16,8 1 3-16,6 0 2 15,6-4-2-15,4 1-1 16,7-1-2-16,-1-1 1 15,-6-3-1-15,-4 2 1 16,-8 3 1-16,-9-1 0 16,-4 3 0-16,-27 1 1 15,17-6 0-15,-17 6 1 16,-21 0 0-16,-2 2 1 16,-8-2-2-16,-9 0 2 15,-5 4-1-15,-7-1 0 0,0 4 0 16,3 0-1-16,1-2 1 15,6 2-2-15,13 2-3 16,6-4 0-16,23-5 1 16,-19 5 0-16,19-5-1 15,19 2 1-15,0-2 0 16,11-2 0-16,6-1 2 16,2 1 1-16,11 0-3 15,-4 0 0-15,7-1 1 16,-7 1-2-16,2-1 2 15,-9 1 0-15,-5-1 1 16,-10 3-1-16,-4 0 1 0,-19 0 2 16,0 0 2-16,0 0 0 15,0 0 0-15,-30 3-1 16,1-1-1-16,-6-2 2 16,-10 0-1-1,-2 2-2-15,-3-1-2 0,-2 3 0 16,0-3 2-16,7 3-1 15,5-1 0-15,5 1-2 16,5-2-1-16,15 1-2 16,15-3 2-16,-21 2 0 15,21-2 0-15,0 0-1 16,23-2 1-16,3 2 1 16,3 0 3-16,4-2 1 0,5 1-1 15,6-1 0-15,1 0-1 16,-4 0 0-16,-2 1 0 15,-6-1 0-15,-7 0-1 16,-11 2 0-16,-15 0-2 16,23 0 3-16,-23 0 1 15,0 0 1-15,0 0 0 16,0 0 0-16,0 0 0 16,-19 11 0-16,19-11 0 15,0 0-1-15,0 0-3 16,0 0-2-16,0 0 1 15,0 0 0-15,0 0-1 16,0 0 1-16,0 0 1 16,0 0 1-16,0 0 0 15,0 0 0-15,0 0 1 16,0 0 0-16,0 0 1 16,0 0-1-16,0 0 0 0,0 0 0 15,0 0 0-15,0 0 1 16,0 0-1-16,0 0 0 15,0 0 0-15,0 0 1 16,0 0-2-16,0 0 1 16,0 0 0-16,0 0 0 15,0 0 0-15,0 0 1 16,0 0-1-16,0 0 2 16,0 0-1-16,0 0-1 0,0 0 1 15,0 0 0 1,0 0 0-16,0 0-1 15,0 0 0-15,0 0 0 16,0 0 1-16,0 0 0 0,0 0-1 16,0 0 1-16,0 0 1 15,0 0-1-15,0 0-7 16,0 0-56-16,0 0-33 16,0 0-34-16,0 0-22 15,0 0-11-15,7-19-8 16,-18 0 63-16</inkml:trace>
  <inkml:trace contextRef="#ctx0" brushRef="#br1" timeOffset="-173705.66">16621 16353 87 0,'0'0'78'0,"0"0"9"16,0 0 17-16,-6-19 7 15,6 19-9-15,0 0-6 16,-4-23-14-16,4 23-10 15,-3-17-15-15,3 17-20 16,0-18-26-16,0 18-11 0,-4-15 1 16,4 15-1-16,-5-19 1 15,5 19-1-15,-7-19 1 16,7 19 1-16,-10-21 0 16,10 21-1-16,-9-26 0 15,9 26 1-15,-14-28-1 16,11 11 0-16,-6-2-1 15,5-2 0-15,-3-1-1 16,-1-1 0-16,-3-3 1 16,1 0-2-16,-2-3 2 15,-7-1-1-15,1 1 3 16,-1 1-2-16,0 1 2 16,-3-1 0-16,-4 0 1 0,3 1-1 15,-3-1 2-15,0 5-1 16,0-3 0-16,0 0 1 15,-4 4 0 1,4 1-1-16,-2-1 2 0,-1-3-2 16,-4 5 3-16,3-1 0 15,-4 0 3-15,1 0-2 16,-5-1-3-16,-2 1 2 16,1 0-4-16,-4 4 3 15,1-2-5-15,-3 2 2 16,0-1-5-16,-3 1 2 15,-5 0 2-15,1 3-1 16,0-2 1-16,0 2-1 0,-2 1 0 16,-1 0 1-1,-1 3-1-15,-3 0 1 16,-1 1-3-16,-1-1 3 16,-5 1 0-16,2 2-1 0,-8 0 1 15,3 0-2-15,1 0 0 16,-3 2 2-16,3 0 0 15,1 1-2-15,1 1 0 16,2-1 1-16,5 3 0 16,-6-3-1-16,6 3 0 15,2 1-1-15,2-2 2 16,-1 0-1-16,4 0 1 16,-2 2-1-16,5 0 2 0,1-1 0 15,-4-1-1-15,3 2 0 16,1 0 0-1,-1 0 1-15,0 2-2 16,-3-1 0-16,4 1-1 0,-1 2 3 16,-3-3-2-16,3 3 0 15,-3-1 1-15,4 2-2 16,-4-1 2-16,0-1 1 16,0 1 0-16,-1 1-2 15,3 0 1-15,-5 0 1 16,-4 1-1-16,3 0 2 15,-1 1-1-15,-6 2 0 16,2 0-2-16,2 1 2 0,2-1 0 16,-2 3 0-1,4-2 0-15,-1 2-1 16,2 2-1-16,-1-2 2 16,3 2-2-16,0 0 0 0,-4 2 0 15,6-3 1-15,-6 1 0 16,1 0 0-16,2 0 4 15,1 0-4-15,0 0 5 16,-1-2-6-16,4 2 2 16,-3-2-1-16,0 2 0 15,3-1 0-15,4 3 0 16,-2 0 0-16,6-1 0 16,-5 3 0-16,8-3 0 15,-5 4 0-15,5-2 0 16,-1 3 0-16,-1-3 0 15,6 0 0-15,-6 0 0 0,5 1 0 16,-5-1 0-16,5 2 0 16,-1 2 0-16,1 0 0 15,-1-1 0-15,-2 1 0 16,1 2 0-16,-1-1 0 16,-2 2 0-16,5 1 0 15,-5-3 0-15,2 2 0 16,5 2 0-16,-1-1 0 15,1 1 0-15,0 0 0 16,1-2 0-16,3 2 0 16,-1-2 0-16,4 2 0 15,4-4 0-15,-4 1 0 16,3 1 0-16,1-1 0 0,-4-1 0 16,3 1 0-16,4-3 0 15,-4 1 0-15,6 3 0 16,-6-1 0-16,8-1 0 15,-3 3 0-15,6-3 0 16,0 1 0-16,-2-1 0 16,4 4 0-16,-2-5 0 15,1 1 0-15,-1 1 0 16,5-1 0-16,-5-3 0 16,5 2 0-16,-3-3 0 15,1-1 0-15,6-2 0 16,3-15 0-16,-11 26 0 15,11-26 0-15,-5 25 0 0,5-25 0 16,-4 22 0-16,4-22 0 16,0 16 0-16,0-16 0 15,0 0 0 1,0 0 0-16,0 0 0 0,0 0-1 16,0 0-5-16,0 0-3 15,0 0-1-15,0 0 0 16,0 0 0-16,0 0 3 15,6-18 1-15,-6 3 1 16,3-8 3-16,-3-4 0 16,4-10 1-16,-1-4 3 15,-3-8-6-15,4-4 3 16,-1 1-3-16,4 0 3 0,-5 5-3 16,1 4 5-16,1 6-5 15,-1 6 2 1,1 7 3-16,-4 5 0 15,0 19-2-15,3-23 3 0,-3 23 0 16,0 0 0-16,0 0 1 16,0 0 1-16,0 0-1 15,0 0 3-15,0 0 2 16,0 0 0-16,0 0 1 16,0 0 1-16,0 0-15 15,0 0-3-15,-10 25 1 16,10-8-2-16,0 11 1 15,0 5-6-15,0 6 2 16,0 6-7-16,0 6 20 16,-4 2-2-16,4 3 3 15,-3-4-5-15,-3-2 1 16,3-5 2-16,0-2-1 0,-4-8 2 16,3-4-1-16,-1-7 0 15,1-7 0-15,4-17 2 16,-3 19-1-16,3-19 1 15,0 0 0-15,0 0-1 16,0 0 1-16,0 0-1 16,0 0-2-16,0 0 0 15,0 0 2-15,0 0-2 16,0 0 3-16,0 0 3 16,0 0 2-16,0 0 2 15,19-12 1-15,0 7-2 16,4-2-2-16,6 0 1 15,13-3-2-15,5-1-4 0,10-4-2 16,5 1 0-16,3-2 0 16,2 3 3-16,-1-1 0 15,-1 0-3-15,-5 2-105 16,-4 3-55-16,-16-5-8 16,1 2-2-16,-14-10-6 15,2-1 1-15</inkml:trace>
  <inkml:trace contextRef="#ctx0" brushRef="#br1" timeOffset="-172332.68">16009 14831 363 0,'0'0'136'16,"-14"-10"-11"-16,14 10-19 16,0 0-15-16,0 0-16 15,-19-6-31-15,19 6-45 16,0 0-5-16,0 0-1 0,0 0-2 15,0 0 1-15,0 0 2 16,0 0 5 0,0 0-2-16,0 0 1 15,7 23-1-15,-7-7 1 0,7 4 0 16,-2 8 2-16,2 7-1 16,3 3 0-16,-1 8 1 15,5 1 2-15,-2-2-2 16,-2-3 2-16,2-4-3 15,-1-2 1-15,-4-5 0 16,2-5 1-16,-3-7-2 16,-2-3 0-16,-4-16 0 15,12 17-3-15,-12-17 0 16,0 0-2-16,0 0 1 16,17-15 0-16,-17 15 1 15,20-33-2-15,-8 10 2 16,-2-4 1-16,2-8 3 0,2-3-2 15,-2-4 4-15,2 1-4 16,-2-2 1-16,-5 1 0 16,4 7 0-16,-3 4 0 15,-1 7 1-15,-3 7-1 16,-4 17-1-16,3-23 2 16,-3 23 1-16,0 0 0 15,0 0 5-15,0 0 0 16,0 0 0-16,26 26 0 15,-10-10-1-15,0 3 0 16,6 3-1-16,1 4 0 16,6 2-5-16,-3 0 1 15,4-2 0-15,-8-2 1 0,4-3-2 16,-3-1 1-16,-4-2-1 16,-2-5 2-16,-17-13-2 15,23 20-1-15,-23-20 2 16,0 0 0-16,0 0 1 15,0 0-2-15,0 0 0 16,0 0-1-16,9-18 0 16,-13-4 0-16,2-6 1 15,-5-8-1-15,4-8-3 16,-7-6 3-16,-3-2 3 16,6 2-2-16,1 2 1 15,0 6-1-15,-1 7 1 0,0 9 0 16,4 6 4-16,3 20-1 15,0 0 0-15,-5-16 2 16,5 16 1-16,0 0-1 16,0 0-2-16,5 17-2 15,-5-17-65-15,26 25-40 16,-9-13-22-16,6 2-11 16,3-4-13-16,9 4-5 15,-9-11 1-15</inkml:trace>
  <inkml:trace contextRef="#ctx0" brushRef="#br1" timeOffset="-171977.43">16793 14956 243 0,'0'0'121'0,"-17"15"-5"16,17-15-10-16,-16 11-12 16,16-11-10-16,0 0-17 15,0 0-21-15,0 0-46 16,0 0-4-16,0 0 1 16,0 0-1-16,16-14-1 15,-16 14-4-15,29-19 1 0,-6 7 1 16,3 0 7-16,4 1 0 15,3-1-1-15,1 0-1 16,6 0 3 0,-5 3-3-16,1 2-79 0,-6 7-49 15,-11-5-33-15,0 15-4 16,-19-10-2-16,10 19 47 16</inkml:trace>
  <inkml:trace contextRef="#ctx0" brushRef="#br1" timeOffset="-171702.23">16832 15195 290 0,'0'0'169'16,"0"0"-18"-16,0 0-72 15,0 0-31-15,0 0-2 0,19 0-12 16,-2-2-20-16,6-2-17 15,-1-1 3-15,11 0 0 16,2 0-1-16,1 0 0 16,6 1 0-16,-4-3 0 15,2 0-1-15,-2 0 0 16,-5-3-66-16,-7-2-53 16,4 1-31-16,-15-11-7 15,11 5-3-15,-13-13 5 16</inkml:trace>
  <inkml:trace contextRef="#ctx0" brushRef="#br1" timeOffset="-171232.9">17656 14696 451 0,'0'0'168'0,"0"0"-30"16,0 0-62-16,0 0-59 15,0 0-7-15,0 0-2 16,0 0 1-16,-10 16 1 16,10-16-3-16,-11 20-4 15,11-2-8-15,-2 4 1 16,-1 6-2-16,3 5 3 16,0 7-2-16,5 3 1 0,-1 4-2 15,6 3 5-15,-1 2-1 16,5-2 1-16,-2-5-1 15,2-2 1-15,1-6-1 16,4-8 0-16,-1-7 0 16,1-6 1-16,0-7 2 15,0-8 0-15,2-6 0 16,5-3 2-16,-4-8 1 16,1-5 1-16,0-8 0 15,-1-9-3-15,1-7 0 16,-11-11-2-16,2-2 0 15,-7-3-2-15,-7 2-1 16,-4 4-2-16,-6 6 10 0,-9 8-15 16,-7 11-105-16,-7 20-35 15,-16 5-13-15,-5 25 0 16,-19 6-1-16</inkml:trace>
  <inkml:trace contextRef="#ctx0" brushRef="#br1" timeOffset="-170698.52">16674 16282 229 0,'-14'-16'142'15,"14"16"-11"-15,0 0-6 16,0 0-13-16,0 0-23 15,0 0-27-15,0 0-19 16,0 0-32-16,0 21-21 16,7-2-1-16,3 3 1 15,-1 6 0-15,1-4-41 16,2 6-52-16,2-1-32 16,-9-8-31-16,9 7-7 0,-14-13-1 15,9 6 74 1</inkml:trace>
  <inkml:trace contextRef="#ctx0" brushRef="#br1" timeOffset="-133005.49">9609 19049 219 0,'-7'-27'92'0,"7"27"10"15,-4-26 13-15,-3 10-11 16,7 16-7-16,-8-24-9 0,8 24-9 15,-7-16-17 1,7 16-15-16,0 0-29 16,0 0-18-16,-16-1 0 15,16 1-4-15,-7 15-8 0,7-15-3 16,-7 35-1-16,4-11 5 16,-2 7 1-16,1 6 4 15,1 1 7-15,-4 7 3 16,0 3-1-16,2 4-5 15,-2-2 4-15,3-1-5 16,-3-4 4-16,2-4-7 16,1-8 6-16,4-5-6 15,-3-11 6-15,3-17-1 16,0 18 0-16,0-18 1 16,0 0 2-16,0 0 4 15,0 0 3-15,0 0 0 16,0 0 2-16,12-21 0 0,-12 21-1 15,0-33-1-15,0 10-1 16,0-3-1-16,0-3-7 16,4-6 0-16,-1-3-2 15,1-2 4-15,3 2-5 16,1 4 5-16,-1 3-5 16,4-1 1-16,1 5-2 15,-2 4 1-15,-1 6 0 16,5 1-3-16,-14 16-1 15,22-15 0-15,-22 15 1 16,33-5 0-16,-14 6 0 16,7-1 1-16,6 0 2 15,4 0 2-15,6 0 2 0,-1 0 1 16,6-1-1-16,-2 1 0 16,-3 0 2-16,3 0-1 15,-5 1-2-15,-2 4 0 16,-1 1-5-16,1 1-18 15,-9 6-55-15,-3-2-36 16,-3 3-12-16,-7 1-13 16,-16-15-7-16,7 31-14 15,-21-20-3-15</inkml:trace>
  <inkml:trace contextRef="#ctx0" brushRef="#br1" timeOffset="-131741.59">9628 19169 151 0,'-7'-23'91'15,"0"-1"28"-15,5 0-4 16,2 5-2-16,0-2-14 15,0 21-10-15,9-28-16 16,-9 28-16-16,0 0-19 16,17-5-30-16,-17 5-10 15,16 16-1-15,-7-1 1 0,4 4 0 16,0 4 1-16,0 3 1 16,7 3 0-16,-1 2 1 15,-2 9 2 1,2 4-6-16,0 1 6 0,0 3-3 15,-1 2 1-15,4 2-2 16,-3 4 3-16,4 1-4 16,-1-2 1-16,1 2 2 15,3 0-3-15,0 2 3 16,4 3-1-16,-1 1 1 16,-1-3-2-16,5 3 3 15,-4 2-4-15,1-2-3 0,1-1 2 16,2 0-2-16,-3-3 2 15,-1 2-3-15,2-1 4 16,2 1-3 0,-3-4 3-16,-1 0 4 0,6 2-2 15,-5 0 2-15,3-2-3 16,1-2 3-16,-1 4-1 16,0-3 2-16,2-3-1 15,-2 1 0-15,0 1 0 16,-2 1-2-16,2-4 3 15,2 1-5-15,-2-2 4 16,0-1 0-16,2 3-1 16,-2-1 1-16,-4-5-1 0,6 0 4 15,-6 1-4 1,4 1 4-16,0-1-4 16,-2-1-2-16,-1-2 2 15,3 2 2-15,-5 1-1 0,5 2 1 16,-4 1-2-16,4 1-1 15,-5-1 3-15,5 1 0 16,0 0 3-16,-4-1-8 16,6-1 5-16,-2-2-4 15,0-6 4-15,-2-1-1 16,2-3 1-16,-3 0-4 16,-4 1 0-16,2-3 3 15,-2-3-1-15,-5-2-1 16,1-3-1-16,-6-2 2 15,-1-2-3-15,3-2 5 16,-6-1-4-16,2-4 1 16,-14-17 0-16,15 28 1 0,-15-28-1 15,16 24-1-15,-16-24 1 16,10 18 0-16,-10-18 1 16,0 0-1-16,0 0-2 15,0 0-1-15,13 15 1 16,-13-15-1-16,0 0-1 15,0 0-1-15,0 0 0 16,0 0-1-16,0 0 2 16,0 0 2-16,0 0 0 15,0 0 2-15,0 0 2 16,0 0 3-16,0 0 0 16,0 0 1-16,0 0-1 15,0 0 1-15,0 0-3 0,0 0 1 16,10 21-3-16,-10-21-1 15,16 24 0-15,-16-24 1 16,17 26 0-16,-5-10-2 16,-1-1 0-16,-11-15 1 15,22 25-1-15,-22-25-1 16,19 19 0-16,-19-19 0 16,16 15-1-16,-16-15 2 15,0 0-1-15,0 0-4 16,17 7 1-16,-17-7-2 15,0 0 4-15,0-15 1 16,-3-1-3-16,-8-12-108 16,-1-10-55-16,-10-14-4 0,-11-19-1 15,-9-14 1-15,-10-17 31 16</inkml:trace>
  <inkml:trace contextRef="#ctx0" brushRef="#br1" timeOffset="-130577.76">11077 20377 197 0,'-10'-17'159'0,"10"17"-38"15,-16-14-14-15,16 14 1 16,-19-7-15-16,19 7-12 15,-17 2-24-15,17-2-36 16,0 0-22-16,-19 15 4 16,19-15-5-16,-4 18-5 15,4-18 5-15,-3 31 5 16,6-7 0-16,4 7-1 16,4 9 2-16,4 10-2 0,1 2 2 15,3 2-5 1,5 1 2-16,-1-1-3 15,3-6 4-15,2-3-2 16,-6-7 4-16,-1-6-4 0,2-6 3 16,-4-4 2-16,-4-6-1 15,-15-16-3-15,26 22-3 16,-26-22-2-16,0 0-3 16,18 5 0-16,-18-5 2 15,0 0-3-15,8-26 0 16,-1 6 3-16,-3-8 2 15,3-5 2-15,-2-10 0 16,-2-6 1-16,1-6-5 16,-1-2 4-16,1 3-3 15,-4 2 3-15,0 7-3 16,0 5 3-16,0 9 1 16,-4 9 0-16,8 6 2 0,-4 16 3 15,0 0 5-15,0 0-1 16,0 0 1-16,0 0 0 15,0 0-1-15,22 30 0 16,-3-10 0-16,4 6-6 16,6 4-2-16,4 3 0 15,2-1 0-15,5 1-1 16,-5 0 3-16,1-5-3 16,-4-2 2-16,-3-5 0 15,-3-6-1-15,-7-3-2 16,-1-3-1-16,-18-9-7 15,19 2 0-15,-19-2 1 16,0 0-2-16,8-18 1 0,-8-2 0 16,-5-6 0-16,-2-12 3 15,-7-7 4-15,2-11 0 16,-10-6 2-16,2-6 3 16,1 3-2-16,-1 6 4 15,0 5-2-15,5 7 3 16,4 14-2-16,4 9 3 15,6 9-3-15,1 15 3 16,0 0-1-16,0 0 6 16,0 0-2-16,0 0 2 15,0 0-5-15,0 0 0 16,24 7-80-16,-7-4-56 16,6-3-37-16,10 2-13 0,-2-7 3 15,9 3-6-15</inkml:trace>
  <inkml:trace contextRef="#ctx0" brushRef="#br1" timeOffset="-130065.4">11917 20543 332 0,'0'0'170'0,"-14"11"-31"0,14-11-34 16,0 0-19-16,16-21-23 16,-16 21-26-16,26-24-25 15,-8 10-14-15,1 0 6 16,0-2-3-16,3 4 1 15,-3 2 3-15,-1 3-2 16,-18 7-15-16,19-9-37 16,-19 9-23-16,10 16-6 15,-8 3-3-15,-4-3 0 16,-1 13 4-16,-4-5 14 0,7 7 26 16,-4 4 63-1,-3-6 42-15,7 3 6 0,-5-6 5 16,5 1-2-1,0-9-5-15,4 1-6 0,-4-19-15 16,1 19-27-16,-1-19-23 16,0 0-2-16,0 0-2 15,0 0-1-15,21-18-1 16,-16 1-6-16,9 0-39 16,-5-13-79-16,1-6-43 15,6 1 0-15,-6-13-1 16,6 3 1-16</inkml:trace>
  <inkml:trace contextRef="#ctx0" brushRef="#br1" timeOffset="-129503">12442 20017 460 0,'0'0'180'15,"0"0"-7"-15,0 16-55 16,0-16-92-16,0 0-26 16,0 0-2-16,-16 14 1 15,16-14-3-15,-14 17 6 16,14-17 3-16,-12 24 1 16,5-5-1-16,4 5 2 15,-3 7-1-15,3 8-6 16,3-1 3-16,0 7-6 15,5 0 4-15,2 1-3 0,3-2 6 16,3 1-8-16,0-7 6 16,3-4 2-16,0-2-4 15,5-8-2-15,-2-2-4 16,3-8-2-16,1 0-1 16,-1-9 1-16,4-1-1 15,-3-8-2-15,3-3 2 16,0-3 2-16,0-4 4 15,0-2-1-15,-3-6 2 16,-1-2-2-16,1-4 2 16,-4 0 1-16,-2-3 1 15,2-3 3-15,-7-5-3 16,2 0 7-16,-8-1-6 0,-3-2 9 16,-3 1-3-16,-9-3 6 15,-8-1-1-15,-6 9 1 16,-3 3 1-16,-5 4-2 15,-5 6-8-15,-6 4-86 16,-10 7-95-16,3 12-24 16,-22-14-3-16,-7-1-5 15,-26-25 86-15</inkml:trace>
  <inkml:trace contextRef="#ctx0" brushRef="#br0" timeOffset="-97617.84">22435 11693 74 0,'0'0'88'16,"22"-7"-23"-16,-6 5 6 15,3 0 16-15,4 1 5 16,3 1-3-16,7-2-9 16,3 2-11-16,6-4-21 15,10 3-2-15,0-1-14 16,5 0-15-16,9-1-10 15,2-4-5-15,3 2-2 16,0-2 1-16,0 2 1 16,-3-1-2-16,-5 1 0 0,-8 0 0 15,-6 2-1-15,-11 1 0 16,-12 0 0-16,-7 0 1 16,-19 2 0-16,19 0-1 15,-19 0 2-15,0 0-1 16,0 0 1-16,0 0 0 15,0 0-1-15,0 0-1 16,0 0 1-16,0 0-1 16,0 0 1-16,0 0 0 15,0 0 0-15,-16 6 1 16,16-6 1-16,0 0 2 16,0 0 1-16,0 0 0 15,0 0 0-15,0 0 0 0,-22-6-2 16,22 6 0-16,-19-3 0 15,19 3-2-15,-33-4-2 16,10 1 2 0,1 1-2-16,-8 2 0 0,-3-1 1 15,-1 1 0-15,-6 0-1 16,1 0 1-16,-6 0-1 16,0 0 0-16,0 1 0 15,2 1 1-15,1 0 0 16,-3-2 0-16,3 1 0 15,2-1 0-15,2 2 0 16,2-2 0-16,1 0 0 0,2 0 0 16,0 0 0-16,5 0-1 15,2 2 1 1,0-2-1-16,5 2 1 16,6-2 0-16,-1 3-1 0,16-3 1 15,-23 2-2-15,23-2 0 16,0 0-4-16,0 0 0 15,0 0-1-15,0 0 1 16,0 0 0-16,16-4 0 16,-16 4 2-16,33-1 2 15,-7-1 4-15,5 0-1 16,6 2 1-16,8 0-2 16,7 0 1-16,0-2 0 15,5 2-2-15,-5 0 0 16,-3 0-1-16,-6 0 1 15,-8 0 0-15,-9 0 0 16,-7 2-4-16,-19-2-79 0,14 5-33 16,-14-5-21-16,0 0-2 15,19 23-5-15,-19-23 0 16</inkml:trace>
  <inkml:trace contextRef="#ctx0" brushRef="#br0" timeOffset="-97041.43">24875 11521 220 0,'-34'-3'70'15,"8"5"-12"-15,-11-4-12 16,-1 2-22-16,-7 0-16 16,-2 2 2-16,-7 1 22 15,-1-1 18-15,3 1 1 16,-4-1-4-16,7 0 1 15,1-4 1-15,10 4 1 16,8-7-3-16,30 5-21 0,0 0-23 16,4-21-2-16,29 12 0 15,12-1 1-15,8-2-1 16,13 1-2 0,13-1 1-16,0 4 0 0,3 1 0 15,0 0 0-15,-8 3 0 16,-3 2 0-16,-6 2-2 15,-10 2 2-15,-13 2-2 16,-13 1 2-16,-13 2 1 16,-16-7 1-16,0 22 0 15,0-22 0-15,-35 33-1 16,9-16 4-16,0 4-3 16,-3-3 2-16,3 1-5 0,3-9-20 15,23-10-70-15,-19 21-47 16,19-21-22-1,16-11-16-15,3-8-4 0,24 5 90 16</inkml:trace>
  <inkml:trace contextRef="#ctx0" brushRef="#br0" timeOffset="-96604.11">26750 11388 10 0,'9'23'108'0,"-32"-15"-28"0,-3 6-42 15,-5 0-7-15,-6 0 3 16,-1 1 9-16,-10-1 30 15,4 0 3-15,-4-5-3 16,13 1 0-16,5-6-10 16,15-3-16-16,15-1-8 15,0 0-8-15,22-15-33 16,17 4-3-16,9-2 2 0,15-3 3 16,4 0 0-16,8-1 0 15,3 1 1 1,0 3 0-16,-7 1 0 15,1 3 0-15,-12 2-2 0,-11 2 0 16,-13 3-2-16,-10 4-2 16,-26-2-52-16,0 0-49 15,-3 22-20-15,-27-6-12 16,-22-4-9-16,-12 12-11 16</inkml:trace>
  <inkml:trace contextRef="#ctx0" brushRef="#br0" timeOffset="-81442.34">26609 12563 198 0,'30'-3'75'0,"-1"-4"4"15,10 2-4-15,8-2 2 16,6-3-4-16,10 4-8 16,5-4-5-16,10 7-6 0,-4-4-5 15,4 5-6 1,-3-5-2-16,0 5-13 15,-18 0-12-15,-5 4-14 16,-12-2-6-16,-16 0 0 16,-24 0-2-16,0 0 1 0,-15 4 0 15,-24-1 0-15,-13 1-1 16,-14-3 3-16,-10 3 3 16,-9 1-1-16,-12 4 1 15,-4-2 2-15,0 1-3 16,4-1 3-16,3 4 2 15,8-1-1-15,8-1 0 16,10-1-3-16,19-3 4 16,13 2 1-16,10-5 7 15,26-2-5-15,0 0-1 16,0 0 0-16,36-2 1 16,6-3 0-16,3 0-4 0,14-2-1 15,9 2-6-15,6-4 3 16,5 2-2-16,0 0 2 15,-1 0-3-15,1 2 3 16,-15 0 2-16,-9 2-6 16,-13-1-1-16,-12 2-2 15,-11 2 2-15,-19 0-2 16,0 0 2-16,-32 6 1 16,-1-1-2-16,-12-2 5 15,-3 2 2-15,-11 1 0 16,-6 1 0-16,1-2 2 15,5-2 1-15,4 1-4 16,6-1-1-16,14 1 1 0,9-3 11 16,26-1-5-16,-17-3 1 15,17 3 1-15,43-11-4 16,-1 6 4-16,14-5 3 16,11 0-5-16,8-3-6 15,8 5 2-15,6-4 1 16,-3 1-2-16,-7 4 2 15,-15 0-5-15,-12 4-5 16,-16-1 3-16,-13 3-3 16,-23 1 0-16,-19 1 0 15,-18 5 0-15,-20 2 1 16,-14 3 2-16,-14 3 7 16,-12 3-4-16,-7 0 5 0,-6 4-5 15,6-2 4-15,3-2-4 16,11 1 3-1,19-5-5-15,12-4 10 16,22-2-2-16,15-5 3 0,22-2 3 16,21-11-2-16,17 1 3 15,21-4-6-15,16-1 9 16,4-3-13-16,19-1 1 16,2 2-5-16,1 1 2 15,0 4-2-15,-11 2 1 16,-12 3 2-16,-14 2-9 15,-15 3 1-15,-16 0 3 16,-14 4-2-16,-19-2 0 0,-23 12 0 16,-15-3 1-16,-17 3 3 15,-17 2 5-15,-14 0 3 16,-15 3-5 0,-7 0 3-16,-8-1-4 0,-4-4 5 15,9 0-8-15,7-2 4 16,17-1-5-16,20-4 6 15,18-1 3-15,19-6 3 16,30 2 3-16,0 0-3 16,52-14 4-16,9 4-8 15,17-4 10-15,16 2-10 16,14-4-1-16,11 1-5 16,8-3 2-16,0 4-2 0,-4-1 1 15,-10 1 3-15,-16 5-3 16,-15 1-3-1,-21 1-5-15,-18 3 5 16,-20 1-2-16,-23 3-1 0,-18 5 1 16,-24 2 0-16,-17 0-1 15,-15 3 6-15,-16 1 6 16,-15 3-3-16,-7 1 0 16,-8-3 3-16,7 4-3 15,5-4 2-15,15 0-3 16,21-5 1-16,17 2 6 15,22-8-1-15,33-1 0 0,0 0-4 16,33-14 5 0,26 4-3-16,17-2 4 15,13-4-2-15,20-1-7 16,9 2-2-16,5-1 2 0,-3 2 3 16,-3 4-3-16,-17-1 1 15,-16 4-8-15,-22 4-2 16,-17-1 5-16,-22 6-2 15,-23-2 0-15,-26 5 0 16,-19 2 1-16,-23 4 0 16,-17-1 9-16,-19 4 3 15,-16 3-4-15,-9-3 2 16,-8 3-2-16,2-3 1 16,8 0-3-16,20-5 2 15,16-1-10-15,20-4 13 16,26-1 0-16,28-6-3 15,17 3 4-15,43-16-3 0,14 2 3 16,25-3-1-16,22 0 5 16,16 0-13-16,12-3 1 15,8 3 2-15,3 3-2 16,-13 0 3-16,-7 6-3 16,-26 3-4-16,-20-1-2 15,-22 6 1-15,-22 0 1 16,-33 0-1-16,-15 13 1 15,-32 0-1-15,-21-1 2 16,-22 6 9-16,-14 1-1 16,-20 2 0-16,-6-1-2 15,-9-1 2-15,4 0-5 16,8-5 5-16,16 0-7 0,17-5 0 16,20-4 3-16,25-2 7 15,20-3-3-15,29 0 5 16,17-8 1-16,28-1-2 15,19-3 3-15,18 2-4 16,15-4 4-16,16-2-14 16,7 4 6-16,3 0-6 15,-3 2 2-15,-6 1-2 16,-13 6 2-16,-18 1-6 16,-20 0-1-16,-22 6 2 15,-18-3 2-15,-23-1 3 16,-23 14-3-16,-22-4 2 15,-19 3-1-15,-17-3 8 0,-17 4-5 16,-16 0 4-16,-9 1-6 16,-2-3 0-1,1 2 0-15,6-3 2 16,12-3-4-16,21-1 2 0,14-3 4 16,26-3 5-16,19-1 1 15,26 0 1-15,26-12 3 16,23 4-3-16,18-5 3 15,25 0-5-15,14-3 4 16,17 2-14-16,4-1 7 16,3 4-5-16,-1-1 2 15,-15 0-3-15,-13 3 1 16,-18 6-6-16,-24-1-1 0,-20 4 2 16,-22 2 0-16,-17-2 4 15,-33 14-4-15,-12-2 3 16,-21 4-4-1,-14-4 12-15,-12 5-6 0,-10-1 5 16,1-1-8-16,-3-1 4 16,10-3-3-16,16-3 2 15,14-1-1-15,17-5 9 16,19 0 1-16,28-2 1 16,0 0-1-16,26-16 2 15,16 7 2-15,13-3-1 16,16 2 4-16,8-2-13 0,4 3 4 15,2 0-5-15,-2 2 4 16,-12 4-8 0,-15 0-4-16,-11 3-3 15,-15 1 2-15,-30-1 1 16,0 0-4-16,-4 21 4 0,-22-12-3 16,-9 3 5-16,-1-2 3 15,-6 4 6-15,1-2-6 16,4-3 2-16,8-2-1 15,6-2 0-15,23-5 10 16,-19 2 0-16,19-2 0 16,16-11 0-16,6 3 3 15,11-4-2-15,4-6 4 0,8 1-7 16,7-2-2 0,5-4-8-16,6-1 4 15,-3-2-4-15,3-2 1 16,-6 1-2-16,2-3 0 0,-7-4 2 15,-3-3-5-15,-7-1 3 16,-6-3-4-16,-5-1 1 16,-10-1-1-16,-9 1 4 15,-8-4 1-15,-15 2 2 16,-8-1 1-16,-10 0 3 16,-6 2 0-16,-14 0 3 15,-6 3-1-15,-8 0-1 16,-1 6 0-16,-4 1-5 15,-3 3 4-15,0 6-4 16,3 2 4-16,2 4-6 16,6 8 5-16,1 3-5 15,3 5 1-15,2 6 4 0,2 6-6 16,7 6 5-16,-2 6-6 16,5 6 5-16,1 5-4 15,1 6 3-15,2 5-2 16,1 4 0-16,3 1 2 15,1 3-2-15,3 1 3 16,2 1-2-16,2-2 2 16,5-2-2-16,9 0 2 15,5-1 0-15,4-3 2 16,13 1-3-16,2-2 6 16,9-2 1-16,10-3-2 15,6-3 5-15,5-4-4 16,10-4 5-16,12-5-3 0,2-8 5 15,5-6-7-15,7-6 3 16,9-8 1-16,1-4-4 16,3-13-1-16,2-5-6 15,-2-9 3-15,-3-6-6 16,-4-8 3-16,-10-6-4 16,-8-11-1-16,-9-2 0 15,-15-4 2-15,-12-3 6 16,-16 1-3-16,-18-1 5 15,-10 6-1-15,-21 7 3 16,-13 10 0-16,-20 4-3 16,-13 13 5-16,-13 7-7 15,-7 9 2-15,-6 9-2 0,-6 6 1 16,-4 10-2-16,6 6-2 16,2 8 4-1,5 6-5-15,7 7 3 16,8 7-3-16,13 7-1 0,10 3 0 15,10 11 0-15,18-1 3 16,15 6-3-16,16 1 6 16,21 1-1-16,18-2 3 15,16-2 3-15,15-2 2 16,18-10 1-16,13-7-4 16,7-9 5-16,12-8 1 15,6-12-1-15,5-11-1 16,-5-14-8-16,1-12-1 0,0-11-1 15,-13-15 3 1,-6-12-4-16,-11-14-5 16,-15-8 3-16,-16-11-3 15,-14-3 6-15,-15 0 3 0,-22 3-2 16,-16 4 4-16,-15 8-3 16,-13 11 2-16,-20 13-2 15,-12 17 2-15,-15 9-3 16,-14 15 0-16,-4 13-1 15,-10 14 1-15,-5 14 1 16,-4 14-2-16,4 10 1 16,5 12-1-16,10 11-1 0,7 7 0 15,13 3 0 1,16 0-1-16,20 2-2 16,16-6 4-16,22-3-1 15,17-8 5-15,23-6 3 16,12-8 1-16,20-11 1 0,16-6-3 15,9-11 5-15,11-9-1 16,7-12-3-16,1-10 1 16,4-16-7-16,-2-8 0 15,-10-16-3-15,-8-13 4 16,-7-11-5-16,-15-12-2 16,-14-7 5-16,-14-6-4 15,-17-1 7-15,-17 0 0 0,-12 3 1 16,-16 11 0-1,-20 11 1-15,-13 13 1 16,-19 17-3-16,-17 14 2 16,-13 13-6-16,-15 13 1 0,-8 17 3 15,-8 9-4-15,-1 15 2 16,-1 11-2-16,11 12 1 16,7 9-2-16,15 12 0 15,14 5 0-15,25 0-3 16,13-2 4-16,30-1-2 15,22-8 4-15,27-8 2 16,22-7-1-16,19-15 5 16,19-9-3-16,18-14 6 15,8-12-1-15,8-14-3 16,11-11-2-16,-1-18-3 16,-4-13 3-16,-3-11-6 15,-15-17 3-15,-7-9-3 0,-15-10-2 16,-23-4 6-16,-18-2 1 15,-26 3 2-15,-20 2 3 16,-19 9 0-16,-16 11-2 16,-29 17 0-16,-14 13 1 15,-19 16-4-15,-13 12-1 16,-10 17 3-16,-9 14-8 16,-4 17 3-16,-9 11-1 15,8 17 0-15,5 9-1 16,13 10 0-16,12 5-1 15,20 0-4-15,20-1 4 16,28-4-1-16,26-7 3 16,24-8 3-16,25-10 1 0,22-13 2 15,18-8 0-15,19-11 3 16,11-14-1-16,12-10-4 16,6-11 1-16,3-14-3 15,3-13 1-15,-6-14-1 16,-3-14 0-16,-11-9-2 15,-15-10 1-15,-18-5 5 16,-20-6-1-16,-18 1 0 16,-23 3 4-16,-15 3 0 15,-24 16-1-15,-18 6 1 16,-20 13 0-16,-17 12-2 16,-18 12-1-16,-11 12 0 15,-13 15-6-15,-6 15 1 0,-7 12 0 16,2 15 0-16,-1 15-3 15,6 14 2-15,9 10-2 16,14 10-1 0,15 5 0-16,18 1-1 0,22-5 1 15,28-2-2-15,21-12 4 16,26-7 1-16,16-11 3 16,25-16 2-16,13-10 1 15,14-16-4-15,12-12 5 16,1-15-3-16,6-13 1 15,0-17-4-15,-7-15 0 16,-9-14 0-16,-14-7-1 16,-15-9 8-16,-16-3-7 0,-23-1 10 15,-17 6 1 1,-22 5-2-16,-16 7 4 16,-26 16-5-16,-18 12 3 15,-20 13-5-15,-18 13 2 0,-17 15-4 16,-10 11-5-16,-13 17 2 15,-5 17-4-15,0 16 3 16,8 19-3-16,4 12 1 16,14 9-3-16,23 8-3 15,17 0 2-15,24-1 2 16,27-9-1-16,25-12 3 16,31-14-2-16,21-16 6 15,23-14-3-15,23-16 7 16,7-15-3-16,18-13 1 15,5-20 2-15,6-13-6 16,4-18 3-16,-9-15-3 0,-11-18 2 16,-8-8-2-16,-14-7 1 15,-21-4 1-15,-19 4 1 16,-22 5 9-16,-22 9 0 16,-20 12-2-16,-21 15 3 15,-15 15-4-15,-23 14 4 16,-15 19-3-16,-14 11-4 15,-13 16-5-15,-7 12-4 16,-3 19 1-16,0 13-2 16,-1 17 1-16,13 10-3 15,12 6-1-15,18 5 2 16,22 2 0-16,17-2-1 16,32-8 4-16,24-9-2 0,24-13 4 15,24-12-2-15,25-11 5 16,17-13-2-16,16-17 2 15,17-14 3-15,9-15-5 16,5-15 5-16,-2-14-5 16,-3-16 2-16,-9-15-2 15,-10-10 1-15,-21-6 0 16,-21-7 0-16,-28-1 7 16,-17 5 2-16,-33 5-1 15,-17 10 4-15,-27 13-4 16,-20 13 5-16,-21 14-7 15,-23 18 3-15,-12 13-6 16,-17 11-6-16,-9 15 3 0,-7 14-5 16,-6 14 2-16,6 16-5 15,3 8 4-15,10 11-4 16,20 6-2-16,16 2 2 16,19 1-3-16,26-6 4 15,26-4 2-15,26-9-2 16,26-13 4-16,26-11-2 15,22-11 5-15,13-11-1 16,17-12 6-16,9-12-1 16,7-15-6-16,-2-15 5 15,2-9-5-15,-7-15 3 16,-9-10-3-16,-7-11 2 16,-16-4-1-16,-16-2-1 0,-17-4 8 15,-18 3 1-15,-22 4 5 16,-20 9-1-16,-24 10 2 15,-18 16-1-15,-24 10-2 16,-19 18-3-16,-11 11-3 16,-12 15-4-16,-6 14-2 15,-3 14-2-15,2 19-2 16,4 17-2-16,9 20-79 16,16 12-48-16,8 8-32 15,26 8-1-15,12-8-5 16,29 1-1-16</inkml:trace>
  <inkml:trace contextRef="#ctx0" brushRef="#br0" timeOffset="-79932.27">27142 11985 204 0,'-22'-24'123'0,"11"7"-1"16,-8-7-79-16,0-6-49 15,2 2 6-15,-6-3 24 16,1 2 20-16,-8-8 9 16,2 5 9-16,-8-6-1 15,3 5 1-15,-16-4-1 16,8 8-4-16,-15-4-22 16,-5 5-23-16,-6 6-12 15,-8 3-9-15,-6 3 3 0,-5 4-3 16,-4 5 1-1,-7 4-2-15,0 3 1 16,-4 1 3-16,-3 3 4 16,3 1 2-16,-1 4 0 0,-2-1-2 15,3 3 2-15,0-1-1 16,1 6 0-16,-1-1 4 16,4 4-5-16,3 0 5 15,0 4-3-15,4 1 1 16,2 2 0-16,4 0 0 15,-1-2 0-15,11 2-3 16,2 0 3-16,8 0-3 16,5 2 1-16,7-4 0 15,7 4-1-15,8-1 1 16,13 3 0-16,3-2 1 16,9 1-2-16,9 0 4 0,10 4-2 15,8 2 4-15,11-2-2 16,7 1 1-16,12 1-1 15,13 0 2-15,11-1-3 16,7 1 1-16,16-6-2 16,9-1 1-16,9-2-2 15,6-2 1-15,7-1-2 16,4-4 2-16,6-4 0 16,6-3-1-16,0-1 1 15,2-6 0-15,5-3 1 16,-1-4-1-16,1-7 2 15,-3-1-3-15,2-4 3 16,1-3-3-16,-3-4 2 0,-3-5 0 16,-4-2 0-16,-10-4-1 15,-6-3 1-15,-7-1-1 16,-9-4 2-16,-12-5-1 16,-12 0 2-16,-9-2-2 15,-15-3 3-15,-8 0-3 16,-11-1 2-16,-11 1-3 15,-14 0-4-15,-9 0 4 16,-10 1-4-16,-12 3 1 16,-10 4-1-16,-13 1 0 15,-10 4 0-15,-12 4 3 16,-18 4 3-16,-3 5-4 16,-17 6 3-16,-2 3-1 0,-13 6-1 15,-9 2 0-15,-8 7 0 16,-5 4-1-16,-7 1 2 15,-7 2-1-15,-5 5 0 16,-8 3-1-16,-9 4 1 16,-3 6 1-16,0 6 2 15,-1 7-1-15,-2 10 0 16,-4 13 0-16,1 17-1 16,-2 12-58-16,-2 17-89 15,3 25-20-15,-18 1-5 16,-2 18 0-16,-23 6-2 15</inkml:trace>
  <inkml:trace contextRef="#ctx0" brushRef="#br0" timeOffset="-58609.37">14559 24270 237 0,'0'0'91'0,"0"0"12"16,0 0 8-16,0 0 2 15,0 0-11-15,0 0-14 16,0 0-17-16,0 0-16 15,0 0-11-15,0 0-36 16,0 0-8-16,0 0 0 16,0 0 0-16,0 0 0 15,0 0 0-15,0 0 0 16,0 0 0-16,0 0-14 16,16-2-3-16,-16 2-2 15,0 0 0-15,0 0 3 16,0 0 4-16,0 0 3 0,19 6 2 15,-19-6 1-15,0 0 5 16,23 15-1-16,-23-15 2 16,33 2-1-16,-14 1 1 15,7-1-1-15,0 0 2 16,7-4-2-16,0 2-2 16,1-2 2-16,3-1 1 15,-2 1 0-15,8-1-1 16,-1 4 0-16,-1 1 0 15,1-4 1-15,1 4-1 16,2-2 2-16,1 4-3 16,-5 1 0-16,4 2 3 0,-5-6-3 15,5 1 3-15,-3 10-1 16,3-1-2-16,-1 3 4 16,1 1-2-16,0 2 2 15,-3 1-1 1,3 6 3-16,-2 4-3 0,-1-1 0 15,-4 1 0-15,2 7 1 16,-5-4-1-16,1 0 4 16,-1 2 7-16,1 1 6 15,-3-4-10-15,2-2 12 16,-6-1-10-16,4 8 9 16,-1 3-12-16,-3 0 10 15,-3 5-17-15,-3-8 2 0,-1-2-1 16,1 7 1-1,-23-40-1-15,33 91-1 16,-33-91 0-16,0 0 0 16,33 85 0-16,-33-85 0 0,0 0 0 15,12 83 0-15,-12-83 0 16,0 0 0-16,0 0 0 16,-12 87 0-16,12-87 0 15,0 0 0-15,0 0 0 16,-40 78 0-16,40-78 0 15,0 0 0-15,-52 78 0 16,52-78 0-16,0 0 0 16,-68 79 0-16,68-79 0 15,0 0 0-15,-83 92 0 16,83-92 0-16,0 0 0 16,-92 85 0-16,92-85 0 15,0 0 0-15,-97 92 0 0,97-92 0 16,0 0 0-16,-91 76 0 15,91-76 0-15,0 0 0 16,-97 62 0-16,97-62 0 16,-71 45 0-16,71-45 0 15,-71 43 0-15,71-43 0 16,-75 40 0-16,75-40 0 16,-74 43 0-16,74-43 0 15,-72 35 0-15,72-35 0 16,-71 29 0-16,71-29 0 15,0 0 0-15,-104 30 0 16,104-30 0-16,0 0-3 16,-101 7 4-16,101-7 1 0,-71-9-2 15,71 9 0-15,-71-10 0 16,71 10 0-16,-78-18 0 16,78 18 0-16,-82-38 0 15,82 38 0-15,-80-41 0 16,80 41 0-16,-72-52 0 15,72 52 0-15,0 0 0 16,-98-88 0-16,98 88 0 16,-57-73 0-16,57 73 0 15,-52-78 0-15,52 78 0 16,-49-81 0-16,49 81 0 16,-41-82 0-16,41 82 0 15,-40-71 0-15,40 71 0 0,0 0 0 16,-57-97 0-16,57 97 0 15,0 0 0-15,-59-88 0 16,59 88 0-16,0 0 0 16,-68-76 0-16,68 76 0 15,0 0 0-15,-59-69 0 16,59 69 0-16,0 0 0 16,-45-76 0-16,33 50 0 15,1 0 0-15,1 0 0 16,10 26 0-16,-16-28 0 15,16 28 0-15,-16-26 0 16,16 26 0-16,-10-21 0 16,10 21 0-16,-10-15 0 0,10 15 0 15,-13-25 0-15,7 6 0 16,-3 4 0-16,9 15 0 16,-17-19 0-16,17 19 0 15,-20-21 0-15,10 0 0 16,10 21 0-16,-16-22 0 15,16 22 0-15,-15-24 0 16,15 24 0-16,-14-23 0 16,14 23 0-16,0 0 0 15,-12 19 0-15,12-19 0 16,-11 23 0-16,11-3 0 16,0-20 0-16,-8 68 0 0,8-68 0 15,0 73 0 1,0-73 0-16,0 105 0 0,0-105 0 15,1 114 0-15,-1-114 0 16,0 92 0-16,0-92 0 16,0 85 0-16,0-85 0 15,0 0 0-15,-1 71 0 16,1-71 0-16,0 0 0 16,0 0 0-16,0 0 0 15,0 0 0-15,0 0 0 16,0 0 0-16,0 0 0 15,0 0 0-15,0 0 0 16,5-85 0-16,-5 85 0 0,0 0 0 16,-9-93 0-16,9 93 0 15,-3-73 0 1,-1 33 0-16,8 0 0 16,-4 4 0-16,3-2 0 0,2 0 0 15,-1 7 0-15,3 8 0 16,-4 1 0-16,-3 22 0 15,11-38 0-15,-11 38 0 16,8-25 0-16,-8 25 0 16,0 0 0-16,0 0 0 15,19-12 0-15,-19 12 0 16,26 14 0-16,-8-7 0 16,4 10 0-16,4-6 0 15,6 9 0-15,4-2 0 16,6 1 0-16,3-2 0 15,-2-7 0-15,6 4 0 16,-49-14-1-16,106 23-3 0,-47-21-12 16,5 4-134-16,7 0-27 15,-8-12-5-15,4 3-14 16,-15-14 1-16</inkml:trace>
  <inkml:trace contextRef="#ctx0" brushRef="#br0" timeOffset="-57339.42">16748 24291 413 0,'0'0'189'16,"-22"3"-8"-16,22-3-83 0,-21-1-49 16,21 1-47-16,0 0-7 15,0 0-2-15,-16 19 0 16,16-19 6-16,0 26 1 15,7 0 2 1,2 12-1-16,5 5 2 0,1 0-5 16,-1 7 4-16,5-5 2 15,4 9 14-15,-4-9-9 16,0-2 3-16,-2-13-3 16,-1-8 4-16,-4 3-4 15,2-6 5-15,-4-4-14 16,-10-15-1-16,16 16-4 15,-16-16 14-15,0 0 1 0,0 0-6 16,0 0-4-16,16-11 0 16,-16 11 0-1,0-33 0-15,0 13 0 0,3 1 0 16,-3-14 0-16,4-9-1 16,-1 6-4-16,6-4-10 15,-2 5 6-15,3 3 6 16,2 0 2-16,2-1-2 15,2 6 2-15,-1 4-1 16,-1 3 0-16,2 4 0 16,-16 16 0-16,26-28-2 15,-26 28-2-15,14-14-4 16,-14 14 0-16,19 11 1 0,-19-11-1 16,23 29 3-16,-8-8-2 15,3 5 4-15,1 0 2 16,3 9 4-1,1-4-3-15,-1 5 2 0,1-7 2 16,-4-6-4-16,-2-1 2 16,2 3-1-16,-3-10 11 15,-16-15-10-15,26 16 12 16,-26-16-10-16,19 10-1 16,-19-10 6-16,0 0 2 15,14 0 2-15,-14 0-12 16,0 0 11-16,4-15-8 15,-8-3 10-15,1-9-3 16,-4-10-5-16,3-6-1 16,-4-7-4-16,1-6 2 15,0-6-3-15,0 5 1 16,5 0 0-16,-2 10 0 0,4 4 3 16,4 12-1-16,-4 5 2 15,5 7-1-15,-5 19 1 16,7-21-2-16,-7 21-1 15,0 0-4-15,0 0-4 16,0 0 0-16,16-2-1 16,-16 2-2-16,24 4-3 15,-1 4-81-15,-8 3-58 16,8-3-21-16,3 3-5 16,-4-8 2-16,4 8 10 15</inkml:trace>
  <inkml:trace contextRef="#ctx0" brushRef="#br0" timeOffset="-56801.04">17668 24379 352 0,'0'0'183'0,"-22"19"-33"15,22-19-40-15,-19 9-40 16,19-9-38-16,-11 24-30 15,11-24-3-15,0 0 0 16,0 0-1-16,0 0 3 16,-3 17 1-16,3-17 2 15,17-5 1-15,-1-2-2 16,3 4 1-16,7-2 0 0,0 1-2 16,3-3-1-16,1-1-1 15,-4 2-5-15,-4 6-15 16,-2 4-26-16,-20-4-2 15,15 5 3-15,-15-5 5 16,0 24 17-16,-9-6 22 16,-4 1 2-16,0 0 17 15,-9-4 28-15,4 11 3 16,-4-5-6-16,6 3-6 16,-6-1-15-16,3-3-20 15,19-20-4-15,-26 25-2 16,26-25-3-16,-7 19 6 0,7-19 1 15,0 0 3-15,0 0 0 16,19-4 0-16,-19 4 2 16,33-7 2-16,-14 0-1 15,7 2-2 1,-4-3-3-16,4-6 2 0,1 9 1 16,-5-8-2-16,4 1-54 15,-10 2-82-15,-2-11-35 16,-2-1-8-16,-9-4 2 15,4-2-11-15</inkml:trace>
  <inkml:trace contextRef="#ctx0" brushRef="#br0" timeOffset="-56449.79">18120 24113 371 0,'15'-11'183'0,"-15"11"-23"16,11-15-45-16,-11 15-35 15,0 0-39-15,15-12-40 16,-15 12-2-16,0 0-2 16,0 0-2-16,16 5-1 15,-16-5 0-15,7 17 3 16,0 2 1-16,1 7 1 0,3 5 4 15,-1 9-1 1,6 12-1-16,-1 8 1 16,8 5 0-16,-2 11-1 15,1-9 10-15,4 9 6 0,-6 2-11 16,2-2-50-16,-6-20-122 16,3 8-11-16,-12-19-19 15,-7-45-1-15,-12 21 9 16</inkml:trace>
  <inkml:trace contextRef="#ctx0" brushRef="#br0" timeOffset="-55272.95">26432 22595 567 0,'-13'-26'220'16,"4"10"-68"-16,9 16-68 15,0 0-84-15,-11-17 0 16,11 17 0-16,0 0 0 15,0 0 0-15,0 26 0 16,7 1 0-16,2 13 0 16,1 9 0-16,6 16 0 0,7 13 0 15,-3 16 0 1,8 4 0-16,-2 10 0 16,4 1 0-16,-1 0 0 15,-3-9 0-15,-3-5 0 0,3-6 0 16,-14-27-46-16,9-7-153 15,-5-23-7-15,-1-24-1 16,-15-8 2-16,30-48 46 16</inkml:trace>
  <inkml:trace contextRef="#ctx0" brushRef="#br0" timeOffset="-54961.73">28319 22191 554 0,'45'-3'190'16,"-12"20"-3"-16,-5 12-109 16,-14 8-69-16,2 15-4 15,-2 17-5-15,-2 18 0 16,2 13 0-16,-2 11 0 15,2 8 0-15,1 8 0 16,1 1 0-16,1-9 0 16,-1-3 0-16,-1-10 0 15,-1-11-14-15,-1-19-110 16,0-19-60-16,0-12-15 16,-10-28-6-16,-3-17 7 15,3-20 100-15</inkml:trace>
  <inkml:trace contextRef="#ctx0" brushRef="#br0" timeOffset="-54637.5">29512 22321 584 0,'22'-3'198'0,"4"9"-18"0,0 15-119 16,-6 5-61-16,0 17 0 15,-1 18 0-15,4 14 0 16,-4 11 0-16,7 11 0 16,-7 10 0-16,0 9 0 15,2 4 0-15,-2-6 0 16,0-5 0-16,-3-14-29 15,1 2-92-15,-5-15-30 16,-1-24-34-16,5-13-4 16,-10-24-6-16,-6-21 43 15</inkml:trace>
  <inkml:trace contextRef="#ctx0" brushRef="#br0" timeOffset="-54313.27">31208 22202 571 0,'81'-26'192'16,"-10"8"-19"-16,-6 4-86 15,-6 18-87-15,-7 10 0 16,-4 13 0-16,-6 10 0 15,-4 16 0-15,-8 13 0 16,-1 17 0-16,-6 11 0 0,-4 4 0 16,-2 3 0-16,-1 1 0 15,0 0 0-15,-6-10 0 16,6-6 0 0,-10-23-104-16,5-11-68 0,-6-14-28 15,-1-21 5-15,-4-17-4 16,7-16 47-16</inkml:trace>
  <inkml:trace contextRef="#ctx0" brushRef="#br0" timeOffset="-53985.04">32754 21809 612 0,'23'7'193'16,"-1"13"-43"-16,-15 3-82 15,9 18-68-15,-9 10 0 16,2 14 0-16,-2 12 0 16,3 11 0-16,-1 9 0 15,-2 10 0-15,3 2 0 16,-1 0 0-16,1-3 0 15,1-8 0-15,1-4 0 16,2-11 0-16,1-3 0 16,-8-28-81-16,5-1-81 15,-5-12-32-15,0-15-7 16,-7-24-3-16,0 0 24 16</inkml:trace>
  <inkml:trace contextRef="#ctx0" brushRef="#br0" timeOffset="-53688.83">34110 21594 538 0,'80'10'203'16,"-11"18"4"-16,-1 22-132 15,-16 6-75-15,0 22 0 16,-7 17 0-16,-3 19 0 0,-6 11 0 16,-4 13 0-16,-10 1 0 15,-4-4 0 1,-6-6 0-16,-9-14 0 0,8-3-12 16,-15-13-176-16,-3-13-8 15,-12-16 0-15,-7-8-10 16,-10-8 0-16</inkml:trace>
  <inkml:trace contextRef="#ctx0" brushRef="#br0" timeOffset="-52806.2">25316 24597 380 0,'94'0'192'16,"17"-7"-63"-16,21 6-49 16,14-12-26-16,24 5-5 15,14-6-40-15,17 4-2 16,16-3 0-16,19-7-2 16,14-5 0-16,11-2-2 15,11 1 0-15,6-12-2 16,10 3 1-16,2-5-1 15,5 4-1-15,5 1 0 0,6 2 1 16,1-6 0 0,7 1-1-16,11 3 2 15,0 6-3-15,8-3 4 16,5 3-2-16,-1-4 5 0,0 4-3 16,3 3 0-16,-8 3 1 15,-3-1-3-15,-4 5 2 16,-7-4-3-16,-9 4 3 15,1 4-4-15,-11-3 2 16,-8 1-1-16,-9 3 0 16,-10 2 2-16,-11-3 8 15,-15-1 2-15,-13-1 1 16,-16 3-11-16,-16-3-108 16,-19-11-69-16,-27-21-19 15,-15-11-7-15,-34-32-14 16,-9-8 111-16</inkml:trace>
  <inkml:trace contextRef="#ctx0" brushRef="#br0" timeOffset="-43333.47">23844 23074 298 0,'-15'14'208'15,"-4"-9"-23"-15,19-5-80 16,0 0-48-16,0 0-18 0,0 0-16 16,34 10-18-16,-1-10-5 15,12 2 1-15,11-4 0 16,8 1-1-1,14-3 3-15,7-3 0 0,2-3-2 16,0-2-1-16,-2 1-1 16,-3-2 3-16,-11-3-1 15,-11 2 1-15,-7-1-2 16,-14-3 2-16,-11 1-2 16,-14-2 0-16,-10-2-7 15,-11-1-3-15,-12-3 1 16,-11 1 3-16,-8-9-3 15,-6 6 1-15,-4-3 0 16,-1 4 2-16,4 2 6 16,7 3 4-16,5 4 0 15,10 3-2-15,23 14 3 16,-19-9-1-16,19 9 1 0,19 21-2 16,4 2-1-16,3 6-3 15,0 6 1-15,7 8-3 16,-5 7 0-16,-2 4-3 15,-7 5 4-15,-12 10-2 16,-11-2-2-16,-11 6 4 16,-15 0-5-16,-8 3 4 15,-7-5-3-15,-4-5-75 16,-3-16-58-16,9-22-37 16,19-9 3-16,24-19-8 15,0 0 74-15</inkml:trace>
  <inkml:trace contextRef="#ctx0" brushRef="#br0" timeOffset="-41621.25">28880 22409 487 0,'12'-31'221'0,"-8"0"-31"16,-10-11-77-16,6 11-101 16,-10-9-12-16,3 6 0 15,-5 1 0-15,1 2 0 16,-4 0 0-16,-3-1 0 15,-1 1 0-15,0 0 0 16,-7 0 0-16,0 0 0 16,-3 0 0-16,-6 0 0 15,-1-1 0-15,-3 5 0 0,-6 1 0 16,2-2 0 0,-9 6 0-16,1 1 0 0,-4 2 0 15,-4 1 0 1,-5 6 0-16,1 0 0 0,-5 4 0 15,-3 1 0-15,0 1 0 16,-4 5 0-16,1 2 0 16,-4 3 0-16,-2 1 0 15,-2 2 0-15,-3 2 0 16,-2 3 0-16,2 5 0 16,-1 0 0-16,0 4 0 15,-4 0 0-15,3 3 0 16,6 0 0-16,-4 4 0 0,5 0 0 15,2 3 0 1,-4 2 0-16,1 0 0 16,4 3 0-16,3 2 0 15,-1-2 0-15,6 6 0 0,-3-4 0 16,5 2 0-16,2-4 0 16,0 2 0-16,4 0 0 15,5-1 0-15,1 1 0 16,1-5 0-16,2 5 0 15,7-4 0-15,-2 5 0 16,9-1 0-16,-1 3 0 16,6 2 0-16,4 4 0 15,3 3 0-15,7-1 0 16,0 5 0-16,8 1 0 0,3 0 0 16,4 1 0-1,9 4 0-15,2-1 0 16,7 0 0-16,5 2 0 0,4-1 0 15,-1 2 0-15,8 1 0 16,5-6 0-16,-2 0 0 16,3-2 0-16,2 3 0 15,4-7 0-15,6 0 0 16,1-3 0-16,7-3 0 16,-1 2 0-16,2-7 0 15,9-1 0-15,-1-4 0 0,6 3 0 16,0 0 0-1,4-7 0-15,3 1 0 16,7-3 0-16,-2 4 0 16,6-11 0-16,1 3 0 0,0-5 0 15,2-6 0-15,-2 2 0 16,4-2 0-16,0-7 0 16,-6-4 0-16,3 4 0 15,-1-2 0-15,2-5 0 16,-2 0 0-16,1-7 0 15,-3-1 0-15,6 6 0 16,-7-9 0-16,1-1 0 16,-1-3 0-16,-6-1 0 15,-1-1 0-15,-10-4 0 16,-3 2 0-16,-6-9 0 16,-5 2 0-16,-8-6 0 15,1-1 0-15,-9-9 0 0,-2 2 0 16,-5-1 0-16,-2-6 0 15,-5-1-1-15,0-4-1 16,-3 3-1-16,-1-10 4 16,-1 4-4-16,-2-2 7 15,1-4-6-15,-1 1 2 16,3-4 4-16,-3 1-4 16,2-3 2-16,-2 6-2 15,0 1 0-15,-3-3 0 16,-6 1 0-16,-3-5 0 15,-7 1 0-15,-7-8 0 16,-3 2 0-16,-6-4 0 16,-3 3 0-16,-3-4 0 0,-4 8 0 15,0 6 0-15,0 5 0 16,-4 6 0-16,-5 6 0 16,2 6 0-16,-8 2 0 15,-4 8 0-15,-2 1 0 16,-5 4 0-16,1 5 0 15,-1 9 0-15,-3-3 0 16,13 19-4-16,-1-3-156 16,15 18-15-16,-2 3-5 15,16 14-3-15,2 5-6 16</inkml:trace>
  <inkml:trace contextRef="#ctx0" brushRef="#br0" timeOffset="-40668.57">29914 25148 551 0,'0'0'170'0,"-3"-16"-32"15,-4-5-67-15,4-3-52 16,-1 2 11-16,-1-8-25 15,1-4 3-15,-2-11-6 16,-1 0-6-16,1-9-9 16,-1 0 5-16,4-3 1 0,-1 5-3 15,4-7-4-15,0 13 10 16,0 4-7-16,4 9 21 16,-1 7 4-16,1 7 6 15,-4 19-4-15,0 0 3 16,0 0 2-16,12 31-21 15,-5 7 0-15,-4 0 0 16,4 9 0-16,-1 9 0 16,4-3 0-16,2 3 0 15,2 4 0-15,2-15 0 16,-2 2 0-16,-14-47 0 16,27 92 0-16,-27-92 0 0,25 76 0 15,-25-76 0-15,0 0 0 16,8 76 0-16,-8-76 0 15,0 0 0-15,0 0 0 16,0 0 0-16,0 0 0 16,0 0 0-16,0 0 0 15,-74 54 0-15,74-54 0 16,0 0 0-16,0 0 0 16,0 0 0-16,-87 74 0 15,87-74 0-15,0 0 0 16,0 0 0-16,0 0 0 15,0 0 0-15,0 0 0 16,0 0 0-16,0 0 0 0,0 0 0 16,0 0 0-16,0 0 0 15,106-48 0-15,-106 48 0 16,100-49 0-16,-44 25 0 16,-4 3 0-16,-52 21-21 15,87-17-108-15,-61 13-38 16,-26 4-24-16,0 0 1 15,-30-10 0-15,-27 5 56 16</inkml:trace>
  <inkml:trace contextRef="#ctx0" brushRef="#br0" timeOffset="-40029.12">23893 25381 766 0,'0'0'215'16,"-71"28"-173"-16,71-28-42 15,0 0 0-15,-78 33 0 16,78-33 0-16,-32 74 0 16,32-74 0-16,-10 113 0 15,13-39 0-15,8-4 0 16,4 4 0-16,-15-74 0 16,56 116 0-16,-56-116 0 0,71 69 0 15,-71-69 0 1,75-1 0-16,-75 1 0 15,0 0 0-15,94-73 0 16,-94 73 0-16,29-80 0 0,-29 80 0 16,-3-119 0-16,3 119 0 15,-33-113 0-15,33 113 0 16,-52-100 0-16,52 100 0 16,-72-62 0-16,72 62 0 15,-78-13 0-15,78 13 0 16,-71 44-4-16,71-44-183 15,0 0 5-15,-90 86-33 0,90-86 12 16,0 0-12 0</inkml:trace>
  <inkml:trace contextRef="#ctx0" brushRef="#br0" timeOffset="-39796.96">24254 25222 606 0,'68'11'187'0,"-68"-11"-12"16,0 0-120-16,71 67-55 15,-71-67 0-15,38 90 0 16,-38-90 0-16,36 133 0 16,-20-51 0-16,-2 1-3 15,-2 14-93-15,2 0-54 16,-2 1-33-16,-8-23-7 15,-4-75-24-15,10 102 28 0</inkml:trace>
  <inkml:trace contextRef="#ctx0" brushRef="#br0" timeOffset="-39345.63">24665 25645 411 0,'0'0'213'0,"0"0"-32"16,72 17-60-16,-72-17-64 16,0 0-37-16,64 81-11 15,-64-81-16-15,48 106 24 16,-48-106-18-16,45 119 3 0,-45-119-2 16,27 120 0-16,-27-120 0 15,13 83 0-15,-13-83 0 16,0 0 0-16,0 0 0 15,0 0 0-15,0 0 0 16,-52-99 0-16,33 26 0 16,-3-3 0-16,1-9 0 15,2-3 0-15,3-7 0 16,6 5 0-16,10 7 0 16,7 10 0-16,-7 73 0 15,22-92 0-15,-22 92 0 16,0 0 0-16,0 0 0 15,78-27 0-15,-78 27 0 0,0 0 0 16,52 95 0-16,-52-95 0 16,19 92 0-1,-19-92-90-15,-10 112-42 0,10-112-45 16,-64 81 11-16,64-81-11 16,-127 21-9-16</inkml:trace>
  <inkml:trace contextRef="#ctx0" brushRef="#br0" timeOffset="-38420.99">21556 23635 562 0,'49'-17'172'15,"0"-8"-43"-15,4-13-132 0,6 0 1 16,1 2 2 0,-7 5-1-16,-4 5-1 15,-13 8 1-15,-10 8 7 16,-6 5 6-16,-20 5 3 0,0 0-1 16,0 0-1-16,-7 19 2 15,-9-9 1-15,2 7-2 16,-2 6-12-16,4 5-8 15,5 10-1-15,0 7 0 16,11 8 0-16,-1-1-1 16,13 9-2-16,-2-2 5 15,5 0 1-15,4-7 4 0,-4-7-3 16,-2-2 6 0,-5-9-1-16,-1 1 6 15,-11-14-1-15,-4 0 1 16,-10-6-3-16,-1 1 0 0,-11-2 1 15,-1-2-9-15,-2-4 2 16,-6 3-6-16,6-1 4 16,3-6-7-16,7-3 3 15,0 6-7-15,19-7 7 16,0 0 3-16,0-19 1 16,19 7 2-16,7-9-5 15,8 2 7-15,6-12-2 16,9-10 4-16,3-3-9 15,2-6-36-15,1 7-52 16,-6-16-31-16,0 4-18 16,-16-6 4-16,1 9 10 15,-13-5 22-15,-2 12 35 0,-10 2 93 16,-11-6 69-16,-1 11 35 16,-4 2 18-16,-4 3-3 15,-1 0-13-15,-2 11-16 16,-5-3-33-16,7 10-47 15,12 15-23-15,-26-11-1 16,26 11-1-16,-7 26-5 16,14 5 8-16,5 11-8 15,2 12 4-15,9 13-11 16,6 13 4-16,-1 8-4 16,5 6 2-16,-4 1 3 15,6-2-74-15,-14-4-58 16,1-20-34-16,1-12-19 0,-11-24-7 15,2-12 36-15</inkml:trace>
  <inkml:trace contextRef="#ctx0" brushRef="#br0" timeOffset="-37969.66">22652 23463 453 0,'0'-24'190'0,"0"24"-18"15,0 0-95-15,8 28-72 16,-1 13 3-16,0 6-4 16,5 19 4-16,6 3-6 15,1 7 2-15,7 2-3 0,0-5 2 16,0-7-4-16,0-13 2 16,-3-8-4-1,-4-15 2-15,-4-16-5 0,-15-14-2 16,0 0 3-16,11-31-1 15,-18-4 3-15,-9-20 0 16,-3-8 3-16,-7-11-1 16,-3-8 4-16,-1-4-2 15,4-4 1-15,3 7 4 16,8 0-8-16,8 7 8 16,10 6-6-16,13 17 4 15,10 9-3-15,10 13 7 16,6 10-6-16,3 13 3 0,4 16 2 15,-4 20-10 1,-5 10 11-16,-9 4-6 16,-13 10 5-16,-10 8-24 15,-13 13-97-15,-18 0-64 0,-20-16-15 16,-12-2 2-16,-17-25-10 16,-4-13 148-16</inkml:trace>
  <inkml:trace contextRef="#ctx0" brushRef="#br0" timeOffset="-34307.06">30449 22136 146 0,'0'0'186'0,"16"5"-10"16,-16-5-47-16,0 0-22 16,-12-29-5-16,12 29-6 15,-18-28-19-15,13 11-73 16,-12-8-4-16,-2 1 0 0,-4-4 0 15,0 2 0-15,-3-5 0 16,-3 0 0-16,-9-2 0 16,5 4 0-1,-5-2 0-15,-2-1 0 0,-6 5 0 16,1-1 0-16,4 2 0 16,-4 4 0-16,-2-1 0 15,2 4 0-15,-1 4 0 16,-2-1 0-16,3 2 0 15,0 4 0-15,-4 1 0 16,7 0 0-16,-5 2 0 16,2 1 0-16,0 2 0 0,0-1 0 15,0 5 0-15,0-4 0 16,-4 3 0-16,-3 2 0 16,0 3 0-1,-4 3 0-15,1 0 0 0,-2 3 0 16,1 2 0-16,-3 4 0 15,5 5 0-15,-8-4 0 16,6 7 0-16,-1-1 0 16,-2 3 0-16,-2 1 0 15,6 4 0-15,-8-3 0 16,6 3 0-16,1 2 0 16,1 0 0-16,3-2 0 15,1 4 0-15,-1-2 0 0,5 1 0 16,6-1 0-16,-1 2 0 15,6-1 0-15,1 5 0 16,2 0 0-16,7 3 0 16,3 1 0-16,4 2 0 15,0 0 0-15,5 9 0 16,6 0 0-16,1 3 0 16,0 0 0-16,3 2 0 15,4 3 0-15,0 0 0 16,0 2 0-16,4-5 0 15,3-3 0-15,0-6 0 16,1-2 0-16,3 1 0 16,1-3 0-16,5-2 0 0,2 1-6 15,7-2 4-15,0-3-6 16,4 5 6 0,1-2-5-16,9-3 7 15,-2-4-8-15,4 1 6 0,5-5 0 16,1 1 1-16,3 0 3 15,4 0-3-15,4-7 2 16,2 5-1-16,2-3-1 16,4-2-1-16,1 0 4 15,3-2-5-15,0 2 1 16,4-2 0-16,0-1 1 16,-4-6-2-16,0-6 2 15,2-1-1-15,-2 2-1 16,-3-7 1-16,-1-3 2 15,-4-4-1-15,1 0 2 16,-5 1-3-16,2 4 1 16,-2-5 1-16,-2-4-1 0,-1-1 1 15,-1-4-3-15,1-1 3 16,-2-3-1-16,-2-3 3 16,0-6-1-16,0 0 1 15,0 0 1-15,0-1 2 16,-3-2-1-16,-4-6 2 15,0-2 0-15,-4-1 2 16,-1-4-2-16,-5 0 3 16,-2-3-3-16,-3-6 0 15,-4 1-6-15,0-6 0 16,-4-1 0-16,1-2 0 16,-4 0 0-16,0-7 0 15,-2-2 0-15,-1-9 0 0,-4-3 0 16,-5-1 0-16,-3-3 0 15,-8-6 0-15,-3-2 0 16,-8-2 0-16,-5 8 0 16,-6 4 0-16,-7 13 0 15,-5 9 0-15,-7 10 0 16,-7 12 0-16,-7 10 0 16,-2 17-32-16,-13 4-116 15,2 12-43-15,3 13-22 16,-2 6-1-16,14 19-2 15</inkml:trace>
  <inkml:trace contextRef="#ctx0" brushRef="#br0" timeOffset="-33709.63">30222 23713 218 0,'0'0'207'0,"14"19"-47"15,-14-19-40-15,0 0-32 16,22 1-11-16,-3 8-15 15,0-5-11-15,7 4-29 16,11 6-21-16,1 0 2 0,7 8-2 16,11 3 1-16,3 2-2 15,2 5 2-15,6 0-3 16,1 7 2-16,1-5-4 16,3 6 3-16,-5-5 1 15,-3 6-3-15,-5-3 4 16,0 0-4-16,-10-7 3 15,-4-3-3-15,-7-5 1 16,-8-6-2-16,-8-3 0 16,-8-6 0-16,-14-8 1 15,16 6-34-15,-16-6-61 16,0 0-50-16,7 17-30 16,-7-17-25-16,0 21 0 0,9-2 67 15</inkml:trace>
  <inkml:trace contextRef="#ctx0" brushRef="#br0" timeOffset="-32948.08">31675 24788 582 0,'0'0'206'15,"0"-35"-18"-15,0 14-141 16,-7-6-47-16,-2-6 0 16,2-4 0-16,0-2 0 15,4 4 0-15,-3-5-4 16,3 2 4-16,0 2-1 16,-1-1 2-16,1 10-1 0,3 4 0 15,0 8 2-15,0 15-3 16,0-16 1-16,0 16 2 15,0 0-7-15,0 0 2 16,3 17-3-16,1-1 3 16,-1 6 0-16,2 4-1 15,2 5 2-15,0 11-5 16,0 0 20-16,5 3-2 16,-1 6-1-16,-3-4-10 15,6-3 0-15,-5 6 0 16,1-10 0-16,1-1 0 15,1 10 0-15,-2-8 0 16,-5-10 0-16,2 4 0 0,-7-4 0 16,0-10 0-16,0 3 0 15,0-24 0-15,-19 16 0 16,4-9 0-16,15-7 0 16,0 0 0-16,0 0 0 15,-82 33 0-15,56-28 0 16,-3 2 0-16,29-7 0 15,0 0 0-15,-79 21 0 16,60-21 0-16,19 0 0 16,0 0 0-16,0 0 0 15,0 0 0-15,0 0 0 16,0 0 0-16,0 0 0 0,0 22 0 16,19-32 0-16,11 4 0 15,6-11 0-15,3 7 0 16,9-6 0-16,4 2 0 15,7 1 0-15,-1 6 0 16,-3 3 0-16,1-5 0 16,-8 6 0-16,-3 1 0 15,-12 1 0-15,-1 7 0 16,-32-6-114-16,22-15-71 16,-15-6-3-16,-14-10-4 15,-2-14-8-15,-13-9 57 16</inkml:trace>
  <inkml:trace contextRef="#ctx0" brushRef="#br0" timeOffset="-31388.99">32083 22004 295 0,'-6'-27'191'0,"-1"-3"-9"15,0 1-60-15,-12-13-23 16,5 13-12-16,-13-8-40 16,6 8-47-16,-14 0 0 15,2 4 0-15,-8-4 0 16,-1 8 0-16,-7-1 0 0,1 1 0 16,-8 0 0-16,1 4 0 15,-1-1 0-15,-5 3 0 16,-1 1 0-16,-2-2 0 15,-4 3 0-15,5 0 0 16,-1 3 0-16,-4 3 0 16,6 2 0-16,-2 0 0 15,5 5 0-15,1 3 0 16,3 4 0-16,-1 2 0 0,4 1 0 16,0 1 0-1,4 1 0-15,-1 3 0 16,0-3 0-16,4 2 0 15,-3 4 0-15,-1-1 0 0,0 2 0 16,4-2 0-16,-3 4 0 16,-1-2 0-16,4 2 0 15,-4 1 0-15,1-1 0 16,4-2 0-16,3 4 0 16,-1-3 0-16,2 1 0 15,2 0 0-15,5 0 0 16,2-2 0-16,1 0 0 15,1 2 0-15,-1-2 0 16,8-2 0-16,-4 5 0 16,3-1 0-16,0 3 0 15,4-1 0-15,0 5 0 16,2-2 0-16,1 5 0 0,-3 0 0 16,5 2 0-16,2 3 0 15,-2 2 0-15,-1 0 0 16,2 4 0-16,3-1 0 15,0 3 0-15,1 2 0 16,5 5 0-16,-2-1 0 16,2 3 0-16,4 1 0 15,0 1 0-15,4-1 0 16,-1-5 0-16,0-1 0 16,4-5 0-16,-1-1 0 15,1-4 0-15,3-2 0 16,-1 2 0-16,1-1 0 0,2-1 0 15,-1-3 0-15,4 2 0 16,-1-1-6-16,2 1 5 16,3 1-5-16,3-3 4 15,4-2-8-15,1 0 8 16,2 1-1-16,4 2 0 16,2-1 1-16,-2-3-2 15,8-1 2-15,-1-1 0 16,2 1 1-16,7-5 1 15,3-1 0-15,3-4-1 16,6-2 2-16,3 4-1 16,6-11-1-16,-3 1 1 15,4-4 2-15,8 1-3 0,-1-1 0 16,-4-2-1-16,10-5 1 16,-3-1 2-16,6 1-1 15,2-4-1 1,1-1 1-16,-3-7 2 0,-2 3-1 15,1-6 0-15,0-1 0 16,-5-5 2-16,-3-8 0 16,-7 3 4-16,-3-4-1 15,-4-1 1-15,-5-3-2 16,-7-3 0-16,-3-4-5 16,-4-4-2-16,-7-2 6 15,-5-10-10-15,-7-4 5 16,-3-8-4-16,-4-4 8 0,-5-13-1 15,-2-6 6 1,-8-7-4-16,-1 1-4 16,-3-3 0-16,-3-2 0 15,-8 0 0-15,-5 6 0 0,-6 9 0 16,-8 16 0-16,-8 7 0 16,-7 14 0-16,-4 9 0 15,-3 18 0-15,-10 15 0 16,-2 6-7-16,8 22-100 15,-5 0-42-15,9 21-37 16,4 10-24-16,8 7-4 16,9 14 65-16</inkml:trace>
  <inkml:trace contextRef="#ctx0" brushRef="#br0" timeOffset="-30850.6">32044 23739 384 0,'0'0'210'16,"0"0"-47"-16,0 0-44 16,0 0-43-16,13 19-22 15,9-7-37-15,8 7-17 16,3 3 0-16,12 4 0 16,3 7 0-16,11 2 0 15,2 6 0-15,2 1 0 16,1-1 0-16,-2-1 0 0,-4 0 0 15,-3 0 0-15,-6-7 0 16,-4-4 0-16,-9 1-41 16,6 1-82-16,-16-2-52 15,0-5-26-15,-3 8-19 16,-8-3 9-16,4 6 160 16</inkml:trace>
  <inkml:trace contextRef="#ctx0" brushRef="#br0" timeOffset="-30194.13">33318 24718 589 0,'0'0'199'15,"0"-22"-55"-15,-6-6-62 0,-10-1-73 16,2-4-9-16,2 2 0 15,-4-6-2-15,2-1 4 16,2-8-4-16,2 8 1 16,-1 8-2-16,3 1 1 15,1 4 0-15,0-1 3 16,2 9-1-16,5 17 4 16,-7-17 1-16,7 17-5 15,0 0 0-15,0 0 0 0,3 22 0 16,2 8-3-16,2 1 0 15,0 14-5 1,4 7 2-16,-3 2 2 16,-1 4 14-16,5-4 1 0,-5 0-8 15,0-11-3-15,0 2 0 16,-2-10 0-16,-5-6 0 16,0 4 0-16,-3-9 0 15,-6 4 0-15,2 8 0 16,-8-15 0-16,-3 0 0 15,-1-11 0-15,0 9 0 16,-3-19 0-16,-1 5 0 16,0-6 0-16,4-5 0 0,-1 3 0 15,4 6 0-15,0 1 0 16,16-4 0 0,-14-12 0-16,14 12 0 15,0 0 0-15,0 0 0 0,18-9 0 16,-18 9 0-16,35-19 0 15,-9 12 0-15,7 0 0 16,1-8 0-16,6 4 0 16,2 1 0-16,6 3 0 15,-6-3 0-15,1-1 0 16,-8 3 0-16,5-6-100 16,-16-12-73-16,-3-2-15 15,-9-17-13-15,-12-9 7 16,-3-18 28-16</inkml:trace>
  <inkml:trace contextRef="#ctx0" brushRef="#br0" timeOffset="-28817.15">33329 21845 365 0,'-4'-17'193'16,"-3"-6"-20"-16,-6-10-58 16,7 6-31-16,-11-17-14 15,5 11-47-15,-7-10-23 16,-4 5 0-16,-3-3 0 16,-3 2 0-16,-4 3 0 15,1 3 0-15,-7 0 0 16,4 4 0-16,-9 1 0 15,3 4 0-15,-4 0 0 16,-1 5 0-16,-2 1 0 0,-1 3 0 16,-3 4 0-16,0 3 0 15,-3 3 0-15,2-2 0 16,1 3 0-16,-1 4 0 16,1 0 0-1,-1 2 0-15,5 0 0 0,-1 3 0 16,4 0 0-16,-3 4 0 15,4 1 0-15,-1 0 0 16,3 6 0-16,-3 1 0 16,5 6 0-16,-1-1 0 15,-1 4 0-15,2 0 0 16,2 7 0-16,-7 2 0 16,5 1 0-16,-5 2 0 0,3 2 0 15,0 3 0-15,-1 1 0 16,-2-1 0-1,0 0 0-15,3 2 0 16,-3 2 0-16,1 0 0 0,3-2 0 16,-4-2 0-16,3 4 0 15,2-2 0-15,2 3 0 16,-2-1 0-16,9-2 0 16,-2 0 0-16,7 0 0 15,7 2 0-15,0-2 0 16,8 0 0-16,2-2 0 15,3 4 0-15,9 1 0 16,0 1 0-16,6 2 0 0,5 1 0 16,5 2 0-16,7 0 0 15,0-4-3-15,5-2 2 16,6-3-3 0,1 0 2-16,5 0-1 0,-1-8 4 15,7 3-4-15,-4-6 4 16,3 3 1-16,5-6-1 15,-1-2-1-15,3-3-6 16,-1-7 7-16,5 7-8 16,0-7 10-16,2-3-10 15,3-2 6-15,2-1-6 16,2 1 8-16,3-2 0 16,0-1-2-16,0-4 2 0,0-2-3 15,0 4 1-15,2-6 2 16,-1-3 0-1,-5 0-1-15,1-2 2 16,-6-5-2-16,-1 2 3 0,-5-9 1 16,-1-1 1-16,-6 1 0 15,0 3 2-15,-8-1 1 16,-3-1-8-16,-5-1 0 16,0 0 0-16,-5 0 0 15,2 0 0-15,-4-3 0 16,-4-9 0-16,1-4 0 15,-1 1 0-15,3 0 0 16,-3-4 0-16,1 0 0 16,-4-2 0-16,3-3 0 15,1 2 0-15,-4-2 0 16,0-9 0-16,2-8 0 16,-5-8 0-16,-6-8 0 0,-1-8 0 15,-6-10 0-15,-3-4 0 16,-3-6 0-16,-6 1 0 15,-5 2 0-15,-5 10 0 16,-3 8 0-16,-5 9 0 16,-2 13 0-16,-6 15 0 15,-5 8 0-15,-1 10 0 16,4 20 0-16,-15-4-115 16,10 23-61-16,4 11-29 15,2 13-10-15,10 12 4 16,3 14 111-16</inkml:trace>
  <inkml:trace contextRef="#ctx0" brushRef="#br0" timeOffset="-27899.5">34211 24635 445 0,'22'-12'199'0,"-17"-7"-2"16,-1-17-81-16,6-9-70 16,-6-4-43-16,5 1 1 15,-6-1 3-15,7-1-7 16,-3 3 3-16,2 1-3 15,1 8 3-15,-1 5-3 0,2 5 0 16,1 6 0-16,-5 3 0 16,-7 19 0-1,10-16 0-15,-10 16 0 16,0 0-2-16,0 0 3 0,12 22 0 16,-12-2-1-16,4-5 0 15,-1 11 0-15,1-2 0 16,3 7 0-16,-2-1 0 15,2 1 0-15,3 0 0 16,-1-5-3-16,-2 7 3 16,3-2 3-16,-5 2-3 15,2-5 0-15,0-1 0 16,0 1 0-16,-5-7 0 0,1 0 0 16,-3-21 0-1,-3 22 0-15,3-22 0 0,-9 16 0 16,9-16 0-1,-17 15 0-15,17-15 0 0,-24 14 0 16,6-2 0-16,3-5 0 16,-8 0 0-16,0 4 0 15,1 1 0-15,-8-7 0 16,1 2 0-16,-1 8 0 16,-4-1 0-16,4 5 0 15,1-10 0-15,6-7 0 16,23-2 0-16,-22 14 0 15,22-14 0-15,0 0 0 0,29-2 0 16,-6-10 0-16,11 8 0 16,3 2 0-1,11-11 0-15,4 2 0 16,6-3 0-16,8 2 0 0,-2 0 0 16,4 3-17-16,1-4 15 15,-8-1-1-15,-2-2-9 16,-11-6-52-16,-2 3-61 15,-12-12-58-15,-11-4 4 16,-9-10-7-16,-14-9 7 16</inkml:trace>
  <inkml:trace contextRef="#ctx0" brushRef="#br0" timeOffset="-26624.59">35143 22160 268 0,'17'-45'133'16,"-10"2"-6"-16,5 6-4 15,-5-2-15-15,5 6-9 16,-12-5-15-16,7 6-24 16,-7-6-39-16,0 2-21 15,-7-6 0-15,2 3 0 16,-9-6 0-16,4 3 0 0,-9-8 0 16,3 3 0-16,-6-1 0 15,-4 1 0 1,-4 0 0-16,-3 2 0 0,-5 2 0 15,-4 1 0-15,-6 6 0 16,-1 1 0-16,-3-1 0 16,-4 8 0-16,-3 1 0 15,-1-1 0-15,-3 6 0 16,2 1 0-16,-3 2 0 16,2 5 0-16,-6 2 0 15,5 3 0-15,-1 4 0 16,0 1 0-16,-2 4 0 0,2 2 0 15,0 2 0-15,1-1 0 16,2 6 0-16,2-2 0 16,0 3 0-16,2 4 0 15,1 1 0-15,4 5 0 16,-3 0 0-16,-2 3 0 16,-2-1 0-16,3 4 0 15,-1 0 0-15,1 0 0 16,4 4 0-16,-3-3 0 15,6 4 0-15,0 4 0 16,4 1 0-16,4 1 0 16,1 1 0-16,1 5 0 15,6 4 0-15,2 1 0 0,2 6 0 16,-1 3 0-16,4 4 0 16,0 4 0-16,7 6 0 15,0 0 0 1,2 4 0-16,4-1 0 0,3 1 0 15,5-1 0-15,5 1 0 16,3-1-3-16,6 2 4 16,5 0-3-16,1-3 4 15,5 0 0-15,2-4-2 16,4-1 0-16,0-4 0 16,4 0 0-16,-4-6 0 15,7-2 0-15,-2-8 0 16,5 1 0-16,3-6 0 0,6-3 0 15,3-7 0 1,8-4 0-16,3-6 0 16,5-3-11-16,7 1 9 15,4-9-9-15,7-5 5 0,1 0 6 16,2-3 0-16,2-4 2 16,-2-6-3-16,5 1-1 15,-1-5 2-15,-3 1 1 16,3 1 1-16,-6-8 3 15,-1 2-7-15,-4-1 9 16,-3 1-8-16,-8-4 11 16,-3-1-8-16,-8-3 5 15,-7-2-7-15,-4 1 0 16,-9-5 0-16,-1 2 0 0,-6-6 0 16,-3-3 0-1,-3-1 0-15,3-2 0 16,-3-6 0-16,-1-6 0 0,-3-9 0 15,0-8 0-15,2-6 0 16,2-7 0-16,-4-4 0 16,3-8 0-16,-6-2 0 15,1 4 0-15,-4-1 0 16,-3 4 0-16,-7 2 0 16,-3 9 0-16,-13 5 0 15,-3 12 0-15,-10 11 0 16,-4 6 0-16,-3 15 0 15,-5 11 0-15,9 18 0 16,-13 1-64-16,13 28-98 16,-1 14-29-16,4 14-18 15,7 23 1-15,3 9 20 0</inkml:trace>
  <inkml:trace contextRef="#ctx0" brushRef="#br0" timeOffset="-25722.95">35414 24331 510 0,'19'-6'213'0,"-16"-13"-55"16,6-3-73-16,-9-14-41 15,7 4-31-15,-7-7-13 16,0-5 0-16,7-4 0 15,-2-6 0-15,-2 4 0 16,1 2 0-16,3 4 0 16,-4 4 0-16,1 6 0 0,1 11 0 15,-5 6 0-15,0 17 0 16,0 0 0-16,0 0 0 16,0 0 0-16,0 29 0 15,0-1 0-15,3 5 0 16,1 9 0-16,-4 4 0 15,7 8 0-15,-4-4 0 16,3-1 0-16,1-1 0 16,3 1 0-16,-5-4 0 15,2-6 0-15,0-2 0 16,0-6 0-16,-4 2 0 16,3 3 0-16,-3-3 0 15,1-9 0-15,-4-1 0 0,0 4 0 16,0-27 0-16,-4 30 0 15,4-30 0-15,0 0 0 16,-16 17 0 0,16-17 0-16,-19 2 0 0,2-7 0 15,1 15 0-15,-3-12 0 16,0 2 0-16,-5 6 0 16,1-8 0-16,-4 5 0 15,1 8 0-15,5-3 0 16,2-6 0-16,0 5 0 15,19-7 0-15,-23 12 0 16,23-12 0-16,0 0 0 16,0 0 0-16,23-10 0 0,-1 5 0 15,11-4 0 1,5-17 0-16,14 2 0 16,4 1 0-16,15 2 0 15,4 2 0-15,3-8 0 0,5 2 0 16,-1 6 0-16,-4 11 0 15,-4 6 0-15,-9-1 0 16,-6-1 0-16,-14 9 0 16,-7 11-38-16,-15-4-102 15,-6 4-49-15,-12 6-23 16,-14-5 6-16,-4 4-6 16</inkml:trace>
  <inkml:trace contextRef="#ctx0" brushRef="#br0" timeOffset="-21735.12">10532 17545 109 0,'0'0'33'0,"0"0"-2"15,-19-1 1-15,19 1-3 0,0 0-2 16,0 0-1-16,0 0 0 15,0 0 4-15,0 0 2 16,0 0 0-16,0 0-5 16,0 0-2-16,0 0-6 15,0 0-3-15,0 0-4 16,0 0-8-16,0 0-2 16,0 0-3-16,0 0-1 15,0 0-3-15,0 0-1 16,0 0-4-16,19 19-16 15,-19-19-17-15,23 15-11 16,-4-4-7-16,7 4-9 16,10-5-9-16,13 6-3 0,6-9 10 15</inkml:trace>
  <inkml:trace contextRef="#ctx0" brushRef="#br0" timeOffset="-3437.5">14978 24235 72 0,'19'-15'37'15,"10"3"7"-15,6-4-1 16,1 4 1-16,3 5-3 15,6-3-12-15,3-6-5 16,4 8-6-16,0-10-6 16,1 4-8-16,-1 2 2 15,-4 5-7-15,-6-8 1 0,-6 1 3 16,-6 5 18-16,-11 2 19 16,-19 7-1-16,0 0 0 15,0 0-5-15,0 0 3 16,-42-5-1-16,6 10 11 15,-6 6-6-15,-13-6-11 16,-1 9 2-16,-8-6 2 16,5 6 3-16,-5 0 1 15,12 5-6-15,-1-10-12 16,12 1-25-16,11 4-68 16,4-12-29-16,26-2-34 15,0 0-32-15,42-12-24 0,20-13-3 16,13-18 134-16</inkml:trace>
  <inkml:trace contextRef="#ctx0" brushRef="#br0" timeOffset="-2113.56">29321 25496 172 0,'-71'52'119'15,"71"-52"-54"-15,0 0-21 16,0 0-35-16,0 0 13 16,0 0 24-16,0 0 23 15,0 0 19-15,0 0-2 16,0 0 0-16,93 13-2 15,-93-13 0-15,82 9-35 16,-82-9-49-16,113 14 0 16,-113-14 0-16,142 10 0 15,-57-13 0-15,9 3 0 16,14-4 0-16,8-8 0 16,7-5 0-16,13 1 0 15,6-4 0-15,14 6 0 0,9-7 0 16,2-5 0-16,6-2 0 15,9 6 0-15,6-4 0 16,6-5 0-16,4 10 0 16,7-5 0-16,0 2 0 15,8 5 0-15,4 0 0 16,4 1 0-16,3 3 0 16,0 3 0-16,0 0 0 15,-7 6 0-15,0 1 0 16,-13-9 0-16,-2 9 0 15,-8-5 0-15,-10-1 0 16,-9 1 0-16,-13-6 0 0,-13-10 0 16,-12 13 0-16,-17-3 0 15,-19-1 0-15,-14 6 0 16,-16 3 0-16,-16-5 0 16,-10 8 0-16,-12 7 0 15,-10-11 0-15,-7 8 0 16,-16 1 0-16,0 0 0 15,17-6 0-15,-17 6-9 16,-14 13-68-16,-9 0-33 16,-3-2-27-16,-12 6-34 15,38-17-11-15,-120 42-8 16,25-32 44-16</inkml:trace>
  <inkml:trace contextRef="#ctx0" brushRef="#br0" timeOffset="-1508.12">29748 25402 312 0,'0'0'152'0,"0"0"-22"15,0 0-66-15,118 19-14 16,-118-19 8-16,154-53 18 16,-53 32 7-16,19 2-9 15,13 1-50-15,25 1-24 16,21-4 0-16,16 2 0 16,16 5 0-16,19 4 0 15,11-9 0-15,14-7 0 16,14-3 0-16,11-3 0 15,1 5 0-15,5-6 0 16,6 3 0-16,-4-4 0 0,0 6 0 16,-5 2 0-16,-9 14 0 15,-6-5 0-15,-17 6 0 16,-8 4 0-16,-19 13 0 16,-12-5 0-16,-21 5 0 15,-26 4 0-15,-19-3 0 16,-23 5 0-16,-22 9 0 15,-30-4-56-15,-19-1-89 16,-19 6-29-16,-33-22-26 16,0 0-11-16,-26 0 3 15</inkml:trace>
  <inkml:trace contextRef="#ctx0" brushRef="#br0" timeOffset="-761.6">29428 25686 1 0,'91'10'70'0,"-91"-10"-4"16,116-6-26-16,-41-12 10 15,18-3 2-15,15-1 13 16,8-1 27-16,27 4 7 16,2-10-12-16,31-2 0 15,15-2 2-15,21 10 0 16,15-6-15-16,21 5-12 16,9-2-62-16,16-11 0 15,11 13 0-15,-1-2 0 16,2 2 0-16,-2 1 0 15,-5-1 0-15,-13-3 0 0,-5 8 0 16,-13 5 0-16,-14 0 0 16,-13 5 0-16,-22 4 0 15,-23-2 0-15,-19 9 0 16,-20-2 0-16,-25-4 0 16,-24 6 0-16,-87-2 0 15,107 4 0-15,-107-4-6 16,0 0-52-16,0 0-48 15,0 0-23-15,0 0-31 16,0 0-10-16,-118 58-13 16,32-47-4-16,-31-10 164 15</inkml:trace>
  <inkml:trace contextRef="#ctx0" brushRef="#br0" timeOffset="-192.19">29960 25470 5 0,'0'0'77'16,"-78"10"-36"-16,78-10-25 15,0 0 27-15,0 0 22 16,0 0 26-16,0 0 3 0,112-14 10 16,-42 12-6-16,13-1 11 15,18 1 9-15,19-3-21 16,25-5-33-16,19 3-63 15,23-11-1-15,21-4 0 16,18-4 0-16,20 2 0 16,18-4 0-16,11-7 0 15,7 1 0-15,10 3 0 16,0 1 0-16,3-1 0 16,-14 7 0-16,-1 0 0 15,-4-9 0-15,-18 21 0 16,-11 8 0-16,-17 1 0 15,-19-1 0-15,-17 11 0 0,-15 5 0 16,-20 0 0-16,-16 4 0 16,-27 5 0-16,-19-14 0 15,-19 0 0-15,-78-7 0 16,98 19 0-16,-98-19 0 16,0 0-137-16,29 26-65 15,-51-56-6-15,-4-20-4 16,-23-47-22-16</inkml:trace>
  <inkml:trace contextRef="#ctx0" brushRef="#br0" timeOffset="9270.54">14556 24185 170 0,'0'0'66'0,"0"0"-10"16,0 0-12-16,0 0-22 16,0 0-6-16,0 0-6 15,0 0 8-15,0 0 11 16,0 0 6-16,0 0 3 15,-7 18 6-15,7-18 14 16,0 0-3-16,0 0-2 16,-4-16-10-16,4 16-16 15,0 0-5-15,0 0-9 0,0 0 0 16,0 0-11-16,0 0 2 16,0 0-1-16,18-3-1 15,-18 3 0-15,22 12-1 16,-6-9 2-16,3 1-1 15,4-3-4-15,-3 6 0 16,0-2 1-16,6-3 1 16,-4 2 0-16,1-3-2 15,-4 3 1-15,3-1 1 16,1 4 2-16,0-3-3 16,-3-1 2-16,3 2-1 15,-4 1-1-15,0-5 3 0,4 3-3 16,-4 1-1-16,3-2 2 15,-1 1 2-15,2 3 0 16,-1-4-3 0,1 1 0-16,-1 4-1 15,1-2 2-15,0-5 2 0,-1 3-3 16,1 3-2-16,-4-6-2 16,3 6 5-16,-1-3-1 15,2-3 0-15,-1-2-2 16,1 4-1-16,-1 2 3 15,1-8 0-15,0 3 3 16,-1 0-4-16,1 3 3 16,-1-1 1-16,1 3 1 0,1-5 0 15,-1 4-3-15,-1-1 3 16,1 4-1 0,3 2 0-16,-4-6-1 15,4 6 2-15,1 1-3 0,0 4 1 16,-1-3 0-16,4 1-1 15,-4 2-1-15,0-1 3 16,3 3-1-16,-3-2-1 16,0 3 3-16,1 0-2 15,-1-1-2-15,0 3 3 16,1-7-2-16,-1 9-2 16,0-2 0-16,0 3 1 15,-3-9-3-15,0-1 2 16,-3 3 10-16,0 3-9 15,-5-6 10-15,-15-12 5 16,30 22-7-16,-30-22 7 16,22 31-7-16,-11-13 9 0,-11-18-17 15,22 20 14-15,-13 0-17 16,1-1 2-16,1-4 0 16,-11-15 1-16,15 26 1 15,-8-2-1-15,2-5-1 16,-2 9 2-16,-4-4 0 15,4 1 4-15,-5 2-4 16,2 1-1-16,-4-28 1 16,0 0-4-16,3 85 13 15,-3-85-6-15,0 0-4 16,-7 85 0-16,7-85 11 16,0 0-6-16,-9 90 3 15,9-90-2-15,0 0-2 0,-13 86-9 16,13-86 6-16,0 0-17 15,-16 76 6-15,16-76 5 16,0 0-6-16,0 0-2 16,-26 83 1-16,26-83 3 15,0 0 14-15,0 0 8 16,-30 73-14-16,30-73 1 16,0 0 8-16,0 0 3 15,-34 80-8-15,34-80 9 16,0 0-12-16,0 0 4 15,0 0 7-15,-49 72-17 16,49-72 5-16,0 0-3 16,0 0 12-16,0 0-5 0,0 0 3 15,0 0-7-15,-78 66 0 16,78-66 4-16,0 0 7 16,0 0 1-1,0 0-10-15,-85 56 3 0,85-56-2 16,0 0 3-16,0 0-5 15,-87 53 12-15,87-53-13 16,0 0-3-16,0 0 3 16,-82 35 2-16,82-35-2 15,0 0 6-15,0 0 1 16,-93 40-7-16,93-40 4 16,0 0 2-16,-75 22-5 15,75-22 9-15,0 0-12 0,-78 19 4 16,78-19-7-16,0 0 7 15,-75 38 0-15,75-38-1 16,0 0 4 0,-71 52-13-16,71-52 11 0,0 0-5 15,0 0 10-15,-83 14-5 16,83-14-4-16,0 0 1 16,0 0-2-16,0 0 5 15,-75 35 1-15,75-35-9 16,0 0 2-16,0 0 4 15,0 0 4-15,0 0-4 16,0 0 4-16,-78 19-5 0,78-19 2 16,0 0 9-16,0 0-8 15,0 0 3-15,0 0-3 16,-71-16 3 0,71 16 5-16,0 0-9 15,0 0 0-15,-71-5-1 0,71 5 2 16,0 0-4-16,0 0 4 15,-82 7-4-15,82-7-10 16,0 0 15-16,0 0-3 16,-81 24 0-16,81-24 4 15,0 0 6-15,0 0-12 16,-84 2 0-16,84-2 4 16,0 0-4-16,0 0 7 15,-78-42-3-15,78 42-6 16,0 0-4-16,0 0 17 15,-74-72 2-15,74 72-3 16,0 0-4-16,0 0 3 0,-63-75-10 16,63 75 4-16,0 0-5 15,0 0 0-15,-57-78-3 16,57 78 9-16,0 0-1 16,0 0-3-16,-63-78 0 15,63 78 11-15,0 0-11 16,0 0-3-16,-52-91-1 15,52 91 1-15,0 0 7 16,0 0-4-16,-41-94 9 16,41 94-12-16,0 0 1 15,-27-69 13-15,27 69 7 16,0 0-2-16,0 0-6 16,-34-92-2-16,34 92 4 0,0 0-3 15,0 0 19-15,-37-76-17 16,37 76-6-16,0 0-6 15,0 0 2-15,0 0 6 16,-48-74-5-16,48 74 4 16,0 0-3-16,-33-78-6 15,33 78 3-15,0 0 2 16,-42-70 2-16,30 41-14 16,12 29 15-16,-33-43-3 15,19 20-1-15,-2 2 2 16,4 4 0-16,2 0 3 15,-2 0-2-15,12 17 6 16,-18-32-12-16,18 32-2 0,-15-13 7 16,15 13 4-16,-16-23-9 15,16 23 0-15,-10-19 4 16,10 19-1-16,0 0 5 16,-19-14 1-16,15-3-9 15,4 17 2-15,0 0 7 16,-15-21-2-16,15 21-4 15,0 0 1-15,-11-16 3 16,11 16-9-16,0 0 7 16,0 0-4-16,0 0-4 15,0 0 5-15,0 0 0 16,0 0 1-16,0 0-8 16,0 0 8-16,-16 2-1 0,16-2 5 15,0 0-4-15,0 0 2 16,0 0 2-16,0 0-6 15,0 0 8 1,-6 24-4-16,6-6 2 0,-4 3-8 16,4-21 9-16,0 0-10 15,-10 93 10-15,10-93 3 16,-13 74-7-16,13-74 9 16,-15 82 2-16,15-82 6 15,-17 83-14-15,17-83 16 16,0 0-20-16,-32 93-7 15,32-93-4-15,0 0 9 16,0 0-8-16,-29 87 4 0,29-87-1 16,0 0-1-16,0 0-6 15,0 0 25 1,0 0-2-16,-19 73-13 16,19-73 3-16,0 0 1 0,0 0 8 15,0 0-8-15,0 0 12 16,0 0-10-16,0 0 16 15,0 0-2-15,8-70-5 16,-8 70 3-16,0 0-4 16,0 0 6-16,-3-90-8 15,3 90-6-15,0 0-5 16,-5-95-8-16,5 95 13 0,0-57-2 16,0 57-4-1,0-55-9-15,5 32 9 16,-5 2 5-16,7 2-1 15,-4-3 5-15,1 3-7 0,-4 19-6 16,3-31 14-16,-3 31 0 16,9-30-5-16,-9 30 2 15,3-28-3-15,-3 28 1 16,7-25 0-16,-7 25 1 16,9-18 0-16,-9 18 0 15,0 0 0-15,17-17 6 16,-17 17-6-16,0 0 2 15,19-10 2-15,-19 10 1 16,16-6-6-16,-16 6 2 16,26-1 1-16,-12 8-5 15,5-9 6-15,4 10-3 16,-1 1-5-16,8-4-1 0,-1 2 5 16,2-12-2-16,2 17 1 15,0-8 0-15,-1 6 1 16,1-1-1-16,-4-8 5 15,1 5 1-15,-4 6-5 16,0 3-1-16,-4-6 3 16,1-2 0-16,-4 0-3 15,-3-5 1-15,-16-2-3 16,26 15 1-16,-26-15 2 16,17-7 0-16,-17 7-3 15,0 0-1-15,9 21 3 16,-9-21 2-16,0 0 1 15,0 0-1-15,7 19-2 0,-7-19 5 16,0 0 1-16,0 0 7 16,0 0-72-16,19 2-101 15,-4-18-17-15,-15 16-8 16,33-36-1-16,-22-6 3 16</inkml:trace>
  <inkml:trace contextRef="#ctx0" brushRef="#br0" timeOffset="11571.17">14179 24961 77 0,'0'0'44'16,"0"0"-10"-16,-15 8-12 16,15-8-8-16,0 0-8 15,0 0-24-15,0 0-27 0,0 0-28 16,0 0 13-16,0 0 60 15</inkml:trace>
  <inkml:trace contextRef="#ctx0" brushRef="#br0" timeOffset="13386.46">14952 23233 158 0,'-7'26'60'0,"0"-10"-2"0,2-1-5 16,1 8-10-16,-3-2-10 16,0 1-18-16,-5-1 2 15,5-2-9-15,-5-2 10 16,5-1 7-16,7-16 25 15,-23 26-8-15,23-26 7 16,-22 15 0-16,22-15-2 16,-18 0-5-16,18 0-5 15,0 0-18-15,-15-20-18 16,15 20 9-16,-4-30-11 0,8 13 7 16,-1-2-9-1,-3 3 6-15,7-5-16 16,-2-3 13-16,2 5-12 15,-3-3 1-15,-4 22-20 0,12-35-22 16,-12 35-28-16,14-26-19 16,-14 26-14-16,19 4-25 15,-19-4-15-15,26 20 24 16,-26-20 130-16</inkml:trace>
  <inkml:trace contextRef="#ctx0" brushRef="#br0" timeOffset="15537.99">14299 22524 139 0,'-9'-30'53'0,"9"30"5"16,-7-28-7-16,7 28-3 15,-12-29-7-15,2 13 2 16,3 1-9-16,-2-4-6 15,2 1-4-15,-3-2-3 0,1 1 5 16,-5 0-6-16,2-2 9 16,-2 0-7-16,-1 4 12 15,-5-6-1 1,3 9 17-16,-5-5-2 0,2 7-3 16,-6-7-3-16,11 7-6 15,-11-3-7-15,7-1-6 16,-7-1-5-16,3-1-10 15,0-1-7-15,-3 0 2 16,0 2 0-16,0 0-1 16,-3 1 1-16,3 4-1 15,-4 2 2-15,4 1-3 0,-5 0 0 16,8 6-1-16,-3-4 0 16,0 3 0-1,-3 3 0-15,3-1 0 16,-4 0 0-16,4 2 0 15,-3 4-3-15,-2-4 1 0,1 5 1 16,1-2-2-16,-1 4 0 16,0-2 1-16,3 1 1 15,-3 2 2-15,1 3 0 16,-1 1 2-16,1 0-1 16,-3 2 0-16,3 0 0 15,-4 1 0-15,3 2-3 16,-1-1 2-16,2-2-2 0,3 1 0 15,0 1 0-15,-4 0 0 16,8-1-1 0,-5 3 2-16,1-1-1 15,0 2-6-15,4 2 6 0,-4-2-5 16,0-2 5-16,-2 4-6 16,2 0 8-16,0-2-10 15,-4-4 8-15,4 4 0 16,-3-1-1-16,3 1-1 15,-4 1 1-15,4 1 2 16,-5-2-3-16,2 2 2 16,-1 1-2-16,1 1 2 15,-3-2-2-15,3-1 3 0,-4 5-2 16,3-5-1-16,-1 5 2 16,2-1 3-1,-1 0-4-15,4 0 0 16,-4 2 1-16,4 2 0 0,4-2 1 15,-1 3-1-15,-3-3-4 16,7 4 3-16,0-1 0 16,0-1 1-16,-2 3-2 15,6-3 1-15,-5 1-1 16,1-1 3-16,2 7 0 16,1-8 4-16,-3 8-7 15,2-2 7-15,1 0-2 16,1 1-7-16,-3 3 5 15,3-1-8-15,3-1 10 16,-2 3-12-16,5 0 14 16,-5 0-14-16,7 2 7 15,-2 1 2-15,3-3 2 0,2 0-1 16,1-1-3-16,-1-1 0 16,4-1-1-16,0 1 4 15,4 0 0-15,-1-1 2 16,1 1-4-16,-1 1 2 15,0-3-1-15,6-1 1 16,-5 4-1-16,3-3 1 16,-1-1-2-16,3-2 2 15,-2 4-7-15,4 3 5 16,-3-2 0-16,3 6 3 16,-3-8-6-16,6 3 4 15,-5 1-2-15,5-5 0 16,-7 1 6-16,5-6-3 0,-2-2-4 15,2-2-1-15,-1 6 5 16,1-8 0-16,-2-3-5 16,3 7 4-16,-13-26-2 15,20 30 1-15,-7-13 1 16,-13-17 2-16,26 17 12 16,-11-8-15-16,3-2 17 15,1 3 0-15,0-3 1 16,3 9-16-16,4-6 15 15,4 9 0-15,-4-2-13 16,7-3 18-16,-2 0-20 16,2-5-3-16,5 8 2 15,-1-10 19-15,-3 0-21 0,3-4 2 16,1-3 0-16,2 6-3 16,-2 1 1-16,2 5 5 15,2-12-3 1,-1 10-5-16,-1 4 6 0,2-2 2 15,0-7-7-15,-1 6 4 16,3-3 1-16,-3-1 4 16,-2 9-10-16,-3-15 7 15,6 8-2-15,-2 12-3 16,-2-6 3-16,0 5-2 16,-2-10 1-16,6 0-2 15,-42-10 4-15,78 40 5 0,-41-29-3 16,4-8 3-16,-41-3-5 15,82 40 6 1,-82-40-3-16,94 43-6 16,-94-43 14-16,109 42-13 0,-109-42-54 15,130 43-56-15,-52-57-45 16,16 0-24-16,7-31-15 16,25-19-12-16,6-33 147 15</inkml:trace>
  <inkml:trace contextRef="#ctx0" brushRef="#br0" timeOffset="16582.73">13830 22060 75 0,'16'1'39'16,"3"3"-5"-16,0-2-3 16,-2 3-3-16,-1-2-3 0,0 4-8 15,-16-7-4-15,29 14-5 16,-29-14-4 0,33 19-3-16,-17-9 1 15,3 3-3-15,2-1 1 0,-2 1-3 16,3 1 1-16,4 0-1 15,-3-3 0-15,0 1 2 16,3-4-3-16,0 3 4 16,3-6-2-16,-1 2 0 15,1-4 2-15,8 4 1 16,-2-2-1-16,1 1 0 16,2 1-5-16,2-1 4 0,-2 5-4 15,-1-1 6-15,1 4-5 16,-5-2 1-16,2 4-1 15,-6-1 4-15,1 6 0 16,-4 0 0 0,0-2 0-16,-4 3 0 0,4-1-1 15,-3 2 1-15,-1-3-1 16,1 1 0-16,0 2-1 16,3 1 1-16,-4 0-2 15,4 2-16-15,0 2-9 16,-3 1-12-16,6 8-9 15,-6-1-6-15,3 9 20 16</inkml:trace>
  <inkml:trace contextRef="#ctx0" brushRef="#br0" timeOffset="46402.92">14709 25906 69 0,'0'0'37'0,"-79"-75"-12"15,79 75-5-15,0 0 0 16,-71-74-10-16,71 74 0 15,0 0-5-15,-55-83 2 16,55 83-7-16,0 0 13 0,-49-92 2 16,49 92-7-16,-33-69 5 15,33 69 7-15,0 0-12 16,-45-102 1 0,45 102 1-16,-31-69-7 15,17 25-10-15,2 1 10 0,1 5-7 16,-1-4 4-16,2 15 1 15,-1-11 1-15,6 15 0 16,-2-13 3-16,0 18 8 16,0 3 2-16,2-1 0 15,5 16-7-15,0 0-5 16,-17-8-2-16,17 8-3 16,0 0-6-16,-23-7-2 0,23 7 1 15,-15-4 0 1,15 4 10-16,-16-3 9 15,16 3 10-15,0 0-8 16,-17-7 3-16,17 7-12 0,0 0-13 16,-13 21-13-16,13-21-12 15,0 0-21-15,0 33-11 16,0-33 1-16,0 0-7 16,0 0 22-16</inkml:trace>
  <inkml:trace contextRef="#ctx0" brushRef="#br0" timeOffset="47478.68">13566 22143 51 0,'0'0'17'15,"26"-9"-2"-15,-8 4-2 0,4 1-3 16,1-3-4-16,6 1-4 16,-1 0 2-16,5 1-1 15,0 0 0-15,2 2-2 16,1-1-2-16,3 4 0 16,-3 0 1-16,2 2 0 15,-1 1-2-15,1 2 0 16,2 2-1-16,-6 2-6 15,3 1-9-15,-6 6-15 0,6 3-7 16,-8 4 25 0,2 6 15-16</inkml:trace>
  <inkml:trace contextRef="#ctx0" brushRef="#br0" timeOffset="102970.22">26627 8272 38 0,'0'0'23'0,"0"0"-1"16,0 0-2-16,0 0 3 15,0 0 2-15,0 0 3 0,0 0 2 16,0 0 8 0,0 0 1-16,0 0-1 15,0 0 1-15,0 0 2 16,0 0 3-16,0 0 5 0,0 0 11 16,0 0-4-16,0 0-2 15,0 0-1-15,0 0-5 16,0 0-8-16,0 0-7 15,19 4-12-15,-19-4-15 16,0 0-5-16,19-4 1 16,-19 4-3-16,30-1 3 15,-15-1-3-15,8 0 1 16,-2 0 1-16,5 1 0 16,1-3-1-16,3 3-1 15,-1-3 2-15,4 1-1 16,2 3 0-16,5-4-1 15,2 2 1-15,-1-1 0 0,8 1 1 16,0-3-1-16,6 2-1 16,1 1 1-16,1-3 0 15,5-1 0-15,-1 5 0 16,5-3 2-16,2 6 0 16,0-4 1-16,3 4-1 15,0-2 1-15,7 2 0 16,0-2 0-16,4 0-2 15,1-2 0-15,-1 2-1 16,1 0 0-16,-2-2 1 16,1 2 0-16,-4 0 0 15,-3 0 1-15,-4-1 0 16,-7 1-1-16,-1 0 1 0,-3 0-2 16,-7 0 1-16,-1 0-1 15,-11 0 0-15,-1 1 0 16,-9-2 0-16,-1 2-1 15,-8-2 0-15,-2 2 1 16,-20-1-1-16,20 0 1 16,-20 0-1-16,0 0 1 15,0 0 0-15,0 0 0 16,0 0 1-16,0 0 0 16,0 0-1-16,-26 7 1 15,6-9 0-15,-3 2-2 16,-3 0 1-16,-5 0 0 15,-9-1 0-15,-2 2 0 0,-6-2-1 16,-1 2 0-16,-3-1 0 16,-9 0 0-1,2 0 0-15,-9 2-1 16,2 2 0-16,-8-3 0 0,-1 6 1 16,-1-2 0-16,-2 2 1 15,0-1-1-15,-4-1 1 16,2 0 0-16,-2-2-2 15,-3 1-1-15,2-6 2 16,-2 0-2-16,-2 1 2 16,2-1-1-16,-5-1 2 15,-4 1-1-15,2-2 2 0,2 1 1 16,0-1-2-16,-4 3 0 16,5-3 1-1,6 2-2-15,2 1 1 16,2 1-1-16,5 1 0 15,6 1-1-15,7 3 3 0,2-1-2 16,11 3 1-16,-1 0 0 16,9 0 0-16,9-2 0 15,8 0-1-15,6-2 0 16,17-3-2-16,-16 4-1 16,16-4 1-16,0 0 0 15,33 0-1-15,-7 0 1 16,13 2 1-16,2-1-1 0,11 3 3 15,11-2 0-15,1 1-1 16,14-1 3-16,5 1-1 16,6-1 0-1,5 0-1-15,6-4 2 0,5 2-1 16,0 0 1-16,7-2 0 16,0 2 2-16,3 0-2 15,-2 0 2-15,0 2-2 16,1-2 0-16,-1 2 0 15,0-2 1-15,-2 1-2 16,-3 1-2-16,-3 0 3 16,0-2-1-16,-8 0 0 15,-3 0 1-15,-6 0-1 0,-1 2 1 16,-6-4-1 0,-2 0 1-16,-8 0-1 15,-4 1-1-15,-6-3 0 16,-5 3 0-16,-4 1-1 0,-16-2 2 15,-5 2-3-15,-8 2 0 16,-6-1 1-16,-17-1 0 16,0 0 0-16,0 0 1 15,-17 7-1-15,-6-5 1 16,-11 0 1-16,-10-2-1 16,-9 0 0-16,-13 0-1 15,-9-2 0-15,-5-2 0 16,-12 1-1-16,-5 1 1 15,-9-3-1-15,-5 2 0 16,-2-1 0-16,-7 1 2 16,-3 1-2-16,-4 2 2 15,4 0-1-15,-4 2-1 0,4 1 1 16,0-1 0-16,7 3 1 16,3 0-2-16,2 2 1 15,13-2 0-15,5 2 1 16,15-2 0-16,3 2 0 15,19 0-1-15,8-1 0 16,17-3-1-16,8 0 0 16,23-3 1-16,0 0 0 15,0 0 0-15,28 14 0 16,8-10 1-16,13-3 0 16,15 1 0-16,11 0 1 15,6-2 0-15,10-2 0 16,9 0 2-16,1-3 0 0,3 2 0 15,2-1-1-15,2 1 2 16,-4-2-2-16,0 1 2 16,-2-1-3-1,-6 0 1-15,-6 0-2 0,-10-1 2 16,-7 3-1-16,-9 0 0 16,-15-1 0-16,-11 2-1 15,-9 2-1-15,-10 0 1 16,-19 0-1-16,18 2-1 15,-18-2 0-15,0 0 0 16,0 0 2-16,0 0-1 16,0 0 0-16,-14 10 0 15,14-10 0-15,0 0 1 0,-16 6 1 16,16-6-1-16,0 0-1 16,0 0 1-1,0 0-1-15,0 0 1 16,-15 5-1-16,15-5-1 0,0 0 1 15,0 0-1-15,0 0 1 16,0 0 1-16,0 0 0 16,0 0-1-16,0 0 1 15,0 0 1-15,0 0-1 16,15-12 0-16,-15 12 0 16,0 0-1-16,-3-18-19 15,3 18-36-15,0 0-27 0,-4-19-20 16,4 19-13-16,0 0-9 15,-3-17-11 1,3 17-11-16,0 0 74 16</inkml:trace>
  <inkml:trace contextRef="#ctx0" brushRef="#br0" timeOffset="106566.21">27243 8359 127 0,'0'0'65'0,"0"0"2"0,0 0 5 16,26 5 2 0,-3-5-4-16,8 0-10 0,12 0-12 15,11-2-12-15,12 2 0 16,5-3 12-16,16 3-8 15,2-4-5-15,8 4-2 16,3-6-2-16,3 6-1 16,1-7-3-16,0 5-7 15,4 0-16-15,-2 2-1 16,-6-2 0-16,-6 4 0 0,-9-2 1 16,-7 2-1-1,-10 1-1-15,-9 1 1 0,-17-2-5 16,-13 1 0-1,-13-1-2-15,-16-2-1 0,0 0-1 16,-30 12 0-16,-11-9 2 16,-18-1-3-16,-13 1 2 15,-14-3 2-15,-22 2 1 16,-8 2 1-16,-18-3-1 16,-8 1 0-16,-11 2-2 15,-2 1 3-15,-4 0-1 16,-6 4 1-16,2-1-1 15,5 3 1-15,5 1-2 0,11-2 4 16,11 2-2-16,19-3 1 16,18 1-1-1,23-3 5-15,19-3-1 16,22-3 0-16,30-1-1 0,0 0 0 16,49 2 2-16,10-4-1 15,24-1-1-15,21-2-4 16,16 0 1-16,19-1-2 15,10 0 5-15,11-1-1 16,8-2-1-16,4 0 1 16,-4 2 1-16,-3 0 0 15,-8 4 3-15,-1-2-1 16,-17 1-1-16,-13 3-1 16,-16-1 1-16,-17 2 0 15,-18 0 1-15,-19 0-3 16,-16 2-3-16,-21-2 0 15,-19 0-1-15,0 0 0 0,-40 0-1 16,-9-4 0-16,-15 1-2 16,-11-4 2-16,-15 0 1 15,-7-2 0-15,-14 2 2 16,-9 0 0-16,-3 2 0 16,-1 3-1-16,1 2 0 15,0-1 0-15,3 4 1 16,4 2 0-16,8-1-2 15,11 3 1-15,14 0-1 16,13 1 3-16,18-3 2 16,14 1 2-16,19-3 0 15,19-3-1-15,0 0 0 16,38 7 0-16,14-7 0 0,11-2-1 16,17 1-1-16,12-1-1 15,13-3 0-15,15-1 0 16,3 0 2-16,8-1-1 15,-1 0 1-15,5 0 1 16,-8 0-1-16,-7 2 0 16,-6 1 0-16,-17 1 1 15,-10 1-1-15,-16 2 1 16,-18 2-3-16,-15-2-2 16,-17 1-1-16,-21-1 0 15,0 0-1-15,-33 7 0 16,-9-5 1-16,-17-2-2 15,-12 0 2-15,-11-2 1 0,-19 1 0 16,-8 2 0-16,-11-1 1 16,-6 4 0-16,-5 1-3 15,-1 0 2 1,2 4 0-16,-3 0 1 0,9 3-1 16,8-2 1-16,12 0-1 15,10-1 1-15,20-2 1 16,9 0 1-16,24-4 2 15,11 1 1-15,30-4 0 16,0 0-1-16,0 0 0 16,52-5 1-16,2 1-1 15,15 1 0-15,15-1-3 0,10 1 0 16,10-2 1-16,7-2-1 16,5 1 3-16,4 0-2 15,0-1 1 1,-1-2 0-16,-8 2-1 15,-5 2 0-15,-1 1 2 0,-15-1-1 16,-12 3-2-16,-10 4 2 16,-20 0 1-16,-8 0-2 15,-14 1-2-15,-7-1 1 16,-19-2-3-16,0 0 1 16,0 0-1-16,0 0 1 15,-26 17-1-15,7-12-1 16,4-1 3-16,-10-1-2 0,3 2 1 15,-1-1 1 1,4-1-1-16,-4-1 0 16,8 0 0-16,15-2 3 15,-23 2-2-15,23-2 0 0,0 0 1 16,0 0-39-16,0 0-40 16,-10-25-30-16,10 25-20 15,10-26-18-15,-5 7-6 16,6 4-7-16,1-4 87 15</inkml:trace>
  <inkml:trace contextRef="#ctx0" brushRef="#br0" timeOffset="118187.47">7715 12648 52 0,'0'0'32'16,"26"7"-2"-16,-26-7-5 16,35 5-4-16,-18-3 2 15,14 2 17-15,-1-3 4 16,6-1 1-16,2-1-5 0,4-1 8 16,5-7 14-16,2 2 10 15,-1-3 0-15,-3 0-27 16,0-1 5-16,-3-1-13 15,-2 2 0-15,-5-1-15 16,-2 3-4-16,-7-3-20 16,0 3 3-16,-4-5 4 15,-3 7-3-15,-19 6 3 16,26-18-1-16,-26 18 3 16,20-10-4-16,-20 10 3 15,0 0-2-15,0 0 0 16,0 0-1-16,-23 3-2 15,-3 2-1-15,-9 4-3 0,-8 0 3 16,-11 1-1-16,-12-1 2 16,-2 1 5-16,-6-1-5 15,-4-2-2 1,0-4 3-16,6-3-2 0,1-1-1 16,3-6 0-16,9 0-1 15,6-2-4-15,9 4 5 16,10-4 2-16,4 4-2 15,11-2 1-15,19 7-2 16,-23-5 2-16,23 5-7 16,0 0 4-16,0 0 1 15,0 0 2-15,23 12 3 16,-4-5 0-16,11 2 2 0,8-3-3 16,7 1 10-1,10-3-7-15,10-2 1 16,8-8-4-16,3-1-4 15,2-3 2-15,4 0-2 0,-1-2 2 16,-6-1-3-16,-7 3 2 16,-8 1-3-16,-11 1 3 15,-13 3-1-15,-6 3-1 16,-15 2 2-16,-15 0-1 16,0 0 2-16,0 0 0 15,-45 21 0-15,0-6-1 16,-7 1 4-16,-16 3 6 15,-10 0-6-15,-7-2 4 0,-5 4-6 16,0-5 7-16,5 1-6 16,7-7 5-1,6 2-7-15,12-5 0 16,11 0 0-16,13-3-2 0,13-1 0 16,7-1 2-16,16-2 1 15,0 0 0-15,16 5 0 16,10-3 0-16,12-4 1 15,14 2 2-15,7-3-1 16,16-4-1-16,3 0-2 16,2-4-1-16,2-3 1 15,3 2-8-15,-11 0 9 16,-10 5-1-16,-8-1-18 16,-7 8-67-16,-11 7-29 15,-16 1-29-15,-3 20-13 16,-20 1-2-16,-3 20-16 0</inkml:trace>
  <inkml:trace contextRef="#ctx0" brushRef="#br0" timeOffset="118836.93">8085 13941 96 0,'0'-19'48'16,"0"19"-2"-16,-4-17 0 0,4 17 0 15,0 0-6-15,-3-16-6 16,3 16-9-16,0 0-5 16,0 0-8-16,0 0-5 15,0 0-5-15,0 0 1 16,0 0 3-16,0 0-1 16,0 0 0-16,0 0 0 15,0 0 0-15,0 0-2 16,0 0-1-16,0 0-2 15,0 0 0-15,0 0 0 16,0 0 5-16,0 0 0 16,0 0 4-16,0 0 2 15,0 0 1-15,0 0-2 0,0 0-1 16,0 0-1-16,0 0-4 16,0 0-24-16,0 0-35 15,0 0-39 1,0 0-31-16,0 0-15 0,0 0 46 15,0 0 94-15</inkml:trace>
  <inkml:trace contextRef="#ctx0" brushRef="#br0" timeOffset="119074.1">8149 14279 1 0,'0'0'21'0,"0"0"-16"16,0 0-31-16,0 0 26 15,0 0 0-15</inkml:trace>
  <inkml:trace contextRef="#ctx0" brushRef="#br0" timeOffset="123414.19">32164 11199 291 0,'23'-26'176'0,"6"4"-50"0,9 6-49 16,-5 1-14-16,6 6-6 15,-3 4-14-15,2 8-12 16,-8 3-11-16,-1 6-18 15,1 5-10-15,-8 0 1 16,-3 6 0-16,-3 1 3 16,-6 4-3-16,-3 6 5 15,-7 5-2-15,-3 4 3 0,-11 7-1 16,-2 7 7-16,-3 4 3 16,-3 3-4-16,-1 0 1 15,1 2-1 1,1-4 1-16,5 0 0 15,4-10-1-15,5-2-7 0,7-5-1 16,4-7 1-16,8-3-2 16,7-6 1-16,3-3-1 15,11-5 2-15,0-4 0 16,5-3 4-16,2-7 1 16,9-3 1-16,-4-6 1 15,11-3 0-15,-8-7 1 16,6 0 0-16,-2-7-1 0,-7-1 0 15,-1 1 1-15,-6 6 0 16,-9-1-2 0,-6 3 1-16,-23 11 7 15,0 0-3-15,0 0 0 0,0 0-2 16,-36 9-1-16,8 5-1 16,-9 1 0-16,-4 6-1 15,1 2-9-15,-5 4 3 16,3 8-2-16,0-2 0 15,2 5-2-15,6 0 2 16,4 0-2-16,1 0 2 16,10 6 2-16,3-3-6 15,9 2 6-15,7 1-3 16,9 1 4-16,5 1-4 16,5 6 5-16,10 2-2 15,1 0-2-15,8 1 4 16,-2 0-3-16,6 1 5 0,3 1-1 15,-3 0 2-15,-2-2 0 16,-6-1 4-16,-1-4-1 16,-7 2 4-16,-7 2 1 15,-5 3 0-15,-12-5 0 16,-4 3 1-16,-8-1-1 16,-6 3 1-16,-13 0 0 15,-8 2 0-15,-11-2-5 16,-10 0 2-16,-4-3-3 15,-6-6 3-15,-6-4 0 16,-1-10 4-16,-8-16-11 16,-6-15-1-16,6-13-54 15,-13-20-41-15,3-16-27 0,2-17-18 16,6-20-13-16,14-10-15 16,10-11-6-16,16-9 58 15</inkml:trace>
  <inkml:trace contextRef="#ctx0" brushRef="#br0" timeOffset="124774.15">31940 11135 79 0,'0'0'116'16,"4"-20"-18"-16,3 2 20 16,-7 18-1-16,22-31-5 15,-3 19-10-15,-7-4-21 16,9 10-16-16,-5-1-22 15,0 5-19-15,-3 7-35 16,-13-5-9-16,30 24-1 16,-18-8 2-16,4 6 9 15,1 3 4-15,-1 4 6 0,6 4 0 16,-4 2 0 0,1 1 1-16,0 2 0 0,3 4 1 15,-6-3 1-15,1 1 1 16,-1 2-1-16,-6 1 8 15,-1-5 1-15,-2 0-1 16,-4-1 1-16,-3-1-3 16,0-2 2-16,-3 1-4 15,-4-4 1-15,-2 0-8 16,2 2-1-16,0 2-1 16,-1 1-2-16,4 2 1 15,-3 2-2-15,4-2 1 0,6 2-3 16,-3-2 1-16,11 0-1 15,-3-1 1-15,10-1-1 16,1-3 3 0,3-5-1-16,5-3 3 0,4-2-1 15,9-6 3-15,-2-6-1 16,7-8 1-16,7-5 1 16,0-8-1-16,7-6 1 15,-2-6-2-15,2-6 2 16,-3-5-1-16,1-3-1 15,-5-4 1-15,-6 0 1 16,-7 2-1-16,-9 5 2 16,-7 7 3-16,-11 6 9 15,-12 20-6-15,3-23 1 0,-3 23-1 16,-26 4 0 0,0 4 0-16,-7 4-1 15,-2 6-4-15,2-1-9 0,-5 6 8 16,-2 1-2-16,6 5 0 15,4 2-1-15,1 2 0 16,9-2-4-16,1 4 0 16,9 0-1-16,1 3 0 15,6 0-3-15,-1 2 3 16,8 1 3-16,3 4-3 16,1 2 4-16,3 1 0 15,1 4 2-15,5-2-2 16,2 4 3-16,4 2-2 15,3-5-2-15,0 7 4 16,0-3-2-16,0 2 1 16,2 0 0-16,-2 0 2 0,0 0 0 15,0-1-1-15,-3-1-1 16,-1-6 1-16,1 3 1 16,-2-4 0-16,1-5-1 15,-6-1 0-15,3-6-1 16,-2-1 4-16,-8-6 4 15,-2-1 2-15,-4-7-2 16,-3-2 0-16,-7-4-1 16,-5 3 1-16,-2-4-1 15,-8-1-3-15,-8 1-2 16,-8 0-1-16,-11-2 1 16,-6 2 3-16,-9 0 1 15,-7 2 2-15,-15 3 1 0,0 0-4 16,-6 0-5-16,-2 1 0 15,0 3 0-15,4-2 0 16,1-2 0-16,10-2 0 16,9-3 0-16,9-2 0 15,9-5 0-15,11 2 0 16,15-8 0-16,3 3 0 16,23-4 0-16,0 0-14 15,0 0 2-15,0 0-1 16,0 0 1-16,9-16-1 15,-9 16-3-15,17-7 5 16,-17 7 11-16,19-8 3 16,-19 8-16-16,19-9-88 0,-15-7-60 15,8-1-7-15,-14-12-5 16,4 1 0-16,-14-17 28 16</inkml:trace>
  <inkml:trace contextRef="#ctx0" brushRef="#br0" timeOffset="132474.63">10371 12489 17 0,'19'-36'33'0,"0"-9"-10"16,0-4-7-16,-5-6-5 0,-2-2 3 16,-5-4 0-16,-4 1-4 15,-3-1-4-15,-6 0-4 16,-5 8 2-16,-5 1 0 15,-3 8 7-15,-3 8-2 16,-4 7 3-16,0 8-1 16,-4 5 0-16,-3 9 0 15,2 6-3-15,2 6 0 16,2 5-4-16,1 9-1 16,7 7-2-16,0 9-1 15,9 8 0-15,3 9 0 16,7 7 0-16,7 5-2 15,7 2 0-15,8-2 1 0,4-7 1 16,6-7 2-16,1-8 1 16,0-11 8-16,5-10 26 15,-5-11 12-15,-2-5 12 16,2-10 7-16,3-5 3 16,-4-9-2-16,4-4 1 15,-6-8-7-15,1-4-23 16,-5-4-8-16,0-3-10 15,-9-1-6-15,-5-1-3 16,-12-1 0-16,-3 4-3 16,-6 1 1-16,-12 7-4 15,-1 2-3-15,-8 5-3 16,-1 5-1-16,-2 9-1 0,-2 9-1 16,-1 6-1-16,3 8-3 15,2 6-2-15,5 12-43 16,0 8-43-16,3 13-38 15,6 16-25-15,-6 3-6 16,11 16-7-16,-7-2 47 16</inkml:trace>
  <inkml:trace contextRef="#ctx0" brushRef="#br0" timeOffset="133546.37">10480 13316 97 0,'0'0'45'16,"-22"-24"-4"-16,22 24-8 16,-27-26-4-16,27 26-1 15,-22-29 4-15,22 29-1 16,-23-19 2-16,23 19-3 16,-15-16-5-16,15 16-8 15,-18 2 0-15,18-2 1 16,-15 22 0-16,4 1-4 0,3 8-3 15,-3 14-8 1,-1 12 5-16,2 7 0 16,3 7 3-16,2 5-8 15,1-1-1-15,4-2-3 0,0-6 3 16,0-12 4-16,9-8 7 16,-6-10 6-16,8-8 25 15,-3-13 0-15,-8-16-2 16,30 8-2-16,-13-16 1 15,2-13-4-15,7-5-6 16,-3-11-8-16,3-4-25 16,0-8 1-16,-3-6 3 15,-1-4 2-15,-6 2-2 16,-2-4 2-16,-6 1-2 16,-8 1 3-16,0 0-1 15,-8 4 2-15,-6 6-1 16,-5 8 4-16,3 4-1 0,-5 8-1 15,2 10-2-15,-4 7 0 16,1 7 0-16,-1 12-3 16,1 6-2-16,-1 10-3 15,1 10 2-15,-1 8-5 16,1 11-1-16,1 12 4 16,2 7 1-16,0 4-1 15,6 3 2-15,3-2-3 16,6-3 3-16,4-8 2 15,4-6 4-15,8-12-8 16,2-11 0-16,5-8-3 16,7-11-1-16,0-12 0 15,7-13 0-15,2-10 1 0,7-9 0 16,1-10 3-16,-1-4 1 16,3-8 3-16,-5-1-3 15,1-3 3-15,-3 1 1 16,-8-2 1-16,-1 4-1 15,-13 0 5-15,-5 1 1 16,-15-1 5-16,-8 5-2 16,-14 3 1-16,-11 8-7 15,-8 9-1-15,-7 10-41 16,-7 17-76-16,2 17-50 16,-11 14-22-16,2 22-6 15,-8 0-4-15,6 20 121 16</inkml:trace>
  <inkml:trace contextRef="#ctx0" brushRef="#br2" timeOffset="138890.71">8354 17218 1 0,'0'17'51'0,"0"-17"-2"15,0 0-5-15,0 0 2 16,0 0 10-16,-19 23 0 0,12 1-13 16,0 7-2-1,3 14-9-15,-4 12-4 16,1 16-17-16,-4 7 2 16,6 8-15-16,-5 2 3 0,-1-3 10 15,-1-3 43-15,-4-14 1 16,6-10 3-16,-9-18 4 15,8-9 4-15,-4-21-3 16,15-12 2-16,-26-9-8 16,19-15-46-16,-2-16-2 15,2-8-2-15,4-15-3 16,-1-8-6-16,4-8 4 16,4-10-4-16,3-4-3 15,1 3 4-15,3 3 1 16,1 6-1-16,2 14 1 15,-2 11-2-15,-2 15-2 16,-3 13 1-16,-7 28 5 0,16-5-1 16,-2 25-1-16,-2 15-3 15,-2 14 2-15,6 11 2 16,3 8 2-16,4 8-1 16,-1 5-4-16,4 4 1 15,-3-2 1-15,3 0 4 16,0-8-4-16,-3-6 2 15,3-7-3-15,-7-5 0 16,1-8-18-16,-4-15-49 16,-4-4-39-16,-5-11-31 15,-7-19-17-15,0 0-10 16,0 0-2-16,-12-33 7 16</inkml:trace>
  <inkml:trace contextRef="#ctx0" brushRef="#br2" timeOffset="139087.84">8250 17874 108 0,'0'0'53'0,"15"-3"-47"16,11-13-41-16,0-22-34 15,26 0 7-15,-8-31 62 16,20-2 0-16</inkml:trace>
  <inkml:trace contextRef="#ctx0" brushRef="#br2" timeOffset="140182.63">10256 12418 44 0,'-19'12'38'16,"19"-12"-6"-16,-22 24-3 16,22-24-5-16,-16 26 13 15,12-8 6-15,4-18 7 16,13 22-8-16,0-13 10 16,10 0-1-16,7-4 11 15,4-2-8-15,6-1-1 16,5-9-13-16,0 5-3 15,1-6 7-15,-5 2-11 16,-4-2-6-16,-4 4-10 0,-11-1 4 16,-6 5 1-16,-16 0-1 15,0 0-8 1,0 0-10-16,-30 30 4 0,1-8-56 16,-6 6-69-16,-8-1-42 15,-2 22-22-15,-20-4-1 16,6 22-4-16</inkml:trace>
  <inkml:trace contextRef="#ctx0" brushRef="#br2" timeOffset="140817.07">10147 14237 180 0,'0'0'141'0,"0"0"-30"15,0 0-17-15,19-3-5 16,7-4-14-16,7-3-52 16,9-3-73-16,6 5-51 15,1-6-27-15,12 16-23 16,-18-4-3-16,6 23 26 15</inkml:trace>
  <inkml:trace contextRef="#ctx0" brushRef="#br2" timeOffset="143826.53">6833 17647 21 0,'-22'-15'22'0,"-8"-1"-4"16,4 2-4-16,-7 2 3 15,-2 0 5-15,-5 2-1 16,2 1-2-16,0 0-1 16,-2 3-1-16,-5 0-1 15,7 3 1-15,-6-1 7 0,3 3-3 16,-1-1 0-16,-1 0-2 15,1 2 1-15,-3-2-1 16,3 2 2-16,-3 0-2 16,2 2-10-16,4 2-4 15,-6 3-3-15,0 1 4 16,5 3 5-16,-1 4 0 16,-1 3-2-16,-1 2 1 15,4-1 0-15,1 6 1 16,-2-5-1-16,6 6-4 15,-3-3-3-15,4 3 2 16,-2-2 2-16,6-2 0 16,-4 3 1-16,7-1 1 0,-5-2 2 15,1 1 4-15,4-2 3 16,-3 1 0-16,6 2-1 16,-6 2 0-1,2 0 0-15,1 0 8 0,0 6-2 16,0-5-3-16,4 3-3 15,-4-3-2-15,3 3 0 16,-5-3-3-16,8 3-1 16,-3 1-8-16,-3 2-17 15,7 2 3-15,-4 3-1 16,4 0 1-16,5 2-1 16,-5 3 2-16,7 2-1 0,-2 0-1 15,2 0 17-15,2 3-4 16,-3 1 0-16,7 4-2 15,-1 1 4-15,1 3-3 16,-1 0 1-16,4 0-1 16,-4 1 2-16,7-1-2 15,-3-2 3-15,-1-1-2 16,2-2-2-16,2-4 2 16,0-1-1-16,0-4 2 15,2-1-4-15,2-2 3 16,-1-1-4-16,-3-2 2 15,4-1 3-15,-1 2-3 16,0 0 1-16,-3 0-1 0,7 2 4 16,-5 0-4-1,2 3 3-15,-1-1-2 16,4-2 0-16,0 3-1 16,-2-3 2-16,6-1-1 0,-4 1 0 15,5-3 0-15,-2-3 2 16,2 1-2-16,2-2-1 15,2-4 2-15,-1 1-2 16,3-4 3-16,1 0-3 16,0-6 4-16,3 3 0 15,1-6 1-15,3-1 12 16,-3-4 7-16,3 0 2 16,0-7-1-16,3 4 3 15,1-6-2-15,1 4-1 0,2-5 3 16,3 3-12-1,-1-3-5-15,2 0-1 16,-3-4-1-16,6-2-3 0,2-3-1 16,0-1-1-16,1-4 0 15,2-6-1-15,0-1-2 16,7-5-2-16,0-2 1 16,2-3 3-16,2-1-3 15,3-3 3-15,-2 0-3 16,2-3 2-16,5 0-2 15,-1-2 3-15,1 0-2 16,-2-6-1-16,3 3 0 16,-3-4 2-16,2 1 0 15,1-2-2-15,-3-1 3 16,2 4-3-16,-1-2 2 16,-2 3-1-16,-2-1 0 0,1 3-1 15,-4-1 1-15,-4 1-2 16,-3 0 2-16,-4 0 1 15,-4 2-1-15,-1 0 1 16,-1 0-4-16,-7 0 4 16,-2 1-3-16,1 3 3 15,-5 1-4-15,-3 0 3 16,-1 2-4-16,-8 1 4 16,2 4 0-16,-6 4 1 15,-1 3 0-15,-2 3 0 16,-7 16 1-16,0-26 1 15,0 26 1-15,-7-20-3 16,7 20 1-16,-16-25-1 0,16 25-1 16,-22-24-1-16,22 24 0 15,-26-21-1-15,10 13 1 16,-6-1 0-16,-4 7-2 16,0 2-2-16,-7 6 0 15,-4 0-2-15,-1 5 1 16,-11 1-1-16,1 5 1 15,-8 2 0-15,4 2 3 16,-2-2 3-16,2 2 1 16,4-2 3-16,-1-2 1 15,13-1 3-15,4-6-2 16,6-1-12-16,12-6 1 16,14-3 1-16,0 0 0 0,0 0-2 15,26-15-2-15,4-1-1 16,5-3 4-16,11-5 15 15,5-4-1 1,1-1 0-16,3-2 0 0,1-2-2 16,0-2 1-16,1 6-3 15,-5-2-1-15,-3 5-2 16,-4 3-2-16,-5 2-2 16,-6 4 2-16,-4 5 2 15,-8 5 1-15,-6 2-4 16,-16 5-3-16,14 3 2 15,-14-3-1-15,0 28 2 0,-4-7-2 16,1 8-2-16,-4 13-1 16,-2 6 7-16,2 14 1 15,4 9 0 1,-6 7 1-16,6 5-4 16,-1 6 5-16,1-1-3 0,-1-5 3 15,1-2-6-15,-1-6 3 16,3-8-3-16,-3-8 3 15,1-7 3-15,-1-3-4 16,4-10 0-16,-3-4 0 16,3-9 4-16,0-5-2 15,0-6 1-15,0-15-1 16,0 18-1-16,0-18 2 0,0 0 2 16,0 0 1-1,0 0-72-15,0 0-64 16,7-18-42-16,-7-8-1 15,7-5-5-15,-11-21-2 0</inkml:trace>
  <inkml:trace contextRef="#ctx0" brushRef="#br2" timeOffset="144176.53">8907 18819 78 0,'0'0'64'15,"0"0"-44"-15,0 0-12 16,-15 14-13-16,15-14-18 16,0 0-41-16,-11-24-13 15,15 3 77-15,-16-26 0 16</inkml:trace>
  <inkml:trace contextRef="#ctx0" brushRef="#br2" timeOffset="145446.54">12072 11487 121 0,'0'0'101'0,"0"0"-41"16,0 0-67-16,0 0 12 0,7 15 19 15,-7-15 35 1,0 0 13-16,0 0 6 16,19 7-7-16,-19-7-2 15,36-3 1-15,-13-2-4 0,15 3-1 16,2-3-35-16,9 1-16 16,4 1-9-16,6-1-3 15,-3 1 0-15,5-1 0 16,-6 4-1-16,-3-1 0 15,-6 1-1-15,-8 0 0 16,-9 0-2-16,-6 1 1 16,-9 1-2-16,-14-2 0 15,0 0 1-15,0 0 0 16,0 0 0-16,-30 7-1 16,4-7 0-16,-7 0 2 15,-2 0 1-15,-5-2-2 16,-1 1 0-16,-4 1-1 0,3 1 2 15,2 1 1-15,2 3 0 16,5 0-2-16,7 2 0 16,3 0 1-16,8-2 0 15,15-5 3-15,0 0 0 16,0 0 3-16,0 16-1 16,15-14 2-16,8-4 0 15,6 2 0-15,8 0-1 16,-2-2-1-16,5 2-2 15,-6-1-3-15,-8-1 0 16,0 0-4-16,-10 4 1 16,-16-2 0-16,0 0-1 15,0 0 2-15,-26 5-1 0,-5-1-1 16,1 1 2-16,-8 0 4 16,-2 2-69-16,2 1-85 15,-6-9-24-15,13 4-12 16,-12-17 0-16,18 4 83 15</inkml:trace>
  <inkml:trace contextRef="#ctx0" brushRef="#br2" timeOffset="146796.53">10529 17651 79 0,'0'0'17'0,"0"0"-12"16,0 0-15-16,0 0-12 16,0 0-15-16,0 0 6 15,17 0 31-15</inkml:trace>
  <inkml:trace contextRef="#ctx0" brushRef="#br2" timeOffset="147816.54">16877 17756 90 0,'0'0'46'0,"0"0"7"15,0 0 10-15,0 0 1 16,0 0-5-16,0 0-6 16,0 0-7-16,0 0-8 15,0 0-11-15,0 0-12 16,0 0-10-16,0 0 5 15,0 0 9-15,0 0 5 16,0 0 0-16,0 0 1 0,0 0-2 16,0 0 1-16,0 0-3 15,0 0-24-15,0 0-30 16,0 0-33-16,0 0-21 16,0 0-26-16,0 0-14 15,-6-15-5-15,6 15 0 16,-7-28 97-16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1T18:44:4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12943 2477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22:42.40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6373 11096 143 0,'0'0'43'0,"0"0"-7"15,0 0-11-15,0 0-21 16,0 0-27-16,16-2-25 16,-16 2-17-16,19 2-11 15,-19-2 38-15,40 7 38 16</inkml:trace>
  <inkml:trace contextRef="#ctx0" brushRef="#br0" timeOffset="2755.96">10024 9434 49 0,'3'-17'20'16,"-3"17"-2"-16,0 0 0 16,0 0-1-16,0 0 1 15,0 0-3-15,0 0 0 16,0 0-2-16,0 0-1 15,0 0 3-15,0 0 3 0,0 0 4 16,0 0 4-16,0 0 13 16,0 0 10-16,0 0 11 15,0 0 12 1,0 0 6-16,0 0 9 0,0 0-7 16,0 0-8-16,0 0-13 15,0 0-13-15,0 0-11 16,0 0-10-16,0 0-11 15,0 0-13-15,0 0 0 16,0 0 0-16,0 0 0 16,0 0 1-16,0 0-1 15,0 0 1-15,0 0-1 0,0 0 0 16,0 0 1-16,0 0-2 16,0 0-1-16,0 0 2 15,0 0-1-15,0 0 2 16,0 0-1-16,-17 19-1 15,17-19 0-15,-4 15 2 16,4-15-1-16,-5 19 0 16,5-19-1-16,-7 18 0 15,7-18-1-15,0 0 0 16,-10 15 1-16,10-15-1 16,0 0 0-16,0 0 1 15,0 0-2-15,0 0 2 16,0 0-1-16,-9 16 1 0,9-16 0 15,-7 22 0-15,7-22 0 16,-16 26 0 0,9-10 1-16,7-16-1 15,-15 27 0-15,15-27-4 0,-14 16 4 16,14-16 0-16,0 0 0 16,0 0-4-16,0 0-3 15,0 0 1-15,0 0-1 16,0 0 4-16,3-26-3 15,-3 26-1-15,16-31 1 16,-9 10 2-16,3-3 5 16,3 1-2-16,0-3 1 15,3 0 0-15,-4 2 0 16,6 2 0-16,-6 3 1 16,2 1-1-16,-14 18 1 15,26-19-2-15,-26 19-1 16,19 4-3-16,-19-4-6 0,12 22-29 15,-5-4-19-15,0-3-15 16,0 8-15-16,-2-6-19 16,-2 0-13-16,4 2-13 15,-7-19-3-15,7 33 17 16,-7-33 68-16</inkml:trace>
  <inkml:trace contextRef="#ctx0" brushRef="#br0" timeOffset="3160.88">10050 9501 131 0,'0'0'46'16,"0"0"-2"-16,0 0-9 15,0 0-7-15,0 0-9 16,0 30-5-16,3 1-9 16,-3 9-3-16,0 8-2 15,2 9 0-15,1 9-3 16,1 3 2-16,-1 4-1 0,1-2 0 15,-1-3 2-15,4-4-1 16,-2-7 2-16,-1-5-1 16,3-7 0-1,0-4 0-15,-2-8-1 0,5-2-32 16,-6-12-33-16,8 6-23 16,-12-25-6-16,21 12 64 15,-21-12 31-15</inkml:trace>
  <inkml:trace contextRef="#ctx0" brushRef="#br0" timeOffset="4312.7">12015 9418 83 0,'-7'-17'94'15,"7"17"-31"-15,0 0-5 16,-4-21 8-16,4 21 8 16,0 0 2-16,0 0 1 0,-7-17 10 15,7 17-4-15,0 0-13 16,0 0-12 0,0 0-17-16,0 0-14 15,0 24-13-15,4-5-9 0,-1 9-18 16,1 5 1-16,-1 13 6 15,1 8 3-15,1 7 1 16,-2 5-2-16,1 1 1 16,-1 1 0-16,-3-3 0 15,0-1-2-15,0-10 0 16,0-7 2-16,-3-6-2 16,3-10-1-16,0-5-5 15,0-10-4-15,0-16-4 16,0 17-4-16,0-17 0 15,0 0-1-15,7-19 3 16,-7-3 1-16,3-6 6 16,-3-8 5-16,4-9 7 0,-4-6 2 15,0-4 4-15,0-7-1 16,-4-4 7-16,4 4 7 16,-3-1 6-16,3 6 2 15,-7 2-1-15,7 6 1 16,-7 6-3-16,2 12 2 15,-2 3-8-15,3 9-4 16,4 19-9-16,-12-21 1 16,12 21-2-16,0 0 0 15,-21-3 0-15,21 3 0 16,-19 12-1-16,19-12-2 16,-19 21 0-16,19-21-1 15,-19 26 0-15,19-26 2 0,-14 29-1 16,5-11 1-16,2 1 0 15,0-2 0-15,-1 0 0 16,1-1 2-16,0-1-1 16,7-15 0-16,-12 23-1 15,12-23 1-15,0 0-1 16,0 0 0-16,0 0 0 16,0 0-2-16,0 0 1 15,0 0 0-15,0 0 1 16,0 0-1-16,-4-26 1 15,4 26-1-15,16-31 2 16,-9 12 1-16,5 1-1 16,-2-1-1-16,3 4 1 0,0-2-1 15,3 4 0-15,3 5-1 16,2 4-3-16,2 8-50 16,8 13-46-1,-2 11-42-15,4 8-22 0,9 13-5 16,-9-1-5-16,9 13 43 15</inkml:trace>
  <inkml:trace contextRef="#ctx0" brushRef="#br0" timeOffset="5235.35">14176 9347 175 0,'-16'-14'91'0,"16"14"-11"15,-19-8-7-15,19 8-13 16,-19 0-11-16,19 0-14 15,-23 10-11-15,23-10-15 16,-22 23-5-16,22-23-3 16,-26 29 0-16,26-29 0 15,-23 24 0-15,23-24 0 16,-10 19 2-16,10-19 1 16,0 0 11-16,0 0 26 0,0 0 2 15,0 0-2-15,0 0 2 16,0 0-1-16,0 0-1 15,3-24-3-15,-3 24-12 16,9-26-25-16,-6 9-2 16,1 1 1-16,3-1-3 15,-7 17 1-15,8-26-1 16,-8 26 1-16,11-17 0 16,-11 17 2-16,19-2 1 15,-19 2-4-15,23 12-1 16,-10 4-21-16,-13-16-34 15,33 34-27-15,-17-11-26 16,0 3-17-16,3 1-15 0,-9-2-4 16,9 2-5-16,-8-8 86 15</inkml:trace>
  <inkml:trace contextRef="#ctx0" brushRef="#br0" timeOffset="5612.62">14245 9356 62 0,'0'0'35'0,"0"0"-7"15,-10-16-7-15,10 16-6 16,0 0-6-16,0 0-4 15,0 0-4 1,0 0-1-16,-12 18 1 0,12-18 0 16,-4 34 1-16,1-4-2 15,3 11 2-15,0 13-5 16,0 8 1-16,0 9 3 16,0 12-2-16,0 4 0 15,-4 3-1-15,4 3 2 16,-3-6-2-16,-1-2 5 15,1-9-4-15,-2-5-17 0,-2-14-22 16,7-2-21-16,-7-18 7 16,10-3 54-1,-3-34 0-15</inkml:trace>
  <inkml:trace contextRef="#ctx0" brushRef="#br0" timeOffset="14251.76">7562 12660 291 0,'0'0'130'0,"-19"4"-4"16,19-4-12-16,-19 2-9 15,19-2-15-15,-14 0-18 0,14 0-22 16,-19-6-27-16,19 6-20 16,0 0-2-16,-16-7 3 15,16 7 0-15,0 0 0 16,0 0 1-16,0 0-4 15,0 0-1-15,0 0 0 16,0 0 0-16,0 0 0 16,0 0 0-16,0 0 0 15,6-15 0-15,-6 15 0 16,0 0 0-16,0 0 0 16,0 0 0-16,24-2 0 15,-24 2 0-15,28 0 0 16,-8 2 0-16,3 0 0 0,8-1 0 15,2-1 0-15,5 0 0 16,2 0 0-16,-1 0 0 16,0-1 0-16,0-1 0 15,-1 0 0-15,-2 0 0 16,-3-1 0-16,-1 1 0 16,-3 1 0-16,-3-3 0 15,-3 1 0-15,-4 1 0 16,-2 0 0-16,-17 2 0 15,19-3 0-15,-19 3 0 16,0 0 0-16,0 0 0 16,0 0 0-16,0 0-3 15,0 0 5-15,-26 10-8 0,7-8 9 16,-3 0-9-16,-1-2 3 16,-10 1 3-16,0-1-1 15,-9 0-1 1,4 2 2-16,-5 0 0 0,1-2 0 15,0 1 0-15,3 1-1 16,0 0 0-16,10 0 1 16,-1 1-1-16,4-1 0 15,11-2 0-15,15 0 0 16,-26 5-1-16,26-5 2 16,0 0 0-16,-16 3-1 15,16-3 1-15,0 0 0 0,0 0 2 16,0 0 0-16,0 0 1 15,0 0 2 1,0 0 0-16,0 0 0 16,0 0-2-16,0 0-3 15,0 0 0-15,23-6 0 0,-23 6 0 16,29 1 0-16,-6 1 0 16,3 0 0-16,5-1 0 15,9 1 0-15,1-2 0 16,5 0 0-16,-1-2 0 15,3 1 0-15,-4-3 0 16,1 1 0-16,-7-1 0 16,-1 1 0-16,-8-1 0 15,-6 3 0-15,-8-1 0 16,-15 2 0-16,19-2 0 16,-19 2 0-16,0 0 0 15,0 0 0-15,0 0 0 0,0 0 0 16,0 0-3-16,-19 12 1 15,19-12 1-15,-26 9-2 16,4-4-108-16,-8-1-59 16,4 4-5-16,-16-8-5 15,6 6-3-15,-9-6-7 16</inkml:trace>
  <inkml:trace contextRef="#ctx0" brushRef="#br0" timeOffset="15631.74">7793 14327 181 0,'-19'-15'81'0,"19"15"5"0,0 0 18 15,-26-4 1-15,26 4-5 16,-17-3-11-16,17 3-8 16,-16-2-14-16,16 2-12 15,0 0-13-15,0 0-25 16,0 0-14-16,0 0 0 15,0 0 1-15,0 0 0 16,0 0-3-16,0 0-1 16,19-7 0-16,0 9 0 15,7 1 0-15,7 1 0 16,5-1 0-16,6 1 0 16,4-4 0-16,1 0 0 15,3 0 0-15,-3-2 0 0,1 0 0 16,2-1 0-16,-5 1 0 15,-2 0 0-15,-7-1 0 16,-1 1 0 0,-6 0 0-16,-5 1 0 0,-9 1 0 15,-17 0 0-15,23 0-4 16,-23 0 2-16,0 0 0 16,0 0 1-16,0 0 1 15,-18 3-2-15,3-5 3 16,-11-1 0-16,-7-2 0 15,-5-2-1-15,-11-2 2 16,-3-1-2-16,-7 1-1 0,-2-1 0 16,-3-1 2-16,1 3-1 15,3-1-1 1,4 4 0-16,8 0 1 16,2 0 0-16,10 3 0 15,10 0-2-15,7 0 1 0,19 2 0 16,-23 0 3-16,23 0-1 15,0 0 1-15,19 9-2 16,1-2 2-16,2 2 0 16,11-1 0-16,3 4-1 15,6-1 0-15,7-3-1 16,3 1 0-16,0-4 0 16,0-1 0-16,2-3 0 15,-2-1 0-15,-4-3 0 16,-2-1 0-16,-10 3 0 15,-3-4 0-15,-10 3 0 16,-4-2 0-16,-19 4-1 0,15 0 1 16,-15 0 0-16,0 0 1 15,-29 2-1-15,3 2-1 16,-2-3 0-16,-8 4 2 16,-6-1-1-16,-3 1 0 15,0 4-2-15,-2-1 1 16,-2 3 0-16,7-3-1 15,1 1 1-15,4-2 1 16,8-2-1-16,10 0 0 0,0-3 2 16,19-2-1-1,0 0 2-15,0 0 0 16,0 0 0-16,22-2-2 16,4 1 3-16,7-3-3 0,9 1 0 15,7-2 0-15,10-1 0 16,-2-2 0-16,5-3 0 15,-1 3 0-15,-5-3 0 16,-4 3 0-16,-4-6-20 16,-10 2-131-16,-8 0-22 15,-16-23-21-15,-14-7-6 16,-21-39-4-16</inkml:trace>
  <inkml:trace contextRef="#ctx0" brushRef="#br0" timeOffset="57532.13">24995 17654 588 0,'-3'37'183'0,"3"23"-1"16,0 15-177-16,-2 25-5 15,4 30 2-15,1 34-1 16,4 32 4-16,-3 27-2 16,3 21-1-16,-2 18-1 15,2 6-1-15,-4 0 2 16,1-6-1-16,-1-20-1 0,1-20-1 15,-8-30-2-15,4-30 4 16,0-35-3 0,-3-30 12-16,3-30 0 15,0-25 5-15,3-27-73 0,1-34-64 16,-3-31-38-16,10-19-13 16,-4-26-2-16,5-18-5 15</inkml:trace>
  <inkml:trace contextRef="#ctx0" brushRef="#br0" timeOffset="58303.68">24707 17703 283 0,'-49'-42'152'0,"4"2"-13"15,12 6-15-15,4 1-9 16,10 10-25-16,7 1-24 15,12 22-38-15,22-19-29 16,8 17 1-16,23 2 0 16,17 0 0-16,27 4-1 15,26-3 2-15,32 1 3 0,27-7-3 16,32 0 2-16,22-6-3 16,24-4-2-16,16-6 5 15,9-5-6-15,3-3 6 16,-2-6-5-16,-1 2 4 15,-16-7-5-15,-7 0 6 16,-21 2-2-16,-15-2-2 16,-18 2 2-16,-17 2-3 15,-26 3 0-15,-19 2 0 16,-26 5 1-16,-20 5-1 16,-18 4 1-16,-18 5 0 15,-17 5-1-15,-16 3 1 0,-5 6 0 16,-10 5 3-16,1 7-1 15,-8 7 1-15,1 12 0 16,1 10 1-16,1 19 1 16,4 20-1-16,4 20 3 15,0 24-3-15,-1 23 1 16,7 22-2-16,-4 21-2 16,4 25 0-16,0 15 0 15,0 15 0-15,4 15 0 16,1 3 0-16,-1-2 0 15,6-7 0-15,-1-17 0 16,1-23 0-16,2-26 0 16,2-25 0-16,-8-37 0 0,-3-31-3 15,-3-24 1-15,-10-23 2 16,1-12-61-16,-13-19-50 16,-4-19-42-1,-18 9-20-15,-16-18 0 0,-6 2-2 16,-25-9 4-16</inkml:trace>
  <inkml:trace contextRef="#ctx0" brushRef="#br0" timeOffset="58936.12">24889 21120 524 0,'0'0'176'15,"-7"19"-51"-15,7-19-65 0,0 0-26 16,16 10-9-16,7-1-25 15,9 3-2-15,17 2-1 16,22 3 4-16,20 0-2 16,23-1 7-16,25-2-2 15,29-7 5-15,30-9-4 16,26-3 3-16,26-4 2 16,26-8-3-16,19 0 2 15,23-8-4-15,12 3 2 0,6-1-5 16,3 1 3-1,-13-1-2-15,-12 1-2 16,-15 4 1-16,-20 1-1 16,-25 2-1-16,-28 1 0 0,-32 3 0 15,-31 1 0-15,-31 3 0 16,-28 0 0-16,-45-3 0 16,-36-13-89-16,-46-10-84 15,-39-3-4-15,-48-16-1 16,-35-7 0-16,-50-13-8 15</inkml:trace>
  <inkml:trace contextRef="#ctx0" brushRef="#br0" timeOffset="59409.47">26205 19430 543 0,'0'25'179'16,"3"20"1"-16,1 15-92 16,-1 6-85-16,6 12 2 15,-5 3-4-15,-1 0 3 16,4-4-4-16,-4-13 0 15,-1-12-2-15,2-16 4 16,-4-15-4-16,0-21-1 0,0 0-1 16,-16-45 1-16,9-2 2 15,-5-15-1-15,-2-16 4 16,-2-16-7-16,6-6 6 16,-2 0 3-16,8-1-2 15,8 13 2-15,3 5-4 16,5 12 3-16,14 14-4 15,7 13 4-15,5 10-5 16,7 8 0-16,4 12 1 16,0 5 0-16,3 9 0 15,-4 7 2-15,-6 9-40 16,-9 5-92-16,-14 3-43 16,2 9-14-16,-21-9 4 0,-4 7-5 15</inkml:trace>
  <inkml:trace contextRef="#ctx0" brushRef="#br0" timeOffset="59632.62">25959 19581 559 0,'0'0'198'16,"45"24"-9"-16,-5-17-170 15,17-4-21-15,11-1 4 16,10-4 0-16,3-6-80 0,6-4-60 16,2-2-33-16,-11-9-5 15,-4 3-1-15,-25-12-4 16</inkml:trace>
  <inkml:trace contextRef="#ctx0" brushRef="#br0" timeOffset="60108.96">27128 19145 657 0,'53'-12'174'0,"-12"-6"-14"15,3 1-159-15,-6-2-1 16,-2 5 1-1,-6 2-2-15,-11 3 8 16,-19 9-7-16,0 0 2 0,0 0 1 16,0 0-1-16,-26 28 0 15,0-9 2-15,-4 5 3 16,1 4-9-16,3 1 8 16,-6 3-6-16,6 0 0 15,9 0 0-15,5-5-2 16,8 1-3-16,8-2-6 15,12 0 4-15,6-5-4 16,11-1 3-16,5-1-1 0,6 1 7 16,-3-1 0-1,-2-2 5-15,-6-2 5 16,-7 4-1-16,-11 2-2 16,-11 5-1-16,-16 4 1 0,-11 3-2 15,-10 3-1-15,-12 2-4 16,-7-5-3-16,-7-2-4 15,-5-12-72-15,8-7-50 16,11-12-41-16,0-19-3 16,19-9 0-16,3-15-1 15</inkml:trace>
  <inkml:trace contextRef="#ctx0" brushRef="#br0" timeOffset="61083.65">27569 18911 502 0,'0'0'172'15,"4"-17"-47"-15,-4 17-43 16,0 0-25-16,0 0-18 16,0 0-33-16,10 19 0 15,-6 1-1-15,1 12 2 16,-2 6 0-16,4 10 2 0,4 2-3 16,-3 8-6-16,6-3 0 15,-1 2 0-15,0-5 0 16,0-9 0-1,-3-8 0-15,-1-7 0 0,1-9-1 16,-10-19-6-16,12 19 3 16,-12-19-2-16,7-26 1 15,-3 1 5-15,-4-7-7 16,-4-10 8-16,4-8-3 16,4-11 6-16,-4-3-3 15,3 0 4-15,4 4-5 16,-2 8-1-16,6 5 2 15,-4 11-3-15,1 8 1 0,-8 28 0 16,11-19-1-16,-11 19 2 16,15 21 1-16,-4 3 0 15,4 10 0 1,4 4 4-16,4 9-2 0,3 5 1 16,4 2 1-16,-4 1-4 15,0-6 0-15,-4-6-1 16,1-5 0-16,-1-9-8 15,-3-4 6-15,-1-11-7 16,1-6 4-16,-4-8 0 16,3-8 4-16,-3-8 2 15,5-12-3-15,2-3 9 16,1-14-6-16,6-7 5 0,1-12-5 16,-1-5 2-16,4-4-5 15,2-1-1 1,-2 1 2-16,-2 4-3 15,-1 6 1-15,-8 13 1 0,1 9 2 16,-6 11-1-16,-5 11 1 16,-12 19 2-16,11-15 2 15,-11 15 2-15,0 0 2 16,0 0-2-16,-11 22 0 16,8-3-4-16,-1 7-2 15,3 9 0-15,1 8 0 16,0 9 0-16,1 7 0 15,3 5 0-15,-1 5 0 16,1 2 0-16,-1 2 0 0,1-6 0 16,-1 4 0-1,2-7 0-15,-1-5 0 16,-1-7 0-16,1-7 0 0,-1-7 0 16,1-8 0-16,-1-6 0 15,-3-24 0-15,0 0-99 16,0 0-72-16,16-5-3 15,-9-26-5-15,8-6 2 16,-2-13-1-16</inkml:trace>
  <inkml:trace contextRef="#ctx0" brushRef="#br0" timeOffset="61257.78">29135 19049 666 0,'4'30'178'0,"-4"1"-95"16,-4-3-218-16,-8-9-37 15,2 0-6-15,-10-12-12 16,20-7-4-16</inkml:trace>
  <inkml:trace contextRef="#ctx0" brushRef="#br0" timeOffset="63452.33">25948 17846 486 0,'4'-24'203'0,"-4"-4"-42"16,0 8-47-16,-9-8-55 16,9 9-59-16,-14 3 0 15,14 16 0-15,-29-8 0 16,2 13 0-16,3 12 0 16,-9 6 0-16,4 8 0 15,-4 4 0-15,1 8 0 0,3-2 0 16,6 8-19-16,4-6 5 15,16 2 1-15,3-5 5 16,12-2-1-16,7-5 3 16,11-4 4-16,6-3 8 15,-1-3-3-15,1-6-1 16,-1-3-2-16,-9-4-2 16,-5-3-1-16,-21-7-2 15,0 0 0-15,0 0-1 16,0 0 1-16,-33 12 0 15,7-8 0-15,-4-1 3 16,1 6-2-16,-1 1-1 16,8 1 5-16,3 3-2 0,19-14 5 15,-16 22 3-15,16-22 4 16,33 10-3-16,-2-18 5 16,9-6 2-16,9-10-5 15,8-6 1-15,9-4-4 16,2-6-1-16,3-5-1 15,-3-2-1-15,-1 2 0 16,-8 4-2-16,-7 2 2 16,-10 10-5-16,-9 7-4 15,-14 4-3-15,-19 18 0 16,0 0-1-16,0 0 1 16,-23 24-1-16,1 4 0 15,-4 2 6-15,0 4 3 0,0 6 3 16,7 0-1-1,8-2 3-15,8-5-1 0,13-2 2 16,9-10 2 0,11-7 0-16,11-11-1 0,8-10-2 15,14-8 1-15,4-10-2 16,8-8 0-16,3-8-3 16,0-8 0-16,-3 1-2 15,-1-4 3-15,-2 5-1 16,-20 6-1-16,-11 6-5 15,-8 9 0-15,-21 9-1 16,-12 17 1-16,0 0-1 16,-33 21-1-16,2 1 1 0,-5 6 1 15,-2 1 5-15,1-1 0 16,4-2 1 0,11-5 3-16,6-6 2 15,16-15 0-15,0 0 0 0,0 0 1 16,23-5-3-16,-1-5 2 15,4-1-1-15,4 6-4 16,-1 2-4-16,2 6 1 16,-1 11-1-16,-4 10 0 15,0 9 2-15,0 7-2 16,-3 10 2-16,-1 5-1 16,-3 3 0-16,-1-6 2 15,-6-4-1-15,2-6 2 16,-2-10 1-16,-5-11 10 15,-7-21-2-15,15 11 1 16,-1-27 1-16,-2-10-1 16,8-10 2-16,6-11-5 0,7-5 3 15,5-3-12-15,5-4 0 16,9 5 0-16,-3 6-1 16,5 8-1-16,-8 7-4 15,0 16-74-15,-8 6-62 16,-16 8-27-16,4 15-4 15,-26-12 2-15,16 28-2 16</inkml:trace>
  <inkml:trace contextRef="#ctx0" brushRef="#br0" timeOffset="64841.32">28323 17763 336 0,'0'0'168'16,"0"0"3"-16,5 18-54 16,-5-18-40-16,-12 15-25 15,-11-3-39-15,1 6-12 16,-11 8-3-16,-2 5 3 16,-5 5-3-16,-2 4 1 0,1-2 1 15,4 0 0-15,8-7 2 16,6-3 3-16,11-11 3 15,12-17 3-15,0 0 1 16,31-7-1-16,-5-17 0 16,7-5 1-16,5-11-4 15,2-5-3-15,2-9-1 16,0-6-5-16,-6-4 0 16,-3 0-2-16,-2-1 2 15,-5 0-5-15,-6 11 0 16,-7 6 0-16,-6 11-5 15,-7 8 3-15,0 29-2 16,-14-5 1-16,-1 25 1 0,-2 13 2 16,-3 11 2-16,5 6 1 15,4 9 5-15,3 5-2 16,4-6 3 0,11-2 4-16,9-8-2 0,3-8 3 15,10-12-2-15,10-13 3 16,1-15-2-16,1-8 0 15,11-15-1-15,-3-8-3 16,3-9-1-16,-3-3-1 16,-4 0 3-16,-4 1-4 15,-8 8-4-15,-7 2-4 16,-10 12-2-16,-16 20-1 16,0 0 2-16,0 0-2 0,-7 20 0 15,-5 8 1-15,1 7 3 16,3 3 8-1,4 2 1-15,8-2 4 16,3-2 0-16,5-8 2 0,10-11 0 16,4-10 1-16,7-12-1 15,6-12-1-15,2-15-2 16,3-7-4-16,1-13-1 16,0-12-1-16,-3-7-2 15,-2-4 1-15,-2-1-2 16,-5 5 2-16,-7 9-4 15,-4 8 1-15,-10 13-5 16,-1 16 4-16,-11 25-2 16,0 0 2-16,-7 35 2 15,-2 6-4-15,2 10 5 16,-3 6 0-16,3 9 5 16,2 1-3-16,5-3 3 0,-4-2-4 15,1-8 2-15,-1-7 1 16,1-9 0-16,-1-10-2 15,-1-9 3-15,5-19 2 16,0 0 2-16,0 0 0 16,0-30 2-16,9 8-2 15,5-4 1-15,1 0 0 16,8-4-1-16,6 6-4 16,10 3-2-16,-3 1-2 15,13 1-1-15,-1 1 1 16,-3 4 0-16,1 1 0 15,-10 4-1-15,-6 2-4 0,-8 2 1 16,-6 3-2-16,-16 2 1 16,0 0 1-16,-4 31-1 15,-11-8 3-15,1 10-1 16,2 1 5-16,1 6 3 16,8 2 2-16,10-6 0 15,7-5 0-15,12-14 0 16,8-6-68-16,18-16-75 15,16-6-20-15,-5-17-5 16,4-1-5-16,-11-14-3 16</inkml:trace>
  <inkml:trace contextRef="#ctx0" brushRef="#br0" timeOffset="65878.06">21994 19330 402 0,'-82'9'168'0,"15"1"-20"16,-1 0-68-16,2-3-40 0,10 2-17 16,8-4-21-1,13 2 2-15,9-4 3 16,26-3 1-16,-16 11 1 15,16-11 0-15,35 9-1 0,5-4 1 16,21-7 1-16,13 4-4 16,24-6-3-1,18-4 0-15,18-5-3 0,18-2 4 16,13-2-2-16,14-1 3 16,9-1-5-16,6 0 7 15,-3 2-4-15,-2 3 4 16,-5 5-4-16,-2 1-1 15,-10 3-1-15,-10-2 0 16,-17 3 3-16,-14 2-3 0,-22 1 0 16,-12 1 1-1,-22-2 1-15,-20 0 0 16,-16 0-2-16,-13-3-3 0,-26 5-1 16,14-24-7-16,-21 5-1 15,-13-7-1-15,1-3-1 16,-10-9-1-16,-8-1 4 15,-1 0 1-15,-3-3 2 16,-3 6 4-16,3 5 4 16,2 6 0-16,6 3 1 15,11 8-3-15,3 5 0 16,19 9-1-16,-23-5 3 16,23 5 3-16,0 0-1 15,19 19 2-15,-3-3-2 16,6 5 4-16,8-1 0 15,6 6 1-15,3 4-2 0,6-1-2 16,0 2-2-16,3 2-1 16,1-5 2-16,-2 1-2 15,-5-4-1-15,-8-1-1 16,-4-5-2-16,-8 0-1 16,-4-2 2-16,-13 0-2 15,-9 3 0-15,-11 0-3 16,-11 10 3-16,-9 3-3 15,-17 5 5-15,-11 5-4 16,-15 0 3-16,-12 2-6 16,-11-3-112-16,-3 3-46 15,-15-18-4-15,2-2 1 0,-15-18-3 16</inkml:trace>
  <inkml:trace contextRef="#ctx0" brushRef="#br0" timeOffset="66912.78">19597 19600 285 0,'0'0'172'0,"0"0"-27"16,0 0-38-16,-16-17-18 15,16 17-19-15,0 0-32 16,0 0-29-16,0 0-2 0,0 0-1 15,0 0-3 1,0 0-1-16,0 0-1 16,10 17 0-16,-4 5-3 15,4 11 0-15,1 9-1 0,4 6 2 16,4 9 0-16,0 2 2 16,-1 0-4-16,1-9 4 15,-4-6 1-15,-1-13 1 16,-5-10 2-16,-9-21 4 15,17 19-1-15,-17-19 0 16,12-16 0-16,-8-3-1 16,3-10-1-16,2-6-2 15,-2-5 1-15,-1-7-8 16,7-3 5-16,-3 2-5 16,-3 4 3-16,2 8-1 15,1 8 2-15,-3 8-5 16,-7 20-1-16,16-9 0 0,3 19 1 15,0 8 1-15,3 6-1 16,4 0 0-16,7 6-1 16,0-1 5-16,2 0 0 15,2-3 3-15,-8-5-1 16,-1-7 3-16,-6-4 0 16,4-4 1-16,-5-10 0 15,-2-5-1-15,0-8 0 0,1-7-1 16,-3-9 0-16,-5-7-4 15,-2-8 2 1,-4-4-4-16,-6-5 4 16,0-2-2-16,-9 3 0 0,-1 6 0 15,-3 5-4-15,0 4-54 16,4 8-98-16,2 7-18 16,3 2-4-16,11 6-5 15,6-8 2-15</inkml:trace>
  <inkml:trace contextRef="#ctx0" brushRef="#br0" timeOffset="68079.62">29901 18757 486 0,'0'0'180'0,"0"0"4"16,-19 0-83-16,19 0-71 0,0 0-15 15,0 0-2-15,0 0-3 16,19-14-6-16,-19 14-4 16,22-10 0-16,1 1 0 15,17-1 0-15,15-4 0 16,22-2 0-16,23-1 0 15,20-4 0-15,17 0 0 16,21-1 0-16,12 1 0 16,2 2 0-16,2 3 0 0,-8 1 0 15,-8-1 0 1,-8 4 0-16,-20 4 0 16,-21 1 0-16,-15 0 0 15,-16 0 0-15,-19 3 0 0,-17-1 0 16,-13 5 0-16,-29 0 0 15,16-10-9-15,-16 10-3 16,-26-30-2-16,-6 8 3 16,-4-4-3-16,-9-9 6 15,-7-3 3-15,0-2 2 16,-6 1 0-16,-1 6 3 16,4 3-1-16,6 6 0 15,4 5 1-15,10 7-2 16,6 5 1-16,6 3 1 15,23 4 2-15,-17-3 4 16,17 3 4-16,0 0 2 16,23 14-2-16,-3-4 2 0,3 2 1 15,8 4 0-15,2 1-7 16,5 6-6-16,6-1 0 16,1 2 0-16,-3 1 0 15,-1-3 0-15,-1 4-6 16,-10 0-3-16,-4 0 0 15,-11 0-2-15,-4 5 3 16,-11 2-4-16,-11 5 3 16,-4 9 3-16,-8 7 1 15,-6 3 3-15,-11 5-1 16,-2-3 4-16,0-4-1 16,-3-8 2-16,9-12 3 0,3-16 9 15,7-23-52-15,10-20-81 16,9-26-41-16,21-7-2 15,9-21-5-15,22-7-2 16</inkml:trace>
  <inkml:trace contextRef="#ctx0" brushRef="#br0" timeOffset="68692.06">32964 18120 597 0,'-19'41'168'16,"-15"-9"-6"-16,4-6-136 15,4-4-26-15,3-3 2 16,4-7-1-16,19-12 4 16,-20 14 6-16,20-14 1 15,0 0 0-15,0 0-1 16,22-26-3-16,1 11 0 15,6-4-8-15,4-2 0 16,4-2 0-16,1 4 0 16,0 2 0-16,-5 3 0 15,-4 4 0-15,-6 6 0 16,-7 4 0-16,-16 0-9 16,14 23-1-16,-18-4-2 0,-6 5 2 15,-6 9-1-15,-3 3 4 16,-7 7 3-1,-4 2 2-15,-6 4 3 0,1-1-3 16,2 1 1-16,-5-1-2 16,9-4 3-16,-1-5-1 15,4-4 1-15,7-7 1 16,7-7 0-16,5-4 8 16,7-17 3-16,0 17-1 15,0-17 1-15,22 2 1 16,1-7-1-16,10 1-12 15,9-1 0-15,6 0 0 16,11-2 0-16,5 2 0 16,4-4 0-16,-4 4 0 15,-1 0 0-15,-11-1 0 0,-3 3 0 16,-15-4 0 0,-1 5-57-16,-17-5-66 0,-16 7-29 15,17-12-23-15,-17 12-2 16,4-19 0-16,-8 4 16 15</inkml:trace>
  <inkml:trace contextRef="#ctx0" brushRef="#br0" timeOffset="68928.23">32964 18482 507 0,'0'0'177'16,"0"0"1"-16,18 14-58 15,8-18-87-15,15 1-26 16,8-1-36-16,3-4-87 16,4-3-50-16,1 4-7 15,-12-7-6-15,-2 0 4 16,-27-10-1-16</inkml:trace>
  <inkml:trace contextRef="#ctx0" brushRef="#br0" timeOffset="69709.78">25417 18651 371 0,'0'0'175'0,"-33"2"-3"0,14-5-58 16,19 3-46-16,-26 3-42 15,26-3-19-15,0 0 1 16,0 16 2-16,14-11-1 15,17 0 0-15,9 0-1 16,15-1 1-16,22-6-2 16,18-2-3-16,22-6-1 15,21-4-2-15,22-5 2 16,21-5-1-16,20-7 3 16,19 0-4-16,11-4 1 15,12-5 0-15,13 0 0 16,-3 1 3-16,4 1-5 15,-5-1 0-15,-9 8 0 0,-9 0 0 16,-17 7 0-16,-12 3 0 16,-21 7 0-1,-19 4 0-15,-25 5 0 16,-17 1 0-16,-25 4 0 0,-18 2 0 16,-25 1 0-16,-15 1-3 15,-17 1-2-15,-23-5-79 16,0 0-54-16,-33 2-30 15,-23-4-3-15,-12 4-6 16,-29-7 9-16</inkml:trace>
  <inkml:trace contextRef="#ctx0" brushRef="#br0" timeOffset="70409.28">25148 18712 451 0,'0'0'129'0,"0"0"-9"0,0 0-16 16,22-9-21-1,15 8-29-15,5-6-38 16,17 1-4-16,15-1-3 0,16 1-1 16,16-5-3-16,21 1 0 15,19-2-1-15,14-4-2 16,15 2 2-16,16-1-1 15,14-4 0-15,8 0-2 16,8-2 2-16,3 2-2 16,0-2 2-16,5 0-1 15,-9 0-1-15,-3-1-1 0,-9 5 0 16,-3-2 0 0,-10 3 0-16,-11-1 0 15,-9 3 0-15,-10 3 0 16,-12 1 0-16,-11 1 0 15,-8 3 0-15,-18 0 0 0,-12 5 0 16,-14 2 0-16,-19 1 0 16,-8 2-2-16,-18-3-2 15,-15 3-1-15,-11-1-1 16,-19-3-1-16,15 5 2 16,-15-5-2-16,0 0 0 15,0 0 2-15,0 0 2 16,0 0-1-16,-15 4 4 15,15-4 0-15,0 0-1 16,0 0 1-16,0 0 0 16,0 0 1-16,0 0 1 15,0 0 1-15,0 0-100 0,0 0-60 16,-26-23-6-16,26 23-8 16,-37-33 2-16,15 13-4 15</inkml:trace>
  <inkml:trace contextRef="#ctx0" brushRef="#br0" timeOffset="73499.98">26160 6349 40 0,'3'-19'128'16,"-6"-5"23"-16,3-4-20 16,9 6-9-16,-6-4 0 15,-3 26-10-15,10-31-9 16,-10 31-26-16,0 0-40 15,0 0-37-15,0 0-10 16,-6 39-7-16,-7 5-3 16,-1 11 0-16,2 23-3 15,-5 10 12-15,5 14 12 16,5 14 0-16,3 9 0 16,8-2-3-16,6 0 4 15,13-4-3-15,10-11 1 0,8-15-3 16,12-8-4-1,11-16 6-15,14-15-5 16,3-18-36-16,3-12-68 16,1-13-35-16,-10-22-24 0,3-2-4 15,-21-26 3-15,-5 0 73 16</inkml:trace>
  <inkml:trace contextRef="#ctx0" brushRef="#br0" timeOffset="73826.23">26905 6211 294 0,'-9'-28'177'0,"9"12"2"16,0 16-76-16,-14-25-28 15,14 25-17-15,0 0-36 16,-19 17-18-16,15 4-2 16,1 6-1-16,3 8-3 15,3 3 0-15,4 7-1 16,0 0 2-16,2 0-3 16,5-5 2-16,-5-2-38 15,-2-9-55-15,3-6-36 16,-1-4-31-16,-9-19-10 15,0 0-3-15,0 0 50 16</inkml:trace>
  <inkml:trace contextRef="#ctx0" brushRef="#br0" timeOffset="74379.62">27543 6401 288 0,'7'-19'176'15,"-7"0"-31"-15,0 2-46 16,0 17-11-16,0-16-25 15,0 16-39-15,-7 26-21 16,2 4 0-16,-2 9-1 16,0 13 1-16,0 12-3 0,6 13 0 15,1 7 3-15,0 10-4 16,5-1 3-16,2 1-3 16,3-2 4-1,-1-8-3-15,5-7 3 0,-9-12-4 16,2-9-1-16,0-13 1 15,-4-10 0-15,-3-9-5 16,4-5-61-16,-4-19-40 16,0 0-31-16,0 0-21 15,0 0-11-15,15-28-1 16,-8-4 92-16</inkml:trace>
  <inkml:trace contextRef="#ctx0" brushRef="#br0" timeOffset="74944.02">28495 6500 168 0,'3'-23'167'0,"-3"3"-44"15,0 1-13 1,0 19-5-16,-3-26-14 16,3 26-18-16,0 0-25 0,0 0-34 15,0 0-14-15,0 0 0 16,-18 1-1-16,18-1 1 15,-8 19-1-15,8-19 0 16,-11 35-1-16,8-7 1 16,-1 5-1-16,-1 8 1 15,-2 11-1-15,4 10 1 16,3 6 4-16,-4 10-2 16,1 3 3-16,3 0-3 0,0 1 3 15,3-1-2-15,1-6 2 16,-1-4-4-1,1-7-1-15,-1-6 0 16,2-6-1-16,2-3 3 0,-3-6-3 16,3-5 8-16,-2-7-7 15,2-5 7-15,0-7-7 16,-7-19 6-16,10 25-8 16,-10-25 3-16,0 0-71 15,16 3-57-15,-13-19-30 16,9 1-18-16,-5-15 6 15,9-1-8-15</inkml:trace>
  <inkml:trace contextRef="#ctx0" brushRef="#br0" timeOffset="75483.39">29257 6090 334 0,'-11'-21'122'16,"11"21"-8"-16,0 0-13 15,-22-14-10-15,22 14-20 16,-19 7-29-16,19-7-25 0,-18 26-18 16,6-7 1-16,2 9-2 15,-6 3 1-15,6 9-2 16,-6-1 3-16,4 5-3 16,-6-3 2-16,6-6 0 15,2-4 0-15,3-9 1 16,-2-2-1-16,9-20 1 15,0 0 1-15,0 0-1 16,0 0 1-16,26-33 0 16,-10 7 0-16,0-9 0 15,4-6 1-15,-4-3 0 16,3-1-2-16,-3 4 3 0,1 6-2 16,-5 6-1-16,-5 8-1 15,-7 21 1-15,0 0-2 16,0 0 1-16,-3 21 0 15,-4 18-61 1,-5 8-73-16,-11 7-37 0,7 13-1 16,-20-1-5-16,6 9 13 15</inkml:trace>
  <inkml:trace contextRef="#ctx0" brushRef="#br0" timeOffset="76557.17">27554 6704 257 0,'-7'-15'118'15,"3"-3"-4"-15,4 18-11 16,-8-29-12-16,8 29-12 16,-11-16-19-16,11 16-24 15,0 0-24-15,0 0-10 16,0 0-1-16,-7 23 0 15,6 8-1-15,2 12 1 0,3 14 3 16,-4 12-4-16,3 13 3 16,1 6-3-1,-4 4 2-15,0-2-2 16,0-9 3-16,-4-8-3 0,1-16-1 16,-1-12 1-16,3-12-1 15,-3-11 1-15,4-22-1 16,0 0 0-16,0 0 1 15,-3-19-2-15,3-12 2 16,-4-10 0-16,1-11 1 16,3-14-3-16,0-8 6 15,0-6 0-15,3-5-5 16,1-1 5-16,-1 3-6 16,1 5 3-16,1 12-3 15,-2 9 1-15,-3 13-4 16,0 12 1-16,0 9 4 15,0 23-3-15,0 0 2 0,-8 19 1 16,8 23 3-16,0 13-3 16,1 18 5-16,6 15-6 15,-3 14 2-15,3 7 0 16,-4 0 0-16,2-3-2 16,2-11-2-16,-3-12 3 15,-4-12-3-15,3-14 8 16,-6-14-7-16,3-8 6 15,0-11-4-15,0-24 4 16,0 0-6-16,0 0 2 16,-11-20 0-16,6-19-5 15,5-14 6-15,0-15-4 16,-3-11 5-16,-1-13-6 0,4-3 9 16,0 0-1-16,4 3-6 15,-1 9 7-15,-3 13-7 16,4 13 3-16,-8 19-5 15,8 14 8-15,-4 24-9 16,0 0 5-16,-7 21 4 16,3 13-8-16,4 11 7 15,-3 13-5-15,10 6 5 16,-4 8-9-16,6 6-26 16,-6-7-65-16,11-3-31 15,2-9-20-15,3-20-17 16,14-9-4-16,-4-27 28 0</inkml:trace>
  <inkml:trace contextRef="#ctx0" brushRef="#br0" timeOffset="77543.48">28472 6609 204 0,'-3'-21'122'15,"-1"2"-4"-15,-3 3-10 16,7 16-9-16,0 0-14 0,0 0-15 15,-19 16-25 1,12 22-26-16,0 12-15 16,-2 14-4-16,6 19 2 15,-4 11 0-15,4 12 1 0,3 1-3 16,0 0 2-16,3-5-2 16,1-8-4-16,-1-13 11 15,0-17-9-15,1-12 7 16,1-16-6-16,-1-10 8 15,-4-26-7-15,3 18 6 16,-3-18-7-16,-3-28-6 16,3 0 8-16,-6-8-8 15,-1-11 8-15,-3-10-8 16,3-14 10-16,-2-7-9 16,2-7 10-16,4-3 0 31,0 2-6-16,3 1 6-15,-6 9-7 0,6 8 2 0,-3 16-4 0,3 14 7 0,-4 12-7 16,-3 9 2-16,7 17 3 16,0 0-1-16,0 0 1 15,-15 36 5-15,15 1 0 16,-4 13-6-16,8 19 3 16,-1 16-3-16,1 10 2 15,1 12-5-15,2 4 5 16,3 2 0-16,-4-4-1 15,4-7 1-15,-3-16 3 16,-4-13-2-16,6-18 0 16,-5-13-1-16,2-19 3 15,-6-23-3-15,0 0-5 0,16-40 9 16,-16-2-10-16,4-15 4 16,-4-14 0-16,0-12 2 15,0-4-3-15,-4-6-4 16,4-1 10-16,-3 4-9 15,3 11 8-15,0 10-5 16,0 15 3-16,0 18-3 16,-4 18 2-16,4 18 0 15,0 35-2-15,-2 13-2 16,4 16-74-16,-2 11-52 16,0 4-34-16,11 13-9 15,-11-10-1-15,10-1 18 16</inkml:trace>
  <inkml:trace contextRef="#ctx0" brushRef="#br0" timeOffset="80364.03">19824 20370 75 0,'0'0'149'0,"0"0"-9"15,0 0-9 1,-19-5-10-16,19 5-11 16,0 0-7-16,0 0-13 15,-23 0-15-15,23 0-46 0,0 0-29 16,0 0 0-16,0 0 0 16,0 0 0-16,16-19 0 15,1 10 0-15,11-3 0 16,9-2 0-16,11 2 0 15,8-2 0-15,8-5 0 16,7 4 0-16,0 1 0 16,-5 0 0-16,-1 2 0 0,-17 3 0 15,-10 2 0 1,-12 4 0-16,-26 3 0 16,0 0 0-16,0 0 0 15,-29 9 0-15,-13 1 0 0,-13 2 0 16,-10 2 0-16,-13 1 0 15,-5 8 0-15,-9-1 0 16,2-1 0-16,3 0 0 16,9-4 0-16,12-1 0 15,16-4 0-15,10-3 0 16,17-6-7-16,23-3-2 16,0 0 1-16,30-14-1 15,8 4 0-15,10-4 5 16,11-1-5-16,6-1 11 15,4 0-3-15,-1 4 8 16,-4-2-6-16,-5 6 6 16,-14 3-1-16,-12 1-5 0,-14 4 0 15,-19 0 0-15,0 0 1 16,-26 14-1-16,-10-2-1 16,-13 2-6-16,-8-2 1 15,-6 2-2-15,-1 0 8 16,5 1-7-16,7-4 9 15,10-4-12-15,16-6 6 16,26-1 0-16,0 0 0 16,23-27 8-16,22 9-8 15,21-4 8-15,14-1-10 16,12-3 11-16,10 0-5 16,6 2 6-16,3 3-5 15,-9 2-2-15,-13 4 3 0,-14 3-1 16,-22 5 0-16,-20 3 0 15,-33 4-1-15,0 0 1 16,-60 26-1-16,-10-5 0 16,-20 3-2-16,-20 4 2 15,-13 5-2-15,-3 0-4 16,2-2 5-16,13-3-6 16,21-8 11-16,19-2-12 15,19-10 3-15,29-6-4 16,23-2 6-16,33-24-2 15,19 3 1-15,23-5 7 16,8-2-10-16,11-1 13 16,7-1-6-16,-8 8 7 0,-8 1-3 15,-13 7 1-15,-27 9-5 16,-19 5-3-16,-26 0-1 16,-30 26 0-16,-18 0 0 15,-27 4-7-15,-8 6 2 16,-15 4 0-16,1 0 6 15,-3-2-4-15,18-4-77 16,14-4-87-16,23-22-6 16,45-8-1-16,23-31-4 15,55-12 33-15</inkml:trace>
  <inkml:trace contextRef="#ctx0" brushRef="#br0" timeOffset="81627.92">33016 19098 366 0,'-52'5'139'16,"4"-1"-4"-16,3-1-13 15,10 2-15-15,2-3-26 16,17 1-28-16,16-3-48 16,-17 0-1-16,17 0-1 15,26 0 0-15,3-3 2 16,17 1-5-16,13-1 0 15,8-2 0-15,18-1 0 16,6 1 0-16,9-2 0 0,1 0 0 16,-4 0 0-16,-7-1 0 15,-11 3 0-15,-15 1 0 16,-19 1 0-16,-16 1-1 16,-29 2-5-16,0 0 1 15,-26 9 1-15,-22-4-2 16,-16 3 2-16,-11 3 2 15,-15 1 0-15,-2 0 2 16,-6-2 0-16,8-1 0 16,5 0 1-16,17-2 0 15,20-2 2-15,13-5 1 16,18-4-1-16,17 4 1 16,33-13-1-16,8 2 1 0,22-4-1 15,12-3 0-15,11 1-2 16,15 1-1-1,3 1 0-15,2 1 0 16,-2 5 0-16,-7 2 0 0,-15 6 0 16,-14 1 0-16,-23 3 0 15,-12 4-1-15,-33-7-4 16,0 19 0-16,-23-7 0 16,-22 2 0-16,-10 0 2 15,-10 1 3-15,-4 1 1 16,-2-2 0-16,3-4-1 15,9-1-1-15,14-2 4 16,10-5 0-16,16-2-56 0,19 0-82 16,-3-28-32-1,22 7-5-15,-7-15-1 0,5-1-4 16</inkml:trace>
  <inkml:trace contextRef="#ctx0" brushRef="#br0" timeOffset="89783.45">29956 6412 137 0,'0'-18'69'0,"0"18"-5"15,0 0 2-15,16-12 24 16,-16 12 11-16,22 2-6 16,-4 3-21-16,-3-3-7 0,8 6-3 15,-4-4-2-15,2 5-7 16,1-4-31-16,4 3-14 15,0 5-6-15,2 0-1 16,5 5-1-16,0 2-1 16,9 8-1-16,0 5 2 15,3 10-4-15,3 8 5 16,4 6 0-16,4 5-5 16,-4 12 1-16,3 9-3 15,-6 7 1-15,-11 7-3 16,-5 6 0-16,-10-1-6 15,-16 7-1-15,-18-5 5 16,-8-6 5-16,-14-9 0 0,-8-12 2 16,-1-7 0-16,-7-11 3 15,2-11-2 1,6-12 3-16,3-6-3 16,8-8-1-16,4-3 0 0,4-7 0 15,6-3 0-15,16-9 0 16,-21 9 1-16,21-9 1 15,0 0 2-15,0 0 1 16,0 0 2-16,0 0 0 16,0 0-1-16,0 0 0 15,0 0-4-15,0 0-96 16,0 0-54-16,0 0-25 16,0 0-1-16,-16 8-4 0,16-8 0 15</inkml:trace>
  <inkml:trace contextRef="#ctx0" brushRef="#br0" timeOffset="128293.4">12277 12541 54 0,'-11'17'34'15,"11"-17"-6"-15,0 0-6 16,0 0 1-16,-8 18-4 15,8-18 2-15,0 0-8 16,0 0 2-16,0 0-2 16,0 0 14-16,0 0 3 0,0 0 1 15,0 0 3 1,19 15 4-16,-19-15 5 16,19 9 0-16,-4-1 4 15,3-6 14-15,8 5 1 0,0-7-4 16,9 5-5-16,-2-5-7 15,8 0-7-15,-4-3-3 16,8 1-6-16,-7-1-30 16,2-3-4-16,-5 3-1 15,-6-4-2-15,1 4-40 16,-8-4-40-16,4 5-39 16,0 7-24-16,-7-3-14 0,4 8 0 15,-4-3-1 1</inkml:trace>
  <inkml:trace contextRef="#ctx0" brushRef="#br0" timeOffset="129488.25">12707 13915 69 0,'-5'-15'50'0,"5"15"-4"15,0 0-8-15,0 0-10 16,0 0-9-16,0 0-8 15,0 0-10-15,0 0-20 0,0 0-31 16,-7-19-22 0,7 19-19-16,7-23 62 15,-7 23 29-15</inkml:trace>
  <inkml:trace contextRef="#ctx0" brushRef="#br0" timeOffset="133238.91">18958 13666 72 0,'0'0'47'0,"0"0"6"0,0 0 8 15,0 0 13-15,0 0 1 16,0 0-3-16,0 0-5 15,0 0-1-15,0 0-12 16,0 0-12-16,0 0-11 16,0 0-16-16,0 0-10 15,0 0-5-15,0 0 0 16,0 0-2-16,0 0 3 16,0 0-1-16,0 0 2 15,0 0 1-15,0 0 0 16,0 0-5-16,0 0-30 15,0 0-39-15,0 0-21 16,7-17-21-16,-7 17-10 0,7-21-12 16,0 5-2-16,-11-15 102 15</inkml:trace>
  <inkml:trace contextRef="#ctx0" brushRef="#br0" timeOffset="135991.87">16238 12686 162 0,'0'0'75'0,"0"0"-6"15,0 0-3-15,14 16 0 16,-14-16 24-16,19 9-12 15,-19-9-11-15,29 13-17 16,-10-6-1-16,7 4-5 16,1-4-2-16,6 5-8 15,1-2-31-15,6 1-1 16,2-3 0-16,6 1 0 0,4 0-2 16,4-3 2-16,-2 0 1 15,5-3 0-15,2-1-1 16,1-2 2-16,2-2-1 15,2 0 0-15,2-3 0 16,0 2-2-16,6-2 0 16,1-1-1-16,0 1 1 15,3 0-1-15,-4 0 0 16,4 0 1-16,-1-2 0 16,1 0 0-16,0-2 0 15,0 0-1-15,-3 1 1 16,-1-3-1-16,1 1-1 15,3-2 0-15,-5 0 1 0,2 1-1 16,-1-1 1-16,1 0 5 16,0 0-5-16,-4-4 2 15,7 4-5-15,-3 0 5 16,-4-2-5-16,0 1 6 16,-2-1-6-16,-4-2 1 15,2 1-1-15,-4 1 3 16,-6-2 3-16,-1-3-1 15,-4 0 0-15,-7-2-2 16,-4-1 1-16,-4-3-1 16,-4 1-1-16,-5-2-2 15,-7 0-1-15,-2-3-1 16,-7 1-2-16,-5-1-1 0,-4-1 1 16,-3 3-1-16,-3-5 2 15,-8 3 0-15,3 0 2 16,-6-1-1-1,-2 1 4-15,-3 1 0 0,2 2 1 16,-2-3 0-16,-1 4 2 16,-2 0-2-16,-1-1 1 15,1 3 0-15,-4 1-1 16,0 1 0-16,0 0 1 16,-4 2-2-16,1 0 1 15,1 2-1-15,-2-2 0 16,1 0 1-16,-1-1-4 15,-3 1 3-15,-1 0-2 0,-3 0-2 16,-1 0 3-16,-4 4-3 16,-1-3 3-16,-6 6-3 15,4-2 6-15,-7 4-6 16,0 1 6-16,2 1-2 16,-2 1 1-16,-4 0-1 15,4 3 0-15,-4 1 0 16,-1 0 1-16,2 3-1 15,-1 0 1-15,4 0-1 16,0 1 1-16,-5 3 1 16,5-3-1-16,0 1 0 15,3 2 1-15,0-3-1 16,1 1 0-16,-1 0 0 0,7 0 1 16,-1-1-1-16,5 1 0 15,-4 0 0-15,2-1-1 16,2-1 1-1,-2 2 0-15,9 0 0 0,-6-2-1 16,6-2 0-16,-2 0 1 16,0 1 0-16,2-1 0 15,2-1 0-15,-1-1 0 16,-3 1 0-16,2 1 0 16,1 0 1-16,-3 0-1 15,7 1 0-15,-3 1 0 16,-3 0 1-16,3 0-1 0,-1 0 0 15,1 1 0-15,3 1 1 16,0 0-2 0,-4 0 2-16,3 1-1 15,4 1-1-15,-3-1 2 0,5-1-1 16,2 1 0-16,-3 1 1 16,2-3 0-16,1 3 0 15,0-1-2-15,-2-1 2 16,2 2-1-16,0 1 0 15,-3 0 0-15,-8 2 1 16,1 1-2-16,-1-1 1 16,2 4 0-16,-5-3 5 15,4 6-2-15,-6-5 0 16,6 3 0-16,6-3 0 16,1 1 0-16,1 2 1 15,-2-3-2-15,1 1-3 16,-1-1 1-16,4 1 0 0,0-1 0 15,0 3-2-15,1-2 2 16,-1 3-1-16,4-1 1 16,15-12 0-16,-30 27-2 15,30-27 2-15,-22 25-3 16,22-25 3-16,-18 24-1 16,18-24 0-16,-8 24-1 15,8-24 3-15,-11 26-2 16,8-10 2-16,1 1-1 15,-2 0-1-15,1 2 0 16,-4 0 2-16,4 0-2 16,-1 2 0-16,-1 0 1 15,-2 0-1-15,3-2 0 0,-3 3 1 16,4-1-1-16,-2 0 1 16,1 3-1-16,1-1 1 15,-1 1 0-15,1 2-1 16,-1-2 0-16,1 0 2 15,1 0-2-15,-1 2 1 16,-1-3-1-16,4-1 1 16,-3-3-1-16,3 2 1 15,-4-3-1-15,4-3 1 16,0 1 0-16,0-16 0 16,4 27-1-16,-4-27 1 15,7 28 0-15,-7-28 2 16,5 26-2-16,-5-26 4 0,14 21 0 15,-14-21-1-15,15 22 2 16,-15-22-1-16,23 12 1 16,-23-12-2-16,26 14 3 15,-12-7-5-15,-14-7 1 16,29 11-3-16,-29-11 2 16,25 13-3-16,-25-13 3 15,29 7-3-15,-29-7 2 16,23 9-2-16,-23-9 4 15,26 7 0-15,-26-7 2 16,26 3-2-16,-26-3 0 16,26 4 1-16,-26-4 0 15,26 0-1-15,-26 0-1 0,26 2 1 16,-26-2-2-16,23 1 1 16,-23-1-1-1,22 0-1-15,-22 0 1 16,19 0 0-16,-19 0 0 0,18 2-1 15,-18-2 0-15,0 0 0 16,19 4-1-16,-19-4 2 16,15 3-1-16,-15-3 1 15,18 5 0-15,-18-5-1 16,22 5 1-16,-22-5 1 16,26 9-1-16,-26-9 0 15,23 5 1-15,-23-5-2 0,22 7 0 16,-22-7 0-1,0 0 2-15,20 2-2 16,-20-2-82-16,0 0-73 16,0 0-8-16,0 0 2 15,0 0-5-15,-11-28 9 0</inkml:trace>
  <inkml:trace contextRef="#ctx0" brushRef="#br0" timeOffset="137572">20366 11468 85 0,'0'0'51'15,"0"0"14"-15,0 0 5 16,0 0 0-16,0 0 9 15,0 0-1-15,19 0-9 16,0 1-2-16,5-4-13 16,7 3-8-16,2-5-8 15,9 3-2-15,-2-5-17 16,5 2-3-16,-3 0 1 16,3 0-2-16,-9-1-1 15,-1 3-7-15,-2-1-8 0,-10 3-2 16,-1-1-1-1,-22 2-2-15,23 0-2 16,-23 0 1-16,0 0 0 0,0 0-1 16,-30 9 1-16,11-8 1 15,-7 5 1-15,0-1 3 16,-5 0 1-16,-2 2 1 16,-4-2-2-16,3 4 2 15,1-2-1-15,0 0 1 16,5 0 1-16,5-2 0 15,6-2 0-15,17-3 3 16,-23 5 4-16,23-5 1 16,0 0 1-16,0 0 0 15,30 0-2-15,-7 0 1 16,-4-1 0-16,10-1-3 16,1 0-4-16,-1-1-4 0,6 1-72 15,-2 0-58-15,-4-3-35 16,3 9-6-16,-12-6 0 15,6 12-4-15</inkml:trace>
  <inkml:trace contextRef="#ctx0" brushRef="#br0" timeOffset="139374.34">20369 14090 223 0,'0'0'123'0,"23"11"-10"16,-23-11-5-16,26 3-10 15,-4 1-13-15,-3-6-17 16,11 4-18-16,-1-2-38 16,1 1-11-16,5-1 0 15,-2 2 1-15,1 0-2 16,3-4 1-16,1 0 0 15,2-3 0-15,-2-2 1 16,6-3-2-16,-6-2 2 16,3-1-1-16,-4-4 1 15,1 0 0-15,-2-2-1 16,-1-2-1-16,-2-1 1 0,-3 1 0 16,-1-3-1-16,-6-1-1 15,3 3 1-15,-4-2-2 16,1-1 4-16,-7 3-3 15,-1-2 2-15,2-2-2 16,-4 0 1-16,-3-5 0 16,-1 1 0-16,1-3 1 15,-6 0-1-15,3-1 2 16,-2-1-1-16,-5 4 2 16,3-2-2-16,-3 2 2 15,0-2-2-15,-3 2 0 16,-2 1 1-16,-2 3-1 15,3-1 2-15,-6-1 1 0,1 1 4 16,-1 4 0-16,1-4 1 16,-5 4-2-16,2-1-1 15,-2 3-2-15,-2-1-2 16,3 3-6-16,-3 2-4 16,0 1-2-16,2 2-1 15,-5-3 1-15,4 3 1 16,-6-3 0-16,2 4 2 15,0-1 2-15,0-1 3 16,-4 1 1-16,0 1 0 16,1 2-1-16,-1 1 2 15,-3 1-1-15,0 1 2 16,-3 2-1-16,3 1 0 0,0-1 0 16,-4 1 0-16,-3 1 1 15,2 3-1-15,1 1 0 16,1 1-2-16,3 1 2 15,-5 5 0-15,1-1-1 16,8 2 0-16,-1 0 1 16,2 0-1-16,2 1 1 15,0 3 1-15,0-3 0 16,19-8 0-16,-30 25 1 16,18-10 0-16,-2 2 0 15,-5-1 0-15,5 5 0 16,-1-2-1-16,-1 3 1 15,-1 1-2-15,1 1 2 0,-3 2-2 16,2-2 1-16,1 4-1 16,4 0 2-1,-5-1 0-15,4 3 2 16,-1-1-2-16,6 1 3 0,-3-1 0 16,8 2 2-16,-2-3 0 15,5 3-1-15,-4 5-4 16,8 1-2-16,1-1 2 15,2 2-4-15,0 2 1 16,1 0-2-16,3 3-1 16,-1-1 2-16,2-4 0 15,2-2 2-15,-1 2-2 0,-3-5 2 16,6 0-2-16,-4-4 2 16,2 1-2-16,-2-6 0 15,2-1-2 1,-2-6 1-16,-12-17-2 15,19 24-2-15,-19-24 0 0,0 0-40 16,21 9-61-16,-21-9-52 16,0-23-9-16,-7 4 1 15,-9-17-1-15,2 1 95 16</inkml:trace>
  <inkml:trace contextRef="#ctx0" brushRef="#br0" timeOffset="140717.34">19111 12825 161 0,'0'0'142'0,"0"0"-18"0,0 0-10 15,0 0-4-15,0 0-11 16,0 0-12-16,0 0-24 16,0 0-32-16,0 0-35 15,0 0 1-15,0 0 1 16,0 0 1-16,0 0 0 16,0 0 2-16,0 0 0 15,0 0 3-15,0 0-1 16,0 0 2-16,0 0 0 0,0 0 0 15,0 0 1 1,0 0-2-16,17 3 0 16,-17-3-7-16,0 0 2 15,0 0-3-15,16 4 0 0,-16-4-1 16,26 10 1-16,-4-1-1 16,4 1 1-16,9 8 3 15,5 1 1-15,9 1-1 16,6 6 1-16,-1 2-1 15,5 1 1-15,0 3-1 16,-5-5 2-16,-6 1-2 16,-4-4 1-16,-6 2-1 15,-9-9 1-15,-6 1 0 16,-7-6 0-16,-16-12 0 16,26 15 0-16,-26-15 0 15,0 0 1-15,0 0 4 16,14 2-3-16,-14-2 0 0,3-15-2 15,-3 15 1-15,-7-30-1 16,4 8 0-16,-4-3-1 16,-2-2-2-16,-1-3 0 15,-6 1 5-15,2-2 0 16,-2 1 3-16,-3 6 1 16,2 0 2-16,1 5 1 15,-3 0 0-15,2 7 1 16,17 12-1-16,-26-16-1 15,26 16-4-15,-16-7-1 16,16 7-6-16,0 0-2 16,0 0-5-16,0 0-1 15,-3 16-1-15,3-16 0 0,10 24 1 16,-3-8 1-16,2 3 1 16,1 1 4-16,2 1 2 15,2 2 1-15,2-3 1 16,-2 1 0-16,1-2-1 15,1 0 2-15,-2-1-1 16,-2-1 1-16,2-2-1 16,-14-15 0-16,19 25-1 15,-19-25 2-15,16 15-1 16,-16-15 0-16,0 0 1 16,0 0 1-16,0 0 1 15,0 0 2-15,7 16 1 0,-7-16 2 16,0 0 1-16,-14 22 2 15,14-22 1-15,-16 25-2 16,0-10-1 0,3 4-2-16,-7 0-1 0,-2 2-1 15,-4-2-2-15,-4 0-1 16,-1 0-2-16,5-3 1 16,0-1 0-16,0-4 1 15,7-1-1-15,5-3 0 16,14-7-1-16,-19 7-1 15,19-7-2-15,0 0 0 16,0 0 0-16,0 0-1 16,0 0 1-16,0 0 1 0,0 0 1 15,0 0 1 1,0 0 3-16,0 0 0 16,0 0 1-16,0 0-1 15,0 0-1-15,0 0-2 0,0 0-10 16,0 0-101-16,0 0-61 15,7-21-5-15,-2-3 3 16,2 0-5-16,-10-13 50 16</inkml:trace>
  <inkml:trace contextRef="#ctx0" brushRef="#br0" timeOffset="148612.94">22756 12695 123 0,'0'0'88'0,"0"0"18"16,0 0-1-16,26 10-1 15,-3-6-12-15,-1-4-7 16,9 2-11-16,-1-4-23 16,3 2-22-16,0-2-19 0,2-1-10 15,-9-1-1 1,-4 2 0-16,-3 1 0 16,-19 1 1-16,21-4 0 15,-21 4-5-15,0 0-7 0,0 0-1 16,0 0-1-16,-17-12-1 15,17 12 2-15,-26-3 3 16,7 1 14-16,-4 2 5 16,4 0 6-16,0 2 3 15,-2-1 2-15,5 3-1 16,16-4-2-16,-22 2-3 16,22-2-15-16,0 0-2 15,0 0-2-15,0 0 0 0,0 0-1 16,0 0 1-16,0 0-1 15,15 1 0 1,-15-1 2-16,18 0 1 16,-18 0 2-16,19 0-1 0,-19 0 2 15,0 0-2-15,15 2 2 16,-15-2 0-16,0 0-4 16,0 0-1-16,0 0-3 15,0 0 1-15,0 0 1 16,0 0 1-16,0 0 0 15,0 0 3-15,-19 12 2 16,19-12 3-16,0 0 4 16,-19 7 2-16,19-7-1 15,-17 7 0-15,17-7 1 16,-19 4-1-16,19-4 0 16,-16 3-1-16,16-3-1 15,0 0-1-15,-14 2-1 0,14-2-2 16,0 0 1-16,0 0-2 15,0 0 0-15,0 0-1 16,0 0 1-16,0 0-1 16,0 0 0-16,0 0 0 15,0 0 0-15,-19-5 0 16,19 5 0-16,0 0 0 16,0 0-1-16,-15-6 3 15,15 6-1-15,0 0 0 16,0 0 1-16,0 0-1 15,0 0 2-15,0 0 0 16,0 0-1-16,0 0-3 16,0 0-1-16,0 0-3 0,0 0 1 15,0 0-2-15,0 0 0 16,15-10 0-16,-15 10 1 16,26-4 1-16,-10 3 4 15,5 1 0-15,-6 0 0 16,1-2 1-16,1 2 0 15,-17 0-1-15,26 0 0 16,-26 0 1-16,0 0 1 16,16 0 2-16,-16 0 6 15,0 0-1-15,0 0 0 16,-19 3 2-16,19-3-2 16,-26 2 1-16,12-2-3 0,-2 0-2 15,-3 0-6-15,2 0 1 16,1 4 0-16,1-3 1 15,15-1-1-15,-26 7-3 16,26-7-2 0,-16 4-1-16,16-4-3 0,0 0-1 15,0 0 0-15,0 0-1 16,16 0 1-16,-16 0 2 16,26-2 4-16,-7 2 1 15,-4-2 1-15,3 2 1 16,-3 0 2-16,-15 0-2 15,23 0 2-15,-23 0 0 16,0 0 3-16,0 0 4 0,0 0 3 16,0 0-1-16,0 0 0 15,0 0 0-15,-26 11 0 16,26-11-2 0,-26 7-3-16,7-6-2 0,3 3-4 15,-1-1 1-15,17-3-2 16,-26 5-2-16,26-5-3 15,0 0-2-15,0 0-1 16,0 0-1-16,0 0 1 16,0 0-1-16,0 0 2 15,26-8 2-15,-26 8 2 16,29-4 3-16,-15 3 2 16,5-1-3-16,-19 2 3 0,26-4 0 15,-26 4 0 1,16-1 2-16,-16 1 0 15,0 0 1-15,0 0 4 16,0 0 5-16,0 0-1 0,0 0-1 16,-16 7 1-16,16-7-1 15,-17 3-1-15,17-3-2 16,-19 4-2-16,19-4-5 16,-16 1 0-16,16-1 0 15,0 0 0-15,-14 5-1 16,14-5-1-16,0 0-3 15,0 0-2-15,0 0 0 16,0 0-1-16,0 0-1 16,0 0 1-16,0 0-1 15,0 0 3-15,14-5 2 16,-14 5 2-16,0 0 0 16,0 0 2-16,0 0 0 0,0 0 0 15,0 0 0-15,0 0 0 16,0 0 0-16,0 0-1 15,0 0 2-15,0 0-1 16,0 0 0-16,0 0-1 16,0 0 1-16,0 0 0 15,0 0 1-15,0 0-1 16,0 0-1-16,0 0 0 16,0 0 1-16,0 0-3 15,0 0 1-15,0 0 1 16,0 0-1-16,0 0 1 15,0 0-1-15,0 0 1 16,0 0-2-16,0 0 4 0,0 0-2 16,16-5 1-16,-16 5-2 15,0 0 2-15,26-2-1 16,-26 2 1-16,22-1 1 16,-4-1-1-16,-3-2 1 15,5 3-1-15,-1-1 1 16,7-1-1-16,3 1 1 15,8 0-1-15,1 0 0 16,7-1 1-16,7 3-2 16,4-4 1-16,4 3-1 15,3-1 1-15,1 0 0 16,-1 0 1-16,1-1 0 16,3 3-1-16,-1-2 0 0,-1 1 1 15,-1 1-1-15,-2-2 1 16,-1 2-1-1,2-2 0-15,-3 0 0 16,-4-1 0-16,-1-1 0 0,1 3 1 16,-6-3-1-16,2 1 0 15,-3-1 1-15,-4 1 0 16,2-1 0-16,-5 3 0 16,-1-3 0-16,-1 1-1 15,-5-1 1-15,1 1-1 16,3-1 1-16,-6 1 0 15,-2-2 2-15,-2 1-2 0,4 1 2 16,-7-2-2-16,4 1 2 16,-4-1-3-16,2 1 3 15,-2-1-3-15,3-2 1 16,-3 2-5-16,0-3 5 16,4 1-5-16,-4-4 5 15,0 1-3-15,0-4 2 16,0 0-3-16,-3 2 3 15,-1-5 0-15,4 1 0 16,-7-1 2-16,4-1-3 16,-4 3 2-16,0-2-1 15,-2-1 1-15,-5 1 0 16,2 0 1-16,-1-2-2 0,-7 0 1 16,5-2 1-16,-6-2-1 15,2-3 0-15,0 0 1 16,-2-1-1-1,2-3 0-15,-3 3 1 0,-1-3 1 16,-3 1-1-16,0 1 1 16,0 2 1-16,-3 0 1 15,-1 4 1-15,-3 1 3 16,-2 0-2-16,-1 4 3 16,10 17-2-16,-22-28 1 15,22 28-1-15,-30-22-2 16,11 11-2-16,0 2 0 15,-4 3-2-15,1-1-1 0,-4 0-1 16,-4 0-1 0,1 0 0-16,-6 2 1 15,2-2 0-15,0 0-1 16,-5 0 1-16,1 0-1 0,3 2 0 16,-3-2 1-16,2-2-1 15,-1 4 1-15,1-4-1 16,-1 2 1-16,-2 1-1 15,5 0-1-15,-6-1 3 16,3 0-1-16,-2 2 1 16,1-2-1-16,3 2 1 15,-3 0-2-15,1 0 3 16,1 0-1-16,-1 1-2 16,1-1-1-16,-2 0 2 15,3 1-2-15,1-1 1 16,-5 2-1-16,5-1 1 15,-4-1-2-15,2 0 3 0,-1 1 0 16,-2-1-1-16,1 0 0 16,-1 0 1-16,2 1 0 15,-3-1 0 1,1 2 1-16,2-3-1 0,-1 5 0 16,3-3-1-16,-5 3 2 15,0 1-2-15,4-2 1 16,-2 0 0-16,-1 2 0 15,2 0-1-15,-2 2 1 16,-2-2 0-16,1 3-2 16,3-3 3-16,-2 2-3 15,-2 0 2-15,2 1 0 16,-1 2 0-16,0-3 0 0,4 3 0 16,-2-3 0-16,3 3 0 15,-3-1 0-15,4 3 0 16,2-6 0-16,1 3 0 15,4-1 1-15,0 1-2 16,4 1 3-16,-1-2-2 16,1 3 2-16,-1-3-2 15,2 4 2-15,-1-2-4 16,3 2 1-16,-4 0 0 16,1 2 1-16,2-1-2 15,-2 1 1-15,-1 1-1 16,1 1 2-16,1-1 0 15,-2 0 0-15,-3 3 0 0,4-3-1 16,-1 2 1-16,1 0 0 16,2 0 0-16,-2 0-2 15,3 1 1 1,-2 0-1-16,5 1 1 0,1 0-2 16,1 2 1-16,-2 1 0 15,4 0 0-15,-2 4 0 16,4 0 1-16,-2 0-2 15,1-1 3-15,3 5-1 16,-6-3 0-16,5 1-1 16,-5 1 3-16,5 0-3 15,-1-1 2-15,0 3-1 0,1 0 2 16,2 0-3-16,-3-2 2 16,1 0-1-16,2-2-1 15,3-1 1 1,-1-2-1-16,2 0-1 0,-1-3-1 15,4 1 1-15,0-17 0 16,4 30 0-16,-4-30-1 16,12 26 1-16,-12-26 0 15,14 29 0-15,-14-29 1 16,28 29 3-16,-11-11-1 16,2-1 2-16,7 0-6 15,0 1 7-15,9-1-6 16,-2-1 7-16,3 1-6 0,6-3 2 15,-4-2-4 1,2-2 4-16,-2 1 1 16,2-4-2-16,-2-2 1 15,1-2-3-15,-3-1 2 0,-1-4-1 16,1 2 1-16,-6-3-1 16,-1 1 1-16,-3-1-1 15,-7 1 1-15,-19 2 1 16,26-4-1-16,-26 4 0 15,0 0-4-15,16-7-95 16,-16 7-51-16,0 0-14 16,26-22 0-16,-16-1-1 15,18 6 43-15</inkml:trace>
  <inkml:trace contextRef="#ctx0" brushRef="#br0" timeOffset="150416.23">25316 12721 91 0,'0'0'83'0,"-31"-14"5"16,10 7 26-16,2 2-12 16,-3 0-2-16,2 3-11 15,-2-3-7-15,5 7-13 16,-6-6-14-16,7 6-20 16,1 0-33-16,15-2-1 15,-23 3-2-15,23-3 1 16,0 0-3-16,0 0 0 15,0 0 0-15,-7 19 0 16,7-19 0-16,23 19 1 16,-8-5 0-16,3 2 1 0,1 1 1 15,7 0 1-15,3 4-1 16,3-2 1-16,4 0-1 16,2 0 1-16,4 0-2 15,1-2 1 1,2 1-1-16,1-3 1 0,-5 1-1 15,3 0 0-15,-3-4 1 16,-3 1-1-16,-1 0 0 16,5 0 1-16,-6 0 0 15,6 0 0-15,-4 1 1 16,2-2-1-16,1 6 0 16,1-3 1-16,-2 1 0 15,2-1-1-15,-1 3 1 0,-1-1 1 16,2 2-2-16,-6 0 0 15,3-2 1 1,-1-1-1-16,-5 0 0 16,-7-3 0-16,0-2 0 0,-4-1 1 15,-6-1-1-15,-2-2 0 16,-14-7-1-16,23 12 1 16,-23-12 0-16,15 10 1 15,-15-10-1-15,0 0-1 16,17 12 1-16,-17-12 0 15,0 0 0-15,0 0 0 16,0 0-1-16,0 0 1 16,0 0 1-16,0 0-2 15,0 0 1-15,0 0 1 0,0 0-1 16,0 0 4 0,0 0 1-16,0 0-1 15,0 0 1-15,0 0 1 0,-17-12 0 16,17 12-1-16,-19-31 0 15,7 10-2-15,-5-1-1 16,4-2-2-16,-4 1 1 16,1-1-1-16,4 3 0 15,-2 0-1-15,14 21 1 16,-19-26-1-16,19 26-1 16,-10-19 0-16,10 19-1 15,0 0-1-15,0 0-2 16,0 0 1-16,0 0-1 15,0 0 0-15,0 0 1 16,14 0 1-16,-14 0 0 16,0 0 1-16,22 25 3 0,-22-25 0 15,19 29-1-15,-5-12 2 16,2 1-1-16,0 1 0 16,1-2 0-16,2 2 2 15,-3-2-3-15,3-1 2 16,-5-1-1-16,5 1-1 15,-19-16 1-15,26 26 0 16,-26-26-1-16,22 19 2 16,-22-19-2-16,16 17 2 15,-16-17-1-15,0 0 1 16,14 16-1-16,-14-16 1 16,0 0 0-16,0 0 0 15,0 0 1-15,0 0 0 0,0 0 3 16,0 16 1-16,0-16 0 15,0 0 3-15,0 0-1 16,-23 13 2-16,23-13-2 16,-26 12 0-16,7-5-3 15,-3 4 0-15,-5-3-2 16,-2 3-1-16,-4-1 0 16,-2 2-3-16,-1 2 3 15,-1-2-4-15,3 2 3 16,1-2-2-16,1 0 1 15,6-1-2-15,4-3 1 16,1 3-3-16,21-11 4 16,-23 8 0-16,23-8-1 0,0 0 0 15,-15 7 1-15,15-7 0 16,0 0 0-16,0 0 0 16,0 0-2-16,0 0 1 15,0 0-1-15,-16 16 2 16,16-16-1-16,0 0-1 15,0 0 1-15,-14 16 0 16,14-16-2-16,0 0-1 16,0 0-1-16,0 0-3 15,0 0 0-15,0 0-3 16,14-23-104-16,-5 4-54 16,-6-21 0-16,8-1-2 0,-6-22 2 15,12-1 48-15</inkml:trace>
  <inkml:trace contextRef="#ctx0" brushRef="#br0" timeOffset="153248.25">27983 12051 367 0,'0'0'132'0,"0"0"-15"15,0 0-11-15,5-21-12 16,-5 21-20-16,0 0-44 16,-23-17-17-16,23 17 1 15,-29-21-1-15,10 7 1 16,3 2-4-16,-3 0-3 15,1 0-5-15,-1-4-2 16,-3 4 1-16,-1-1-2 16,-3-1 1-16,0 2-1 15,-3-1 1-15,3 1-1 16,3 2 3-16,-3 0 0 16,3 1-1-16,4 0-1 0,0 2 0 15,5-3 0-15,-1 1-1 16,-4 1 1-16,5-1-2 15,-2 0 1-15,-3 1-1 16,2-1 2-16,-6-1 0 16,1 1-1-16,-1-1 1 15,-3 1-6-15,-5-1 5 16,1 1-4-16,-3 0 5 16,-5 1-6-16,2 1 4 15,-3 1-3-15,-1 3 4 16,-1 0-1-16,-1-4 2 15,6 3-1-15,-6-1 0 16,0 0 0-16,-1 0 0 0,1-1 1 16,-3-1 0-16,0-1-1 15,0 3-3-15,2-2 4 16,-3 1 0-16,1-2 0 16,7 1-3-16,-5 0 2 15,1 2-1-15,4-2 2 16,-6 2-1-16,6-2 1 15,-3 2-3-15,-3-1 3 16,3-1 0-16,-1 2 0 16,2 2-1-16,-2-1 0 15,1 3 1-15,-1-1 2 16,2 0-3-16,2 2 0 16,-6-2 0-16,6 2 1 0,0-1 0 15,-2 1 0-15,2 0 0 16,-2-2-2-16,2 2 3 15,0 0-2-15,-2 3 1 16,2-3 0-16,-2 2-1 16,-5 0-1-16,3 1 1 15,2-1 0-15,-2 1 0 16,-3 1 0-16,0-1 0 16,0 1-1-16,5 1 2 15,-2-1 0-15,1 1 0 16,1 2 0-16,2-2 2 15,1 3-3-15,-1-2 4 0,5 1-2 16,-2 0 2-16,2 1-4 16,0-3 3-16,2 1-3 15,1 2 0-15,1-1 0 16,3 0 0-16,0 2-1 16,0-1 1-16,0 1 1 15,0 3-1-15,0-1 2 16,-2 1-4-16,2 0 3 15,0 3-2-15,0 1 2 16,3 0-3-16,-3 1 1 16,4 2-2-16,3 2 1 15,-2-2 1-15,5 3-1 16,-3 2 1-16,5 2-1 0,-1-1 1 16,4 1 0-16,-1 0 0 15,2 0 0 1,1-2 1-16,2 0-2 15,0-2 2-15,4 1-1 0,-1-1 1 16,2-1-1-16,2-2 1 16,0 2 1-16,0-2-1 15,2 0-1-15,2-3 2 16,-1 1-2-16,0-1 1 16,1-1 0-16,3 1 1 15,-7-16-3-15,12 29 3 16,-12-29-2-16,19 30 3 15,-12-15-2-15,7 1 0 16,-14-16 1-16,19 27 1 16,-19-27-1-16,26 28 0 15,-26-28-1-15,30 26 1 16,-30-26-1-16,27 21 1 0,-27-21-1 16,26 15 1-16,-26-15-1 15,23 18 2-15,-23-18-1 16,23 14 1-16,-23-14-1 15,20 14 1-15,-20-14-2 16,23 12 2-16,-23-12 2 16,26 10-3-16,-26-10 3 15,28 12-4-15,-7-7 5 16,-2 2-5-16,3-2 5 16,1-1-3-16,6-1-2 15,1 1 1-15,5-4 0 16,1 2-1-16,2-2 1 15,4 0 1-15,1 0-2 0,2 1 1 16,0-1 0-16,4-1 0 16,0 2 0-16,-1-1 0 15,4 0 0-15,0 2-1 16,1-2 1-16,0 0 0 16,3 0 1-16,-1 3-2 15,-3-3 0-15,-3 2 1 16,3 0 0-16,-3 0 0 15,-4-1 1-15,0 1-1 16,-7 0 0-16,6 0 1 16,-6-1 0-16,2 1-3 15,-6 0 2-15,-1-2-3 16,2 2 3-16,2-2-3 0,-4 1 3 16,-2-1-4-16,2 0 4 15,0 0 0-15,2 2 0 16,-6-2 0-16,7 0 0 15,-4 0 0-15,1 0 1 16,1 0-1-16,-1 0 0 16,0 0 3-16,-1 0-2 15,1-2 3-15,-4 2-4 16,4-1 3-16,-5-1-3 16,1 2 3-16,4-2-2 15,-7 0 0-15,4 1 0 16,-2-1-1-16,-2 0 0 0,0 2 0 15,-5 0 0-15,-2-2 1 16,0 4-1-16,0-2 0 16,-2 0-1-16,-1 0 1 15,-1 0 0-15,5 0 0 16,-3-2 1-16,2 2-1 16,0 0 0-16,4-1 0 15,-4-1 1-15,5 2-1 16,-1-2 0-16,3 2 0 15,-2-2 0-15,5-1 0 16,1 1 1-16,-4 1-1 16,4-1 0-16,-1-3 0 15,-1 3 0-15,1-3 0 0,-3 1 1 16,0-1-1-16,0 2-4 16,0-4 4-16,-3 3-4 15,0-1 5-15,-1 0-5 16,-4 1 4-16,1-1-4 15,0 2 4-15,-4-4 0 16,-1 3-2-16,-14 4 3 16,30-12-4-16,-30 12 3 15,26-12-2-15,-26 12 2 16,26-14-1-16,-26 14 0 16,22-14 2-16,-22 14 0 15,23-12-1-15,-23 12 0 16,23-14-1-16,-23 14 2 0,19-13-2 15,-19 13 3-15,15-13-2 16,-15 13-1 0,18-13 0-16,-18 13 2 15,0 0 0-15,22-19-1 0,-22 19 0 16,0 0 0-16,19-23 0 16,-19 23 1-16,11-16-1 15,-11 16 0-15,12-17 0 16,-12 17 0-16,7-17 1 15,-7 17-1-15,8-17 1 16,-8 17 0-16,7-19 1 16,-7 19 1-16,-3-25 0 15,3 25 2-15,-9-33 2 0,2 13 2 16,-3-1 2 0,-2-2 0-16,1 4-1 15,-4-3 1-15,-1 3-2 16,-1 3 0-16,1 2-2 0,-3 4-2 15,-2 0-2-15,-7 4-24 16,-5-2-96-16,-8-3-54 16,1 8-1-16,-16-6-5 15,8 9-1-15,-3-3 34 16</inkml:trace>
  <inkml:trace contextRef="#ctx0" brushRef="#br0" timeOffset="154580.84">27861 13100 24 0,'0'0'118'16,"-19"-19"-6"-16,19 19 1 16,-19-29-2-16,8 11-5 15,11 18-9-15,-12-29-16 16,12 29-12-16,-7-26-21 15,7 26-21-15,4-19-33 16,-4 19-2-16,0 0-1 16,3-17 2-16,-3 17 7 0,0 0 2 15,0 0 2-15,0 0-1 16,0 0 1-16,0 0-2 16,0 0 0-16,0 0 0 15,0 0-1-15,-7 17-1 16,7-17-2-16,19 24 1 15,2-7 0-15,10 6 1 16,6 5-1-16,8 3 1 16,11 2-1-16,4 1 0 15,6-1 1-15,2 2 0 16,3-2-2-16,-3-2 3 16,-6-3-2-16,-4-3 1 15,-6-4 0-15,-11-2 1 0,-8-5-1 16,-10-3 2-16,-23-11 0 15,19 12 1-15,-19-12 3 16,0 0 3 0,0 0 3-16,0 0-1 0,-16 0-1 15,16 0-1-15,-15-11-1 16,15 11 0-16,-18-17-3 16,3 1-4-16,-1-1-1 15,-1-4-1-15,-6-1 1 16,1-1 0-16,-4-1 2 15,0-2-3-15,-6 2 1 16,6 3 0-16,0 2 0 16,0 2-1-16,7 3 2 0,2 3-3 15,17 11 0-15,-23-12-3 16,23 12 0 0,0 0-4-16,0 0 0 15,0 0-1-15,0 0-1 0,0 0 1 16,0 0 2-16,14 2 1 15,-14-2 2-15,16 17 4 16,-16-17-1-16,19 26 2 16,-5-10 0-16,1 3-1 15,8 2 0-15,-4 0 1 16,7-4-1-16,-3 2 0 16,3 0-1-16,0-2 3 15,-4-1 0-15,4-1 0 0,-3-1-1 16,-1-2 0-1,-1 0 0-15,-5-1 1 16,0-2 0-16,-16-9 0 16,22 12 1-16,-22-12 5 0,0 0 1 15,-5 17 2-15,-12-10-1 16,-3 5 2-16,-6 4-1 16,-7 3-6-16,-5 5 4 15,-7 4-6-15,0 1 1 16,-4 2-3-16,4-3 0 15,2 0 0-15,5-4 2 16,1-3 1-16,8-8-3 16,10-4-3-16,19-9-4 15,-23 12-2-15,23-12-1 16,0 0-2-16,0 0 0 16,0 0 0-16,19-24-1 15,-19 24-79-15,26-33-48 0,-3 14-17 16,-2-7-5-16,13 9 1 15,3-8 1-15</inkml:trace>
  <inkml:trace contextRef="#ctx0" brushRef="#br0" timeOffset="160760.29">27420 6611 49 0,'-16'17'24'0,"4"7"3"16,-2-1 4-16,2 3 3 15,2-6 17-15,-2 1 1 0,1 0 18 16,11-21 18-16,-10 29 3 16,10-29-11-1,0 0 0-15,0 0-13 16,-9 18-14-16,9-18-10 0,0 0-14 16,9-19-26-16,-9 19-2 15,10-30 1-15,-6 11-5 16,3-3 4-16,1-3-4 15,3-1 4-15,1 1-4 16,2-3 1-16,1 2-1 16,1 0 4-16,1 3-1 15,-1 3 1-15,-2 1 0 16,-14 19-1-16,23-23 1 0,-23 23 0 16,0 0-1-1,19-14-1-15,-19 14 0 16,0 0 1-16,0 0 1 15,3 26-2-15,-6-9 1 0,3 8 0 16,-4 4 1-16,4 9-2 16,0 9 4-16,-3 5 0 15,3 5-3-15,0 4 3 16,0 1-3-16,3 0 3 16,1 4-3-16,3-5 2 15,-6-3-5-15,6 0 2 16,0-5 1-16,0-1-3 15,2-5 3-15,-2-4-1 16,0-3 2-16,-2-4-2 16,2-3 2-16,-4-5-1 15,1-4 1-15,-4-3-1 0,-4-2 2 16,4 0-2-16,-7-2 1 16,2-1 0-16,-2 1 5 15,7-17-5-15,-14 28 6 16,14-28-4-16,-12 19 5 15,12-19-4-15,0 0 4 16,-15 12-5-16,15-12-1 16,0 0-1-16,-21 0-1 15,21 0-1-15,-19-2 0 16,19 2-1-16,-19-3 0 16,19 3 1-16,-23-4 0 15,23 4 1-15,-26-5-3 16,26 5 2-16,-26 0 1 0,26 0 0 15,-26 5 0-15,10-1 0 16,-1-1-1-16,1 4-1 16,1 2 6-16,15-9-4 15,-26 10-1-15,26-10 0 16,-18 9-2-16,18-9 1 16,0 0-2-16,0 0-1 15,0 0 0-15,0 0 0 16,0 0 0-16,0 0 1 15,33 9 2-15,-7-11-1 16,11-3 1-16,1-2-1 16,11-9-59-16,11-3-60 15,10-3-37-15,-3-15-2 0,15 1-8 16,-6-16 6-16</inkml:trace>
  <inkml:trace contextRef="#ctx0" brushRef="#br0" timeOffset="161848.06">28432 6689 222 0,'0'-20'147'16,"0"20"-37"-16,-7-29-8 15,7 29-10-15,0 0-11 16,-15-10-16-16,15 10-29 15,-20 14-28-15,5 5-5 16,1 5 4-16,-2 2-6 16,-1 7 4-16,-6 0-1 15,1 3 0-15,3 0 1 16,0-5-4-16,0-3 4 16,1-5-9-16,3-4 9 15,15-19-9-15,-14 20 2 16,14-20-3-16,0 0 4 0,0 0 4 15,14-17-10-15,-14 17 10 16,26-35-10-16,-7 10 11 16,-4-5-9-16,3-3 8 15,1-3-8-15,3-2 0 16,-6 1 5-16,1 3-4 16,-5 4 4-16,-1 6-5 15,-2 5 5-15,-9 19-4 16,3-21 6-16,-3 21-1 0,0 0-1 15,0 0 1 1,-9 31 0-16,6-6 5 16,-1 8-6-16,4 8 5 15,0 8-2-15,0 8-2 0,4 5 3 16,-1 4-4-16,6-2 3 16,-6 2-6-16,8-4 7 15,-2 0-7-15,1-5 3 16,0-3 0-16,3-2 0 15,-3-5 1-15,2-4 1 16,2-1-2-16,-2-6 1 16,-1-1-1-16,-3-6-1 15,3-3 7-15,-4-5-6 16,-2-4 8-16,-5-1-7 16,0-16 9-16,-4 20-6 15,4-20 7-15,0 0-6 0,-19 16 0 16,19-16-2-16,-26 7 1 15,11-4-4-15,-4 1-1 16,1 3 0-16,-4-2-1 16,-1 2 2-16,4 0-1 15,-4 1-1-15,4-1 0 16,0-2 1-16,2 2 1 16,17-7-1-16,-26 11 0 15,26-11-1-15,-16 5-1 16,16-5 0-16,0 0-2 15,0 0-1-15,0 0 0 16,0 0 1-16,0 0-1 16,19 3 0-16,-19-3 2 0,30-1 1 15,-8-1 1-15,-3 2 1 16,4-2 0-16,3 1 0 16,-3-3 0-16,-1 1-1 15,-1-1 1-15,-5 1-1 16,-1-4-38-16,3 5-52 15,-18 2-42-15,15-7-25 16,-15 7-8-16,0 0 5 16,0 0 46-16</inkml:trace>
  <inkml:trace contextRef="#ctx0" brushRef="#br0" timeOffset="178715.05">19133 11760 148 0,'-15'-14'89'16,"-8"1"7"-16,0 0 2 15,-10 1 3-15,-1 2 0 0,-3 0-25 16,-8-3-12-16,0 5-14 15,-7-1-14-15,0-1-18 16,-4 3-8 0,1-2-9-16,-2 1-5 15,-2-1 4-15,-2-1-3 0,-2 1-1 16,6-3 0-16,-2 3 0 16,-2-3 6-16,-1 3-3 15,3-1 3-15,1 3-4 16,-1 0 4-16,-1 2 0 15,4 1 0-15,-3-1 1 16,-2 0-2-16,6 2-1 16,-1 1 0-16,4-3 0 0,4 1 1 15,-1 1-1 1,4-1 0-16,3 1 0 16,1 1 0-16,8 0 1 15,-6 1-1-15,3 1 1 0,3 3 0 16,-2-1 1-16,-1 3 0 15,-6 4 0-15,4-1-3 16,-2 1 3-16,2 3-2 16,-6-2 2-16,3 6-3 15,-4-2 6-15,-1 0-1 16,5-2 0-16,-6 3 0 16,2-1 2-16,-4 0-3 15,1 2 0-15,2-4 1 16,1 0-4-16,0-2-1 15,0 2 1-15,5-1-2 16,2-3 1-16,2 1 0 16,-3 0 1-16,6-1 1 0,2 1-1 15,-2 0-1-15,4-1 1 16,3 3 0-16,3-1-1 16,-3 2 1-16,3 0-2 15,4 1 0-15,2 0 0 16,1 3 0-16,4 1 0 15,-2 4-2-15,2 0 2 16,5 5-2-16,0 1 2 16,-1 5-1-16,4 2 1 15,-3 3 0-15,4 4 1 16,-1 2 0-16,1 4 1 16,1-2-2-16,2 2 2 15,5 0-3-15,-1-2 3 0,3 1 3 16,3-1-5-16,2-1 4 15,7-3-3-15,0-1 4 16,7-4-2-16,4-1 6 16,3 0-6-16,5-6 1 15,5-1 3-15,-1-2-3 16,10-2 3-16,0-2-1 16,2-1 0-16,9-2-3 15,1-1 2-15,4-3 0 16,4-1-1-16,0-2 0 15,7-3 1-15,3-2-2 16,3 0 0-16,2-6 1 16,3-1-2-16,4-3 0 0,7-2 1 15,-1-4-2-15,4-3-1 16,1 0 0-16,0-4 0 16,3-1 0-1,-7 0 0-15,-1-2 1 0,-2-4 0 16,-1 4 0-16,-3-2 0 15,-1-1 2-15,-8-1-2 16,2-1 3-16,-5 1 0 16,-1 1-2-16,-6-2 1 15,-7 1-4-15,-4 1 4 16,-9-2-5-16,-3-1 4 16,-3 1-5-16,-4-2 3 15,-7 0-3-15,-5 0 4 0,-3-3 0 16,-8-2 0-1,-2-1 3-15,-7-4-2 0,0-2 2 16,-10-2-1 0,-3-1 2-16,0-4-1 0,-7 0 2 15,-2 0-1-15,-1 1 0 16,-2 3 0-16,-2 1 2 16,-2 4-1-16,-1-1 0 15,1 3-2-15,-3 1-1 16,0 3-4-16,-3 1 2 15,-4-1-4-15,-4 3-4 16,-3 1 1-16,-5 2-2 0,-2 1-2 16,-5 2 5-16,-4 4-1 15,-6 1 4-15,-6 8-4 16,-3 1 8 0,-6 3-4-16,-1 3 4 0,0 1 1 15,0 1-1-15,0 1 1 16,6 2-80-16,6-1-44 15,0-5-25-15,11 6-17 16,-4-8 1-16,17 11-4 16</inkml:trace>
  <inkml:trace contextRef="#ctx0" brushRef="#br0" timeOffset="180204.11">21140 13136 59 0,'0'0'43'16,"-5"-20"-3"-16,5 20 3 15,-7-28 6-15,3 11 8 0,1-2 14 16,-2-2 5-16,-6-5 12 16,8 2-1-16,-9-6-4 15,5 3-11-15,-9-5-11 16,2 6-15-16,-2-3-19 16,-1 5-12-16,-5 1-16 15,-1 4-6-15,0 2 3 16,-6 1-5-16,3 4 1 15,-2 4 0-15,2 1 4 16,-3 1-1-16,-1 1 1 16,4 2 2-16,-4 3-2 15,-1 0 4-15,2 0 0 16,-1 1-1-16,-3 1-1 0,-1 0 3 16,1 1-1-16,3 4 0 15,-1-1 0-15,1 0-1 16,4 3 1-1,4 0 1-15,-1 1-1 0,6 1-1 16,-2 1 1-16,3 0 1 16,2 3-1-16,2 1 0 15,-2 1-1-15,5 4 2 16,-1 3-2-16,-2 2 1 16,1 4-1-16,4 1 0 15,-1 7-1-15,-3 0 2 16,4 5-2-16,-1 2 2 15,1 0-1-15,0 2 2 0,2 0-2 16,1 1 2-16,1 1-2 16,3-4-2-1,0 1 1-15,3-1 0 16,6 0 1-16,1 4-2 0,6-1 3 16,-2 3-3-16,8 0 3 15,1 3 1-15,6 0-1 16,3-2 2-16,1 1-2 15,3-4 2-15,2-2-2 16,4-6 3-16,1-6 1 16,-1-4 3-16,3-12-1 15,0-5 3-15,4-9 0 16,0-7 1-16,-1-10 0 16,4-9-1-16,-3-6-1 15,3-10-10-15,-4-4-66 16,-2-11-55-16,-6-17-41 15,-2-6-11-15,-12-25 5 0,0-9-2 16</inkml:trace>
  <inkml:trace contextRef="#ctx0" brushRef="#br0" timeOffset="181053.72">20444 11508 145 0,'0'0'73'0,"0"0"9"16,0 0 21-16,0 0-5 15,0 0-13-15,22-2-11 16,-3-2-11-16,11 6-10 16,-4-4-6-16,12 2-14 15,-5 0-30-15,4-1-2 0,-6-1 0 16,-2 0 1-16,-10 2-1 16,-1 0-1-1,-18 0-2-15,19 0 3 16,-19 0 0-16,0 0 2 15,-17 7-1-15,1-3 0 0,-3 1 0 16,-11 0 0-16,-3 0 2 16,-5 2-1-16,0-2-3 15,-2-1 0-15,-2 1-1 16,9-2 0-16,4-1-5 16,6-2 3-16,23 0 6 15,-19-3-2-15,19 3 1 16,19-7 0-16,4 2 1 0,10-2 0 15,12-2 5 1,7 0-2-16,11-1-6 16,8 0 0-16,3-1 1 15,1 1-2-15,-4-1 2 0,-3 3 0 16,-13 4-38-16,-13-3-42 16,-5 2-47-16,-18 5-29 15,-19 0-11-15,0 0-2 16,-14-15-1-16</inkml:trace>
  <inkml:trace contextRef="#ctx0" brushRef="#br0" timeOffset="181716.19">16233 11366 115 0,'0'0'47'15,"0"0"53"-15,0 0 6 16,1 15-11-16,-1-15-8 16,21 2-5-16,-5-2-11 15,6 0-10-15,8 2-50 16,5-4-90-16,12-3-44 15,6 5-23-15,3-11-17 16,19 8-5-16,-8-7 73 16</inkml:trace>
  <inkml:trace contextRef="#ctx0" brushRef="#br0" timeOffset="182038.42">18692 11393 146 0,'30'-8'54'0,"12"2"-13"15,-3-2-7-15,7 1-32 16,2 0-28-16,-3-2-24 16,4 6-21-16,-9-8-22 15,5 13 57-15</inkml:trace>
  <inkml:trace contextRef="#ctx0" brushRef="#br0" timeOffset="185570.92">21112 14362 7 0,'0'0'6'0,"0"0"-1"15,0 0-1-15,0 0-2 16,0 0 0-16,0 0 0 16,0 0 0-16,0 0-2 15,0 0 0-15,0 0-1 16,0 0-1-16,0 0-3 15,0 0 2-15,0 0 1 0,0 0 1 16,0 0 2-16,0 0 1 16,0 0 0-16,0 0 2 15,0 0 0 1,0 0-1-16,0 0 0 0,0 0-2 16,0 0 0-16,0 0-1 15,0 0 1-15,0 0-2 16,0 0 1-16,0 0 0 15,0 0 0-15,0 0-1 16,0 0 2-16,0 0-1 16,0 0 0-16,0 0 1 15,0 0-2-15,0 0 1 0,0 0 1 16,0 0-1-16,0 0-1 16,0 0 0-16,0 0 0 15,0 0-1-15,0 0 2 16,0 0-3-16,0 0 0 15,0 0-2-15,0 0 0 16,0 0-1-16,0 0 2 16,0 0 3-16,0 0 1 15,0 0 2-15,0 0 4 16,0 0 3-16,0 0 2 16,0 0 3-16,0 0-3 15,0 0-1-15,0 0-1 16,0 0-2-16,0 0-1 0,0 0-2 15,0 0-1-15,0 0-2 16,0 0-1-16,0 0-1 16,0 0-3-1,0 0 0-15,0 0-1 0,0 0 0 16,0 0-1-16,0 0 0 16,0 0 0-16,0 0-1 15,0 0-2-15,0 0-12 16,0 0-3-16,0 0 24 15,0 0 0-15</inkml:trace>
  <inkml:trace contextRef="#ctx0" brushRef="#br0" timeOffset="-174264.02">27278 13150 75 0,'0'0'97'0,"7"-19"-19"15,-7 19 18-15,3-21 21 16,-3 21-7-16,4-20-6 15,-4 20-10-15,-4-25-15 16,4 25-12-16,-7-24-18 16,7 24-25-16,-15-24-22 15,15 24-2-15,-26-24 3 16,8 13-1-16,-1 1 1 16,4 5 0-16,-5-4 0 15,3 4 1-15,-2 0-1 16,3 1-2-16,-1 1-2 0,17 3 2 15,-28-5-1-15,11 3 0 16,17 2 0-16,-26 0 0 16,26 0-1-16,-28 0 1 15,28 0-1-15,-26 7-2 16,26-7 1-16,-23 12-1 16,23-12 2-16,-29 22-2 15,29-22 1-15,-30 28 0 16,15-12-1-16,-3 1 2 15,-1 2 0-15,0 0 0 16,0 2-2-16,2 1 2 16,-2 4-1-16,0-1 1 15,0 2-1-15,1 3 1 0,-1-1-2 16,7 2 2-16,-5-1-1 16,4 1 1-16,3-3-1 15,-2 1 2 1,1-1-1-16,3-2-2 0,1 5 3 15,0-2-2-15,0 2 3 16,2 2-4-16,1 0 4 16,4 2-1-16,0-1 0 15,4 6 1-15,1-3 1 16,5-1 1-16,2 4-2 16,6-2 4-16,8 0-2 15,3 0-1-15,3 2 1 16,8-4 1-16,1-1-3 0,4-1 0 15,0-4 0 1,4-2 0-16,-4-6 0 16,2-5 4-16,-2-6-1 15,-3-10 5-15,0-6 0 0,3-5-6 16,2-11-3-16,-2-7 0 16,0-6 0-16,3-6 0 15,1-5 0-15,0-4 0 16,-1-2 0-16,4-5 0 15,-7 3 0-15,1-3 0 16,-5 1 0-16,-4-1 0 16,-4 1 0-16,-11 0 0 15,-13 1 0-15,-6-3 0 0,-15 1 0 16,-10 3-4-16,-15 3-3 16,-8 3-1-1,-7 5 6-15,-12 6-1 0,1 6 2 16,-8 6-2-16,7 9-11 15,1 3-71-15,15 6-45 16,13 13-35-16,12 2-7 16,23 10-3-16,6-3-1 15</inkml:trace>
  <inkml:trace contextRef="#ctx0" brushRef="#br0" timeOffset="-173444.43">29658 13117 219 0,'-16'-33'178'15,"2"14"-30"-15,-2 2-32 16,-10-5-10-16,4 3-10 16,-16-7-20-16,5 3-28 15,-5 2-36-15,-2 2-11 0,-2-1 0 16,0 4 0-16,-1 2 0 15,5 5-2-15,1 3 1 16,3 4-1-16,1 4-2 16,0 1 1-16,5 6 1 15,2 1-1-15,0 9-2 16,-4 0 3-16,1 5-1 16,-1 4 0-16,-1 5 0 15,1 3 2-15,1 2-2 16,-1 6 1-16,1-1 0 15,-2 2 1-15,8 5-2 16,2 0 3-16,6 6-2 16,2-1 0-16,7 2 0 0,6 0 1 15,3 2 0-15,9 2 0 16,2-2 1-16,9-2 0 16,-1-4 1-16,13-2 1 15,1-5 0-15,6-4 3 16,3-7 0-16,11-8 0 15,-4-9 2-15,7-6 2 16,2-9-7-16,3-6-3 16,-2-9 0-16,6-4 0 15,-4-8 0-15,6-2 0 16,-3-5 0-16,-2-4 0 16,0-7 0-16,-4-1 0 15,-5-4 0-15,-4-5 0 0,-10-6 0 16,-6-6 0-16,-5 0 0 15,-13-6 0-15,-10 1 0 16,-11 0 0 0,-6 7 0-16,-13 3 0 0,-11 10 0 15,-6 6 0-15,-9 8-1 16,-11 4-5-16,0 9-20 16,-12-3-105-16,-1-6-39 15,5 2-5-15,-8-14-6 16,11 1 2-16</inkml:trace>
  <inkml:trace contextRef="#ctx0" brushRef="#br0" timeOffset="-115056.94">5519 15295 130 0,'-22'-10'98'16,"-1"-3"40"-16,-3 0-11 15,7 4 0-15,-7-7-8 16,10 8-5-16,-3-8-17 15,19 16-24-15,-26-22-73 16,26 22 0-16,-10-19 0 16,10 19 0-16,0 0 0 15,-7-16 0-15,7 16 0 16,0 0 0-16,0 0 0 16,0 0 0-16,0 0 0 15,0 0 0-15,0 0 0 0,0 0-12 16,-6 21 2-16,6-21-1 15,-6 24 2-15,-1-7 5 16,0 4 2-16,1 2 1 16,-1 6-1-16,-3 4 3 15,1 0 2-15,2-4-4 16,1 4 5-16,6-5-3 16,-4 1 1-16,8-3-1 15,-1-2 0-15,0-1-1 16,8-4-4-16,1-2 5 15,7-1-6-15,4-1 2 16,3-2 1-16,3-3 1 16,4 2 1-16,5-2 0 0,4 1-1 15,5-1 0-15,2 1 2 16,4 1 0-16,-1 3-2 16,4 1 1-16,-4 1-1 15,0 2 1-15,-7 5-1 16,-3 2 2-16,-2 0-1 15,-9 4 2-15,-5 3 0 16,-3 3 3-16,-6 4-2 16,-5 5 1-16,-8 0-1 15,-1 2 2-15,-6 5-3 16,-8-1 1-16,-4 5-1 16,-1 1-5-16,-7-3 3 15,-6-1-3-15,3 1 4 0,-4-4-3 16,4-5 3-16,0-3-4 15,7-11 3-15,4-7 0 16,4-5-3 0,11-19 0-16,-12 17 0 0,12-17-1 15,0 0 1-15,19 7 1 16,-3-3-2-16,3-2 3 16,7 1 1-16,7 4 0 15,5 2 1-15,5 1-1 16,-1 0 0-16,7 4-1 15,-1 2 0-15,1-1 0 16,-1 3 1-16,1 1-1 16,-4 2-1-16,4 1 1 0,-4 2 0 15,-2 1 0-15,-1 2-1 16,-4 1 2 0,-1 3 0-16,1 0 0 15,-5 0 0-15,-4-1 2 0,1-1-2 16,-2 2 2-16,1-3-1 15,-3 0 0-15,0-2 0 16,-3-4 1-16,-1 1-2 16,4-1 0-16,-3 2 1 15,-4-3-2-15,-2 2 0 16,2 1-1-16,-3 0 0 16,-2 2 0-16,-2-2 1 15,-1-1-1-15,-3-4 1 16,-1 0 1-16,0-2 0 15,-7-17 1-15,11 26 0 16,-11-26-2-16,0 0 2 16,5 19 0-16,-5-19-1 0,0 0 2 15,0 0-1-15,0 0 1 16,0 0 2-16,0 0 1 16,0 0 2-16,0 0 1 15,7-20 0-15,-7 20 0 16,0-26 3-16,-4 5-5 15,4-9-3-15,-3-6-3 16,-1-2 0-16,3-5 0 16,-3-4 0-16,1-3 0 15,-1 0 0-15,1 1 0 16,-1 6 0-16,1 6 0 16,-2 6 0-16,1 7 0 0,1 8-1 15,3 16-5-15,-4-15 0 16,4 15-1-16,0 0 0 15,0 0-2-15,0 0 1 16,0 0 3-16,-7 19 1 16,7-19 1-16,11 24 1 15,-3-7 0-15,6 4 0 16,2 5 1-16,5 4 1 16,1 3 2-16,1-1-2 15,3 1 1-15,2 4 1 16,1-3-2-16,-3 1 0 15,4-2 0-15,-8-6-1 16,1-1-2-16,-8-5 3 0,-1-2-1 16,-14-19 1-16,16 18 5 15,-16-18-3-15,0 0 2 16,0 0 0-16,-30 15-1 16,8-6 0-16,-9 3 0 15,-6 4-1-15,-5 4-3 16,-6 6 2-16,-8 2-2 15,-4 7 0-15,-3 1 3 16,2-3-1-16,-1 1 0 16,1-2-1-16,5-6 1 15,8-6-1-15,6-4 0 16,13-6 0-16,10-3 0 16,19-7 5-16,-18-5-20 0,18-11-118 15,11-4-32-15,-11-18-7 16,8-6-1-1,-4-23-4-15</inkml:trace>
  <inkml:trace contextRef="#ctx0" brushRef="#br0" timeOffset="-113395.76">6982 15915 567 0,'0'0'171'15,"0"0"-2"-15,0 0-92 16,0 0-73-16,0 0-1 15,0 0-5-15,0 0-3 16,26 29 1-16,-3 1 0 16,7 9-1-16,-4 8 2 15,5 5-2-15,-2 3 3 16,-6 4 0-16,-4-5 2 16,-5-6 2-16,-7-6 0 0,-5-13 2 15,-2-4-5-15,-6-10 1 16,6-15-1-1,-17 0 7-15,17 0 10 16,-19-28-3-16,12 8 0 0,-2-6-3 16,6-2-10-16,3-7 0 15,10 3 0-15,6-5 0 16,6 1 0-16,11-1 0 16,6-4 0-16,6 3 0 15,0 3 0-15,3 1 0 16,1 2 0-16,-2 1 0 15,-2 2 0-15,-7 3 0 0,-1 7 0 16,-6 0 0 0,-5 3 0-16,-3 6 0 15,-23 10 0-15,20-9 0 16,-20 9-8-16,0 0-6 16,-14 17 0-16,4 3-2 0,-6-1 5 15,1 12 5-15,1 5 6 16,-2 7-3-16,6 4-2 15,1 2 1-15,9-3 3 16,4-2 1-16,8-3 4 16,3-13 2-16,10-7 5 15,3-11 2-15,4-7 1 16,5-9 1-16,1-7 0 16,-1-11-11-16,1-4-4 15,0-4 0-15,2-8 0 16,-5-2 0-16,1 1 0 15,-1-1 0-15,1 4 0 0,2 5 0 16,2 4 0-16,2 10 0 16,-6 5 0-16,6 10 0 15,-4 4-1-15,2 9-13 16,-9 3-1-16,-5 11 3 16,-3-1 5-16,-9 6 1 15,-7 3 2-15,-11 2 0 16,-6 3 3-16,-6 2 1 15,-10-3 3-15,-3-2-1 16,-4-4 0-16,-2-5-1 16,2-3 0-16,7-7-4 15,4-5 5-15,6-9 9 16,16 0 1-16,0 0 0 0,9-28 0 16,11 6-3-16,12-4-9 15,1-9 0-15,12-1 0 16,7-4 0-16,3-2 0 15,-3 1 0-15,6-3 0 16,-3 5 0-16,1 1 0 16,-8 5 0-16,-6 3 0 15,-9 6 0-15,-7 7 0 16,-7 5 0-16,-19 12-3 16,16-9-12-16,-16 9 0 15,-12 17-1-15,-2 1 2 16,-2 4 4-16,1 7 7 15,-3 10 1-15,6 2 2 0,9 4-1 16,3-2 3-16,7-3 0 16,12-3 4-1,7-10-1-15,5-6 2 16,9-14 3-16,8-11 0 0,5-11 0 16,4-8-1-16,2-11 0 15,5-8-3-15,-1-10-3 16,-3-8-3-16,3-8 0 15,-8-8 0-15,-6-4 0 16,-4-3-3-16,-10 4-5 16,-6 4-3-16,-10 8-4 15,-8 10 3-15,-8 13-1 16,-6 11 4-16,-4 14 1 0,7 19 0 16,-23-8 2-16,8 20 3 15,1 9 2-15,5 10 0 16,6 10 3-1,3 10-2-15,3 7 1 0,6 5 0 16,5 3 2-16,1-2 1 16,4 0 1-16,-1-4 1 15,-6-6-2-15,-2-4-1 16,-4-5 0-16,-3-3 0 16,-3-8-1-16,-5-6-1 15,-6-9-3-15,11-19-1 16,-26 21-1-16,26-21 1 15,-29-7 2-15,13-4 0 0,1-4 6 16,1-1 10-16,2-4 2 16,5-1 1-1,7-9-1-15,8-1-15 16,10-5-2-16,11-2 0 0,13-4 0 16,13-5 0-16,13 4 0 15,3 0 0-15,11 12 0 16,-11 1-45-16,4 18-88 15,-8 14-39-15,-29 12-9 16,-8 22 3-16,-30 11 2 16,-9 29 39-16</inkml:trace>
  <inkml:trace contextRef="#ctx0" brushRef="#br0" timeOffset="-112141.88">8500 17396 241 0,'6'-22'142'0,"3"-1"-7"15,-5 4-13-15,-4-5-3 16,0 7-15-16,-4-6-16 15,1 4-28-15,-6-3-48 16,-5 1-12-16,2-2-4 16,-7 3-6-16,1 2 1 15,-4 1 0-15,-4 1 2 16,-5 6 1-16,-2 3 1 16,-6 5 2-16,-4 6 1 15,-6 5 1-15,-3 3-1 16,-1 7 1-16,-10 5-1 0,2 5 1 15,-1 6 0-15,-2 3-2 16,-2 7 1-16,-2 4 0 16,4 2 1-16,1 7 0 15,3 0-1-15,0 5 2 16,5 4-1-16,6 1 3 16,4-1-2-16,7 3 4 15,5 2-4-15,4-3 3 16,6 2-4-16,7 0 0 15,6 0 1-15,5-1-3 16,1-3 3-16,8-1-1 16,4 0 1-16,6-2 0 15,9 0 3-15,6-5 4 0,6-4-1 16,5 4 3-16,10-4-1 16,9-1 2-16,4-4-1 15,13-3 2 1,2-7-2-16,11-1-9 0,5-4 0 15,6-5 0-15,6-6 0 16,9-5 0-16,4-5 0 16,5-2 0-16,2-7 0 15,3-7 0-15,5-6 0 16,1-5 0-16,-1-7 0 16,-1-8 0-16,-1-5 0 15,-2-8 0-15,-6-4 0 16,-1-7 0-16,-10-5 0 0,-2-6 0 15,-9-1 0 1,-6-2 0-16,-10-5 0 16,-11 2 0-16,-7-4 0 15,-9 6 0-15,-11-1 0 0,-6 3 0 16,-9 1 0-16,-10 1 0 16,-4 1 0-16,-9 5 0 15,-6 1 0-15,-4 1 0 16,-4 1 0-16,-3 1 0 15,-3 1 0-15,-6 2 0 16,-3 1 0-16,0 2 0 16,-7-1 0-16,0 0 0 15,-4-1 0-15,-3 2 0 16,-5 1 0-16,-2-3 0 16,-5 4 0-16,-3-2 0 15,-1 6 0-15,-8-1 0 16,-2 4 0-16,-9 0 0 0,0 5 0 15,-5 4-7-15,0 1 1 16,-5 7 0-16,-3 1 2 16,-9 2 0-16,1 4 2 15,-5 2 1-15,-6 4 0 16,-1-1 1-16,-5 4-1 16,-2-2 1-16,1 3 1 15,1 4-1-15,-2 9-1 0,-1 5 0 16,5 14-3-1,-7 6-16-15,-2 13-116 16,2 15-31-16,-13 11-7 16,5 14 2-16,-13 1-6 0</inkml:trace>
  <inkml:trace contextRef="#ctx0" brushRef="#br0" timeOffset="-103515.74">8340 17580 317 0,'-12'-17'156'0,"12"17"-33"15,-16-13-15-15,16 13-14 16,0 0-15-16,-17-5-17 16,17 5-26-16,0 0-29 15,0 0-1-15,0 0-4 16,-16 14-1-16,16-14-2 0,-3 38 1 15,3-8 0-15,0 8-3 16,0 10 0-16,-4 13-2 16,4 3 5-1,0 3-3-15,-3-1 3 0,-1-5-1 16,2-6 0-16,-1-6 1 16,3-11 0-16,-4-12-2 15,1-7-2-15,3-19 0 16,0 0 1-16,0 0 7 15,0 0-3-15,0 0 0 16,10-21 0-16,-8-5 2 16,2-7-1-16,-4-9 3 15,3-3-4-15,-3-7-5 16,4-3 2-16,-4 0 2 16,3-1-2-16,1 4 3 15,2 6-2-15,-4 2 5 16,9 6-5-16,-8 2 2 0,4 3 0 15,-2 5 1-15,2 1-1 16,0 6 1-16,-3 2-3 16,-4 19-1-16,5-23 0 15,-5 23-2-15,0 0-1 16,0 0 1-16,0 0 0 16,26 23 0-16,-16-1 3 15,9 4 0-15,0 9 3 16,7 6 0-16,4 6 1 15,0 3-3-15,-4 6 5 16,3 3-2-16,-3 0 1 16,0-1-1-16,-3 1 1 15,-8-3-2-15,1-6 3 0,-6-2-2 16,1-4-1-16,-9-6-2 16,1-5-3-16,-3-8 4 15,0-5-3-15,0-20 5 16,-3 20-67-16,3-20-28 15,0 0-19-15,-13-19-12 16,3 4-20-16,1-11-22 16,2 5-3-16,-8-10 45 15</inkml:trace>
  <inkml:trace contextRef="#ctx0" brushRef="#br0" timeOffset="-103020.38">8201 18007 330 0,'-19'2'132'16,"19"-2"-10"-16,0 0-9 16,0 0-15-16,0 0-15 0,0 0-26 15,0 0-25-15,0 0-31 16,9-19-1-16,-9 19 0 16,17-14 1-16,-1 4 0 15,10-2 0-15,3-6 0 16,6 1-4-16,12-5 0 15,5-4 1-15,5 0 0 16,2 0 0-16,-5 0 1 16,-2 3-1-16,-3 4 0 15,-10 2 0-15,-4 5 1 16,-9 3-1-16,-5 6 0 16,-21 3 1-16,19-4 2 15,-19 4 2-15,0 0 2 0,0 0 2 16,0 0-1-16,0 19-12 15,0-19-122-15,-7 38-35 16,-8-15-6 0,1 17-6-16,-16-2-3 0</inkml:trace>
  <inkml:trace contextRef="#ctx0" brushRef="#br0" timeOffset="-58941.27">8921 1437 552 0,'0'0'193'0,"0"0"-3"16,0 0-102-16,0 0-88 15,0 0 0-15,0 0 0 16,0 0 0-16,0 0 0 16,19 100 0-16,-3-19 0 15,-2 35 0-15,2 18 0 16,-3 20 0-16,-4 7 0 15,-2-2 0-15,-7-7 0 0,0-6 0 16,-3-30 0 0,-4-37 0-16,1-25 0 15,3-21-1-15,3-33-18 16,0 0 8-16,-4-35 6 0,4-27-4 16,0-33 3-16,4-35-4 15,-1-17 19-15,3-26 0 16,4-7 8-16,2 1-7 15,6 18 4-15,4 7-12 16,1 31-2-16,3 30 0 16,-4 19 0-16,-22 74 0 15,49-80 0-15,-49 80 0 16,0 0 0-16,0 0 0 16,94 17 0-16,-94-17 0 15,55 130 0-15,-22-28 0 16,2 33 0-16,-2 12 0 15,2 11 0-15,-6-2 0 0,1-11 0 16,-1-3 0-16,-3-26 0 16,0-26 0-16,-3-35-3 15,3-17-9-15,0-25 3 16,5-31-1-16,-1-37 10 16,8-39-12-16,2-25 13 15,1-23 3-15,4-19 3 16,1-12-4-16,0-4 8 15,3 15-7-15,-4 16-9 16,0 27 10-16,-3 18-10 16,-9 25 2-16,-33 76-3 15,56-95 11-15,-56 95-3 16,0 0 6-16,0 0-1 0,0 0 1 16,0 0-8-16,0 0 0 15,64 123 0-15,-52-31 0 16,5 38 0-16,2 37 0 15,4 27 0-15,-4 17 0 16,4 13 0-16,-1 8 0 16,1-12 0-16,1-9 0 15,-1-33-4-15,-1-31 2 16,-3-33-5-16,4-24-2 16,-4-34-76-16,10-13-65 15,1-20-35-15,-4-34-2 16,3-15-5-16,-2-24 4 0</inkml:trace>
  <inkml:trace contextRef="#ctx0" brushRef="#br0" timeOffset="-57445.2">11044 1892 502 0,'0'0'196'15,"0"0"3"-15,-15-78-88 16,15 78-96-16,0 0-15 16,0 0 0-16,-30 42 0 15,20 13 0-15,4 13 0 0,0 22 0 16,2 13 0-16,4 6 0 16,4 2 0-1,6 5 0-15,9-15-6 0,7-15 2 16,9-18-4-16,10-25 5 15,4-21-5-15,6-9 3 16,4-20 0-16,2-18 1 16,1-20-2-16,-4-19 4 15,-6-15 18-15,-12-22-15 16,-13-16 16-16,-9-10-10 16,-18 8 3-16,-14 3-10 15,-17 14 0-15,-14 8 0 16,-15 23 0-16,-11 25 0 15,-3 21 0-15,-8 20 0 16,4 3 0-16,10 8 0 16,68-6 0-16,-109 24 0 15,109-24 0-15,0 0 0 0,0 0-46 16,0 0-61-16,80-42-10 16,1 11-2-16,10-5 4 15,16-8 10-15,-3 1 25 16,6 3 71-16,-3 6 76 15,-23 6 27-15,-6 4 18 16,-78 24 2-16,111-28 2 16,-111 28 4-16,0 0-45 15,0 0-75-15,0 0 0 16,0 0 0-16,0 0 0 16,31 97 0-16,-31-97 0 15,-9 137 0-15,13-42 0 16,5 16 0-16,5 12 0 0,8 8 0 15,4-10 0-15,9 2 0 16,5-22 0-16,-2-13 0 16,4-24-4-16,-2-21 3 15,1-24 0-15,1-20 1 16,-6-15-1-16,2-24-3 16,-8-19 14-16,3-41-10 15,-10-14 1-15,-8-11-1 16,-4 0 0-16,-8-4 0 15,-10 9 0-15,-9 11 0 16,-6 21 0-16,22 88 0 16,-75-83 0-16,75 83 0 15,-107-23 0-15,107 23 0 0,-124 30 0 16,124-30 0-16,-123 55 0 16,123-55 0-16,-90 54 0 15,90-54 0-15,0 0 0 16,0 0 0-16,0 0 0 15,0 0 0-15,87 36 0 16,-87-36 0-16,137-47 0 16,-57 20 0-16,8 1 0 15,2 0 0-15,1 5 0 16,-3 14 0-16,-1 5 0 16,-12 9 0-16,-4 11 0 15,-71-18 0-15,120 76 0 0,-80-16 0 16,-9 22 0-16,-10 16 0 15,-9 15 0-15,-9 8 0 16,-6 0 0-16,-9-8 0 16,-2-15 0-16,-2-13 0 15,2-26 0-15,6-21 0 16,8-38 0-16,0 0 0 16,-18-40 0-16,25-8 0 15,4-18 0-15,4-29 0 16,1 14 0-16,10-8 0 15,7 10 0-15,5-3 0 16,14 10 0-16,-52 72 0 16,115-110 0-16,-44 90 0 0,7-11 0 15,9-2 0-15,1 7 0 16,3 7 0-16,2-2 0 16,-2-5 0-16,-3 0 0 15,-10 2 0-15,-78 24 0 16,120-37 0-16,-120 37 0 15,68-26 0-15,-68 26 0 16,0 0 0-16,0 0 0 16,0 0 0-16,0 0 0 15,-98 30 0-15,98-30 0 16,-111 71 0-16,47-5 0 16,0 20 0-16,5 8 0 15,10 15 0-15,13 0 0 0,13-4 0 16,18-4 0-16,17-4 0 15,21-25 0 1,16-20 0-16,18-22 0 16,15-20 0-16,12-15 0 0,10-21 0 15,5-14 0-15,8-17 0 16,-6-4 0-16,-2-6-42 16,-12 12-117-16,-12 10-21 15,-10 10 4-15,-16 11-9 16,-2 3 6-16</inkml:trace>
  <inkml:trace contextRef="#ctx0" brushRef="#br0" timeOffset="-56724.69">15427 1800 580 0,'52'-79'192'15,"-52"79"0"-15,0 0-133 16,52-85-59-16,-52 85 0 16,0 0 0-16,0 0 0 15,0 0 0-15,0 0 0 16,0 0 0-16,0 0 0 16,0 0 0-16,68 83 0 15,-61-40 0-15,0 9 0 16,0 9 0-16,-7-11 0 0,0-9 0 15,0-16 0 1,0-25 0-16,0 0 0 16,0 0 0-16,0 0 0 0,-14-99 0 15,14 99 0-15,10-123 0 16,-10 123 0-16,32-114 0 16,-32 114 0-16,59-109 0 15,-59 109 0-15,78-71 0 16,-78 71 0-16,81-28 0 15,-81 28 0-15,80 19 0 16,-80-19 0-16,0 0 0 16,92 104 0-16,-92-104 0 15,23 125 0-15,-23-65 0 16,-4 1 0-16,-6-6 0 16,-2-10 0-16,1-17 0 15,11-28 0-15,0 0 0 0,0 0 0 16,-12-75 0-16,12 75 0 15,19-122 0-15,-7 52 0 16,-12 70 0-16,40-119 0 16,-40 119 0-16,52-92 0 15,-52 92 0-15,0 0 0 16,84-64 0-16,-84 64 0 16,0 0 0-16,88 26 0 15,-88-26 0-15,68 80 0 16,-68-80 0-16,56 121 0 15,-37-33 0-15,-7 21 0 16,-9-3 0-16,-10-1 0 0,-8-4 0 16,-8-18 0-16,8-5-70 15,-6-33-91-15,2-28-16 16,6-43 0-16,13 26-8 16,-3-142 7-16</inkml:trace>
  <inkml:trace contextRef="#ctx0" brushRef="#br0" timeOffset="-56461.5">16726 1186 533 0,'90'-71'149'0,"-90"71"-6"16,0 0-26-16,0 0-36 16,71-18-81-16,-71 18 0 0,0 0 0 15,-10 108 0-15,10-108 0 16,-19 152 0-16,3-27 0 15,2 37 0-15,-5 20 0 16,-4 12 0-16,1 2 0 16,3-2 0-16,0-13 0 15,1-13-16-15,3-50-106 16,8-32-33-16,7-35-27 16,3-29 0-16,13-29-6 15,6-24 11-15</inkml:trace>
  <inkml:trace contextRef="#ctx0" brushRef="#br0" timeOffset="-56061.22">17613 1830 708 0,'69'-64'200'15,"-69"64"-85"-15,0 0-115 16,0 0 0-16,0 0 0 15,0 0 0-15,0 0 0 16,0 0 0-16,0 0 0 16,-97 31 0-16,53 7 0 15,-1 17 0-15,0 14 0 16,0 9 0-16,5 16 0 16,9-2 0-16,8 6 0 0,9-6 0 15,14-5 0 1,11-23 0-16,15-11 0 15,19-15 0-15,16-19 0 16,20-15 0-16,13-15 0 0,14-8 0 16,5-8 0-16,6-6 0 15,1-2 0-15,-9 9 0 16,-14 5 0-16,-12-1-23 16,-17 13-104-16,-23 13-35 15,-26 6-28-15,-15 11-1 16,-37 1-12-16,-19 8 77 15</inkml:trace>
  <inkml:trace contextRef="#ctx0" brushRef="#br0" timeOffset="-55364.53">7057 3822 613 0,'35'26'192'0,"24"-10"-25"16,41-3-182-16,32-6 15 16,40-5 0-16,37-7-1 15,30-12-1-15,34-4-4 16,32-7 4-16,25-5-4 15,33-3 5-15,20-2-4 16,29-11 6-16,15 1-5 16,24 3 9-16,19-7-4 15,13 2 6-15,17-1-2 16,5 5 1-16,2 2-1 0,-2 5 1 16,-5 4-3-16,-17 4 0 15,-6 8 1-15,-24 4-5 16,-9 9-2-16,-22 1 0 15,-14 6 0-15,-19 3-1 16,-23 5 1-16,-22-3-1 16,-16 3 0-16,-30 2 3 15,-20 2-1-15,-24-4 0 16,-27 3 0-16,-20-1 1 16,-22 4 0-16,-20 1 1 15,-22-5 0-15,-29-2 0 16,-20-7-71-16,-30-10-112 15,-19-16-15-15,-48-50-6 0,-9 2 204 16,-18-5 0-16,1 7 0 16,-10-8 0-16,3 15 0 15,5 4 0-15,8 20 0 16,23 43 0-16</inkml:trace>
  <inkml:trace contextRef="#ctx0" brushRef="#br0" timeOffset="-53360.1">23396 1120 494 0,'0'0'178'16,"0"0"-4"-16,0 0-83 15,0 0-40-15,-86 85-16 16,86-85-44-16,-45 97 14 16,45-97-11-16,-46 128 10 15,36-59 0-15,7 0-2 16,3-69-2-16,22 102 0 15,-22-102 0-15,71 45 0 16,-71-45 0-16,111-27 0 16,-111 27 0-16,131-89 0 15,-131 89 0-15,123-128 0 16,-78 59 0-16,-10-5 0 16,-35 74 0-16,26-128 0 0,-26 128 0 15,-35-111 0-15,35 111 0 16,-97-61 0-16,97 61-1 15,-144-8-7-15,71 13-9 16,-5 12 8-16,78-17-3 16,-124 47-92-16,124-47-36 15,0 0-29-15,0 0-5 16,0 0-6-16,39 69 3 16</inkml:trace>
  <inkml:trace contextRef="#ctx0" brushRef="#br0" timeOffset="-53131.89">24356 865 566 0,'0'0'196'15,"0"0"-57"-15,0 0-43 16,72 58-70-16,-72-58-26 16,13 95 0-16,-13-24 0 15,0 21 0-15,-10 29-4 16,-9 41-12-16,-7 20-2 15,-9 17 2-15,-8-1-1 16,-2 11-112-16,-4-20-44 16,0-25-10-16,15-36-26 15,1-57 21-15</inkml:trace>
  <inkml:trace contextRef="#ctx0" brushRef="#br0" timeOffset="-52677.33">24625 1390 423 0,'0'0'194'0,"0"0"-12"15,0 0-72-15,37 93-20 16,-37-13-66-16,-7 22-24 16,0 23-6-16,2 19-11 15,-2-3-4-15,0 3 5 16,-2-16 2-16,6-8-4 15,-4-36 3-15,3-18 21 0,4-33 0 16,0-33 2-16,0-33-1 16,4-41 4-16,-1-30 9 15,4-22 3 1,5-9 0-16,2-18-20 0,2 1-3 16,10 7 0-16,0 16 0 15,5 27 0-15,2 30 0 16,-33 72 0-16,71-99 0 15,-71 99 0-15,72-42 0 16,-72 42 0-16,0 0 0 16,85 21 0-16,-85-21 0 15,0 0 0-15,7 114 0 16,-7-114 0-16,-56 125 0 0,11-56 0 16,-11-1 0-16,-3-1-98 15,2-15-45 1,1-3-32-16,56-49-6 15,-71 34 11-15,71-34-7 0</inkml:trace>
  <inkml:trace contextRef="#ctx0" brushRef="#br0" timeOffset="-52400.13">25521 1632 446 0,'0'0'181'0,"0"0"2"16,0 0-85-16,0 0-23 0,0 0-35 16,0 0-40-16,0 0 0 15,101-24 0-15,-101 24 0 16,146-36-101-16,-65 29-59 15,-10 2-23-15,-71 5-2 16,110 19-15-16,-110-19 7 16</inkml:trace>
  <inkml:trace contextRef="#ctx0" brushRef="#br0" timeOffset="-52248.03">25401 2304 369 0,'-22'19'185'0,"22"-19"8"0,8-19-82 16,32-14-123-16,18-21-94 16,20-11-41-16,3-6-23 15,20-2 2-15,-4-17-4 16</inkml:trace>
  <inkml:trace contextRef="#ctx0" brushRef="#br0" timeOffset="-51744.67">26516 1485 489 0,'0'0'186'0,"0"0"-18"15,0 0-81-15,97 23-9 16,-26-30-63-16,18-14-15 15,8-3 0-15,7-7 0 16,-2-9 0-16,-4-3 0 16,-10-2 0-16,-13 1 0 15,-75 44 0-15,104-88 0 16,-104 88 0-16,49-74 0 16,-49 74 0-16,0 0 0 15,0 0 0-15,-44-78 0 16,44 78-10-16,0 0-2 0,-97 0 4 15,97 0 5-15,0 0 1 16,-87 48 3-16,87-48-4 16,-42 73 8-16,42-73 1 15,-17 104 8-15,17-104-12 16,-3 143 8-16,13-58-10 16,0 17 0-16,3 18 0 15,1 8-9-15,-2 7-8 16,0-2 3-16,-2 2 1 15,-3-12-3-15,0-2 8 16,-5-27-16-16,1-23-83 16,-6-23-22-16,-2-18-34 15,5-30-6-15,-18 1-4 0,10-27 4 16</inkml:trace>
  <inkml:trace contextRef="#ctx0" brushRef="#br0" timeOffset="-51537.52">26802 1973 675 0,'-48'-90'174'15,"48"90"-29"-15,0 0-116 16,97-50-29-16,-97 50 0 16,142-55 0-16,-55 24 0 15,10-9-20-15,-8 3-117 16,1-2-38-16,0 2-3 0,-12-1-15 15,-3 4 3-15</inkml:trace>
  <inkml:trace contextRef="#ctx0" brushRef="#br0" timeOffset="-51241.32">28413 865 618 0,'49'-84'186'16,"-49"84"6"-16,0 0-165 16,0 0-27-16,-91 7 0 15,91-7 0-15,-97 64 0 16,97-64 0-16,-114 110-6 16,53-39 0-16,9 11-2 15,10 6 9-15,13 7 2 16,9 9-2-16,20 0 10 0,16 15-7 15,17 4-4-15,12-2 0 16,16-6 0-16,5-20-91 16,14-9-84-16,5-23-2 15,-2-27-11-15,6-43 7 16,-11-43-5-16</inkml:trace>
  <inkml:trace contextRef="#ctx0" brushRef="#br0" timeOffset="-50760.97">29026 1246 590 0,'0'0'180'0,"0"0"0"16,-26 82-110-16,26-82-67 16,-16 119-3-16,9-38 0 15,4 23 0-15,-4 9 0 16,3-4 0-16,3-5 0 15,-3-11 0-15,1-8-15 16,-1-23 3-16,1-17 1 16,3-45 13-16,-4-43 8 15,4 43-1-15,0-137 8 16,4 46-17-16,-1-18 0 16,1-7 0-16,3-7 0 15,1 12 0-15,6 17 0 16,2 11 0-16,6 9 0 0,-22 74 0 15,45-111 0-15,-45 111 0 16,0 0 0-16,79-85 0 16,-79 85 0-1,0 0 0-15,85-14 0 0,-85 14 0 16,0 0 0-16,86 52 0 16,-86-52 0-16,0 0 0 15,42 97 0-15,-42-97 0 16,-23 76-7-16,23-76 4 15,-67 70-1-15,67-70-63 16,-97 60-61-16,97-60-37 16,-105 63-9-16,105-63 0 0,-79 36 11 15</inkml:trace>
  <inkml:trace contextRef="#ctx0" brushRef="#br0" timeOffset="-50495.78">29758 1444 350 0,'-19'78'175'0,"19"-78"4"15,0 0-68-15,-33 74-13 0,33-74-20 16,0 0-66-16,0 0-12 15,0 0 6-15,0 0-25 16,0 0-64-16,0 0-44 16,0 0-30-16,0 0-9 15,-22-69-7-15,22 69 0 16</inkml:trace>
  <inkml:trace contextRef="#ctx0" brushRef="#br0" timeOffset="-50009.44">30465 1250 334 0,'0'0'171'16,"0"0"21"-16,0 0-47 15,52-80-31-15,-52 80-47 0,0 0-67 16,0 0 0-16,0 0 0 15,-97-47 0-15,97 47 0 16,0 0 0-16,-101 23-2 16,101-23-7-16,0 0 2 15,-97 62 18-15,97-62-16 16,0 0 17-16,-49 92-12 16,49-92 0-16,0 0 0 15,26 88 0-15,-26-88 0 16,0 0 0-16,111 85 0 15,-111-85 0-15,110 40 0 16,-110-40 0-16,111 34 0 16,-111-34 0-16,87 37 0 0,-87-37 0 15,0 0 0-15,0 0 0 16,10 93 0-16,-10-93 0 16,-85 73 0-16,26-35 0 15,-9 2 0-15,-3-9 0 16,-7 0 0-16,7-13 0 15,71-18-91-15,-117 1-34 16,117-1-17-16,0 0-28 16,-81-62 6-16,81 62-19 15,17-76 36-15</inkml:trace>
  <inkml:trace contextRef="#ctx0" brushRef="#br0" timeOffset="-49615.16">30935 729 471 0,'0'0'206'15,"0"0"-6"-15,0 0-70 16,0 0-114-16,0 0-16 15,0 0 0-15,0 0 0 16,0 0 0-16,0 0 0 0,0 0 0 16,94 62 0-16,-94-62 0 15,111 71 0-15,-111-71 0 16,127 100 0-16,-127-100 0 16,119 132 0-1,-73-49 0-15,-27 9-1 0,-19 19 2 16,-33 36-1-16,-28 17 0 15,-33 23-6-15,-36 7-6 16,-31 17 5-16,-34-7-83 16,-20 6-82-16,-14-16-22 15,-14-49-21-15,2-27 2 16,-11-54 100-16</inkml:trace>
  <inkml:trace contextRef="#ctx0" brushRef="#br0" timeOffset="-39568.01">7361 17542 1 0,'0'0'19'15,"0"0"21"-15,0 0-15 16,-12-16 2-16,12 16 1 16,0 0-2-16,0 0-2 15,0 0-1-15,-7-17 0 16,7 17-8-16,0 0-5 15,7-16-4-15,-7 16-5 16,12-24 1-16,-2 7-2 16,2-1 5-16,-1-2-5 0,8-6 11 15,0 3-1-15,2-4 11 16,-2 1 4 0,7 1 12-16,-7 3 10 0,7-1 6 15,-7 4 7-15,4 2-1 16,-4 1 0-16,-5 3-4 15,5 0 0-15,-4-2-5 16,6 3-7-16,-9-6-3 16,8 6-7-16,-7-3-5 15,3 3-2-15,-16 12-5 16,23-21-8-16,-23 21-11 16,0 0-2-16,22-12 0 15,-22 12 0-15,0 0-1 0,0 0-3 16,0 0-2-1,0 0 4-15,14-4 0 0,-14 4 0 16,23-7 0 0,-8 0-1-16,4 2-1 0,2-2 1 15,7-1 2-15,1-1-1 16,1 0 1-16,3 1 0 16,5-4 1-16,2-2 0 15,2 2 0-15,3-2-1 16,3 0 1-16,-2-2-1 15,2 2 0-15,-3 2-1 16,0 4 1-16,-5-1-1 16,-5 2 1-16,-2 2-1 0,-3 1 2 15,-4 3-2 1,0 1 2-16,-4 0 0 16,1 0 1-16,-4 0 0 15,-4 0-1-15,3 0 1 0,-3 0-1 16,-1 0 0-16,-14 0 0 15,32 0-2-15,-32 0 0 16,29 0 2-16,-13 3-2 16,1-1 1-16,6 1 1 15,-8 1 1-15,4-1-2 16,2 2 2-16,2-1-1 16,-1 1 0-16,1 0 1 0,3 1-2 15,3-3 0 1,-1 0 0-16,5-1 1 15,0 0-1-15,5-2 1 16,-1 3-1-16,1-3 0 16,2 2 0-16,-2 0 1 0,-3 3-1 15,1 0 0-15,1 2 0 16,-6 0 0-16,-5-2 1 16,7 4-1-16,-7 0 0 15,4 1 0-15,-4-3 0 16,0 3 0-16,-4-1 1 15,4 1 0-15,-3 1 1 16,-4-1 0-16,3 0 1 16,-2 1-1-16,2-1 1 15,1-1-2-15,-1 1 0 16,1-1 0-16,3 1 0 16,-4 1-2-16,1 3 2 0,-2-2-2 15,1 2 2-15,1 1-1 16,-4-1 1-16,4 2 0 15,-1-1 0-15,1-1 0 16,-4 0 0-16,5-2 0 16,-1 0 0-16,3 2-1 15,1-2 1-15,-4-2-1 16,3 3 0-16,-5-3-1 16,5 4 0-16,-7 1-1 15,0 1 1-15,-3 1 0 16,-2 2-1-16,-2 2 2 15,2 2-1-15,-6 2 1 16,-1 0 1-16,0 1 2 0,2 5-1 16,-2 0 0-16,3 2 0 15,-4 5-1-15,4 0 1 16,0 2-1-16,2 3 2 16,2-1-2-16,-5 1 1 15,1 2-1-15,3 2 4 16,-6-1-2-16,-4 3 1 15,1 1-2-15,-4 2 4 16,-7 5-5-16,0 4-1 16,-9-2 1-16,-3 3-3 15,-4 2 0-15,-10 2-51 16,-3 3-43-16,-9-2-24 16,-16 1-18-16,-5 3-13 0,-21-7-14 15,-6 0 0-15,-27-14 106 16</inkml:trace>
  <inkml:trace contextRef="#ctx0" brushRef="#br0" timeOffset="-37904.83">8081 17126 190 0,'0'0'80'16,"-7"-22"12"-16,7 22 12 16,-22-17 1-16,6 6-8 15,-3 6-5-15,-7-2-8 16,0 10-8-16,-7-3-15 15,0 11-21-15,-5-2-38 0,1 6-2 16,-4 2 0 0,-1 6 0-16,2-1 0 15,2 4 0-15,0 2 0 16,1 0-5-16,4 1 0 16,-1 1 0-16,4 6 2 0,-3-1 1 15,2 3 1-15,1 3-1 16,1-1 1-16,-4 2-1 15,5 3 0-15,-2 0 1 16,8 0-5-16,-4 1 0 16,3 3 0-16,1-1 2 15,4 6-2-15,3 1 1 16,-1 4-1-16,2-2 3 16,2 2 1-16,2 2-2 15,-1 1 2-15,6-1-3 16,-2-4 2-16,4-2-2 15,-1-1 3-15,4-2-3 0,0-4 4 16,4-1 1-16,3-7-3 16,1-4 2-16,6 0 0 15,2-4 1-15,1-5-1 16,6 1 2-16,3-5-1 16,5-4 0-16,2-2 1 15,5-2 1-15,2-2-1 16,5-3 1-16,0 4-2 15,7-6 1-15,4 1 0 16,-4 3 0-16,9-1-1 16,1-1 0-16,3 2 0 15,-1-2 0-15,2 3 0 16,-2-3 0-16,0 2 0 0,2-3 2 16,-5-2-3-16,-2-2 2 15,-4-3 0-15,3-1-2 16,1-1 2-16,-2-1-1 15,-1-5 2-15,3 1-1 16,-4-2 0-16,6 0 1 16,-2-3 0-16,2-2-1 15,1-4 0-15,-1-3 0 16,1-2 0-16,-1 2-1 16,2-3-1-16,1-1-1 15,0 1 1-15,2-1-1 16,-2 1 2-16,4-1-2 15,-2 1 1-15,2-2 0 0,-1 5 1 16,-2-2 0 0,-3 0 1-16,-1 4-1 0,-9-1 1 15,0 5-1 1,-3-1 1-16,-10 2-2 0,0 0 2 16,-6-1-1-16,-6 3-1 15,-2 1 2-15,-3-1-1 16,-6 0 0-16,0-2 1 15,-3-1-1-15,-13 13 0 16,23-26 1-16,-16 9 1 16,5-5-2-16,-5-3 2 15,2 1 3-15,-2-4-2 16,3-1 3-16,-1-2-2 0,1 0 0 16,2-2-1-16,2 0 1 15,-2-2-1-15,-1-3-5 16,-1-2 1-1,2-1-2-15,-5-4 2 0,2-2-1 16,-2-1 0-16,-4-1-3 16,1 2 1-16,-8 2 0 15,1 4 2-15,-4-1-3 16,-2 4 2-16,-1 4 0 16,-6 1-1-16,-3-2 3 15,-2 4 0-15,-1-4 1 16,-6 2 2-16,-2 1 0 15,-3-1-1-15,0 0 1 0,-5 0 1 16,2 4-1-16,-9-3 1 16,3 5-2-1,-7 1 1-15,1 0 1 16,-1 3-1-16,-6 1-1 0,-6-1 2 16,-2 1 1-16,-4 1 0 15,-8 0-1-15,-10 4 1 16,-14 3-96-16,-19 5-60 15,-14 20-12-15,-31 1-3 16,-14 19-6-16,-44 5 0 16</inkml:trace>
  <inkml:trace contextRef="#ctx0" brushRef="#br0" timeOffset="-36535.86">8250 17566 222 0,'0'0'123'0,"3"-21"-5"0,-3 21-5 15,3-27-17-15,-6 11-15 16,3 16-18-16,3-28 0 16,-3 28-23-16,0-15-32 15,0 15-7-15,0 0-3 16,0 0 3-16,0 0-2 16,0 0 0-16,0 34 0 15,-3-6 1-15,6 10-1 16,-3 14 1-16,4 12 0 0,-1 14 1 15,-3 5-2 1,0 0 4-16,0 2-4 16,-3-2 5-16,-4-7-3 15,0-12-1-15,-2-12 1 0,2-14-3 16,1-10 3-16,-1-9-5 16,7-19 4-16,0 0-7 15,0 0 5-15,-16-5 3 16,16-16-1-16,0-5 2 15,0-7-1-15,-4-8 3 16,4-10-4-16,0-6 4 16,0-5-3-16,0-7-3 15,4-2 3-15,3-2-4 16,2-1 4-16,1-1-3 16,0 6 5-16,9 3-2 15,-3 6 3-15,3 9 0 16,-1 5 0-16,-3 6 0 0,1 9 0 15,-2 8 1-15,-7 4-5 16,-7 19-3-16,12-17-1 16,-12 17-1-16,10 15 0 15,-1 8-1-15,-2 12 0 16,3 6 1-16,2 13 0 16,2 6 5-16,5 10-2 15,0 2 4-15,4-1-3 0,-4 0 3 16,0-2-3-1,2-3 2-15,2-5 0 16,-4-6 1-16,0-6-3 16,0-8 3-16,-2-1-2 0,-5-5 1 15,2-9 0-15,-2-6 2 16,-5-2-2-16,-7-18 3 16,9 20-1-16,-9-20 0 15,0 0-56-15,0 0-45 16,0 0-35-16,0 0-26 15,-22-15 3-15,22 15-7 16,-39-30 2-16</inkml:trace>
  <inkml:trace contextRef="#ctx0" brushRef="#br0" timeOffset="-36244.65">8045 18052 615 0,'0'0'190'0,"14"-19"-50"15,1 9-62-15,8-11-78 16,10 4 0-16,8-7 0 16,8-2 0-16,10-2 0 15,5-1 0-15,11 1 0 16,0 0 0-16,-1 2 0 15,-6 2 0-15,-2 3 0 16,-12 0-21-16,-4 9-96 16,-15 7-41-16,-13-2-18 0,-8 12-2 15,-14-5-3-15,0 19 0 16</inkml:trace>
  <inkml:trace contextRef="#ctx0" brushRef="#br0" timeOffset="-29544.89">9154 17360 170 0,'0'0'90'0,"3"-22"22"0,-3 22 16 16,0-16-12-16,0 16-12 15,4-16-13 1,-4 16-16-16,0-15-12 15,0 15-18-15,3-19-22 16,-3 19-22-16,0 0-1 0,9-23 1 16,-9 23 0-16,0 0 2 15,0 0-3-15,0 0 0 16,0 0 0-16,0 0 0 16,0 0 0-16,0 0 0 15,0 0 0-15,0 0 0 16,0 0 0-16,0 0 0 15,0 0 0-15,0 0 0 16,0 0 0-16,0 0 0 16,0 0 0-16,0 0 0 15,0 0 0-15,0 0 0 16,0 0 0-16,0 0 0 0,-5 16 0 16,5-1 0-16,-4 4 0 15,-3 16 0-15,0 10-5 16,-1 17-1-16,-3 15 5 15,-8 16 0-15,0 13 3 16,-3 8-3-16,-4 2-2 16,-4-5 0-16,1-6-1 15,-1-8-1-15,1-5 1 16,4-13 1-16,-1-9-1 16,4-4 2-16,1-6 5 15,2-8-4-15,3-4 3 16,2-8-2-16,2-7 2 15,5-9-1-15,0-6 1 0,7-18-2 16,0 0 1-16,0 0-1 16,0 0 0-16,4 15 0 15,-4-15 0-15,0 0-2 16,0 0 1-16,0 0 1 16,0 0 0-16,0 0 1 15,7-15 1-15,-7 15-2 16,0 0 0-16,0 0 1 15,0 0 1-15,0 0-1 16,7-18-1-16,-7 18-1 16,0 0 1-16,0 0 1 15,0 0-1-15,0 0 0 16,0 0 2-16,0 0-1 0,0 0-1 16,0 0 2-16,0 0-58 15,0 0-62-15,0 0-44 16,15-17-9-1,-15 17-6-15,16-36-1 0,1 12 39 16</inkml:trace>
  <inkml:trace contextRef="#ctx0" brushRef="#br0" timeOffset="-26917.02">9586 17814 151 0,'0'0'115'0,"0"0"0"15,0 0 8-15,0 0-5 16,-17-9-11-16,17 9-11 16,0 0-12-16,0 0-20 15,0 0-24-15,0 0-30 16,0 0-19-16,-16 10 3 16,16-10-1-16,0 0 1 15,0 0 1-15,0 0 2 16,0 0 2-16,-19 12 1 15,19-12 1-15,0 0-4 16,0 0 0-16,0 0 0 16,-17 19-3-16,17-19-3 15,-16 23 0-15,16-23 0 0,-16 28 0 16,6-9 1-16,3 0 1 16,2 0 0-16,1 5 2 15,-3-5 4-15,4 5-1 16,3 0 2-16,0-1-1 15,0-2 3-15,0 0-2 16,3-2 2-16,4-4 2 16,2 2 0-16,2-1-1 15,1 0 2-15,-12-16-1 16,33 27 1-16,-18-15-1 16,6 1 0-16,-2-1-2 15,0-2 3-15,0-3-1 16,2-2 0-16,-5 0-1 15,3-3 1-15,-3-4 0 0,-3-1-1 16,-13 3 0-16,26-14-3 16,-10 4 1-1,-16 10-1-15,26-26 1 0,-15 8-2 16,-3-1 1-16,6-1-1 16,-5-5 0-16,1-1 1 15,-3-1 0-15,2-3 1 16,-2-3-2-16,-4 0 1 15,1 1 1-15,-1-3-2 16,-3 2 2-16,0 0-3 16,0 4 1-16,-3 1 0 0,-1 2 1 15,-3 2-1-15,4 3 1 16,-6 2 0 0,2 3-3-16,7 16 0 15,-22-25 0-15,22 25-2 0,-30-21-1 16,15 12 1-16,-3 2 0 15,-1 2 0-15,0 2 3 16,0-1-1-16,-4 4 2 16,4 2 0-16,-2 1 1 15,-1 2 0-15,-1 2 0 16,1 0 0-16,3 2-1 16,0 1 2-16,-4 2 0 15,2 2 0-15,2 4-3 16,3 1 1-16,1 5 0 15,-3 4 0-15,10 1 0 16,-3 6-1-16,4 3 0 16,7 0 4-16,4 2-1 0,3-1 2 15,5 1-1-15,2-3 3 16,5-5-3-16,3 0 3 16,1-6-1-16,7-4 0 15,-1-5 0-15,1-1-1 16,1-6 0-16,2-3-1 15,5-7 0-15,-5-1 0 16,5-6-1-16,-5-4-2 16,0-3 1-16,-2-3 0 15,-1-2 0-15,-8-2-1 16,-1-1 2-16,-5-4-1 16,-7 0 1-16,-2-5-1 15,-1 0 0-15,-9-2-1 0,0 0 1 16,-6-4 1-16,-5 3-2 15,-2 1-2-15,-1 3 1 16,-2 4-1-16,-4 2-1 16,1 3 0-16,-1 4 0 15,4 3-1-15,-3 4 2 16,2 3 1-16,3 2 0 16,-2 1 1-16,3 4 1 15,-1 4 0-15,-2 3 0 16,0-2 0-16,0 5 0 15,-4 4-1-15,2 5 0 16,2 4 2-16,-3 3-3 16,3 3 2-16,-1 6-2 0,3 6 1 15,1 1 1-15,4 1 0 16,-2 2-1-16,11-2 2 16,0 1 0-1,3-3 1-15,3-3-2 0,7-5 6 16,6 0-4-16,3-7-1 15,2-5 1-15,7-4-1 16,1-5 0-16,4-5-3 16,0-7 3-16,2-2 0 15,-2-6 2-15,2-3 2 16,-2-4-3-16,-4-1 2 16,1-3-1-16,-8 0 3 15,1-2-4-15,-8 1-2 0,1-1 1 16,-2-2-1-16,-7 1 1 15,-4-2-1 1,-1-4-1-16,-7-3 0 16,1-2 2-16,-6-2-3 0,-2-3 2 15,-6 0-3-15,-1-3 4 16,4 1-3-16,-8 2 2 16,4 3 1-16,2 6 0 15,1 3-3-15,2 10-73 16,14 16-87-16,-41-16-25 15,11 27-2-15,-24-11-4 16,2 15 40-16</inkml:trace>
  <inkml:trace contextRef="#ctx0" brushRef="#br0" timeOffset="-16712.75">7125 18186 167 0,'0'0'66'15,"0"0"4"-15,0 0-4 0,0 0-3 16,0 0-8-16,0 0-7 15,0 0-9-15,0 0-4 16,0 0-9-16,0 0-12 16,0 0-8-16,0 0-12 15,0 0-31-15,0 0-29 16,0 0-25-16,0 0-33 16,0 0-6-16,0 0-16 15,0 0 92-15</inkml:trace>
  <inkml:trace contextRef="#ctx0" brushRef="#br0" timeOffset="-12560.8">2216 4932 194 0,'-7'-23'208'0,"-2"1"-73"0,9 22-16 16,-19-32-2-1,19 32-10-15,-17-22-27 0,17 22-17 16,-23-10-63-16,23 10 0 16,-29 0 0-16,13 3 0 15,-3 2 0-15,-7 6 0 16,0-3-2-16,-4 6-14 16,4 2 4-16,-8-1-6 15,4 8 8-15,-6 4-5 16,1 10 7-16,-2 4-5 15,8 8 3-15,-6 6 8 16,9 7 0-16,4 6 2 16,3 5-2-16,12-2 4 0,7-2-5 15,7 2 2-15,5 0-2 16,10-4 6 0,8-4-1-16,8-4-1 15,5-4 2-15,2-3-3 0,11-4 4 16,1-1-2-16,2-7 4 15,2-6-7-15,2-1 2 16,1-7 1-16,7-3-3 16,0-8 2-16,0-6-1 15,7-7 0-15,1-7 0 16,6-6-1-16,5-10 2 16,0-5-2-16,4-6 4 15,-2-8 1-15,5-3-7 16,-7-4 7-16,4-7-7 15,-9 0 6-15,-5-4-6 16,-5 0 5-16,-6-2-4 16,-8-2 1-16,-9-2 5 0,-7-2-4 15,-12-3 3-15,-7-1-3 16,-7 1 3-16,-8 2-5 16,-10 1 2-16,-2 3-6 15,-6 5-2-15,-7 0 2 16,-2 8-2-16,-7 0 5 15,-3 7-5-15,0-4 7 16,-3 4-4-16,-6-1 7 16,2 1-1-16,0 5 1 15,-5-2-1-15,0 2-3 16,-6 0 3-16,3 4-3 16,-4-1 3-16,-4 2-3 15,0 2 2-15,-3 1-3 0,0 3 4 16,-7 3-2-16,2 3 0 15,-2 3 0-15,-5 3 0 16,1 3 1-16,-1 3 0 16,0 2 1-16,1 5-2 15,3 2 0-15,-3 2 2 16,6 5-2-16,-2 2 2 16,3 5-1-16,1 5 0 15,-3 7-1-15,3 1 1 16,-1 6 1-16,-1 4-2 15,1-1 2-15,1 2-2 16,-1 2 0-16,3-2 1 0,4 0-1 16,6 0 0-16,1-2 3 15,4 6-4-15,8 1 5 16,1-1 2-16,3 1-4 16,7 0 5-16,-1 6-4 15,7 1 4-15,0 2-6 16,7 2 5-16,-1-1-6 15,7 8-1-15,0 5 3 16,3 1-4-16,4 1 3 16,2 1-3-16,5 4 2 15,1-3-1-15,3 1 4 16,-3-3 1-16,4-2-3 16,4-6 2-16,3-1-2 0,0-2 4 15,0-3-4-15,3-4 3 16,4-3-5-16,2-4 0 15,-2-5 3 1,5-1-1-16,2-6 1 0,2-5 1 16,0-4 2-16,3-6-1 15,3-4 1-15,-3-5 0 16,7-5-2-16,4-8 1 16,0 1-1-16,-1-10-1 15,9-3-1-15,-3-6 1 16,9-4-1-16,1-5-1 15,-4-1 2-15,8-4 0 16,0-2-2-16,-4 0 2 0,4-1 2 16,-8 1-6-1,-1-2 5-15,-5 1-6 16,-2 1 5-16,-7 0-5 0,-2-3 4 16,-6 1-4-16,-6-3 1 15,-2 0 3-15,-1 2-4 16,-12-4 5-16,-1-3-2 15,-4 2 2-15,-3-1-2 16,-4 1 2-16,-6-1-2 16,-2 1 1-16,-3-1-2 15,-3 6 2-15,-2 1-3 16,-2 3 0-16,0-1-1 16,-2 5 1-16,-1 2-1 0,-6-1-2 15,2-3 2-15,-5-2-2 16,-4-3 7-1,-3-3-5-15,-7-3 5 16,-5-6-4-16,-7-3 5 0,-3 1 0 16,-11 1 1-16,-13 8 0 15,-9 4-2-15,-13 8 1 16,-10 9 0-16,-5 16 0 16,-11 12-69-16,0 15-67 15,0 18-35-15,-3 6-6 16,8 20-7-16,3 5 4 15</inkml:trace>
  <inkml:trace contextRef="#ctx0" brushRef="#br0" timeOffset="-11155.8">3728 5195 154 0,'-18'10'70'0,"18"-10"10"16,0 0 26-16,-22 9-6 15,22-9-10-15,0 0-9 16,0 0-8-16,19-30-9 15,7 15-10-15,3-13-15 16,13-1-36-16,10-6-1 16,7-7-4-16,9 1-2 15,3-9 1-15,11-4-1 16,1-1 6-16,5-6-4 0,-1 0 5 16,5-1-5-1,-8-2 5-15,1 2-1 16,-6 3 1-16,-6 9-2 15,-12 0-1-15,-5 10 0 0,-15 3-2 16,-4 8 2-16,-9 6-2 16,-11 8 1-16,-17 15 1 15,19-19-1-15,-19 19 0 16,0 0 1-16,0 0 1 16,0 0 0-16,0 0 0 15,0 0 0-15,0 0-2 16,0 0-93-16,0 19-72 15,0-19-7-15,0 0-2 16,-29 19-5-16,13 7 60 16</inkml:trace>
  <inkml:trace contextRef="#ctx0" brushRef="#br0" timeOffset="-10069.05">3328 5842 145 0,'0'0'155'16,"0"0"-2"-16,-10 17-66 15,10-17-6-15,10 26-3 0,-1-3-11 16,17 13-11-16,-3 9-21 16,17 12-15-16,5 11-12 15,10 6-9 1,6 9 0-16,10 4 1 0,7 5-2 15,4-1 8-15,8 1 1 16,-1-2-5-16,1-3 2 16,0-6-3-16,-1-5 4 15,-6-5-3-15,-5-10 3 16,-10-8-10-16,-6-4 1 16,-8-8 3-16,-10-6-1 15,-10-6 2-15,-4-8-1 16,-11-3 0-16,-19-18 1 0,23 24 2 15,-23-24 3 1,0 0-1-16,0 0-2 16,0 0-1-16,0 0-1 15,0 0 0-15,-16 10 0 0,16-10-31 16,0 0-40-16,-23-21-14 16,23 21-11-16,-19-31-6 15,9 9-2-15,-2-4-2 16,1-2 1-16,-1-1 30 15,2-4 47-15,3 3 26 16,-5 1 26-16,5-1 19 16,0 8 29-16,2 1 31 15,-2 2 3-15,7 19-3 16,-7-24-6-16,7 24-12 16,0 0-13-16,0 0-15 15,0 0-22-15,0 0-34 16,0 0 0-16,0 0-1 0,0 0-1 15,0 0-2-15,0 0 2 16,22 21 1-16,-22-21-1 16,19 26 0-16,-5-9 0 15,2-1 0-15,-2-1 0 16,-2 2 1-16,-2-1-2 16,-10-16 2-16,16 26 1 15,-9-9 1-15,-11 4 0 16,1 3-1-16,-13 6-1 15,-3 6 2-15,-14 9-2 16,-7 7 2-16,-10 9-4 16,-13-1 3-16,-4 8 4 15,-4-1-2-15,-4-6 4 0,0-4-2 16,1-12 3-16,-1-12-70 16,12-18-69-16,13-11-27 15,3-30-11-15,20-14-1 16,6-31-7-16</inkml:trace>
  <inkml:trace contextRef="#ctx0" brushRef="#br0" timeOffset="-9220.42">4946 4250 289 0,'-22'1'126'16,"22"-1"-5"-16,0 0-8 15,0 0-20-15,0 0-20 16,0 0-10-16,19-17-20 15,-19 17-47-15,26-10-1 16,-11 3 1-16,3 0 1 16,4-4 3-16,4 3 2 0,6-3-2 15,1 3 1-15,0 1-1 16,5 3 1 0,-5 6-2-16,2 3 0 15,-3 6 0-15,-5 8-1 0,-5 7 1 16,-3 10-1-16,-8 9 3 15,-11 10-1-15,-11 11 2 16,-11 12-1-16,-13 9-3 16,-12 1 2-16,-10 2-7 15,-2-5-113-15,-2-1-53 16,-8-23-7-16,15-6-16 16,-9-32-3-16</inkml:trace>
  <inkml:trace contextRef="#ctx0" brushRef="#br0" timeOffset="-8144.65">3584 3690 265 0,'0'0'191'15,"3"-24"-49"-15,-3 24-26 16,-3-21-2-16,3 21-26 16,0 0-47-16,0 0-44 15,0 0-2-15,0 0-2 16,0 0 0-16,0 0-1 15,7 23 0-15,6 6 1 16,3 9 5-16,7 2 0 16,-1 7 4-16,8 7-3 15,3 1 4-15,-2-5-4 16,-2-3 2-16,-6-9-3 16,0-8 2-16,-6-5-1 0,-5-7-1 15,-12-18 0-15,19 21-1 16,-19-21-1-1,0 0 0-15,18 0 0 16,-17-16 1-16,6-8 0 0,0-13-2 16,0-13 3-16,-2-10-1 15,2-10 4-15,-3-8-3 16,-1 1 5-16,4-1-7 16,-5 8 7-16,1 10-2 15,-3 17 3-15,4 8-4 16,-4 11 2-16,0 24 3 15,0 0-1-15,19 12 0 16,-2 16-2-16,2 10 1 0,7 1-3 16,9 10 6-16,2 6-7 15,1-1 2-15,5-4-6 16,-5-7 7 0,1-4-5-16,-3-8 3 0,-3-7-5 15,-5-5 4-15,-2-7-2 16,-9-2 1-16,-17-10 0 15,26-8 1-15,-26-11 2 16,-3-7-1-16,-8-11 2 16,-4-9-2-16,-4-13 5 15,-4-12-3-15,-6-5 4 16,2 3-6-16,1 4 3 16,0 5-4-16,7 7 5 0,2 12-3 15,5 13-2-15,5 10-3 16,7 22-1-1,-7-24-77-15,7 24-63 16,29 3-25-16,-8-1-3 0,14 1-2 16,-2-8 22-16</inkml:trace>
  <inkml:trace contextRef="#ctx0" brushRef="#br0" timeOffset="-7896.47">4547 3495 392 0,'0'0'178'15,"0"0"-28"-15,0 0-63 16,3-23-15-16,20 6-39 16,0-4-31-16,6-6-1 0,4 1 3 15,2-4-7-15,-2 6-2 16,-7 0-54-16,3 15-39 15,-6 2-17-15,-7 18-5 16,-13 4-5-16,0 8 4 16,-9 8-3-16</inkml:trace>
  <inkml:trace contextRef="#ctx0" brushRef="#br0" timeOffset="-7723.35">4670 3652 314 0,'-15'30'121'0,"1"-13"-5"16,14-17-7-16,-9 21-16 15,9-21-23-15,16-2-19 0,3-3-16 16,0-5-27-16,3-6 1 16,4-1-1-16,1-11-74 15,9-1-68-15,2-6-35 16,-1-12-5-16,4-3-7 16,-4-14 2-16</inkml:trace>
  <inkml:trace contextRef="#ctx0" brushRef="#br0" timeOffset="-7340.08">5245 2830 391 0,'0'0'165'0,"0"-15"-28"16,0 15-32-16,-7 17-21 0,0-2-34 16,3 13-38-16,4 7-20 15,0 6-2-15,0 10 8 16,4 2-7-16,10 8 9 15,-2-2 0-15,2 5-2 16,5-5 3-16,0-2-1 16,4-12 3-16,-4-7 0 15,3-7 2-15,-4-14 1 16,-3-3 2-16,-15-14 3 16,23 0-2-16,-23 0 0 15,15-35-5-15,-11 8-1 16,-4-10-4-16,0-11-1 15,-5-9-3-15,-2-9 0 0,-4 0-2 16,-4 2 3-16,-4 5 1 16,-7 0 3-16,-4 25 6 15,-3 22-21 1,-9 20-123-16,-6 24-43 0,-1 30-16 16,-13 14-1-16,4 24-5 15</inkml:trace>
  <inkml:trace contextRef="#ctx0" brushRef="#br0" timeOffset="-6093.19">4259 6283 363 0,'-19'-25'207'0,"19"25"-2"0,0 0-77 16,-14-21-57-16,14 21-26 16,0 0-70-16,0 0 2 15,3 19-1-15,1-2 1 16,8 13 1-16,2 4 1 15,5 4 9-15,0 4 10 16,7 3-1-16,0-2 2 16,4-7-2-16,-4-4 3 15,-4-12 1-15,1-4 4 16,-8-9 5-16,3-2 4 16,-18-5 2-16,22-5-1 15,-22 5 1-15,16-23-1 16,-9 3-2-16,0-5-3 0,2-4-4 15,-3-6-7-15,1-1 2 16,-1-2-2 0,1 3 2-16,0 4-3 0,-1 3 3 15,0 6-1-15,1 6 0 16,-7 16-5-16,7-17-3 16,-7 17-4-16,0 0-3 15,0 0 2-15,22 22-2 16,-10-4 0-16,6 6 0 15,4-1 5-15,4 6 3 16,5-1 5-16,-4-4 0 16,-1-2 3-16,0-4 0 15,-7-6 3-15,-19-12 6 0,29 8 6 16,-29-8-3-16,0 0-5 16,18-34 0-16,-18 6-4 15,-4-12 1 1,1-8-4-16,-4-8 0 0,0-4-8 15,-2 3 6-15,2 3 3 16,0 9 2-16,-2 7-5 16,6 14-2-16,3 24-3 15,0 0-83-15,0 0-65 16,0 0-22-16,16 22-2 16,-9-6-3-16,15 6 39 15</inkml:trace>
  <inkml:trace contextRef="#ctx0" brushRef="#br0" timeOffset="-5847.02">5050 6339 400 0,'0'0'178'0,"0"0"-18"16,0 0-97-16,23 2-12 15,0-8-9-15,-1-7-31 16,4-1-6-16,9 0-80 16,-2-2-26-16,0 4-26 15,2 2-14-15,-9 3-14 16,3 12-14-16,-13 5 28 16</inkml:trace>
  <inkml:trace contextRef="#ctx0" brushRef="#br0" timeOffset="-5648.88">5212 6566 452 0,'-30'20'123'0,"11"-1"-13"15,0-6-23-15,19-13-17 16,-17 19-31-16,17-19-27 16,0 0 2-16,14 1 0 15,5-8 1-15,14-5-1 0,1-7-1 16,10-7-78-1,1-3-86-15,11-6-30 16,-11-12-7-16,8-1 2 16,-9-9-3-16</inkml:trace>
  <inkml:trace contextRef="#ctx0" brushRef="#br0" timeOffset="-5370.68">5757 5861 569 0,'-7'21'187'0,"7"7"-31"16,0 8-165-16,0 9 12 16,-4 10-4-16,4 13-2 15,0 8 2-15,0 9-1 0,0 1 2 16,0 6-3-16,0-2 7 15,4-7 2-15,-1-3-6 16,1-7-60-16,-4-9-81 16,0-16-23-16,3-1-5 15,-6-20 1-15,10-1-9 16</inkml:trace>
  <inkml:trace contextRef="#ctx0" brushRef="#br0" timeOffset="-3971.68">5825 6074 428 0,'-11'-17'178'16,"11"17"-43"-16,-15-7-58 0,15 7-14 15,0 0-42-15,0 0-23 16,0 0-1-16,0 0 0 16,-16 19 0-16,16-19 0 15,-17 29 1-15,4-10 0 16,0 2-1-16,-3 3 2 15,-3-1 0-15,5-4 1 16,2-4-1-16,12-15 2 16,-16 23 1-16,16-23 5 15,0 0 8-15,0 0-2 16,0 0 1-16,9-16 0 16,-2 1 2-16,5-6-3 0,-2-3 0 15,6-2-6-15,1-4-6 16,-5 3 0-16,2-3 2 15,2 8-2-15,-6 1-2 16,-10 21-5-16,13-24-3 16,-13 24-4-16,0 0 0 15,0 0-1-15,0 0-2 16,0 0 1-16,-4 22 1 16,4 1 5-16,4 10 2 15,2 13 5-15,3 17-2 16,-2 9 4-16,7 13-3 15,-5 5 3-15,5 9 5 16,-2-2-5-16,-2-2 5 0,-1-8-4 16,1-11 4-16,-6-10-6 15,-1-13 7-15,2-8-6 16,-5-12 0-16,0-10 1 16,0-6 0-16,0-17 1 15,0 0 1-15,0 0-1 16,0 0 0-16,-22-2-1 15,22 2 0-15,-19-19 0 16,3 9-1-16,-1-1-2 16,1 1 1-16,-3 3 2 15,0 2-1-15,2 3 0 16,1 0 0-16,0 1 0 16,16 1 0-16,-22 1-1 0,22-1 1 15,0 0 6-15,0 0 4 16,0 0 2-1,0 0 1-15,22-5 1 16,4-3 0-16,9-1 1 0,5-7-2 16,9-4-2-16,4-6-99 15,3-13-63-15,0-16-35 16,-1-6 2-16,-10-23-14 16,4-10-7-16</inkml:trace>
  <inkml:trace contextRef="#ctx0" brushRef="#br0" timeOffset="-3155.1">4924 4109 330 0,'-18'-1'117'0,"18"1"6"15,0 0-15-15,-19-25-14 16,19 25-19-16,-8-26-23 16,4 11-27-16,1-1-22 0,-4 1 0 15,7 15-2-15,-7-21-3 16,7 21-2-16,0 0-1 15,0 0 2-15,-16-10-2 16,16 10 1-16,0 0 0 16,0 0 1-16,0 15 3 15,0-15 0-15,11 17 2 16,-11-17-2-16,31 26 2 16,-5-8-1-16,7-1 0 15,3-1 0-15,2-1-2 16,4 1 1-16,3-2 0 15,-1-1-1-15,-3-2 0 0,1-1 0 16,-9-3 2-16,2 2-2 16,-9-4 1-16,-4 2-2 15,-1-2 1-15,-21-5-1 16,23 10 2-16,-23-10-2 16,0 0 4-16,12 30-2 15,-12-9 2-15,0 10-1 16,-7 10-39-16,2 17-108 15,-2 23-39-15,-16-2-8 16,8 20-4-16,-15-9 55 16</inkml:trace>
  <inkml:trace contextRef="#ctx0" brushRef="#br0" timeOffset="19696.14">8347 17237 150 0,'0'0'95'15,"-9"-15"14"-15,9 15 13 16,0 0 4-16,0 0-2 16,0 0-10-16,0 0-14 15,-17-6-24-15,17 6-69 16,0 0-7-16,0 0 0 16,0 0 0-16,0 0 0 0,0 0 0 15,0 0 0 1,0 0 0-16,0 0 0 0,0 0 0 15,0 0 0 1,0 0 0-16,0 0 0 0,0 0 0 16,0 0 0-16,3 16 0 15,-3-16 0-15,7 26 0 16,-3-7 0-16,1 12 0 16,2 2 0-16,0 7 0 15,1 7 0-15,3-1 0 16,-1 4 0-16,-1 2 0 15,5 2 0-15,-6-2 0 16,6-2 0-16,-5 4 0 16,1-2 0-16,-3 1 0 15,2-1 0-15,-2 0 0 16,0-3 0-16,2-3 0 16,1 0 0-16,0-8 0 0,3-2 0 15,-3-7 0-15,2-3 0 16,2-3 0-16,-2-6 0 15,-1 0 0-15,-11-17 0 16,15 19 0-16,-15-19-4 16,0 0 6-16,0 0-7 15,0 0 7-15,0 0-1 16,0 0 1-16,0 0-8 16,16 14-60-16,-16-14-23 15,0 0-46-15,3-22-5 16,-3 3-7-16,-3-2-2 15,1-8 1-15</inkml:trace>
  <inkml:trace contextRef="#ctx0" brushRef="#br0" timeOffset="20880.98">8380 17287 106 0,'0'0'70'0,"-14"-24"15"15,14 24 26-15,0 0 17 16,-16-21-8-16,16 21-4 15,0 0-15-15,0 0-9 16,-15-3-19-16,15 3-52 16,0 0-21-16,0 0 0 15,0 0 0-15,-7 24 0 16,3-5 0-16,1 7 0 16,-1 10 0-16,-8 9 0 15,5 13 0-15,-5 6 0 16,-2 7 0-16,2 0 0 15,-5 5 0-15,1 2 0 16,-3-4 0-16,5 0 0 0,-5-3 0 16,3-7 0-16,2-5 0 15,2-7 0-15,2-12 0 16,1-10 0 0,2-8 0-16,7-22 0 0,-7 19 0 15,7-19 0-15,0 0 0 16,0 0 0-16,11-22 0 15,-8 6 0-15,2-5 0 16,2-5 0-16,0-3 0 16,5-6 0-16,-1-5 0 15,1-6 0-15,5 2 0 16,2 3 0-16,1-1 0 0,2 4 0 16,-3 0 0-16,2 5 0 15,-2 4-1 1,0 6 0-16,-8 4 2 15,1 4-3-15,-12 15 2 16,14-16 3-16,-14 16-3 0,0 0 0 16,0 0 0-16,0 0 0 15,0 0 0-15,0 0 0 16,-14 16 0-16,14-16 0 16,0 0 0-16,0 0 0 15,0 0 0-15,0 0 0 16,-23 14 0-16,23-14 0 15,-19 13 0-15,19-13 0 16,-29 19 0-16,13-6 0 16,-1-3 0-16,1 2 0 15,0-2 0-15,16-10 0 16,-29 21 0-16,29-21 0 0,-19 16 0 16,19-16 0-16,0 0 0 15,0 0 0-15,0 0 0 16,22-31 0-16,8 8 0 15,5-6-5-15,10 1-2 16,7-5 5-16,7 2 2 16,5 5-1-16,0 3 1 15,-1 8 0-15,-8 3 1 16,-6 7 1-16,-7 1 4 16,-13 4-2-16,-13 5-2 15,-16-5-2-15,-12 30 0 16,-18-9 0-16,-19 6 0 15,-10 6 0-15,-15 2 0 0,-10 5 0 16,-9-2 0-16,-8-2 0 16,0-1 0-16,4-6 0 15,5-5 0-15,9-5 0 16,12-5 0-16,12-3 0 16,13-8 0-16,14-3 0 15,32 0 0-15,-16-16 0 16,16 16 0-16,42-24 0 15,-6 10-1-15,9 0-4 16,14 4-11-16,-2 0-99 16,11 1-55-16,7 6-4 15,-16-4-5-15,-7 15-3 16,-30-2 2-16</inkml:trace>
  <inkml:trace contextRef="#ctx0" brushRef="#br0" timeOffset="43963.46">7001 18419 96 0,'13'-20'81'16,"-13"20"3"-16,10-16 13 15,-10 16 21-15,7-17 1 16,-7 17-3-16,3-16 4 15,-3 16-11-15,0 0-26 16,0-15-83-16,0 15 0 16,0 0 0-16,0 0 0 0,0 0 0 15,0 0 0-15,0 0 0 16,0 0 0-16,0 0 0 16,0 0 0-1,0 0 0-15,-17-16 0 0,17 16 0 16,-5-17 0-16,5 17 0 15,-7-21 0-15,7 21 0 16,-10-21 0-16,10 21 0 16,-13-22 0-16,13 22 0 15,-19-26 0-15,19 26 0 16,-26-25 0-16,12 12 0 16,-5-1 0-16,-3 0 0 15,3-2 0-15,-4 1 0 0,-3-1 0 16,0 1 0-16,-4-1 0 15,-3 0 0 1,2 1 0-16,-2 1 0 16,-3 0 0-16,-2-1 0 0,1 2 0 15,2 0 0-15,-1 0 0 16,1 1 0-16,-5 2 0 16,6 1 0-16,-3 2 0 15,-1 2 0-15,2 2 0 16,-3 1 0-16,6-1 0 15,-5 1 0-15,5 2 0 16,-5 2 0-16,5-1 0 16,-5 3 0-16,-2-1 0 0,5 2 0 15,-1 2 0-15,1-1 0 16,-5 2 0 0,5 1 0-16,-1 1 0 15,3 4 0-15,2 0 0 0,-2 0 0 16,3 5 0-16,-4 0 0 15,4 2 0-15,-3 1 0 16,4 1 0-16,-3-1 0 16,-1 4 0-16,0 0 0 15,2-2 0-15,-2 2 0 16,4 0 0-16,3 4 0 16,-4-1 0-16,2 2 0 15,2 0 0-15,4 1 0 0,-4 2 0 16,0 3 0-1,0-1 0-15,0 0 0 16,-1 1 0-16,1 1 0 16,0 0 0-16,0 0 0 0,0 0 0 15,0 0 0-15,4 2 0 16,-1 1 0-16,4 1 0 16,0-1 0-16,5 1 0 15,-2-1 0-15,6 1 0 16,-2 0 0-16,5-1 0 15,-3-1 0-15,4-2 0 16,3 5 0-16,-1 1 0 16,4-1 0-16,0 2 0 15,0 2 0-15,4-2 0 16,-1 1 0-16,3 3 0 16,0-6 0-16,1-3 0 15,2-2 0-15,2 0 0 0,-1-2 0 16,-1 1 0-16,4-3 0 15,0-1 0-15,-3 0 0 16,6 0 0-16,-2 0 0 16,1-2 0-16,4-1 0 15,0-3 0-15,2-3 0 16,2 1 0-16,-4-3 0 16,7-1 0-16,-4-2 0 15,5 0 0-15,-1-5 0 16,0 1 0-16,1-1 0 15,6-3 0-15,0 1 0 16,2 0 0-16,1-2 0 0,3 2 0 16,1-1 0-16,1-4 0 15,1 0 0-15,1 0 0 16,2-4 0-16,1 1 0 16,2-4 0-16,-3 0 0 15,4-4 0-15,0-1 0 16,-1-2 0-16,-3 0 0 15,4-2 0-15,-6-3 0 16,-1 2 0-16,3-2 0 16,-3-2 0-16,-6 2 0 15,2-2 0-15,2 0 0 16,-2 0 0-16,-1-1 0 16,1-1 0-16,-1-3 0 0,-3 0 0 15,-1 0 0-15,5-2 0 16,-5-3 0-16,2-5 0 15,5-4 0 1,-2-2 0-16,2-1 0 0,2-4 0 16,-1-2 0-16,3-3 0 15,-2 2 0-15,-1-4 0 16,-1 1 0-16,-2-1 0 16,1-3 0-16,-3-2 0 15,2 1 0-15,-5 3 0 16,4 0 0-16,-6 1 0 15,2 4 0-15,-4 1 0 16,3 6 0-16,-6 3 0 0,-4 3 0 16,-1 4 0-16,-2 2 0 15,-7 3 0 1,-1 4 0-16,-8 1 0 16,-3 16 0-16,4-26 0 0,-4 26 0 15,-4-20 0-15,4 20 0 16,-7-18 0-16,7 18 0 15,0 0 0-15,-15-20 0 16,15 20 0-16,-23-9 0 16,23 9 0-16,-30-7 0 15,13 9 0-15,-5 0 0 16,-4 4 0-16,-1 1 0 16,-4 5 0-16,2 2 0 15,-4 2 0-15,-2 1 0 0,-1 1 0 16,1-1 0-16,-2 0 0 15,4 0 0 1,2-1 0-16,5-4 0 0,0-1 0 16,7-3 0-16,5-1 0 15,14-7 0-15,-15 7 0 16,15-7 0-16,0 0 0 16,0 0 0-16,0 0 0 15,0 0 0-15,0 0 0 16,19-21 0-16,-4 11 0 15,3-2 0-15,8-4 0 16,3-1 0-16,2-4 0 16,6-1 0-16,1-1 0 15,-2-1 0-15,-1 3 0 16,-5-1 0-16,-1 4 0 16,-6 3 0-16,-1 3 0 0,-6 1 0 15,-16 11 0-15,21-12 0 16,-21 12 0-16,0 0 0 15,0 0 0-15,0 0 0 16,0 0 0-16,15 9 0 16,-15-9 0-16,0 0 0 15,13 19 0-15,-13-19 0 16,17 14 0-16,-17-14 0 16,0 0 0-16,19 19 0 15,-19-19 0-15,16 10 0 16,-16-10 0-16,0 0 0 15,17 23 0-15,-17-23 0 0,16 20 0 16,-16-20 0-16,12 30 0 16,-9-9 0-16,1 1 0 15,-1 4 0-15,-3 2 0 16,4 5 0 0,-4-1 0-16,0 7 0 0,0 0 0 15,0 3 0-15,0 1 0 16,0-1 0-16,0-2 0 15,0 1 0-15,0-1 0 16,3-2 0-16,-3-5 0 16,0 1 0-16,0-2 0 15,4-1 0-15,-4-3 0 16,0-1 0-16,0-3 0 0,0-3 0 16,0-2 0-16,0-19 0 15,0 21 0-15,0-21-46 16,0 0-133-16,-14 2-6 15,-5-18-4-15,-4-1-5 16,-17-14-4-16</inkml:trace>
  <inkml:trace contextRef="#ctx0" brushRef="#br0" timeOffset="45526.62">2306 19249 153 0,'-9'-20'80'16,"9"20"4"-16,-14-24 5 16,14 24 3-16,-15-22 13 15,3 6-1-15,12 16-10 16,-18-29-13-16,18 29-16 16,-19-26-11-1,19 26-32-15,-12-26-22 16,12 26 0-16,-14-23 0 0,14 23 0 15,-12-15 0-15,12 15 0 16,0 0 0-16,0 0 0 16,0 0 0-16,0 0 0 15,0 0 0-15,0 0 0 0,0 0 0 16,0 0 0-16,0 0 0 16,0 0 0-16,-3 34 0 15,11-6 0-15,6 8 0 16,-2 6 0-16,6 10 0 15,4 7 0-15,-3 0 0 16,4-2 0-16,-4 0 0 16,4-4 0-16,-6-6 0 15,-1-5 0-15,-1-8 0 16,-4-6 0-16,1-5 0 16,-12-23 0-16,14 24 0 15,-14-24 0-15,0 0 0 16,15 0 0-16,-8-17 0 0,0-6 0 15,2-12 0-15,-2-8 0 16,0-12 0-16,1-9 0 16,3-9 0-16,-1 0 0 15,-5 2 0-15,2 2 0 16,0 8 0-16,2 11 0 16,-6 14 0-16,4 6 0 15,-3 13 0-15,-4 17 0 16,0 0 0-16,0 0 0 15,0 0 0-15,22 31 0 16,-13-5 0-16,5 5 0 16,2 4 0-16,3 3 0 15,5 2 0-15,-1 0 0 0,3 1 0 16,0-1 0-16,1-4 0 16,-1-3 0-16,1-1 0 15,-1-5 0 1,-4-1 0-16,1-5 0 0,-1-4 0 15,-4-3 0-15,-3-3 0 16,-15-11 0-16,19 12 0 16,-19-12 0-16,0 0 0 15,0 0 0-15,14-16 0 16,-17-5 0-16,-8-8 0 16,3-7 0-16,-6-11 0 15,-2-10 0-15,1-6 0 16,-6-2 0-16,5 1 0 0,0 6 0 15,3 8 0-15,4 7 0 16,2 12 0 0,0 7 0-16,7 24 0 15,-7-26-7-15,7 26-164 0,0 0-9 16,21-21-3-16,-6 14-6 16,1-10-2-16</inkml:trace>
  <inkml:trace contextRef="#ctx0" brushRef="#br0" timeOffset="47242.84">3289 19022 196 0,'-16'7'127'15,"16"-7"13"-15,-19 5-9 16,19-5-8-16,-18 7-13 16,18-7-10-16,0 0-20 0,0 0-64 15,-15 15-16-15,15-15 0 16,0 0 0-16,0 0 0 15,0 0 0-15,22 0 0 16,-22 0 0-16,26-5 0 16,-6 0 0-16,-3-2 0 15,9 2 0-15,-3-4 0 16,8 1-5-16,-5-1 1 16,0 0 2-16,0 1-1 15,-7-1 2-15,2 2 0 16,-21 7 3-16,26-10-2 15,-26 10-59-15,0 0-39 16,19 3-29-16,-19-3-21 0,0 17-11 16,0-17-10-16,-4 26-5 15</inkml:trace>
  <inkml:trace contextRef="#ctx0" brushRef="#br0" timeOffset="47556.06">3328 19262 370 0,'0'0'157'0,"-19"14"-15"16,19-14-22-16,0 0-25 16,0 0-23-16,0 0-29 0,0 0-23 15,23-2-28-15,-23 2 1 16,26-5-5-16,-10 4 4 15,6-1 3 1,4-2 1-16,0-1 0 0,4-2 1 16,1 0 1-16,2-1 0 15,-4-4 2-15,4-1-4 16,-1 3-55-16,-6-7-55 16,0-1-34-16,0 3-22 15,-7-9-2-15,0 5-1 16,-2-11 50-16</inkml:trace>
  <inkml:trace contextRef="#ctx0" brushRef="#br0" timeOffset="48224.53">4005 18748 544 0,'11'-21'174'0,"-11"21"0"16,0 0-79-16,-18-3-85 15,18 3 1-15,-22 2 1 16,22-2-9-16,-26 12-3 16,26-12 0-16,-28 19 0 0,28-19 0 15,-26 24 0-15,16-7 0 16,3 4 0-1,-2 3 0-15,6 6 0 16,-4 3 0-16,3 3 0 0,1 0 0 16,6 4-4-16,-3-2 3 15,0-3-3-15,4 0 1 16,-1-6-1-16,4-5 1 16,5-3-2-16,2-4 1 15,2-1-1-15,3-2 0 16,3-6 0-16,1-2 1 15,3-1 1-15,0-3-1 16,0-4 2-16,0-3-1 16,-3-2 1-16,3-4-1 15,-4 1 2-15,1-4 0 16,-6-1-1-16,2-1 1 16,-3-1 0-16,-2 1 1 0,-2-3 2 15,-5 2-2-15,2-2 1 16,-3 1 0-16,-2-1 1 15,3 0-1-15,-7 0 1 16,3-3-1-16,-3-1-1 16,0 2 1-16,0-3-1 15,-3 0-1-15,3 0 1 16,-4-2-1-16,-3 2 1 16,4 1-1-16,-2 2 2 15,-6-1 0-15,4 3 3 16,-1 3 5-16,-6 1 4 15,-2 6-144-15,-13-1-32 0,-4 8-9 16,-25-10-7-16,-7 5-3 16</inkml:trace>
  <inkml:trace contextRef="#ctx0" brushRef="#br0" timeOffset="50668.27">6554 19068 72 0,'17'11'53'0,"-17"-11"-1"16,0 0-5-16,0 0 2 15,0 0 1-15,16 5 3 16,-16-5 0-16,0 0 11 16,0 0 16-16,0 0 0 15,0 0-9-15,0 0-7 16,0 0-9-16,0 0-6 16,0 0-8-16,0 0-17 15,0 0-23-15,0 0-4 16,15 5 1-16,-15-5 0 0,0 0-2 15,0 0-1-15,26-3 1 16,-26 3 0-16,30-5 0 16,-11-1 3-16,3-1-3 15,4-1 2-15,1-3 1 16,2 3 1-16,1-3 1 16,1-1-1-16,2 0-1 15,3 0 1-15,-1 0 0 16,1 2-1-16,3-1 0 15,-3-4-1-15,2 2 0 16,-1 1 0-16,-3 0 1 16,3 4 1-16,-8-3 0 15,3 3 1-15,-6-1-1 0,-4 4 1 16,-1 0 0-16,-5 3 1 16,-16 2 0-16,0 0 0 15,15-2-1-15,-15 2 1 16,0 0 1-16,0 0-1 15,0 0-1-15,0 0-1 16,0 0 0-16,0 0-1 16,0 0 1-16,0 0-1 15,0 0 0-15,0 0 0 16,23 7 0-16,-23-7 1 16,17 0 1-16,-17 0 0 15,16 3 3-15,-16-3 4 16,0 0 4-16,19 23 2 15,-19-2 2-15,3 5 0 16,-3 3-3-16,-3 9-1 16,-1 4-12-16,1 4 0 15,-2 5 0-15,1-1 0 0,1 4 0 16,-4-1 0-16,3-1 0 16,-1-2 0-16,2-3 0 15,-1-4 0-15,1-1 0 16,-1-4 0-16,4-9 0 15,-3-6 0-15,-1-6 0 16,4-17 0-16,0 24 0 16,0-24-3-16,0 0-3 15,0 0-1-15,0 0 0 0,0 0-70 16,0 0-98 0,0 0-20-16,-19-8-3 15,-7 4-1-15,-38-16 44 16</inkml:trace>
  <inkml:trace contextRef="#ctx0" brushRef="#br0" timeOffset="54134.71">12296 12629 181 0,'-19'0'77'16,"-4"-1"14"-16,1-1 30 0,2 5-11 15,-6-1-7-15,9 5-3 16,1-5-17-16,16-2-19 16,-19 8-9-16,19-8-17 15,0 0-38-15,6 16 0 16,-6-16 0-16,36 9-1 16,-10-8 2-16,4 1-1 15,4 0 0-15,-1-2 0 16,0-2 0-16,-2 0-1 15,-4-1-1-15,-10 1 1 16,-17 2 0-16,22-2-1 16,-22 2-2-16,0 0-3 15,0 0 1-15,0 0 0 0,0 0 0 16,-13 7-1-16,13-7 2 16,0 0 4-16,0 0 4 15,0 0 4-15,-16-3-2 16,16 3-1-16,0 0 1 15,0 0 1-15,19-4-3 16,-19 4-2-16,16 2-1 16,-16-2-1-16,20 5 1 15,-20-5 1-15,27 7-1 16,-27-7-1-16,19 7 2 16,-19-7 2-16,19 5-2 15,-19-5 0-15,0 0 0 0,15 5-1 16,-15-5 0-16,0 0 0 15,0 0-1-15,0 0-1 16,14-1 0-16,-14 1-60 16,0 0-75-16,23-11-29 15,-23 11-7-15,19-31-2 16,-19-5-6-16</inkml:trace>
  <inkml:trace contextRef="#ctx0" brushRef="#br0" timeOffset="69114.37">10532 17810 153 0,'-15'-9'77'0,"15"9"4"16,0 0 7-1,0 0 7-15,-18-7 12 0,18 7-7 16,0 0-9-16,0 0-11 15,0 0-13-15,0 0-11 16,0 0-28-16,0 0-28 16,0 0 0-16,0 0 0 15,0 0 0-15,0 0 0 16,-15-5 0-16,15 5 0 16,0 0 0-16,0 0 0 15,0 0 0-15,0 0 0 0,0 0 0 16,0 0 0-1,0 0 0-15,0 0 0 16,0 0 0-16,10-15 0 16,-10 15 0-16,0 0 0 0,0 0 0 15,16-9 0-15,-16 9 0 16,19-3 0-16,-2 1 0 16,2-2 0-16,7 3 0 15,2-5 0-15,5 0 0 16,7 0 0-16,2-1 0 15,3-1 0-15,0-1 0 16,3 0 0-16,1 1 0 16,3 1 0-16,-3 0 0 15,3 0 0-15,-4 2 0 16,1 1 0-16,-4 1 0 16,0 1 0-16,-1 0 0 15,-3 1 0-15,1-1 0 0,3-1 0 16,-5 1 0-16,5-2 0 15,0 3 0-15,4-3 0 16,3-1 0-16,0 2 0 16,5-1 0-16,-1-1 0 15,3 1 0-15,2 3 0 16,1-3 0-16,2-1 0 16,-1 3 0-16,-2-1 0 15,3-1 0-15,2 3 0 16,-2 1 0-16,2-4 0 15,-2 2 0-15,0 1 0 16,2-1 0-16,-1 2 0 16,-1-2 0-16,-2 1 0 0,3-1 0 15,-3 0 0-15,-1 2 0 16,-2-2 0 0,2 1 0-16,-2-1 0 0,-2 0 0 15,5 0 0-15,-3 1 0 16,2-3 0-16,3 1 0 15,2-1 0-15,-1 1 0 16,-1-1 0-16,2 1 0 16,-6-1 0-16,6 1 0 15,2-2 0-15,-7 0 0 16,1-1 0-16,3 1 0 16,-3 0 0-16,2-2 0 15,1 0 0-15,0 0 0 0,-4 0 0 16,5 0 0-16,2 0 0 15,0 1 0-15,-4-7 0 16,5 5 0 0,-1-3 0-16,0 3 0 0,-6-3 0 15,-1 1 0-15,-2 0 0 16,-5-1 0-16,1 8 0 16,-10-6 0-16,-5 6 0 15,-1-4 0-15,-3 3 0 16,-7 4 0-16,-6-2 0 15,-4 1 0-15,-19 1 0 16,26 0 0-16,-26 0 0 0,0 0 0 16,16-2 0-16,-16 2 0 15,0 0 0 1,0 0 0-16,0 0 0 16,0 0 0-16,0 0 0 15,0 0 0-15,0 0 0 0,0 0 0 16,0 0 0-16,0 0 0 15,0 0 0-15,0 0 0 16,19 9 0-16,-19-9 0 16,21 5 0-16,-6-3 0 15,1 1 0-15,7-3 0 16,-1 2 0-16,4-2 0 16,4 2 0-16,-1-2 0 15,4-2 0-15,-2 2 0 16,6-4 0-16,-2 3 0 15,-2-3 0-15,0 1 0 16,-2-1 0-16,2-1 0 0,-4 2 0 16,-3-1 0-16,0 1 0 15,-3-1 0-15,-7 1 0 16,-16 3 0-16,26-4 0 16,-26 4 0-16,0 0 0 15,0 0 0-15,0 0 0 16,0 0 0-16,-9-17 0 15,9 17 0-15,-30-26 0 16,13 7 0-16,-2-5 0 16,-7-4 0-16,0 0 0 15,3 1 0-15,1-3-2 16,-1 4 2-16,4 0-2 16,0 2 2-16,2 3-2 0,1 2 1 15,2 2-2-15,14 17 2 16,-22-24 1-16,22 24 1 15,-20-16 0-15,20 16-1 16,0 0 1-16,-19-14 1 16,19 14 1-16,0 0-2 15,0 0 1-15,0 0-3 16,-15-3-1-16,15 3-1 16,0 0 1-16,0 0-1 15,0 0 1-15,12 17-1 16,-12-17 2-16,19 26 2 15,-9-9 2-15,6 4 0 16,3 5 2-16,2-3-1 0,5-1-3 16,2-1-1-16,5 0 0 15,3-4 0-15,-1 2 0 16,5-3 0-16,-5-3 0 16,1 0 0-16,-5-1 0 15,-5 0 0-15,-3-4 0 16,-2 1 0-16,-21-9 0 15,26 14 0-15,-26-14-1 16,15 14-1-16,-15-14 0 16,0 0 0-16,12 17-1 15,-12-17 1-15,0 0 1 16,0 21 1-16,0-21 0 16,-8 22 2-16,-3-3-4 0,-1 0 5 15,-5 4-4-15,-2 3 4 16,-11 5-3-16,-1 0 4 15,-5 6-6-15,-3-1 3 16,3 0 1-16,-2 1-2 16,-2 1 0-16,5-2-1 15,2 0 2-15,7-4-4 16,7-10 3-16,0-3-2 16,8-2 0-16,11-17 0 15,-15 18 2-15,15-18 2 16,0 0 1-16,0 0 2 15,0 0-44-15,0 0-86 16,19-7-43-16,-19 7-8 0,23-19-10 16,-10-5-4-16,10-2 54 15</inkml:trace>
  <inkml:trace contextRef="#ctx0" brushRef="#br0" timeOffset="71419.56">18180 16541 49 0,'0'0'171'0,"0"0"-23"16,0 0-16-16,0 0-6 15,0 0 2-15,0 0-14 16,-19-7-14-16,19 7-45 15,-19-20-55-15,2 4 0 0,-2 0 0 16,-7-1 0-16,0 0 0 16,0-1 0-16,-2 3 0 15,-2 1 0-15,1 0 0 16,-4 4 0-16,3-2 0 16,6 1 0-16,-2 3 0 15,-4-3 0-15,-3 3 0 16,4 1 0-16,-2 2 0 15,-2-1 0-15,0 3 0 16,1 1 0-16,-1 2 0 16,4 0 0-16,-4 4 0 15,2-1 0-15,1 1 0 16,-3 2 0-16,-1 1 0 0,1 0 0 16,-4 2 0-16,2 0 0 15,-6-1 0-15,4 3 0 16,-1-1 0-16,-2-1 0 15,-2 3 0-15,6-4 0 16,1 6 0-16,2-3 0 16,-1 1 0-16,4 2 0 15,1-2 0-15,3 3 0 16,0-4 0-16,-1 1 0 16,5 0 0-16,-1 2 0 15,1-2 0-15,3 0 0 16,0 2 0-16,-2 1 0 15,2 5 0-15,0 0 0 0,-1 3 0 16,3-1 0-16,-2 4 0 16,0 2 0-1,3 1 0-15,-5 3 0 16,6-3 0-16,-1 2 0 0,-3 0 0 16,2 2 0-16,1 2 0 15,-3-4 0-15,2 2 0 16,1 0 0-16,0 1 0 15,-1-1 0-15,5 2 0 16,-2-2 0-16,2 0 0 16,2 0 0-16,-6-1 0 15,5 1 0-15,3 2 0 0,-3 0 0 16,3 1 0 0,1 0 0-16,0 1 0 0,0-1 0 15,3 2 0-15,3 0 0 16,1 0 0-1,0 0 0-15,1-1 0 0,6 2 0 16,0-1 0-16,4 1 0 16,1 0 0-16,3 1 0 15,3 0 0-15,4 0 0 16,4 1 0-16,6 1 0 16,1-1 0-16,7-1 0 15,1 0 0-15,1-4 0 16,7 6 0-16,-1-4 0 0,1-3 0 15,3-1 0-15,-4-1 0 16,4-3 0 0,1-3 0-16,-1 1 0 15,1-9 0-15,-1-2 0 0,4 1 0 16,0-4 0-16,-1-4 0 16,6 0 0-16,-6-1 0 15,1-2 0-15,1-2 0 16,2 0 0-16,-3-3 0 15,1 0 0-15,-5-1 0 16,0-1 0-16,0-3 0 16,-3 0 0-16,6-3 0 15,-4 1 0-15,1-4 0 0,3 1 0 16,-2-4 0 0,2 0 0-16,2-1 0 15,2 0 0-15,-7-3 0 16,4 0 0-16,-2-1 0 0,5 0 0 15,-4 0 0-15,3-3 0 16,-3-2 0-16,1-2 0 16,5 1 0-16,-6-1 0 15,1 0 0-15,-1 0 0 16,-1-2 0-16,-5 1 0 16,3-1 0-16,-7 0 0 15,-2-1 0-15,-1-3 0 16,-1 1 0-16,-1-2 0 15,-5 0 0-15,-2-1 0 16,-3 1 0-16,-4 0 0 16,0 0 0-16,-7 0 0 15,0 0 0-15,-4 1 0 0,-4-1 0 16,-1-2 0-16,-1 2 0 16,-6 2 0-16,1-3 0 15,-4 1 0-15,-4 0 0 16,-2 2 0-16,0-2 0 15,-4-2 0-15,3-2 0 16,-5 0 0-16,-2 1 0 16,2 3 0-16,-2-2 0 15,2 0 0-15,-4 2 0 16,-5 3 0-16,6 0 0 16,-4 2 0-16,-4-1 0 15,0-3 0-15,1-1 0 16,-4 2 0-16,0-6 0 0,3 4 0 15,-3 0 0-15,-3-2 0 16,3 2 0-16,-4-1 0 16,4 3 0-16,-9 1 0 15,2 1 0-15,0-1 0 16,-1 0 0-16,4 4 0 16,-6-2 0-16,4 2 0 15,0 1 0-15,2 1 0 16,-1 1 0-16,1 0 0 15,1 2 0-15,-4 0 0 16,3 0 0-16,-1-2 0 31,2 2 0-31,-1 0 0 16,0 2 0-16,-1 0 0 0,5 3 0 0,-3 0 0 0,3 0 0 16,-4 2 0-1,4 2 0-15,-3-1 0 16,-6 3 0-16,2-1 0 0,-5 0 0 15,-2 1 0-15,-9 2 0 16,1 5 0-16,-10-1 0 16,-1 4 0-16,-12 3 0 15,-7 4 0-15,-16 6 0 16,-13 1-71-16,-6 3-114 16,0 0-13-16,-10-17 3 15,12-6-7-15,-2-25 31 0</inkml:trace>
  <inkml:trace contextRef="#ctx0" brushRef="#br0" timeOffset="73163.35">11388 16725 405 0,'0'-38'165'0,"3"3"-28"15,-3-3-16-15,7 9-18 16,-7-1-19-16,9 13-76 16,-5-1-8-16,-4 18 0 15,0 0 0-15,10-15 0 16,-10 15 0-16,0 0 0 15,0 19 0-15,3-2 0 16,1 7 0-16,5 6 0 0,1 8 0 16,2 5 0-1,2 6 0-15,2 1 0 0,-1-3 0 16,-1-2 0-16,2-5 0 16,-2-8 0-16,-2-7 0 15,-5-6 0-15,-7-19 0 16,19 22 0-16,-19-22 0 15,0 0 0-15,0 0 0 16,15-5 0-16,-15 5 0 16,11-24 0-16,-4 1 0 15,1-3 0-15,-1-7 0 16,4-3 0-16,1-6 0 0,-2 3 0 16,6-1 0-16,-2 4 0 15,-2 1 0-15,2 11 0 16,-2 3 0-1,-12 21 0-15,23-24 0 0,-23 24 0 16,19 1 0-16,-19-1 0 16,26 26 0-16,-7-5 0 15,2 3 0-15,1 6 0 16,4 3 0-16,0 1 0 16,2-3 0-16,-2-3 0 15,-3-4 0-15,-2-3 0 16,-6-7 0-16,-15-14 0 15,30 17 0-15,-30-17 0 16,0 0 0-16,19 0 0 16,-19 0 0-16,3-33 0 15,-3 7 0-15,0-12 0 16,-7-7 0-16,4-10 0 0,-2-4 0 16,-2 0 0-16,0 9 0 15,0 7 0-15,-2 6 0 16,6 13 0-16,-4 7 0 15,7 17 0-15,0 0 0 16,0 0 0-16,0 0 0 16,0 0 0-16,-4 28 0 15,4-28 0-15,23 36-85 16,-9-15-72-16,5-2-20 16,7 0-4-16,0-14-5 15,7 0 5-15</inkml:trace>
  <inkml:trace contextRef="#ctx0" brushRef="#br0" timeOffset="73712.73">12329 16723 157 0,'-11'16'167'16,"11"-16"7"-16,-8 22-63 16,8-22-14-16,0 0 0 15,19-10-6-15,7 3-20 16,0-11-17-16,12 5-50 0,7-5-4 16,7 1 0-16,0 1 0 15,4 4-1-15,-4 4-1 16,-3-1-34-16,-8 9-47 15,-11 2-29-15,-8 8-20 16,-22-10-4-16,12 31-4 16,-20-8 6-16,-6 4 7 15,-12 3 47-15,-5 1 60 16,-2-5 39-16,0 5 26 16,-2-5 17-16,5 0 17 15,1-5 15-15,6-2 23 16,4-2-2-16,0-5-15 15,19-12-7-15,-17 19-9 0,17-19-9 16,0 0-18-16,14 16-19 16,-14-16-28-16,31 3-10 15,-2-3-1 1,4-1 1-16,6-3 0 0,0-3 0 16,10 0-1-16,-4-1 0 15,4-6-2-15,-4-3-72 16,-3-2-69-16,-2 0-24 15,-11-9-4-15,6-2-6 16,-16-9-2-16</inkml:trace>
  <inkml:trace contextRef="#ctx0" brushRef="#br0" timeOffset="74592.53">13365 16650 251 0,'7'30'178'15,"-7"-8"-20"-15,3-3-51 16,4-1-17-16,-7-18-2 16,13 24-19-16,-13-24-28 15,0 0-27-15,13-4-9 16,-13 4-2-16,9-29 0 0,-5 6-1 15,-1-6-1-15,1-6-3 16,-4-6 2 0,3-4 1-16,-3 0-3 15,0 2 4-15,0 4-2 0,0 5 3 16,3 6-4-16,-3 6 3 16,0 22-4-16,0-18 0 15,0 18 2-15,0 0-2 16,0 0-2-16,0 0 0 15,0 0 3-15,0 0 0 16,0 0 0-16,-3 23 1 16,6-4 1-16,1 9-2 15,5 3 3-15,-2 7-3 0,5 9 3 16,-2 6-2 0,2 3 2-16,2 2-2 15,-2 0 0-15,-1-3 3 16,1 4-3-16,-2-2 2 0,-3-5-2 15,5-4 1-15,-5-3-1 16,0-7 1-16,-7-6 1 16,7-6 1-16,-7-7 0 15,0-19 1-15,2 20-1 16,-2-20-3-16,0 0 0 16,0 0 0-16,0 0 0 15,-19-5 0-15,19 5 0 16,-23-14 0-16,8 7 0 15,-8 0 0-15,2 2 0 16,-3 4 0-16,-2 1 0 16,-4 5 0-16,4 0 0 15,0 2 0-15,4-2 0 0,3 2 0 16,1 0 0-16,18-7 0 16,-19 9 0-16,19-9 0 15,0 0 0-15,0 0 0 16,0 0 0-16,0 0-3 15,0 0-3-15,30-16 0 16,-4 9 3-16,9-3 1 16,8-2 2-16,9-2-1 15,9 0 0-15,10 0-1 16,0-2 0-16,0 1 2 16,-1 1 0-16,-10 2 1 15,-4 2-1-15,-11-3-2 16,-7 8-52-16,-12-2-75 0,-12 0-36 15,-14 7-7-15,0 0-2 16,0 0-2-16</inkml:trace>
  <inkml:trace contextRef="#ctx0" brushRef="#br0" timeOffset="80741.63">16925 17196 245 0,'0'-21'149'0,"0"21"-11"16,0-18-10-16,0 18-16 15,0 0-14-15,0-19-22 16,0 19-22-16,0 0-31 16,0 0-26-16,0 0-3 15,0 0 0-15,0 0-1 16,0 0-2-16,0 0 1 16,0 0-2-16,0 0 1 15,0 0 2-15,14 11 1 0,-14-11 2 16,0 0 1-1,0 0 1-15,0 0 2 16,0 0 0-16,0 0 1 0,0 0 0 16,0 0 0-16,0 0-1 15,0 0 0-15,0 0 0 16,0 0-1-16,0 0 1 16,0 0 1-16,0 0 0 15,0 0 0-15,0 0-2 16,0 0 2-16,0 0-2 15,0 0-1-15,0 0 2 16,0 21 0-16,0-21 0 16,9 29 0-16,-6-6 3 15,8 4-2-15,-4 8 5 16,5 6-1-16,-2 8-4 16,2-2 3-16,-1-1-4 0,-3-1 3 15,3 0-6-15,-4 0 4 16,1-3-4-16,-1-2 3 15,0-2-1-15,-3-5 1 16,-4 0 0-16,3-2-1 16,-1-5 3-16,-2-2-4 15,-2-7 1-15,-1-1-2 16,3-16 1-16,-4 21 0 16,4-21 1-16,0 0-1 15,0 0 2-15,0 0-2 16,0 0 2-16,0 0 1 15,-22-9-44-15,22 9-51 16,-7-26-34-16,0 2-27 0,7-2-14 16,-4-12 0-16,11 1-1 15</inkml:trace>
  <inkml:trace contextRef="#ctx0" brushRef="#br0" timeOffset="82137.62">16894 17261 298 0,'-14'-15'170'16,"14"15"-45"-16,0-26-39 16,0 26-7-16,4-28-7 15,-4 28-17-15,10-28-25 16,-1 13-35-16,-9 15 0 15,26-24 4-15,-4 10 0 16,1 2 1-16,3 0 1 0,0 1 1 16,3 4 1-1,1 0 1-15,-4 6 0 16,3 1-1-16,-1 3 0 16,-5 2 1-16,3 4-2 0,0 0 0 15,0-1-1-15,0 4 0 16,3-1 0-16,-6 1 1 15,3 0 1-15,-7 3 0 16,2-1 0-16,-5 2-1 16,-8 1-2-16,3 2-1 15,-8 0-2-15,-3 2 1 16,-3 2-1-16,-4-3 0 0,-5 5 1 16,-2-3-5-1,-5 4 7-15,0 0-2 16,-4-3 3-16,0-1-4 15,-3-3 3-15,4 2-3 16,-1-6 3-16,4 3 1 0,-2-6-2 16,2 0 1-16,0-2-1 15,19-10 0-15,-29 18 0 16,29-18 1-16,-19 10-1 16,19-10-1-16,0 0 0 15,-16 7 1-15,16-7 2 16,0 0 3-16,0 0 1 15,0 0-5-15,0 0-4 16,0 0 1-16,19-14 1 0,-19 14-1 16,19-14-2-1,-19 14-3-15,26-19 1 16,-10 9 4-16,1-2 6 0,6 0-2 31,3 3 0-31,0-5 0 0,-2 5 1 16,2-1 0-1,4 3 0-15,-4-2-1 0,0 6 1 16,-4-2 1-16,1 3 0 0,-6 6 0 16,2-1 1-16,-3 6 1 15,0-2-2-15,-16-7 3 16,26 19-3-16,-26-19-1 16,26 26 0-16,-26-26 2 15,29 26-3-15,-29-26 1 16,26 27 0-16,-15-11-1 15,-11-16 0-15,22 26 2 0,-22-26-2 16,16 28-1-16,-16-28-1 16,10 24 0-16,-10-24-3 15,5 24 1-15,-5-24-1 16,4 26-1-16,-4-26 0 16,-5 21 2-16,5-21-1 15,-7 24 1-15,7-24 1 16,-14 22 2-16,14-22 0 15,-23 23 0-15,23-23 0 16,-26 28 1-16,11-14 0 16,-5-1 1-16,1 1-2 15,2 0 1-15,-6 0-2 16,4 0 2-16,0-4-1 0,-3 1-1 16,3-3 0-16,-2-1 0 15,-2-2 1-15,4 0-1 16,-3-3 0-16,2-2 2 15,-2-2-1-15,-1-4 0 16,3-1 0-16,-3 1 1 16,0-2-1-16,1 1 0 15,-4-4 1-15,7 5-2 16,-4-1 2-16,4 1-1 16,2 3 0-16,17 3 0 15,-26-9-1-15,26 9 1 16,-16-5 3-16,16 5 1 15,0 0-2-15,0 0-4 0,0 0-4 16,0 0 0-16,16-19-79 16,-16 19-63-16,26-35-23 15,-4 11-3 1,-1-12-2-16,10-6 20 0</inkml:trace>
  <inkml:trace contextRef="#ctx0" brushRef="#br0" timeOffset="83414.72">18213 16583 295 0,'0'0'173'0,"7"-19"-37"0,-7 19-22 16,2-16-14-16,-2 16-21 16,0 0-46-16,0 0-22 15,0 0-7-15,0 0 0 16,0 0-1-16,0 0-3 15,0 0-1-15,0 0-3 16,-12 21 0-16,12-5 3 16,-7 3 1-16,3 3-1 15,-1 2-1-15,-2 6-1 16,0 1 2-16,-1 2-1 16,-3 5 3-16,1 3-3 15,-2 4 3-15,-2 6-3 16,2 1 2-16,-2 3 0 0,-2 2 1 15,4 2-2-15,-11 0 4 16,9-2-2-16,-5 0-1 16,4-5 2-16,-3-4-4 15,6-1 4-15,-5-4-4 16,5 1 3-16,1-1-3 16,-1-3 1-16,2 0 2 15,1 1 0-15,-1 1 0 16,-3 1-1-16,7 0 1 15,-5 2-1-15,2 0 2 16,-1-1-2-16,3-1 1 16,-2-3-2-16,2-1 2 15,1-2-1-15,-3-3 0 0,5-4-1 16,-6-2 1-16,6-1-1 16,-4-4 1-16,1 1-1 15,0-5-3-15,3 2 3 16,-4-2-1-16,1-2 2 15,3-1-2-15,4-16 2 16,-8 24-3-16,8-24 2 16,-7 15 2-16,7-15-1 15,0 0 0-15,0 0 0 16,-7 16-1-16,7-16 1 16,0 0 0-16,0 0 0 15,0 0 0-15,-7 16 1 16,7-16 0-16,0 0 0 0,0 0 1 15,0 0-1-15,0 0 1 16,0 0-1-16,0 0 1 16,0 0 2-1,0 0-1-15,0 0-2 0,0 0 3 16,0 0 0-16,0 0-2 16,0 0 2-16,0 0-3 15,0 0-1-15,0 0 0 16,0 0 1-16,0 0-3 15,0 0 1-15,0 0-2 16,0 0 0-16,0 0-1 16,0 0 2-16,0 0-1 15,0 0 1-15,0 0 0 0,0 0 2 16,0 0 1 0,0 0 0-16,0 0 2 0,0 0 0 15,0 0 0 1,0 0 0-16,0 0 0 0,0 0 0 15,0 0-2-15,0 0 0 16,0 0 0-16,0 0 0 16,0 0-2-16,0 0-4 15,0 0-2-15,0 0-41 16,0 0-81-16,10-25-42 16,-3 10-6-16,-2-11 6 15,2-4-4-15</inkml:trace>
  <inkml:trace contextRef="#ctx0" brushRef="#br0" timeOffset="84991.54">18220 17215 170 0,'-21'12'82'16,"21"-12"8"-16,-26 14 19 15,26-14-7-15,-22 12-7 16,22-12-12-16,0 0-11 16,-23 14-17-16,23-14-14 15,0 0-22-15,0 0-22 16,0 0-3-16,0 0 2 16,0 0-4-16,19 10 1 15,-19-10 3-15,21 0 2 0,-21 0 2 16,30-7 2-16,-11 2-1 15,0 0-2-15,3-2 1 16,1-2 0 0,0 2-1-16,-1 0 1 0,-3 2-1 15,-1 0 0-15,-18 5 0 16,22-5 0-16,-22 5-1 16,0 0 1-16,0 0 0 15,0 0 0-15,0 0 0 16,0 0 2-16,0 0 1 15,0 0 2-15,4 20 1 16,-4-20 3-16,-4 23 0 0,1-6 2 16,-4 4 0-16,1 1-1 15,-4 8 0-15,-4 5-6 16,-1-1 1 0,-1 4-4-16,-7 4 2 15,1-2-4-15,1 1 2 0,-2-1-2 16,4-5 0-16,0-4 2 15,4-2-1-15,1-3 0 16,2-5-1-16,5-6-1 16,7-15-3-16,-7 19-2 15,7-19 1-15,0 0 0 16,0 0-1-16,0 0 1 16,0 0 0-16,0 0 2 0,15 4 3 15,-15-4 1 1,0 0 2-16,0 0-1 15,21-14 1-15,-21 14 0 16,26-14 0-16,-10 4 0 0,6-1-1 16,4-2 0-16,0-1-1 15,4 2 1-15,-1-2 1 16,-1 2-3-16,-5 1 1 16,3 4-1-16,-9 0 1 15,-17 7 1-15,26-6 0 16,-26 6-1-16,16-2 0 15,-16 2-19-15,0 0-62 16,0 0-38-16,0 0-32 16,19-17-12-16,-19 17-5 15,10-26 2-15</inkml:trace>
  <inkml:trace contextRef="#ctx0" brushRef="#br0" timeOffset="85374.81">18512 17410 323 0,'-14'4'140'0,"14"-4"-16"15,0 0-21-15,0 0-13 16,0 0-20-16,0 0-26 0,0 0-47 16,0 0-3-16,19 3 2 15,-19-3-4-15,0 0 7 16,24 2 1-16,-24-2 1 16,23 2 0-16,-23-2-2 15,22 0 1-15,-22 0 0 16,23-2-1-16,-23 2 0 15,23-4 0-15,-23 4-58 16,19 0-43-16,-19 0-29 16,15-1-8-16,-15 1-21 15,0 0 0-15,18-2 42 16</inkml:trace>
  <inkml:trace contextRef="#ctx0" brushRef="#br0" timeOffset="85634.99">18534 17585 225 0,'-26'23'139'16,"26"-23"-18"-16,-19 15-12 16,19-15-5-16,0 0-13 15,-14 11-19-15,14-11-25 16,0 0-32-16,0 0-21 15,0 0-1-15,0 0-1 16,26-4 1-16,-26 4 0 0,33-9-52 16,-14 2-55-16,4-8-47 15,10 5-5-15,-3-13-6 16,4 4 1 0</inkml:trace>
  <inkml:trace contextRef="#ctx0" brushRef="#br0" timeOffset="88003.68">18543 17684 309 0,'0'0'144'16,"0"0"-8"-16,-19-4-9 0,19 4-12 15,0 0-13-15,0 0-22 16,0 0-70-16,0 0-10 16,-19-12 0-16,19 12 0 15,0 0 0-15,0 0 0 16,-19 5 0-16,19-5 0 15,-18 9 0-15,18-9 0 16,0 0 0-16,-19 14 0 16,19-14 0-16,0 0 0 15,0 0 0-15,0 0 0 16,0 0 0-16,26-7 0 16,-7 0 0-16,4-2 0 0,3 1-2 15,0-1-2-15,7-1 3 16,0-2-1-16,-2 1 0 15,-1-3-13 1,-1 7-60-16,-6-5-37 16,-1 2-34-16,-2 3-16 0,-3-5-15 15,2 5 0-15,-19 7 30 16</inkml:trace>
  <inkml:trace contextRef="#ctx0" brushRef="#br0" timeOffset="89342.64">19059 17344 221 0,'0'0'167'16,"0"0"-16"-16,0 0-35 0,0 0-13 15,0 0-9-15,0 0-17 16,0 0-36-16,0 0-40 15,0 0-8-15,-16 7-2 16,16-7 0-16,-7 19 1 16,4-3 1-16,-6 3-4 15,5 4 9-15,-6 1-1 16,5 2 2-16,-6 3-2 16,4 1 2-16,-1 2-2 15,1-2 2-15,0-1 1 16,7 1-1-16,-4-3 0 15,4-1 0-15,7-3 1 16,-3-1-2-16,3-4 2 0,-7-18-2 16,15 26 3-16,-15-26-1 15,19 17 1-15,-19-17-1 16,23 5 1-16,-23-5 0 16,23-3-1-16,-23 3 2 15,26-12-1-15,-26 12-1 16,26-19 1-16,-26 19-1 15,26-25 0-15,-26 25 0 16,26-24-1-16,-26 24 2 16,19-29-2-16,-19 29 0 15,17-31-1-15,-13 15 1 16,-3-3 0-16,3 0 0 16,-4 0 0-16,-4-2 0 0,4 2 0 15,-5 0 1-15,-2-5 0 16,4 5 0-16,-4-2-1 15,2 2 1-15,1 2 2 16,-3-1-2-16,4 1 3 16,-1 1-4-16,4 16 5 15,-8-20-1-15,8 20 7 16,0 0-6-16,-18-18 2 16,18 18-3-16,0 0 3 15,-22-7-2-15,22 7 0 16,-19-3-3-16,19 3-3 15,-23 3 4-15,23-3-3 16,-26 7 3-16,10 0-3 0,16-7 3 16,-26 23-5-16,9-6 3 15,1 0-4-15,1 4 1 16,1 2-3-16,2 1 1 16,1 2-2-16,3-2 1 15,1 2 3-15,3 0-1 16,4 0 1-16,-3 2 0 15,6-1 2-15,1-1-1 16,-1 0 2-16,6-2 0 16,-2-1-1-16,3-4 0 15,6-2 2-15,-1-5-1 16,3-1 1-16,-3-4-1 16,8-2 1-16,-7-5 0 0,4 0 0 15,-1-3-1-15,1-3 1 16,-1-2 0-16,-2-3-1 15,-1 1 1-15,-1-2-2 16,-15 12 0-16,26-28 2 16,-15 12 0-16,-3 1-3 15,3-4 2-15,-8 0-2 16,4-4 2-16,-7 1-1 16,0-2 1-16,0-4-2 15,-3 0 1-15,-1-1 1 16,-3 3 0-16,-1 0-1 15,1 2 1-15,0 1 3 0,-4 4 0 16,11 19 6-16,-15-26-3 16,15 26 3-16,-12-15-4 15,12 15 4-15,0 0-5 16,-21-7 0 0,21 7-2-16,-16 0-2 0,16 0-2 15,-15 8 1-15,15-8 3 16,-23 19-4-16,23-19 4 15,-33 31-3-15,17-13 1 16,2 1-4-16,-1 0 4 16,1 0-6-16,2 0 1 15,1 2 1-15,3-2-1 16,4 0-2-16,1 3 2 0,-1 3 1 16,4-1-1-16,4-2 3 15,-1 2 0 1,1-3 0-16,4-3-124 15,6 2-42-15,-14-20-7 0,16 14-2 16,-28-33-18-16</inkml:trace>
  <inkml:trace contextRef="#ctx0" brushRef="#br0" timeOffset="91640.26">13438 17204 69 0,'0'0'37'15,"0"0"5"-15,0 0-6 16,0 0-5-16,-17 4 0 15,17-4 2-15,0 0 1 16,-16-4-3-16,16 4-5 16,-16-5-8-16,16 5 7 0,-20 0 12 15,20 0 13-15,0 0 6 16,-16 2 9-16,16-2 1 16,0 0-5-16,0 0-5 15,0 0-1-15,0 0-12 16,0 0-15-16,26-16-11 15,-3 11-13-15,3-2-7 16,7-2 2-16,5 1 1 16,3-1-1-16,3 2-1 15,1-1 1-15,0-1-2 16,-7 2 0-16,-5 2 1 16,-3 0 2-16,-11 1 2 15,-4 2 4-15,-15 2 0 0,0 0 0 16,0 0 2-16,-27 7-1 15,1 0 1 1,-7 4 0-16,-6-1-2 16,-4 0-4-16,-2 4 1 0,3-2 0 15,2-1 0-15,9-1-5 16,12-3-5-16,2-3-2 16,17-4-1-16,0 0 1 15,0 0 0-15,19-13-2 16,7 6 1-16,7-3 4 15,5 0 4-15,2-2 2 16,5 1 0-16,-3 3-2 0,-2 1-112 16,-6 5-47-16,-34 2-6 15,18-12-11-15,-58-7-5 16,-21 12 61 0</inkml:trace>
  <inkml:trace contextRef="#ctx0" brushRef="#br0" timeOffset="105151.18">17231 18532 106 0,'-19'14'75'0,"19"-14"33"15,-14 15 22-15,14-15-2 16,-23 16-8-16,8-11-11 16,15-5-10-16,-26 17-10 15,26-17-30-15,-26 21-59 16,26-21 0-16,-20 24 0 15,20-24 0-15,-17 28 0 0,5-12 0 16,5-1 0-16,-5 3 0 16,5-3 0-16,0 1 0 15,7-16 0 1,-19 29 0-16,19-29 0 0,-19 28 0 16,19-28 0-16,-19 21 0 15,19-21 0-15,-21 20 0 16,21-20 0-16,-28 25 0 15,14-10 0-15,-1 4 0 16,-8 7 0-16,0 2 0 16,-3 5 0-16,0 3 0 15,-3 4 0-15,-4 2 0 16,-2-1 0-16,-5 2 0 0,5 4 0 16,-4 0 0-1,0 0 0-15,-2-2 0 16,-3 1 0-16,3 3 0 15,-4 1 0-15,-1 4 0 0,-2-2 0 16,-1 3 0-16,-3 2 0 16,0 4 0-16,0-1 0 15,-4 3 0-15,3-3 0 16,-3 1 0-16,-3 1 0 16,2 0 0-16,-2-1 0 15,0-1 0-15,-6-1 0 16,6-2 0-16,-1 2 0 0,-3 0 0 15,6-2 0-15,1-5 0 16,4 4 0-16,-3-1 0 16,4 0 0-1,-1 1 0-15,4-3 0 0,1-1 0 16,2 0 0-16,0 0 0 16,3-3 0-16,0-1 0 15,2 1 0-15,2-3 0 16,-2-1 0-16,6 0 0 15,1-1 0-15,-2-1 0 16,5-2 0-16,1-2 0 16,3 0 0-16,0-1 0 15,3 1 0-15,1-1 0 0,-1-4 0 16,4 1 0-16,2-2 0 16,-2 0 0-1,3-2 0-15,2-4 0 16,-2 5 0-16,1-5 0 0,1 3-1 15,2 1 0-15,-2 0 0 16,-2-1 0-16,2 1-1 16,-1 5-3-16,-1-1 4 15,-1-1-7-15,1-1 7 16,-3 0-5-16,0 0 5 16,-2 0-5-16,2-2 6 15,0-5-2-15,0 2 3 16,0-1 0-16,-2-1 1 15,2 0-1-15,3-2 1 16,1-1-3-16,-3 0 1 16,6-4 0-16,-2-4-1 15,14-15 1-15,-15 23-2 0,15-23 1 16,0 0-1-16,-11 15 3 16,11-15-4-16,0 0 2 15,0 0-1-15,0 0 2 16,0 0-1-16,0 0 0 15,0 0-1-15,0 0 1 16,0 0 0-16,0 0 0 16,0 0 0-16,0-17-2 15,0 17 1-15,0 0 1 16,0 0 1-16,0 0-3 16,0 0 1-16,0 0-1 15,0 0 1-15,0 0 1 16,0 0 0-16,0 0-1 0,0 0 1 15,0 0-1-15,0 0 2 16,0 0 0-16,0 0 0 16,0 0 3-16,0 0-3 15,0 0 0-15,0 0 1 16,0 0 1-16,0 0-2 16,0 0 0-16,0 0 0 15,0 0-2-15,0 0 2 16,0 0 0-16,0 0 0 15,0 0-1-15,0 0-1 16,0 0 4-16,0 0-1 16,0 0-1-16,0 0 0 15,0 0-1-15,0 0 0 0,0 0 1 16,0 0 2-16,0 0-6 16,0 0 4-16,0 0-1 15,0 0 0 1,0 0 0-16,0 0 0 0,0 0 1 15,4-17-1-15,-4 17-1 16,-4-25 1-16,4 10 0 16,0-4 0-16,0-4 0 15,0-1 2-15,4 1-5 16,-4-1 3-16,0 5 0 16,3 0 1-16,-3 2-2 15,0 0 2-15,4 1 5 0,-4-1-7 16,3-6 11-16,-3-1-11 15,3 1 10 1,3-1-10-16,-3-2 8 16,1 2-8-16,3 0 2 15,-4-2-1-15,1 3 0 0,1 1 1 16,-2-1 0-16,1 4 2 16,-1 0-2-16,-3 19 1 15,4-27-1-15,-4 27 0 16,0 0 2-16,0 0 1 15,0 0 1-15,0 0 2 16,0 0 3-16,0 0 0 16,0 0 0-16,0 22-2 0,0-22 1 15,-7 29-3 1,3-8-2-16,1 0-2 16,-2 3-1-16,1 7 0 15,-3 1-7-15,4-3 7 0,-4 6-6 16,1-4 7-16,0 2-6 15,-1-2 5-15,0 0-9 16,1 0 7-16,-1-3 0 16,1-1 1-16,-3-1-3 15,2 0 1-15,0-1 0 16,4 1 2-16,-3-2 1 16,-1-5-1-16,0 0 1 15,4-2-3-15,3-17 3 16,-7 21-2-16,7-21 2 15,0 0-3-15,0 0 0 16,0 0 1-16,0 0 0 16,0 0-1-16,0 0-1 0,0 0 0 15,0 0 1-15,0 0-1 16,0 0 0-16,17-16 0 16,-17 16-2-16,35-29 2 15,-12 12 2-15,10-8-1 16,8 0-1-16,8-3 1 15,3-2 1-15,10 1 1 16,3 0 1-16,6 3-2 16,-3 0 0-16,-3 3 2 15,-4 4 1-15,-5 5 0 16,-11 2-2-16,-5 5 3 16,-12 2-1-16,-8 2 2 15,-20 3 2-15,20 3 3 0,-20-3 0 16,0 0 1-16,3 16-2 15,-3-16-1-15,0 0-3 16,-21 19 0-16,21-19-4 16,-15 10-59-16,-1-12-57 15,-1 4-47-15,-6 0-14 16,-8-6-4-16,-2 4 5 16,-12-3 94-16</inkml:trace>
  <inkml:trace contextRef="#ctx0" brushRef="#br0" timeOffset="107051.53">13827 22504 257 0,'0'0'154'0,"15"2"-28"16,-15-2-26-16,0-15-10 15,0 15-9-15,-3-21-20 16,3 21-56 0,-12-26-2-16,5 9-1 0,0-1-2 15,-5 1 2-15,1 0-1 16,-1-2 0-16,-5 3-2 16,-2-3 1-16,-4 0 6 15,-6 2-5-15,-3-1 7 16,-1 1-6-16,-3 0 7 15,-6 1-6-15,1 2 7 16,-4 0-7-16,-1 6 1 0,0-1-2 16,0 4 3-16,-6 3 0 15,-1 4 0 1,0 3 1-16,-2 0 0 16,-1 9 0-16,4 0-7 15,-5 2 6-15,1 3-8 0,1 1 6 16,3 3-9-16,-2-1 7 15,2 3-7-15,3-1 6 16,-3 0 1-16,7 4 0 16,2-2 0-16,1 5-2 15,0 0 1-15,2 4 0 16,6-1 0-16,-3 4-1 16,3 2 3-16,-3 2-4 0,4 1 4 15,2 0-1 1,-2 2 1-16,3 0-3 15,-1 0 5-15,-2 0-3 16,0 0 0-16,2 4-2 0,1 3 7 16,1 0-3-16,-4-4-8 15,3 2 8-15,3-1-8 16,1-2 8-16,3-6-6 16,1 2 7-16,4-3-12 15,3-2 8-15,-1 0 2 16,6 6-3-16,3-6 2 15,1 2 0-15,3 5-1 16,3-9-2-16,3 2 5 16,3 0-2-16,4-2-1 15,-1-1-3-15,5 0 4 16,1 6-3-16,-1-3 1 16,2-3-1-16,3 8-1 0,0-3 0 15,2 2 3-15,1-1 0 16,1 6-3-16,-4-6 0 15,7 4 4-15,-3 0-1 16,-1-5-1-16,4 3-2 16,-3 6 2-16,3-8-1 15,0-4 4-15,0-4-4 16,3 1 12-16,1 4-1 16,-2-1 4-16,5-8-2 15,0-1 3-15,1-6-7 16,6 8 5-16,-2-4-9 15,4-4-3-15,1-8 0 16,-1 9 0-16,3 3 0 0,4-7 0 16,-1 0 0-16,1-4 0 15,3 3 0-15,-3 1-5 16,-1 3 4-16,4-13 2 16,-52-9-5-16,101 22 3 15,-52-15-3-15,3 4 2 16,0-1-2-16,0-10 7 15,-52 0-4-15,102 7 1 16,-50-12 3-16,0-13-4 16,1 22-1-16,-8-13-1 15,7-3 4-15,-4 2-1 16,-3-9-4-16,4 5-1 16,-4-5 6-16,-5 7 0 0,2-11-1 15,-1 1 0-15,-4 4-2 16,1-1 1-16,-5 0 7 15,0-5-4 1,2 3-7-16,-2 0-10 0,0-6 14 16,-2 3-12-16,2-2 5 15,0-2-8-15,-2-5 3 16,-1 5-1-16,-1-6 9 16,1-10 6-16,-4 5-7 15,2-1 7-15,1-7 1 16,-3 0-2-16,4 4 4 15,-4-4-7-15,0 4 5 16,-4 3-2-16,1-3 3 0,-1-4-1 16,-3 2 2-16,-1-5-1 15,-3 3-1-15,-2-5 1 16,0-1 0 0,0-4-3-16,-3 5 1 0,-3-9-4 15,-2 6 2-15,2-4-1 16,-3 2 3-16,-4-2 5 15,0 7-9-15,0-2 12 16,-4-8-13-16,1 8 7 16,-3-3-7-16,3 2 6 15,-4 1-6-15,0 0-4 16,4 2 6-16,-6 1-6 0,-1 7 6 16,1 3 1-1,-2 1 0-15,1 2 0 16,-2 1 1-16,1-2 0 15,-1 4 2-15,-2 2-3 0,2 2 3 16,-3 0-2-16,1 1 1 16,-5 3-2-16,3 1 1 15,-5 3-1-15,6 1 2 16,-5-1-1-16,1 1-1 16,2 1 1-16,-2 0 0 15,0 2 0-15,0 0 0 16,1 2-1-16,3-1 1 15,-4-2 5-15,5 6-6 0,-5-2 6 16,0 1-6 0,-7-1 7-16,0 1-6 15,-7-4 8-15,-9-1-10 16,-10 0 0-16,-12-8-75 0,-18 0-87 16,-22-1-6-16,-12 17-7 15,-30 12 0-15,-16 24 14 16</inkml:trace>
  <inkml:trace contextRef="#ctx0" brushRef="#br0" timeOffset="108792.77">12747 23195 264 0,'9'17'130'16,"1"-1"-1"-16,-10-16-12 15,12 29-12-15,-12-29-16 16,14 25-22-16,-14-25-30 16,7 26-34-16,-7-26 2 15,9 17-4-15,-9-17-1 0,0 0-1 16,0 0-2 0,0 0 1-16,0 0 5 15,0 0-3-15,0 0-4 16,0 0 5-16,-4-19-3 0,4 19 2 15,-8-21-2-15,1 6 4 16,7 15-5-16,-19-30 2 16,19 30 2-16,-19-26-2 15,8 9 0-15,11 17-4 16,-19-23 5-16,19 23-5 16,-23-13 3-16,23 13-4 15,-19-9 6-15,19 9-4 16,-20 9 5-16,20-9 8 15,-23 12-5-15,23-12 7 16,-23 20-4-16,11-4 4 16,-2 1-6-16,-1 4 4 15,1-4-3-15,-2 8-14 0,1-3 13 16,-3 8-17-16,6-8 14 16,2 7-14-16,-2 3 15 15,1-3-13-15,6 1 9 16,1 2-1-16,1 0 0 15,3-1 1-15,0 3 0 16,3-6-1-16,3 0 0 16,1-1 0-16,0 1 0 15,1-4 1-15,6 1-4 16,2-1 3-16,-2 2 0 16,5-5 3-16,3 1-4 15,4 2 2-15,0-5-3 16,4 0 5-16,-1-7 1 0,-1 1-2 15,5-8-1-15,-3 0-1 16,-1-5 1-16,2-9 0 16,-1-5 1-16,-4 1-2 15,3-3 0-15,-2-10 1 16,-5 5 1-16,1-1-2 16,-1-4 2-16,-3 5-1 15,0 2 2-15,-1-2-1 16,-3 4-1-16,-15 17 0 15,26-17-1-15,-26 17 3 16,0 0 0-16,16-16-1 16,-16 16 0-16,0 0 2 15,0 0 0-15,0 0 0 0,0 0-82 16,0 0-67-16,-5-22-24 16,1 6 0-1,-3-19-7-15,11 4 20 16</inkml:trace>
  <inkml:trace contextRef="#ctx0" brushRef="#br0" timeOffset="110123.71">15373 21109 494 0,'0'0'178'16,"0"0"-18"-16,0 0-83 15,0 0-75-15,0 0 5 16,0 0 1-16,0 0-1 15,0 0 1-15,13 21 2 16,-13-21-2-16,10 19-1 16,-10-19-2-16,23 31-2 15,-8-5-2-15,8 4-2 16,3 3 1-16,3 1-5 16,1 3 4-16,1-3-3 15,2-3 1-15,-3-1-3 0,-4-11 2 16,-4-5-2-16,-3-2-2 15,-19-12 1-15,26 8-3 16,-26-8 3-16,0 0-1 16,14-22 2-16,-9 5 0 15,-5-9 1-15,4-6 4 16,-1-4 2-16,-3-5 1 16,0-6 0-16,0-3-1 15,0-2 2-15,0 0-2 16,4 3 3-16,-1 4-3 15,-3 6 0-15,7 4-1 16,-5 9 1-16,5 5 0 16,-7 21 0-16,7-21 2 0,-7 21 0 15,0 0 3-15,0 0-1 16,22 9 2-16,-22-9 0 16,26 26 1-16,-10-7-1 15,7 2-2-15,-1 3-1 16,4-1-3-16,0-1 0 15,0-1-3-15,-3-2 0 16,-1-7-2-16,-4-3 0 16,-18-9-2-16,22 8 0 15,-22-8 0-15,0 0 0 16,16-8 1-16,-16 8 2 16,-7-25 0-16,2 6 2 15,-2-7 3-15,-4-6-1 0,3-7 0 16,-3-4 1-16,-1-2-1 15,2 2-1-15,-1 5 1 16,3 3-3 0,4 7 2-16,1 8 0 0,3 20 1 15,-7-21 1-15,7 21 0 16,0 0 0-16,0 0 1 16,0 0-1-16,0 0 0 15,0 0-1-15,0 0-1 16,0 0-1-16,0 0-3 15,17-9-63-15,2 9-32 16,0-3-10-16,7-2-12 0,4-4-12 16,-1 2-11-16,6-2-7 15,-9-1 45 1</inkml:trace>
  <inkml:trace contextRef="#ctx0" brushRef="#br0" timeOffset="110447.95">16260 20730 395 0,'0'0'138'16,"0"0"-11"-16,0 0-11 15,-19-1-24-15,19 1-22 16,0 0-42-16,0 0-31 15,0 0-2-15,18-11-2 16,-18 11 0-16,27-10-1 0,-9 3 4 16,4 0 1-16,4-2 0 15,0-1 1-15,1-1 1 16,0 1 0-16,-6 1 0 16,2-3-52-16,-4 9-60 15,-4-1-33-15,-15 4-22 16,18 2-5-16,-18-2 2 15,0 0 75-15</inkml:trace>
  <inkml:trace contextRef="#ctx0" brushRef="#br0" timeOffset="110696.12">16365 20825 377 0,'0'0'145'0,"-20"25"-19"15,20-25-21-15,0 0-12 16,-6 15-24-16,6-15-29 15,17 12-46-15,-17-12-1 16,26 4 0-16,-10-4 3 16,6 0 4-16,-3-2-2 15,7-3 0-15,0-2 1 16,4-3 1-16,-4-3-2 16,0 0-32-16,-4-8-71 15,1-3-50-15,3 1-15 16,-14-8-3-16,6 3-2 15,-10-10 64-15</inkml:trace>
  <inkml:trace contextRef="#ctx0" brushRef="#br0" timeOffset="111747.34">17055 20483 532 0,'-15'-19'173'15,"8"-2"-56"-15,7-2-63 16,-4-9-29-16,1-3-16 15,3-5-5-15,0-1 5 16,0-3-6-16,3 1 3 16,1 3-4-16,3 2 4 15,-4 3-5-15,6 8-2 16,-2 4 1-16,-4 8-1 16,-3 15 1-16,7-19 1 15,-7 19 2-15,0 0 3 16,0 0 1-16,0 0 1 15,0 0 0-15,2 22 0 0,-2-22-3 16,4 35 2-16,-1-11-3 16,7 5-3-16,-1 6-3 15,8 0 3-15,-1 6-4 16,3 1-3 0,0 1 5-16,2-3-6 0,-2 1 5 15,4-1-3-15,-4 0 4 16,0-4-6-16,-2-4 7 15,-5-3 0-15,2-3 0 16,-2-2 0-16,-5-5 0 16,2-3 0-16,-9-16-1 15,4 19 2-15,-4-19-1 16,0 0 0-16,0 0 1 0,0 0 1 16,0 0-1-16,0 0 1 15,0 0 0 1,0 0-2-16,-20 12 1 15,20-12 0-15,-19 2-1 0,4-1 0 16,-3 1-1-16,-1 2 0 16,-3 3 0-16,-1-2 1 15,4 3-1-15,-2 1 0 16,2 0 0-16,4-2 0 16,15-7 0-16,-23 10 0 15,23-10 1-15,0 0 0 16,-19 9 0-16,19-9 0 15,0 0 0-15,0 0-1 16,0 0 2-16,0 0 0 16,0 0-2-16,0 0 0 15,0 0-1-15,0 0-3 16,0 0-2-16,0 0 2 0,12-18-3 16,-12 18 2-16,26-17 0 15,-10 3-1-15,6-5 3 16,4-2 2-16,7-1 4 15,0-1-1-15,9-1 1 16,-4 3-1-16,6 1 1 16,-6 4-1-16,-2 2 2 15,2 7-1-15,-8 0 1 16,-1 6 2-16,-6 1 1 16,-4 1 1-16,-19-1 1 15,26 11 1-15,-26-11-1 16,0 0-1-16,16 19-1 15,-16-19-3-15,0 0-3 0,0 0-119 16,0 0-57-16,0 0-2 16,-32-42-8-16,10 2-3 15,-25-27 50-15</inkml:trace>
  <inkml:trace contextRef="#ctx0" brushRef="#br0" timeOffset="133183.57">13502 22626 122 0,'0'0'54'0,"7"-23"6"16,-7 23 3-16,5-17 10 16,-5 17 6-16,0-17 15 15,0 17-12-15,0 0-6 16,0 0-10-16,0 0-6 0,0 0-6 15,0 0-14-15,0 0-15 16,0 0-22-16,0 0 0 16,0 0 1-16,0 0-1 15,0 0-1-15,0 0-2 16,0 0-1-16,0 0-1 16,4 17-1-16,-4-17-3 15,0 0-1-15,0 0-1 16,0 0 2-16,0 0 1 0,3 17 2 15,-3-17 1 1,0 16-1-16,0-16 2 16,-3 33 0-16,3-11 2 15,0 4-2-15,-4 2 2 0,4 3-2 16,0 2 2-16,-1 0-3 16,-3 0 3-16,4-2-1 15,0 0 1-15,0-2-1 16,0 3 1-16,0-5-1 15,0 1 1-15,-3 1 0 16,3-3 0-16,0 5-1 16,-4 4 4-16,1 3 0 15,-1-3 3-15,1 3-3 16,-2 2-7-16,-2 1 6 16,0 1-6-16,0-4 7 15,2-2-10-15,-2 4 6 16,0 0-12-16,-2-2 11 0,2-3 2 15,0-8 0-15,0 6 0 16,2-3-2-16,-2 1 0 16,-3-5 0-1,4-2 3-15,-1 2-3 0,-3 2-2 16,3 3-1-16,-2-7 6 16,-1 0-3-16,1 2 1 15,2-2 0-15,-3 6 1 16,1-8 0-16,-1 1 3 15,1-2-5-15,-1 10 0 16,3-9 0-16,-5 6 2 16,1-7-1-16,3 3-1 0,-3 0 0 15,1 0 1-15,1-3-2 16,2-2 1-16,-3 4 0 16,1-4 2-16,2 2-2 15,0-2 3-15,2-2-4 16,-6 2 3-16,5 7 0 15,-1-9 0-15,1 1-1 16,-4-1 3-16,3 2-4 16,-2 2 2-16,2-1 0 15,0 3 0-15,-1-6 0 16,1 4-1-16,0-4 1 16,3 4-2-16,4-21-1 15,-8 17 2-15,8-17 0 0,-11 16 0 16,11-16 0-16,0 0 1 15,0 0-3-15,0 0 3 16,-15 17 1 0,15-17-1-16,0 0-1 0,0 0 0 15,-11 18 1-15,11-18 0 16,0 0 0-16,0 0-1 16,0 0-2-16,0 0 2 15,0 0-3-15,0 0 4 16,0 0-3-16,0 0 1 15,0 0 0-15,0 0-2 16,0 0 2-16,0 0-2 16,0 0 1-16,0 0-2 0,0 0 0 15,0 0-2 1,0 0 0-16,0 0-1 16,0 0-55-16,14-23-72 15,-14 1-34-15,5-15-12 0,-6-6 5 16,-3-11 12-16</inkml:trace>
  <inkml:trace contextRef="#ctx0" brushRef="#br0" timeOffset="135168.99">13790 23528 140 0,'-19'0'53'0,"19"0"0"0,0 0-8 16,0 0-4-16,0 0-3 15,0 0 5-15,-19-4-1 16,19 4 13 0,0 0 9-16,-14-21 7 0,14 21 1 15,0 0 3-15,0 0-7 16,0 0-10-16,0 0-11 15,-15-10-15-15,15 10-11 16,0 0-16-16,0 0-5 16,0 0 0-16,0 0 0 15,0 0 0-15,0 0 0 16,0 0 0-16,0 0 0 16,0 0 0-16,0 0 0 0,0 0 0 15,0 0 0-15,0 0 0 16,0 0 0-1,0 0 0-15,0 0 0 16,0 0-5-16,0 0-6 0,0 0-1 16,0 0 0-16,0 0-4 15,0 0 0-15,0 0-4 16,0 0 5-16,15 14 5 16,-15-14 3-16,0 0-1 15,0 0 4-15,0 0 1 16,0 0 2-16,18-5 3 15,-18 5-3-15,19-6 1 16,-19 6 2-16,26-12-1 16,-7 2-3-16,0-1 2 15,4-1-1-15,-1-2 1 16,4-1 9-16,0-4-9 16,0 5 6-16,-3 2-7 0,-1 2 11 15,-1-1-12-15,-5 6 11 16,-16 5-9-16,26-7 0 15,-26 7-1-15,0 0 3 16,19 5-1-16,-19-5 3 16,0 0 0-16,0 0-9 15,0 0 9-15,0 0-10 16,-16 16 11-16,16-16-10 16,-7 19 9-16,7-19-12 15,-7 24 9-15,0-3 0 16,2 5 0-16,-5 7 1 15,1 3-4-15,-5-1 2 16,-1 6-1-16,1 4 2 0,-5 2-2 16,3-2 1-16,-1-2-2 15,-2-3 2-15,-1-5 0 16,1-1 0-16,6-4-1 16,-3-4 1-16,0-2-2 15,2-2 4-15,2-4-3 16,-2 2 2-16,2 0-3 15,2-3 3-15,-2 2 0 16,-2 0-1-16,14-19-1 16,-19 26-2-16,19-26 3 15,-19 28 1-15,19-28-2 16,-14 26 0-16,14-26-1 16,0 0 0-16,-9 24 2 0,9-24-3 15,0 0-3-15,0 0-2 16,0 0 3-16,0 0 0 15,16-14 3 1,-16 14 1-16,22-21-2 0,-6 7 4 16,5 4 0-16,1-4 1 15,1 4-1-15,3-1-1 16,-4 1 0-16,4 0-3 16,-3 1 4-16,3 4-3 15,-3 3 2-15,-1 2 0 16,-3 0 0-16,4 3 0 15,-1 1-2-15,1 5 2 0,-1-3-1 16,-1 1 1-16,-2-1-2 16,1 1 0-1,-1-4-2-15,-6-6-48 0,-13 3-37 16,23-6-36-16,-14-9-28 16,1-1-13-16,-3-6-3 15,-2-3 63-15</inkml:trace>
  <inkml:trace contextRef="#ctx0" brushRef="#br0" timeOffset="135520.23">14245 23649 264 0,'4'17'143'16,"-4"-17"-19"-16,0 0-21 16,0 0-12-16,0 0-15 15,0 0-18-15,0 0-18 16,5 19-28-16,-5-19-21 16,0 0-3-16,19-3 4 15,-19 3 4-15,29 1-1 16,-11-4 3-16,-3-1-1 15,8 1 2-15,0 3-1 0,-1-4 0 16,1 1-2-16,-1-2-41 16,-4 0-37-1,-3 5-41-15,1-6-26 16,-16 6-25-16,26-8-6 0,-26 8 75 16</inkml:trace>
  <inkml:trace contextRef="#ctx0" brushRef="#br0" timeOffset="135859.47">14387 23803 194 0,'-6'19'191'16,"6"-19"-55"-16,-23 22-36 15,19-3-19-15,4-19-2 16,-12 25-9-16,12-25-9 15,-7 15-31-15,7-15-29 0,0 0 1 16,0 0 1-16,0 0-1 16,0 0-2-16,0 16-3 15,0-16-1-15,0 0 2 16,16-7-1-16,-16 7-2 16,26-9 0-16,-9 0-1 15,2-4 5-15,4-3 1 16,0 6-1-16,-1-6-2 15,8 6-78-15,-8-11-58 16,-3-2-46-16,7 3 3 16,-7-12-4-16,1 5 43 15</inkml:trace>
  <inkml:trace contextRef="#ctx0" brushRef="#br0" timeOffset="136775.12">14915 23600 73 0,'0'0'120'0,"0"0"-4"16,-12 19-1-16,12-19-3 0,0 0-6 15,0 0-3-15,0 0-14 16,-17-5-13-16,17 5-20 16,0 0-30-16,-6-19-27 15,3 3-3 1,-1-1-1-16,1 0 4 0,0-6-3 16,-1-3 2-16,4-3 9 15,-2-1-7-15,2 8 7 16,0-1-6-16,2 3 8 15,-2 4-11-15,0 16 12 16,0 0-12-16,0 0-5 16,0 0 1-16,0 0-10 15,0 0 8-15,17 21-8 0,-11 1 9 16,4 3-10-16,0 6 9 16,3 5-2-1,1 9 8-15,-2 0 0 16,-2 7-1-16,2-2 3 0,-1-1-4 15,-3 3 6-15,-1-4-3 16,4 2-1-16,-6-6-1 16,2 2 5-16,-4-8-4 15,1-3-1-15,-1 0 3 16,-3-9-3-16,4-4 0 16,-4-22 4-16,0 23 1 15,0-23-1-15,0 0 1 16,0 0 3-16,0 0-4 0,0 0 2 15,-21-14 2 1,21 14-5-16,-16-5 0 16,16 5-1-16,-26-2 0 15,26 2-1-15,-26 0 2 0,26 0-1 16,-26 2-3-16,26-2 4 16,-22-2-1-16,22 2 0 15,-23 5 1-15,23-5 1 16,-16 2-1-16,16-2 1 15,0 0 2-15,0 0-4 16,0 0 3-16,0 0-1 16,0 0-3-16,0 0 0 15,0 0 1-15,0 0-2 16,0 0 2-16,26 2 2 0,-10-1-3 16,7 3 0-1,3-4 2-15,0-5-1 16,3 3 0-16,6 0 0 0,-6 2 1 15,1-3-1-15,-1-1-1 16,-6 1-1-16,0-1 1 16,-4 3-1-16,-2-3-67 15,-17 4-63-15,16-22-41 16,-16 22-16-16,3-28-4 16,-3 28 80-16</inkml:trace>
  <inkml:trace contextRef="#ctx0" brushRef="#br0" timeOffset="140211.57">14978 24073 77 0,'0'0'33'0,"0"0"8"15,0 0 3-15,0 0 5 16,0 0 4-16,0 0 0 0,0 0 0 15,0 0 1-15,0 0 17 16,0 0 8-16,0 0-12 16,0 0-9-16,0 0-9 15,0 0-7-15,26 0-6 16,-26 0-6-16,26-5-23 16,-11 3-13-16,4 0 2 15,4 2 3-15,-2-3-15 16,3 1-104-16,2-7-70 15,-19-22-12-15,-14-10-1 16,-41-37 50-16</inkml:trace>
  <inkml:trace contextRef="#ctx0" brushRef="#br0" timeOffset="175235.12">22421 2742 85 0,'0'0'46'15,"0"0"-5"-15,0 0 1 16,17-9-4-16,-17 9-6 16,16 5-2-16,-16-5-4 15,33 6-4-15,-14-5-6 16,7 5 3-16,0-3 0 16,5 2 3-16,2-3 11 15,5 1 10-15,2-3 10 0,9 7-3 16,-4-3-1-16,7-1-5 15,-3-5-4-15,10 9-6 16,-2-1-10-16,6-3-11 16,1 1-12-16,0-1 1 15,2 0-2-15,-2 3 1 16,4 1-1-16,1-4 1 16,3-1 0-16,-1 1 1 15,7 2-2-15,-2-3-9 16,6-2 10-16,3-2-1 15,5 2 0-15,4 0 1 16,0 0-2-16,3-1-1 16,7-6 2-16,0 5 11 0,0 0-11 15,6 2 1-15,1-5 0 16,1 0 0-16,5 3 0 16,3 2 2-16,3 0-3 15,0 0 1-15,0-2 0 16,1 1 2-16,2 6-2 15,-3-2 0-15,1-3 1 16,-1 2 0-16,-3 7 0 16,3-6-11-16,-7 8 10 15,4-8-11-15,-2 2 11 16,2 0-9-16,-4 1 10 16,0-1-12-16,-1-7 12 15,-2 6 0-15,3-4 0 0,-1 5-1 16,1-3 0-16,-7 1 1 15,2 0-3-15,-1 3 3 16,1 1-2 0,-7-2 0-16,2 0 0 0,2 0-1 15,-4 0 2-15,2 2-2 16,1-2 2-16,1-3-1 16,5 3 0-16,-6 1 0 15,6-3 0-15,-5 4 0 16,1-4 0-16,-1 1 0 15,-4-2-3-15,2 5 3 16,1-7-1-16,-2 0 0 16,-3 3 1-16,2-1-1 0,0-2 0 15,-3-2 1 1,0 2 1-16,-1 0-3 16,1 0 3-16,-4 2-2 15,0-6 1-15,1 3-1 0,-1 1 1 16,-7 0 0-16,0 0-1 15,-1-4 0-15,-6 4 0 16,-1-2 1-16,-4 2 0 16,-7-1-1-16,0-3 0 15,-3 1 0-15,-6 1 0 16,-1 2 1-16,-5-4 0 16,-4 3 0-16,-4 1 0 15,1 0 0-15,-7 0 0 16,-6 1 0-16,-1-4 1 15,-6 0-1-15,-3 1 0 16,-3 4-1-16,-4-4 0 16,-2-2 1-16,-17 4 0 0,23-1 0 15,-23 1 0-15,0 0 0 16,16 3-1-16,-16-3 1 16,0 0 1-16,0 0-1 15,0 0 0-15,0 0 0 16,0 0 1-16,0 0-1 15,0 0-1-15,0 0 2 16,0 0-1-16,0 0 0 16,0 0 0-16,0 0-1 15,0 0-1-15,0 0 3 16,0 0 1-16,0 0-2 16,0 0 1-16,0 0 3 0,0 0 2 15,0 0 0-15,-20-2-1 16,20 2 0-16,-26-5-2 15,7 3 2-15,-10-1-2 16,-4-2-2-16,-9 3-1 16,-10 0 0-16,-3-1 0 15,-10 1 0-15,-2 0 1 16,-4-5-2-16,-8 7 1 16,1-5 1-16,-3 0 0 15,-6 2 0-15,-2 1 0 16,-1 0 0-16,-7 0-1 15,0 1 3-15,-1-1-2 16,-2 4-1-16,-1 1 0 0,-3-3 1 16,-2 0-1-16,2 2 0 15,-4 1-1-15,-1 1 1 16,-6-1 1-16,3 1 0 16,-12 1-2-16,5 5 2 15,-5-8-1-15,-2 7 1 16,-5-4 1-16,3 5-1 15,-6-5-2-15,-1 4 2 16,1-5 0-16,-1-1 0 16,1 6 1-16,-5-4-2 15,2-2 0-15,-2 1 0 16,0 1 0-16,-1-2-2 16,-2 1 1-16,-8-1 0 0,8-1-1 15,-4 0 0-15,0 1 1 16,0-3 0-16,4 0 0 15,2 0 1-15,1 0-1 16,3 2-1-16,-1-4 1 16,5 1 1-16,2-3-1 15,0 4 0-15,3 2-1 16,-1-2 1-16,1 2 1 16,0-2 0-16,4 0 0 15,0 3-2-15,0 1 1 16,3-6 0-16,3 2 1 15,-1 0-2-15,6 0 1 16,-1-2 0-16,2-1 0 16,1-1 1-16,3-1 0 0,-3 0 1 15,6 0-1-15,0-2-1 16,3 0 1 0,4 2 1-16,0-1-1 0,3 3-1 15,4-2 2-15,5 3-1 16,3-2 0-16,2 3 1 15,6-1 0-15,3 0 0 16,1 4-1-16,6 1 0 16,0 3 0-16,5-3 1 15,3 2 0-15,-1 1-1 16,5 0 0-16,3 1 0 16,9-5 0-16,-1 3-1 0,8-1 1 15,5 1-1 1,2-3 0-16,3-1 0 15,6 1 1-15,17-2-2 16,-26 4 2-16,26-4 1 0,0 0-2 16,-16 0 1-16,16 0-1 15,0 0 1-15,0 0 0 16,0 0 1-16,0 0-1 16,0 0 1-16,0 0-1 15,0 0 0-15,0 0 1 16,0 0-1-16,0 0 0 15,0 0 0-15,-15 0 0 16,15 0-1-16,0 0-3 16,0 0 0-16,0 0-2 15,0 0 1-15,0 0 1 16,0 0 0-16,26-4 1 16,-4 8-1-16,4-4 4 0,12 0 1 15,11 0 0-15,7 3 0 16,11 1 0-16,15-3 1 15,5-1-2-15,10-1 2 16,11-1-1-16,8 2 0 16,11-4-1-16,4-3 1 15,10 4-1-15,5-2 1 16,8 1-1-16,6 1-2 16,1-2 1-16,3-1 3 15,4 3-1-15,0 3-1 16,4-2 1-16,-3 1 0 15,2-1-1-15,-2 4 3 0,-3 1-1 16,-1-1 0-16,0-1 0 16,0 3-1-16,-5-2-1 15,1 3 0-15,-1-2 1 16,1-3 0-16,4 2 0 16,-5 0 0-16,5-2 1 15,-2 1-1-15,-5-2 2 16,2 2 0-16,-2-1-2 15,-2 4 1-15,-3-4-1 16,-2 0 0-16,-5 5-2 16,3-1 0-16,0-3-1 15,-3 3 0-15,0-4 3 16,-2 2-2-16,-2 1 1 0,-3 0-2 16,0-6 2-16,-2 1 1 15,-9 4 1-15,3-2-2 16,-8 0 1-16,0 0-4 15,-7 2 3-15,-1-2 0 16,-6 3 0-16,-4 1 0 16,-8-6-1-16,0 2 0 15,-7 5 1-15,-1-3 1 16,-6 0 0-16,-5-1-1 16,-3-1-1-16,-8 2 2 15,-7 0-1-15,-5-1 1 16,-3-1-3-16,-7-1 0 15,-7 2 2-15,-5-2-2 0,-3 1 0 16,-7 0 0-16,-4-2 1 16,-19 2-1-16,19 2-1 15,-19-2 1-15,0 0 1 16,0 0-1-16,0 0-2 16,0 0 1-16,0 0 0 15,0 0 0-15,0 0 2 16,0 0 1-16,0 0 4 15,0 0-37-15,-16 1-101 16,-3 6-25-16,-21-22-26 16,-9-8-4-16,-29-32 77 15</inkml:trace>
  <inkml:trace contextRef="#ctx0" brushRef="#br0" timeOffset="185800.63">12837 23195 182 0,'0'0'70'0,"-12"-22"-1"0,12 22-3 16,-7-33 6-16,7 33-7 16,-7-33-7-16,4 17-8 15,-1-6-2-15,4 6-4 16,-5-3-7-1,2 2-9-15,-1-2-16 0,-3 3-6 16,0 1 1-16,7 15 1 16,-19-23 5-16,19 23 3 15,-19-14 1-15,19 14 4 16,-15-1 1-16,15 1 3 16,0 0-1-16,-18 5-5 15,18-5-6-15,0 0-3 16,-19 12-4-16,19-12-2 0,-16 17-5 15,16-17 0-15,-17 31-2 16,8-12 3 0,-1 4 2-16,-2 3-2 15,-2 8-1-15,2 5 7 0,-2 6-3 16,-2 1-8-16,6 5 8 16,-2 2-9-16,1 9 6 15,3-3-4-15,-3 0 7 16,8-5-14-16,-1 0 8 15,3-4 2-15,2 2-4 16,3-9 2-16,-1-8-3 16,8-1-1-16,1-8-2 15,2 0 1-15,5-5-2 16,0-4 0-16,7-1-1 16,0-4 1-16,3-2-1 15,1-6 1-15,5 4-3 16,-2-8 3-16,1-1 2 0,-1-5-1 15,0-2 4-15,-1-10-2 16,-6 3 3-16,0-9 1 16,-7-1 4-16,-2 3-5 15,-1-6 3-15,-2 1 1 16,-9-1 0-16,-5-2-105 16,-2-4-58-16,-1 16-15 15,-23-11-7-15,-4 12 0 16</inkml:trace>
  <inkml:trace contextRef="#ctx0" brushRef="#br0" timeOffset="187406.77">13697 22389 52 0,'-16'-13'41'16,"16"13"-3"-16,-17-7 1 15,17 7 0-15,-19-5-1 0,19 5 0 16,-16-1 5-1,16 1 9-15,-17 0 8 16,17 0 1-16,0 0 2 16,0 0 4-16,-20-2 3 0,20 2-4 15,0 0-9-15,0 0-11 16,0 0-7-16,0 0-13 16,0 0-14-16,0 15-7 15,0-15-6-15,-3 23-1 16,3-4-3-16,-5 2-4 15,1 8-1-15,-3 2 7 16,0 9 5-16,-1 7-2 16,-3 7-1-16,-1-3 2 15,-2 3-2-15,2 5 2 16,-2-2-1-16,2 4 1 16,-2-4-2-16,2-4 2 15,-2 6-2-15,5 2 8 0,-1-2-2 16,-2 0-8-16,5 1 6 15,0 2-4-15,0 1 5 16,2 1-6 0,1-7 6-16,1 0-12 0,-4 0 7 15,0 2 3-15,-2-2 0 16,2 0-1-16,-1 4-1 16,-6-1 0-16,2-2 0 15,1 4 1-15,-4-7-3 16,-3 2 3-16,3-3-5 15,-1 0 4-15,-1-2-1 16,1 3 4-16,0-6-5 16,-1 1 5-16,1-9-4 0,1 4 4 15,1-8 10-15,-2-3 3 16,6-6-7-16,-2-6 5 16,1-2-2-16,11-20 6 15,-12 19-15-15,12-19-3 16,0 0 0-16,0 0 0 15,0 0 0-15,0 0 0 16,0 0 0-16,0 0 0 16,0 0 0-16,0 0-68 15,0 0-47-15,9-23-42 16,-2 7-15-16,5 1-16 16,-2-16-3-16,10-11 60 15</inkml:trace>
  <inkml:trace contextRef="#ctx0" brushRef="#br0" timeOffset="189232.07">14938 23443 134 0,'0'0'81'0,"-5"17"24"16,5-17 4-16,0 0-12 0,0 0-2 15,0 0-10-15,-11-29-1 16,15 13-11-16,-4-15-37 15,3-2-21-15,1 0-18 16,-1-5 12-16,-1-4-10 16,5 1 5-16,-4 1-7 15,1 4-3-15,-1 6 8 16,1 13-2-16,-4-6 12 0,0 23-5 16,0 0-6-16,0 0 3 15,0 0-2 1,0 0 2-16,1 23-3 15,-1-6-3-15,4 13-8 0,-1 3 7 16,-3 1 8-16,4 4-10 16,-1 4 7-16,1-2-6 15,-1 6 9-15,2-1-8 16,-1-3 7-16,3 0-13 16,0 6 11-16,-2-6 1 15,2 4-1-15,0 1-1 16,5 0-3-16,-5-2 4 15,3 0-3-15,2 0 2 16,2-5-6-16,-5 3 7 16,5-7-3-16,-5-6 3 15,-2-3-2-15,-1-1-1 16,1-5-1-16,-5-4 2 0,-2-17 0 16,4 19-3-16,-4-19 0 15,0 0 1-15,0 19-1 16,0-19-1-16,0 0-3 15,0 0 6-15,0 0 2 16,-19 4 2-16,19-4 0 16,-20 0-2-16,5 0 1 15,-3 3 2-15,3-1 4 16,-4-2-8-16,1 4-1 0,18-4-3 16,-27 15 4-1,27-15-2-15,-18 12 2 16,18-12-27-16,0 0-34 15,0 0-39-15,0 0-37 0,0 0-33 16,18-45-18-16,1 7-2 16,-11-21 142-16</inkml:trace>
  <inkml:trace contextRef="#ctx0" brushRef="#br1" timeOffset="203475.52">2608 5172 87 0,'0'0'48'0,"0"0"-3"15,0 0-7-15,0 0 0 16,0 0 6-16,0 0 10 16,14-19 16-16,-14 19 6 15,-7-26 3-15,7 26-5 16,-10-31 2-16,10 31-6 16,-13-29-6-16,13 29-13 15,-19-25-17-15,19 25-20 16,-26-17-9-16,12 12-2 15,-1 0 0-15,-4 1 0 16,-2 4-8-16,2 4-2 16,0-1 0-16,0 4 0 15,1 7-1-15,3 1 0 16,-1 8 0-16,2 3 0 16,5 2 8-16,3 3 2 15,2 3-2-15,1-1 3 0,3 0-2 16,7-2 2-16,-1-3-3 15,3-2 2-15,2-3-3 16,1-4 1-16,5-2-4 16,2-3 1-16,0-2 0 15,4 0 0-15,3-3-1 16,-4-1 1-16,4 1 0 16,-3 1 1-16,-6 2 2 15,2 1 2-15,-19-13 0 16,27 31-1-16,-22-12-2 15,-2 1 1-15,-3 5 0 16,-8 1-1-16,-3 0-2 16,-1 1 1-16,-5-1-3 0,-9-1 4 15,0-1 0-15,-2-5 5 16,-2-2-5-16,1-5 4 16,-4-1-2-16,5-6 3 15,-2-5-2-15,4-4 0 16,7-1-39-16,-5-9-75 15,8-5-41-15,9 2-21 16,-1-14 5-16,8 3-11 16,-4-10 97-16</inkml:trace>
  <inkml:trace contextRef="#ctx0" brushRef="#br1" timeOffset="204500.25">3821 5257 126 0,'16'-28'42'16,"3"4"-12"-16,14-9-12 15,9-5-9 1,6-12-6-16,11-9-2 0,13-10 5 16,6-9 7-16,5-3 4 15,9-8 10-15,2 1 5 16,3-7 5-16,0 7 0 16,-3 4 6-16,-7 12-4 15,-6 11-3-15,-13 9-6 16,-12 14-5-16,-15 7 4 15,-8 17 8-15,-33 14 3 16,26-10-5-16,-26 10-2 0,0 0-2 16,-38 14-3-16,12-4-6 15,-4 2-14 1,-9-5-32-16,0 7-24 16,-9-7-7-16,6 3-2 0,-7-5 1 15,4 6-1-15,-3-8 5 16,4 4 4-16,-1-2 22 15,7 1 17-15,2-3 7 16,6 2 4-16,8-1 0 16,2-3 3-16,20-1-3 15,-15 2-1-15,15-2 1 16,15-7 0-16,5 4 0 16,6-6 0-16,3 2 0 0,8-2-2 15,1-1 2-15,3 1 2 16,4 3-2-1,-5-1 1-15,2 0 0 16,-5 3 3-16,-3 1-1 0,-1 1 1 16,2 4 4-16,-9-1 4 15,-3 8 6-15,-3 2 5 16,-1 4 4-16,-10 2 0 16,2 8 1-16,-4 4 0 15,-4 9-2-15,-6 4-6 16,-1 4-5-16,-6 5-8 15,1 6-5-15,-5 9-30 16,-5 4-56-16,3 0-41 0,-1 13-31 16,-9-5-4-1,3 17-4-15,-8-9 148 16</inkml:trace>
  <inkml:trace contextRef="#ctx0" brushRef="#br1" timeOffset="205800.17">3530 6256 135 0,'-11'-16'41'0,"11"16"-6"15,0 0-7-15,4 16-7 16,8 3-9-16,2 5-7 16,5 5-3-16,7 8 1 15,7 10 3-15,2 1-1 16,10 7-1-16,0 4 5 16,11 2-1-16,-4 1-1 15,7 4-1-15,-6 0-2 16,3 1 0-16,0 1-1 15,-8-6 1-15,1 2-5 0,-8-9 1 16,-4-1 1-16,-2-5 2 16,-6-6 1-16,1-7 0 15,-4-5 0 1,-7-3-1-16,0-7 0 0,-5-2 1 16,-2-4 0-16,-12-15 0 15,14 20 2-15,-14-20 22 16,0 0 33-16,0 0 4 15,0 0-3-15,0 0-3 16,0 0-2-16,-19 8-4 16,19-8-9-16,-21-3-49 15,2-4-45-15,3 3-9 16,-6-6-1-16,4 1 0 0,-1-6-4 16,3-1 0-1,-3-8 5-15,5-2 22 16,-1-5 10-16,1-2 1 15,2-3 0-15,5-6 1 0,-2 2 3 16,6-3 1-16,3 3 4 16,0 0 2-16,3 2 4 15,-1 4 5-15,1 6 4 16,1 4 10-16,-1 5 8 16,-3 19 7-16,4-25 7 15,-4 25 6-15,0 0 0 16,0 0-2-16,0 0-2 15,0 0-7-15,0 0-7 16,0 16-5-16,0-16-10 16,12 33-2-16,-2-12-4 15,6 6 2-15,1 1-1 16,2 7 2-16,1-2 1 0,-1-2-1 16,0 3 0-16,2-1 0 15,-2-3 1-15,-4 1 1 16,3-4 1-16,-6-1 1 15,-2-3-2-15,-1-2 3 16,-2-6 2-16,-7-15 4 16,3 26 10-16,-3-26 27 15,0 0 3-15,-3 18-2 16,3-18 1-16,-16 12-2 16,16-12-1-16,-33 17-6 15,11-3-9-15,-8 1-28 16,1 4-3-16,-10 4 0 15,0 3 0-15,-7 2 0 0,1 1 0 16,0 4-1-16,-3 3 8 16,-1-1-3-16,4 0 3 15,5-4-6-15,2-4-33 16,8-1-66-16,4 0-42 16,4-14-24-16,22-12-13 15,-26 11-8-15,26-11 97 16</inkml:trace>
  <inkml:trace contextRef="#ctx0" brushRef="#br1" timeOffset="211259.05">7095 18284 292 0,'-3'-29'110'16,"-2"12"-6"-16,-6-2-9 16,-4-6 0-16,1 5-4 15,-12-10-14-15,3 4-10 16,-6-8-12-16,1 4-18 16,-9-6-37-16,8 3 0 0,-6-3 0 15,2 1 0-15,-3 0 0 16,1 4 0-16,-2-2 0 15,3 4 0 1,-6 3 0-16,2 2 0 0,-4 3 0 16,-1 4 0-16,1 3 0 15,-3 3 0-15,3 4 0 16,-3 4 0-16,2 1 0 16,-3 4 0-16,1 1 0 15,0 3 0-15,0 2 0 16,-2 1 0-16,2-2 0 15,0 1 0-15,3 3 0 16,2-2 0-16,6 1 0 0,-3 0 0 16,6 1 0-1,1-1 0-15,1 2 0 16,-1 0 0-16,4 0 0 16,0 1 0-16,-1-1 0 0,1 5 0 15,3 0 0-15,-3 2 0 16,0 4 0-16,-4 1 0 15,1 4 0-15,-4 1 0 16,2 2 0-16,-2 0 0 16,3-1 0-16,-1-1 0 15,-2 1 0-15,7-3 0 16,-4 1 0-16,4-4 0 0,0 4 0 16,0-4 0-16,4 6 0 15,-4-1 0-15,3 1 0 16,1 1 0-1,-1 0 0-15,4 2-1 0,-4 1-1 16,4 3 0-16,-2-3 0 16,2 3 3-16,-3-1-1 15,6 2 1-15,-1 0-2 16,1 0 1-16,-3 2-1 16,5 3 2-16,-1 1-3 15,-1 1 2-15,-1 1-3 16,1 1 2-16,0 5-1 15,-1-2 3-15,5 2-1 0,-2-2 0 16,-2 2-1-16,6 2-2 16,1-2 3-1,2 0-3-15,0 0 2 16,6-2-3-16,-3-2 0 0,4 3 0 16,5-6 0-16,2 1 1 15,0 1-2-15,5 2 3 16,2-1-2-16,-2-1 3 15,6-2-2-15,-3-4 2 16,8 3-2-16,-1-5 4 16,1-2-2-16,3-4 1 15,4-4 1-15,-1-1-1 16,2 0 0-16,2-4-3 16,4-2 6-16,1-4-6 15,0 1 4-15,6-4-2 16,-3-3 2-16,8-5-1 15,-1-3 1-15,4-4 2 0,4-5-2 16,5-2 1-16,6-7 0 16,3-2 3-16,5-5-4 15,1 4 3-15,6-5-2 16,-4 1 1-16,0-2-1 16,0 1 2-16,-2 1-4 15,-1 0 0-15,-9 0-1 16,-5-1 2-16,-6 1 0 15,-3-1 0-15,-3 1-1 16,-8-2 1-16,-1-3 0 16,-5-1 0-16,2-3 1 15,-3-1-4-15,3-3 1 16,1-3 0-16,2-1 0 0,-2-2-1 16,0 1 2-16,2 0-2 15,-2 0 1-15,-1-1-1 16,-2 0 2-16,1-3 1 15,-1 1-1-15,-2 1 1 16,-4-1-3-16,1 1 3 16,1 1-3-16,-5 3 2 15,0 3-2-15,-3 4 1 16,-1 4-1-16,-5 2 1 16,-1 3 0-16,-2 2 1 15,-5 2-1-15,1 0 1 16,-6 1-1-16,1-1 0 15,-2-1 1-15,1 1-2 0,-4 2 1 16,3-1-1-16,-3 16-1 16,-7-29-1-16,7 29 0 15,-19-26 3 1,0 15 0-16,-7 1 1 0,-3 1 2 16,-13 4 0-16,-3 2 1 15,-4 3 1-15,-6 3-1 16,-4 2-1-16,1 6-1 15,-1-1 0-15,7 4-1 16,0 0 0-16,7 0-1 16,7-2 2-16,12-2-2 15,3-1-3-15,23-9-1 0,-22 7 1 16,22-7 1-16,0 0 0 16,15-4 1-16,1-3 0 15,6 0 2 1,4-1 1-16,11-4 1 15,1-2-1-15,7-2 1 0,2 1-2 16,2-1 0-16,-1-1 0 16,3 1 0-16,-3 0 0 15,4 3-1-15,-3-1 0 16,-6 2 0-16,2-4 0 16,-3 4 0-16,-5 0 0 15,-6 3 0-15,-2 2-1 16,-10 4 0-16,-1 5 0 0,-18-2 1 15,22 15-1 1,-22-15 0-16,12 35 2 16,-8-6 0-16,-1 9 1 15,-3 6-2-15,-3 4 4 0,3 6-2 16,-7 4 1-16,2 10 1 16,1 3-4-16,-3 3 2 15,-3 4-2-15,1 4 3 16,2 1-2-16,-3 3 2 15,1 1-1-15,2-8-2 16,0-4 3-16,-1-9-2 16,4-9 3-16,1-12-4 15,-1-7 2-15,4-12-2 16,0-7-1-16,0-19 2 16,0 17 0-16,0-17 0 15,0 0 2-15,0 0 2 16,0 0 1-16,0 0 0 0,0 0 1 15,0 0-1-15,0 0-1 16,0 0-56-16,0 0-51 16,19-8-40-16,-19 8-26 15,26-19-3-15,-8 1-12 16,-3-18 22-16</inkml:trace>
  <inkml:trace contextRef="#ctx0" brushRef="#br1" timeOffset="-200029.72">12396 12124 115 0,'0'0'62'16,"0"0"-3"-16,7-21 0 15,-3 5-1-15,1-3-8 16,-1-3-11-16,2-6-18 16,-2 1-20-16,3-3 2 15,-2 2 6-15,-1 1 9 16,3 4 17-16,-7 1 5 15,0 22 1-15,3-30 7 16,-3 30 11-16,0-15 2 16,0 15-6-16,0 0-8 15,0 0-21-15,0 0-2 16,0 0-5-16,0 0-6 0,0 0-13 16,0 0-6-16,0 0-1 15,0 0 1-15,0 0-1 16,0 0 0-16,0 0 2 15,0 0 2-15,0 0-2 16,0 0-1-16,0 0 1 16,0 0 1-16,0 0 2 15,0 0 0-15,3-19 1 16,-3 19 0-16,-3-16 2 16,3 16 4-16,0 0-2 15,-7-16 1-15,7 16-2 16,0 0 0-16,0 0 1 15,0 0-2-15,0 0-1 0,-10 16-1 16,13 1 1-16,-3 6-1 16,4 6 2-16,-1 8-3 15,4 6 1 1,-4 11 0-16,3-1 2 0,1 1-1 16,-4-2 0-16,1-4-1 15,-1-3 3-15,-3-1-3 16,0-10 3-16,-3-6-2 15,3-4 2-15,-4-3 0 16,1-6 2-16,3-15 0 16,-4 21-1-16,4-21 2 15,0 0-1-15,0 0-3 0,0 0 0 16,-15 7-1-16,15-7-1 16,-16-7 0-1,16 7-1-15,-24-7 0 0,24 7 1 16,-28-7 2-16,10 6-1 15,3 2 1-15,-1-1 1 16,16 0-2-16,-26 6 0 16,26-6-1-16,-17 5-6 15,17-5-1-15,0 0 1 16,0 0-2-16,0 0 0 16,0 0 0-16,29-2 1 15,-6-1-2-15,3-4-48 16,14 0-42-16,5-4-33 0,0-6-20 15,16 1-14-15,-6-9 3 16,8 4 71-16</inkml:trace>
  <inkml:trace contextRef="#ctx0" brushRef="#br1" timeOffset="-198981.97">14643 11876 196 0,'0'0'89'0,"-23"-19"-6"15,23 19-12-15,-28-17-5 16,28 17-4-16,-26-14 2 15,26 14-8-15,-22-9-6 16,22 9-6-16,-18-3-4 16,18 3-7-16,0 0-8 15,-19 3-14-15,19-3-13 16,0 0-1-16,-22 16 1 16,22-16 0-16,-16 21 0 15,6-6 1-15,3 4 0 16,-2 6 1-16,2-1 0 0,0 5 0 15,0 6-1-15,2 3 1 16,5 0-2-16,0 2 2 16,5 1-2-16,2-1 2 15,0 2-2-15,2-2 2 16,5-4 0-16,-2-1 0 16,2-4 0-16,-2 0 2 15,2-5-2-15,1-2 1 16,3-5-1-16,-6-3 1 15,3-1 0-15,3-6 2 16,1-4-4-16,0-5 0 16,0-5-1-16,0-4 0 0,2-5 0 15,2-3-1-15,-4-7 1 16,0-6-2-16,0 1 3 16,-5-6-1-16,-2-3 4 15,-5-3-2 1,-4-1 3-16,-6 1 0 0,-1 1 1 15,-8 2-1-15,2 1 1 16,-9 3 0-16,0 3 2 16,-2 5 0-16,-2 1 1 15,1 3 0-15,-6 1 1 16,2 6 0-16,0 1 1 16,0 2-2-16,0 3 0 15,3 0-3-15,1 4 0 0,1 3 0 16,5 1-2-16,16 1-1 15,-26 0 1 1,26 0-1-16,-22 5-11 16,22-5-91-16,-16 19-53 0,16 3-20 15,-10-1-3-15,3 10-2 16,-6-1 11-16</inkml:trace>
  <inkml:trace contextRef="#ctx0" brushRef="#br1" timeOffset="-185664.32">14407 12768 129 0,'0'0'78'15,"0"0"0"1,0 0-4-16,0 0-4 0,0 0-7 15,0 0-7-15,0 0-6 16,0 0 11-16,0 0-12 16,0 0-7-16,15 1-3 15,-15-1-2-15,30-3-2 16,-11 0-6-16,7-3-7 16,7 1-23-16,5-4 0 15,5 3 0-15,3-3 1 16,2 2-1-16,-3 0 0 0,-3 2 1 15,-6 0 0 1,-6 1 0-16,-8 2 0 16,-6 2 0-16,-16 0 1 15,0 0 2-15,0 0 0 0,0 0 0 16,0 0 0-16,-29 11-1 16,6-8 0-16,-8 1 1 15,-9 3-1-15,-2 0-2 16,-6 1 1-16,2-1-1 15,1 2 1-15,2-2 1 16,8-2-1-16,6-2 0 16,6-1-3-16,23-2 0 15,-19 2 0-15,19-2-1 16,0 0-3-16,0 0 1 16,0 0 1-16,19-10 0 15,-3 10 2-15,3-2 2 16,3 4-1-16,4-1 0 0,7 3 3 15,0-3-2-15,-1 3 0 16,-3-2-1-16,-6-1 2 16,-1 1 0-16,-8 0-2 15,-14-2 2-15,0 0 1 16,0 0 2-16,0 0-1 16,-22-4 1-16,2 3-1 15,-4-3-1-15,-4 1 1 16,-1 1-1-16,-1 0-2 15,4 1 0-15,0-1-1 16,7 2 1-16,0 0-2 16,19 0-2-16,-19 0 0 15,19 0 1-15,0 0 0 0,0 0-3 16,0 0 3-16,0 0-1 16,16-9 1-16,-16 9 4 15,22 0 0-15,-22 0-1 16,30 0-1-16,-15 0 4 15,-1 0-3-15,-14 0 1 16,28 2 0-16,-28-2-1 16,17 0-1-16,-17 0 1 15,0 0 1-15,0 0-1 16,16 2 1-16,-16-2 0 16,0 0 1-16,0 0-2 15,0 0 2-15,0 0-1 0,0 0 0 16,0 0 1-16,0 0 0 15,0 0-2-15,0 0 1 16,0 0 0 0,0 0-1-16,0 0 0 0,0 0-1 15,0 0 0-15,0 0-1 16,0 0 1-16,0 0 0 16,0 0 0-16,0 0-1 15,0 0 1-15,0 0 0 16,0 0 1-16,0 0 0 15,0 0-1-15,0 0 0 16,3 15 0-16,-3-15 1 16,0 0-1-16,0 0 2 0,0 0-3 15,0 0 2-15,0 0 1 16,0 0 1-16,0 0-1 16,0 0 0-16,0 0 0 15,0 0-73-15,0 0-47 16,0 0-35-16,27 5-10 15,-27-5-7-15,19-7 3 16</inkml:trace>
  <inkml:trace contextRef="#ctx0" brushRef="#br1" timeOffset="-184063.19">14403 12787 297 0,'0'0'136'16,"0"0"-12"-16,0 0-10 0,0 0-20 15,17-12-21 1,-1 10-28-16,0-3-25 16,6 1-20-16,8-1-2 15,3 0 0-15,5 0 0 0,2-1-1 16,-2 1 1-16,-2 2 0 15,-4-1 2-15,-3-1-2 16,-6 3 2-16,-4 1 0 16,-19 1-1-16,17-2 0 15,-17 2 3-15,-14-3 0 16,-5 3-1-16,-7 0 2 16,-7-2-1-16,-1 0-2 15,-12 0 4-15,1 2-2 16,-7 0-1-16,4 4-1 15,-1-1 2-15,6 1-1 16,4-1-2-16,10 1-1 16,6 1-2-16,8-3 2 0,15-2 0 15,0 0 1-15,0 0-2 16,26 6 2-16,2-7-1 16,8 1 3-16,6 0 2 15,6-4-2-15,4 1-1 16,7-1-2-16,-1-1 1 15,-6-3-1-15,-4 2 1 16,-8 3 1-16,-9-1 0 16,-4 3 0-16,-27 1 1 15,17-6 0-15,-17 6 1 16,-21 0 0-16,-2 2 1 16,-8-2-2-16,-9 0 2 15,-5 4-1-15,-7-1 0 0,0 4 0 16,3 0-1-16,1-2 1 15,6 2-2-15,13 2-3 16,6-4 0-16,23-5 1 16,-19 5 0-16,19-5-1 15,19 2 1-15,0-2 0 16,11-2 0-16,6-1 2 16,2 1 1-16,11 0-3 15,-4 0 0-15,7-1 1 16,-7 1-2-16,2-1 2 15,-9 1 0-15,-5-1 1 16,-10 3-1-16,-4 0 1 0,-19 0 2 16,0 0 2-16,0 0 0 15,0 0 0-15,-30 3-1 16,1-1-1-16,-6-2 2 16,-10 0-1-1,-2 2-2-15,-3-1-2 0,-2 3 0 16,0-3 2-16,7 3-1 15,5-1 0-15,5 1-2 16,5-2-1-16,15 1-2 16,15-3 2-16,-21 2 0 15,21-2 0-15,0 0-1 16,23-2 1-16,3 2 1 16,3 0 3-16,4-2 1 0,5 1-1 15,6-1 0-15,1 0-1 16,-4 0 0-16,-2 1 0 15,-6-1 0-15,-7 0-1 16,-11 2 0-16,-15 0-2 16,23 0 3-16,-23 0 1 15,0 0 1-15,0 0 0 16,0 0 0-16,0 0 0 16,-19 11 0-16,19-11 0 15,0 0-1-15,0 0-3 16,0 0-2-16,0 0 1 15,0 0 0-15,0 0-1 16,0 0 1-16,0 0 1 16,0 0 1-16,0 0 0 15,0 0 0-15,0 0 1 16,0 0 0-16,0 0 1 16,0 0-1-16,0 0 0 0,0 0 0 15,0 0 0-15,0 0 1 16,0 0-1-16,0 0 0 15,0 0 0-15,0 0 1 16,0 0-2-16,0 0 1 16,0 0 0-16,0 0 0 15,0 0 0-15,0 0 1 16,0 0-1-16,0 0 2 16,0 0-1-16,0 0-1 0,0 0 1 15,0 0 0 1,0 0 0-16,0 0-1 15,0 0 0-15,0 0 0 16,0 0 1-16,0 0 0 0,0 0-1 16,0 0 1-16,0 0 1 15,0 0-1-15,0 0-7 16,0 0-56-16,0 0-33 16,0 0-34-16,0 0-22 15,0 0-11-15,7-19-8 16,-18 0 63-16</inkml:trace>
  <inkml:trace contextRef="#ctx0" brushRef="#br1" timeOffset="-173705.66">16621 16353 87 0,'0'0'78'0,"0"0"9"16,0 0 17-16,-6-19 7 15,6 19-9-15,0 0-6 16,-4-23-14-16,4 23-10 15,-3-17-15-15,3 17-20 16,0-18-26-16,0 18-11 0,-4-15 1 16,4 15-1-16,-5-19 1 15,5 19-1-15,-7-19 1 16,7 19 1-16,-10-21 0 16,10 21-1-16,-9-26 0 15,9 26 1-15,-14-28-1 16,11 11 0-16,-6-2-1 15,5-2 0-15,-3-1-1 16,-1-1 0-16,-3-3 1 16,1 0-2-16,-2-3 2 15,-7-1-1-15,1 1 3 16,-1 1-2-16,0 1 2 16,-3-1 0-16,-4 0 1 0,3 1-1 15,-3-1 2-15,0 5-1 16,0-3 0-16,0 0 1 15,-4 4 0 1,4 1-1-16,-2-1 2 0,-1-3-2 16,-4 5 3-16,3-1 0 15,-4 0 3-15,1 0-2 16,-5-1-3-16,-2 1 2 16,1 0-4-16,-4 4 3 15,1-2-5-15,-3 2 2 16,0-1-5-16,-3 1 2 15,-5 0 2-15,1 3-1 16,0-2 1-16,0 2-1 0,-2 1 0 16,-1 0 1-1,-1 3-1-15,-3 0 1 16,-1 1-3-16,-1-1 3 16,-5 1 0-16,2 2-1 0,-8 0 1 15,3 0-2-15,1 0 0 16,-3 2 2-16,3 0 0 15,1 1-2-15,1 1 0 16,2-1 1-16,5 3 0 16,-6-3-1-16,6 3 0 15,2 1-1-15,2-2 2 16,-1 0-1-16,4 0 1 16,-2 2-1-16,5 0 2 0,1-1 0 15,-4-1-1-15,3 2 0 16,1 0 0-1,-1 0 1-15,0 2-2 16,-3-1 0-16,4 1-1 0,-1 2 3 16,-3-3-2-16,3 3 0 15,-3-1 1-15,4 2-2 16,-4-1 2-16,0-1 1 16,0 1 0-16,-1 1-2 15,3 0 1-15,-5 0 1 16,-4 1-1-16,3 0 2 15,-1 1-1-15,-6 2 0 16,2 0-2-16,2 1 2 0,2-1 0 16,-2 3 0-1,4-2 0-15,-1 2-1 16,2 2-1-16,-1-2 2 16,3 2-2-16,0 0 0 0,-4 2 0 15,6-3 1-15,-6 1 0 16,1 0 0-16,2 0 4 15,1 0-4-15,0 0 5 16,-1-2-6-16,4 2 2 16,-3-2-1-16,0 2 0 15,3-1 0-15,4 3 0 16,-2 0 0-16,6-1 0 16,-5 3 0-16,8-3 0 15,-5 4 0-15,5-2 0 16,-1 3 0-16,-1-3 0 15,6 0 0-15,-6 0 0 0,5 1 0 16,-5-1 0-16,5 2 0 16,-1 2 0-16,1 0 0 15,-1-1 0-15,-2 1 0 16,1 2 0-16,-1-1 0 16,-2 2 0-16,5 1 0 15,-5-3 0-15,2 2 0 16,5 2 0-16,-1-1 0 15,1 1 0-15,0 0 0 16,1-2 0-16,3 2 0 16,-1-2 0-16,4 2 0 15,4-4 0-15,-4 1 0 16,3 1 0-16,1-1 0 0,-4-1 0 16,3 1 0-16,4-3 0 15,-4 1 0-15,6 3 0 16,-6-1 0-16,8-1 0 15,-3 3 0-15,6-3 0 16,0 1 0-16,-2-1 0 16,4 4 0-16,-2-5 0 15,1 1 0-15,-1 1 0 16,5-1 0-16,-5-3 0 16,5 2 0-16,-3-3 0 15,1-1 0-15,6-2 0 16,3-15 0-16,-11 26 0 15,11-26 0-15,-5 25 0 0,5-25 0 16,-4 22 0-16,4-22 0 16,0 16 0-16,0-16 0 15,0 0 0 1,0 0 0-16,0 0 0 0,0 0-1 16,0 0-5-16,0 0-3 15,0 0-1-15,0 0 0 16,0 0 0-16,0 0 3 15,6-18 1-15,-6 3 1 16,3-8 3-16,-3-4 0 16,4-10 1-16,-1-4 3 15,-3-8-6-15,4-4 3 16,-1 1-3-16,4 0 3 0,-5 5-3 16,1 4 5-16,1 6-5 15,-1 6 2 1,1 7 3-16,-4 5 0 15,0 19-2-15,3-23 3 0,-3 23 0 16,0 0 0-16,0 0 1 16,0 0 1-16,0 0-1 15,0 0 3-15,0 0 2 16,0 0 0-16,0 0 1 16,0 0 1-16,0 0-15 15,0 0-3-15,-10 25 1 16,10-8-2-16,0 11 1 15,0 5-6-15,0 6 2 16,0 6-7-16,0 6 20 16,-4 2-2-16,4 3 3 15,-3-4-5-15,-3-2 1 16,3-5 2-16,0-2-1 0,-4-8 2 16,3-4-1-16,-1-7 0 15,1-7 0-15,4-17 2 16,-3 19-1-16,3-19 1 15,0 0 0-15,0 0-1 16,0 0 1-16,0 0-1 16,0 0-2-16,0 0 0 15,0 0 2-15,0 0-2 16,0 0 3-16,0 0 3 16,0 0 2-16,0 0 2 15,19-12 1-15,0 7-2 16,4-2-2-16,6 0 1 15,13-3-2-15,5-1-4 0,10-4-2 16,5 1 0-16,3-2 0 16,2 3 3-16,-1-1 0 15,-1 0-3-15,-5 2-105 16,-4 3-55-16,-16-5-8 16,1 2-2-16,-14-10-6 15,2-1 1-15</inkml:trace>
  <inkml:trace contextRef="#ctx0" brushRef="#br1" timeOffset="-172332.68">16009 14831 363 0,'0'0'136'16,"-14"-10"-11"-16,14 10-19 16,0 0-15-16,0 0-16 15,-19-6-31-15,19 6-45 16,0 0-5-16,0 0-1 0,0 0-2 15,0 0 1-15,0 0 2 16,0 0 5 0,0 0-2-16,0 0 1 15,7 23-1-15,-7-7 1 0,7 4 0 16,-2 8 2-16,2 7-1 16,3 3 0-16,-1 8 1 15,5 1 2-15,-2-2-2 16,-2-3 2-16,2-4-3 15,-1-2 1-15,-4-5 0 16,2-5 1-16,-3-7-2 16,-2-3 0-16,-4-16 0 15,12 17-3-15,-12-17 0 16,0 0-2-16,0 0 1 16,17-15 0-16,-17 15 1 15,20-33-2-15,-8 10 2 16,-2-4 1-16,2-8 3 0,2-3-2 15,-2-4 4-15,2 1-4 16,-2-2 1-16,-5 1 0 16,4 7 0-16,-3 4 0 15,-1 7 1-15,-3 7-1 16,-4 17-1-16,3-23 2 16,-3 23 1-16,0 0 0 15,0 0 5-15,0 0 0 16,0 0 0-16,26 26 0 15,-10-10-1-15,0 3 0 16,6 3-1-16,1 4 0 16,6 2-5-16,-3 0 1 15,4-2 0-15,-8-2 1 0,4-3-2 16,-3-1 1-16,-4-2-1 16,-2-5 2-16,-17-13-2 15,23 20-1-15,-23-20 2 16,0 0 0-16,0 0 1 15,0 0-2-15,0 0 0 16,0 0-1-16,9-18 0 16,-13-4 0-16,2-6 1 15,-5-8-1-15,4-8-3 16,-7-6 3-16,-3-2 3 16,6 2-2-16,1 2 1 15,0 6-1-15,-1 7 1 0,0 9 0 16,4 6 4-16,3 20-1 15,0 0 0-15,-5-16 2 16,5 16 1-16,0 0-1 16,0 0-2-16,5 17-2 15,-5-17-65-15,26 25-40 16,-9-13-22-16,6 2-11 16,3-4-13-16,9 4-5 15,-9-11 1-15</inkml:trace>
  <inkml:trace contextRef="#ctx0" brushRef="#br1" timeOffset="-171977.43">16793 14956 243 0,'0'0'121'0,"-17"15"-5"16,17-15-10-16,-16 11-12 16,16-11-10-16,0 0-17 15,0 0-21-15,0 0-46 16,0 0-4-16,0 0 1 16,0 0-1-16,16-14-1 15,-16 14-4-15,29-19 1 0,-6 7 1 16,3 0 7-16,4 1 0 15,3-1-1-15,1 0-1 16,6 0 3 0,-5 3-3-16,1 2-79 0,-6 7-49 15,-11-5-33-15,0 15-4 16,-19-10-2-16,10 19 47 16</inkml:trace>
  <inkml:trace contextRef="#ctx0" brushRef="#br1" timeOffset="-171702.23">16832 15195 290 0,'0'0'169'16,"0"0"-18"-16,0 0-72 15,0 0-31-15,0 0-2 0,19 0-12 16,-2-2-20-16,6-2-17 15,-1-1 3-15,11 0 0 16,2 0-1-16,1 0 0 16,6 1 0-16,-4-3 0 15,2 0-1-15,-2 0 0 16,-5-3-66-16,-7-2-53 16,4 1-31-16,-15-11-7 15,11 5-3-15,-13-13 5 16</inkml:trace>
  <inkml:trace contextRef="#ctx0" brushRef="#br1" timeOffset="-171232.9">17656 14696 451 0,'0'0'168'0,"0"0"-30"16,0 0-62-16,0 0-59 15,0 0-7-15,0 0-2 16,0 0 1-16,-10 16 1 16,10-16-3-16,-11 20-4 15,11-2-8-15,-2 4 1 16,-1 6-2-16,3 5 3 16,0 7-2-16,5 3 1 0,-1 4-2 15,6 3 5-15,-1 2-1 16,5-2 1-16,-2-5-1 15,2-2 1-15,1-6-1 16,4-8 0-16,-1-7 0 16,1-6 1-16,0-7 2 15,0-8 0-15,2-6 0 16,5-3 2-16,-4-8 1 16,1-5 1-16,0-8 0 15,-1-9-3-15,1-7 0 16,-11-11-2-16,2-2 0 15,-7-3-2-15,-7 2-1 16,-4 4-2-16,-6 6 10 0,-9 8-15 16,-7 11-105-16,-7 20-35 15,-16 5-13-15,-5 25 0 16,-19 6-1-16</inkml:trace>
  <inkml:trace contextRef="#ctx0" brushRef="#br1" timeOffset="-170698.52">16674 16282 229 0,'-14'-16'142'15,"14"16"-11"-15,0 0-6 16,0 0-13-16,0 0-23 15,0 0-27-15,0 0-19 16,0 0-32-16,0 21-21 16,7-2-1-16,3 3 1 15,-1 6 0-15,1-4-41 16,2 6-52-16,2-1-32 16,-9-8-31-16,9 7-7 0,-14-13-1 15,9 6 74 1</inkml:trace>
  <inkml:trace contextRef="#ctx0" brushRef="#br1" timeOffset="-133005.49">9609 19049 219 0,'-7'-27'92'0,"7"27"10"15,-4-26 13-15,-3 10-11 16,7 16-7-16,-8-24-9 0,8 24-9 15,-7-16-17 1,7 16-15-16,0 0-29 16,0 0-18-16,-16-1 0 15,16 1-4-15,-7 15-8 0,7-15-3 16,-7 35-1-16,4-11 5 16,-2 7 1-16,1 6 4 15,1 1 7-15,-4 7 3 16,0 3-1-16,2 4-5 15,-2-2 4-15,3-1-5 16,-3-4 4-16,2-4-7 16,1-8 6-16,4-5-6 15,-3-11 6-15,3-17-1 16,0 18 0-16,0-18 1 16,0 0 2-16,0 0 4 15,0 0 3-15,0 0 0 16,0 0 2-16,12-21 0 0,-12 21-1 15,0-33-1-15,0 10-1 16,0-3-1-16,0-3-7 16,4-6 0-16,-1-3-2 15,1-2 4-15,3 2-5 16,1 4 5-16,-1 3-5 16,4-1 1-16,1 5-2 15,-2 4 1-15,-1 6 0 16,5 1-3-16,-14 16-1 15,22-15 0-15,-22 15 1 16,33-5 0-16,-14 6 0 16,7-1 1-16,6 0 2 15,4 0 2-15,6 0 2 0,-1 0 1 16,6-1-1-16,-2 1 0 16,-3 0 2-16,3 0-1 15,-5 1-2-15,-2 4 0 16,-1 1-5-16,1 1-18 15,-9 6-55-15,-3-2-36 16,-3 3-12-16,-7 1-13 16,-16-15-7-16,7 31-14 15,-21-20-3-15</inkml:trace>
  <inkml:trace contextRef="#ctx0" brushRef="#br1" timeOffset="-131741.59">9628 19169 151 0,'-7'-23'91'15,"0"-1"28"-15,5 0-4 16,2 5-2-16,0-2-14 15,0 21-10-15,9-28-16 16,-9 28-16-16,0 0-19 16,17-5-30-16,-17 5-10 15,16 16-1-15,-7-1 1 0,4 4 0 16,0 4 1-16,0 3 1 16,7 3 0-16,-1 2 1 15,-2 9 2 1,2 4-6-16,0 1 6 0,0 3-3 15,-1 2 1-15,4 2-2 16,-3 4 3-16,4 1-4 16,-1-2 1-16,1 2 2 15,3 0-3-15,0 2 3 16,4 3-1-16,-1 1 1 16,-1-3-2-16,5 3 3 15,-4 2-4-15,1-2-3 0,1-1 2 16,2 0-2-16,-3-3 2 15,-1 2-3-15,2-1 4 16,2 1-3 0,-3-4 3-16,-1 0 4 0,6 2-2 15,-5 0 2-15,3-2-3 16,1-2 3-16,-1 4-1 16,0-3 2-16,2-3-1 15,-2 1 0-15,0 1 0 16,-2 1-2-16,2-4 3 15,2 1-5-15,-2-2 4 16,0-1 0-16,2 3-1 16,-2-1 1-16,-4-5-1 0,6 0 4 15,-6 1-4 1,4 1 4-16,0-1-4 16,-2-1-2-16,-1-2 2 15,3 2 2-15,-5 1-1 0,5 2 1 16,-4 1-2-16,4 1-1 15,-5-1 3-15,5 1 0 16,0 0 3-16,-4-1-8 16,6-1 5-16,-2-2-4 15,0-6 4-15,-2-1-1 16,2-3 1-16,-3 0-4 16,-4 1 0-16,2-3 3 15,-2-3-1-15,-5-2-1 16,1-3-1-16,-6-2 2 15,-1-2-3-15,3-2 5 16,-6-1-4-16,2-4 1 16,-14-17 0-16,15 28 1 0,-15-28-1 15,16 24-1-15,-16-24 1 16,10 18 0-16,-10-18 1 16,0 0-1-16,0 0-2 15,0 0-1-15,13 15 1 16,-13-15-1-16,0 0-1 15,0 0-1-15,0 0 0 16,0 0-1-16,0 0 2 16,0 0 2-16,0 0 0 15,0 0 2-15,0 0 2 16,0 0 3-16,0 0 0 16,0 0 1-16,0 0-1 15,0 0 1-15,0 0-3 0,0 0 1 16,10 21-3-16,-10-21-1 15,16 24 0-15,-16-24 1 16,17 26 0-16,-5-10-2 16,-1-1 0-16,-11-15 1 15,22 25-1-15,-22-25-1 16,19 19 0-16,-19-19 0 16,16 15-1-16,-16-15 2 15,0 0-1-15,0 0-4 16,17 7 1-16,-17-7-2 15,0 0 4-15,0-15 1 16,-3-1-3-16,-8-12-108 16,-1-10-55-16,-10-14-4 0,-11-19-1 15,-9-14 1-15,-10-17 31 16</inkml:trace>
  <inkml:trace contextRef="#ctx0" brushRef="#br1" timeOffset="-130577.76">11077 20377 197 0,'-10'-17'159'0,"10"17"-38"15,-16-14-14-15,16 14 1 16,-19-7-15-16,19 7-12 15,-17 2-24-15,17-2-36 16,0 0-22-16,-19 15 4 16,19-15-5-16,-4 18-5 15,4-18 5-15,-3 31 5 16,6-7 0-16,4 7-1 16,4 9 2-16,4 10-2 0,1 2 2 15,3 2-5 1,5 1 2-16,-1-1-3 15,3-6 4-15,2-3-2 16,-6-7 4-16,-1-6-4 0,2-6 3 16,-4-4 2-16,-4-6-1 15,-15-16-3-15,26 22-3 16,-26-22-2-16,0 0-3 16,18 5 0-16,-18-5 2 15,0 0-3-15,8-26 0 16,-1 6 3-16,-3-8 2 15,3-5 2-15,-2-10 0 16,-2-6 1-16,1-6-5 16,-1-2 4-16,1 3-3 15,-4 2 3-15,0 7-3 16,0 5 3-16,0 9 1 16,-4 9 0-16,8 6 2 0,-4 16 3 15,0 0 5-15,0 0-1 16,0 0 1-16,0 0 0 15,0 0-1-15,22 30 0 16,-3-10 0-16,4 6-6 16,6 4-2-16,4 3 0 15,2-1 0-15,5 1-1 16,-5 0 3-16,1-5-3 16,-4-2 2-16,-3-5 0 15,-3-6-1-15,-7-3-2 16,-1-3-1-16,-18-9-7 15,19 2 0-15,-19-2 1 16,0 0-2-16,8-18 1 0,-8-2 0 16,-5-6 0-16,-2-12 3 15,-7-7 4-15,2-11 0 16,-10-6 2-16,2-6 3 16,1 3-2-16,-1 6 4 15,0 5-2-15,5 7 3 16,4 14-2-16,4 9 3 15,6 9-3-15,1 15 3 16,0 0-1-16,0 0 6 16,0 0-2-16,0 0 2 15,0 0-5-15,0 0 0 16,24 7-80-16,-7-4-56 16,6-3-37-16,10 2-13 0,-2-7 3 15,9 3-6-15</inkml:trace>
  <inkml:trace contextRef="#ctx0" brushRef="#br1" timeOffset="-130065.4">11917 20543 332 0,'0'0'170'0,"-14"11"-31"0,14-11-34 16,0 0-19-16,16-21-23 16,-16 21-26-16,26-24-25 15,-8 10-14-15,1 0 6 16,0-2-3-16,3 4 1 15,-3 2 3-15,-1 3-2 16,-18 7-15-16,19-9-37 16,-19 9-23-16,10 16-6 15,-8 3-3-15,-4-3 0 16,-1 13 4-16,-4-5 14 0,7 7 26 16,-4 4 63-1,-3-6 42-15,7 3 6 0,-5-6 5 16,5 1-2-1,0-9-5-15,4 1-6 0,-4-19-15 16,1 19-27-16,-1-19-23 16,0 0-2-16,0 0-2 15,0 0-1-15,21-18-1 16,-16 1-6-16,9 0-39 16,-5-13-79-16,1-6-43 15,6 1 0-15,-6-13-1 16,6 3 1-16</inkml:trace>
  <inkml:trace contextRef="#ctx0" brushRef="#br1" timeOffset="-129503">12442 20017 460 0,'0'0'180'15,"0"0"-7"-15,0 16-55 16,0-16-92-16,0 0-26 16,0 0-2-16,-16 14 1 15,16-14-3-15,-14 17 6 16,14-17 3-16,-12 24 1 16,5-5-1-16,4 5 2 15,-3 7-1-15,3 8-6 16,3-1 3-16,0 7-6 15,5 0 4-15,2 1-3 0,3-2 6 16,3 1-8-16,0-7 6 16,3-4 2-16,0-2-4 15,5-8-2-15,-2-2-4 16,3-8-2-16,1 0-1 16,-1-9 1-16,4-1-1 15,-3-8-2-15,3-3 2 16,0-3 2-16,0-4 4 15,0-2-1-15,-3-6 2 16,-1-2-2-16,1-4 2 16,-4 0 1-16,-2-3 1 15,2-3 3-15,-7-5-3 16,2 0 7-16,-8-1-6 0,-3-2 9 16,-3 1-3-16,-9-3 6 15,-8-1-1-15,-6 9 1 16,-3 3 1-16,-5 4-2 15,-5 6-8-15,-6 4-86 16,-10 7-95-16,3 12-24 16,-22-14-3-16,-7-1-5 15,-26-25 86-15</inkml:trace>
  <inkml:trace contextRef="#ctx0" brushRef="#br0" timeOffset="-97617.84">22435 11693 74 0,'0'0'88'16,"22"-7"-23"-16,-6 5 6 15,3 0 16-15,4 1 5 16,3 1-3-16,7-2-9 16,3 2-11-16,6-4-21 15,10 3-2-15,0-1-14 16,5 0-15-16,9-1-10 15,2-4-5-15,3 2-2 16,0-2 1-16,0 2 1 16,-3-1-2-16,-5 1 0 0,-8 0 0 15,-6 2-1-15,-11 1 0 16,-12 0 0-16,-7 0 1 16,-19 2 0-16,19 0-1 15,-19 0 2-15,0 0-1 16,0 0 1-16,0 0 0 15,0 0-1-15,0 0-1 16,0 0 1-16,0 0-1 16,0 0 1-16,0 0 0 15,0 0 0-15,-16 6 1 16,16-6 1-16,0 0 2 16,0 0 1-16,0 0 0 15,0 0 0-15,0 0 0 0,-22-6-2 16,22 6 0-16,-19-3 0 15,19 3-2-15,-33-4-2 16,10 1 2 0,1 1-2-16,-8 2 0 0,-3-1 1 15,-1 1 0-15,-6 0-1 16,1 0 1-16,-6 0-1 16,0 0 0-16,0 1 0 15,2 1 1-15,1 0 0 16,-3-2 0-16,3 1 0 15,2-1 0-15,2 2 0 16,2-2 0-16,1 0 0 0,2 0 0 16,0 0 0-16,5 0-1 15,2 2 1 1,0-2-1-16,5 2 1 16,6-2 0-16,-1 3-1 0,16-3 1 15,-23 2-2-15,23-2 0 16,0 0-4-16,0 0 0 15,0 0-1-15,0 0 1 16,0 0 0-16,16-4 0 16,-16 4 2-16,33-1 2 15,-7-1 4-15,5 0-1 16,6 2 1-16,8 0-2 16,7 0 1-16,0-2 0 15,5 2-2-15,-5 0 0 16,-3 0-1-16,-6 0 1 15,-8 0 0-15,-9 0 0 16,-7 2-4-16,-19-2-79 0,14 5-33 16,-14-5-21-16,0 0-2 15,19 23-5-15,-19-23 0 16</inkml:trace>
  <inkml:trace contextRef="#ctx0" brushRef="#br0" timeOffset="-97041.43">24875 11521 220 0,'-34'-3'70'15,"8"5"-12"-15,-11-4-12 16,-1 2-22-16,-7 0-16 16,-2 2 2-16,-7 1 22 15,-1-1 18-15,3 1 1 16,-4-1-4-16,7 0 1 15,1-4 1-15,10 4 1 16,8-7-3-16,30 5-21 0,0 0-23 16,4-21-2-16,29 12 0 15,12-1 1-15,8-2-1 16,13 1-2 0,13-1 1-16,0 4 0 0,3 1 0 15,0 0 0-15,-8 3 0 16,-3 2 0-16,-6 2-2 15,-10 2 2-15,-13 2-2 16,-13 1 2-16,-13 2 1 16,-16-7 1-16,0 22 0 15,0-22 0-15,-35 33-1 16,9-16 4-16,0 4-3 16,-3-3 2-16,3 1-5 0,3-9-20 15,23-10-70-15,-19 21-47 16,19-21-22-1,16-11-16-15,3-8-4 0,24 5 90 16</inkml:trace>
  <inkml:trace contextRef="#ctx0" brushRef="#br0" timeOffset="-96604.11">26750 11388 10 0,'9'23'108'0,"-32"-15"-28"0,-3 6-42 15,-5 0-7-15,-6 0 3 16,-1 1 9-16,-10-1 30 15,4 0 3-15,-4-5-3 16,13 1 0-16,5-6-10 16,15-3-16-16,15-1-8 15,0 0-8-15,22-15-33 16,17 4-3-16,9-2 2 0,15-3 3 16,4 0 0-16,8-1 0 15,3 1 1 1,0 3 0-16,-7 1 0 15,1 3 0-15,-12 2-2 0,-11 2 0 16,-13 3-2-16,-10 4-2 16,-26-2-52-16,0 0-49 15,-3 22-20-15,-27-6-12 16,-22-4-9-16,-12 12-11 16</inkml:trace>
  <inkml:trace contextRef="#ctx0" brushRef="#br0" timeOffset="-81442.34">26609 12563 198 0,'30'-3'75'0,"-1"-4"4"15,10 2-4-15,8-2 2 16,6-3-4-16,10 4-8 16,5-4-5-16,10 7-6 0,-4-4-5 15,4 5-6 1,-3-5-2-16,0 5-13 15,-18 0-12-15,-5 4-14 16,-12-2-6-16,-16 0 0 16,-24 0-2-16,0 0 1 0,-15 4 0 15,-24-1 0-15,-13 1-1 16,-14-3 3-16,-10 3 3 16,-9 1-1-16,-12 4 1 15,-4-2 2-15,0 1-3 16,4-1 3-16,3 4 2 15,8-1-1-15,8-1 0 16,10-1-3-16,19-3 4 16,13 2 1-16,10-5 7 15,26-2-5-15,0 0-1 16,0 0 0-16,36-2 1 16,6-3 0-16,3 0-4 0,14-2-1 15,9 2-6-15,6-4 3 16,5 2-2-16,0 0 2 15,-1 0-3-15,1 2 3 16,-15 0 2-16,-9 2-6 16,-13-1-1-16,-12 2-2 15,-11 2 2-15,-19 0-2 16,0 0 2-16,-32 6 1 16,-1-1-2-16,-12-2 5 15,-3 2 2-15,-11 1 0 16,-6 1 0-16,1-2 2 15,5-2 1-15,4 1-4 16,6-1-1-16,14 1 1 0,9-3 11 16,26-1-5-16,-17-3 1 15,17 3 1-15,43-11-4 16,-1 6 4-16,14-5 3 16,11 0-5-16,8-3-6 15,8 5 2-15,6-4 1 16,-3 1-2-16,-7 4 2 15,-15 0-5-15,-12 4-5 16,-16-1 3-16,-13 3-3 16,-23 1 0-16,-19 1 0 15,-18 5 0-15,-20 2 1 16,-14 3 2-16,-14 3 7 16,-12 3-4-16,-7 0 5 0,-6 4-5 15,6-2 4-15,3-2-4 16,11 1 3-1,19-5-5-15,12-4 10 16,22-2-2-16,15-5 3 0,22-2 3 16,21-11-2-16,17 1 3 15,21-4-6-15,16-1 9 16,4-3-13-16,19-1 1 16,2 2-5-16,1 1 2 15,0 4-2-15,-11 2 1 16,-12 3 2-16,-14 2-9 15,-15 3 1-15,-16 0 3 16,-14 4-2-16,-19-2 0 0,-23 12 0 16,-15-3 1-16,-17 3 3 15,-17 2 5-15,-14 0 3 16,-15 3-5 0,-7 0 3-16,-8-1-4 0,-4-4 5 15,9 0-8-15,7-2 4 16,17-1-5-16,20-4 6 15,18-1 3-15,19-6 3 16,30 2 3-16,0 0-3 16,52-14 4-16,9 4-8 15,17-4 10-15,16 2-10 16,14-4-1-16,11 1-5 16,8-3 2-16,0 4-2 0,-4-1 1 15,-10 1 3-15,-16 5-3 16,-15 1-3-1,-21 1-5-15,-18 3 5 16,-20 1-2-16,-23 3-1 0,-18 5 1 16,-24 2 0-16,-17 0-1 15,-15 3 6-15,-16 1 6 16,-15 3-3-16,-7 1 0 16,-8-3 3-16,7 4-3 15,5-4 2-15,15 0-3 16,21-5 1-16,17 2 6 15,22-8-1-15,33-1 0 0,0 0-4 16,33-14 5 0,26 4-3-16,17-2 4 15,13-4-2-15,20-1-7 16,9 2-2-16,5-1 2 0,-3 2 3 16,-3 4-3-16,-17-1 1 15,-16 4-8-15,-22 4-2 16,-17-1 5-16,-22 6-2 15,-23-2 0-15,-26 5 0 16,-19 2 1-16,-23 4 0 16,-17-1 9-16,-19 4 3 15,-16 3-4-15,-9-3 2 16,-8 3-2-16,2-3 1 16,8 0-3-16,20-5 2 15,16-1-10-15,20-4 13 16,26-1 0-16,28-6-3 15,17 3 4-15,43-16-3 0,14 2 3 16,25-3-1-16,22 0 5 16,16 0-13-16,12-3 1 15,8 3 2-15,3 3-2 16,-13 0 3-16,-7 6-3 16,-26 3-4-16,-20-1-2 15,-22 6 1-15,-22 0 1 16,-33 0-1-16,-15 13 1 15,-32 0-1-15,-21-1 2 16,-22 6 9-16,-14 1-1 16,-20 2 0-16,-6-1-2 15,-9-1 2-15,4 0-5 16,8-5 5-16,16 0-7 0,17-5 0 16,20-4 3-16,25-2 7 15,20-3-3-15,29 0 5 16,17-8 1-16,28-1-2 15,19-3 3-15,18 2-4 16,15-4 4-16,16-2-14 16,7 4 6-16,3 0-6 15,-3 2 2-15,-6 1-2 16,-13 6 2-16,-18 1-6 16,-20 0-1-16,-22 6 2 15,-18-3 2-15,-23-1 3 16,-23 14-3-16,-22-4 2 15,-19 3-1-15,-17-3 8 0,-17 4-5 16,-16 0 4-16,-9 1-6 16,-2-3 0-1,1 2 0-15,6-3 2 16,12-3-4-16,21-1 2 0,14-3 4 16,26-3 5-16,19-1 1 15,26 0 1-15,26-12 3 16,23 4-3-16,18-5 3 15,25 0-5-15,14-3 4 16,17 2-14-16,4-1 7 16,3 4-5-16,-1-1 2 15,-15 0-3-15,-13 3 1 16,-18 6-6-16,-24-1-1 0,-20 4 2 16,-22 2 0-16,-17-2 4 15,-33 14-4-15,-12-2 3 16,-21 4-4-1,-14-4 12-15,-12 5-6 0,-10-1 5 16,1-1-8-16,-3-1 4 16,10-3-3-16,16-3 2 15,14-1-1-15,17-5 9 16,19 0 1-16,28-2 1 16,0 0-1-16,26-16 2 15,16 7 2-15,13-3-1 16,16 2 4-16,8-2-13 0,4 3 4 15,2 0-5-15,-2 2 4 16,-12 4-8 0,-15 0-4-16,-11 3-3 15,-15 1 2-15,-30-1 1 16,0 0-4-16,-4 21 4 0,-22-12-3 16,-9 3 5-16,-1-2 3 15,-6 4 6-15,1-2-6 16,4-3 2-16,8-2-1 15,6-2 0-15,23-5 10 16,-19 2 0-16,19-2 0 16,16-11 0-16,6 3 3 15,11-4-2-15,4-6 4 0,8 1-7 16,7-2-2 0,5-4-8-16,6-1 4 15,-3-2-4-15,3-2 1 16,-6 1-2-16,2-3 0 0,-7-4 2 15,-3-3-5-15,-7-1 3 16,-6-3-4-16,-5-1 1 16,-10-1-1-16,-9 1 4 15,-8-4 1-15,-15 2 2 16,-8-1 1-16,-10 0 3 16,-6 2 0-16,-14 0 3 15,-6 3-1-15,-8 0-1 16,-1 6 0-16,-4 1-5 15,-3 3 4-15,0 6-4 16,3 2 4-16,2 4-6 16,6 8 5-16,1 3-5 15,3 5 1-15,2 6 4 0,2 6-6 16,7 6 5-16,-2 6-6 16,5 6 5-16,1 5-4 15,1 6 3-15,2 5-2 16,1 4 0-16,3 1 2 15,1 3-2-15,3 1 3 16,2 1-2-16,2-2 2 16,5-2-2-16,9 0 2 15,5-1 0-15,4-3 2 16,13 1-3-16,2-2 6 16,9-2 1-16,10-3-2 15,6-3 5-15,5-4-4 16,10-4 5-16,12-5-3 0,2-8 5 15,5-6-7-15,7-6 3 16,9-8 1-16,1-4-4 16,3-13-1-16,2-5-6 15,-2-9 3-15,-3-6-6 16,-4-8 3-16,-10-6-4 16,-8-11-1-16,-9-2 0 15,-15-4 2-15,-12-3 6 16,-16 1-3-16,-18-1 5 15,-10 6-1-15,-21 7 3 16,-13 10 0-16,-20 4-3 16,-13 13 5-16,-13 7-7 15,-7 9 2-15,-6 9-2 0,-6 6 1 16,-4 10-2-16,6 6-2 16,2 8 4-1,5 6-5-15,7 7 3 16,8 7-3-16,13 7-1 0,10 3 0 15,10 11 0-15,18-1 3 16,15 6-3-16,16 1 6 16,21 1-1-16,18-2 3 15,16-2 3-15,15-2 2 16,18-10 1-16,13-7-4 16,7-9 5-16,12-8 1 15,6-12-1-15,5-11-1 16,-5-14-8-16,1-12-1 0,0-11-1 15,-13-15 3 1,-6-12-4-16,-11-14-5 16,-15-8 3-16,-16-11-3 15,-14-3 6-15,-15 0 3 0,-22 3-2 16,-16 4 4-16,-15 8-3 16,-13 11 2-16,-20 13-2 15,-12 17 2-15,-15 9-3 16,-14 15 0-16,-4 13-1 15,-10 14 1-15,-5 14 1 16,-4 14-2-16,4 10 1 16,5 12-1-16,10 11-1 0,7 7 0 15,13 3 0 1,16 0-1-16,20 2-2 16,16-6 4-16,22-3-1 15,17-8 5-15,23-6 3 16,12-8 1-16,20-11 1 0,16-6-3 15,9-11 5-15,11-9-1 16,7-12-3-16,1-10 1 16,4-16-7-16,-2-8 0 15,-10-16-3-15,-8-13 4 16,-7-11-5-16,-15-12-2 16,-14-7 5-16,-14-6-4 15,-17-1 7-15,-17 0 0 0,-12 3 1 16,-16 11 0-1,-20 11 1-15,-13 13 1 16,-19 17-3-16,-17 14 2 16,-13 13-6-16,-15 13 1 0,-8 17 3 15,-8 9-4-15,-1 15 2 16,-1 11-2-16,11 12 1 16,7 9-2-16,15 12 0 15,14 5 0-15,25 0-3 16,13-2 4-16,30-1-2 15,22-8 4-15,27-8 2 16,22-7-1-16,19-15 5 16,19-9-3-16,18-14 6 15,8-12-1-15,8-14-3 16,11-11-2-16,-1-18-3 16,-4-13 3-16,-3-11-6 15,-15-17 3-15,-7-9-3 0,-15-10-2 16,-23-4 6-16,-18-2 1 15,-26 3 2-15,-20 2 3 16,-19 9 0-16,-16 11-2 16,-29 17 0-16,-14 13 1 15,-19 16-4-15,-13 12-1 16,-10 17 3-16,-9 14-8 16,-4 17 3-16,-9 11-1 15,8 17 0-15,5 9-1 16,13 10 0-16,12 5-1 15,20 0-4-15,20-1 4 16,28-4-1-16,26-7 3 16,24-8 3-16,25-10 1 0,22-13 2 15,18-8 0-15,19-11 3 16,11-14-1-16,12-10-4 16,6-11 1-16,3-14-3 15,3-13 1-15,-6-14-1 16,-3-14 0-16,-11-9-2 15,-15-10 1-15,-18-5 5 16,-20-6-1-16,-18 1 0 16,-23 3 4-16,-15 3 0 15,-24 16-1-15,-18 6 1 16,-20 13 0-16,-17 12-2 16,-18 12-1-16,-11 12 0 15,-13 15-6-15,-6 15 1 0,-7 12 0 16,2 15 0-16,-1 15-3 15,6 14 2-15,9 10-2 16,14 10-1 0,15 5 0-16,18 1-1 0,22-5 1 15,28-2-2-15,21-12 4 16,26-7 1-16,16-11 3 16,25-16 2-16,13-10 1 15,14-16-4-15,12-12 5 16,1-15-3-16,6-13 1 15,0-17-4-15,-7-15 0 16,-9-14 0-16,-14-7-1 16,-15-9 8-16,-16-3-7 0,-23-1 10 15,-17 6 1 1,-22 5-2-16,-16 7 4 16,-26 16-5-16,-18 12 3 15,-20 13-5-15,-18 13 2 0,-17 15-4 16,-10 11-5-16,-13 17 2 15,-5 17-4-15,0 16 3 16,8 19-3-16,4 12 1 16,14 9-3-16,23 8-3 15,17 0 2-15,24-1 2 16,27-9-1-16,25-12 3 16,31-14-2-16,21-16 6 15,23-14-3-15,23-16 7 16,7-15-3-16,18-13 1 15,5-20 2-15,6-13-6 16,4-18 3-16,-9-15-3 0,-11-18 2 16,-8-8-2-16,-14-7 1 15,-21-4 1-15,-19 4 1 16,-22 5 9-16,-22 9 0 16,-20 12-2-16,-21 15 3 15,-15 15-4-15,-23 14 4 16,-15 19-3-16,-14 11-4 15,-13 16-5-15,-7 12-4 16,-3 19 1-16,0 13-2 16,-1 17 1-16,13 10-3 15,12 6-1-15,18 5 2 16,22 2 0-16,17-2-1 16,32-8 4-16,24-9-2 0,24-13 4 15,24-12-2-15,25-11 5 16,17-13-2-16,16-17 2 15,17-14 3-15,9-15-5 16,5-15 5-16,-2-14-5 16,-3-16 2-16,-9-15-2 15,-10-10 1-15,-21-6 0 16,-21-7 0-16,-28-1 7 16,-17 5 2-16,-33 5-1 15,-17 10 4-15,-27 13-4 16,-20 13 5-16,-21 14-7 15,-23 18 3-15,-12 13-6 16,-17 11-6-16,-9 15 3 0,-7 14-5 16,-6 14 2-16,6 16-5 15,3 8 4-15,10 11-4 16,20 6-2-16,16 2 2 16,19 1-3-16,26-6 4 15,26-4 2-15,26-9-2 16,26-13 4-16,26-11-2 15,22-11 5-15,13-11-1 16,17-12 6-16,9-12-1 16,7-15-6-16,-2-15 5 15,2-9-5-15,-7-15 3 16,-9-10-3-16,-7-11 2 16,-16-4-1-16,-16-2-1 0,-17-4 8 15,-18 3 1-15,-22 4 5 16,-20 9-1-16,-24 10 2 15,-18 16-1-15,-24 10-2 16,-19 18-3-16,-11 11-3 16,-12 15-4-16,-6 14-2 15,-3 14-2-15,2 19-2 16,4 17-2-16,9 20-79 16,16 12-48-16,8 8-32 15,26 8-1-15,12-8-5 16,29 1-1-16</inkml:trace>
  <inkml:trace contextRef="#ctx0" brushRef="#br0" timeOffset="-79932.27">27142 11985 204 0,'-22'-24'123'0,"11"7"-1"16,-8-7-79-16,0-6-49 15,2 2 6-15,-6-3 24 16,1 2 20-16,-8-8 9 16,2 5 9-16,-8-6-1 15,3 5 1-15,-16-4-1 16,8 8-4-16,-15-4-22 16,-5 5-23-16,-6 6-12 15,-8 3-9-15,-6 3 3 0,-5 4-3 16,-4 5 1-1,-7 4-2-15,0 3 1 16,-4 1 3-16,-3 3 4 16,3 1 2-16,-1 4 0 0,-2-1-2 15,3 3 2-15,0-1-1 16,1 6 0-16,-1-1 4 16,4 4-5-16,3 0 5 15,0 4-3-15,4 1 1 16,2 2 0-16,4 0 0 15,-1-2 0-15,11 2-3 16,2 0 3-16,8 0-3 16,5 2 1-16,7-4 0 15,7 4-1-15,8-1 1 16,13 3 0-16,3-2 1 16,9 1-2-16,9 0 4 0,10 4-2 15,8 2 4-15,11-2-2 16,7 1 1-16,12 1-1 15,13 0 2-15,11-1-3 16,7 1 1-16,16-6-2 16,9-1 1-16,9-2-2 15,6-2 1-15,7-1-2 16,4-4 2-16,6-4 0 16,6-3-1-16,0-1 1 15,2-6 0-15,5-3 1 16,-1-4-1-16,1-7 2 15,-3-1-3-15,2-4 3 16,1-3-3-16,-3-4 2 0,-3-5 0 16,-4-2 0-16,-10-4-1 15,-6-3 1-15,-7-1-1 16,-9-4 2-16,-12-5-1 16,-12 0 2-16,-9-2-2 15,-15-3 3-15,-8 0-3 16,-11-1 2-16,-11 1-3 15,-14 0-4-15,-9 0 4 16,-10 1-4-16,-12 3 1 16,-10 4-1-16,-13 1 0 15,-10 4 0-15,-12 4 3 16,-18 4 3-16,-3 5-4 16,-17 6 3-16,-2 3-1 0,-13 6-1 15,-9 2 0-15,-8 7 0 16,-5 4-1-16,-7 1 2 15,-7 2-1-15,-5 5 0 16,-8 3-1-16,-9 4 1 16,-3 6 1-16,0 6 2 15,-1 7-1-15,-2 10 0 16,-4 13 0-16,1 17-1 16,-2 12-58-16,-2 17-89 15,3 25-20-15,-18 1-5 16,-2 18 0-16,-23 6-2 15</inkml:trace>
  <inkml:trace contextRef="#ctx0" brushRef="#br0" timeOffset="-58609.37">14559 24270 237 0,'0'0'91'0,"0"0"12"16,0 0 8-16,0 0 2 15,0 0-11-15,0 0-14 16,0 0-17-16,0 0-16 15,0 0-11-15,0 0-36 16,0 0-8-16,0 0 0 16,0 0 0-16,0 0 0 15,0 0 0-15,0 0 0 16,0 0 0-16,0 0-14 16,16-2-3-16,-16 2-2 15,0 0 0-15,0 0 3 16,0 0 4-16,0 0 3 0,19 6 2 15,-19-6 1-15,0 0 5 16,23 15-1-16,-23-15 2 16,33 2-1-16,-14 1 1 15,7-1-1-15,0 0 2 16,7-4-2-16,0 2-2 16,1-2 2-16,3-1 1 15,-2 1 0-15,8-1-1 16,-1 4 0-16,-1 1 0 15,1-4 1-15,1 4-1 16,2-2 2-16,1 4-3 16,-5 1 0-16,4 2 3 0,-5-6-3 15,5 1 3-15,-3 10-1 16,3-1-2-16,-1 3 4 16,1 1-2-16,0 2 2 15,-3 1-1 1,3 6 3-16,-2 4-3 0,-1-1 0 15,-4 1 0-15,2 7 1 16,-5-4-1-16,1 0 4 16,-1 2 7-16,1 1 6 15,-3-4-10-15,2-2 12 16,-6-1-10-16,4 8 9 16,-1 3-12-16,-3 0 10 15,-3 5-17-15,-3-8 2 0,-1-2-1 16,1 7 1-1,-23-40-1-15,33 91-1 16,-33-91 0-16,0 0 0 16,33 85 0-16,-33-85 0 0,0 0 0 15,12 83 0-15,-12-83 0 16,0 0 0-16,0 0 0 16,-12 87 0-16,12-87 0 15,0 0 0-15,0 0 0 16,-40 78 0-16,40-78 0 15,0 0 0-15,-52 78 0 16,52-78 0-16,0 0 0 16,-68 79 0-16,68-79 0 15,0 0 0-15,-83 92 0 16,83-92 0-16,0 0 0 16,-92 85 0-16,92-85 0 15,0 0 0-15,-97 92 0 0,97-92 0 16,0 0 0-16,-91 76 0 15,91-76 0-15,0 0 0 16,-97 62 0-16,97-62 0 16,-71 45 0-16,71-45 0 15,-71 43 0-15,71-43 0 16,-75 40 0-16,75-40 0 16,-74 43 0-16,74-43 0 15,-72 35 0-15,72-35 0 16,-71 29 0-16,71-29 0 15,0 0 0-15,-104 30 0 16,104-30 0-16,0 0-3 16,-101 7 4-16,101-7 1 0,-71-9-2 15,71 9 0-15,-71-10 0 16,71 10 0-16,-78-18 0 16,78 18 0-16,-82-38 0 15,82 38 0-15,-80-41 0 16,80 41 0-16,-72-52 0 15,72 52 0-15,0 0 0 16,-98-88 0-16,98 88 0 16,-57-73 0-16,57 73 0 15,-52-78 0-15,52 78 0 16,-49-81 0-16,49 81 0 16,-41-82 0-16,41 82 0 15,-40-71 0-15,40 71 0 0,0 0 0 16,-57-97 0-16,57 97 0 15,0 0 0-15,-59-88 0 16,59 88 0-16,0 0 0 16,-68-76 0-16,68 76 0 15,0 0 0-15,-59-69 0 16,59 69 0-16,0 0 0 16,-45-76 0-16,33 50 0 15,1 0 0-15,1 0 0 16,10 26 0-16,-16-28 0 15,16 28 0-15,-16-26 0 16,16 26 0-16,-10-21 0 16,10 21 0-16,-10-15 0 0,10 15 0 15,-13-25 0-15,7 6 0 16,-3 4 0-16,9 15 0 16,-17-19 0-16,17 19 0 15,-20-21 0-15,10 0 0 16,10 21 0-16,-16-22 0 15,16 22 0-15,-15-24 0 16,15 24 0-16,-14-23 0 16,14 23 0-16,0 0 0 15,-12 19 0-15,12-19 0 16,-11 23 0-16,11-3 0 16,0-20 0-16,-8 68 0 0,8-68 0 15,0 73 0 1,0-73 0-16,0 105 0 0,0-105 0 15,1 114 0-15,-1-114 0 16,0 92 0-16,0-92 0 16,0 85 0-16,0-85 0 15,0 0 0-15,-1 71 0 16,1-71 0-16,0 0 0 16,0 0 0-16,0 0 0 15,0 0 0-15,0 0 0 16,0 0 0-16,0 0 0 15,0 0 0-15,0 0 0 16,5-85 0-16,-5 85 0 0,0 0 0 16,-9-93 0-16,9 93 0 15,-3-73 0 1,-1 33 0-16,8 0 0 16,-4 4 0-16,3-2 0 0,2 0 0 15,-1 7 0-15,3 8 0 16,-4 1 0-16,-3 22 0 15,11-38 0-15,-11 38 0 16,8-25 0-16,-8 25 0 16,0 0 0-16,0 0 0 15,19-12 0-15,-19 12 0 16,26 14 0-16,-8-7 0 16,4 10 0-16,4-6 0 15,6 9 0-15,4-2 0 16,6 1 0-16,3-2 0 15,-2-7 0-15,6 4 0 16,-49-14-1-16,106 23-3 0,-47-21-12 16,5 4-134-16,7 0-27 15,-8-12-5-15,4 3-14 16,-15-14 1-16</inkml:trace>
  <inkml:trace contextRef="#ctx0" brushRef="#br0" timeOffset="-57339.42">16748 24291 413 0,'0'0'189'16,"-22"3"-8"-16,22-3-83 0,-21-1-49 16,21 1-47-16,0 0-7 15,0 0-2-15,-16 19 0 16,16-19 6-16,0 26 1 15,7 0 2 1,2 12-1-16,5 5 2 0,1 0-5 16,-1 7 4-16,5-5 2 15,4 9 14-15,-4-9-9 16,0-2 3-16,-2-13-3 16,-1-8 4-16,-4 3-4 15,2-6 5-15,-4-4-14 16,-10-15-1-16,16 16-4 15,-16-16 14-15,0 0 1 0,0 0-6 16,0 0-4-16,16-11 0 16,-16 11 0-1,0-33 0-15,0 13 0 0,3 1 0 16,-3-14 0-16,4-9-1 16,-1 6-4-16,6-4-10 15,-2 5 6-15,3 3 6 16,2 0 2-16,2-1-2 15,2 6 2-15,-1 4-1 16,-1 3 0-16,2 4 0 16,-16 16 0-16,26-28-2 15,-26 28-2-15,14-14-4 16,-14 14 0-16,19 11 1 0,-19-11-1 16,23 29 3-16,-8-8-2 15,3 5 4-15,1 0 2 16,3 9 4-1,1-4-3-15,-1 5 2 0,1-7 2 16,-4-6-4-16,-2-1 2 16,2 3-1-16,-3-10 11 15,-16-15-10-15,26 16 12 16,-26-16-10-16,19 10-1 16,-19-10 6-16,0 0 2 15,14 0 2-15,-14 0-12 16,0 0 11-16,4-15-8 15,-8-3 10-15,1-9-3 16,-4-10-5-16,3-6-1 16,-4-7-4-16,1-6 2 15,0-6-3-15,0 5 1 16,5 0 0-16,-2 10 0 0,4 4 3 16,4 12-1-16,-4 5 2 15,5 7-1-15,-5 19 1 16,7-21-2-16,-7 21-1 15,0 0-4-15,0 0-4 16,0 0 0-16,16-2-1 16,-16 2-2-16,24 4-3 15,-1 4-81-15,-8 3-58 16,8-3-21-16,3 3-5 16,-4-8 2-16,4 8 10 15</inkml:trace>
  <inkml:trace contextRef="#ctx0" brushRef="#br0" timeOffset="-56801.04">17668 24379 352 0,'0'0'183'0,"-22"19"-33"15,22-19-40-15,-19 9-40 16,19-9-38-16,-11 24-30 15,11-24-3-15,0 0 0 16,0 0-1-16,0 0 3 16,-3 17 1-16,3-17 2 15,17-5 1-15,-1-2-2 16,3 4 1-16,7-2 0 0,0 1-2 16,3-3-1-16,1-1-1 15,-4 2-5-15,-4 6-15 16,-2 4-26-16,-20-4-2 15,15 5 3-15,-15-5 5 16,0 24 17-16,-9-6 22 16,-4 1 2-16,0 0 17 15,-9-4 28-15,4 11 3 16,-4-5-6-16,6 3-6 16,-6-1-15-16,3-3-20 15,19-20-4-15,-26 25-2 16,26-25-3-16,-7 19 6 0,7-19 1 15,0 0 3-15,0 0 0 16,19-4 0-16,-19 4 2 16,33-7 2-16,-14 0-1 15,7 2-2 1,-4-3-3-16,4-6 2 0,1 9 1 16,-5-8-2-16,4 1-54 15,-10 2-82-15,-2-11-35 16,-2-1-8-16,-9-4 2 15,4-2-11-15</inkml:trace>
  <inkml:trace contextRef="#ctx0" brushRef="#br0" timeOffset="-56449.79">18120 24113 371 0,'15'-11'183'0,"-15"11"-23"16,11-15-45-16,-11 15-35 15,0 0-39-15,15-12-40 16,-15 12-2-16,0 0-2 16,0 0-2-16,16 5-1 15,-16-5 0-15,7 17 3 16,0 2 1-16,1 7 1 0,3 5 4 15,-1 9-1 1,6 12-1-16,-1 8 1 16,8 5 0-16,-2 11-1 15,1-9 10-15,4 9 6 0,-6 2-11 16,2-2-50-16,-6-20-122 16,3 8-11-16,-12-19-19 15,-7-45-1-15,-12 21 9 16</inkml:trace>
  <inkml:trace contextRef="#ctx0" brushRef="#br0" timeOffset="-55272.95">26432 22595 567 0,'-13'-26'220'16,"4"10"-68"-16,9 16-68 15,0 0-84-15,-11-17 0 16,11 17 0-16,0 0 0 15,0 0 0-15,0 26 0 16,7 1 0-16,2 13 0 16,1 9 0-16,6 16 0 0,7 13 0 15,-3 16 0 1,8 4 0-16,-2 10 0 16,4 1 0-16,-1 0 0 15,-3-9 0-15,-3-5 0 0,3-6 0 16,-14-27-46-16,9-7-153 15,-5-23-7-15,-1-24-1 16,-15-8 2-16,30-48 46 16</inkml:trace>
  <inkml:trace contextRef="#ctx0" brushRef="#br0" timeOffset="-54961.73">28319 22191 554 0,'45'-3'190'16,"-12"20"-3"-16,-5 12-109 16,-14 8-69-16,2 15-4 15,-2 17-5-15,-2 18 0 16,2 13 0-16,-2 11 0 15,2 8 0-15,1 8 0 16,1 1 0-16,1-9 0 16,-1-3 0-16,-1-10 0 15,-1-11-14-15,-1-19-110 16,0-19-60-16,0-12-15 16,-10-28-6-16,-3-17 7 15,3-20 100-15</inkml:trace>
  <inkml:trace contextRef="#ctx0" brushRef="#br0" timeOffset="-54637.5">29512 22321 584 0,'22'-3'198'0,"4"9"-18"0,0 15-119 16,-6 5-61-16,0 17 0 15,-1 18 0-15,4 14 0 16,-4 11 0-16,7 11 0 16,-7 10 0-16,0 9 0 15,2 4 0-15,-2-6 0 16,0-5 0-16,-3-14-29 15,1 2-92-15,-5-15-30 16,-1-24-34-16,5-13-4 16,-10-24-6-16,-6-21 43 15</inkml:trace>
  <inkml:trace contextRef="#ctx0" brushRef="#br0" timeOffset="-54313.27">31208 22202 571 0,'81'-26'192'16,"-10"8"-19"-16,-6 4-86 15,-6 18-87-15,-7 10 0 16,-4 13 0-16,-6 10 0 15,-4 16 0-15,-8 13 0 16,-1 17 0-16,-6 11 0 0,-4 4 0 16,-2 3 0-16,-1 1 0 15,0 0 0-15,-6-10 0 16,6-6 0 0,-10-23-104-16,5-11-68 0,-6-14-28 15,-1-21 5-15,-4-17-4 16,7-16 47-16</inkml:trace>
  <inkml:trace contextRef="#ctx0" brushRef="#br0" timeOffset="-53985.04">32754 21809 612 0,'23'7'193'16,"-1"13"-43"-16,-15 3-82 15,9 18-68-15,-9 10 0 16,2 14 0-16,-2 12 0 16,3 11 0-16,-1 9 0 15,-2 10 0-15,3 2 0 16,-1 0 0-16,1-3 0 15,1-8 0-15,1-4 0 16,2-11 0-16,1-3 0 16,-8-28-81-16,5-1-81 15,-5-12-32-15,0-15-7 16,-7-24-3-16,0 0 24 16</inkml:trace>
  <inkml:trace contextRef="#ctx0" brushRef="#br0" timeOffset="-53688.83">34110 21594 538 0,'80'10'203'16,"-11"18"4"-16,-1 22-132 15,-16 6-75-15,0 22 0 16,-7 17 0-16,-3 19 0 0,-6 11 0 16,-4 13 0-16,-10 1 0 15,-4-4 0 1,-6-6 0-16,-9-14 0 0,8-3-12 16,-15-13-176-16,-3-13-8 15,-12-16 0-15,-7-8-10 16,-10-8 0-16</inkml:trace>
  <inkml:trace contextRef="#ctx0" brushRef="#br0" timeOffset="-52806.2">25316 24597 380 0,'94'0'192'16,"17"-7"-63"-16,21 6-49 16,14-12-26-16,24 5-5 15,14-6-40-15,17 4-2 16,16-3 0-16,19-7-2 16,14-5 0-16,11-2-2 15,11 1 0-15,6-12-2 16,10 3 1-16,2-5-1 15,5 4-1-15,5 1 0 0,6 2 1 16,1-6 0 0,7 1-1-16,11 3 2 15,0 6-3-15,8-3 4 16,5 3-2-16,-1-4 5 0,0 4-3 16,3 3 0-16,-8 3 1 15,-3-1-3-15,-4 5 2 16,-7-4-3-16,-9 4 3 15,1 4-4-15,-11-3 2 16,-8 1-1-16,-9 3 0 16,-10 2 2-16,-11-3 8 15,-15-1 2-15,-13-1 1 16,-16 3-11-16,-16-3-108 16,-19-11-69-16,-27-21-19 15,-15-11-7-15,-34-32-14 16,-9-8 111-16</inkml:trace>
  <inkml:trace contextRef="#ctx0" brushRef="#br0" timeOffset="-43333.47">23844 23074 298 0,'-15'14'208'15,"-4"-9"-23"-15,19-5-80 16,0 0-48-16,0 0-18 0,0 0-16 16,34 10-18-16,-1-10-5 15,12 2 1-15,11-4 0 16,8 1-1-1,14-3 3-15,7-3 0 0,2-3-2 16,0-2-1-16,-2 1-1 16,-3-2 3-16,-11-3-1 15,-11 2 1-15,-7-1-2 16,-14-3 2-16,-11 1-2 16,-14-2 0-16,-10-2-7 15,-11-1-3-15,-12-3 1 16,-11 1 3-16,-8-9-3 15,-6 6 1-15,-4-3 0 16,-1 4 2-16,4 2 6 16,7 3 4-16,5 4 0 15,10 3-2-15,23 14 3 16,-19-9-1-16,19 9 1 0,19 21-2 16,4 2-1-16,3 6-3 15,0 6 1-15,7 8-3 16,-5 7 0-16,-2 4-3 15,-7 5 4-15,-12 10-2 16,-11-2-2-16,-11 6 4 16,-15 0-5-16,-8 3 4 15,-7-5-3-15,-4-5-75 16,-3-16-58-16,9-22-37 16,19-9 3-16,24-19-8 15,0 0 74-15</inkml:trace>
  <inkml:trace contextRef="#ctx0" brushRef="#br0" timeOffset="-41621.25">28880 22409 487 0,'12'-31'221'0,"-8"0"-31"16,-10-11-77-16,6 11-101 16,-10-9-12-16,3 6 0 15,-5 1 0-15,1 2 0 16,-4 0 0-16,-3-1 0 15,-1 1 0-15,0 0 0 16,-7 0 0-16,0 0 0 16,-3 0 0-16,-6 0 0 15,-1-1 0-15,-3 5 0 0,-6 1 0 16,2-2 0 0,-9 6 0-16,1 1 0 0,-4 2 0 15,-4 1 0 1,-5 6 0-16,1 0 0 0,-5 4 0 15,-3 1 0-15,0 1 0 16,-4 5 0-16,1 2 0 16,-4 3 0-16,-2 1 0 15,-2 2 0-15,-3 2 0 16,-2 3 0-16,2 5 0 16,-1 0 0-16,0 4 0 15,-4 0 0-15,3 3 0 16,6 0 0-16,-4 4 0 0,5 0 0 15,2 3 0 1,-4 2 0-16,1 0 0 16,4 3 0-16,3 2 0 15,-1-2 0-15,6 6 0 0,-3-4 0 16,5 2 0-16,2-4 0 16,0 2 0-16,4 0 0 15,5-1 0-15,1 1 0 16,1-5 0-16,2 5 0 15,7-4 0-15,-2 5 0 16,9-1 0-16,-1 3 0 16,6 2 0-16,4 4 0 15,3 3 0-15,7-1 0 16,0 5 0-16,8 1 0 0,3 0 0 16,4 1 0-1,9 4 0-15,2-1 0 16,7 0 0-16,5 2 0 0,4-1 0 15,-1 2 0-15,8 1 0 16,5-6 0-16,-2 0 0 16,3-2 0-16,2 3 0 15,4-7 0-15,6 0 0 16,1-3 0-16,7-3 0 16,-1 2 0-16,2-7 0 15,9-1 0-15,-1-4 0 0,6 3 0 16,0 0 0-1,4-7 0-15,3 1 0 16,7-3 0-16,-2 4 0 16,6-11 0-16,1 3 0 0,0-5 0 15,2-6 0-15,-2 2 0 16,4-2 0-16,0-7 0 16,-6-4 0-16,3 4 0 15,-1-2 0-15,2-5 0 16,-2 0 0-16,1-7 0 15,-3-1 0-15,6 6 0 16,-7-9 0-16,1-1 0 16,-1-3 0-16,-6-1 0 15,-1-1 0-15,-10-4 0 16,-3 2 0-16,-6-9 0 16,-5 2 0-16,-8-6 0 15,1-1 0-15,-9-9 0 0,-2 2 0 16,-5-1 0-16,-2-6 0 15,-5-1-1-15,0-4-1 16,-3 3-1-16,-1-10 4 16,-1 4-4-16,-2-2 7 15,1-4-6-15,-1 1 2 16,3-4 4-16,-3 1-4 16,2-3 2-16,-2 6-2 15,0 1 0-15,-3-3 0 16,-6 1 0-16,-3-5 0 15,-7 1 0-15,-7-8 0 16,-3 2 0-16,-6-4 0 16,-3 3 0-16,-3-4 0 0,-4 8 0 15,0 6 0-15,0 5 0 16,-4 6 0-16,-5 6 0 16,2 6 0-16,-8 2 0 15,-4 8 0-15,-2 1 0 16,-5 4 0-16,1 5 0 15,-1 9 0-15,-3-3 0 16,13 19-4-16,-1-3-156 16,15 18-15-16,-2 3-5 15,16 14-3-15,2 5-6 16</inkml:trace>
  <inkml:trace contextRef="#ctx0" brushRef="#br0" timeOffset="-40668.57">29914 25148 551 0,'0'0'170'0,"-3"-16"-32"15,-4-5-67-15,4-3-52 16,-1 2 11-16,-1-8-25 15,1-4 3-15,-2-11-6 16,-1 0-6-16,1-9-9 16,-1 0 5-16,4-3 1 0,-1 5-3 15,4-7-4-15,0 13 10 16,0 4-7-16,4 9 21 16,-1 7 4-16,1 7 6 15,-4 19-4-15,0 0 3 16,0 0 2-16,12 31-21 15,-5 7 0-15,-4 0 0 16,4 9 0-16,-1 9 0 16,4-3 0-16,2 3 0 15,2 4 0-15,2-15 0 16,-2 2 0-16,-14-47 0 16,27 92 0-16,-27-92 0 0,25 76 0 15,-25-76 0-15,0 0 0 16,8 76 0-16,-8-76 0 15,0 0 0-15,0 0 0 16,0 0 0-16,0 0 0 16,0 0 0-16,0 0 0 15,-74 54 0-15,74-54 0 16,0 0 0-16,0 0 0 16,0 0 0-16,-87 74 0 15,87-74 0-15,0 0 0 16,0 0 0-16,0 0 0 15,0 0 0-15,0 0 0 16,0 0 0-16,0 0 0 0,0 0 0 16,0 0 0-16,0 0 0 15,106-48 0-15,-106 48 0 16,100-49 0-16,-44 25 0 16,-4 3 0-16,-52 21-21 15,87-17-108-15,-61 13-38 16,-26 4-24-16,0 0 1 15,-30-10 0-15,-27 5 56 16</inkml:trace>
  <inkml:trace contextRef="#ctx0" brushRef="#br0" timeOffset="-40029.12">23893 25381 766 0,'0'0'215'16,"-71"28"-173"-16,71-28-42 15,0 0 0-15,-78 33 0 16,78-33 0-16,-32 74 0 16,32-74 0-16,-10 113 0 15,13-39 0-15,8-4 0 16,4 4 0-16,-15-74 0 16,56 116 0-16,-56-116 0 0,71 69 0 15,-71-69 0 1,75-1 0-16,-75 1 0 15,0 0 0-15,94-73 0 16,-94 73 0-16,29-80 0 0,-29 80 0 16,-3-119 0-16,3 119 0 15,-33-113 0-15,33 113 0 16,-52-100 0-16,52 100 0 16,-72-62 0-16,72 62 0 15,-78-13 0-15,78 13 0 16,-71 44-4-16,71-44-183 15,0 0 5-15,-90 86-33 0,90-86 12 16,0 0-12 0</inkml:trace>
  <inkml:trace contextRef="#ctx0" brushRef="#br0" timeOffset="-39796.96">24254 25222 606 0,'68'11'187'0,"-68"-11"-12"16,0 0-120-16,71 67-55 15,-71-67 0-15,38 90 0 16,-38-90 0-16,36 133 0 16,-20-51 0-16,-2 1-3 15,-2 14-93-15,2 0-54 16,-2 1-33-16,-8-23-7 15,-4-75-24-15,10 102 28 0</inkml:trace>
  <inkml:trace contextRef="#ctx0" brushRef="#br0" timeOffset="-39345.63">24665 25645 411 0,'0'0'213'0,"0"0"-32"16,72 17-60-16,-72-17-64 16,0 0-37-16,64 81-11 15,-64-81-16-15,48 106 24 16,-48-106-18-16,45 119 3 0,-45-119-2 16,27 120 0-16,-27-120 0 15,13 83 0-15,-13-83 0 16,0 0 0-16,0 0 0 15,0 0 0-15,0 0 0 16,-52-99 0-16,33 26 0 16,-3-3 0-16,1-9 0 15,2-3 0-15,3-7 0 16,6 5 0-16,10 7 0 16,7 10 0-16,-7 73 0 15,22-92 0-15,-22 92 0 16,0 0 0-16,0 0 0 15,78-27 0-15,-78 27 0 0,0 0 0 16,52 95 0-16,-52-95 0 16,19 92 0-1,-19-92-90-15,-10 112-42 0,10-112-45 16,-64 81 11-16,64-81-11 16,-127 21-9-16</inkml:trace>
  <inkml:trace contextRef="#ctx0" brushRef="#br0" timeOffset="-38420.99">21556 23635 562 0,'49'-17'172'15,"0"-8"-43"-15,4-13-132 0,6 0 1 16,1 2 2 0,-7 5-1-16,-4 5-1 15,-13 8 1-15,-10 8 7 16,-6 5 6-16,-20 5 3 0,0 0-1 16,0 0-1-16,-7 19 2 15,-9-9 1-15,2 7-2 16,-2 6-12-16,4 5-8 15,5 10-1-15,0 7 0 16,11 8 0-16,-1-1-1 16,13 9-2-16,-2-2 5 15,5 0 1-15,4-7 4 0,-4-7-3 16,-2-2 6 0,-5-9-1-16,-1 1 6 15,-11-14-1-15,-4 0 1 16,-10-6-3-16,-1 1 0 0,-11-2 1 15,-1-2-9-15,-2-4 2 16,-6 3-6-16,6-1 4 16,3-6-7-16,7-3 3 15,0 6-7-15,19-7 7 16,0 0 3-16,0-19 1 16,19 7 2-16,7-9-5 15,8 2 7-15,6-12-2 16,9-10 4-16,3-3-9 15,2-6-36-15,1 7-52 16,-6-16-31-16,0 4-18 16,-16-6 4-16,1 9 10 15,-13-5 22-15,-2 12 35 0,-10 2 93 16,-11-6 69-16,-1 11 35 16,-4 2 18-16,-4 3-3 15,-1 0-13-15,-2 11-16 16,-5-3-33-16,7 10-47 15,12 15-23-15,-26-11-1 16,26 11-1-16,-7 26-5 16,14 5 8-16,5 11-8 15,2 12 4-15,9 13-11 16,6 13 4-16,-1 8-4 16,5 6 2-16,-4 1 3 15,6-2-74-15,-14-4-58 16,1-20-34-16,1-12-19 0,-11-24-7 15,2-12 36-15</inkml:trace>
  <inkml:trace contextRef="#ctx0" brushRef="#br0" timeOffset="-37969.66">22652 23463 453 0,'0'-24'190'0,"0"24"-18"15,0 0-95-15,8 28-72 16,-1 13 3-16,0 6-4 16,5 19 4-16,6 3-6 15,1 7 2-15,7 2-3 0,0-5 2 16,0-7-4-16,0-13 2 16,-3-8-4-1,-4-15 2-15,-4-16-5 0,-15-14-2 16,0 0 3-16,11-31-1 15,-18-4 3-15,-9-20 0 16,-3-8 3-16,-7-11-1 16,-3-8 4-16,-1-4-2 15,4-4 1-15,3 7 4 16,8 0-8-16,8 7 8 16,10 6-6-16,13 17 4 15,10 9-3-15,10 13 7 16,6 10-6-16,3 13 3 0,4 16 2 15,-4 20-10 1,-5 10 11-16,-9 4-6 16,-13 10 5-16,-10 8-24 15,-13 13-97-15,-18 0-64 0,-20-16-15 16,-12-2 2-16,-17-25-10 16,-4-13 148-16</inkml:trace>
  <inkml:trace contextRef="#ctx0" brushRef="#br0" timeOffset="-34307.06">30449 22136 146 0,'0'0'186'0,"16"5"-10"16,-16-5-47-16,0 0-22 16,-12-29-5-16,12 29-6 15,-18-28-19-15,13 11-73 16,-12-8-4-16,-2 1 0 0,-4-4 0 15,0 2 0-15,-3-5 0 16,-3 0 0-16,-9-2 0 16,5 4 0-1,-5-2 0-15,-2-1 0 0,-6 5 0 16,1-1 0-16,4 2 0 16,-4 4 0-16,-2-1 0 15,2 4 0-15,-1 4 0 16,-2-1 0-16,3 2 0 15,0 4 0-15,-4 1 0 16,7 0 0-16,-5 2 0 16,2 1 0-16,0 2 0 0,0-1 0 15,0 5 0-15,0-4 0 16,-4 3 0-16,-3 2 0 16,0 3 0-1,-4 3 0-15,1 0 0 0,-2 3 0 16,1 2 0-16,-3 4 0 15,5 5 0-15,-8-4 0 16,6 7 0-16,-1-1 0 16,-2 3 0-16,-2 1 0 15,6 4 0-15,-8-3 0 16,6 3 0-16,1 2 0 16,1 0 0-16,3-2 0 15,1 4 0-15,-1-2 0 0,5 1 0 16,6-1 0-16,-1 2 0 15,6-1 0-15,1 5 0 16,2 0 0-16,7 3 0 16,3 1 0-16,4 2 0 15,0 0 0-15,5 9 0 16,6 0 0-16,1 3 0 16,0 0 0-16,3 2 0 15,4 3 0-15,0 0 0 16,0 2 0-16,4-5 0 15,3-3 0-15,0-6 0 16,1-2 0-16,3 1 0 16,1-3 0-16,5-2 0 0,2 1-6 15,7-2 4-15,0-3-6 16,4 5 6 0,1-2-5-16,9-3 7 15,-2-4-8-15,4 1 6 0,5-5 0 16,1 1 1-16,3 0 3 15,4 0-3-15,4-7 2 16,2 5-1-16,2-3-1 16,4-2-1-16,1 0 4 15,3-2-5-15,0 2 1 16,4-2 0-16,0-1 1 16,-4-6-2-16,0-6 2 15,2-1-1-15,-2 2-1 16,-3-7 1-16,-1-3 2 15,-4-4-1-15,1 0 2 16,-5 1-3-16,2 4 1 16,-2-5 1-16,-2-4-1 0,-1-1 1 15,-1-4-3-15,1-1 3 16,-2-3-1-16,-2-3 3 16,0-6-1-16,0 0 1 15,0 0 1-15,0-1 2 16,-3-2-1-16,-4-6 2 15,0-2 0-15,-4-1 2 16,-1-4-2-16,-5 0 3 16,-2-3-3-16,-3-6 0 15,-4 1-6-15,0-6 0 16,-4-1 0-16,1-2 0 16,-4 0 0-16,0-7 0 15,-2-2 0-15,-1-9 0 0,-4-3 0 16,-5-1 0-16,-3-3 0 15,-8-6 0-15,-3-2 0 16,-8-2 0-16,-5 8 0 16,-6 4 0-16,-7 13 0 15,-5 9 0-15,-7 10 0 16,-7 12 0-16,-7 10 0 16,-2 17-32-16,-13 4-116 15,2 12-43-15,3 13-22 16,-2 6-1-16,14 19-2 15</inkml:trace>
  <inkml:trace contextRef="#ctx0" brushRef="#br0" timeOffset="-33709.63">30222 23713 218 0,'0'0'207'0,"14"19"-47"15,-14-19-40-15,0 0-32 16,22 1-11-16,-3 8-15 15,0-5-11-15,7 4-29 16,11 6-21-16,1 0 2 0,7 8-2 16,11 3 1-16,3 2-2 15,2 5 2-15,6 0-3 16,1 7 2-16,1-5-4 16,3 6 3-16,-5-5 1 15,-3 6-3-15,-5-3 4 16,0 0-4-16,-10-7 3 15,-4-3-3-15,-7-5 1 16,-8-6-2-16,-8-3 0 16,-8-6 0-16,-14-8 1 15,16 6-34-15,-16-6-61 16,0 0-50-16,7 17-30 16,-7-17-25-16,0 21 0 0,9-2 67 15</inkml:trace>
  <inkml:trace contextRef="#ctx0" brushRef="#br0" timeOffset="-32948.08">31675 24788 582 0,'0'0'206'15,"0"-35"-18"-15,0 14-141 16,-7-6-47-16,-2-6 0 16,2-4 0-16,0-2 0 15,4 4 0-15,-3-5-4 16,3 2 4-16,0 2-1 16,-1-1 2-16,1 10-1 0,3 4 0 15,0 8 2-15,0 15-3 16,0-16 1-16,0 16 2 15,0 0-7-15,0 0 2 16,3 17-3-16,1-1 3 16,-1 6 0-16,2 4-1 15,2 5 2-15,0 11-5 16,0 0 20-16,5 3-2 16,-1 6-1-16,-3-4-10 15,6-3 0-15,-5 6 0 16,1-10 0-16,1-1 0 15,1 10 0-15,-2-8 0 16,-5-10 0-16,2 4 0 0,-7-4 0 16,0-10 0-16,0 3 0 15,0-24 0-15,-19 16 0 16,4-9 0-16,15-7 0 16,0 0 0-16,0 0 0 15,-82 33 0-15,56-28 0 16,-3 2 0-16,29-7 0 15,0 0 0-15,-79 21 0 16,60-21 0-16,19 0 0 16,0 0 0-16,0 0 0 15,0 0 0-15,0 0 0 16,0 0 0-16,0 0 0 0,0 22 0 16,19-32 0-16,11 4 0 15,6-11 0-15,3 7 0 16,9-6 0-16,4 2 0 15,7 1 0-15,-1 6 0 16,-3 3 0-16,1-5 0 16,-8 6 0-16,-3 1 0 15,-12 1 0-15,-1 7 0 16,-32-6-114-16,22-15-71 16,-15-6-3-16,-14-10-4 15,-2-14-8-15,-13-9 57 16</inkml:trace>
  <inkml:trace contextRef="#ctx0" brushRef="#br0" timeOffset="-31388.99">32083 22004 295 0,'-6'-27'191'0,"-1"-3"-9"15,0 1-60-15,-12-13-23 16,5 13-12-16,-13-8-40 16,6 8-47-16,-14 0 0 15,2 4 0-15,-8-4 0 16,-1 8 0-16,-7-1 0 0,1 1 0 16,-8 0 0-16,1 4 0 15,-1-1 0-15,-5 3 0 16,-1 1 0-16,-2-2 0 15,-4 3 0-15,5 0 0 16,-1 3 0-16,-4 3 0 16,6 2 0-16,-2 0 0 15,5 5 0-15,1 3 0 16,3 4 0-16,-1 2 0 0,4 1 0 16,0 1 0-1,4 1 0-15,-1 3 0 16,0-3 0-16,4 2 0 15,-3 4 0-15,-1-1 0 0,0 2 0 16,4-2 0-16,-3 4 0 16,-1-2 0-16,4 2 0 15,-4 1 0-15,1-1 0 16,4-2 0-16,3 4 0 16,-1-3 0-16,2 1 0 15,2 0 0-15,5 0 0 16,2-2 0-16,1 0 0 15,1 2 0-15,-1-2 0 16,8-2 0-16,-4 5 0 16,3-1 0-16,0 3 0 15,4-1 0-15,0 5 0 16,2-2 0-16,1 5 0 0,-3 0 0 16,5 2 0-16,2 3 0 15,-2 2 0-15,-1 0 0 16,2 4 0-16,3-1 0 15,0 3 0-15,1 2 0 16,5 5 0-16,-2-1 0 16,2 3 0-16,4 1 0 15,0 1 0-15,4-1 0 16,-1-5 0-16,0-1 0 16,4-5 0-16,-1-1 0 15,1-4 0-15,3-2 0 16,-1 2 0-16,1-1 0 0,2-1 0 15,-1-3 0-15,4 2 0 16,-1-1-6-16,2 1 5 16,3 1-5-16,3-3 4 15,4-2-8-15,1 0 8 16,2 1-1-16,4 2 0 16,2-1 1-16,-2-3-2 15,8-1 2-15,-1-1 0 16,2 1 1-16,7-5 1 15,3-1 0-15,3-4-1 16,6-2 2-16,3 4-1 16,6-11-1-16,-3 1 1 15,4-4 2-15,8 1-3 0,-1-1 0 16,-4-2-1-16,10-5 1 16,-3-1 2-16,6 1-1 15,2-4-1 1,1-1 1-16,-3-7 2 0,-2 3-1 15,1-6 0-15,0-1 0 16,-5-5 2-16,-3-8 0 16,-7 3 4-16,-3-4-1 15,-4-1 1-15,-5-3-2 16,-7-3 0-16,-3-4-5 16,-4-4-2-16,-7-2 6 15,-5-10-10-15,-7-4 5 16,-3-8-4-16,-4-4 8 0,-5-13-1 15,-2-6 6 1,-8-7-4-16,-1 1-4 16,-3-3 0-16,-3-2 0 15,-8 0 0-15,-5 6 0 0,-6 9 0 16,-8 16 0-16,-8 7 0 16,-7 14 0-16,-4 9 0 15,-3 18 0-15,-10 15 0 16,-2 6-7-16,8 22-100 15,-5 0-42-15,9 21-37 16,4 10-24-16,8 7-4 16,9 14 65-16</inkml:trace>
  <inkml:trace contextRef="#ctx0" brushRef="#br0" timeOffset="-30850.6">32044 23739 384 0,'0'0'210'16,"0"0"-47"-16,0 0-44 16,0 0-43-16,13 19-22 15,9-7-37-15,8 7-17 16,3 3 0-16,12 4 0 16,3 7 0-16,11 2 0 15,2 6 0-15,2 1 0 16,1-1 0-16,-2-1 0 0,-4 0 0 15,-3 0 0-15,-6-7 0 16,-4-4 0-16,-9 1-41 16,6 1-82-16,-16-2-52 15,0-5-26-15,-3 8-19 16,-8-3 9-16,4 6 160 16</inkml:trace>
  <inkml:trace contextRef="#ctx0" brushRef="#br0" timeOffset="-30194.13">33318 24718 589 0,'0'0'199'15,"0"-22"-55"-15,-6-6-62 0,-10-1-73 16,2-4-9-16,2 2 0 15,-4-6-2-15,2-1 4 16,2-8-4-16,2 8 1 16,-1 8-2-16,3 1 1 15,1 4 0-15,0-1 3 16,2 9-1-16,5 17 4 16,-7-17 1-16,7 17-5 15,0 0 0-15,0 0 0 0,3 22 0 16,2 8-3-16,2 1 0 15,0 14-5 1,4 7 2-16,-3 2 2 16,-1 4 14-16,5-4 1 0,-5 0-8 15,0-11-3-15,0 2 0 16,-2-10 0-16,-5-6 0 16,0 4 0-16,-3-9 0 15,-6 4 0-15,2 8 0 16,-8-15 0-16,-3 0 0 15,-1-11 0-15,0 9 0 16,-3-19 0-16,-1 5 0 16,0-6 0-16,4-5 0 0,-1 3 0 15,4 6 0-15,0 1 0 16,16-4 0 0,-14-12 0-16,14 12 0 15,0 0 0-15,0 0 0 0,18-9 0 16,-18 9 0-16,35-19 0 15,-9 12 0-15,7 0 0 16,1-8 0-16,6 4 0 16,2 1 0-16,6 3 0 15,-6-3 0-15,1-1 0 16,-8 3 0-16,5-6-100 16,-16-12-73-16,-3-2-15 15,-9-17-13-15,-12-9 7 16,-3-18 28-16</inkml:trace>
  <inkml:trace contextRef="#ctx0" brushRef="#br0" timeOffset="-28817.15">33329 21845 365 0,'-4'-17'193'16,"-3"-6"-20"-16,-6-10-58 16,7 6-31-16,-11-17-14 15,5 11-47-15,-7-10-23 16,-4 5 0-16,-3-3 0 16,-3 2 0-16,-4 3 0 15,1 3 0-15,-7 0 0 16,4 4 0-16,-9 1 0 15,3 4 0-15,-4 0 0 16,-1 5 0-16,-2 1 0 0,-1 3 0 16,-3 4 0-16,0 3 0 15,-3 3 0-15,2-2 0 16,1 3 0-16,-1 4 0 16,1 0 0-1,-1 2 0-15,5 0 0 0,-1 3 0 16,4 0 0-16,-3 4 0 15,4 1 0-15,-1 0 0 16,3 6 0-16,-3 1 0 16,5 6 0-16,-1-1 0 15,-1 4 0-15,2 0 0 16,2 7 0-16,-7 2 0 16,5 1 0-16,-5 2 0 0,3 2 0 15,0 3 0-15,-1 1 0 16,-2-1 0-1,0 0 0-15,3 2 0 16,-3 2 0-16,1 0 0 0,3-2 0 16,-4-2 0-16,3 4 0 15,2-2 0-15,2 3 0 16,-2-1 0-16,9-2 0 16,-2 0 0-16,7 0 0 15,7 2 0-15,0-2 0 16,8 0 0-16,2-2 0 15,3 4 0-15,9 1 0 16,0 1 0-16,6 2 0 0,5 1 0 16,5 2 0-16,7 0 0 15,0-4-3-15,5-2 2 16,6-3-3 0,1 0 2-16,5 0-1 0,-1-8 4 15,7 3-4-15,-4-6 4 16,3 3 1-16,5-6-1 15,-1-2-1-15,3-3-6 16,-1-7 7-16,5 7-8 16,0-7 10-16,2-3-10 15,3-2 6-15,2-1-6 16,2 1 8-16,3-2 0 16,0-1-2-16,0-4 2 0,0-2-3 15,0 4 1-15,2-6 2 16,-1-3 0-1,-5 0-1-15,1-2 2 16,-6-5-2-16,-1 2 3 0,-5-9 1 16,-1-1 1-16,-6 1 0 15,0 3 2-15,-8-1 1 16,-3-1-8-16,-5-1 0 16,0 0 0-16,-5 0 0 15,2 0 0-15,-4-3 0 16,-4-9 0-16,1-4 0 15,-1 1 0-15,3 0 0 16,-3-4 0-16,1 0 0 16,-4-2 0-16,3-3 0 15,1 2 0-15,-4-2 0 16,0-9 0-16,2-8 0 16,-5-8 0-16,-6-8 0 0,-1-8 0 15,-6-10 0-15,-3-4 0 16,-3-6 0-16,-6 1 0 15,-5 2 0-15,-5 10 0 16,-3 8 0-16,-5 9 0 16,-2 13 0-16,-6 15 0 15,-5 8 0-15,-1 10 0 16,4 20 0-16,-15-4-115 16,10 23-61-16,4 11-29 15,2 13-10-15,10 12 4 16,3 14 111-16</inkml:trace>
  <inkml:trace contextRef="#ctx0" brushRef="#br0" timeOffset="-27899.5">34211 24635 445 0,'22'-12'199'0,"-17"-7"-2"16,-1-17-81-16,6-9-70 16,-6-4-43-16,5 1 1 15,-6-1 3-15,7-1-7 16,-3 3 3-16,2 1-3 15,1 8 3-15,-1 5-3 0,2 5 0 16,1 6 0-16,-5 3 0 16,-7 19 0-1,10-16 0-15,-10 16 0 16,0 0-2-16,0 0 3 0,12 22 0 16,-12-2-1-16,4-5 0 15,-1 11 0-15,1-2 0 16,3 7 0-16,-2-1 0 15,2 1 0-15,3 0 0 16,-1-5-3-16,-2 7 3 16,3-2 3-16,-5 2-3 15,2-5 0-15,0-1 0 16,0 1 0-16,-5-7 0 0,1 0 0 16,-3-21 0-1,-3 22 0-15,3-22 0 0,-9 16 0 16,9-16 0-1,-17 15 0-15,17-15 0 0,-24 14 0 16,6-2 0-16,3-5 0 16,-8 0 0-16,0 4 0 15,1 1 0-15,-8-7 0 16,1 2 0-16,-1 8 0 16,-4-1 0-16,4 5 0 15,1-10 0-15,6-7 0 16,23-2 0-16,-22 14 0 15,22-14 0-15,0 0 0 0,29-2 0 16,-6-10 0-16,11 8 0 16,3 2 0-1,11-11 0-15,4 2 0 16,6-3 0-16,8 2 0 0,-2 0 0 16,4 3-17-16,1-4 15 15,-8-1-1-15,-2-2-9 16,-11-6-52-16,-2 3-61 15,-12-12-58-15,-11-4 4 16,-9-10-7-16,-14-9 7 16</inkml:trace>
  <inkml:trace contextRef="#ctx0" brushRef="#br0" timeOffset="-26624.59">35143 22160 268 0,'17'-45'133'16,"-10"2"-6"-16,5 6-4 15,-5-2-15-15,5 6-9 16,-12-5-15-16,7 6-24 16,-7-6-39-16,0 2-21 15,-7-6 0-15,2 3 0 16,-9-6 0-16,4 3 0 0,-9-8 0 16,3 3 0-16,-6-1 0 15,-4 1 0 1,-4 0 0-16,-3 2 0 0,-5 2 0 15,-4 1 0-15,-6 6 0 16,-1 1 0-16,-3-1 0 16,-4 8 0-16,-3 1 0 15,-1-1 0-15,-3 6 0 16,2 1 0-16,-3 2 0 16,2 5 0-16,-6 2 0 15,5 3 0-15,-1 4 0 16,0 1 0-16,-2 4 0 0,2 2 0 15,0 2 0-15,1-1 0 16,2 6 0-16,2-2 0 16,0 3 0-16,2 4 0 15,1 1 0-15,4 5 0 16,-3 0 0-16,-2 3 0 16,-2-1 0-16,3 4 0 15,-1 0 0-15,1 0 0 16,4 4 0-16,-3-3 0 15,6 4 0-15,0 4 0 16,4 1 0-16,4 1 0 16,1 1 0-16,1 5 0 15,6 4 0-15,2 1 0 0,2 6 0 16,-1 3 0-16,4 4 0 16,0 4 0-16,7 6 0 15,0 0 0 1,2 4 0-16,4-1 0 0,3 1 0 15,5-1 0-15,5 1 0 16,3-1-3-16,6 2 4 16,5 0-3-16,1-3 4 15,5 0 0-15,2-4-2 16,4-1 0-16,0-4 0 16,4 0 0-16,-4-6 0 15,7-2 0-15,-2-8 0 16,5 1 0-16,3-6 0 0,6-3 0 15,3-7 0 1,8-4 0-16,3-6 0 16,5-3-11-16,7 1 9 15,4-9-9-15,7-5 5 0,1 0 6 16,2-3 0-16,2-4 2 16,-2-6-3-16,5 1-1 15,-1-5 2-15,-3 1 1 16,3 1 1-16,-6-8 3 15,-1 2-7-15,-4-1 9 16,-3 1-8-16,-8-4 11 16,-3-1-8-16,-8-3 5 15,-7-2-7-15,-4 1 0 16,-9-5 0-16,-1 2 0 0,-6-6 0 16,-3-3 0-1,-3-1 0-15,3-2 0 16,-3-6 0-16,-1-6 0 0,-3-9 0 15,0-8 0-15,2-6 0 16,2-7 0-16,-4-4 0 16,3-8 0-16,-6-2 0 15,1 4 0-15,-4-1 0 16,-3 4 0-16,-7 2 0 16,-3 9 0-16,-13 5 0 15,-3 12 0-15,-10 11 0 16,-4 6 0-16,-3 15 0 15,-5 11 0-15,9 18 0 16,-13 1-64-16,13 28-98 16,-1 14-29-16,4 14-18 15,7 23 1-15,3 9 20 0</inkml:trace>
  <inkml:trace contextRef="#ctx0" brushRef="#br0" timeOffset="-25722.95">35414 24331 510 0,'19'-6'213'0,"-16"-13"-55"16,6-3-73-16,-9-14-41 15,7 4-31-15,-7-7-13 16,0-5 0-16,7-4 0 15,-2-6 0-15,-2 4 0 16,1 2 0-16,3 4 0 16,-4 4 0-16,1 6 0 0,1 11 0 15,-5 6 0-15,0 17 0 16,0 0 0-16,0 0 0 16,0 0 0-16,0 29 0 15,0-1 0-15,3 5 0 16,1 9 0-16,-4 4 0 15,7 8 0-15,-4-4 0 16,3-1 0-16,1-1 0 16,3 1 0-16,-5-4 0 15,2-6 0-15,0-2 0 16,0-6 0-16,-4 2 0 16,3 3 0-16,-3-3 0 15,1-9 0-15,-4-1 0 0,0 4 0 16,0-27 0-16,-4 30 0 15,4-30 0-15,0 0 0 16,-16 17 0 0,16-17 0-16,-19 2 0 0,2-7 0 15,1 15 0-15,-3-12 0 16,0 2 0-16,-5 6 0 16,1-8 0-16,-4 5 0 15,1 8 0-15,5-3 0 16,2-6 0-16,0 5 0 15,19-7 0-15,-23 12 0 16,23-12 0-16,0 0 0 16,0 0 0-16,23-10 0 0,-1 5 0 15,11-4 0 1,5-17 0-16,14 2 0 16,4 1 0-16,15 2 0 15,4 2 0-15,3-8 0 0,5 2 0 16,-1 6 0-16,-4 11 0 15,-4 6 0-15,-9-1 0 16,-6-1 0-16,-14 9 0 16,-7 11-38-16,-15-4-102 15,-6 4-49-15,-12 6-23 16,-14-5 6-16,-4 4-6 16</inkml:trace>
  <inkml:trace contextRef="#ctx0" brushRef="#br0" timeOffset="-21735.12">10532 17545 109 0,'0'0'33'0,"0"0"-2"15,-19-1 1-15,19 1-3 0,0 0-2 16,0 0-1-16,0 0 0 15,0 0 4-15,0 0 2 16,0 0 0-16,0 0-5 16,0 0-2-16,0 0-6 15,0 0-3-15,0 0-4 16,0 0-8-16,0 0-2 16,0 0-3-16,0 0-1 15,0 0-3-15,0 0-1 16,0 0-4-16,19 19-16 15,-19-19-17-15,23 15-11 16,-4-4-7-16,7 4-9 16,10-5-9-16,13 6-3 0,6-9 10 15</inkml:trace>
  <inkml:trace contextRef="#ctx0" brushRef="#br0" timeOffset="-3437.5">14978 24235 72 0,'19'-15'37'15,"10"3"7"-15,6-4-1 16,1 4 1-16,3 5-3 15,6-3-12-15,3-6-5 16,4 8-6-16,0-10-6 16,1 4-8-16,-1 2 2 15,-4 5-7-15,-6-8 1 0,-6 1 3 16,-6 5 18-16,-11 2 19 16,-19 7-1-16,0 0 0 15,0 0-5-15,0 0 3 16,-42-5-1-16,6 10 11 15,-6 6-6-15,-13-6-11 16,-1 9 2-16,-8-6 2 16,5 6 3-16,-5 0 1 15,12 5-6-15,-1-10-12 16,12 1-25-16,11 4-68 16,4-12-29-16,26-2-34 15,0 0-32-15,42-12-24 0,20-13-3 16,13-18 134-16</inkml:trace>
  <inkml:trace contextRef="#ctx0" brushRef="#br0" timeOffset="-2113.56">29321 25496 172 0,'-71'52'119'15,"71"-52"-54"-15,0 0-21 16,0 0-35-16,0 0 13 16,0 0 24-16,0 0 23 15,0 0 19-15,0 0-2 16,0 0 0-16,93 13-2 15,-93-13 0-15,82 9-35 16,-82-9-49-16,113 14 0 16,-113-14 0-16,142 10 0 15,-57-13 0-15,9 3 0 16,14-4 0-16,8-8 0 16,7-5 0-16,13 1 0 15,6-4 0-15,14 6 0 0,9-7 0 16,2-5 0-16,6-2 0 15,9 6 0-15,6-4 0 16,6-5 0-16,4 10 0 16,7-5 0-16,0 2 0 15,8 5 0-15,4 0 0 16,4 1 0-16,3 3 0 16,0 3 0-16,0 0 0 15,-7 6 0-15,0 1 0 16,-13-9 0-16,-2 9 0 15,-8-5 0-15,-10-1 0 16,-9 1 0-16,-13-6 0 0,-13-10 0 16,-12 13 0-16,-17-3 0 15,-19-1 0-15,-14 6 0 16,-16 3 0-16,-16-5 0 16,-10 8 0-16,-12 7 0 15,-10-11 0-15,-7 8 0 16,-16 1 0-16,0 0 0 15,17-6 0-15,-17 6-9 16,-14 13-68-16,-9 0-33 16,-3-2-27-16,-12 6-34 15,38-17-11-15,-120 42-8 16,25-32 44-16</inkml:trace>
  <inkml:trace contextRef="#ctx0" brushRef="#br0" timeOffset="-1508.12">29748 25402 312 0,'0'0'152'0,"0"0"-22"15,0 0-66-15,118 19-14 16,-118-19 8-16,154-53 18 16,-53 32 7-16,19 2-9 15,13 1-50-15,25 1-24 16,21-4 0-16,16 2 0 16,16 5 0-16,19 4 0 15,11-9 0-15,14-7 0 16,14-3 0-16,11-3 0 15,1 5 0-15,5-6 0 16,6 3 0-16,-4-4 0 0,0 6 0 16,-5 2 0-16,-9 14 0 15,-6-5 0-15,-17 6 0 16,-8 4 0-16,-19 13 0 16,-12-5 0-16,-21 5 0 15,-26 4 0-15,-19-3 0 16,-23 5 0-16,-22 9 0 15,-30-4-56-15,-19-1-89 16,-19 6-29-16,-33-22-26 16,0 0-11-16,-26 0 3 15</inkml:trace>
  <inkml:trace contextRef="#ctx0" brushRef="#br0" timeOffset="-761.6">29428 25686 1 0,'91'10'70'0,"-91"-10"-4"16,116-6-26-16,-41-12 10 15,18-3 2-15,15-1 13 16,8-1 27-16,27 4 7 16,2-10-12-16,31-2 0 15,15-2 2-15,21 10 0 16,15-6-15-16,21 5-12 16,9-2-62-16,16-11 0 15,11 13 0-15,-1-2 0 16,2 2 0-16,-2 1 0 15,-5-1 0-15,-13-3 0 0,-5 8 0 16,-13 5 0-16,-14 0 0 16,-13 5 0-16,-22 4 0 15,-23-2 0-15,-19 9 0 16,-20-2 0-16,-25-4 0 16,-24 6 0-16,-87-2 0 15,107 4 0-15,-107-4-6 16,0 0-52-16,0 0-48 15,0 0-23-15,0 0-31 16,0 0-10-16,-118 58-13 16,32-47-4-16,-31-10 164 15</inkml:trace>
  <inkml:trace contextRef="#ctx0" brushRef="#br0" timeOffset="-192.19">29960 25470 5 0,'0'0'77'16,"-78"10"-36"-16,78-10-25 15,0 0 27-15,0 0 22 16,0 0 26-16,0 0 3 0,112-14 10 16,-42 12-6-16,13-1 11 15,18 1 9-15,19-3-21 16,25-5-33-16,19 3-63 15,23-11-1-15,21-4 0 16,18-4 0-16,20 2 0 16,18-4 0-16,11-7 0 15,7 1 0-15,10 3 0 16,0 1 0-16,3-1 0 16,-14 7 0-16,-1 0 0 15,-4-9 0-15,-18 21 0 16,-11 8 0-16,-17 1 0 15,-19-1 0-15,-17 11 0 0,-15 5 0 16,-20 0 0-16,-16 4 0 16,-27 5 0-16,-19-14 0 15,-19 0 0-15,-78-7 0 16,98 19 0-16,-98-19 0 16,0 0-137-16,29 26-65 15,-51-56-6-15,-4-20-4 16,-23-47-22-16</inkml:trace>
  <inkml:trace contextRef="#ctx0" brushRef="#br0" timeOffset="9270.54">14556 24185 170 0,'0'0'66'0,"0"0"-10"16,0 0-12-16,0 0-22 16,0 0-6-16,0 0-6 15,0 0 8-15,0 0 11 16,0 0 6-16,0 0 3 15,-7 18 6-15,7-18 14 16,0 0-3-16,0 0-2 16,-4-16-10-16,4 16-16 15,0 0-5-15,0 0-9 0,0 0 0 16,0 0-11-16,0 0 2 16,0 0-1-16,18-3-1 15,-18 3 0-15,22 12-1 16,-6-9 2-16,3 1-1 15,4-3-4-15,-3 6 0 16,0-2 1-16,6-3 1 16,-4 2 0-16,1-3-2 15,-4 3 1-15,3-1 1 16,1 4 2-16,0-3-3 16,-3-1 2-16,3 2-1 15,-4 1-1-15,0-5 3 0,4 3-3 16,-4 1-1-16,3-2 2 15,-1 1 2-15,2 3 0 16,-1-4-3 0,1 1 0-16,-1 4-1 15,1-2 2-15,0-5 2 0,-1 3-3 16,1 3-2-16,-4-6-2 16,3 6 5-16,-1-3-1 15,2-3 0-15,-1-2-2 16,1 4-1-16,-1 2 3 15,1-8 0-15,0 3 3 16,-1 0-4-16,1 3 3 16,-1-1 1-16,1 3 1 0,1-5 0 15,-1 4-3-15,-1-1 3 16,1 4-1 0,3 2 0-16,-4-6-1 15,4 6 2-15,1 1-3 0,0 4 1 16,-1-3 0-16,4 1-1 15,-4 2-1-15,0-1 3 16,3 3-1-16,-3-2-1 16,0 3 3-16,1 0-2 15,-1-1-2-15,0 3 3 16,1-7-2-16,-1 9-2 16,0-2 0-16,0 3 1 15,-3-9-3-15,0-1 2 16,-3 3 10-16,0 3-9 15,-5-6 10-15,-15-12 5 16,30 22-7-16,-30-22 7 16,22 31-7-16,-11-13 9 0,-11-18-17 15,22 20 14-15,-13 0-17 16,1-1 2-16,1-4 0 16,-11-15 1-16,15 26 1 15,-8-2-1-15,2-5-1 16,-2 9 2-16,-4-4 0 15,4 1 4-15,-5 2-4 16,2 1-1-16,-4-28 1 16,0 0-4-16,3 85 13 15,-3-85-6-15,0 0-4 16,-7 85 0-16,7-85 11 16,0 0-6-16,-9 90 3 15,9-90-2-15,0 0-2 0,-13 86-9 16,13-86 6-16,0 0-17 15,-16 76 6-15,16-76 5 16,0 0-6-16,0 0-2 16,-26 83 1-16,26-83 3 15,0 0 14-15,0 0 8 16,-30 73-14-16,30-73 1 16,0 0 8-16,0 0 3 15,-34 80-8-15,34-80 9 16,0 0-12-16,0 0 4 15,0 0 7-15,-49 72-17 16,49-72 5-16,0 0-3 16,0 0 12-16,0 0-5 0,0 0 3 15,0 0-7-15,-78 66 0 16,78-66 4-16,0 0 7 16,0 0 1-1,0 0-10-15,-85 56 3 0,85-56-2 16,0 0 3-16,0 0-5 15,-87 53 12-15,87-53-13 16,0 0-3-16,0 0 3 16,-82 35 2-16,82-35-2 15,0 0 6-15,0 0 1 16,-93 40-7-16,93-40 4 16,0 0 2-16,-75 22-5 15,75-22 9-15,0 0-12 0,-78 19 4 16,78-19-7-16,0 0 7 15,-75 38 0-15,75-38-1 16,0 0 4 0,-71 52-13-16,71-52 11 0,0 0-5 15,0 0 10-15,-83 14-5 16,83-14-4-16,0 0 1 16,0 0-2-16,0 0 5 15,-75 35 1-15,75-35-9 16,0 0 2-16,0 0 4 15,0 0 4-15,0 0-4 16,0 0 4-16,-78 19-5 0,78-19 2 16,0 0 9-16,0 0-8 15,0 0 3-15,0 0-3 16,-71-16 3 0,71 16 5-16,0 0-9 15,0 0 0-15,-71-5-1 0,71 5 2 16,0 0-4-16,0 0 4 15,-82 7-4-15,82-7-10 16,0 0 15-16,0 0-3 16,-81 24 0-16,81-24 4 15,0 0 6-15,0 0-12 16,-84 2 0-16,84-2 4 16,0 0-4-16,0 0 7 15,-78-42-3-15,78 42-6 16,0 0-4-16,0 0 17 15,-74-72 2-15,74 72-3 16,0 0-4-16,0 0 3 0,-63-75-10 16,63 75 4-16,0 0-5 15,0 0 0-15,-57-78-3 16,57 78 9-16,0 0-1 16,0 0-3-16,-63-78 0 15,63 78 11-15,0 0-11 16,0 0-3-16,-52-91-1 15,52 91 1-15,0 0 7 16,0 0-4-16,-41-94 9 16,41 94-12-16,0 0 1 15,-27-69 13-15,27 69 7 16,0 0-2-16,0 0-6 16,-34-92-2-16,34 92 4 0,0 0-3 15,0 0 19-15,-37-76-17 16,37 76-6-16,0 0-6 15,0 0 2-15,0 0 6 16,-48-74-5-16,48 74 4 16,0 0-3-16,-33-78-6 15,33 78 3-15,0 0 2 16,-42-70 2-16,30 41-14 16,12 29 15-16,-33-43-3 15,19 20-1-15,-2 2 2 16,4 4 0-16,2 0 3 15,-2 0-2-15,12 17 6 16,-18-32-12-16,18 32-2 0,-15-13 7 16,15 13 4-16,-16-23-9 15,16 23 0-15,-10-19 4 16,10 19-1-16,0 0 5 16,-19-14 1-16,15-3-9 15,4 17 2-15,0 0 7 16,-15-21-2-16,15 21-4 15,0 0 1-15,-11-16 3 16,11 16-9-16,0 0 7 16,0 0-4-16,0 0-4 15,0 0 5-15,0 0 0 16,0 0 1-16,0 0-8 16,0 0 8-16,-16 2-1 0,16-2 5 15,0 0-4-15,0 0 2 16,0 0 2-16,0 0-6 15,0 0 8 1,-6 24-4-16,6-6 2 0,-4 3-8 16,4-21 9-16,0 0-10 15,-10 93 10-15,10-93 3 16,-13 74-7-16,13-74 9 16,-15 82 2-16,15-82 6 15,-17 83-14-15,17-83 16 16,0 0-20-16,-32 93-7 15,32-93-4-15,0 0 9 16,0 0-8-16,-29 87 4 0,29-87-1 16,0 0-1-16,0 0-6 15,0 0 25 1,0 0-2-16,-19 73-13 16,19-73 3-16,0 0 1 0,0 0 8 15,0 0-8-15,0 0 12 16,0 0-10-16,0 0 16 15,0 0-2-15,8-70-5 16,-8 70 3-16,0 0-4 16,0 0 6-16,-3-90-8 15,3 90-6-15,0 0-5 16,-5-95-8-16,5 95 13 0,0-57-2 16,0 57-4-1,0-55-9-15,5 32 9 16,-5 2 5-16,7 2-1 15,-4-3 5-15,1 3-7 0,-4 19-6 16,3-31 14-16,-3 31 0 16,9-30-5-16,-9 30 2 15,3-28-3-15,-3 28 1 16,7-25 0-16,-7 25 1 16,9-18 0-16,-9 18 0 15,0 0 0-15,17-17 6 16,-17 17-6-16,0 0 2 15,19-10 2-15,-19 10 1 16,16-6-6-16,-16 6 2 16,26-1 1-16,-12 8-5 15,5-9 6-15,4 10-3 16,-1 1-5-16,8-4-1 0,-1 2 5 16,2-12-2-16,2 17 1 15,0-8 0-15,-1 6 1 16,1-1-1-16,-4-8 5 15,1 5 1-15,-4 6-5 16,0 3-1-16,-4-6 3 16,1-2 0-16,-4 0-3 15,-3-5 1-15,-16-2-3 16,26 15 1-16,-26-15 2 16,17-7 0-16,-17 7-3 15,0 0-1-15,9 21 3 16,-9-21 2-16,0 0 1 15,0 0-1-15,7 19-2 0,-7-19 5 16,0 0 1-16,0 0 7 16,0 0-72-16,19 2-101 15,-4-18-17-15,-15 16-8 16,33-36-1-16,-22-6 3 16</inkml:trace>
  <inkml:trace contextRef="#ctx0" brushRef="#br0" timeOffset="11571.17">14179 24961 77 0,'0'0'44'16,"0"0"-10"-16,-15 8-12 16,15-8-8-16,0 0-8 15,0 0-24-15,0 0-27 0,0 0-28 16,0 0 13-16,0 0 60 15</inkml:trace>
  <inkml:trace contextRef="#ctx0" brushRef="#br0" timeOffset="13386.46">14952 23233 158 0,'-7'26'60'0,"0"-10"-2"0,2-1-5 16,1 8-10-16,-3-2-10 16,0 1-18-16,-5-1 2 15,5-2-9-15,-5-2 10 16,5-1 7-16,7-16 25 15,-23 26-8-15,23-26 7 16,-22 15 0-16,22-15-2 16,-18 0-5-16,18 0-5 15,0 0-18-15,-15-20-18 16,15 20 9-16,-4-30-11 0,8 13 7 16,-1-2-9-1,-3 3 6-15,7-5-16 16,-2-3 13-16,2 5-12 15,-3-3 1-15,-4 22-20 0,12-35-22 16,-12 35-28-16,14-26-19 16,-14 26-14-16,19 4-25 15,-19-4-15-15,26 20 24 16,-26-20 130-16</inkml:trace>
  <inkml:trace contextRef="#ctx0" brushRef="#br0" timeOffset="15537.99">14299 22524 139 0,'-9'-30'53'0,"9"30"5"16,-7-28-7-16,7 28-3 15,-12-29-7-15,2 13 2 16,3 1-9-16,-2-4-6 15,2 1-4-15,-3-2-3 0,1 1 5 16,-5 0-6-16,2-2 9 16,-2 0-7-16,-1 4 12 15,-5-6-1 1,3 9 17-16,-5-5-2 0,2 7-3 16,-6-7-3-16,11 7-6 15,-11-3-7-15,7-1-6 16,-7-1-5-16,3-1-10 15,0-1-7-15,-3 0 2 16,0 2 0-16,0 0-1 16,-3 1 1-16,3 4-1 15,-4 2 2-15,4 1-3 0,-5 0 0 16,8 6-1-16,-3-4 0 16,0 3 0-1,-3 3 0-15,3-1 0 16,-4 0 0-16,4 2 0 15,-3 4-3-15,-2-4 1 0,1 5 1 16,1-2-2-16,-1 4 0 16,0-2 1-16,3 1 1 15,-3 2 2-15,1 3 0 16,-1 1 2-16,1 0-1 16,-3 2 0-16,3 0 0 15,-4 1 0-15,3 2-3 16,-1-1 2-16,2-2-2 0,3 1 0 15,0 1 0-15,-4 0 0 16,8-1-1 0,-5 3 2-16,1-1-1 15,0 2-6-15,4 2 6 0,-4-2-5 16,0-2 5-16,-2 4-6 16,2 0 8-16,0-2-10 15,-4-4 8-15,4 4 0 16,-3-1-1-16,3 1-1 15,-4 1 1-15,4 1 2 16,-5-2-3-16,2 2 2 16,-1 1-2-16,1 1 2 15,-3-2-2-15,3-1 3 0,-4 5-2 16,3-5-1-16,-1 5 2 16,2-1 3-1,-1 0-4-15,4 0 0 16,-4 2 1-16,4 2 0 0,4-2 1 15,-1 3-1-15,-3-3-4 16,7 4 3-16,0-1 0 16,0-1 1-16,-2 3-2 15,6-3 1-15,-5 1-1 16,1-1 3-16,2 7 0 16,1-8 4-16,-3 8-7 15,2-2 7-15,1 0-2 16,1 1-7-16,-3 3 5 15,3-1-8-15,3-1 10 16,-2 3-12-16,5 0 14 16,-5 0-14-16,7 2 7 15,-2 1 2-15,3-3 2 0,2 0-1 16,1-1-3-16,-1-1 0 16,4-1-1-16,0 1 4 15,4 0 0-15,-1-1 2 16,1 1-4-16,-1 1 2 15,0-3-1-15,6-1 1 16,-5 4-1-16,3-3 1 16,-1-1-2-16,3-2 2 15,-2 4-7-15,4 3 5 16,-3-2 0-16,3 6 3 16,-3-8-6-16,6 3 4 15,-5 1-2-15,5-5 0 16,-7 1 6-16,5-6-3 0,-2-2-4 15,2-2-1-15,-1 6 5 16,1-8 0-16,-2-3-5 16,3 7 4-16,-13-26-2 15,20 30 1-15,-7-13 1 16,-13-17 2-16,26 17 12 16,-11-8-15-16,3-2 17 15,1 3 0-15,0-3 1 16,3 9-16-16,4-6 15 15,4 9 0-15,-4-2-13 16,7-3 18-16,-2 0-20 16,2-5-3-16,5 8 2 15,-1-10 19-15,-3 0-21 0,3-4 2 16,1-3 0-16,2 6-3 16,-2 1 1-16,2 5 5 15,2-12-3 1,-1 10-5-16,-1 4 6 0,2-2 2 15,0-7-7-15,-1 6 4 16,3-3 1-16,-3-1 4 16,-2 9-10-16,-3-15 7 15,6 8-2-15,-2 12-3 16,-2-6 3-16,0 5-2 16,-2-10 1-16,6 0-2 15,-42-10 4-15,78 40 5 0,-41-29-3 16,4-8 3-16,-41-3-5 15,82 40 6 1,-82-40-3-16,94 43-6 16,-94-43 14-16,109 42-13 0,-109-42-54 15,130 43-56-15,-52-57-45 16,16 0-24-16,7-31-15 16,25-19-12-16,6-33 147 15</inkml:trace>
  <inkml:trace contextRef="#ctx0" brushRef="#br0" timeOffset="16582.73">13830 22060 75 0,'16'1'39'16,"3"3"-5"-16,0-2-3 16,-2 3-3-16,-1-2-3 0,0 4-8 15,-16-7-4-15,29 14-5 16,-29-14-4 0,33 19-3-16,-17-9 1 15,3 3-3-15,2-1 1 0,-2 1-3 16,3 1 1-16,4 0-1 15,-3-3 0-15,0 1 2 16,3-4-3-16,0 3 4 16,3-6-2-16,-1 2 0 15,1-4 2-15,8 4 1 16,-2-2-1-16,1 1 0 16,2 1-5-16,2-1 4 0,-2 5-4 15,-1-1 6-15,1 4-5 16,-5-2 1-16,2 4-1 15,-6-1 4-15,1 6 0 16,-4 0 0 0,0-2 0-16,-4 3 0 0,4-1-1 15,-3 2 1-15,-1-3-1 16,1 1 0-16,0 2-1 16,3 1 1-16,-4 0-2 15,4 2-16-15,0 2-9 16,-3 1-12-16,6 8-9 15,-6-1-6-15,3 9 20 16</inkml:trace>
  <inkml:trace contextRef="#ctx0" brushRef="#br0" timeOffset="46402.92">14709 25906 69 0,'0'0'37'0,"-79"-75"-12"15,79 75-5-15,0 0 0 16,-71-74-10-16,71 74 0 15,0 0-5-15,-55-83 2 16,55 83-7-16,0 0 13 0,-49-92 2 16,49 92-7-16,-33-69 5 15,33 69 7-15,0 0-12 16,-45-102 1 0,45 102 1-16,-31-69-7 15,17 25-10-15,2 1 10 0,1 5-7 16,-1-4 4-16,2 15 1 15,-1-11 1-15,6 15 0 16,-2-13 3-16,0 18 8 16,0 3 2-16,2-1 0 15,5 16-7-15,0 0-5 16,-17-8-2-16,17 8-3 16,0 0-6-16,-23-7-2 0,23 7 1 15,-15-4 0 1,15 4 10-16,-16-3 9 15,16 3 10-15,0 0-8 16,-17-7 3-16,17 7-12 0,0 0-13 16,-13 21-13-16,13-21-12 15,0 0-21-15,0 33-11 16,0-33 1-16,0 0-7 16,0 0 22-16</inkml:trace>
  <inkml:trace contextRef="#ctx0" brushRef="#br0" timeOffset="47478.68">13566 22143 51 0,'0'0'17'15,"26"-9"-2"-15,-8 4-2 0,4 1-3 16,1-3-4-16,6 1-4 16,-1 0 2-16,5 1-1 15,0 0 0-15,2 2-2 16,1-1-2-16,3 4 0 16,-3 0 1-16,2 2 0 15,-1 1-2-15,1 2 0 16,2 2-1-16,-6 2-6 15,3 1-9-15,-6 6-15 0,6 3-7 16,-8 4 25 0,2 6 15-16</inkml:trace>
  <inkml:trace contextRef="#ctx0" brushRef="#br0" timeOffset="102970.22">26627 8272 38 0,'0'0'23'0,"0"0"-1"16,0 0-2-16,0 0 3 15,0 0 2-15,0 0 3 0,0 0 2 16,0 0 8 0,0 0 1-16,0 0-1 15,0 0 1-15,0 0 2 16,0 0 3-16,0 0 5 0,0 0 11 16,0 0-4-16,0 0-2 15,0 0-1-15,0 0-5 16,0 0-8-16,0 0-7 15,19 4-12-15,-19-4-15 16,0 0-5-16,19-4 1 16,-19 4-3-16,30-1 3 15,-15-1-3-15,8 0 1 16,-2 0 1-16,5 1 0 16,1-3-1-16,3 3-1 15,-1-3 2-15,4 1-1 16,2 3 0-16,5-4-1 15,2 2 1-15,-1-1 0 0,8 1 1 16,0-3-1-16,6 2-1 16,1 1 1-16,1-3 0 15,5-1 0-15,-1 5 0 16,5-3 2-16,2 6 0 16,0-4 1-16,3 4-1 15,0-2 1-15,7 2 0 16,0-2 0-16,4 0-2 15,1-2 0-15,-1 2-1 16,1 0 0-16,-2-2 1 16,1 2 0-16,-4 0 0 15,-3 0 1-15,-4-1 0 16,-7 1-1-16,-1 0 1 0,-3 0-2 16,-7 0 1-16,-1 0-1 15,-11 0 0-15,-1 1 0 16,-9-2 0-16,-1 2-1 15,-8-2 0-15,-2 2 1 16,-20-1-1-16,20 0 1 16,-20 0-1-16,0 0 1 15,0 0 0-15,0 0 0 16,0 0 1-16,0 0 0 16,0 0-1-16,-26 7 1 15,6-9 0-15,-3 2-2 16,-3 0 1-16,-5 0 0 15,-9-1 0-15,-2 2 0 0,-6-2-1 16,-1 2 0-16,-3-1 0 16,-9 0 0-1,2 0 0-15,-9 2-1 16,2 2 0-16,-8-3 0 0,-1 6 1 16,-1-2 0-16,-2 2 1 15,0-1-1-15,-4-1 1 16,2 0 0-16,-2-2-2 15,-3 1-1-15,2-6 2 16,-2 0-2-16,-2 1 2 16,2-1-1-16,-5-1 2 15,-4 1-1-15,2-2 2 0,2 1 1 16,0-1-2-16,-4 3 0 16,5-3 1-1,6 2-2-15,2 1 1 16,2 1-1-16,5 1 0 15,6 1-1-15,7 3 3 0,2-1-2 16,11 3 1-16,-1 0 0 16,9 0 0-16,9-2 0 15,8 0-1-15,6-2 0 16,17-3-2-16,-16 4-1 16,16-4 1-16,0 0 0 15,33 0-1-15,-7 0 1 16,13 2 1-16,2-1-1 0,11 3 3 15,11-2 0-15,1 1-1 16,14-1 3-16,5 1-1 16,6-1 0-1,5 0-1-15,6-4 2 0,5 2-1 16,0 0 1-16,7-2 0 16,0 2 2-16,3 0-2 15,-2 0 2-15,0 2-2 16,1-2 0-16,-1 2 0 15,0-2 1-15,-2 1-2 16,-3 1-2-16,-3 0 3 16,0-2-1-16,-8 0 0 15,-3 0 1-15,-6 0-1 0,-1 2 1 16,-6-4-1 0,-2 0 1-16,-8 0-1 15,-4 1-1-15,-6-3 0 16,-5 3 0-16,-4 1-1 0,-16-2 2 15,-5 2-3-15,-8 2 0 16,-6-1 1-16,-17-1 0 16,0 0 0-16,0 0 1 15,-17 7-1-15,-6-5 1 16,-11 0 1-16,-10-2-1 16,-9 0 0-16,-13 0-1 15,-9-2 0-15,-5-2 0 16,-12 1-1-16,-5 1 1 15,-9-3-1-15,-5 2 0 16,-2-1 0-16,-7 1 2 16,-3 1-2-16,-4 2 2 15,4 0-1-15,-4 2-1 0,4 1 1 16,0-1 0-16,7 3 1 16,3 0-2-16,2 2 1 15,13-2 0-15,5 2 1 16,15-2 0-16,3 2 0 15,19 0-1-15,8-1 0 16,17-3-1-16,8 0 0 16,23-3 1-16,0 0 0 15,0 0 0-15,28 14 0 16,8-10 1-16,13-3 0 16,15 1 0-16,11 0 1 15,6-2 0-15,10-2 0 16,9 0 2-16,1-3 0 0,3 2 0 15,2-1-1-15,2 1 2 16,-4-2-2-16,0 1 2 16,-2-1-3-1,-6 0 1-15,-6 0-2 0,-10-1 2 16,-7 3-1-16,-9 0 0 16,-15-1 0-16,-11 2-1 15,-9 2-1-15,-10 0 1 16,-19 0-1-16,18 2-1 15,-18-2 0-15,0 0 0 16,0 0 2-16,0 0-1 16,0 0 0-16,-14 10 0 15,14-10 0-15,0 0 1 0,-16 6 1 16,16-6-1-16,0 0-1 16,0 0 1-1,0 0-1-15,0 0 1 16,-15 5-1-16,15-5-1 0,0 0 1 15,0 0-1-15,0 0 1 16,0 0 1-16,0 0 0 16,0 0-1-16,0 0 1 15,0 0 1-15,0 0-1 16,15-12 0-16,-15 12 0 16,0 0-1-16,-3-18-19 15,3 18-36-15,0 0-27 0,-4-19-20 16,4 19-13-16,0 0-9 15,-3-17-11 1,3 17-11-16,0 0 74 16</inkml:trace>
  <inkml:trace contextRef="#ctx0" brushRef="#br0" timeOffset="106566.21">27243 8359 127 0,'0'0'65'0,"0"0"2"0,0 0 5 16,26 5 2 0,-3-5-4-16,8 0-10 0,12 0-12 15,11-2-12-15,12 2 0 16,5-3 12-16,16 3-8 15,2-4-5-15,8 4-2 16,3-6-2-16,3 6-1 16,1-7-3-16,0 5-7 15,4 0-16-15,-2 2-1 16,-6-2 0-16,-6 4 0 0,-9-2 1 16,-7 2-1-1,-10 1-1-15,-9 1 1 0,-17-2-5 16,-13 1 0-1,-13-1-2-15,-16-2-1 0,0 0-1 16,-30 12 0-16,-11-9 2 16,-18-1-3-16,-13 1 2 15,-14-3 2-15,-22 2 1 16,-8 2 1-16,-18-3-1 16,-8 1 0-16,-11 2-2 15,-2 1 3-15,-4 0-1 16,-6 4 1-16,2-1-1 15,5 3 1-15,5 1-2 0,11-2 4 16,11 2-2-16,19-3 1 16,18 1-1-1,23-3 5-15,19-3-1 16,22-3 0-16,30-1-1 0,0 0 0 16,49 2 2-16,10-4-1 15,24-1-1-15,21-2-4 16,16 0 1-16,19-1-2 15,10 0 5-15,11-1-1 16,8-2-1-16,4 0 1 16,-4 2 1-16,-3 0 0 15,-8 4 3-15,-1-2-1 16,-17 1-1-16,-13 3-1 16,-16-1 1-16,-17 2 0 15,-18 0 1-15,-19 0-3 16,-16 2-3-16,-21-2 0 15,-19 0-1-15,0 0 0 0,-40 0-1 16,-9-4 0-16,-15 1-2 16,-11-4 2-16,-15 0 1 15,-7-2 0-15,-14 2 2 16,-9 0 0-16,-3 2 0 16,-1 3-1-16,1 2 0 15,0-1 0-15,3 4 1 16,4 2 0-16,8-1-2 15,11 3 1-15,14 0-1 16,13 1 3-16,18-3 2 16,14 1 2-16,19-3 0 15,19-3-1-15,0 0 0 16,38 7 0-16,14-7 0 0,11-2-1 16,17 1-1-16,12-1-1 15,13-3 0-15,15-1 0 16,3 0 2-16,8-1-1 15,-1 0 1-15,5 0 1 16,-8 0-1-16,-7 2 0 16,-6 1 0-16,-17 1 1 15,-10 1-1-15,-16 2 1 16,-18 2-3-16,-15-2-2 16,-17 1-1-16,-21-1 0 15,0 0-1-15,-33 7 0 16,-9-5 1-16,-17-2-2 15,-12 0 2-15,-11-2 1 0,-19 1 0 16,-8 2 0-16,-11-1 1 16,-6 4 0-16,-5 1-3 15,-1 0 2 1,2 4 0-16,-3 0 1 0,9 3-1 16,8-2 1-16,12 0-1 15,10-1 1-15,20-2 1 16,9 0 1-16,24-4 2 15,11 1 1-15,30-4 0 16,0 0-1-16,0 0 0 16,52-5 1-16,2 1-1 15,15 1 0-15,15-1-3 0,10 1 0 16,10-2 1-16,7-2-1 16,5 1 3-16,4 0-2 15,0-1 1 1,-1-2 0-16,-8 2-1 15,-5 2 0-15,-1 1 2 0,-15-1-1 16,-12 3-2-16,-10 4 2 16,-20 0 1-16,-8 0-2 15,-14 1-2-15,-7-1 1 16,-19-2-3-16,0 0 1 16,0 0-1-16,0 0 1 15,-26 17-1-15,7-12-1 16,4-1 3-16,-10-1-2 0,3 2 1 15,-1-1 1 1,4-1-1-16,-4-1 0 16,8 0 0-16,15-2 3 15,-23 2-2-15,23-2 0 0,0 0 1 16,0 0-39-16,0 0-40 16,-10-25-30-16,10 25-20 15,10-26-18-15,-5 7-6 16,6 4-7-16,1-4 87 15</inkml:trace>
  <inkml:trace contextRef="#ctx0" brushRef="#br0" timeOffset="118187.47">7715 12648 52 0,'0'0'32'16,"26"7"-2"-16,-26-7-5 16,35 5-4-16,-18-3 2 15,14 2 17-15,-1-3 4 16,6-1 1-16,2-1-5 0,4-1 8 16,5-7 14-16,2 2 10 15,-1-3 0-15,-3 0-27 16,0-1 5-16,-3-1-13 15,-2 2 0-15,-5-1-15 16,-2 3-4-16,-7-3-20 16,0 3 3-16,-4-5 4 15,-3 7-3-15,-19 6 3 16,26-18-1-16,-26 18 3 16,20-10-4-16,-20 10 3 15,0 0-2-15,0 0 0 16,0 0-1-16,-23 3-2 15,-3 2-1-15,-9 4-3 0,-8 0 3 16,-11 1-1-16,-12-1 2 16,-2 1 5-16,-6-1-5 15,-4-2-2 1,0-4 3-16,6-3-2 0,1-1-1 16,3-6 0-16,9 0-1 15,6-2-4-15,9 4 5 16,10-4 2-16,4 4-2 15,11-2 1-15,19 7-2 16,-23-5 2-16,23 5-7 16,0 0 4-16,0 0 1 15,0 0 2-15,23 12 3 16,-4-5 0-16,11 2 2 0,8-3-3 16,7 1 10-1,10-3-7-15,10-2 1 16,8-8-4-16,3-1-4 15,2-3 2-15,4 0-2 0,-1-2 2 16,-6-1-3-16,-7 3 2 16,-8 1-3-16,-11 1 3 15,-13 3-1-15,-6 3-1 16,-15 2 2-16,-15 0-1 16,0 0 2-16,0 0 0 15,-45 21 0-15,0-6-1 16,-7 1 4-16,-16 3 6 15,-10 0-6-15,-7-2 4 0,-5 4-6 16,0-5 7-16,5 1-6 16,7-7 5-1,6 2-7-15,12-5 0 16,11 0 0-16,13-3-2 0,13-1 0 16,7-1 2-16,16-2 1 15,0 0 0-15,16 5 0 16,10-3 0-16,12-4 1 15,14 2 2-15,7-3-1 16,16-4-1-16,3 0-2 16,2-4-1-16,2-3 1 15,3 2-8-15,-11 0 9 16,-10 5-1-16,-8-1-18 16,-7 8-67-16,-11 7-29 15,-16 1-29-15,-3 20-13 16,-20 1-2-16,-3 20-16 0</inkml:trace>
  <inkml:trace contextRef="#ctx0" brushRef="#br0" timeOffset="118836.93">8085 13941 96 0,'0'-19'48'16,"0"19"-2"-16,-4-17 0 0,4 17 0 15,0 0-6-15,-3-16-6 16,3 16-9-16,0 0-5 16,0 0-8-16,0 0-5 15,0 0-5-15,0 0 1 16,0 0 3-16,0 0-1 16,0 0 0-16,0 0 0 15,0 0 0-15,0 0-2 16,0 0-1-16,0 0-2 15,0 0 0-15,0 0 0 16,0 0 5-16,0 0 0 16,0 0 4-16,0 0 2 15,0 0 1-15,0 0-2 0,0 0-1 16,0 0-1-16,0 0-4 16,0 0-24-16,0 0-35 15,0 0-39 1,0 0-31-16,0 0-15 0,0 0 46 15,0 0 94-15</inkml:trace>
  <inkml:trace contextRef="#ctx0" brushRef="#br0" timeOffset="119074.1">8149 14279 1 0,'0'0'21'0,"0"0"-16"16,0 0-31-16,0 0 26 15,0 0 0-15</inkml:trace>
  <inkml:trace contextRef="#ctx0" brushRef="#br0" timeOffset="123414.19">32164 11199 291 0,'23'-26'176'0,"6"4"-50"0,9 6-49 16,-5 1-14-16,6 6-6 15,-3 4-14-15,2 8-12 16,-8 3-11-16,-1 6-18 15,1 5-10-15,-8 0 1 16,-3 6 0-16,-3 1 3 16,-6 4-3-16,-3 6 5 15,-7 5-2-15,-3 4 3 0,-11 7-1 16,-2 7 7-16,-3 4 3 16,-3 3-4-16,-1 0 1 15,1 2-1 1,1-4 1-16,5 0 0 15,4-10-1-15,5-2-7 0,7-5-1 16,4-7 1-16,8-3-2 16,7-6 1-16,3-3-1 15,11-5 2-15,0-4 0 16,5-3 4-16,2-7 1 16,9-3 1-16,-4-6 1 15,11-3 0-15,-8-7 1 16,6 0 0-16,-2-7-1 0,-7-1 0 15,-1 1 1-15,-6 6 0 16,-9-1-2 0,-6 3 1-16,-23 11 7 15,0 0-3-15,0 0 0 0,0 0-2 16,-36 9-1-16,8 5-1 16,-9 1 0-16,-4 6-1 15,1 2-9-15,-5 4 3 16,3 8-2-16,0-2 0 15,2 5-2-15,6 0 2 16,4 0-2-16,1 0 2 16,10 6 2-16,3-3-6 15,9 2 6-15,7 1-3 16,9 1 4-16,5 1-4 16,5 6 5-16,10 2-2 15,1 0-2-15,8 1 4 16,-2 0-3-16,6 1 5 0,3 1-1 15,-3 0 2-15,-2-2 0 16,-6-1 4-16,-1-4-1 16,-7 2 4-16,-7 2 1 15,-5 3 0-15,-12-5 0 16,-4 3 1-16,-8-1-1 16,-6 3 1-16,-13 0 0 15,-8 2 0-15,-11-2-5 16,-10 0 2-16,-4-3-3 15,-6-6 3-15,-6-4 0 16,-1-10 4-16,-8-16-11 16,-6-15-1-16,6-13-54 15,-13-20-41-15,3-16-27 0,2-17-18 16,6-20-13-16,14-10-15 16,10-11-6-16,16-9 58 15</inkml:trace>
  <inkml:trace contextRef="#ctx0" brushRef="#br0" timeOffset="124774.15">31940 11135 79 0,'0'0'116'16,"4"-20"-18"-16,3 2 20 16,-7 18-1-16,22-31-5 15,-3 19-10-15,-7-4-21 16,9 10-16-16,-5-1-22 15,0 5-19-15,-3 7-35 16,-13-5-9-16,30 24-1 16,-18-8 2-16,4 6 9 15,1 3 4-15,-1 4 6 0,6 4 0 16,-4 2 0 0,1 1 1-16,0 2 0 0,3 4 1 15,-6-3 1-15,1 1 1 16,-1 2-1-16,-6 1 8 15,-1-5 1-15,-2 0-1 16,-4-1 1-16,-3-1-3 16,0-2 2-16,-3 1-4 15,-4-4 1-15,-2 0-8 16,2 2-1-16,0 2-1 16,-1 1-2-16,4 2 1 15,-3 2-2-15,4-2 1 0,6 2-3 16,-3-2 1-16,11 0-1 15,-3-1 1-15,10-1-1 16,1-3 3 0,3-5-1-16,5-3 3 0,4-2-1 15,9-6 3-15,-2-6-1 16,7-8 1-16,7-5 1 16,0-8-1-16,7-6 1 15,-2-6-2-15,2-6 2 16,-3-5-1-16,1-3-1 15,-5-4 1-15,-6 0 1 16,-7 2-1-16,-9 5 2 16,-7 7 3-16,-11 6 9 15,-12 20-6-15,3-23 1 0,-3 23-1 16,-26 4 0 0,0 4 0-16,-7 4-1 15,-2 6-4-15,2-1-9 0,-5 6 8 16,-2 1-2-16,6 5 0 15,4 2-1-15,1 2 0 16,9-2-4-16,1 4 0 16,9 0-1-16,1 3 0 15,6 0-3-15,-1 2 3 16,8 1 3-16,3 4-3 16,1 2 4-16,3 1 0 15,1 4 2-15,5-2-2 16,2 4 3-16,4 2-2 15,3-5-2-15,0 7 4 16,0-3-2-16,0 2 1 16,2 0 0-16,-2 0 2 0,0 0 0 15,0-1-1-15,-3-1-1 16,-1-6 1-16,1 3 1 16,-2-4 0-16,1-5-1 15,-6-1 0-15,3-6-1 16,-2-1 4-16,-8-6 4 15,-2-1 2-15,-4-7-2 16,-3-2 0-16,-7-4-1 16,-5 3 1-16,-2-4-1 15,-8-1-3-15,-8 1-2 16,-8 0-1-16,-11-2 1 16,-6 2 3-16,-9 0 1 15,-7 2 2-15,-15 3 1 0,0 0-4 16,-6 0-5-16,-2 1 0 15,0 3 0-15,4-2 0 16,1-2 0-16,10-2 0 16,9-3 0-16,9-2 0 15,9-5 0-15,11 2 0 16,15-8 0-16,3 3 0 16,23-4 0-16,0 0-14 15,0 0 2-15,0 0-1 16,0 0 1-16,9-16-1 15,-9 16-3-15,17-7 5 16,-17 7 11-16,19-8 3 16,-19 8-16-16,19-9-88 0,-15-7-60 15,8-1-7-15,-14-12-5 16,4 1 0-16,-14-17 28 16</inkml:trace>
  <inkml:trace contextRef="#ctx0" brushRef="#br0" timeOffset="132474.63">10371 12489 17 0,'19'-36'33'0,"0"-9"-10"16,0-4-7-16,-5-6-5 0,-2-2 3 16,-5-4 0-16,-4 1-4 15,-3-1-4-15,-6 0-4 16,-5 8 2-16,-5 1 0 15,-3 8 7-15,-3 8-2 16,-4 7 3-16,0 8-1 16,-4 5 0-16,-3 9 0 15,2 6-3-15,2 6 0 16,2 5-4-16,1 9-1 16,7 7-2-16,0 9-1 15,9 8 0-15,3 9 0 16,7 7 0-16,7 5-2 15,7 2 0-15,8-2 1 0,4-7 1 16,6-7 2-16,1-8 1 16,0-11 8-16,5-10 26 15,-5-11 12-15,-2-5 12 16,2-10 7-16,3-5 3 16,-4-9-2-16,4-4 1 15,-6-8-7-15,1-4-23 16,-5-4-8-16,0-3-10 15,-9-1-6-15,-5-1-3 16,-12-1 0-16,-3 4-3 16,-6 1 1-16,-12 7-4 15,-1 2-3-15,-8 5-3 16,-1 5-1-16,-2 9-1 0,-2 9-1 16,-1 6-1-16,3 8-3 15,2 6-2-15,5 12-43 16,0 8-43-16,3 13-38 15,6 16-25-15,-6 3-6 16,11 16-7-16,-7-2 47 16</inkml:trace>
  <inkml:trace contextRef="#ctx0" brushRef="#br0" timeOffset="133546.37">10480 13316 97 0,'0'0'45'16,"-22"-24"-4"-16,22 24-8 16,-27-26-4-16,27 26-1 15,-22-29 4-15,22 29-1 16,-23-19 2-16,23 19-3 16,-15-16-5-16,15 16-8 15,-18 2 0-15,18-2 1 16,-15 22 0-16,4 1-4 0,3 8-3 15,-3 14-8 1,-1 12 5-16,2 7 0 16,3 7 3-16,2 5-8 15,1-1-1-15,4-2-3 0,0-6 3 16,0-12 4-16,9-8 7 16,-6-10 6-16,8-8 25 15,-3-13 0-15,-8-16-2 16,30 8-2-16,-13-16 1 15,2-13-4-15,7-5-6 16,-3-11-8-16,3-4-25 16,0-8 1-16,-3-6 3 15,-1-4 2-15,-6 2-2 16,-2-4 2-16,-6 1-2 16,-8 1 3-16,0 0-1 15,-8 4 2-15,-6 6-1 16,-5 8 4-16,3 4-1 0,-5 8-1 15,2 10-2-15,-4 7 0 16,1 7 0-16,-1 12-3 16,1 6-2-16,-1 10-3 15,1 10 2-15,-1 8-5 16,1 11-1-16,1 12 4 16,2 7 1-16,0 4-1 15,6 3 2-15,3-2-3 16,6-3 3-16,4-8 2 15,4-6 4-15,8-12-8 16,2-11 0-16,5-8-3 16,7-11-1-16,0-12 0 15,7-13 0-15,2-10 1 0,7-9 0 16,1-10 3-16,-1-4 1 16,3-8 3-16,-5-1-3 15,1-3 3-15,-3 1 1 16,-8-2 1-16,-1 4-1 15,-13 0 5-15,-5 1 1 16,-15-1 5-16,-8 5-2 16,-14 3 1-16,-11 8-7 15,-8 9-1-15,-7 10-41 16,-7 17-76-16,2 17-50 16,-11 14-22-16,2 22-6 15,-8 0-4-15,6 20 121 16</inkml:trace>
  <inkml:trace contextRef="#ctx0" brushRef="#br2" timeOffset="138890.71">8354 17218 1 0,'0'17'51'0,"0"-17"-2"15,0 0-5-15,0 0 2 16,0 0 10-16,-19 23 0 0,12 1-13 16,0 7-2-1,3 14-9-15,-4 12-4 16,1 16-17-16,-4 7 2 16,6 8-15-16,-5 2 3 0,-1-3 10 15,-1-3 43-15,-4-14 1 16,6-10 3-16,-9-18 4 15,8-9 4-15,-4-21-3 16,15-12 2-16,-26-9-8 16,19-15-46-16,-2-16-2 15,2-8-2-15,4-15-3 16,-1-8-6-16,4-8 4 16,4-10-4-16,3-4-3 15,1 3 4-15,3 3 1 16,1 6-1-16,2 14 1 15,-2 11-2-15,-2 15-2 16,-3 13 1-16,-7 28 5 0,16-5-1 16,-2 25-1-16,-2 15-3 15,-2 14 2-15,6 11 2 16,3 8 2-16,4 8-1 16,-1 5-4-16,4 4 1 15,-3-2 1-15,3 0 4 16,0-8-4-16,-3-6 2 15,3-7-3-15,-7-5 0 16,1-8-18-16,-4-15-49 16,-4-4-39-16,-5-11-31 15,-7-19-17-15,0 0-10 16,0 0-2-16,-12-33 7 16</inkml:trace>
  <inkml:trace contextRef="#ctx0" brushRef="#br2" timeOffset="139087.84">8250 17874 108 0,'0'0'53'0,"15"-3"-47"16,11-13-41-16,0-22-34 15,26 0 7-15,-8-31 62 16,20-2 0-16</inkml:trace>
  <inkml:trace contextRef="#ctx0" brushRef="#br2" timeOffset="140182.63">10256 12418 44 0,'-19'12'38'16,"19"-12"-6"-16,-22 24-3 16,22-24-5-16,-16 26 13 15,12-8 6-15,4-18 7 16,13 22-8-16,0-13 10 16,10 0-1-16,7-4 11 15,4-2-8-15,6-1-1 16,5-9-13-16,0 5-3 15,1-6 7-15,-5 2-11 16,-4-2-6-16,-4 4-10 0,-11-1 4 16,-6 5 1-16,-16 0-1 15,0 0-8 1,0 0-10-16,-30 30 4 0,1-8-56 16,-6 6-69-16,-8-1-42 15,-2 22-22-15,-20-4-1 16,6 22-4-16</inkml:trace>
  <inkml:trace contextRef="#ctx0" brushRef="#br2" timeOffset="140817.07">10147 14237 180 0,'0'0'141'0,"0"0"-30"15,0 0-17-15,19-3-5 16,7-4-14-16,7-3-52 16,9-3-73-16,6 5-51 15,1-6-27-15,12 16-23 16,-18-4-3-16,6 23 26 15</inkml:trace>
  <inkml:trace contextRef="#ctx0" brushRef="#br2" timeOffset="143826.53">6833 17647 21 0,'-22'-15'22'0,"-8"-1"-4"16,4 2-4-16,-7 2 3 15,-2 0 5-15,-5 2-1 16,2 1-2-16,0 0-1 16,-2 3-1-16,-5 0-1 15,7 3 1-15,-6-1 7 0,3 3-3 16,-1-1 0-16,-1 0-2 15,1 2 1-15,-3-2-1 16,3 2 2-16,-3 0-2 16,2 2-10-16,4 2-4 15,-6 3-3-15,0 1 4 16,5 3 5-16,-1 4 0 16,-1 3-2-16,-1 2 1 15,4-1 0-15,1 6 1 16,-2-5-1-16,6 6-4 15,-3-3-3-15,4 3 2 16,-2-2 2-16,6-2 0 16,-4 3 1-16,7-1 1 0,-5-2 2 15,1 1 4-15,4-2 3 16,-3 1 0-16,6 2-1 16,-6 2 0-1,2 0 0-15,1 0 8 0,0 6-2 16,0-5-3-16,4 3-3 15,-4-3-2-15,3 3 0 16,-5-3-3-16,8 3-1 16,-3 1-8-16,-3 2-17 15,7 2 3-15,-4 3-1 16,4 0 1-16,5 2-1 16,-5 3 2-16,7 2-1 0,-2 0-1 15,2 0 17-15,2 3-4 16,-3 1 0-16,7 4-2 15,-1 1 4-15,1 3-3 16,-1 0 1-16,4 0-1 16,-4 1 2-16,7-1-2 15,-3-2 3-15,-1-1-2 16,2-2-2-16,2-4 2 16,0-1-1-16,0-4 2 15,2-1-4-15,2-2 3 16,-1-1-4-16,-3-2 2 15,4-1 3-15,-1 2-3 16,0 0 1-16,-3 0-1 0,7 2 4 16,-5 0-4-1,2 3 3-15,-1-1-2 16,4-2 0-16,0 3-1 16,-2-3 2-16,6-1-1 0,-4 1 0 15,5-3 0-15,-2-3 2 16,2 1-2-16,2-2-1 15,2-4 2-15,-1 1-2 16,3-4 3-16,1 0-3 16,0-6 4-16,3 3 0 15,1-6 1-15,3-1 12 16,-3-4 7-16,3 0 2 16,0-7-1-16,3 4 3 15,1-6-2-15,1 4-1 0,2-5 3 16,3 3-12-1,-1-3-5-15,2 0-1 16,-3-4-1-16,6-2-3 0,2-3-1 16,0-1-1-16,1-4 0 15,2-6-1-15,0-1-2 16,7-5-2-16,0-2 1 16,2-3 3-16,2-1-3 15,3-3 3-15,-2 0-3 16,2-3 2-16,5 0-2 15,-1-2 3-15,1 0-2 16,-2-6-1-16,3 3 0 16,-3-4 2-16,2 1 0 15,1-2-2-15,-3-1 3 16,2 4-3-16,-1-2 2 16,-2 3-1-16,-2-1 0 0,1 3-1 15,-4-1 1-15,-4 1-2 16,-3 0 2-16,-4 0 1 15,-4 2-1-15,-1 0 1 16,-1 0-4-16,-7 0 4 16,-2 1-3-16,1 3 3 15,-5 1-4-15,-3 0 3 16,-1 2-4-16,-8 1 4 16,2 4 0-16,-6 4 1 15,-1 3 0-15,-2 3 0 16,-7 16 1-16,0-26 1 15,0 26 1-15,-7-20-3 16,7 20 1-16,-16-25-1 0,16 25-1 16,-22-24-1-16,22 24 0 15,-26-21-1-15,10 13 1 16,-6-1 0-16,-4 7-2 16,0 2-2-16,-7 6 0 15,-4 0-2-15,-1 5 1 16,-11 1-1-16,1 5 1 15,-8 2 0-15,4 2 3 16,-2-2 3-16,2 2 1 16,4-2 3-16,-1-2 1 15,13-1 3-15,4-6-2 16,6-1-12-16,12-6 1 16,14-3 1-16,0 0 0 0,0 0-2 15,26-15-2-15,4-1-1 16,5-3 4-16,11-5 15 15,5-4-1 1,1-1 0-16,3-2 0 0,1-2-2 16,0-2 1-16,1 6-3 15,-5-2-1-15,-3 5-2 16,-4 3-2-16,-5 2-2 16,-6 4 2-16,-4 5 2 15,-8 5 1-15,-6 2-4 16,-16 5-3-16,14 3 2 15,-14-3-1-15,0 28 2 0,-4-7-2 16,1 8-2-16,-4 13-1 16,-2 6 7-16,2 14 1 15,4 9 0 1,-6 7 1-16,6 5-4 16,-1 6 5-16,1-1-3 0,-1-5 3 15,1-2-6-15,-1-6 3 16,3-8-3-16,-3-8 3 15,1-7 3-15,-1-3-4 16,4-10 0-16,-3-4 0 16,3-9 4-16,0-5-2 15,0-6 1-15,0-15-1 16,0 18-1-16,0-18 2 0,0 0 2 16,0 0 1-1,0 0-72-15,0 0-64 16,7-18-42-16,-7-8-1 15,7-5-5-15,-11-21-2 0</inkml:trace>
  <inkml:trace contextRef="#ctx0" brushRef="#br2" timeOffset="144176.53">8907 18819 78 0,'0'0'64'15,"0"0"-44"-15,0 0-12 16,-15 14-13-16,15-14-18 16,0 0-41-16,-11-24-13 15,15 3 77-15,-16-26 0 16</inkml:trace>
  <inkml:trace contextRef="#ctx0" brushRef="#br2" timeOffset="145446.54">12072 11487 121 0,'0'0'101'0,"0"0"-41"16,0 0-67-16,0 0 12 0,7 15 19 15,-7-15 35 1,0 0 13-16,0 0 6 16,19 7-7-16,-19-7-2 15,36-3 1-15,-13-2-4 0,15 3-1 16,2-3-35-16,9 1-16 16,4 1-9-16,6-1-3 15,-3 1 0-15,5-1 0 16,-6 4-1-16,-3-1 0 15,-6 1-1-15,-8 0 0 16,-9 0-2-16,-6 1 1 16,-9 1-2-16,-14-2 0 15,0 0 1-15,0 0 0 16,0 0 0-16,-30 7-1 16,4-7 0-16,-7 0 2 15,-2 0 1-15,-5-2-2 16,-1 1 0-16,-4 1-1 0,3 1 2 15,2 1 1-15,2 3 0 16,5 0-2-16,7 2 0 16,3 0 1-16,8-2 0 15,15-5 3-15,0 0 0 16,0 0 3-16,0 16-1 16,15-14 2-16,8-4 0 15,6 2 0-15,8 0-1 16,-2-2-1-16,5 2-2 15,-6-1-3-15,-8-1 0 16,0 0-4-16,-10 4 1 16,-16-2 0-16,0 0-1 15,0 0 2-15,-26 5-1 0,-5-1-1 16,1 1 2-16,-8 0 4 16,-2 2-69-16,2 1-85 15,-6-9-24-15,13 4-12 16,-12-17 0-16,18 4 83 15</inkml:trace>
  <inkml:trace contextRef="#ctx0" brushRef="#br2" timeOffset="146796.53">10529 17651 79 0,'0'0'17'0,"0"0"-12"16,0 0-15-16,0 0-12 16,0 0-15-16,0 0 6 15,17 0 31-15</inkml:trace>
  <inkml:trace contextRef="#ctx0" brushRef="#br2" timeOffset="147816.54">16877 17756 90 0,'0'0'46'0,"0"0"7"15,0 0 10-15,0 0 1 16,0 0-5-16,0 0-6 16,0 0-7-16,0 0-8 15,0 0-11-15,0 0-12 16,0 0-10-16,0 0 5 15,0 0 9-15,0 0 5 16,0 0 0-16,0 0 1 0,0 0-2 16,0 0 1-16,0 0-3 15,0 0-24-15,0 0-30 16,0 0-33-16,0 0-21 16,0 0-26-16,0 0-14 15,-6-15-5-15,6 15 0 16,-7-28 97-16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39:44.1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12270 12671 282 0,'-19'2'135'15,"19"-2"-1"-15,-19 1-13 0,19-1-9 16,-23 2-19-16,23-2-21 16,-21 2-34-16,21-2-31 15,-15 1-2-15,15-1 3 16,0 0 1-16,0 0-2 16,0 0-7-16,0 0 0 15,0 0 0-15,0 0 0 16,22 0 0-16,-8 2 0 0,9 2 0 15,6-3 0-15,6 1 0 16,6 0 0 0,6-4 0-16,-2 0 0 15,4-3 0-15,-7-2 0 16,-4 2 0-16,-5-2 0 0,-7 4 0 16,-10-1 0-16,-16 4 0 15,0 0 0-15,0 0 0 16,0 0 0-16,-35 2 0 15,5 0-6-15,-3-2-1 16,-5 0 4-16,2-2 2 16,1 0 0-16,5 0 1 15,4 1 0-15,11-1 1 0,15 2 5 16,-18-5 0 0,18 5-1-16,0 0-5 15,18-5 0-15,1 3 0 16,19-2-68-16,-1 3-97 0,4-8-19 15,8 6-15-15,-9-10-7 16,1 10 6-16</inkml:trace>
  <inkml:trace contextRef="#ctx0" brushRef="#br0" timeOffset="1420">10629 17741 36 0,'-19'-2'33'0,"19"2"-4"15,-19-5 0-15,19 5 5 16,-21-4 8-16,21 4 10 16,-15-3 3-16,15 3 4 0,0 0 2 15,-16-5-5-15,16 5-4 16,0 0-6-16,0 0-7 16,0 0-1-1,0 0 4-15,-19-11-9 0,19 11-2 16,0 0 15-16,0 0 6 15,0 0 4-15,0 0-4 16,-7-15-13-16,7 15-28 16,0 0-11-16,0 0 0 15,0 0 0-15,0 0 0 16,0 0 0-16,0 0 0 16,0 0 0-16,0 0 0 15,0 0 0-15,0 0 0 0,0 0 0 16,0 0 0-1,0 0 0-15,0 0 0 16,0 0 0-16,0 0 0 16,0 0 0-16,0 0 0 0,0 0 0 15,0 0 0-15,0 0 0 16,0 0 0-16,0 0 0 16,0 0 0-16,19 14 0 15,-19-14 0-15,0 0 0 16,0 0 0-16,19 8 0 15,-19-8 0-15,0 0 0 16,19 9 0-16,-19-9-1 16,0 0 2-16,0 0-1 15,0 0 0-15,18 7-1 16,-18-7 2-16,0 0-1 16,0 0 0-16,0 0 0 15,0 0 0-15,0 0 0 0,0 0 0 16,0 0 0-16,0 0 0 15,0 0 0-15,0 0 0 16,0 0 0-16,0 0-76 16,0 0-69-16,0 0-28 15,-7 15-12-15,7-15-4 16,-12 16-3-16</inkml:trace>
  <inkml:trace contextRef="#ctx0" brushRef="#br1" timeOffset="5674.61">10614 17701 91 0,'-37'7'108'0,"37"-7"0"15,-19 3 14-15,19-3-9 16,0 0-13-16,0 0-6 16,0 0-8-16,0 0-18 15,16-1-22-15,-16 1-27 16,33 3-23-16,-7 1 6 16,7 1-1-16,5-2-2 15,4 1 1-15,6-1 0 0,1-3 1 16,6-2 0-16,4-1 1 15,2-2-2-15,5 0 1 16,2-4 0 0,0 0-2-16,3 1-1 15,3-1 0-15,1 0-1 0,3-1 0 16,4 1 2-16,-2-1 0 16,-2 0 0-16,3-1 2 15,-1 1 0-15,2 1 1 16,-1-1 0-16,-3-1-2 15,0 1 2-15,2 0-3 16,-2-1 1-16,8 1-1 16,-7-1 0-16,3-1-1 0,3 2 2 15,-2-4-1-15,2 2 1 16,2-2-1 0,2 4 0-16,-3-2 1 15,1 3-2-15,2 2 1 0,1 2 1 16,-5 3-1-16,2 2-1 15,-2 4 2-15,-2-3 0 16,-1-1-1-16,-4 2 1 16,2-2-1-16,-2-2 1 15,4 2-1-15,-4-1 1 16,2-5-1-16,1 3 2 16,1-1-1-16,1 1-2 15,-1-1 1-15,-1-1 0 16,2 0 2-16,-4-2-3 15,-1 4 4-15,-7-4-6 16,0 2 5-16,-5-2-3 16,-2 1 5-16,-3 1-4 0,-5 0 1 15,-4 0 0-15,0 0 0 16,-7 0 0-16,0 3 0 16,-5 0 0-16,-2 0-1 15,-5 2 1-15,-3 2 0 16,-4 0 0-16,-7 0 0 15,0-2 0-15,-19 0 0 16,19 3 0-16,-19-3 0 16,0 0-1-16,0 0 2 15,0 0-2-15,0 0 2 16,0 0 0-16,0 0 1 16,0 0-1-16,0 0 2 15,0 0 3-15,0 0 0 0,0-17 1 16,0 17 0-16,-16-33-2 15,6 10 0-15,-6-4 0 16,1-3-2-16,-3-3-2 16,-1 2-2-16,4 3-1 15,-3 6 0-15,9 3 1 16,9 19-2-16,-17-24-2 16,17 24-2-16,0 0 0 15,0 0-1-15,0 0 2 16,17 5 0-16,3 9 0 15,-1 3 1-15,7 2 3 16,7 7 2-16,-2 0 1 16,5 3 0-16,-3-1-1 0,-5 0 2 15,-2-1 4-15,-5 1 0 16,-9 2 2-16,-8 1-2 16,-8-2 4-1,-3 4-2-15,-8-4 2 0,-5 4-4 16,-6-3-1-16,0-1 0 15,-3-6 0-15,-1-2 1 16,8-4-12-16,-4-7-67 16,26-10-46-16,-19 14-22 15,19-14-17-15,19-9-6 16,7-6-14-16,14 3 13 16</inkml:trace>
  <inkml:trace contextRef="#ctx0" brushRef="#br1" timeOffset="6626.29">16722 17291 279 0,'0'0'130'15,"0"27"-9"-15,0-2-7 16,-3 2-8-16,6 13-19 16,-3 0-23-16,5 12-30 15,2 3-32-15,0 6-1 16,2-4-2-16,1-3 3 16,1-1-3-16,-3-2 5 0,-4-10-2 15,-1-6 3-15,-3-9 4 16,0-9 3-1,0-17-2-15,0 0-4 16,-19 3-1-16,12-22-5 0,0-12-1 16,-1-10-3-16,4-9-2 15,1-13-7-15,3-4 4 16,3-8 1-16,4 1 4 16,9-1 5-16,-1 6-1 15,8 2 2-15,3 6-2 16,7 7 2-16,5 8-2 15,6 6 0-15,1 12-2 16,0 7 0-16,0 11-2 16,4 12 2-16,-9 12-1 15,-6 10 3-15,-11 7 1 16,-6 11 3-16,-12 6 1 16,-13 6-3-16,-6-1 4 0,-9 1-4 15,-10-2 4-15,-1-5-4 16,-3-6 2-16,-1-1-4 15,5-12 5-15,2-6-1 16,5-6-2-16,8-6-2 16,18-10-3-16,-19 4 3 15,19-4 0-15,11-19 0 16,4 5-3-16,8-2 0 16,3-3 1-16,7 0 1 15,-2 2 0-15,9 5-4 16,5 5 0-16,0 7-1 15,4 7 1-15,-4 8 0 16,4 8 0-16,-9 6 2 0,-6 6 3 16,-8 6 4-16,-12 4 0 15,-14 2 2-15,-21 2 0 16,-10 1 2-16,-14-4-1 16,-11-1 3-16,-11-8-5 15,-3-9 0-15,-1-8-3 16,0-13-59-16,7-9-82 15,8-8-34-15,11-16-3 16,12-3-4-16,10-13-1 16</inkml:trace>
  <inkml:trace contextRef="#ctx0" brushRef="#br1" timeOffset="9851.59">14205 12690 91 0,'-15'15'30'16,"15"-15"-2"-16,0 0 0 0,0 23 2 16,0-23-5-1,7 19 5-15,-7-19 9 16,22 21 8-16,-3-9 7 0,4-2 2 15,10 1-4-15,5-3-2 16,7-1-7-16,11-2-7 16,3 1-14-16,5-6-9 15,4-2-6-15,3-3 18 16,0-2 13-16,-2-5 2 16,2 3 0-16,-10-7-1 15,2 6-1-15,-18-4 1 16,-3 5-1-16,-13 1-19 15,-10 3-16-15,-19 5-2 16,0 0-1-16,0 0 1 16,-29-9 0-16,-3 9-1 15,-4 0-4-15,-6 2 2 0,-6-1 2 16,-4 3-1-16,-4 1 2 16,0 0-2-16,3-1 1 15,-3-1 0-15,4 2 0 16,3-1 0-16,1-1 0 15,6 3-1-15,2-3 0 16,9-1 2-16,8 1-2 16,3-1 4-16,20-2-3 15,-19 2-2-15,19-2 1 16,0 0 0-16,26-6-1 16,-4 3 1-16,8 0-1 15,4-3-2-15,10 3 3 16,1-1 1-16,7 1-1 0,0-1 0 15,-7 3 1-15,-3-3 1 16,-9 4 1-16,-7 0 1 16,-7 0-2-16,-19 0 1 15,0 0-1-15,0 0 1 16,-38 12 0-16,-2-6-1 16,-9 1-2-16,-10-2 0 15,-5 3 4-15,-7-1-2 16,0 2-1-16,3-2 1 15,-1 0-1-15,8 0 1 16,9 0 1-16,10-2-1 16,13-3-4-16,9-1 1 15,20-1 1-15,0 0 1 0,16-1-2 16,17-3 0-16,9-3-3 16,6 2 3-16,11-2 2 15,2 0-1 1,5-2 0-16,2 3-1 0,-1-3 1 15,-2 2 1-15,-6 2-2 16,-11 0 0-16,-3 1 2 16,-12 1 3-16,-7 3 1 15,-26 0-1-15,19-2 0 16,-19 2 1-16,-22-4 1 16,-1 3 0-16,-10 1-3 15,-8 0-1-15,-8-2-2 0,-3 0 2 16,-4 2-2-16,-4 2 1 15,4 0 1-15,4-1-2 16,7 3 1 0,7-1 1-16,5-1 0 0,10 2-1 15,23-4-1-15,-19 8-1 16,19-8 0-16,23 9-1 16,-1-6 1-16,13 1-1 15,5-2-2-15,12-1 2 16,2-1 0-16,8-1 1 15,-1-1 1-15,-2-2-1 16,-7-1 1-16,-3 2 1 16,-11-1 0-16,-9 3 3 0,-6-1 1 15,-23 2-1 1,0 0 2-16,0 0 1 16,0 0-1-16,-45-5-1 15,3 5 0-15,-6-2-3 0,-11 0-1 16,-2 0 1-16,-5 1-2 15,2 2 1-15,5 3-1 16,5-2 1-16,10 1 0 16,10 1-1-16,11-1 0 15,6 0-1-15,17-3 0 16,0 0-1-16,26 11 2 16,3-9-2-16,8 1-1 15,8-1 2-15,4-2-1 16,8-2 1-16,-2 0 1 15,4-1-1-15,-7-1 0 16,-6-1 0-16,-5 0 3 16,-11 0 2-16,-8 3 1 0,-22 2 1 15,0 0-1-15,-3-16 0 16,-16 15-1-16,-14-3 1 16,-5 3-2-16,-2-1-3 15,-5 4-1-15,-8 1 2 16,8 0-1-16,4 4 1 15,8-1-1-15,3-3 0 16,11 2 1-16,19-5-2 16,0 0-1-16,0 0 0 15,26 5 0-15,4-8 0 16,8-4 1-16,5 0 0 16,2-2-10-16,4 3-100 15,3 0-53-15,-14-1-8 0,4 7-1 16,-13-1-6-16,4 13 10 15</inkml:trace>
  <inkml:trace contextRef="#ctx0" brushRef="#br1" timeOffset="11346.64">15969 17369 131 0,'0'0'49'16,"0"0"4"-16,0 0 5 15,0 0 8-15,0 0 15 16,0 0 10-16,0 0-7 16,0 0 2-16,0 0-11 15,0 0-7-15,0 0-15 16,0 0-15-16,0 0-22 15,0 0-12-15,-16-7-1 16,16 7 0-16,0 0-2 0,0 0 0 16,0 0-1-16,0 0-1 15,0 0-1-15,0 0 0 16,0 0 0-16,0 0-2 16,0 0 2-16,0 0-1 15,0 0 1-15,0 0-1 16,0 0 0-16,0 0 0 15,0 0 1-15,0 0 0 16,0 0 0-16,0 0 1 16,0 0-1-16,0 0 2 15,0 0-1-15,0 0 0 16,0 0 1-16,0 0 0 16,0 0 0-16,0 0-1 0,0 0 1 15,0 0 0-15,0 0 0 16,0 0 1-16,0 0-1 15,0 0 0 1,0 0 0-16,0 0 1 0,0 0 0 16,0 0-1-16,0 0-1 15,16-4-1-15,-16 4 2 16,0 0-7-16,0 0-35 16,0 0-62-16,0 0-47 15,17-15-20-15,-13-4 3 16,4 1-3-16,-4-16 64 15</inkml:trace>
  <inkml:trace contextRef="#ctx0" brushRef="#br1" timeOffset="15274.44">16667 16643 226 0,'0'0'119'15,"0"0"-6"-15,0 0-12 16,0 0-11-16,-4-19-11 15,4 19-14-15,0 0-17 16,0-20-22-16,0 20-28 16,0-21-1-16,0 21 7 15,-7-31-2-15,7 31-1 16,-5-32 2-16,2 17 0 0,-1-1 1 16,1 1 0-16,-1-3 4 15,-3 3-2-15,7 15 1 16,-9-31-2-16,6 15 0 15,-7-3-1-15,6 0 2 16,-5-2 0-16,-1 2-3 16,1-3 1-16,2 1-1 15,-3-3 2-15,-2 1-3 16,1-3 1-16,-1 2-2 16,2-2-1-16,1 0-1 15,-5 2 2-15,2-2 0 16,-2 2 0-16,2 3-1 15,2-2 1-15,-1 4 0 0,-1 2 1 16,-2 0-1-16,2 1 0 16,2 1-2-16,1-1 2 15,9 16-1 1,-23-28 1-16,23 28-1 0,-22-31-1 16,8 14 1-16,2 0 1 15,-2-3-2-15,-2 0 2 16,1-3-2-16,1 1 1 15,-5-3 0-15,0 0 0 16,-2 0-1-16,2 1 1 16,-4-4-1-16,1 4 0 15,-1 0-2-15,0 0 2 0,-3-1-3 16,4 5-2-16,-4-1 2 16,3 2-2-1,1 3 2-15,-1 1-3 16,-3-1 5-16,7 4-5 0,-7 0 5 15,3 0 0-15,-3 0 1 16,4 0-1-16,-4-1 0 16,0 3 2-16,-4 0-1 15,1-3 0-15,3 3 0 16,-4 0 1-16,4-1-1 16,-2 1 2-16,2 0-2 15,0-1 1-15,0 1-2 16,0 3 3-16,0-2-1 0,0 1 0 15,4 1-1-15,-5-2 1 16,1 2 0-16,0 0 0 16,-3 0 0-1,3 0 0-15,-5-1 1 0,1 1-1 16,1 2 0-16,-4-1 0 16,-2 1 1-16,-2 0-1 15,3 0 1-15,-3 0-1 16,-1 3-1-16,-2 0 1 15,2-1 0-15,-2-1 1 16,-2 2-1-16,1 1-1 16,-4-3 1-16,1 3 0 15,-1-1 1-15,0 0-1 16,3-1 1-16,-3 1-1 16,0 0 1-16,5 0-1 15,-5 1 0-15,3-1 0 16,-3 0 1-16,2 0-2 0,1 1 1 15,-3-1-1-15,3 2 1 16,2 0 1-16,-5 0-1 16,7 2 0-16,-2-1 0 15,2 1 1-15,-2 0-1 16,2-2 1-16,-4 0 0 16,6 2-1-16,-6-2 0 15,6 0 1-15,-6 0-1 16,0 0 0-16,2 0 0 15,2 1 1-15,-3 3-1 16,1-1 1-16,1 3-1 16,-1 0 0-16,-5 1 0 15,4 0 1-15,-1 0-1 0,-1 2 0 16,1-2 1-16,-3 1 0 16,3 1 0-16,-3-2-1 15,5 0 1-15,-2 0 0 16,1 2 0-16,-3-3-1 15,3 1 0-15,-4 0 1 16,3-2-3-16,-1 1 2 16,-3 1 1-16,5-2-2 15,-1-2 1-15,-1 2 0 16,1-1 0-16,4 1-1 16,-2 0 3-16,2 0-2 15,-2 2 0-15,-2-1 0 16,4 1 0-16,2-1 0 0,-6 3 1 15,2 0-1-15,2-1 1 16,-4 3 0-16,2-1 0 16,-1 2 0-1,-1 0-1-15,2-1 1 0,-2 1-1 16,1-2 1-16,-5 2 0 16,3 1 0-16,1-3 0 15,1 0 3-15,1 1-3 16,2 1 3-16,-1 0-5 15,3 2 6-15,0 0-4 16,1 1 2-16,-2 1-1 16,3 1-3-16,-3 2 3 15,3-3-2-15,1 4 2 0,0-2-3 16,-2 1 1-16,-2 2-1 16,6-2 2-16,-2 3 0 15,0-1 0 1,-2 1 0-16,-1 3 0 0,1-1 0 15,2 2 2-15,-5-2-3 16,2 2 1-16,3 0-1 16,-2 0 2-16,2 3-3 15,0-1 3-15,-2 3-1 16,6 2 1-16,-1 2-1 16,-1 1 2-16,2 2-2 15,-1 0 1-15,0 0-1 0,4 2 1 16,0-3 3-16,0-3-3 15,4 1 3 1,-1-1-7-16,4-4 6 16,-3-2-5-16,6-4 4 0,-1 0-4 15,1-3 1-15,2 0-3 16,2-2 2-16,-2 0 1 16,2 0 0-16,1 0 0 15,3 0 0-15,-3 0-1 16,3-2 0-16,-3-1 2 15,11-16-2-15,-14 22 0 16,14-22 0-16,-8 16-1 16,8-16 1-16,0 0 1 0,0 0 0 15,0 0 0 1,0 0 3-16,0 0 2 16,0 0 0-16,0 0 2 15,0 0-3-15,0 0-1 0,0 0-4 16,-4-28-1-16,4 4-1 15,0-13 1-15,0-8-7 16,0-8 3-16,-3-10-2 16,3-4 6-16,0-2-2 15,0-4 4-15,0 0-3 16,0 6 0-16,0 1 3 16,0 7-2-16,0 7 2 15,3 11-1-15,-3 6 2 0,4 13 1 16,-4 4 2-1,0 18 1-15,0-15 0 16,0 15 1-16,0 0-2 16,0 0 0-16,0 0-1 0,-7 17-3 15,3 0-1-15,-4 8-1 16,1 11-1-16,-7 9 2 16,2 10-1-16,-7 9 3 15,-4 6 3-15,0 2-3 16,1 1 3-16,-2-2-3 15,4-2 3-15,-2-6-4 16,3-5 4-16,3-4-5 16,-1-5 1-16,5-10 0 15,1-4 1-15,6-6 1 16,-2-6-1-16,7-23-2 16,-7 24-5-16,7-24 0 15,0 0 0-15,0 0-1 0,30 5 0 16,-11-10-3-16,14 2 2 15,8-3 3-15,12 0 2 16,14-3 1-16,8 0 2 16,6 1 0-16,3 1-1 15,4 1 1-15,-4 1 0 16,-6 2 0-16,-7 3 1 16,-9 0 0-16,-10 2-2 15,-6-1 1-15,-17 1 1 16,-6 3 4-16,-8-3 1 15,-15-2 2-15,16 3-1 16,-16-3-2-16,0 0-1 16,0 0 0-16,0 0-3 0,0 0 1 15,-16 9-2-15,16-9-3 16,-26 7 1-16,7-2 3 16,-7 0 2-16,-3 2 2 15,-10 4 1-15,-4 1-2 16,-6 0-3-16,-4 0 3 15,1-2-1-15,-1 2 0 16,-2-1-1-16,3-1-1 16,3-5 0-16,4 2-2 15,7-5 1-15,1 2-1 16,8-3 2-16,3-1-1 16,7 0 0-16,3 2 0 0,16-2 1 15,-22 0-2-15,22 0 1 16,-18-2-1-16,18 2 0 15,0 0 0-15,0 0 1 16,0 0 2 0,-15 0-1-16,15 0-3 0,0 0-2 15,0 0-1-15,7-22-1 16,-7-1 0-16,7-4-2 16,-6-15-2-16,3-6 3 15,3-18 5-15,0-10-1 16,1-7 4-16,3-6-4 15,-4-1 5-15,5 0-5 16,-5 7 5-16,1 7-5 0,-1 12 0 16,0 12 3-16,-3 12 0 15,-1 13 6 1,-3 9-1-16,0 18 2 16,0-17-2-16,0 17 0 0,0 0 0 15,0 0 0-15,0 0-2 16,-10 28-4-16,3-1 1 15,-2 15-2-15,2 8 2 16,0 11-1-16,-5 8 4 16,2 14 0-16,-2-2-3 15,1-1 5-15,-1-4-5 16,2-8 4-16,3-6-3 16,-2-8 3-16,2-9-5 0,4-9 0 15,3-8 2 1,-4-8-2-16,4-20-2 15,4 25-4-15,-4-25-1 16,0 0 0-16,0 0 0 0,22 15 1 16,-22-15 2-16,37-3-1 15,-15-1 2-15,13 3 3 16,1-3 1-16,9 1-1 16,4-1 1-16,-4 1-1 15,0 1-1-15,-1 2 3 16,-6 0 1-16,-9 0 0 15,-6 2-10-15,-7 1-88 16,-16-3-43-16,17 14-22 16,-15 2-4-16,-2-16-5 15,-12 29-2-15</inkml:trace>
  <inkml:trace contextRef="#ctx0" brushRef="#br1" timeOffset="21880.62">5795 9048 513 0,'-3'-19'188'0,"3"-5"-32"16,-4 1-82-16,-5-8-17 16,3 5-22-16,-1-2-35 15,-2 4 0-15,-2 3 0 16,11 21 0-16,-19-24 0 15,19 24 0-15,-19 2-2 16,19-2-12-16,-17 36-1 16,5-8 0-16,5 8-2 15,-2 4-3-15,6 5 8 16,3 2 13-16,3 1-1 16,6-3 3-16,10-3-2 15,3-4 0-15,11-4 0 0,0-1 1 16,6-2-1-16,1-1 0 15,-2-2-3-15,-2-2 0 16,-5 0-1-16,-8-2 1 16,-6 2-3-16,-8-2 2 15,-12 2-2-15,-10-4 4 16,-6 3-1-16,-7-5-1 16,-3 1 3-16,-9-7-1 15,5-2 1-15,0-5 1 16,1-2 6-16,12-5-4 15,4-1-1-15,16 1 1 16,-16-13-1-16,16 13 2 16,19-22 0-16,4 5-1 0,3-6-5 15,7-5 1-15,5-10 2 16,4-5 1-16,3-7-1 16,2-4-1-16,-5-6 0 15,-1-3-1-15,-8-2 3 16,-3 0-1-16,-11 0 5 15,-7 2-1-15,-5 6-3 16,-11 4 0-16,-3 9-3 16,-1 8-2-16,-6 10-2 15,2 10 1-15,12 16-4 16,-16 23-1-16,16 15 4 16,0 16 0-16,9 18 3 15,5 17 1-15,-2 9 1 0,3 4-1 16,-1 4-2-16,2-6 3 15,-6-8 0-15,-1-12-1 16,-2-20 1-16,-4-11-1 16,1-16 4-16,-1-9 0 15,-3-24 7-15,0 0-5 16,0 0-2-16,0-40 1 16,4 0-1-16,5-3 2 15,4-9-2-15,7-7-3 16,9-1-2-16,9-3 2 15,11 5 1-15,3 7 0 16,10 5 0-16,-1 6-1 16,-5 3 0-16,-4 8-2 0,-7 5 2 15,-10 8 1-15,-6 6-1 16,-10 1-3-16,-19 9-2 16,0 0 1-16,0 0-1 15,-5 21 1-15,-9 1-2 16,-8 6-1-16,-1 8 1 15,-3 8 4-15,3 2 0 16,1 5 2-16,6-1 1 16,6-3 1-16,6-9 5 15,11-5-1-15,5-13-3 16,6-8 1-16,1-10-1 16,3-9 0-16,8-7-2 0,-4-8 0 15,3-6-3 1,-4-5-1-16,1-5 4 0,-5-3-1 15,-6-1 3-15,1 1 0 16,-9 1-1 0,-4 3-2-16,1 6 1 0,-4 5-1 15,0 6 2-15,0 20 0 16,-4-19-3-16,4 19-3 16,0 0 2-16,12 22-1 15,-1-1 1-15,5 3 1 16,1 2-2-16,5 3 1 15,1-3 4-15,7-3 3 16,-4-6-3-16,1-6 0 0,-1-11 0 16,4-9-2-16,-8-10 0 15,1-11-1 1,3-9-1-16,-3-13-1 16,-3-9 4-16,-4-10 0 0,-4-7 2 15,-1-3-3-15,-8-4 4 16,-3 4-3-16,-7 8-1 15,-3 11-6-15,-2 12 3 16,-1 15-6-16,-7 19 3 16,4 20 0-16,-3 20-2 15,5 16 1-15,5 17 3 16,2 9 7-16,4 8-4 16,6 6 5-16,10-2-4 15,0-6 5-15,13-2-3 16,0-10 4-16,6-8-4 15,4-9 4-15,2-10-1 16,2-8-1-16,-2-10-3 0,6-8 1 16,-2-14-1-16,-4-8 0 15,2-10-1-15,-2-6-4 16,-5-2 2-16,-7 0 1 16,-4 4 5-16,-2 6-2 15,-8 6-4-15,-12 17-1 16,10-15-1-16,-10 15 2 15,-7 15-2-15,2 1 0 16,-2 5-5-16,4 4 5 16,3 5 3-16,0 3 4 15,10 1-1-15,2-1 4 16,7-5 0-16,7 0 1 16,0-9 0-16,7-5-3 0,-3-8-2 15,1-4-1-15,-2-9 0 16,-2-13-45-16,-5-8-82 15,1-5-39-15,-16-14 1 16,0 0-5-16,-14-11-1 16</inkml:trace>
  <inkml:trace contextRef="#ctx0" brushRef="#br1" timeOffset="22084.76">7456 8771 588 0,'0'0'171'0,"0"0"-28"16,0 0-91-16,23-4-52 15,15-2-3-15,7-7-9 16,14 1-93-16,2-2-48 16,1-6-20-16,13 8-16 15,-11-9 0-15,7 12 60 16</inkml:trace>
  <inkml:trace contextRef="#ctx0" brushRef="#br1" timeOffset="26558.94">10065 9245 214 0,'14'-26'193'0,"-12"11"-20"16,-2 15-52-16,-9-32-28 0,9 32-5 16,-10-32-29-16,1 16-47 15,-1-1-8 1,-1-2-4-16,-1 3-1 16,2 0-2-16,10 16-1 0,-23-24-1 15,23 24 1-15,-15-15 1 16,15 15-3-16,0 0-2 15,0 0 0-15,-16 17 0 16,12 11 1-16,4 8 1 16,0 16-1-16,-3 10 2 15,-1 14 1-15,-2 11 4 16,-1 5-3-16,1-2-1 16,-4-5 2-16,1-11-1 0,-1-10 1 15,3-12-2-15,0-14 3 16,2-12-3-1,5-10 4-15,0-16-1 16,0 0 6-16,0 0 5 0,0 0 1 16,0 0 1-16,12-19-1 15,-5-4-1-15,-4-8 2 16,6-9-3-16,-6-8-2 16,4-9-4-16,0-6-4 15,-1-3 2-15,1-1-1 16,3 1 2-16,-3 7-2 15,-2 7 2-15,2 11-1 16,-3 6 0-16,-1 9 0 0,0 9-3 16,-3 17 1-1,6-16 0-15,-6 16-3 16,0 0-2-16,0 0-1 16,0 0-2-16,10 23 1 0,0-8 0 15,6 8-2-15,0 8 2 16,6 5 0-16,1 9 4 15,10 4-2-15,-7 5 4 16,0 4-1-16,3 3-1 16,-3 0 3-16,-3-1-1 15,0-1 1-15,-4-2 0 16,-4-1 1-16,3-6-1 16,-6-4 2-16,-2-2 2 15,-1-4-2-15,1-6 3 16,-6-6-2-16,3-6 1 15,-2-4-1-15,-5-18 0 16,3 19 2-16,-3-19 2 0,0 0-36 16,4-16-45-16,-4 16-31 15,-4-29-11-15,1 6-13 16,3 2-15-16,-9-8-18 16,6 5 48-16</inkml:trace>
  <inkml:trace contextRef="#ctx0" brushRef="#br1" timeOffset="27063.3">9945 9789 66 0,'-22'12'161'16,"22"-12"-13"-16,0 0-45 16,-14 10-7-16,14-10-2 15,0 0-3-15,0 0-25 16,0 0-31-16,0 0-35 16,17-17 0-16,2 1 0 15,11-4 1-15,8-8-2 16,18-5-1-16,8-5 4 15,7-5 0-15,7-1 4 0,4 1-4 16,-1 3 2-16,-6 2-2 16,-4 5 2-16,-14 7-2 15,-4 6-1 1,-12 4 1-16,-8 6-1 0,-7 3-2 16,-10 3 0-16,-16 4-2 15,0 0-1-15,0 0 0 16,0 0 1-16,0 0-1 15,0 0 0-15,0 0 3 16,0 0 1-16,0 0 3 16,0 0-1-16,0 0 2 15,0 0-65-15,0 0-70 16,17 5-31-16,-17-5-6 0,0 0-5 16,0 0-1-16</inkml:trace>
  <inkml:trace contextRef="#ctx0" brushRef="#br1" timeOffset="28883.6">10004 9368 266 0,'0'0'122'0,"13"-22"-2"16,-13 22-7-16,0 0-19 15,0 0-24-15,0 0-16 16,0 0-24-16,-16 20-26 16,13 5-6-16,-8 9-2 15,6 15-7-15,-5 13 3 16,-6 12 6-16,2 15-1 0,-5 2 0 15,-4 3 1-15,4-1 0 16,2-6 0-16,-2-14 1 16,7-13 1-16,1-17 1 15,4-13 6-15,4-11-4 16,3-19 1-16,0 0-1 16,0 0 1-16,17-29 0 15,-1-3 0-15,-1-9 0 16,3-11-6-16,-3-10 5 15,4-9-2-15,-1-9 1 16,1-3 1-16,-3 0 0 16,-3 0 0-16,-4 5-2 15,2 7 3-15,-5 9-4 0,0 6 4 16,1 16-2-16,0 9-1 16,-4 10 2-1,-3 21 0-15,5-20-3 0,-5 20-3 16,0 0 1-16,7 24-1 15,0 0 0-15,5 4-1 16,9 10-2-16,2 7 0 16,8 9 3-16,5 6-1 15,-1 2 2-15,2 1-2 16,-3-1 1-16,-1-1 0 16,-3-4 2-16,-8-5-1 15,-6-7 2-15,-6-5 2 16,-3-11-1-16,-3-7-39 0,-4-4-75 15,0-18-32-15,0 0-7 16,-23 0-1-16,2-24-11 16</inkml:trace>
  <inkml:trace contextRef="#ctx0" brushRef="#br1" timeOffset="29055.72">9991 9834 293 0,'36'-5'151'16,"6"-13"-31"-16,13-3-99 0,20-1-108 15,0-11-28-15,18 12-19 16,-9-12-22-16,13 18 64 16</inkml:trace>
  <inkml:trace contextRef="#ctx0" brushRef="#br1" timeOffset="30580.8">10182 12667 180 0,'0'0'166'0,"0"0"-25"16,-9-17-18-16,9 17-11 15,0 0-9-15,0 0-17 16,0 0-28-16,0 0-39 15,-14 0-11-15,14 0-2 16,0 0-2-16,0 0 1 16,0 0-4-16,0 0-1 0,0 0-1 15,0 0-1-15,0 0-2 16,0 0 0-16,0 0 2 16,19 2-1-16,2-4-2 15,5-3 0-15,9 0 0 16,6-2 1-16,11-2-6 15,4-1 10-15,3-1-10 16,2 1 8-16,1 1-5 16,-1 1 6-16,-9 1-6 15,-3 1 10-15,-13 3-1 16,-5 3-5-16,-8-2 1 16,-23 2 1-16,0 0-3 15,-16 4 3-15,-10-3-1 0,-12 1-2 16,-5 0-1-16,-11-2 5 15,-2 0 0-15,-6 2-1 16,-2-1 3-16,5 1-2 16,-2 3 6-16,2 4-6 15,5-2 9-15,5 3-9 16,9-3 6-16,6 4-3 16,9-6 8-16,10 2-9 15,15-7 0-15,0 0-1 16,0 0 0-16,22 1-1 15,8-1 1-15,12-1-1 16,3 1-2-16,7 0 2 16,7 0 0-16,0-2 0 0,-2 0 0 15,-1 1 2-15,-15-1 1 16,-4 2-1-16,-11 0-4 16,-7 2 0-1,-19-2 3-15,0 0-2 0,0 0 1 16,-37 12-1-16,-1-7-2 15,-3-2 0-15,-8 2 5 16,-10 1-1-16,-2 2-2 16,2-1 1-16,4 2 1 15,6-2 1-15,11-2 2 16,5-2-6-16,14 3 1 16,19-6 1-16,0 0-1 0,0 0-1 15,48-9 0-15,-3 0-3 16,14 1-1-16,9-3 5 15,3-1-1 1,11-5 0-16,-2 3-7 0,1-2 9 16,-6 1-7-16,-11 1 8 15,-5-2-9-15,-14 6 6 16,-8 0 2-16,-8 5 2 16,-29 5 3-16,16-13-5 15,-16 13 3-15,-33-7-4 16,3 6 4-16,-4-1-1 15,-11 2-6-15,-4 0 1 16,-3 7 0-16,0 0 6 0,3 0-4 16,8 0 5-16,8 0-1 15,7 0-2-15,7-2-2 16,19-5 4 0,0 0-4-16,0 0-1 0,38-4 0 15,-5 1-2-15,8-6-1 16,4 2-2-16,4-1 5 15,-4-3-5-15,2 1 4 16,-9 3-2-16,-8-2 6 16,-8 4 3-16,-22 5 2 15,23-3-3-15,-23 3-1 16,0 0-89-16,-16 6-48 16,6 10-27-16,-9 0 2 15,5 13-9-15,-9-3-12 16</inkml:trace>
  <inkml:trace contextRef="#ctx0" brushRef="#br1" timeOffset="31459.43">10293 14364 81 0,'0'0'148'16,"-40"-18"0"-16,21 3-40 0,0-1-11 16,-1-3-2-16,1 2-4 15,2-4-18-15,8 4-18 16,-8-1-17-16,17 18-23 16,-19-25-14-16,19 25-2 15,0 0 2-15,-11-18-3 16,11 18-1-16,0 0 1 15,0 0-1-15,33 2-1 16,-7 1 0-16,11-1-1 16,11 0 0-16,6 0 1 15,16-2 4-15,1-2-4 16,0-2 1-16,4-3 0 16,-4 4 1-16,-7-4 0 0,-8 0 4 15,-8 0 0 1,-11 4 6-16,-10 1-2 0,-27 2 1 15,18 0 0 1,-36 2 0-16,-4 1 0 0,-20 2-2 16,-6 4-1-16,-11 0-5 15,-6 1 1-15,-6 2 1 16,4 2 0-16,1 0-1 16,8 2 0-16,13-4-1 15,9 0 1-15,10-4-2 16,7-1-1-16,19-7-1 15,0 0-2-15,0 0 0 0,26 9 0 16,0-11 1-16,0 1 0 16,3-1 2-16,2 0 0 15,-5-3-1 1,1-4-48-16,-1 4-50 0,-7 0-32 16,-2-11-20-16,-1 4-12 15,-6-14-1-15,6 0 31 16</inkml:trace>
  <inkml:trace contextRef="#ctx0" brushRef="#br1" timeOffset="38054.78">12160 11521 254 0,'-22'4'110'0,"8"1"-3"16,14-5-13-16,-23 2-3 15,23-2-13-15,0 0-14 16,0 0-32-16,39-9-41 15,-6 4 1-15,8-2 0 16,6 0 5-16,10-2 2 16,2 1 0-16,2-3-1 15,2-1 0-15,-6 2 2 16,-5 3-1-16,-9 0 1 16,-8 2 4-16,-9 3 3 15,-7 0 5-15,-19 2 2 16,0 0 1-16,0 0-1 0,-19 23-1 15,-10-13-1-15,-10 1-4 16,-6 3-5-16,-10-1-3 16,-1 1-3-1,-5 2 0-15,-5-2 0 0,6-2 1 16,1 0 1-16,10-3 7 16,7-3-11-16,9 1-5 15,7-5-1-15,11 0 0 16,15-2 0-16,0 0 0 15,36-14-1-15,-4 7-3 16,13-3 10-16,3 1 5 16,11 2-1-16,9 4-87 0,7 6-48 15,-4-1-18-15,7 13 0 16,-7 1-7 0,0 15 56-16</inkml:trace>
  <inkml:trace contextRef="#ctx0" brushRef="#br1" timeOffset="60979.66">12053 8845 286 0,'-30'-33'183'0,"4"7"-18"15,4 7-43-15,6 0-17 16,16 19-21-16,-23-17-34 16,23 17-42-16,-6 17-14 15,9 13-2-15,4 11-1 16,2 15 1-16,-2 11 2 0,5 11 4 15,2 10-2-15,-2 2 2 16,-2-1-3-16,1-10 3 16,-6-8-2-1,2-12 3-15,-4-9 0 0,1-13-3 16,-4-10 3-16,0-8-3 16,0-19-53-16,-4 16-42 15,4-16-18-15,-19-14-21 16,5-7-6-16,-1 1-7 15,1-13-9-15</inkml:trace>
  <inkml:trace contextRef="#ctx0" brushRef="#br1" timeOffset="61647.18">11877 8975 416 0,'0'-19'171'15,"-3"-5"-48"-15,3-4-35 16,3 6-12-16,4-6-21 0,4 2-41 15,1 5-14 1,4 4-2-16,6 3-2 16,-1 7-1-16,5 5 0 15,-2 6-3-15,6 8 2 0,-4 5 0 16,-4 2 0-16,-4 2 3 16,-3 3 2-16,-2 2 0 15,-6 4 2-15,-4-1 0 16,-6 8-1-16,-4-1 1 15,-6 2 0-15,1-2 0 16,-5 1-2-16,1-4 1 16,1-4-2-16,1-8 1 15,2-6-1-15,12-15 1 0,0 0 2 16,0 0 1 0,0 0 0-16,0 0-1 15,22-10 1-15,1 3-1 16,3 0 1-16,9 2-3 0,6 1-1 15,6 6-1-15,5 5-1 16,-7 3 1-16,4 8 0 16,-11 3 2-16,-5 3 0 15,-7 5 2-15,-10 2 0 16,-13 4 2-16,-13 1 0 16,-9 2 0-16,-11-5-1 15,-12 0 1-15,-10 0-2 16,-8-7-5-16,-3-7 2 15,-1-7 1-15,1-3-8 16,6-9-122-16,5-16-26 16,19-3-6-16,7-26-1 15,17-3 1-15</inkml:trace>
  <inkml:trace contextRef="#ctx0" brushRef="#br1" timeOffset="86613.03">12072 8831 80 0,'-9'-19'59'0,"9"19"15"0,-10-22 13 16,10 22 28-16,0 0 1 15,-26-23-3-15,26 23-4 16,0 0-14-16,0 0-12 16,-23-3-20-16,23 3-34 15,0 0-29-15,0 0 0 16,0 0 0-16,0 0 0 16,0 0 0-16,0 0-6 15,0 0 0-15,4 17 1 16,-4-1 1-16,0 8 1 15,-4 18 2-15,4 18 0 16,0 20-2-16,0 17 1 0,0 19-2 16,-3 8 1-16,3 6-1 15,0-3 1-15,0-10 0 16,0-8 0-16,-4-17 1 16,4-14 0-1,0-19 1-15,-3-14 0 0,3-12-2 16,0-13-2-16,0-4-2 15,0-16-2-15,0 0 0 16,0 0 1-16,7-24 0 16,-7 3 1-16,3-7 3 15,-3-1 2-15,0-6 3 16,0-6 0-16,-3-6 1 16,3 0-4-16,-4-3 2 0,-1-5-2 15,-2-2 1-15,0-4 2 16,0-5-1-1,-1 0 1-15,-3 1-2 16,-1-3 4-16,2 2-2 0,-1 4 3 16,2 5-3-16,2 3-2 15,1 8 1-15,4 6 0 16,-2 3 0-16,4 8 0 16,4 6 0-16,-2 6 0 15,-2 17 0-15,3-24-1 16,-3 24 3-16,0 0 0 15,23-2 0-15,-10 13 0 16,7 8 0-16,6 8 2 0,3 10-1 16,9 8 1-16,2 8-3 15,2 6 1-15,0 3-1 16,-1 3 1 0,-1 0-2-16,-2-1 2 0,2 2-1 15,-5-2-2-15,-2-3 3 16,-4 1-1-16,-3-1 1 15,-3-1-2-15,0-1 3 16,-8-4-2-16,-1-11 1 16,-2-6 2-16,-1-7-6 15,-6-7 1-15,2-8-4 16,-7-16-1-16,0 0-1 16,0 0 0-16,0-28-25 0,-4 4-55 15,1-2-41 1,1-5-18-16,-8-6-14 15,6 10-4-15,-8-8-4 16</inkml:trace>
  <inkml:trace contextRef="#ctx0" brushRef="#br1" timeOffset="86887.23">12179 9766 282 0,'-29'4'134'0,"-1"-1"-14"16,4-3-6-16,11 4-13 16,-1-8-18-16,16 4-22 15,-10-15-42-15,17-4-17 16,15-11-3-16,13-5 3 16,14-10-4-16,13-5 3 0,21-10-2 15,15-4 5-15,9 3-4 16,1 7 1-16,1 8-106 15,-8 9-59-15,-20 4-5 16,-13 21-3-16,-28 0-3 16,-16 23 41-16</inkml:trace>
  <inkml:trace contextRef="#ctx0" brushRef="#br1" timeOffset="91807.73">12961 14223 77 0,'0'0'25'16,"0"0"-5"-16,0 0-8 15,0 0-24-15,0 0-23 16,0 0-33-16,-7-17 50 16,-2-12 18-16</inkml:trace>
  <inkml:trace contextRef="#ctx0" brushRef="#br1" timeOffset="94902.93">12049 8921 121 0,'0'0'50'0,"0"0"8"15,0 0-1-15,0 0 3 16,0 0-2-16,0 0 0 16,0 0-4-16,0 0-6 15,0 0 3-15,0 0-4 16,0 0-4-16,-8 16-4 15,8-16 0-15,8 24-2 16,-1-3-1-16,0 0 0 16,9 8-8-16,-6 2-5 15,6 8-3-15,3 2-6 0,7 8-6 16,0 2-6-16,0 8 1 16,7 0-3-16,-2 5 2 15,-1 0-3-15,3 2-1 16,-4-2 1-16,-1-3-2 15,-2-2 2-15,-3-2-1 16,-3-2 1-16,0-5-1 16,-1-3 1-16,-9-7 2 15,2-6-2-15,-5-2 3 16,0-12-3-16,-5-1 1 16,-2-19 1-16,3 23 1 15,-3-23-1-15,0 0 1 0,0 0 0 16,0 0 1-16,0 0-2 15,0 0 1-15,-19-9-1 16,7-10 0-16,-5-7 1 16,-6-8-2-16,1-13-1 15,-4-14-4-15,-4-10 5 16,2-7-1-16,2-8 1 16,0-6-2-16,0-3 1 15,4 1 0-15,-1 6 2 16,0 9 1-16,3 8 0 15,1 10-3-15,3 12 2 16,2 13 0-16,2 12 0 16,1 7-1-16,11 17 1 0,-15-16-2 15,15 16 1-15,0 0-2 16,0 0 1-16,-16 24 1 16,18-1 0-16,5 4-1 15,0 12 0-15,5 7 2 16,5 10-2-16,6 4 2 15,-4 8-2-15,7 1 2 16,-3 4-5-16,-1 3 3 16,1-2 0-16,-1-1-1 15,-4-2 2-15,-3-2-2 16,-4-6 2-16,-3-6-2 16,3-11 3-16,-8-8 0 15,2-8-1-15,-5-8 1 0,0-22-1 16,0 19 1-16,0-19 0 15,-8-27 0 1,-6-6 2-16,-2-9-5 16,1-15 1-16,-11-9 2 0,-4-10-1 15,1-7-1-15,-1-2 0 16,1 1 1-16,1 0-2 16,2 5 5-16,0 10-2 15,3 8-1-15,9 11 0 16,-1 10 1-16,1 11 0 15,5 8-1-15,9 21 0 16,0 0 0-16,-17-9-1 16,15 25 0-16,-1 13 0 15,-1 13-1-15,4 11 1 16,-3 13 1-16,3 12-2 16,0 12 0-16,-4 5 1 15,4 4 0-15,-3-6 0 0,-1-6-1 16,-1-11 1-16,2-7 0 15,-1-13 1-15,-3-15 0 16,4-8-1-16,3-14 2 16,0-19-1-16,0 16 1 15,0-16-1-15,7-24-1 16,-4-1 1-16,1-6-1 16,1-7 1-16,2-7-2 15,0-5 1-15,3-4-3 16,-1-1 3-16,1 3 3 15,2 5-2-15,2 6 1 16,2 4-1-16,-6 8 1 16,2 5 0-16,-1 5 3 0,-11 19-4 15,15-18 0-15,-15 18 0 16,0 0 2-16,0 0-2 16,0 0 1-16,0 0 1 15,0 0-1-15,0 0 0 16,0 0 1-16,19 7-1 15,-19-7 0-15,0 0 0 16,14 19 0-16,-14-19 0 16,19 17 0-16,-19-17-1 15,26 18-3-15,-26-18 2 16,35 19-5-16,-17-12 4 16,4-2-3-16,-3-3 2 15,4-1 1-15,-1-2 1 0,1-3 2 16,-1-3 0-16,1 0 4 15,-2 2-26-15,-21 5-53 16,28-10-48-16,-28 10-32 16,20-2-11-16,-20 2-11 15,0 0 1-15</inkml:trace>
  <inkml:trace contextRef="#ctx0" brushRef="#br1" timeOffset="95160.12">12120 9801 73 0,'-26'15'66'16,"0"-6"2"-16,11 0-2 15,15-9 18-15,-26 7 21 16,26-7-3-16,0 0-2 16,0 0-14-16,14-19-8 15,13-2-14-15,3-10-11 16,15 0-23-16,7-8-31 15,7-2 2-15,9-2-2 16,0-1-59-16,3 8-68 16,-2 10-43-16,-15 2-5 15,-7 13-7-15,-16 3-6 16</inkml:trace>
  <inkml:trace contextRef="#ctx0" brushRef="#br1" timeOffset="99499.2">14040 9519 170 0,'-7'-38'194'0,"-1"13"-50"16,4 6-22-16,1-1-10 15,3 20-9-15,-11-30-16 16,11 30-22-16,-5-17-39 16,5 17-26-16,0 0 0 15,0 0 0-15,0 0 0 0,0 0 0 16,0 28 0-1,5-4-3-15,2 9-3 16,0 6 0-16,2 12-1 16,-6 4-1-16,4 2 2 0,-3 0-1 15,-1-3 4-15,-3-7-2 16,0-8 3-16,-3-7-2 16,3-12 3-16,0-4 2 15,0-16 1-15,0 0 3 16,0 0 0-16,0 0 1 15,0 0 1-15,-4-28-1 16,-3 2-1-16,-5-8 0 16,2-8-1-16,-6-5 0 0,2-4-3 15,-1-3 2-15,-1-2-3 16,6 1 4 0,3 1-4-16,1 2 0 15,3 4 0-15,6 1 0 0,3 6 0 16,4 4 0-16,1 6 0 15,1 7 0-15,-2 3 0 16,-10 21 0-16,23-19 0 16,-23 19 0-16,22 9-2 15,-22-9-5-15,23 40-1 16,-11-7 2-16,-2 8 0 16,1 2 1-16,-3 8-1 15,-1-1 5-15,0-2-1 0,-5-3 2 16,-2-3-2-1,0-9-3-15,-2-2 3 16,2-10-2-16,0-2 5 16,0-19-3-16,0 20 4 0,0-20 0 15,0 0 3-15,0 0 5 16,16-12-4-16,-16 12 4 16,12-19-5-16,-12 19 2 15,26-21-4-15,-9 11 1 16,3 1-4-16,6 1-1 15,3 1 0-15,6 5-2 16,-2 2 0-16,0 2-2 16,-2 6-3-16,-1 5 0 15,-4 7 1-15,-11 6-1 16,-4 9 2-16,-8 5-1 16,-10 7 2-16,-8 3 0 15,-8 3 5-15,-7 3-2 0,-6-8 1 16,-9-3 0-16,-4-7 0 15,4-5 1-15,0-10 0 16,5-8 1-16,2-8 3 16,5-5 2-16,7-7 2 15,10-2 0-15,16 7 1 16,-22-24-2-16,22 24 4 16,-7-28-4-16,7 28 0 15,7-26-3-15,-7 26-53 16,22-12-76-16,-3 8-48 15,11 15-3-15,-4 1-6 16,12 10-1-16,-1 4 52 0</inkml:trace>
  <inkml:trace contextRef="#ctx0" brushRef="#br1" timeOffset="103763.23">16106 9297 168 0,'0'0'133'0,"-10"-22"-12"16,10 22-11-16,-13-19-3 16,13 19-6-16,0 0-5 15,-22-23-25-15,22 23-11 16,0 0-11-16,-14-3-42 16,14 3-7-16,0 0 0 15,0 0 0-15,0 0 0 0,-16-4 0 16,16 4 0-16,0 0 0 15,0 0 0-15,0 0 0 16,0 0 0-16,0 0 0 16,0 0 0-16,0 0 0 15,0 0 0-15,0 0 0 16,0 0 0-16,0 0 0 16,0 0 0-16,0 0 0 15,0 0 0-15,0 0 0 16,0 0 0-16,0 0 0 15,0 0 0-15,0 0 0 16,0 0 0-16,0 0 0 16,0 0 0-16,0 0 0 0,0 0 0 15,0 0 0-15,0 0 0 16,0 0-10-16,0 0-1 16,0 0 0-16,0 0-1 15,0 0 1-15,0 0 0 16,-3 23 1-16,3-23 5 15,-4 27 2-15,1-9 3 16,3 1-2-16,0 1 1 16,-4 5 1-16,-1-3 0 15,5-1-1-15,0-2 1 16,-3-3-1-16,3-16 1 16,-4 26 1-16,4-26-1 15,0 0-2-15,0 15 2 0,0-15 0 16,0 0 0-1,-7 26 0-15,4-9-1 16,3 8 0-16,-5 4 0 0,-2 13 2 16,0 3-3-16,0 3 2 15,-2 2-2-15,2 0 2 16,0-1-1-16,2-8 1 16,-2-4 0-16,0-9-1 15,4-9 2-15,3-19-1 16,-4 22 1-16,4-22 1 15,0 0 0-15,0 0 3 16,0 0-1-16,7-16 1 16,-7 16-1-16,4-34 1 0,-1 6-2 15,-3-10 0-15,0-7-2 16,0-12 0 0,0-4-1-16,0-4 0 15,0-5 0-15,0 1 0 0,4 0 1 16,-4 7-1-16,3 6 0 15,-1 9 0-15,1 8 0 16,1 9 0-16,-1 8-1 16,-3 22 2-16,4-19-2 15,-4 19 2-15,0 0-1 16,0 0-2-16,26 24 0 16,-7-2-1-16,0 6 1 15,3 5-2-15,8 7 2 16,3 7-2-16,2 3 1 15,-6 7 0-15,4 2 1 16,-3-4 2-16,-4 2-2 16,1-1 2-16,-4-3-2 0,-2-3 2 15,-2-1-2-15,-3-6 3 16,-6-5-1-16,2 2-1 16,-5-7 1-16,-3-4 0 15,-4-3 0-15,3-3-19 16,-6-8-28-16,3-15-51 15,0 16-22-15,0-16-13 16,0 0-9-16,-20-22-10 16,14 3 1-16</inkml:trace>
  <inkml:trace contextRef="#ctx0" brushRef="#br1" timeOffset="104151.51">15950 9851 24 0,'-16'5'22'0,"16"-5"1"16,-22 7 8-16,22-7 6 15,0 0 3-15,0 0 0 16,0 0 4-16,0 0-1 16,0 0 43-16,0 0 5 15,0 0-4-15,0 0-6 16,22-10-2-16,-6 6-3 15,-16 4-2-15,33-15-14 16,-14 6-45-16,3-1-12 0,-3 1-3 16,2-1-2-16,-5 1-1 15,3 2 0 1,-19 7 0-16,30-17 2 0,-30 17-2 16,22-23 3-16,-22 23-1 15,26-24 3-15,-26 24 0 16,26-28 2-16,-26 28-3 15,19-27-37-15,-19 27-65 16,19-16-37-16,-19 16-14 16,14-17-10-16,-14 17 0 15,16-21-9-15</inkml:trace>
  <inkml:trace contextRef="#ctx0" brushRef="#br1" timeOffset="107080.59">16384 12811 253 0,'0'0'209'15,"-28"-7"-10"-15,14-3-82 16,14 10-41-16,-19-9-8 15,19 9-11-15,0 0-19 16,0 0-32-16,16-19-6 16,6 12-4-16,11-2 2 15,9-1-3-15,6-2 2 0,11 2 4 16,6-1-2-16,6 1 0 16,-5 1 1-1,1 0-1-15,1 4 1 16,-9 2-1-16,-7 1 0 0,-7-1 0 15,-6 3 2-15,-10 0 5 16,-6 1-2-16,-23-1-1 16,13 2 0-16,-13-2-1 15,-22 2-2-15,-4-2 0 16,-7 0 0-16,-5 0 0 16,-9 0 0-16,-5 2-1 15,-2 3 0-15,-5-2 2 16,-2 6-1-16,2-1 1 0,4 3-1 15,-1 1 0 1,7 0 0-16,11-2 0 16,5-1 0-16,11-2 0 15,3-3 0-15,19-4 0 0,0 0 0 16,0 0 0-16,41-7-1 16,-8 0-1-16,9 3-4 15,3-3-2-15,7 2 7 16,4 0 0-16,-8-2 0 15,1 4 1-15,-13-3 0 16,-4 5 1-16,-12-1 6 16,-20 2 0-16,23 2-4 15,-23-2-1-15,0 0-2 16,-14 3 0-16,-5-1 0 16,-10 1 0-16,-4 1 0 15,-9-1 0-15,-7 1-1 16,-3 3 0-16,0 1 0 0,2 1 1 15,1 0-1-15,6-1 1 16,12 1 3-16,6-4-2 16,10-2-1-16,15-3 0 15,0 0 0-15,0 0 0 16,0 0-116-16,33-10-59 16,-14-9-11-16,7 0-1 15,0-12 2-15,7 0 12 16</inkml:trace>
  <inkml:trace contextRef="#ctx0" brushRef="#br1" timeOffset="108882.87">18097 8961 332 0,'-14'-24'187'0,"2"3"-52"15,12 21-41-15,-26-15-9 16,26 15-11-16,-14 17-33 16,11 9-46-16,6 16-5 0,0 13 2 15,8 19-3-15,1 9 9 16,2 14-1-16,5 7 2 16,-7 0-2-16,2-5 0 15,-5-9 0-15,-2-12 1 16,-4-16 2-16,1-10-2 15,-4-14 1-15,-4-12-1 16,4-7 1-16,0-19 1 16,-3 19-1-16,3-19 1 15,0 0 2-15,0 0 0 16,0 0 2-16,-9-28 1 16,2 8 0-16,4-3 0 0,-4-10 0 15,-2-5-2-15,-1-7 0 16,-1 0 0-16,2-7-2 15,-8-3 2-15,1-1-2 16,1 1 1-16,1 0 1 16,-2 1 1-16,9 5 0 15,-1 3-1-15,11 4 1 16,2 8-2-16,9 1 0 16,5 5-2-16,0 9 0 15,4 3-4-15,0 6 0 16,-1 8-2-16,1 7 0 15,-2 4 0-15,-2 8 0 16,0 4 1-16,0 7-1 0,-5 1 4 16,1 2-1-16,1 2 2 15,-9-2-1-15,0 1 1 16,0-5-1-16,-7 1 1 16,-4-4 0-16,1-1 1 15,-8-1-1-15,3-1 1 16,1-2-2-16,7-19 2 15,-19 28 0-15,19-28 0 16,-14 19-1-16,14-19 1 16,0 0 0-16,0 0-1 15,0 0 2-15,0 0-1 16,0 0 1-16,0 0 1 16,0 0 1-16,17 0-1 0,-17 0 0 15,19 5 0-15,-3 2-1 16,3 5-1-1,7 7 0-15,0 2-3 16,0 3 2-16,0 6-4 0,-3-1 4 16,-4 2-3-16,-9 2 3 15,-6 0-2-15,-15 0 3 16,-4 0-2-16,-11 0 1 16,-7-4 2-16,-2-1-2 15,-5-6 2-15,-5-4-1 16,7-5 1-16,1-2-70 15,8-8-66-15,10-10-34 16,19 7 0-16,0 0-4 0,33-7-1 16</inkml:trace>
  <inkml:trace contextRef="#ctx0" brushRef="#br1" timeOffset="109650.4">18755 12711 225 0,'-37'-18'168'0,"8"1"-42"15,-6 5-34-15,2-2 1 16,2 7-7-16,1-2-20 16,8 8-13-16,-1-3-13 0,23 4-26 15,-26-5-5-15,26 5 3 16,0 0-1-16,0 0 2 15,16-10-2-15,10 1-7 16,9-5-4-16,13 0 0 16,11-1 0-16,9-3 0 15,7 1 0-15,-1-2 0 16,-3 2 0-16,-5 3 0 16,-12 4 0-16,-10 1 0 15,-15 5 0-15,-13 3-5 16,-16 1-6-16,0 0-2 15,0 0 0-15,-42 17 3 0,6-1 0 16,-6-1 0-16,-7 2 11 16,-3 3 1-16,0-1 2 15,7-2-3-15,5 0 4 16,9-3-3-16,12-7 5 16,19-7 2-16,0 0 1 15,0 0 0-15,0 0 2 16,34 9-3-16,-4-15-9 15,12-7-30-15,3-1-96 16,3-5-51-16,-2-18-7 16,6-8-3-16,-9-20-4 15,6-13 64-15</inkml:trace>
  <inkml:trace contextRef="#ctx0" brushRef="#br1" timeOffset="110843.26">20576 9446 163 0,'0'0'76'0,"0"0"3"16,0 0 2-16,-2 17 0 0,2-17-4 16,0 0-1-16,0 0-15 15,-3 19-5-15,3-19-6 16,0 0-11-16,0 0-13 15,0 0-6-15,0 0-7 16,0 0 0-16,0 0-1 16,0 0-6-16,0 0-1 15,0 0 1-15,3-15-2 0,-3 15-2 16,-3-24 0 0,3 8-3-16,-4-1 0 15,-3-2-2-15,-2 0 1 16,-1-1-2-16,-4 3 0 0,-2 2-1 15,-3 2 1-15,0 3-1 16,-3 5 1-16,1 0 0 16,-2 6 1-16,1 5-1 15,-1-1 1-15,1 3 2 16,-1 5 0-16,1 2 1 16,-1 2 0-16,0 4 0 15,4 0 1-15,-2 5 1 16,2 3-2-16,4 3 2 15,1-1-2-15,2 2 3 16,5 3-2-16,7 2 2 16,0-2 0-16,7 1 0 15,5-4 2-15,5-2-1 0,6-2 3 16,6-5-2-16,-1-4 3 16,5-8-2-16,7-5 1 15,-2-6-1-15,0-2 0 16,-1-6-2-16,-2-2 1 15,-3-3-3-15,1-2 2 16,-6 2-1-16,-8-2-1 16,-4 4 0-16,-15 10 0 15,23-16 0-15,-23 16 0 16,0 0-3-16,17-7-104 16,-17 7-67-16,0 0-9 15,19 0-7-15,-19 0-2 16,16 9 29-16</inkml:trace>
  <inkml:trace contextRef="#ctx0" brushRef="#br1" timeOffset="112055.19">20833 14360 250 0,'0'0'140'16,"0"0"-11"-16,0 0-15 16,-16 14-11-16,16-14-18 15,0 0-12-15,0 0-22 16,0 0-25-16,0 0-21 16,0 0-1-16,0 0 1 15,0 0-1-15,0 0 1 0,0 0 1 16,0 0-2-1,0 0-1-15,0 0 0 16,0 0 2-16,0 0-1 16,0 0 0-16,0 0-4 0,0 0 0 15,0 0 0-15,0 0 0 16,0 0 0-16,0 0 0 16,0 0 0-16,0 0 0 15,0 0 0-15,0 0 0 16,0 0 0-16,0 0 0 15,0 0 0-15,0 0 0 16,0 0 0-16,0 0 0 16,0 0 0-16,0 0 0 15,0 0 0-15,0 0 0 16,0 0 0-16,0 0 0 16,0 0 0-16,0 0 0 15,0 0 0-15,0 0 0 0,0 0 0 16,0 0 0-16,0 0 0 15,0 0 0-15,0 0 0 16,0 0 0-16,0 0 0 16,0 0 0-16,0 0 0 15,0 0 0-15,0 0 0 16,0 0 0-16,0 0 0 16,0 0 0-16,0 0 0 15,0 0 0-15,0 0 0 16,0 0 0-16,0 0 0 15,0 0 0-15,0 0 0 16,0 0 0-16,0 0 0 16,0 0 0-16,0 0 0 0,0 0-122 15,-10-22-59-15,6-8-6 16,-8-22-1-16,-2-14-4 16</inkml:trace>
  <inkml:trace contextRef="#ctx0" brushRef="#br1" timeOffset="112886.78">20904 14644 260 0,'0'0'67'15,"-19"-24"-22"-15,8 5-127 16,-4-21-88-16,4-7 51 16,-15-34 119-16</inkml:trace>
  <inkml:trace contextRef="#ctx0" brushRef="#br1" timeOffset="115690.77">21263 10457 238 0,'-2'-31'138'0,"-1"-4"-8"16,-1-8-15-16,4 0-11 0,-7-13-13 16,7-1-13-16,-6-10-16 15,6-1-25-15,-6-6-31 16,-1-6 0-16,0-1-2 15,-1-4-2-15,-3-2 0 16,-3-1-1-16,-1 0-2 16,-1-4 1-16,-3 0 2 15,-2 2-4-15,-1 4 1 16,-4 6 1-16,-6 6-4 16,-4 4 2-16,-6 10-3 15,-3 6 2-15,-3 9-1 16,-4 7 1-16,-1 5 0 15,1 4-1-15,-3 3 5 0,3 3-5 16,3 4 3-16,-1 2-2 16,1 0 2-16,-1 1-4 15,5 2-3-15,0 4-1 16,3 1 1-16,2 6 0 16,9 3 0-16,-2 1 1 15,10 6-1-15,1 5 3 16,3 4 3-16,-1 1 1 15,7 8 0-15,-3 0 0 16,-1 7-1-16,1 2 0 16,4 4 0-16,-6 2 0 15,-1 3 0-15,4 2 0 16,-3 6 0-16,6 1-1 0,-3 1 0 16,4 3 3-16,-4 8-3 15,4 0 1-15,4 5-1 16,-1 2 1-1,4 5-2-15,-3 2 2 0,4 2 0 16,-1 3-1-16,1-2 2 16,3 0-1-16,0 1 1 15,0-1-1-15,0 0 1 16,3-1 1-16,1-2-4 16,-1-2 4-16,1-1-3 15,-1-1 3-15,1 0 6 16,-4 1-7-16,5-2 7 15,-5 1-7-15,3 6 8 0,-3-1-8 16,4 6 8-16,-1 3-7 16,1 1-2-16,3 1 3 15,-4 5 0-15,2 0 5 16,-1-3-5-16,3 3 6 16,0 0-6-16,1 0 4 15,-1 2-4-15,0 4 6 16,2-3-9-16,-2 1 5 15,0 3-1-15,5-1-2 16,-5-4 3-16,0 1-1 16,1-1 2-16,3-3-2 15,-4 1 1-15,5 2-1 16,-2-4-2-16,-4 1 3 0,4 1-5 16,-3-2 1-16,2-4-1 15,-2-1 1-15,0-5 0 16,1-5 0-1,3 0 1-15,-4-2-1 0,1-5 2 16,3-2 2-16,-4-1-2 16,1-3 3-16,3-4-3 15,-4-4 2-15,1-3-2 16,3-7 3-16,-3-6 0 16,6 2-2-16,2-5 4 15,-2-1-3-15,5-3 3 16,0 1-1-16,0-6 7 0,7 1-5 15,-5-6 5-15,2-5-3 16,-1-2 1 0,6-1 1-16,-2-4-7 15,3-1-4-15,1-4 0 16,3-2 0-16,5-2 0 0,4 1 0 16,-2-4 0-16,1-4 0 15,1-1 0-15,-2-2 0 16,-2-2 0-16,-1-3 0 15,-3-2 0-15,-4-5 0 16,-4-3 0-16,3-4 0 16,-3-2 0-16,-3-1 0 15,0-2-2-15,-1-2 4 16,-3-4-2-16,4 1 0 16,-6-4 0-16,2 0 0 15,0-3 0-15,0-4 0 16,0-3 0-16,2-2 0 0,-2-1 0 15,-3 1-2-15,1 0 3 16,-1 0-3-16,0 3 3 16,-6 3-1-16,2 1 0 15,-1 0-1-15,-1-2 3 16,-1 0-1-16,-6 0-1 16,4-3 0-16,-7-2 0 15,4-1 0-15,-3-5 0 16,-1-2 0-16,4-1 0 15,-4-1 0-15,3 0 0 16,1-1 0-16,-1 5 0 16,-3-3 0-16,4 4 0 15,-8 3 0-15,4 0 0 0,-3-1 0 16,-4 0 0-16,2-2 0 16,-2-4 0-16,0 0 0 15,3-1 0-15,-1-2 0 16,-2-2 0-16,0 2 0 15,4 4 0-15,-4-3 0 16,5 3 0-16,-2 3 0 16,1 0 0-16,3 5 0 15,-3 0 0-15,3-2 0 16,0 2 0-16,0 0 0 16,0 2 0-16,3 0 0 15,0 1 0-15,1 3 0 16,-2 1 0-16,5 3 0 0,-4 0 0 15,4 1 0-15,0-2 0 16,-2 1 0-16,2-1 0 16,0-2 0-1,2 0 0-15,1-2 0 0,1 2 0 16,-3-2 0-16,6 2 0 16,-5 2 0-16,5-2-3 15,-6-3 4-15,6-3-13 16,-5-1 7-16,-2-3-8 15,0-4 6-15,0-1-6 16,-5-8 2-16,1-1 6 16,-3 1-5-16,0 4 7 15,3 0-3-15,-3 7 4 0,0 5-1 16,0 9 1-16,0 8-1 16,-3 13 2-16,3 3-1 15,0 19-1-15,-3-18 1 16,3 18-1-16,0 0 0 15,0 0-1-15,0 0 1 16,0 0-2-16,0 0 2 16,0 0 0-16,0 0-1 15,0 0-89-15,0 0-72 16,-25 4-9-16,25-4 0 16,-47-33-7-16,20 4 79 15</inkml:trace>
  <inkml:trace contextRef="#ctx0" brushRef="#br1" timeOffset="143798.75">8824 16936 102 0,'0'0'44'0,"0"0"-4"16,0 0-3-16,0 0-3 15,0 0 1-15,0 0-2 0,0 0-1 16,0 0-2-16,16-7 4 15,-16 7 2-15,0 0-1 16,0 0-2-16,0 0-2 16,0 0-5-16,0 0-2 15,0 0 1-15,0 0 0 16,0 0-1-16,0 0 5 16,0 0 4-16,0 0 4 15,0 0-1-15,0 0-1 0,0 0-3 16,0 0-3-16,0 0-4 15,0 0-6 1,0 0-7-16,0 0-7 16,0 0-1-16,0 0-5 0,0 0 2 15,0 0-1-15,0 0-1 16,0 0 1-16,0 0 0 16,0 0-1-16,0 0 2 15,0 0-2-15,0 0 0 16,0 0 0-16,0 0 0 15,0 0 0-15,0 0 0 16,0 0 1-16,0 0-54 0,0 0-38 16,15 12-34-1,-15-12-16-15,0 0-16 16,-15 4-14-16,15-4-3 16</inkml:trace>
  <inkml:trace contextRef="#ctx0" brushRef="#br1" timeOffset="149482.79">9154 17189 153 0,'0'0'64'0,"0"0"0"15,0-18 4-15,0 18 3 16,0 0 7-16,7-15 10 16,-7 15 1-16,0 0-6 0,3-16-7 15,-3 16-1-15,0 0-14 16,0 0-8-16,0 0-53 16,0 0 0-1,0 0 0-15,0 0 0 0,0 0 0 16,0 0 0-16,0 0 0 15,0 17 0-15,0-17-17 16,0 0 3-16,0 23 3 16,4-7 5-16,-4 1 7 15,0 5 3-15,0 8-3 16,0 6 0-16,0 11-2 16,-4 7 1-16,1 6-3 15,-8 9 3-15,3 11-3 0,-3 10 3 16,-4 9-3-16,1 1 7 15,-5 4-8 1,0 2 2-16,0-6 0 16,1-7-1-16,-1-8 1 0,3-10-1 15,-1-11 0-15,5-5 0 16,2-11 0-16,1-5 3 16,5-6-1-16,-3-3 1 15,4-6-2-15,-2 0 2 16,5-8-3-16,-4-2 3 15,4-18 1-15,-3 17-1 16,3-17 0-16,0 0 1 16,0 0 0-16,0 0 1 0,0 0 0 15,0 0 0-15,0 0 0 16,0 0 1 0,0 0-3-16,0 0 4 15,0 0-65-15,0 0-61 0,-11-19-36 16,6-5-6-16,-12-16-16 15,5-3-6-15</inkml:trace>
  <inkml:trace contextRef="#ctx0" brushRef="#br1" timeOffset="151187">10076 16908 68 0,'41'42'24'0,"1"3"1"16,-6 0-4-16,6 0-4 15,-4-2-2-15,2 0 5 16,-5-1-1-16,1 3-4 15,-3-5 4-15,2 1 0 16,-5-3 4-16,3 4-3 0,-7-4 1 16,0 2-8-16,-4 0 4 15,1 1 3-15,-4 2-3 16,-7 4-2 0,2 0 0-16,-7 5 8 0,-2 3 17 15,-5 2 14-15,-5 4-1 16,-2-1-4-16,-4 6 16 15,-8-5-5-15,0 6-2 16,-7-6-8-16,4 3-18 16,-8-7-15-16,1 2 1 15,-10-7-3-15,6 2-15 16,-8-8 2-16,-1-2 1 16,-5-1-2-16,-3-3 1 0,-6-2-1 15,-6-4 1-15,-2-1-1 16,-7 0 0-16,-8-2-2 15,-2 2 2 1,-6-2-1-16,-3-1 0 0,-2 1-1 16,-5 2 0-16,-1 0 0 15,1-2 0-15,-4 0 0 16,4-2-1-16,0-1 3 16,0 0-1-16,0-2 1 15,6-5 0-15,3-4 0 16,5-3-1-16,4-4 1 15,5-5-4-15,6-5-1 16,6-3-1-16,4-4-2 0,3-7 0 16,3-7-1-16,3-5 2 15,0-10 2 1,1-6 2-16,3-6 1 16,-4-6 1-16,1-5 2 0,2 1-1 15,-2-3 1-15,3 2-2 16,1 2 0-16,-1 3-2 15,4 2 2-15,-1 2-3 16,2 0 3-16,-2 0 0 16,6 0 1-16,-2 1 3 15,1-1-1-15,6-2 1 16,1 2 0-16,1-2 1 16,6-2-1-16,4 2 0 15,2-1-1-15,5-1-2 16,5 2 2-16,3 2-1 15,3-2 0-15,2 5 0 16,3 0 0-16,6 2-1 0,2 4 0 16,2-1-1-16,2 3 1 15,3-1-1-15,4-2 0 16,3 1 0-16,3-1 0 16,4 1-2-16,2-1 1 15,5 2 0-15,1-3-1 16,4 0-1-16,1 3 2 15,2-2-2-15,1 3 2 16,3-1 0-16,3 0 1 16,1 5-2-16,5 1 2 15,-6 1-1-15,4 5 0 16,-1 2 1-16,1 2 1 16,1 5-1-16,-1 0 1 0,0 1-2 15,2 3 2-15,-2 3-1 16,5 0 2-16,-1 3-3 15,1-1 1-15,0 3 0 16,2 2 1-16,-1 1-1 16,-1 4 0-16,2 0 2 15,-2 4 0-15,-2-1-1 16,3 4 1-16,2 0 0 16,-4 0-1-16,5 1 2 15,-4-1-3-15,7 0 0 16,-2 2 0-16,-1 0-1 15,3 1 0-15,-3 0 0 16,0 6 0-16,-2 3-1 0,-2 3-2 16,-3 4 3-16,1 6-2 15,-3 4 3-15,-9 4-1 16,2 1 0 0,-5 1-2-16,-5-1 4 0,-4 1-2 15,-1-1 1-15,-8-4-1 16,-3-3 0-16,-7-1-2 15,0-3 2-15,-3-1 1 16,-6-3-1-16,-1-2 4 16,-2-1 1-16,-7-8 0 15,0-15-100-15,-7 21-65 16,7-21-2-16,-16 9-17 0,16-9-7 16,-38 5 24-16</inkml:trace>
  <inkml:trace contextRef="#ctx0" brushRef="#br1" timeOffset="152323.93">9609 17665 70 0,'0'0'55'16,"0"0"8"-16,-18-16 10 0,18 16 17 16,0 0 12-16,0 0 17 15,-15 4-16-15,15-4-9 16,0 0-9-16,-23-4-7 15,23 4-14-15,-19 0-37 16,19 0-27-16,-22 4 0 16,22-4 0-16,-30 6 0 15,30-6 0-15,-30 20 0 16,15-8 0-16,4 5 0 0,-4 0 0 16,4 6 0-1,-1-1-6-15,5 6-2 16,-3 1 3-16,5 3-1 15,1 2 1-15,1 1 0 0,3-1 4 16,3 1-1-16,1-2 1 16,4 0 0-16,3-2 2 15,1-3 1-15,2-2 1 16,5-6 0-16,0 1 2 16,0-2-3-16,2-5 2 15,2-2 0-15,3-1 0 16,0-5 0-16,0-2 0 15,-4-2 0-15,6-4-4 16,-5-2 0-16,3-2 0 16,-6-3 0-16,3-1 0 15,-4-4 0-15,4-2 0 16,-4-1 0-16,0-2 0 0,2-2 0 16,-6 0 0-16,1 0 0 15,-2-1 0-15,-6-2 0 16,3-1 0-1,-8-1 0-15,1 1 0 0,-8-3 0 16,1-5 0-16,-8-2 0 16,-4-4 0-16,-8-1 0 15,1-2 0-15,-8 8-63 16,-8 2-113-16,-18-4-25 16,-11 20 0-16,-34 6-5 15,-13 29 31-15</inkml:trace>
  <inkml:trace contextRef="#ctx0" brushRef="#br1" timeOffset="165455.26">6972 18066 203 0,'0'0'73'0,"-16"-1"8"15,16 1 4-15,0 0-4 16,-19-7-8-16,19 7-7 16,-17-9-9-16,17 9 11 15,-28-16 9-15,28 16-8 16,-33-19-12-16,33 19-24 15,-40-26-33-15,25 13 0 16,-11-5 0-16,3 4 0 16,-3 1 0-16,3-1 0 15,1 2 0-15,-4 1 0 16,0-1 0-16,3 3 0 0,1-1 0 16,3-2 0-16,1 3 0 15,-1-1 0-15,0-1 0 16,3-1 0-16,2 2 0 15,-1-2 0-15,-3 1 0 16,3 1 0-16,-1 0 0 16,-1-1 0-16,-2 1 0 15,0 3 0-15,0-2 0 16,0 4 0-16,-2 0 0 16,-2 1 0-16,1 1 0 15,2 3 0-15,-2-2 0 16,3 1 0-16,0 2 0 15,-2 1 0-15,-2 1 0 0,4-1 0 16,0 3 0-16,-7 2 0 16,7 4 0-16,-7-4 0 15,3 5 0-15,-6-4 0 16,6 6 0-16,-6 0 0 16,3 0 0-16,-4-2 0 15,-1 2 0-15,1 2 0 16,-2-3 0-16,-1 1 0 15,1 2 0-15,-1-1 0 16,-1 1 0-16,1 0 0 16,-4 3 0-16,6 0 0 15,-2 3 0-15,-4-1 0 16,3 1 0-16,-3 1 0 0,6 1 0 16,-2 0 0-16,0 1 0 15,-2-1 0-15,6 0 0 16,-1 0 0-16,1 1 0 15,-1-3 0-15,3 1 0 16,1-1 0-16,0 4 0 16,3 0 0-16,-3 0 0 15,3 3 0-15,1 1 0 16,-1 1 0-16,-1 2 0 16,5 1 0-16,-4-1 0 15,4 4 0-15,0-1 0 16,-4 2 0-16,6 0 0 0,-2 2 0 15,-4 3 0-15,4 1 0 16,-3 2 0-16,3 3 0 16,-2-3 0-16,2 3 0 15,0 1 0-15,3-1 0 16,2-1 0-16,2-1 0 16,2 0 0-16,-3 1 0 15,7-3 0-15,2 2 0 16,1-2 0-16,-1 2 0 15,4-2-2-15,0 0-2 16,7-2 0-16,0 0 2 16,2 2-1-16,-2-5 2 15,7 1-2-15,1-1 2 0,1 0-2 16,1-5 2 0,2 1-2-16,4-3 2 15,-1-4-1-15,4 1 2 16,0-3-2-16,0-1 3 0,6-1-2 15,1-3 2-15,3-1 0 16,2-4 1-16,4-1-1 16,1-2 2-16,3-4-3 15,2-3 1-15,4-4 1 16,0 1 0-16,2-6-1 16,2 0 0-16,-1-3-1 15,1 0 2-15,1-5-1 16,2 3-1-16,2-5 1 0,-2 0 0 15,0-4 0-15,2 0 0 16,3-3-1 0,-2-1 0-16,-1-5 2 15,2-4 0-15,1-1-2 0,-2-2-1 16,-1-5 2-16,1 3-2 16,-4-3 3-16,1 1 0 15,0 0 0-15,2-3-2 16,-6 3 1-16,6-2-1 15,-2 2 0-15,2-4 0 16,1 0 0-16,-1-3 0 16,-6 0 0-16,1-4 0 15,-4 2-2-15,-3-2 1 16,-1-1-2-16,-6-4 3 16,0 0-3-16,-6 0 3 15,-3 3-3-15,-2-1 3 16,-1 2 1-16,-4 6-2 0,-7 2 2 15,0 9-2-15,-5 7 3 16,-4 7-4-16,-1 1-1 16,-9 16-1-16,0 0-1 15,0 0 3-15,0 0 4 16,0 0-5-16,0 0 0 16,-26 0 5-16,7 3-2 15,-7 3 1-15,-7-1 0 16,-5-2 2-16,-8 8-7 15,-6-4 4-15,0 6 1 16,-7-2-4-16,-1 3 2 16,4-4 0-16,-1 6 3 15,-2-4-6-15,7-2 2 0,0 1 1 16,10-3-1-16,5-1 2 16,11-3 0-16,4-1 0 15,22-3 0-15,-23-2 3 16,23 2 1-16,0 0 0 15,0 0-2-15,0 0 1 16,14-19 0-16,2 11-1 16,6-3 0-16,4-3-3 15,11-1 0-15,8-2-1 16,4-3 4-16,3 1-1 16,1-1 0-16,3-1-1 15,0 2 2-15,-4 2-2 16,0 1 0-16,-7 2 0 0,-3 0-2 15,-6 6-1-15,-5 2-2 16,-8 5 3-16,-2 2-3 16,-21-1 1-1,22 9 0-15,-22-9 0 0,12 24 2 16,-8-6 1-16,-1 6 0 16,-3 5 1-16,4 11-2 15,-4 9 3-15,0 8-1 16,0 7 4-16,0 12-3 15,0 7-2-15,0 4 3 16,3 3-1-16,-6-2 2 16,6-3-2-16,-6-4 2 0,3-5-4 15,3-10 1-15,-3-7 3 16,0-11-3-16,0-8 1 16,0-9-1-1,0-7 0-15,2-8-1 0,-2-16 0 16,0 0 0-16,0 17 1 15,0-17 1-15,0 0-1 16,0 0 2-16,0 0 0 16,0 0 0-16,0 0 1 15,0 0 0-15,0 0-1 16,0 0 1-16,0 0 2 16,0 0 2-16,0 0-4 15,0 0-3-15,7-20 0 0,-11 4 0 16,4-7 0-1,-5-9 0-15,2-10 0 0,-1-12 0 16,1-13 0 0,-1-11 0-16,1-7 0 0,3-5 0 15,0-3 0-15,0-1 0 16,3 1 0-16,-3 3 0 16,0 8 0-16,4 8 0 15,-4 8 0-15,0 9 0 16,0 10 0-16,0 13 0 15,-4 9 0-15,4 10 0 16,0 15-4-16,-3-19 1 16,3 19 3-16,0 0 3 0,0 0 1 15,-16 10-4-15,16-10 0 16,0 0 0 0,-26 19 0-16,4-7 0 15,-8 4 0-15,-3 5 0 0,-5 3-5 16,-11 5-3-16,-3 4 10 15,-7 2-3-15,5-2 0 16,-1 5-1-16,-1-2 1 16,4-3-1-16,4-5 3 15,9-4-3-15,6-5 1 16,11-7 1-16,6-5 4 16,16-7 0-16,0 0-3 15,0 0 2-15,4-29-1 16,11 8 1-16,8-3-1 15,3-6-2-15,10-4-2 16,6-3-1-16,3 4 1 16,4 4 0-16,3 1-2 0,0 4 3 15,-3 3 0-15,3 6 0 16,-4 4 0-16,-3 4 1 16,-3-1 0-16,-2-1-1 15,-5 6 2-15,-2 1-3 16,-7 0 1-16,-7 4-1 15,-4 1 0-15,-15-3-1 16,21 16 1-16,-21-16 0 16,12 28 0-16,-8-4 1 15,3 7 0-15,2 12 1 16,-3 9 1-16,1 11 0 16,-1 11 2-16,1 9 0 15,0 7-2-15,-1 2 1 0,-4-4-2 16,-2-3 1-16,4-5-1 15,-8-9 0-15,2-11-2 16,2-6 2-16,-3-11 2 16,3-10-1-16,-3-7 1 15,3-7 1-15,0-19-1 16,-4 19-53-16,4-19-104 16,-10-23-11-16,-3 6-8 15,-13-7-3-15,0 0-2 16</inkml:trace>
  <inkml:trace contextRef="#ctx0" brushRef="#br1" timeOffset="173811.2">10428 17691 118 0,'0'0'55'0,"-19"-4"3"16,19 4 11-16,0 0 11 16,0 0 23-16,-16-7 0 15,16 7-4-15,0 0-10 16,0 0-6-16,0 0-7 16,0 0-18-16,0 0-26 15,-3-15-32-15,3 15 0 16,0 0 0-16,0 0 0 15,0 0 0-15,0 0 0 0,0 0 0 16,0 0 0-16,0 0 0 16,0 0 0-1,0 0 0-15,0 0 0 16,0 0 0-16,0 0 0 0,0 0 0 16,15-11 0-16,-15 11 0 15,0 0 0-15,20-1 0 16,-20 1 0-16,22-4 0 15,-22 4 0-15,33-2 0 16,-14 1 0-16,-1-3 0 16,4 1 0-16,1 1 0 15,3 0 0-15,0-1 0 16,3-1 0-16,-1 1 0 16,2-1 0-16,-1 3 0 15,4-3 0-15,-2-1 0 16,-1 2 0-16,-1-1 0 15,1 1 0-15,-1-1 0 0,-1 1 0 16,-2-1 0-16,0 3 0 16,4-3 0-16,-4 2 0 15,7 1 0-15,1-3 0 16,-1 2 0-16,6 1 0 16,1-5 0-16,1 3 0 15,1 0 0-15,3-1 0 16,2-1 0-16,-2 0 0 15,4-2 0-15,-1 2 0 16,4 1 0-16,2-1 0 16,-2 0 0-16,4 1 0 15,-1-1 0-15,-3 2 0 0,6-1 0 16,-6 2 0-16,3 1 0 16,1 1 0-16,-4 0 0 15,5 0 0-15,-5 1 0 16,4-1 0-16,-1 0 0 15,6 2 0-15,-5 0 0 16,-1-2 0-16,6 0 0 16,1 2 0-16,-1-4 0 15,2 2 0-15,-6 0 0 16,5-2 0-16,3-1 0 16,-3 1 0-16,-1-2 0 15,0 3 0-15,1-3 0 16,2 1 0-16,2-1 0 0,2 1 0 15,-4-1 0-15,2 3 0 16,-2-3 0-16,1 1 0 16,-3 1 0-16,-1-1 0 15,-2-1 0-15,-4-3 0 16,3 2 0-16,1-2 0 16,-4 2 0-16,3-2 0 15,-3 2 0-15,4-2 0 16,-5 2 0-16,5-1 0 15,-4 0-1-15,-2 0 2 16,0-1-1-16,-1 2 0 16,1-2 0-16,-5 2 0 15,4-2 0-15,-7 2 0 0,4 0 0 16,-4 0 0-16,-2 1 0 16,3 1 0-16,-8-2-1 15,2 1 0 1,-6 1 0-16,3-1-2 0,-2 1 1 15,-2-1 1-15,0-1 0 16,-6 2 0-16,3-1 2 16,3 2-2-16,-4-1 1 15,1-2 2-15,1 1-2 16,2 3 0-16,-3-3 0 16,1 1 0-16,-5 1 0 15,3-2-1-15,-3 3 1 16,0-1 0-16,-3 0-1 0,-4 0 2 15,2 2-1 1,-2 0-2-16,-3 0 2 16,-2 0 0-16,-14 0-1 15,27 2 2-15,-27-2-2 0,21 0 0 16,-21 0 1-16,23 2 1 16,-23-2 0-16,0 0-1 15,19 0 0-15,-19 0 0 16,0 0 0-16,0 0 1 15,0 0-2-15,0 0 0 16,0 0 1-16,0 0 0 16,0 0 1-16,0 0-1 15,0 0 0-15,-19-12 0 16,19 12 1-16,-11-24 0 16,4 8 0-16,2-3-3 15,-2-2 1-15,-3 0 1 16,6 2 0-16,-4 0 0 0,4 2 0 15,-3 0-2-15,7 17 2 16,-7-25-1-16,7 25 3 16,-5-17-2-16,5 17 0 15,0 0 1-15,0 0-1 16,0 0 3-16,0 0-2 16,0 0 1-16,0 0-2 15,0 0 2-15,0 0-2 0,0 0 0 16,0 0 1-1,0 0-1-15,0 0 0 16,0 0 0-16,0 0 0 16,-17-17 1-16,17 17-1 15,0 0 1-15,-19-19 0 0,19 19-1 16,-16-17 0-16,16 17 0 16,-17-20 0-16,17 20 0 15,0 0 0-15,-19-19-1 16,19 19-1-16,0 0 3 15,0 0-2-15,0 0 1 16,0 0-1-16,0 0 0 16,0 0 0-16,0 0 0 15,0 0-3-15,0 0 1 16,0 0 0-16,0 0-2 16,0 0 2-16,0 0-1 15,0 0 1-15,13-1 1 0,-13 1 1 16,23 20 2-16,-7-6-1 15,3 4 2-15,2 1 0 16,5 5 2-16,-2-3-1 16,5 1 1-16,-3-3-2 15,4 2 1-15,-1-4-1 16,-3 1-1-16,1-5-1 16,-5 0-1-16,-3-5 1 15,-3 1 0-15,-16-9-1 16,26 10 0-16,-26-10 0 15,0 0 0-15,17 4-1 16,-17-4 2-16,0 0-1 16,0 0 0-16,0 0-1 0,0 0 1 15,0 0-1-15,0 0 0 16,0 0 1-16,0 0-1 16,0 0 1-16,0 0 1 15,-10 24 2-15,10-24 1 16,-11 28 0-16,3-8 1 15,-3 12 2-15,-1 4-4 16,-2 2 3-16,-5 5-4 16,-3 2 1-16,-4 4-3 15,0-1 4-15,-1-1-4 16,1-5 0-16,0-3 3 16,4-6-3-16,3-3 2 15,3-8-2-15,6-5 0 0,10-17-2 16,-12 21-1-16,12-21 1 15,0 0 0-15,0 0 2 16,0 0 0 0,0 0 0-16,0 0-1 0,12-17-58 15,-9-2-66-15,9-11-40 16,9 1-9-16,-2-11-3 16,19 2-1-16</inkml:trace>
  <inkml:trace contextRef="#ctx0" brushRef="#br1" timeOffset="174598.76">18583 18113 3 0,'127'-69'35'16,"-11"1"5"-16,-19-6 20 15,-15-4 30-15,-15-5 27 16,-21-11 3-16,-8-1 0 15,-24-10-7-15,-11 1-13 16,-22-12-20-16,-10 5-21 0,-27 0-33 16,-12 9-30-16,-20 10-43 15,-25 9-23-15,-10 16-16 16,-23 8-11-16,-7 24-13 16,-8 13-7-16,-8 17-5 15,3 13 5-15,-3 11 36 16,8 11 24-16,1 6 14 15</inkml:trace>
  <inkml:trace contextRef="#ctx0" brushRef="#br1" timeOffset="174794.9">16556 17002 126 0,'0'0'43'0,"-16"20"3"0,16-20-6 15,0 0-9-15,22-3-10 16,-8 0-7-16,-14 3-6 15,32-11-3-15,-32 11-3 16,29-14-28-16,-29 14-36 16,16-5-30-16,-16 5-9 15,0 0 47-15,17 11 54 16</inkml:trace>
  <inkml:trace contextRef="#ctx0" brushRef="#br1" timeOffset="176294.96">16864 17280 33 0,'0'0'23'0,"0"0"0"15,0 0 2-15,0 0-3 16,0 0-1-16,0 0-6 15,0 0-1-15,0 0-3 0,0 0-3 16,0 0-5 0,0 0-10-16,0 0-20 15,0 0-18-15,0 0-22 16,0 0 16-16,0 0 51 0</inkml:trace>
  <inkml:trace contextRef="#ctx0" brushRef="#br1" timeOffset="178866.79">11746 17440 92 0,'0'0'55'16,"0"0"2"-16,19 15-1 16,-4-8 0-16,4 0 11 15,11 3 15-15,3-6 28 16,12 8-17-16,4-7-11 15,18 6-10-15,-1-8-7 16,18 4-7-16,-3-5-15 16,16-1-17-16,11-1-26 15,1-1-1-15,2-1 1 16,2-5-1-16,7 0-1 16,-4 0-2-16,1-1 2 15,-6-1-1-15,-2 0-1 0,-5-1 2 16,-10-1-2-16,-9 3 3 15,-10 1-1 1,-16-2 1-16,-14 6 6 16,-14-1 0-16,-10 3 3 0,-21 1-1 15,0 0 2-15,0 0-7 16,-47-7-2-16,5 3 0 16,-13-4 0-16,-16-1 0 15,-13-3 0-15,-16 1 0 16,-8-1 0-16,-8 2 0 15,-4 3 0-15,-7 2 0 16,0 3 0-16,4 4 0 16,0 1 0-16,7 6 0 0,5 5 0 15,12-2 0 1,10 5 0-16,15 2 0 16,9-3 0-16,13-1 0 15,16-3 0-15,13-3 0 0,23-9 0 16,0 0 0-16,0 0 0 15,0 0-3-15,37 7 1 16,1-9-2-16,5 1 0 16,15-1 2-16,7 0 4 15,12 2-1-15,11 0 0 16,10 2-1-16,6 0-1 16,2 1 2-16,8-3-1 15,2 2-2-15,1-4 0 16,-6-3 0-16,-2 0-1 15,-5-6 0-15,-6-1-1 16,-8-2 3-16,-9 0-2 16,-9 1 4-16,-8 1-4 0,-12 1 4 15,-12 1-2-15,-14 3 5 16,-7 3 0-16,-19 4 1 16,19-1-1-16,-19 1 2 15,0 0-1-15,0 0 0 16,0 0-5-16,0 0 0 15,0 0 0-15,0 0 0 16,0 0 0-16,0 0 0 0,0 0 0 16,0 0 0-1,0 0 0-15,0 0 0 16,0 0 0-16,0 0 0 16,0 0 0-16,0 0 0 0,0 0-10 15,-16 3-93-15,16-3-43 16,0 0-31-16,0 0 0 15,0 0-8-15,0 0 2 16</inkml:trace>
  <inkml:trace contextRef="#ctx0" brushRef="#br1" timeOffset="181404.15">19024 17372 108 0,'-4'-15'57'16,"4"15"3"-16,0 0 3 15,0 0-2-15,-15-11 0 16,15 11-5-16,0 0-8 15,0 0-19-15,-14 4-8 16,14-4-9-16,0 0-2 16,0 0-1-16,0 0-1 15,-19 20 6-15,19-20 2 16,-11 21 16-16,6-4 0 16,-9-1 1-16,7 7-5 15,-5-4 5-15,5 7 2 16,-8-7-4-16,8 7-3 15,-9-4-5-15,9 4 0 0,0-3-1 16,4 1-2-16,-3-2-9 16,3 1-6-16,0-2-4 15,3-1 2-15,0-1-1 16,3-1 0-16,-3-1 0 16,0-17 0-16,9 29 0 15,-9-29 0-15,10 23-1 16,-10-23 1-16,11 19 0 15,-11-19-1-15,19 16 0 16,-19-16 0-16,22 10-2 16,-22-10-1-16,26 10 0 15,-10-8 0-15,-16-2-1 16,29 5-1-16,-29-5 1 16,26 0 0-16,-26 0 1 0,23-7 1 15,-23 7 1 1,19-14-1-16,-19 14 1 15,19-31 0-15,-12 14 0 0,0-7-1 16,2-2 1-16,-2 0-1 16,0-4 1-16,-4 6-1 15,4-2 1-15,-5 2-1 16,1 0 1-16,1 5 1 16,-1 0-1-16,-3 0 1 15,0 3 0-15,0 16 1 16,0-28 2-16,0 28 0 15,-3-22 0-15,3 22-2 0,-9-24 0 16,9 24-2 0,-10-23 1-16,10 23 1 15,-16-22-4-15,16 22 2 16,-17-21-2-16,17 21 3 0,-19-16-5 16,19 16 7-16,-27-8-6 15,12 6 2-15,15 2 0 16,-30-4 1-16,11 6-1 15,2 2 1-15,1 1 0 16,-3 2 0-16,4 5 1 16,1 3-5-16,-2 3 4 15,2 2-3-15,5 5 3 16,-1-1-3-16,3 2 3 16,-2 2-2-16,6-4 4 15,0 0 1-15,3-1-2 16,3 1 1-16,4-2 0 15,-2-1 0-15,2 2 1 0,3-3-1 16,3-1-2-16,1 0 1 16,1-1-1-16,-3-3 0 15,6-1-1-15,1-5-1 16,0-2-2-16,-2-4 0 16,2-1 2-16,0-4-3 15,0-3 2-15,1-2 0 16,-20 7 2-16,29-14 1 15,-29 14 1-15,26-21-2 16,-26 21 1-16,23-25 1 16,-13 7 0-16,-3 3 0 15,-2-6 0-15,2-2 2 0,-7-1 3 16,0-2-2-16,-3-2 0 16,-1 6-1-16,-4-1 0 15,1 3-3-15,-7 2 1 16,14 18-4-16,-23-26 1 15,23 26-2-15,-19-10 1 16,19 10 1-16,0 0 1 16,-22-7 1-16,22 7-1 15,0 0 1-15,0 0-2 16,0 0 3-16,0 0-2 16,0 0 1-16,0 0 0 15,0 0 0-15,0 0 0 16,0 0 0-16,-16 21-1 0,16-21-41 15,0 15-48-15,0-15-31 16,-7 16-30-16,7-16-20 16,-4 17-10-16,4-17 2 15,0 0 125-15</inkml:trace>
  <inkml:trace contextRef="#ctx0" brushRef="#br1" timeOffset="186882.04">18113 18066 124 0,'-16'12'68'0,"16"-12"13"15,0 0 13-15,0 0 16 16,0 0-4-16,0 0-8 15,0 0-16-15,0 0-12 16,0 0-15-16,16 6-15 16,-16-6-20-16,22 0-19 15,-6 1-5-15,5 3 3 16,6-3 1-16,3 3 2 16,6-2-2-16,6-4 1 15,0 2-1-15,6-4 1 0,1-1 1 16,3 0-2-16,3-2 1 15,-2 2-1-15,-5-4 0 16,-3 4 0-16,0-2 0 16,-5 0-1-16,-1-1-1 15,-7 2 2-15,-5 0-1 16,-5 0 0-16,-3 3 2 16,-19 3 0-16,26-2 1 15,-26 2 3-15,0 0 3 16,0 0-4-16,0 0 6 15,0 0 2-15,-22 5-2 16,22-5 1-16,-33 0-3 0,14 0-3 16,-11 2-5-16,-3-2 0 15,-5 0 0-15,-11 2 0 16,-3 1 0-16,-7 1 0 16,-2 1 0-16,-6 2-1 15,1 1-2-15,-2 1-1 16,4 5 1-16,-2-2 0 15,5 0 0-15,2 2 2 16,5-2-2-16,6 2 1 16,8-4 0-16,5 1 0 15,6-4-2-15,9 0 3 16,20-7-3-16,-17 7-2 16,17-7-1-16,0 0 0 0,23 0 1 15,-6-4 1-15,11 1 1 16,8-3-1-16,6 1 2 15,7 0 3-15,10-2 1 16,5 0 0-16,2-1 0 16,8-1-1-16,1 0 1 15,1-1-1-15,-1 1 1 16,0-1 0-16,-1-1-1 16,-4-1 1-16,-6 2-1 15,-3-2 1-15,-6 1-2 16,-6 1 1-16,-4 1 0 15,-12 2-1-15,-3 2 1 16,-8 0 0-16,-22 5 0 0,23-3 0 16,-23 3 2-16,0 0 1 15,0 0 1 1,0 0 2-16,0 0 0 16,0 0 0-16,0 0 0 0,0 0-1 15,0 0-1-15,0 0-3 16,0 0-1-16,0 0-1 15,0 0-1-15,0 0 1 16,0 0-2-16,0 0 1 16,0 0 2-16,0 0 0 15,0 0 1-15,0 0 0 16,0 0-1-16,0 0 1 16,0 0-1-16,0 0 1 15,0 0-1-15,0 0 1 16,0 0-1-16,0 0 0 15,0 0 0-15,0 0 1 16,0 0-2-16,0 0 0 0,0 0 0 16,0 0 1-16,0 0-2 15,0 0 2-15,0 0-1 16,0 0 0-16,0 0 1 16,0 0 0-16,0 0 0 15,0 0 0-15,0 0 1 16,0 0-2-16,0 0 2 15,0 0-1-15,0 0 0 16,0 0 1-16,0 0-1 16,0 0 1-16,0 0-1 15,0 0 1-15,0 0 0 16,0 0-2-16,0 0 1 16,0 0 1-16,0 0 0 0,0 0-2 15,0 0 2-15,0 0-1 16,0 0 1-16,0 0 1 15,0 0-1-15,0 0 0 16,0 0-2-16,0 0 2 16,0 0-1-16,0 0 0 15,0 0 1-15,0 0-1 16,0 0 0-16,0 0 0 16,0 0 1-16,0 0-2 15,0 0 1-15,0 0 0 16,0 0 0-16,0 0 2 15,0 0-1-15,0 0-2 0,0 0 1 16,0 0 2-16,0 0 0 16,0 0-2-16,0 0-1 15,0 0 1-15,0 0 0 16,0 0 0 0,0 0 1-16,0 0-1 0,0 0-2 15,0 0 2-15,0 0 0 16,0 0 0-16,0 0 0 15,0 0 0-15,0 0-1 16,0 0 1-16,0 0 0 16,0 0 1-16,0 0-2 15,0 0 1-15,0 0 0 16,0 0 0-16,0 0 0 0,0 0-1 16,0 0 0-16,0 0 0 15,0 0 0-15,0 0 0 16,0 0 0-16,0 0 2 15,0 0-1-15,0 0 0 16,0 0 0-16,0 0 0 16,0 0 0-16,0 0 1 15,0 0 0-15,0 0-1 16,0 0 0-16,0 0 2 16,0 0-2-16,0 0 1 15,0 0 0-15,0 0 0 16,0 0-1-16,-16 1-54 15,16-1-117-15,-7-26-6 0,-7-12-4 16,2-14-3-16,-17-29-1 16</inkml:trace>
  <inkml:trace contextRef="#ctx0" brushRef="#br1" timeOffset="190703.75">18984 17118 72 0,'-31'-37'36'15,"5"1"-8"-15,-4 0-6 16,1 4 4-16,3-2-2 16,-4 4-7-16,-1 1-2 15,1 1-3-15,1 2 2 16,-4 2 5-16,-2 3-3 15,2-1-6-15,-2 3 3 0,-1 1 2 16,-2 1 3-16,-2 2 2 16,2-1-4-16,-4 0-2 15,2 3 0-15,2 0 4 16,-5 0-1-16,4 1 2 16,-2 1 0-16,-3 1 1 15,3 1-3-15,-1-1 1 16,-7 1 0-16,4-1 4 15,0 1 2-15,2-1 16 16,-2-3-4-16,-4 0 2 16,4 2 0-16,0-3-2 15,0 6 1-15,-1-3-8 0,0 6-2 16,-3 0-14-16,4 2-3 16,-4 1-3-16,8 4-1 15,-8-1-2-15,7 3 4 16,-6-3 7-16,11 6-3 15,-8-3 0-15,7 6 0 16,-5-5 2-16,4 6-1 16,-2-3-10-16,4 3-3 15,-1-3 0-15,2 1 0 16,3 3 0-16,-2 0 0 16,5 0 0-16,1 4 0 15,-1 0-3-15,3-1 0 16,1 3-3-16,-4 1 3 0,4 1-2 15,0 3 3-15,3-2-5 16,1-1 2-16,-1 6-1 16,1-1 2-16,1 2-2 15,2 1 1-15,0 1-1 16,0 3 2-16,0 4 2 16,-2 4 1-16,5-2-1 15,-3 2 0-15,0 3-1 16,-4 2 3-16,2 0-4 15,2 2 2-15,0-1-1 16,0 1-1-16,2 2 1 16,-2-1-1-16,3 1 2 15,6-4-1-15,-2 1 3 0,1 1-2 16,2 0-1-16,3-4 3 16,2-1-2-16,4-3 1 15,4 5-1 1,-1-3-1-16,6-3 0 0,1 2 2 15,6 0-1-15,6 1 2 16,4 3 0-16,4-1 0 16,6-3-1-16,6 0 4 15,3 5-3-15,7-4 0 16,4-1 2-16,4-2-3 16,3-2 2-16,1 1 1 15,7-4 0-15,0 0-2 16,1-6 3-16,2 1 0 0,4-4 0 15,4-3 1-15,1 0-1 16,6-2-1 0,1-2 2-16,4-1-1 15,0-3-1-15,1 0 0 0,7-5 0 16,-1-3 0-16,-4 1-1 16,1-6 0-16,-1-4 0 15,0 1-1-15,-5-8 1 16,2-1-2-16,-8-3 1 15,0-3 0-15,-3-4 0 16,-2-4-1-16,-6-4 2 16,-4-2-3-16,0-5 2 15,-5-6-2-15,-5-4 3 16,-2-3 1-16,-7-4-1 16,-7-1 1-16,-6-4-2 15,-6-3 3-15,-7-1-3 16,-4 1 3-16,-10 0-3 0,2 1-1 15,-10-1 1-15,4 1-2 16,-4 2 2-16,-1 1-2 16,1-5 4-16,-4 3 1 15,0 1-4-15,-4 0 3 16,1 2-3-16,-9 2 1 16,1 3-3-16,-8 1 1 15,0 5-2-15,-7 1 1 16,-4 3 5-16,-2 1-1 15,-7 1 4-15,-1 0 0 16,-5 0 1-16,0 4 0 16,-3-1 1-16,-5 5-3 0,-2-1-1 15,1 1-2-15,-5 3-1 16,-2 1 0-16,-5 1 0 16,-1 2 0-16,-1-1 0 15,-7 2-1-15,-3 2 2 16,0-1 0-16,-5 2-1 15,-2 2 1-15,3 4 1 16,-1-1 3-16,1 4-4 16,1 3 4-16,1 4-4 15,-2 4 3-15,4 4-3 16,3 6-2-16,-4-1 0 16,1 6-3-16,-1 2 3 15,5 1-4-15,-1 0 6 0,4 6-6 16,3-2 5-16,2-1 0 15,6 6-1-15,1 0 0 16,-2 2 0-16,5 5 0 16,4 3-1-16,0 1 1 15,0 1-1-15,3 0 2 16,8 2-3-16,-1-2 3 16,2 2-4-16,9-1 4 15,-2-1-4-15,7-1 4 16,0-1-3-16,7 2 2 15,0-1-2-15,1-1 2 16,6 0-2-16,2-1 1 16,-2 3 1-16,5 2-3 0,3 1 2 15,-3 1-3-15,5 1 4 16,-1 6-2-16,0 1 4 16,3 3-3-1,0-4 1-15,0-1 1 0,0 4-2 16,3-5 1-16,2-2-1 15,2 0 1-15,4-7-2 16,1-2 1-16,5-1-1 16,-1-5 2-16,-1-6-1 15,3-2 3-15,1-6 1 16,-19-16-94-16,29 9-72 16,-6-9-6-16,-23 0-1 15,22-25-4-15,-18 1 24 0</inkml:trace>
  <inkml:trace contextRef="#ctx0" brushRef="#br1" timeOffset="197494.58">16996 18715 114 0,'0'0'85'0,"18"-7"13"16,-18 7 22-16,0 0 0 16,0 0-6-16,0 0-13 0,0 0-19 15,0 0-12-15,0 0-13 16,0 0-18-16,0 0-31 15,0 0 0-15,0 0-3 16,0 0-3-16,-18 4-2 16,18-4 0-16,0 0 0 15,-19 14 0-15,19-14 0 16,0 0 0-16,0 0 0 16,-12 15 0-16,12-15 0 15,0 0 0-15,0 0 0 16,-17 21 0-16,17-21 0 15,0 0 0-15,-16 19 0 16,16-19 0-16,-15 21 0 0,15-21 0 16,-26 22 0-16,6-9 0 15,3 2 0-15,-2 2 0 16,-7-1 0-16,3 1 0 16,1-1 0-16,-1 1 0 15,-3 2 0-15,4-3 0 16,-4-1 0-16,3 1 0 15,-3 0 0-15,3-1 0 16,4 1 0-16,-1-2 0 16,0 1 0-16,1 1 0 15,0 1 0-15,5-1 0 16,2-1 0-16,-3 1 0 16,-3-1 0-16,3 3 0 0,-3-1 0 15,3-1 0-15,-1 3 0 16,-3 0 0-1,-2 1 0-15,2 5 0 16,-4-1 0-16,1 0 0 0,-1 4 0 16,1 1 0-16,-4-1 0 15,0 1 0-15,-7 4 0 16,1-2 0-16,3 1 0 16,-4-1 0-16,0 2 0 15,2 3 0-15,-6 0 0 16,3 1 0-16,1 2 0 15,0 1 0-15,-2 2 0 16,2-1 0-16,-5-1 0 0,5-2 0 16,-4-1 0-16,6-1 0 15,-2-3 0 1,7-4 0-16,-4 2 0 16,3-3 0-16,1 0 0 0,0 1 0 15,3 1 0-15,0-3 0 16,-3 3 0-16,0-2 0 15,4-1-6-15,-4 3 5 16,0 1-7-16,3 0 7 16,-3 0 2-16,0 5-5 15,0 1 5-15,0 1-4 16,-3 3 4-16,3 3-2 16,-4-3 3-16,0 3-3 0,3-3 2 15,1 2-1 1,0-1 2-16,-4 1-2 15,4 0 1-15,-3-1-2 16,3 3 1-16,-4 3-1 0,-1 1-2 16,1-2 1-16,-3-1-2 15,-1 1 3-15,4-4-3 16,-3 1 2-16,-2-5-1 16,6-4 1-16,-1 0 1 15,1-1 0-15,-1-1 2 16,3 0-3-16,1-2 3 15,-4 0-2-15,7-1 1 0,-3 1-1 16,4-3 3 0,-1 1-3-16,1-1 0 15,1 0 0-15,2-1 2 16,3 3-3-16,-3 1 2 0,2-3 1 16,-6 1 1-16,8 0-1 15,-5-1 0-15,3-4 1 16,-2-1 0-16,0-2 1 15,3-2-1-15,-1 1-1 16,1-1-7-16,1 0 8 16,1 1-8-16,-2-1 7 15,6-4-7-15,10-15 10 16,-19 19-12-16,19-19 9 16,0 0 8-16,-16-5-8 15,13-11 7-15,-1-11-8 16,1-10 5-16,3-11-8 15,-4-13 8-15,1-8-7 0,-1-7-4 16,4-12 1-16,0 1-2 16,4 4 5-16,-1 3-4 15,4 11 4-15,0 3-2 16,-2 14 2-16,2 7 0 16,0 7 1-16,0 11 4 15,-2 6-3-15,2 5 4 16,-7 16-1-16,0 0 6 15,0 0-6-15,0 0 3 16,0 0-2-16,4 21-5 16,-8 0 2-16,1 3-2 15,-1 9 0-15,-1 5-4 16,2 9 4-16,-1 8-1 0,-3 4 0 16,4 5 4-16,-2 2-3 15,1 1 2-15,1-1-3 16,-1-4 4-16,4-3-2 15,-3-9 1-15,3-3-1 16,-4-9 1-16,8-7-2 16,-4-6-1-16,0-6 3 15,0-19-2-15,3 20 0 16,-3-20 1-16,0 0-2 16,26 7-3-16,-7-10 1 15,7-2 1-15,7 1 0 16,5-1 0-16,15-2-1 15,9 2 0-15,6 0 3 0,10 0 2 16,2-2 0-16,5 0-2 16,1-2 0-1,-4-1 0-15,-4-1 0 16,-10 1-1-16,-9 0 2 0,-10-1-2 16,-15 6 1-16,-8 0 0 15,-12 3 0-15,-14 2-46 16,0 0-75-16,0 0-47 15,-21 4-1-15,-5 11-15 16,-12-3 0-16</inkml:trace>
  <inkml:trace contextRef="#ctx0" brushRef="#br1" timeOffset="199267.59">14316 22167 395 0,'-10'-21'181'0,"-2"2"-33"15,-9-10-56-15,5 10-25 16,-6-7-23-16,-4 5-39 16,-4 0-1-1,-1 6-1-15,-6-1 1 16,-1 0-4-16,-5 3 2 0,1 0-3 16,-3 3 3-16,0 1-4 15,-4-1 0-15,-3 3 1 16,0 4 1-16,-3-1 0 15,3 4 1-15,-6 0 0 16,3 2 0-16,3 1 1 16,-4 3 0-16,8-1-1 15,-1-2 0-15,0 4 3 0,1 2-1 16,6-1 1 0,0 1-1-16,2 0-1 15,6 1-1-15,-3 2 1 16,6 2-2-16,-2-2-2 0,4 2 0 15,-1 3 0-15,-1 4 0 16,-2-2 1-16,0 4 1 16,-5 3-1-16,1 3 1 15,2 2-6-15,-1 4 5 16,-2 0-6-16,1 3 7 16,-1-2-7-16,-2 2 8 15,6-2-6-15,-3 1 5 16,-1 1 1-16,1 0 0 15,-1 0 1-15,2-3-3 16,1 4 5-16,-1 1-2 16,1-2 0-16,2-1 0 15,3-3 1-15,-1-3-1 0,5 1-1 16,-3-3 0-16,10-1 1 16,-2-2-5-16,2-2 3 15,0 2-2-15,3-2 2 16,2 0-2-16,-2-1 2 15,6 1-1-15,-2 0 1 16,-2 6-1-16,5 1 6 16,-1 4-2-16,3-1-8 15,2 1 8-15,-2 5-8 16,3 3 6-16,4 0-5 16,0-1 9-16,0 3-13 15,4 0 7-15,-1 5 3 16,2-2 0-16,2 1 1 0,4-4-2 15,1 7 1-15,-2-2-3 16,6-3 3-16,-2-4-1 16,2-2 0-16,3 3-1 15,0 1 0-15,5-2 1 16,-5-5 0-16,4-5-2 16,3 7 1-16,3 3-1 15,-1-1 2-15,2-6-2 16,-1 7 3-16,4-1-3 15,2 1 4-15,-2 4-3 16,1-7 2-16,-1-9-2 16,0 3 0-16,2-1-1 15,-2-5 0-15,0-6 10 0,-2 1 3 16,2-7-4-16,-3 8 6 16,3-2-4-16,1-4 2 15,-1-1-12 1,2 5 0-16,2 4 0 0,-3-8 0 15,6 8 0-15,-2-4 0 16,2-5 0-16,-1 8 0 16,2-5-2-16,3-4 1 15,-3-7-2-15,1 11-1 16,0-11-2-16,1-4 7 16,2 9-2-16,0-5-1 15,-3 1 2-15,3-6 1 16,2 10-3-16,-2-8 4 0,4-6-3 15,3 6-3 1,-4-8 5-16,4 0-1 16,-1 2 0-16,1-3-1 15,0-6-1-15,-3-6 1 0,3 15 2 16,0-11 1-16,-4-8-6 16,4 0 4-16,-3 0-3 15,3 0-4-15,-7-5 6 16,4 3-1-16,-4-12 0 15,0 4-5-15,-2 10 7 16,-1-9-15-16,0-5 6 16,-6 2 1-16,2-4 1 0,-1-3-6 15,-2-3 8 1,-2-6-5-16,-4-5 5 16,-3 2 3-16,0-4 5 15,-3-5-4-15,-4 2 3 16,0 2-4-16,0 1 3 0,-5-1-1 15,1-2 2-15,1-1-2 16,-6 0 0-16,3-1 0 16,-3-4 2-16,-3-6-2 15,0 2 1-15,-7-8-2 16,0 3-2-16,-4-12 12 16,-2 0-12-16,-1-3 4 15,-6-3-4-15,0 5 4 16,-3-5-3-16,-3 0 4 15,0 0-2-15,-2 5-8 16,-2 6 9-16,-3 1-2 16,4 5 2-16,-8 6-4 0,-1 8 5 15,1 5-3-15,-6 6 1 16,1 4 6-16,-5 8-6 16,-1 8 6-16,-1 4-7 15,0 2 7-15,-4 6-7 16,0 4 5-16,-2 7-8 15,-4 0-84-15,7 6-54 16,-4 8-23-16,0 8-5 16,8 14-3-16,-4 1-5 15</inkml:trace>
  <inkml:trace contextRef="#ctx0" brushRef="#br1" timeOffset="200088.21">13745 23238 173 0,'0'0'172'15,"0"0"-39"-15,0 0-17 0,-15 7-16 16,15-7-7-16,0 0-20 15,15 12-18-15,-15-12-28 16,16-12-27-16,-2 7-1 16,1 0 0-16,4 0 0 15,2-7-1-15,2 5 2 16,-1-5-1-16,1 6 1 16,0 6 0-16,-4 2 3 15,0 2-2-15,-2-1 2 0,-1 13-1 16,-16-16 4-16,26 39-11 15,-16-16 13-15,-1 10-17 16,-2-5 15 0,0 13-12-16,-6 4 11 0,3-2-11 15,-4 8 5-15,-4 1 2 16,-1 5-3-16,-5-4 4 16,-2 13-6-16,-2-9 3 15,-5-5-4-15,0 4 4 16,-4-6-1-16,0-5 2 15,1-7 0-15,-2 0-3 16,5-12 3-16,-1 0 0 16,8-9 1-16,12-17-2 0,-21 19-2 15,21-19 2-15,0 0 0 16,0 0 2 0,18 9-1-16,1-11 0 15,3 4 1-15,8-6 0 0,8-6 0 16,7 1-2-16,7-1 0 15,0 1-1-15,4 1 1 16,0-6-1-16,-3 0 1 16,3-2 0-16,-11 8 3 15,-2-8 1-15,-4 1 2 16,-10-5 1-16,-6 5-70 16,-8-6-52-16,-4-1-40 0,-8-1-22 15,-10-5-3 1,0 4-1-16</inkml:trace>
  <inkml:trace contextRef="#ctx0" brushRef="#br1" timeOffset="200538.53">14190 23709 146 0,'26'-8'183'0,"-26"8"-26"16,29-28-41-16,-6 11-22 15,-1-6-9-15,8 14-23 16,-8-6-22-16,1 1-22 16,-1 4-48-16,-22 10-27 0,35-12-22 15,-35 12-16-15,0 0-19 16,0 0 0-16,11 19-1 15,-11-19 12-15,-16 31 30 16,6-12 37-16,-3 5 34 16,3 0 33-16,-6 4 40 15,6-2 16-15,3-7 8 16,2 3 8-16,5-22-1 16,-4 26-10-16,4-26-11 15,0 0-16-15,26 4-21 16,-3-6-14-16,3-3-7 15,5 0-14-15,2-13-5 16,-3-9-62-16,11 1-58 0,-4-12-31 16,-6-9-32-16,2-2 2 15,-3-13-7-15,-1 5 126 16</inkml:trace>
  <inkml:trace contextRef="#ctx0" brushRef="#br1" timeOffset="200799.72">14997 22913 476 0,'10'23'186'0,"-17"-1"-26"16,0 13-72-16,7 13-80 0,-3 14-3 15,3 11-6-15,0 12 8 16,0 12-7-16,3 5 3 15,-3 7-4-15,0-9 6 16,0-8-12-16,0-5-54 16,-7-18-48-16,6-10-40 15,-6-21-21-15,-4-16-16 16,3-4-1-16,8-18 121 16</inkml:trace>
  <inkml:trace contextRef="#ctx0" brushRef="#br1" timeOffset="208035.86">17160 17530 30 0,'0'0'13'15,"0"0"-1"-15,0 0-1 16,0 0-4-16,0 0-13 16,0 0-16-16,0 0-12 15,-14 14 24-15,14-14 10 16</inkml:trace>
  <inkml:trace contextRef="#ctx0" brushRef="#br1" timeOffset="208814.41">15557 20407 103 0,'-116'154'56'16,"5"3"-6"-16,-2-3 17 0,9-10 38 15,7-2-5-15,-4-16-7 16,14-3-7-16,-3-19-1 16,12-2 0-16,-4-22-2 15,18-2-26-15,-5-14-38 16,11-9-10-16,6-7-8 15,0-6 4-15,11-7-2 16,-1-6 0-16,6-5 0 16,10-6 0-16,-1-5 1 15,8-4-4-15,19-9-1 16,-22 9-1-16,22-9 0 16,0 0 1-16,0 0 0 15,0 0-1-15,0 0-1 0,0 0 3 16,0 0-1-16,0 0 2 15,0 0-2 1,0 0-1-16,0 0-2 16,0 0 0-16,0 0-50 0,-7-26-21 15,7 26-36-15,7-40-41 16,-11-5-32-16,1-17-1 16,-9-34 1-16,1-23 133 15</inkml:trace>
  <inkml:trace contextRef="#ctx0" brushRef="#br1" timeOffset="210026.27">11230 17557 74 0,'-36'18'51'15,"6"-6"-7"-15,7 2-5 16,4-4 0-16,19-10 9 0,-15 17 13 16,15-17 14-16,0 0 18 15,15 14-2-15,4-9-3 16,4-8 2-16,13 5-5 16,6-11-13-16,21 4-20 15,8-9-31-15,23 0-21 16,11-3 0-16,17-4 0 15,20 0 0-15,13-5 0 16,20-3 0-16,11 1 0 0,8-5 0 16,9-3 0-1,9-6 0-15,9-1 0 16,2-4-2-16,5-1 0 16,-2 1 1-16,1-1-3 0,-7 4 0 15,-10 5 1-15,-15 4 4 16,-13 7 1-16,-17 8 0 15,-21 7 1-15,-24 6 0 16,-18 7 1-16,-20 2-3 16,-14 5-1-16,-16 2 0 15,-12-2 0-15,-14 3 0 16,-11-5 0-16,-15-5 0 16,0 0 0-16,0 0 0 15,0 0 0-15,0 0 0 16,0 0-25-16,0 0-23 15,0 0 0-15,-15 4 0 16,15-4-1-16,0 0 2 0,-18-26 1 16,18 26 6-16,-15-16 35 15,15 16 14-15,-23-15 19 16,6 4 17 0,17 11 1-16,-28-10 0 0,28 10-2 15,-33-5 0-15,33 5-1 16,-23-9-7-16,23 9-21 15,-15-5-15-15,15 5 0 16,-18-16 0-16,18 16 0 16,-19-17 0-16,19 17 0 15,-19-21 0-15,19 21 0 16,-22-17 0-16,22 17 0 16,-20-11 0-16,20 11 0 0,0 0 0 15,0 0 0-15,0 0 0 16,0 0 0-16,0 0 0 15,16 4 0-15,-16-4-1 16,30 22 1-16,-4-4 1 16,5 4-1-16,5 4 0 15,9 4 0-15,4 1 0 16,7 0 0-16,4 2 0 16,-1 0 0-16,-3-2 0 15,-4-2 0-15,-10-3 0 16,-8-3 0-16,-8-2 0 15,-12-1 0-15,-14-1 0 16,-7-1 0-16,-15 1 0 0,-11 3 0 16,-9 4 0-16,-3 7 0 15,-14 0 0 1,-2 3 0-16,2 2 0 16,-1 0 0-16,4 1 0 0,7-5 0 15,4-4 0-15,12-8 0 16,11-5 0-16,22-17 0 15,-23 13 0-15,23-13-81 16,4-35-50-16,4 0-31 16,3-15-14-16,8-4-6 15,-5-18-1-15</inkml:trace>
  <inkml:trace contextRef="#ctx0" brushRef="#br1" timeOffset="210566.66">15509 16697 487 0,'-19'-19'139'0,"-7"5"-12"16,3 11-13-16,-6 1-23 16,3 9-37-16,-4 0-49 15,7 0-2-15,1 0-1 16,6 0-1-16,16-7-1 16,-19 8 0-16,19-8 0 15,0 0 0-15,0 0 0 16,0 0 0-16,0 0 0 15,26 7 0-15,-10 5 0 16,6 6 0-16,4 8 0 16,7 5 0-16,9 7 0 15,7 7 0-15,6 7 0 16,3 1 0-16,8-1 0 0,-2 2 0 16,0-2 0-16,2-5 0 15,-5-4 0-15,-6-3 0 16,-6-6 0-16,-8-4 0 15,-11 1 0-15,-11 0 0 16,-8-3 0-16,-15 3 0 16,-6 0 0-16,-13 0 0 15,-5 0 0-15,-5 4 0 16,-7-2 0-16,-5 0 0 16,0 1 0-16,0-1 0 15,3 2 0-15,-1 0 0 16,5-3 0-16,0 5 0 15,5 1 0-15,7 0 0 0,-1 0 0 16,12-2 0-16,1-3 0 16,5-5 0-16,15-2-60 15,-3-9-54-15,20-5-22 16,3-5-19-16,10-5-8 16,13 0-14-16,8-4-3 15</inkml:trace>
  <inkml:trace contextRef="#ctx0" brushRef="#br1" timeOffset="211943.64">17363 18385 390 0,'0'0'124'16,"-25"-5"3"-16,25 5-6 16,-33-4-35-16,33 4-27 15,-33-2-17-15,33 2-8 16,-26 2-24-16,26-2-9 16,-19 7 1-16,19-7-1 15,-22 10-1-15,22-10 1 16,-16 14 1-16,16-14 0 15,-17 16 0-15,17-16 0 0,-19 14-1 16,19-14 0-16,-16 14 1 16,16-14-1-16,-17 17 0 15,17-17 0-15,-19 22 0 16,3-6 0-16,2 1 1 16,-5 2 0-16,-4 2 1 15,-3 3-2-15,0 6-1 16,-5 3 0-16,-9 6 0 15,-2 8 0-15,-17 12 0 16,-5 10 0-16,-14 14 0 16,-9 14 0-16,-13 16 0 15,-8 11 0-15,-8 20 0 0,-1 7 0 16,-4 4 0-16,1 3-1 16,4 0-2-16,7-8-7 15,1-6 7 1,7-16-4-16,4-10 5 15,10-13-2-15,6-11 4 0,6-13 4 16,7-8-4-16,2-11 3 16,9-8-5-16,5-6 3 15,3-6-3-15,8-6-4 16,1-1 3-16,5-4-3 16,6-3 2-16,-1-1-4 15,7-1 4-15,8-3-3 16,1 1 4-16,-2 4 0 0,6-1-1 15,1 3 1-15,-1 3 0 16,-1-1 2 0,-1 3-1-16,-2-2 2 15,2 0-1-15,2-7 1 0,-6-4-1 16,6-4 0-16,-2-3 0 16,-2 1 1-16,14-16-1 15,-28 26 1-15,14-12-2 16,-2 1 0-16,1 1 2 15,15-16-1-15,-26 24-1 16,26-24 1-16,-21 10 2 16,21-10 4-16,0 0 3 15,0 0 3-15,-16-32-3 16,13 2-1-16,-1-10 2 16,1-10-2-16,-2-10 0 15,-2-13-6-15,-4-3-1 16,3-4-1-16,1-1 0 0,-4-1 1 15,6 6-2-15,-2 10 2 16,0 9-3-16,4 9 2 16,-1 13-5-16,3 11 2 15,-3 8 4-15,4 16 1 16,0 0 0-16,-7 25 0 16,0 2-2-16,2 13 4 15,-5 3 2-15,-1 13-1 16,-4 10-5-16,-1 10-1 15,-5 7 2-15,2 3-2 16,3 4 1-16,-6-3-1 16,4 3-1-16,3-7 1 15,-1-5-1-15,6-11 4 0,1-8-4 16,2-10 1-16,4-9-3 16,3-11 2-16,7-12 0 15,-7-17-1-15,34 12 0 16,3-15-2-16,8-4 5 15,10-5 0-15,13-2 0 16,10 0 0-16,9-1 0 16,10-4-2-16,0 1 4 15,1 1-2-15,2 1-2 16,-6-3 4-16,-5 5-1 16,-6 2 0-16,-8 4-1 15,-13-1 2-15,-5 6-2 16,-10-1 0-16,-12 2 0 0,-9 8 0 15,-7-3 3-15,-19-3 0 16,19 14 0-16,-19-14-1 16,-2 26-2-1,2-26-57-15,-26 40-47 0,6-13-35 16,-8 6-29-16,-2 12-11 16,-10 0-1-16,-5 9 81 15</inkml:trace>
  <inkml:trace contextRef="#ctx0" brushRef="#br1" timeOffset="212536.17">14478 24568 1 0,'146'-94'64'16,"-27"-20"30"-16,-11 2-72 15,-14-6-7-15,-13 12-18 16,-17-4-11-16,-15 20-24 16,-12 8-11-16,-22 9-19 15,-4 16 45-15,-29 2 23 16</inkml:trace>
  <inkml:trace contextRef="#ctx0" brushRef="#br1" timeOffset="-188749.51">13629 22238 201 0,'0'0'107'15,"0"0"17"-15,0 0-3 16,0 0-9-16,0 0-11 16,0 0-13-16,0 0-18 0,0 0-25 15,0 0-25-15,0 0-19 16,0 0-10-16,0 0 6 16,-11 16-6-16,11-16 8 15,0 0-10-15,0 0 10 16,-3 17-7-16,3-17 9 15,0 0-2-15,-5 15-1 16,5-15 0-16,0 28-2 0,0-11 5 16,-4 2-4-1,4 4-1-15,-3 5 0 16,3-2 6-16,-4 1-2 16,1 1 1-16,-1 1 1 0,1 1-2 15,1 1 0-15,-1-2 1 16,-1 6-1-16,-3 3-1 15,0 2 0-15,2 1 1 16,-5 3 2-16,-1-1-2 16,-1 2 0-16,2 4 1 15,-2-4-2-15,-2-4 3 16,2 11-3-16,-2-5 9 16,2 1-7-16,-2 4-1 15,5 0 5-15,-5-2-8 16,5 0 6-16,-1 6-6 15,-2-2 7-15,5-1-12 16,-3 3 8-16,1 4 0 0,2-1-1 16,0 3 4-16,-2 1-3 15,-1 1 4-15,3-2-4 16,-2 4 1-16,-1-4-1 16,1 6 2-16,-1-4-1 15,3 0-2-15,-5 1-1 16,1 6 2-16,-1-8 1 15,2 1 19-15,-1-9-8 16,3-3 6-16,-3-2-9 16,2 2 3-16,3-19-12 15,-1-12 0-15,0 0 0 16,7-21 0-16,-6 29 0 16,6-29 0-16,0 0 0 0,0 0 0 15,0 0 0-15,-3-22-26 16,10-1-107-16,-5-6-56 15,1-20-4-15,4-4-17 16,0-13 7-16</inkml:trace>
  <inkml:trace contextRef="#ctx0" brushRef="#br1" timeOffset="-185311.07">14959 23408 63 0,'0'0'39'0,"-14"21"22"16,14-21 10-16,-19 21 22 15,19-21 8-15,-16 19 12 16,16-19-7-16,0 0-9 15,-7 20-19-15,7-20-27 16,0 0-33-16,0 0-33 16,0 0-24-16,0 0-15 15,3-15 1-15,-3 15-1 16,0 0 3-16,0 0 5 16,0 0 19-16,0 0 6 15,0 0 6-15,0 0 4 0,0 0 1 16,0 0 1-16,0 0 0 15,0 0 1-15,0 0 6 16,0 0 7-16,0 0 1 16,0 0-1-16,0 0 1 15,0 0-1-15,0 0 2 16,0 0-1-16,0 0-7 16,0 0-4-16,0 0 0 15,0 0 1-15,0 0 0 16,0 0-1-16,0 0-2 15,16 10-4-15,-16-10-2 16,0 0-3-16,0 0 1 16,0 0-3-16,0 0 2 0,0 0 1 15,0 0 3-15,0 0 4 16,0 0 4-16,0 0 2 16,0 0 0-16,0 0 0 15,0 0 1-15,0 0-1 16,0 0-1-16,0 0-2 15,0 0-5-15,0 0-7 16,0 0-5-16,0 0-10 16,0 0-4-16,4-15-7 15,-4 15 2-15,0 0-4 16,0 0 4-16,0 0-2 16,0 0 43-16</inkml:trace>
  <inkml:trace contextRef="#ctx0" brushRef="#br1" timeOffset="-170977.88">8581 18113 37 0,'0'0'11'0,"0"0"-20"16,0 0-23-16,0 0 26 16,5-17 6-16,-8 1 0 15</inkml:trace>
  <inkml:trace contextRef="#ctx0" brushRef="#br1" timeOffset="-167977.75">6687 18861 68 0,'0'0'19'15,"19"7"-3"-15,-19-7 1 16,30 0 0-16,-14 0-12 16,6-2 13-16,1-1 3 15,6-3 1-15,1-1 0 16,6 0 0-16,2-3 1 15,1 0 0-15,0-4-2 16,0 3-14-16,1-2 11 16,-6 4 1-16,-1-1 1 15,-2 1-1-15,-1 2 0 16,-7 2 0-16,-1 1-1 0,-8 3-3 16,-14 1-13-16,26-4-2 15,-26 4-1-15,0 0 0 16,0 0 1-16,0 0-2 15,0 0 1-15,0 0-2 16,0 0 3-16,0 0-2 16,0 0 2-16,0 0 1 15,0 0 10-15,16 11 14 16,-16-11 3-16,10 29 2 16,-1-7 1-16,-2 11 3 15,3 12 10-15,-1 7 12 16,5 12-7-16,-11 12-13 0,2 16-5 15,-1 7 1-15,-4 13-1 16,-4-1-3-16,-1 10-10 16,-2-3-12-16,-3-2-3 15,-2-14-2-15,-2-12 4 16,2-17-6-16,1-16 5 16,3-12-3-16,1-19-3 15,7-26-2-15,0 0-45 16,0 0-7-16,-7-35-32 15,10-1-26-15,1-12-21 16,-4-4-12-16,0-2-9 16,-7-3-3-16,3 8 106 15</inkml:trace>
  <inkml:trace contextRef="#ctx0" brushRef="#br1" timeOffset="-167279.25">7854 19413 348 0,'0'0'130'15,"-16"17"-7"-15,16-17-14 16,0 0-17-16,-26 7-21 15,26-7-23-15,0 0-31 16,-16 9-24-16,16-9 6 16,0 0-1-16,0 0-1 15,0 0-4-15,0 0-4 0,0 0-18 16,0 0-37-16,0 0-30 16,0-16-30-16,0 16-21 15,16-38-20-15,3 12-9 16,-8-19 77-16</inkml:trace>
  <inkml:trace contextRef="#ctx0" brushRef="#br1" timeOffset="-150393.25">16783 17637 51 0,'0'0'14'0,"0"0"-2"0,0 0-7 15,-7-16-3-15,7 16-3 16,0 0-2 0,0 0-2-16,0 0 0 15,0 0 4-15,0 0-1 16,0 0 1-16,0 0 1 0,0 0 2 16,0 0-1-16,0 0 1 15,0 0 0-15,0 0 1 16,0 0 1-16,0 0 1 15,0 0-1-15,0 0-1 16,0 0 1-16,0 0-1 16,0 0 0-16,0 0-1 15,0 0-2-15,0 0 2 16,0 0-1-16,0 0 2 16,0 0 2-16,0 0 5 15,0 0 3-15,0 0 2 16,0 0 1-16,0 0-1 0,0 0-2 15,0 0-2-15,0 0-4 16,0 0-3-16,0 0-5 16,0 0-2-16,0 0 1 15,0 0 1-15,0 0 1 16,0 0-2-16,0 0 0 16,0 0-7-16,0 0-16 15,0 0-12-15,0 0-8 16,0 0-15-16,0 0 29 15,10-22 31-15</inkml:trace>
  <inkml:trace contextRef="#ctx0" brushRef="#br1" timeOffset="-137848.34">17474 18032 60 0,'0'0'23'16,"0"0"-1"-16,0 0-2 15,0 0-1 1,0 0 0-16,0 0 1 16,0 0-1-16,0 0 0 0,0 0-2 15,0 0 1-15,0 0 0 16,0 0-1-16,0 0-2 15,0 0-3-15,0 0-2 16,0 0-2-16,0 0-1 16,0 0-1-16,0 0-4 15,0 0-3-15,0 0-3 16,0 0-2-16,0 0 1 16,0 0-1-16,0 0-1 0,0 0 1 15,0 0-2 1,0 0-4-16,0 0-8 15,0 0-7-15,0 0-6 16,0 0-7-16,0 0-6 0,0 0-7 16,0 0-1-16,0 0 32 15</inkml:trace>
  <inkml:trace contextRef="#ctx0" brushRef="#br1" timeOffset="-134205.75">17541 17473 51 0,'-8'20'31'16,"8"-20"-5"-16,-7 18-7 16,7-18-5-16,-11 20-6 15,11-20-2-15,0 0-5 16,-12 19-1-16,12-19 1 15,0 0-1-15,0 0 0 16,0 0-10-16,0 0-8 16,0 0-12-16,0 0-12 15,0 0-12-15,-3-22 52 16,-8 5 2-16</inkml:trace>
  <inkml:trace contextRef="#ctx0" brushRef="#br1" timeOffset="-129621.49">9834 18438 14 0,'0'0'4'0,"0"0"-10"0,0 0-5 15,0 0 11-15,0 0 0 16,0 0 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45:07.91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17422 18056 24 0,'0'0'19'0,"0"0"3"16,0 0 1-16,-23 14-1 16,23-14-1-16,0 0-1 0,-19 7 0 15,19-7-5-15,0 0-5 16,-17 5-8-16,17-5-4 15,0 0-4-15,0 0-9 16,0 0-5-16,0 0-6 16,-19 5-6-16,19-5-2 15,0 0-1-15,0 0 8 16</inkml:trace>
  <inkml:trace contextRef="#ctx0" brushRef="#br0" timeOffset="4149.92">14910 24116 92 0,'0'0'119'15,"19"12"-21"-15,0-8-13 16,4-3-5-16,13 1-2 16,-1-7-6-16,7 7-6 15,1-8-21-15,6-6-18 16,-1-3-14-16,4-1-3 15,-3-3-3-15,-8 0-2 16,1 0-4-16,-5-3-1 0,-11 6 7 16,-4 7 3-16,-6 1 3 15,-16 8-1 1,0 0 2-16,-16-6-1 16,-13 17 3-16,-4 3 1 0,-12 5-10 15,-8 1-6-15,-4 5 1 16,-2 8 2-16,4-2-1 15,3 3 3-15,6-8-1 16,8-1-7-16,12-8 0 16,26-17 2-16,-14 15-3 15,32-16-4-15,8-8 1 16,12-6-2-16,11-1 3 16,6-7 3-16,9-4 2 15,4-3 1-15,-2 1-1 16,2-6 4-16,-4 6-2 15,-5-4-1-15,-11 5-3 16,-6 6 0-16,-12 8 7 0,-15 4-2 16,-15 10 1-16,0 0-3 15,-27-6 1-15,-6 20 2 16,-13 2 0-16,-6 3-1 16,-7 0-6-16,-5 5 0 15,0 5 3-15,-2 1 2 16,9-2-1-16,5-2-1 15,12-9-2-15,5 0-3 16,16-8 3-16,19-9 0 16,0 0-5-16,0 0-3 15,35-14 5-15,-3-3-2 16,7 1 7-16,2-3 2 16,6 2-2-16,-5 1 0 0,-4 2 1 15,-1 2 2-15,-11 2-2 16,-4 6 3-16,-22 4-1 15,16 4 0-15,-16-4 2 16,-16 7-1-16,-6 0 0 16,-4 7 2-16,-7 1-1 15,-6-6-58-15,-1 1-69 16,-5-1-32-16,-10-14-4 16,-3-9-5-16,-4-24-8 15</inkml:trace>
  <inkml:trace contextRef="#ctx0" brushRef="#br0" timeOffset="5534.92">14990 23380 186 0,'0'0'144'16,"0"0"-21"-16,10 18-49 16,-10-18-3-16,0 0-7 15,0 0 9-15,0 0 2 16,4-16-15-16,-4 16-8 0,5-33-27 16,2 7 4-16,-7-7-27 15,3-5 1 1,4-5-7-16,-3-2-4 15,-4-2 3-15,5 1-2 0,-2 2 6 16,1 10-5-16,-1 1 6 16,1 7 0-16,-1 5 1 15,1 5 1-15,-4 16 2 16,8-19 3-16,-8 19 6 16,0 0 0-16,0 0 2 15,0 0 0-15,7 19-12 16,0 0-3-16,-7 1 0 15,9 9 0-15,-6 4 0 0,4 12 0 16,-3 5 0 0,3 7 0-16,-5 5 0 15,1 1 0-15,1 4 0 16,-4-1 0-16,3 3 0 0,-3-5 0 16,0-3 0-16,0-7 0 15,0-4 0-15,-3-2 0 16,3-6 0-16,0-2 0 15,-4-7 0-15,4-8 0 16,0 3 0-16,-3 0 0 16,3-6 0-16,-2-3 0 15,2-3 0-15,0-16 0 16,-4 28 0-16,4-28 0 16,0 0 0-16,-3 19 0 15,3-19 0-15,0 0 0 16,0 0 0-16,0 0 0 15,-26 7 0-15,26-7 0 0,-33 5 0 16,10-3 0-16,-6 1 0 16,-2 1 0-16,-6 4 0 15,4 1 0-15,-2 1 0 16,-1-3 0-16,5 4 0 16,1-3 0-16,8 3 0 15,4-8 0-15,18-3 0 16,0 0 0-16,0 0-5 15,18-16-6-15,8 4-1 16,8-7 7-16,8-5 3 16,10 3 2-16,4-1 0 15,3-4-1-15,5 2 2 16,-5-4-2-16,5 9 1 0,-5-4 1 16,-5 9 0-16,-2-3 0 15,-9 2 2-15,-4 9 1 16,-13-1 4-16,-4 6 4 15,-22 1-6-15,23 0-6 16,-23 0 0-16,0 0 0 16,0 0 0-16,0 0 0 15,-16 10-39-15,-1-12-75 16,17 2-38-16,-28-8-23 16,14-1-18-16,-5 0-4 15,-3-6 45-15</inkml:trace>
  <inkml:trace contextRef="#ctx0" brushRef="#br0" timeOffset="6542.64">13756 23380 217 0,'0'0'91'0,"-21"7"1"16,21-7-2-16,0 0 0 0,0 0 2 15,0 0-15-15,-19 2 7 16,19-2-18 0,0 0-1-16,0 0-21 15,-19 12-29-15,19-12-15 0,-19 11 0 16,19-11 0-16,-20 8 0 16,20-8 0-16,-13 5 0 15,13-5 0-15,0 0 0 16,0 0 0-16,0 0 0 15,0 0 0-15,22-5 0 16,-8 3 0-16,9-3 0 16,3 4 0-16,0-5 0 15,5 3 0-15,-2 1 0 0,1-3 0 16,-1 0 0 0,-3 3 0-16,0 0 0 15,-6-1 0-15,-5 3 0 16,-15 0 0-16,23 7 0 0,-23-7 0 15,10 34 0-15,-10-9 0 16,-3 6 0-16,-4 14 0 16,-5 5 0-16,1 9 0 15,-8 7 0-15,0-1 0 16,-4 3 0-16,1 8 0 16,-4-10 0-16,0-2 0 15,3-9 0-15,1-6 0 16,4-8 0-16,3-4 0 15,4-18 0-15,11-19 0 16,-3 20 0-16,3-20 0 16,26 2 0-16,-4-9 0 15,11-5-2-15,4-5-5 0,11 5 0 16,5-7 2-16,4-4 3 16,2-6-2-16,2 1 3 15,1-3-1-15,2 5 0 16,1 0 2-16,-6 2 2 15,0 5-2-15,-11 1 0 16,1 6 4-16,-15 4-1 16,-1-1-1-16,-10 4-11 15,-23 5-34-15,23 1-48 16,-23-1-22-16,0 0-21 16,-16-1-23-16,16 1-12 15,-37 1 3-15,11 3 47 16</inkml:trace>
  <inkml:trace contextRef="#ctx0" brushRef="#br0" timeOffset="9454.71">8986 18793 13 0,'0'0'8'0,"0"0"0"0,0 0 2 16,0 0-2-16,0 0-1 15,0 0-2-15,0 0-2 16,0 0-1-16,0 0-1 15,0 0-1-15,0 0-2 16,0 0 2-16,0 0 0 16,0 0 0-16,0 0-2 15,0 0 3-15,0 0 0 16,0 0-2-16,0 0 1 0,0 0-1 16,0 0 0-16,0 0-1 15,0 0 2 1,0 0-4-16,0 0 4 15,0 0-1-15,0 0 0 0,0 0 0 16,0 0 1-16,0 0 3 16,0 0-1-16,0 0 2 15,0 0-2-15,0 0-1 16,0 0 0-16,0 0-3 16,0 0-4-16,0 0-3 15,0 0 0-15,6 16-1 16,-6-16 0-16,0 0 0 15,0 0 3-15,0 0 7 16,0 0 0-16</inkml:trace>
  <inkml:trace contextRef="#ctx0" brushRef="#br0" timeOffset="16262.55">9508 18556 72 0,'-19'0'33'0,"19"0"-8"16,0 0-9-16,0 0-15 16,0 0-13-16,0 0-16 15,0 0-15-15,-17-12-20 16,17 12 63-16,0-21 0 16</inkml:trace>
  <inkml:trace contextRef="#ctx0" brushRef="#br0" timeOffset="26942.14">14735 24237 68 0,'31'7'33'15,"2"2"4"-15,3-1-3 16,2 5 4-16,1 0-2 15,1 1 7-15,1 0 0 16,4 7 4-16,-5-2 7 16,2 0 12-16,-4-2 3 0,6 6-7 15,-10-8-5-15,6 10-10 16,-5-6-9 0,5 0-4-16,-5-2-12 15,4 9-16-15,-4-2-6 16,2-1 2-16,-3-1-1 0,-1-1 0 15,0-4 6-15,-1 4-6 16,-3 5 8-16,-3-10-5 16,0-1 8-16,0-1 7 15,0 7-6-15,0-4 6 16,0-1-16-16,0-4 14 16,2-4-18-16,2 8 16 15,-1-7-15-15,-3 5 0 16,4-9-4-16,-1 2-1 15,2 5 3-15,-5 2 2 16,1-2 4-16,-5-7-3 16,1 14-4-16,-3-5 0 0,-4 1 3 15,-16-15 6-15,26 25-6 16,-14 1-4-16,-12-26-1 16,18 36 5-16,-18-36 3 15,12 36 2-15,-12-36-3 16,0 0-4-16,7 76 15 15,-7-76-2-15,0 0 1 16,-4 71-10-16,4-71 9 16,0 0-12-16,-22 87 14 15,22-87-12-15,-26 71-7 16,26-71-1-16,-30 83 4 16,30-83-2-16,-38 80-1 15,38-80 9-15,-49 76-5 0,49-76 0 16,0 0 3-16,-85 104-1 15,85-104-1-15,0 0 8 16,-93 102-3-16,93-102-5 16,0 0 1-16,-101 86 2 15,101-86-1-15,-78 42 4 16,78-42-1-16,-84 28-4 16,84-28 1-16,-88 17 1 15,88-17-8-15,-94 31 11 16,94-31 3-16,-90 23-5 15,90-23-4-15,-89 10 0 16,89-10 2-16,-93 10-4 16,93-10 12-16,-91-15-9 0,91 15 0 15,-85-14 0-15,85 14 0 16,-83-17 0-16,83 17 0 16,-68-38 0-1,68 38 0-15,0 0 0 0,-97-89 0 16,97 89 0-16,-55-90 0 15,55 90 0-15,-52-119 0 16,52 119 0-16,-40-118 0 16,40 118 0-16,-35-119 0 15,35 119 0-15,-33-99 0 16,33 99 0-16,-35-74 0 16,18 41 0-16,-2 0 0 15,0 2 0-15,-4-2 0 0,4 8 0 16,-4 3 0-16,3-9 0 15,0 10 0 1,1 9 0-16,0-11 0 16,2 10 0-16,17 13 0 0,-28-14 0 15,28 14-1-15,-26 3-16 16,26-3 8-16,-17 5-4 16,17-5 6-16,-12 33 3 15,12-33-1-15,0 0 9 16,-19 82 8-16,19-82-16 15,-14 69 12-15,14-69-6 16,-16 90 9-16,16-90-6 16,-14 78 4-16,14-78-9 15,0 0-2-15,0 0 10 16,-26 81-10-16,26-81 2 16,0 0-14-16,0 0 20 15,0 0 7-15,0 0-13 0,0 0 0 16,-19-74 0-16,19 74 0 15,0 0 0-15,-23-97 0 16,16 55 0-16,6-6 0 16,-3 1 0-16,4 7 0 15,4-13 0-15,1 14 0 16,2-9 0-16,3 15 0 16,-1 9 0-16,-9 24 0 0,19-26 0 15,-19 26 0 1,17-2-16-16,-17 2-1 15,20 45 8-15,-8-17 2 16,2-4 3-16,-14-24-2 16,29 90 4-16,-29-90 10 0,26 109 0 15,-26-109-8-15,31 94 6 16,-31-94 2-16,40 78 0 16,-40-78-34-16,75 24-81 15,-14-45-53-15,20-5-24 16,13-33 9-16,22-3-18 15,8-13 39-15</inkml:trace>
  <inkml:trace contextRef="#ctx0" brushRef="#br0" timeOffset="28150">17377 25125 97 0,'-143'56'143'16,"143"-56"27"-16,-104 38-34 15,104-38-27-15,-78 1-12 16,78-1-4-16,0 0 11 16,-16-13-30-16,16 13-74 15,72-40 0-15,-12 21 0 16,18 7 0-16,16-9 0 16,14 10 0-16,5-23 0 0,10 15 0 15,4 0 0-15,3 3 0 16,-4 6 0-16,-9-11 0 15,-4 5 0-15,-16-6 0 16,-9 22 0-16,-20-7 0 16,-16 2 0-16,-14 10 0 15,-17-5 0-15,-21 0 0 16,0 0 0-16,-36 28 0 16,-6-18 0-16,-17 4 0 15,-12 0 0-15,-16-11 0 16,-10 18 0-16,-14 8 0 15,-2-1 0-15,-7-9 0 16,2 12 0-16,2-3 0 0,-1-5 0 16,10 11 0-16,6-6 0 15,14-11 0 1,9-1 0-16,78-16 0 16,-107 26 0-16,107-26 0 0,0 0 0 15,0 0 0-15,0 0 0 16,0 0 0-16,0 0 0 15,118-25 0-15,-40 10 0 16,12-1 0-16,11 2 0 16,15-12 0-16,4 11 0 15,7-13 0-15,-4 4 0 16,-3 7 0-16,-4-8 0 16,-12 1 0-16,-7-2 0 15,-19 11 0-15,-17-6 0 16,-12 14 0-16,-16-2 0 15,-33 9 0-15,0 0 0 16,0 0 0-16,-45-1 0 0,-8-1 0 16,-7 14 0-16,-18-10 0 15,-14 3 0-15,-7 0 0 16,-9 12 0-16,-3 2 0 16,2 14 0-16,1-2 0 15,-1-18 0-15,8 13 0 16,7 3 0-16,13-8 0 15,13 3 0-15,68-24 0 16,-94 12 0-16,94-12 0 16,0 0 0-16,0 0 0 15,0 0 0-15,0 0 0 16,132 5 0-16,-47-13 0 0,16 1 0 16,15-12 0-16,14-7 0 15,9-5 0-15,3 5 0 16,-3 0 0-16,-5 3 0 15,-14 1 0-15,-13-4 0 16,-20 3 0-16,-19 11 0 16,-25-7 0-16,-27 2 0 15,-26-1-35-15,-43-13-130 16,-30-3-12-16,-37 2-11 16,-39-4 13-16,-44-7-40 15</inkml:trace>
  <inkml:trace contextRef="#ctx0" brushRef="#br0" timeOffset="30158.43">13969 24222 1 0,'-15'24'78'15,"15"-24"-15"-15,-18 10-16 16,18-10 9-16,0 0 26 15,0 0 13-15,0 0-5 16,0 0 2-16,0 0-13 16,37-3-8-16,-11 1-16 15,12 7-14-15,10-5-27 16,15-3-10-16,12 1-1 0,15-5-2 16,14-3 4-16,5-11-3 15,6 4 3 1,-2-11-3-16,0 5-3 15,-6-2 2-15,-13 0-1 0,-13-2 2 16,-13 9-6-16,-19 11-1 16,-20-1 4-16,-13 2 2 15,-16 6 0-15,-23 0-2 16,-15 7-1-16,-14 6 1 16,-19 0 4-16,-11 1 1 15,-15 5-4-15,-10 9-4 16,-10 0 1-16,1 1 4 0,0 1 1 15,1 1-3 1,9-4 0-16,11 1 3 16,15-2-3-16,21-12 1 15,14-2-4-15,15 0-1 16,30-12 1-16,0 0 4 0,19 7 0 16,25-14-3-16,13-5 4 15,14 5 0-15,14-2 5 16,16-8-2-16,3-2 0 15,9 2-4-15,0-1-1 16,1 1 2-16,-8 0 0 16,-9-4-2-16,-12 5 0 15,-17 6 1-15,-12 5-4 16,-18 1 1-16,-16 1 4 16,-22 3-3-16,0 0-1 15,-27 10 4-15,-13-4-1 16,-18-1-1-16,-15 3 5 0,-13 5-2 15,-15 0-1-15,-12 3 2 16,-3 3-1-16,-2 5-1 16,-2-1-3-16,11 1 4 15,12-2-3-15,11-4 1 16,19-4-2-16,15-6-2 16,19-3 3-16,33-5 1 15,0 0 2-15,26 0-2 16,22-6-1-16,18-5 1 15,21-6 1-15,14 1 2 16,22-6-2-16,4-2-1 16,12-4 1-16,-1-2-3 15,3 3 5-15,-2-3-1 0,-12 6 0 16,-11 0-1-16,-19 8 0 16,-15 2-3-16,-18 6-1 15,-24 1 6-15,-18 2-5 16,-22 5 2-16,-26 5 0 15,-17 0-1-15,-21 7 1 16,-18 2 1-16,-15 3 2 16,-12 2-6-16,-11 6 3 15,-7 2-3-15,-3-1 1 16,7 4 0-16,6-6-1 16,13-2 2-16,21-1-2 15,12-7-1-15,22-2-1 16,20-7 7-16,29-5-3 0,0 0 2 15,41-1 1-15,15-12 1 16,15-2 0-16,19-4 3 16,14-4-1-1,9 1-3-15,7-6 1 0,3-6-2 16,-5 4 0-16,-5 6 0 16,-12 1 0-16,-20 4-1 15,-13 5-1-15,-23 8 1 16,-15 2 0-16,-30 4 1 15,0 0 0-15,-40 4-4 16,-14 4 0-16,-21 6 2 16,-20 3 2-16,-14 1-2 15,-18 4 0-15,-9 4-3 0,-4 5 3 16,1 13 0-16,4-13 1 16,17 3 1-16,17-9-2 15,21-3-3-15,21-5 3 16,30-8 4-16,29-9-2 15,0 0 1-15,55-24-1 16,13 0-2-16,20-1 5 16,18-6-1-16,12-5-2 15,11-4 0-15,4 4 0 16,1 3 1-16,-6 2-2 16,-11 3 0-16,-13 7-3 15,-19 6 0-15,-24 8 2 16,-13 3 0-16,-25 6 0 15,-23-2-1-15,-23 21 2 0,-18-2 1 16,-24 5 0 0,-13 4 1-16,-19 5-2 15,-11 10-1-15,-11-3 2 0,-8 1-3 16,4-1 1-16,3 0-1 16,12-6 1-16,15-1 2 15,21-10-4-15,15-13 2 16,21-5 1-16,17-5 4 15,19 0-5-15,19-13 3 16,17-8 1-16,13-3-3 16,15-4 7-16,11-2-3 0,11-1-26 15,6-7-83-15,6-9-37 16,2 8-27 0,-13-1-9-16,-2-2-4 15,-17 6 90-15</inkml:trace>
  <inkml:trace contextRef="#ctx0" brushRef="#br0" timeOffset="33402.71">14851 24317 289 0,'0'0'142'16,"12"-23"-12"-16,-12 23-8 15,0 0-13-15,30-3-14 16,-30 3-24-16,29-7-22 16,-13 7-33-16,10-2-16 0,0 4 0 15,7-6 0-15,0 4 0 16,1 0-1-1,-1 2 2-15,6 0-1 16,-6-2 0-16,1 7-2 0,-1-2 1 16,0 2 4-16,2 7-3 15,-2-6-1-15,3 3 0 16,-1 3 0-16,2 1 1 16,-3-6 1-16,3 8 0 15,1-3 0-15,2-2-1 16,-2 9 0-16,0-2 0 15,2-3 0-15,2-3 0 16,0 5 0-16,1 1 0 16,2-7 0-16,0 2 0 15,-3-6 0-15,1 5 0 16,-1 2-1-16,0 6 1 16,-3-2 0-16,-4-7 1 0,-2 9-1 15,-2 3 0-15,-1 0 0 16,-4-1 0-16,0 1 0 15,-3-1 0-15,-1 3 0 16,-4 12 0-16,-3-7 0 16,1 0 0-16,-2 5 0 15,-2-5 0-15,-2 4 0 16,-10-35 0-16,16 78 0 16,-16-78 0-16,7 71 0 15,-7-71 0-15,0 0 0 16,0 105 0-16,0-105 0 15,0 0 0-15,-23 99 0 16,23-99 0-16,0 0 0 0,-45 106 0 16,45-106 0-16,-52 74 0 15,52-74 0-15,-66 75 0 16,66-75 0-16,-80 69 0 16,80-69 0-16,-97 74 0 15,97-74 0-15,-104 68 0 16,104-68 0-16,-108 69 0 15,108-69 0-15,-109 61 0 16,109-61-1-16,-101 48 1 16,101-48-5-16,-94 35 7 15,94-35 2-15,-85 17-4 16,85-17 0-16,-78 10 0 16,78-10 0-16,-74-7 0 0,74 7 0 15,-68-5 0-15,68 5 0 16,-71-22 0-16,71 22 0 15,-68-26 0 1,68 26 0-16,-71-38 0 0,71 38 0 16,0 0 0-16,-101-64 0 15,101 64 0-15,0 0 0 16,-100-82 0-16,100 82 0 16,0 0 0-16,-98-86 0 15,98 86 0-15,-67-71 0 16,67 71 0-16,-72-66 0 15,72 66 0-15,-69-76 0 16,69 76 0-16,-64-78 0 0,64 78 0 16,-59-80 0-1,59 80 0-15,-54-76 0 16,54 76 0-16,-52-67 0 16,52 67 0-16,-43-38 0 0,23 13 0 15,5 1 0-15,-1 9 0 16,-1-11 0-16,5 1 0 15,1 5 0-15,-1-13 0 16,2 10 0-16,3 6 0 16,7 17 0-16,-12-21 0 15,12 21 0-15,0 0 0 16,0 0 0-16,0 0 0 0,0 0 0 16,-16-5 0-16,16 5 0 15,-4 24 0-15,4-24 0 16,-6 33 0-1,2-14 0-15,4-19 0 16,-16 73 0-16,16-73 0 0,-19 97 0 16,19-97 0-16,-26 88 0 15,26-88 0-15,-26 92 0 16,26-92 0-16,-26 74 0 16,26-74 0-16,0 0 0 15,-26 90 0-15,26-90 0 16,0 0 0-16,0 0 0 15,0 0 0-15,0 0 0 0,0 0 0 16,0 0 0-16,0 0 0 16,0 0 0-1,0 0 0-15,0 0 0 16,0 0 0-16,0 0 0 0,0 0 0 16,0 0 0-16,0 0 0 15,0 0 0-15,0 0 0 16,0 0 0-16,0 0 0 15,12-88 0-15,-12 88 0 16,11-71 0-16,-11 71 0 16,15-83 0-16,-4 38 0 15,1 0 0-15,-2-4 0 16,6 1 0-16,-6 6 0 16,6 4 0-16,-6 4 0 15,6-3 0-15,-6 10 0 16,3 1 0-16,1 8 0 15,-2 3 0-15,2-6 0 0,1 5 0 16,1 3 0-16,-2 11 0 16,5-7 0-16,3-1 0 15,1 8 0-15,3-1 0 16,7 4 0-16,-2 1 0 16,9 3 0-16,2-1 0 15,3 3 0-15,0 10 0 16,4-12 0-16,-1 11 0 15,-1-6 0-15,2 11 0 16,-4-9 0-16,0 5 0 16,-3-6 0-16,-2-1 0 15,-2 4 0-15,-9-9 0 16,-3 0 0-16,0-1 0 0,-10 3 0 16,-16-7 0-16,23 7 0 15,-23-7 0-15,0 0 0 16,0 0 0-16,0 0 0 15,6 15 0-15,-6-15 0 16,0 0 0-16,0 16 0 16,0-16 0-16,0 0 0 15,0 15 0-15,0-15 0 16,0 0 0-16,0 0 0 16,0-17 0-16,0 17 0 15,0 0 0-15,0 0 0 16,0 0 0-16,0-16 0 15,0 16 0-15,0 0 0 0,0 0 0 16,0 0 0-16,0 0 0 16,0 0 0-16,0 0 0 15,0 0 0 1,0 0 0-16,0 0 0 0,0 0 0 16,0 0 0-16,0 0 0 15,0 0 0-15,0 0 0 16,0 0 0-16,0 0 0 15,0 0 0-15,0 0 0 16,0 0 0-16,0 0 0 16,0 18 0-16,0-18 0 15,0 0 0-15,0 0 0 16,0 0 0-16,0 0 0 0,0 0 0 16,0 0 0-16,0 0 0 15,-3-18 0 1,3 18 0-16,0 0 0 15,0 0 0-15,0 0 0 0,0 0 0 16,0 0 0-16,0 0 0 16,0 0 0-16,0 0 0 15,0-15 0-15,0 15-95 16,-7-21-96-16,-9-15-5 16,-6-21-16-16,-15-13 10 15</inkml:trace>
  <inkml:trace contextRef="#ctx0" brushRef="#br0" timeOffset="35167.99">15221 23953 78 0,'0'0'74'15,"-23"19"-45"-15,23-19-24 16,-19 16-19-16,19-16-18 16,-14 16-23-16,11-1-18 15,3-15 62-15,0 0 11 16</inkml:trace>
  <inkml:trace contextRef="#ctx0" brushRef="#br0" timeOffset="38503.36">15580 24325 17 0,'26'30'26'0,"0"-2"3"0,0-6 7 16,0 4 4-16,-3 2 6 15,3-2 3-15,0-2 4 16,0 4 1-16,3-4 5 15,-1-3-8-15,5 8 2 16,0-12-5-16,9 1 0 16,-6-3-10-16,6 8-1 15,-4-9 6-15,2 1 19 16,-5 3-13-16,5-8 2 0,-9 7-14 16,2 2 3-16,-4 4-12 15,-3-8 1-15,0 6-29 16,0 3 0-1,-3-5 0-15,0 9 0 16,-4-9 0-16,-4-3 0 0,-1 3-3 16,-2 0-2-16,-12-19-1 15,18 53 6-15,-18-53-3 16,0 0-2-16,8 84 10 16,-8-84-9-16,0 0 10 15,-12 103-9-15,12-103 10 16,0 0-9-16,-26 78 12 15,26-78-8-15,0 0-1 0,-36 90-4 16,36-90 2 0,0 0-7-16,-49 83 2 15,49-83-3-15,0 0 10 16,-64 80-10-16,64-80 4 0,0 0 9 16,-78 52-5-16,78-52 10 15,0 0-8-15,-94 69 0 16,94-69-5-16,-78 38 11 15,78-38-11-15,-82 64 2 16,82-64 5-16,-90 51-6 16,90-51-3-16,-97 45-1 15,97-45 3-15,-97 41-4 16,97-41-3-16,-98 42 0 16,98-42-2-16,-90 36-1 15,90-36 5-15,-81 33 1 16,81-33-9-16,0 0-2 15,-98 41 11-15,98-41 3 0,0 0-4 16,-78 4-2-16,78-4 12 16,0 0-1-16,0 0-6 15,-83 2 16-15,83-2-4 16,0 0-5-16,0 0 18 16,-78 7 14-16,78-7-16 15,0 0-6-15,0 0 17 16,-90-35-17-16,90 35 8 15,0 0 4-15,-85-54-18 16,85 54-9-16,0 0 1 16,-94-81 8-16,94 81-4 15,0 0 11-15,-101-88-12 16,101 88 0-16,-62-73 0 0,62 73 0 16,-61-69 0-16,61 69 0 15,-52-85 0-15,52 85 0 16,-52-85 0-16,52 85 0 15,-52-71 0-15,52 71 0 16,-45-78 0-16,45 78 0 16,0 0 0-16,-59-83 0 15,59 83 0-15,0 0 0 16,-51-73 0-16,34 56 0 16,1 1 0-16,2-1 0 15,2-2 0-15,0 4 0 16,2-8 0-16,-1 4 0 15,11 19 0-15,-15-14 0 0,15 14 0 16,0 0 0-16,-16 2 0 16,16-2 0-16,0 0 0 15,0 0 0 1,0 0 0-16,0 0 0 0,0 0-2 16,0 0-2-16,0 0 3 15,0 0 2-15,0 0 5 16,-14 88-6-16,14-88 0 15,0 0 0-15,0 107 0 16,0-107 0-16,-3 101 0 16,3-101 0-16,-4 85 0 15,4-85 0-15,-5 69 0 16,5-69 0-16,0 0-6 0,-14 80 2 16,14-80 3-1,0 0-4-15,0 0 6 16,0 0-11-16,-23 69 15 15,23-69 11-15,0 0-12 0,0 0-7 16,0 0 6-16,0 0-3 16,0 0 0-16,0 0 0 15,0 0 0-15,0 0 0 16,0 0 0-16,0 0 0 16,-34-78 0-16,34 78 0 15,0 0 0-15,-14-102 0 16,14 102 0-16,-4-87 0 15,4 87 0-15,-3-74 0 0,3 74 0 16,7-78 0-16,-7 78 0 16,7-45 0-1,1 28 0-15,-1-8 0 0,4 5 0 16,-11 20 0-16,19-37 0 16,-19 37 0-16,19-26 0 15,-9 7 0-15,-10 19 0 16,16-24 0-16,-16 24 0 15,17-7 0-15,-17 7 0 16,23 4 0-16,-23-4 0 16,31 12 0-16,-13-7 0 15,4 0 0-15,1-1 0 16,-1-1 0-16,8-3 0 16,-4 12 0-16,2-10 0 15,-2-2 0-15,3 5 0 16,-3-7 0-16,-3-3 0 0,3 9 0 15,-7 2 0-15,2-9 0 16,-6 10 0-16,1-5 0 16,-16-2 0-16,26 19 0 15,-26-19 0-15,0 0 0 16,26 12 0-16,-26-12 0 16,10 19 0-16,-10-19 0 15,0 0 0-15,0 0 0 16,0 0 0-16,0 0 0 15,20 12 0-15,-17-31 0 16,-3 19 0-16,0 0 0 16,0 0 0-16,0 0 0 15,0 0 0-15,0 0 0 0,19 0 0 16,-19 0 0-16,0 0 0 16,0 0 0-16,4 16 0 15,-4-16 0-15,0 0 0 16,0 0 0-16,0 0 0 15,0 0 0-15,0 0 0 16,0 0 0-16,0 0 0 16,0 0-142-16,0 0-23 15,0 0-14-15,-23-13 1 16,9-16-8-16</inkml:trace>
  <inkml:trace contextRef="#ctx0" brushRef="#br0" timeOffset="41366.39">15500 24353 484 0,'0'0'158'0,"0"0"-14"15,0 0-27-15,-21 0-38 16,21 0-60-16,0 0-19 16,0 0-2-16,-15 17 1 15,15-17 1-15,0 0-1 16,-11 18-1-16,11-18-2 0,0 0 2 16,0 0 1-16,0 0-2 15,18 19-1 1,-18-19 6-16,19 3 2 15,0-23 1-15,10-24 4 0,20-35-7 16,33-41-159-16,20-36-35 16,12-41-18-16,22-30-5 15,-6-29-8-15</inkml:trace>
  <inkml:trace contextRef="#ctx0" brushRef="#br0" timeOffset="55784.75">13573 24500 139 0,'-12'16'26'15,"-2"-1"-24"-15,14-15-26 16,-29 18-25-16,29-18-27 16,-31 7 59-1,31-7 17-15</inkml:trace>
  <inkml:trace contextRef="#ctx0" brushRef="#br0" timeOffset="57307.85">8560 19465 68 0,'0'0'55'0,"0"0"0"15,0 0 0-15,0 0 1 16,0 0-6-16,0 0-20 0,0 0-41 16,0 0-53-1,0 17-36-15,0-17-28 16,-15 11 63-16,-18-25 65 15</inkml:trace>
  <inkml:trace contextRef="#ctx0" brushRef="#br0" timeOffset="111142.18">1666 25068 549 0,'0'0'214'15,"0"0"-13"-15,-27-19-142 16,27 19-59-16,-22-29 0 15,12 8 0-15,3 2 0 16,1 1 0-16,3 1 0 16,3 2 0-16,9-6 0 0,-9 21 0 15,39-21 0-15,-4 14 0 16,7 0 0-16,17-3 0 16,9-7 0-1,13-3 0-15,1 12 0 0,5-4 0 16,-6 3 0-16,1 9 0 15,-11 9 0-15,-10 13 0 16,-9 13 0-16,-52-35 0 16,62 124 0-16,-46-46 0 15,-9 9 0-15,-14 12 0 16,-4 4 0-16,-8 5 0 16,-3 1 0-16,-4-9 0 15,3-1 0-15,1-13 0 0,-1-6 0 16,23-80 0-1,-29 111 0-15,29-111 0 16,0 0 0-16,-7 69 0 16,7-69-3-16,0 0 6 0,0 0-8 15,81-97 10-15,-81 97-5 16,87-105 0-16,-87 105 0 16,120-127 0-16,-120 127 0 15,133-128 0-15,-133 128 0 16,127-76 0-16,-127 76 0 15,101-55 0-15,-101 55 0 16,0 0 0-16,90-16 0 16,-90 16-22-16,0 0-105 0,0 0-38 15,0 0-19-15,0 0 0 16,0 0-1 0,0 0 30-16</inkml:trace>
  <inkml:trace contextRef="#ctx0" brushRef="#br0" timeOffset="111966.77">3138 24227 556 0,'-21'-40'196'15,"-17"-2"-22"-15,-18-4-148 16,4-4-16-16,-9-1-3 16,-1 8 6-16,-10 5-5 0,-2 5-2 15,-4 9 3-15,-2 7-2 16,-2 6-3-16,1 16-1 16,-6 4 0-16,2 10-5 15,5 9-7-15,2 13 3 16,3 13-6-16,4 13-5 15,9 18 5-15,4 9-2 16,13 20 13-16,5 4 12 16,11 15-2-16,6 19 9 15,14 6-6-15,6 11-3 16,15-13 2-16,7 10-7 16,18-12-4-16,8 6-6 15,17-17 5-15,13-8-13 0,19-26 15 16,6-10 5-16,17-5-2 15,9-30 2-15,13-9-11 16,4-22 10-16,2-16-3 16,5-22 0-16,2-4-2 15,-2-23 0-15,-4-12-3 16,-4-15 6-16,-8-19-3 16,-11-8 0-16,-14-13 0 15,-12-18 0-15,-22-20 0 16,-13-7 0-16,-20-22 0 15,-16 8 0-15,-22-9 0 16,-15-3-12-16,-18-1 0 0,-9 6-11 16,-15 18 11-16,-11 2-3 15,-10 23 11-15,-5-2 8 16,-11 20 1-16,-10 16 1 16,-8 13-4-16,-8 13 2 15,-11 17-3-15,-7 10 0 16,-1 16-1-16,-11 21 3 15,0 20-2-15,4 17 1 16,-4 21 1-16,12 23-2 16,4 16-5-16,10 34-3 15,11 13 16-15,12 18 6 16,19 11-10-16,15 19-4 16,22 6 4-16,18 24 1 0,23-10 6 15,19-9-9-15,25-13-3 16,9-23-80-16,32-34-62 15,13-51-29 1,11-45-13-16,9-40-1 0,-5-36-21 16</inkml:trace>
  <inkml:trace contextRef="#ctx0" brushRef="#br0" timeOffset="112727.31">2193 25016 231 0,'-41'4'169'16,"-1"-18"-39"-16,2-2-18 0,5 1-1 15,9-6-11-15,-3-14-13 16,15 2-13-1,-2-5-65-15,16-5-9 16,7 7 0-16,12-8-19 0,11-4 9 16,4 5-16-16,12 10 9 15,6-5-7-15,7 12 22 16,5 3-4 0,5 4 2-16,-1 24 0 0,3 11-1 15,-3 6 25-15,0 16-8 16,-6 7 8-16,-5 14-15 15,-10 12 15-15,-12 19-11 16,-9 6 16-16,-16-5-19 16,-13 13-8-16,-7 3-3 15,-13 15-1-15,-7-8 6 16,-8-2 6-16,2-9-2 16,-2-12-15-16,-2 1 17 0,5-19-21 15,35-73 19-15,-52 83 1 16,52-83 6-16,0 0-14 15,0 0 6-15,0 0-13 16,0-97 14-16,0 97 5 16,71-140-9-16,-15 63 0 15,8 0 0-15,11-5 0 16,6-10 0-16,6 22 0 16,-2 0 0-16,-3 8 0 15,-6 7 0-15,-7 10 0 16,-11 1 0-16,-15 8 0 15,-12 29-49-15,-17-15-99 16,-14 6-39-16,-14-7 7 0,-20 10-9 16,-12-19 3-16</inkml:trace>
  <inkml:trace contextRef="#ctx0" brushRef="#br0" timeOffset="113558.9">1931 24376 621 0,'7'-33'182'0,"5"9"-58"16,14-15-118-16,12-6 2 15,6-1-4-15,10-4 2 16,5-4-2-16,12-3 2 15,0 5-3-15,11-4 2 16,1 6-5-16,5 5-2 16,10 9-1-16,-1 10 1 15,4 12 0-15,-4 11 0 16,0 15-2-16,-3 19-1 16,-1 17 0-16,-4 6 1 15,-9 15 0-15,-2 6-5 16,-3 8 2-16,-4 12 0 15,-5-2 3-15,-6-1 4 0,-1-4 8 16,-6 1 9-16,-5-6-6 16,-6 3 12-16,-9-6-15 15,-7 3 17 1,-11 0-15-16,-8 5 2 0,-10 4-12 16,-11 10 0-16,-12 4 0 15,-9 5 0-15,-13 5 0 16,-11 7 0-16,-13 8 0 15,-18 8 0-15,-7-8 0 16,-14 1 0-16,-9-11 0 16,-7-9-7-16,-1 4 3 15,-6-22-5-15,4-40 6 16,3-20 1-16,2-20 6 0,4-31-2 16,5-18-4-1,3-41 10-15,5-42-4 16,7-13 2-16,11-8-3 15,12-15-3-15,7-9 0 0,15-10 0 16,8-3 0-16,13 22 0 16,12 3 0-16,13-5 0 15,10 11 0-15,10-2-14 16,13 5 3-16,12 10-7 16,10 8 9-16,14-8-7 15,16 14 9-15,6 4 14 16,13 9-3-16,10 1 1 15,12 17-2-15,8 7 4 16,6 6-6-16,5 13 0 16,8 22-2-16,-1 11-4 15,7 25 1-15,4 15 2 16,0 22-2-16,-4 18 0 0,0 24-4 16,-13 13-38-16,-3 14-77 15,-16 15-51-15,-27-4-3 16,-19 6-9-16,-35-15 11 15</inkml:trace>
  <inkml:trace contextRef="#ctx0" brushRef="#br0" timeOffset="114250.39">2134 25123 125 0,'-19'-6'141'0,"-7"-22"-20"16,0-14-4-16,14-10-5 15,-2-1 1-15,12 1-30 16,-1-9-1-16,18-5-29 16,1-10-10-16,14 9-48 15,6 8-5-15,9 4-17 0,11 11 12 16,1 3 8-16,5 16 3 16,3 19-2-16,-1 25 1 15,-2 12 4-15,3 19 9 16,-6 11 12-1,-7 18-13-15,-7 6 16 0,-3 7-16 16,-13 29 8-16,-6-9-2 16,-10 11-5-16,-11 7-11 15,-7 10-4-15,-12 7 2 16,-9 14-5-16,-6-1 13 16,-4-24-11-16,1-2 1 15,2-22 17-15,4-20-8 16,29-92-9-16,-35 99 10 0,35-99-1 15,0 0 2-15,19-80-1 16,16-7 4-16,8-11-7 16,18-4 2-16,14-13-2 15,10-11 0-15,8 1 8 16,8 8-3-16,8 20 5 16,-4 15-10-16,2 13 0 15,-13 2 0-15,-4 22 0 16,-12 10 0-16,-7 16 0 15,-71 19 0-15,98-12 0 16,-98 12 0-16,0 0-46 16,0 0-98-16,0 0-18 15,41 3-23-15,-41-3 1 0,-74 6 9 16</inkml:trace>
  <inkml:trace contextRef="#ctx0" brushRef="#br0" timeOffset="114777.77">2204 25265 427 0,'0'0'189'16,"-105"-36"-19"-16,64 12-75 15,11-19-24-15,4-1-13 16,19-9-45-16,4-1-13 0,10 2 0 15,12-10 0-15,14 1-20 16,5-5 11 0,14 8-12-16,7-1 11 15,9 7-13-15,3 14 15 0,7 8 5 16,4 16-1-16,-2 20-1 16,1 14 10-16,-6 25 11 15,-1 18-11-15,-13 6 14 16,-5 17-18-16,-20 22 16 15,-10 11-4-15,-21 6 4 16,-13 12-16-16,-18 8-7 16,-11 9 5-16,-8 4-7 15,-3 1 3-15,-5-17-19 16,1-19 15-16,7-18 8 16,7-18 1-16,38-87-5 15,-49 83 6-15,49-83 6 16,0 0 8-16,16-140 10 0,21 44-9 15,15-21-12-15,22-17-4 16,13-18 0-16,17-9 0 16,16 5 0-16,15 13 0 15,11 11-43-15,14 6-119 16,12 3-34-16,-7-2-2 16,10 13-15-16,-14 6 21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1T18:44:4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15298 11621 10239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47:53.00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31642 6384 456 0,'33'-14'181'16,"-4"-3"-51"-16,1 5-37 0,-15-4-1 15,1 11-43-15,-16 5-32 16,14-16-12-16,-14 16-8 16,-18-14-2-16,-1 9 0 15,-15 5-4-15,-6 5-2 16,-9 4-1-16,-8 10 5 15,-16 5 0-15,-3 13-1 16,-13 9 1-16,-5 12-2 0,1 7 5 16,-8 10 3-1,-3 6 0-15,-2 13 3 16,2 4-3-16,10 6 2 16,5 3-2-16,18 1 3 0,7-4-4 15,21-1-2-15,18 0 5 16,18-10 1-16,20 2 2 15,16-5 3-15,20-1 1 16,18-5 1-16,22 1 2 16,17-3 1-16,20-8 2 15,15-5-3-15,14-5 2 16,13-15-13-16,11-8 0 16,8-13 0-16,6-11 0 15,1-15 0-15,1-11 0 16,-8-15 0-16,-5-14 0 15,-5-10 0-15,-13-16 0 16,-22-11 0-16,-12-8 0 0,-17-9 0 16,-19-8 0-16,-20-6 0 15,-18-3 0-15,-23-5 0 16,-17-2 0-16,-16 2-10 16,-23-2-5-16,-10 3 1 15,-19 4 1-15,-12 7 2 16,-14 9 5-16,-13 8 2 15,-9 9 3-15,-11 10-2 16,-14 7 0-16,-6 7 6 16,-11 5-6-16,-7 11 4 15,-4 1 0-15,0 9 0 16,0 6-2-16,2 8 2 16,2 5-1-16,9 12 0 0,4 12-1 15,13 13 0-15,10 6-44 16,18 16-69-16,15 10-37 15,17 6-22-15,25 10-5 16,19-6-3-16,31 1 80 16</inkml:trace>
  <inkml:trace contextRef="#ctx0" brushRef="#br0" timeOffset="480.34">31782 7166 323 0,'19'-1'179'0,"-19"1"-1"0,0 0-69 16,-3 31-31-16,-16 3-26 15,1 20-39-15,-9 8-17 16,-6 13-1-16,-4 6 6 16,-1 4-1-16,0-5 0 15,1-10-1-15,4-11 4 16,4-10-3-16,6-15 4 15,11-13-2-15,12-21 4 16,0 0 5-16,-15-22-4 16,20-13 6-16,2-13-7 15,8-13 4-15,-1-12-1 16,9-8-1-16,3-7-4 16,7 1-6-16,2 6 5 0,4 10-8 15,-4 8 6-15,-2 17-3 16,2 13-2-16,-6 14-2 15,1 21 0-15,-4 13-2 16,3 16 0-16,-1 13 0 16,5 11-1-16,-3 11 2 15,3 8 0-15,-7 6 7 16,1 1-2-16,0-3-1 16,-1-2 1-16,-4-8-7 15,1-8-81-15,-9-6-45 16,-2-16-18-16,-5-5-18 15,-14-17-2-15,7-16 3 16</inkml:trace>
  <inkml:trace contextRef="#ctx0" brushRef="#br0" timeOffset="695.49">31570 7618 222 0,'-22'-5'174'0,"22"5"-51"15,16-2-18-15,13 0-13 16,16 1-17-16,11-5-23 16,15 1-16-16,7-2-37 15,4-6-98-15,-4-5-43 16,-2 4-21-16,-20-8-1 0,-8-1-4 16,-29-13 27-1</inkml:trace>
  <inkml:trace contextRef="#ctx0" brushRef="#br0" timeOffset="1331.94">30621 5108 193 0,'-3'-38'183'0,"-4"5"-25"15,-6 7-44-15,13 26-17 16,-22-26-15-16,22 26-21 0,-33 2-26 16,14 10-35-16,0 9-3 15,-4 8-2-15,9 9-3 16,-1 9 5-16,8 10-2 15,7 6 3-15,7 2-5 16,12 3 3-16,14 1-3 16,5-5 6-16,4-2-3 15,1-4 4-15,2-3-1 16,-7-3 6-16,-5-5 1 16,-7-4-2-16,-14-2 4 15,-8-1-4-15,-11-3 5 16,-9-3-5-16,-3-6 4 15,-7-2-9-15,4-2 2 0,-4-5-4 16,10-2-2-16,16-17-1 16,-17 30-1-16,17-30 2 15,17 31-2-15,-1-12 3 16,-1 2-2-16,4 1 4 16,-1 8 2-16,-3 1 2 15,-4 2 0-15,-6 1 1 16,-5-1 0-16,-2 0 0 15,2-2-2-15,-3 4 0 16,-1-4-3-16,4-1-1 16,4-6-1-16,-1-2-1 15,6-3 0-15,1-3-3 16,6 0-56-16,-16-16-22 0,33 5-25 16,-14-7-27-16,-3-12-4 15,4-3-3-15,0-11 5 16</inkml:trace>
  <inkml:trace contextRef="#ctx0" brushRef="#br0" timeOffset="1736.24">31029 6069 272 0,'3'-40'128'16,"-3"14"-13"-16,-3 9-9 16,3 17-14-16,0 0-14 15,-4 24-19-15,-1 4-27 16,10 8-29-16,-1 7-4 15,6 9 1-15,-1 5-4 0,5 4 4 16,-4-4-2-16,-1 2 4 16,-2-5-2-16,-4-3 2 15,1-4 0 1,-8-5 2-16,-6-4-1 0,-6-5 4 16,-6 1-5-16,-11-4 4 15,-5-3-4-15,-11-1 3 16,-13 4-3-16,-6-4 7 15,-14-4-1-15,-5 4-10 16,-5-5 11-16,-1 2-9 16,2-3 7-16,5 1-11 15,4-5 9-15,14-2-11 0,9-2 4 16,18-4 1-16,8-1-3 16,14-5-1-1,19-2-3-15,-23-3-83 16,23 3-58-16,0 0-20 15,-14-20-5-15,14 20 2 0,-45-13 7 16</inkml:trace>
  <inkml:trace contextRef="#ctx0" brushRef="#br0" timeOffset="2976.63">10839 11885 174 0,'0'0'150'15,"-15"17"-33"-15,15-17-26 16,-19 7-1-16,19-7-3 16,0 0-15-16,-16-2-11 15,16 2-18-15,0 0-19 16,0 0-25-16,0 0-2 15,0 0 0-15,0 0 0 16,19-8 0-16,0 8 0 16,7-2 2-16,4 2 0 15,8-2 3-15,14 1 0 16,7-5-1-16,5-1 0 0,11-3 0 16,3-4-1-16,0 0 0 15,2 1 0 1,-2-3-2-16,-3 2 0 0,-8 2 0 15,-4 2 1-15,-11 1-2 16,-10 4 2-16,-6 0 0 16,-13 3 0-16,-8 2 2 15,-15 0 1-15,0 0 2 16,0 0 1-16,0 0 1 16,0 0-1-16,0 0-1 15,-3 15-1-15,3-15-1 0,0 0-3 16,0 0-1-16,0 0-3 15,0 0 1 1,0 0-1-16,0 0 1 16,0 0 2-16,0 0 0 0,0 0 1 15,0 0 1-15,0 0 0 16,0 0 3-16,0 0 1 16,0 0 3-16,0 0-20 15,0 0-133-15,0 0-28 16,-30-13-12-16,-8-24-9 15,2-6 5-15</inkml:trace>
  <inkml:trace contextRef="#ctx0" brushRef="#br0" timeOffset="4492.71">11022 13090 235 0,'0'0'86'16,"0"0"1"-16,-19 3 10 16,19-3 3-16,-16 2-15 15,16-2-10-15,-26 9-8 16,12-8-10-16,14-1-4 15,-29 11-10-15,29-11-20 16,-27 13-21-16,27-13-3 16,-15 9-7-16,15-9-5 0,0 0 0 15,0 0 4-15,0 0-1 16,0 0 0-16,33 0 2 16,-7-5 1-16,9-2 6 15,13-2 4-15,8-1 0 16,8 0-3-16,7-3 1 15,4 1-1-15,-1 0 1 16,5 4-2-16,-8-1 0 16,-9 4 0-16,-5-2-1 15,-10 3 0-15,-8 3-1 16,-10 1-1-16,-10 0 0 16,-19 0 4-16,23 3 2 0,-23-3 1 15,0 0-63-15,0 26-53 16,-4-9-38-16,4 16-10 15,-7 5-3-15,11 16-11 16,-16 0 75-16</inkml:trace>
  <inkml:trace contextRef="#ctx0" brushRef="#br0" timeOffset="4808.92">11084 14291 383 0,'-26'17'190'16,"5"-15"5"-16,6-4-94 16,15 2-46-16,0 0-12 15,7-15-35-15,15 3-11 16,11-1-1-16,12-4 2 15,9-2-3-15,16 2 0 16,9-2 1-16,13 0 2 16,2-2 1-16,3 4-1 15,-3-4-105-15,-4-3-62 16,-1 8-7-16,-18-17-13 16,7 4-4-16,-14-27 81 0</inkml:trace>
  <inkml:trace contextRef="#ctx0" brushRef="#br0" timeOffset="5892.7">32161 8658 381 0,'33'14'190'0,"-7"-7"-9"15,3 14-97-15,9 8-27 0,4 8-21 16,10 11-37 0,7 13 2-16,12 15 1 15,7 12-4-15,9 13 6 16,14 6-6-16,10 9-1 16,5 3 2-16,11 2 1 0,1-3-1 15,3-2-1-15,2-7 0 16,-4-1 0-16,-9-12 1 15,-6-6 2-15,-10-6-6 16,-10-7 4-16,-16-7 2 16,-10-8 0-16,-16-12 1 15,-14-10-2-15,-8-11 1 16,-11-3-1-16,-9-10 5 16,-10-16-2-16,0 0-8 15,0 0 4-15,-10-36-4 16,-3 3 2-16,-4-11-2 15,2-9 2-15,-5-8-2 0,3-6-2 16,1 3 7-16,-3 8-5 16,5 6 5-16,2 9 0 15,2 8 2-15,1 12-3 16,6 5 1-16,3 16-1 16,0 0 0-16,0 0 1 15,0 0-1-15,0 0 1 16,0 0-1-16,19 33 2 15,-5-3-1-15,1 4 1 16,4 10-1-16,-3 2 0 16,1 4-2-16,-11 6 2 15,-6 3 4-15,-16 3-6 16,-13 0 6-16,-24 6-5 0,-14 6 6 16,-17 6-4-16,-16 1 4 15,-11 1-4-15,-9-8 0 16,0-10 2-16,7-9-12 15,9-15-67-15,23-15-39 16,20-17-20-16,24-20-13 16,34-5-3-16,20-13-3 15</inkml:trace>
  <inkml:trace contextRef="#ctx0" brushRef="#br0" timeOffset="6494.13">34903 10966 416 0,'85'-2'135'0,"-13"-1"-14"15,-17-4-16-15,-13 1-17 16,-27-7-42-16,-15 13-37 16,-26-23-1-16,-26 18-1 15,-19 3 1-15,-23 7-3 16,-19 9-4-16,-13 12-7 15,-13 21 0-15,-10 15 1 16,-4 18-2-16,4 15 3 16,10 18 1-16,12 15 3 15,14 15-3-15,18 13 3 16,30 2-1-16,24 1 4 16,27-3 2-16,28-4 0 15,27-8 0-15,27-13-1 0,24-20 0 16,21-17 0-1,19-18 0-15,17-21-4 0,14-19-1 16,9-20-2-16,9-25-2 16,-2-20 2-16,-4-20 1 15,-3-11 0-15,-7-20-2 16,-16-10 1-16,-15-8 1 16,-15-10 4-16,-21-4 1 15,-15-6 0-15,-21-3 1 16,-20 0-1-16,-19 0 9 15,-16 3 5-15,-23 2 0 0,-14 5-3 16,-22 2-2 0,-15 10 0-16,-22 4-11 15,-17 5-1-15,-14 7 0 16,-17 7 0-16,-9 12 0 0,-6 12 0 16,-3 14-5-16,2 12-6 15,8 19-42-15,-1 9-57 16,16 20-52-16,17 23-17 15,9 14 0-15,15 19-1 16,15 8 37-16</inkml:trace>
  <inkml:trace contextRef="#ctx0" brushRef="#br0" timeOffset="7244.66">34476 11819 541 0,'-17'-7'207'16,"1"-1"-40"-16,-3-5-63 16,19 13-100-16,-26 4-4 15,16 11 0-15,1 20 0 0,2 10 0 16,0 17 0-16,4 9 0 16,-3 12 0-16,6 2 0 15,0 2 0-15,2-9 0 16,2-12 0-16,-1-13 0 15,-3-15 0-15,4-8 0 16,-4-30 0-16,0 0 0 16,-7-26 0-16,3-24 0 15,2-20 0-15,2-23 0 16,0-18 0-16,6-19 0 16,4-1 0-16,6 4 0 15,6 10 0-15,11 13 0 16,4 19 0-16,1 23 0 0,4 20-6 15,1 20 0-15,-1 18-15 16,-8 11-1-16,-4 22-3 16,-11 10 6-16,-9 11 0 15,-13 7 2-15,-9 10 1 16,-9 1 0-16,-7 1 21 16,-5-7 1-16,4-8-1 15,-1-12-6-15,8-6 3 16,6-10 3-16,9-7 2 15,7-19 1-15,17 19-2 16,8-14 1-16,11 0 1 16,9 1 0-16,4-1-3 15,3 2-4-15,0 0-5 0,-7 0-4 16,-8-1 3-16,-11 8 7 16,-21 4-1-1,-17 4 1-15,-25 8-1 16,-27 2-67-16,-18 7-69 0,-18 12-25 15,-32-4-3-15,-14 10-9 16,-21-10-1-16</inkml:trace>
  <inkml:trace contextRef="#ctx0" brushRef="#br0" timeOffset="8079.26">33042 12425 606 0,'59'-7'188'0,"2"7"-21"16,-5 2-168-16,-11 3 0 15,-3 2 4-15,-13 0 8 16,-6 3 2-16,-23-10-1 15,-12 18 1-15,-25-5-2 16,-17 5-10-16,-27 1-1 16,-17 5 0-16,-25 4 0 0,-23 3 0 15,-25 3 0-15,-24 6 0 16,-20 0 0 0,-14 3 0-16,-14 6 0 15,-14 1 0-15,-5 2 0 16,0 0 0-16,5 3 0 0,17 1 0 15,13-3 0-15,22-8 0 16,31-3 0-16,25-8 0 16,26-4 0-16,26-6 0 15,25-8 0-15,20-6 0 16,19-5 0-16,14-1 0 16,19-4 0-16,0 0-8 15,-3-24 1-15,13-1-4 0,2-4 3 16,8-6 1-1,-1-5 7-15,-2-6-2 16,6-3-2-16,3 1 0 16,0 1 1-16,0 7-1 0,-4 6 2 15,1 2-1-15,-8 10 1 16,-15 22 0-16,26-23 6 16,-26 23 2-16,0 0 1 15,0 0 1-15,-15 25-1 16,-4-1 1-16,-11 0-2 15,-3 6 3-15,-8 2-7 16,-8 7-2-16,-3-1-1 16,-4 1 2-16,1-2-1 15,3-4 1-15,7-6-2 16,6-1-2-16,13-8-5 16,7-6 0-16,12 3 1 15,7-15-2-15,33 28 1 0,5-14 0 16,15 1 1-16,7 3 4 15,13 1 2-15,7 3 2 16,-2-3-1-16,-3-3 2 16,-11-2-2-16,-12-2 11 15,-15-2-1-15,-22-6-62 16,-15-4-58-16,-19-4-36 16,-26-10-13-16,-7 1-7 15,-30-13 1-15,-1-4-11 16</inkml:trace>
  <inkml:trace contextRef="#ctx0" brushRef="#br0" timeOffset="8634.65">28252 12522 554 0,'-49'-45'174'0,"-7"5"-28"0,-3 7-66 16,7 16-46-16,-19 12-32 15,-7 8 5-15,-12 11-4 16,-18 9 1-16,-8 11-1 16,-11 11-4-16,-5 9 2 15,-5 10-4-15,2 12 3 16,1 12-5-16,11 14 4 16,10 13-3-16,16 6-2 15,19 9 1-15,19 5-2 0,24 1 1 16,24 3-1-16,29-11 1 15,24-5 2 1,29-12 1-16,19-13-2 16,25-16 5-16,20-15-1 0,14-15 3 15,16-19 0-15,7-17 1 16,10-20-1-16,2-20 0 16,2-21 1-16,-7-17-4 15,-6-13 5-15,-6-13-5 16,-9-7 2-16,-17-7-1 15,-20-6-1-15,-20 1-1 16,-23-6 2-16,-23-4-1 16,-29-8 1-16,-26-5-1 0,-26-3 0 15,-26 7 5 1,-19 6 0-16,-19 13 1 16,-25 20-2-16,-17 22 3 15,-17 25-4-15,-7 24 5 0,-6 23 0 16,-6 16-14-16,8 18-68 15,-1 9-49-15,12 7-35 16,25 14-15-16,13-5 1 16,31 7-5-16</inkml:trace>
  <inkml:trace contextRef="#ctx0" brushRef="#br0" timeOffset="8992.91">27450 13014 528 0,'10'-33'171'0,"-3"12"3"0,-17 2-99 15,-10 7-75-15,-13 7 0 16,-5 11 0-16,-10 17 2 16,-11 15-1-16,-2 10 1 15,-9 13-5-15,6 8 3 16,0 7-2-16,12 8 1 15,7 0 0-15,12 3-3 16,14-6 2-16,19-6 1 16,19-8 0-16,19-8-1 15,28-14 1-15,17-14 0 16,25-15 0-16,12-16 0 16,10-14 0-16,5-14 0 0,-5-10 0 15,-10-12 2-15,-10-11-80 16,-18-1-67-16,-28-12-19 15,-9 1-4-15,-29-10-3 16,-3 7-1-16</inkml:trace>
  <inkml:trace contextRef="#ctx0" brushRef="#br0" timeOffset="10135.72">27602 12927 508 0,'-26'43'183'0,"-7"-19"-5"15,6-11-109-15,6-10-62 16,21-3 0-16,-19-43-1 15,22-7 1-15,9-21-4 16,18-26-7-16,13-26 3 16,8-28 3-16,18-25-1 15,11-20-3-15,17-15 0 16,7-12 0-16,7-2 0 16,2 1-2-16,7 4 4 0,0 9-4 15,3 12 2-15,-3 7 2 16,-2 9 3-16,-2 9-4 15,-3 7 3-15,-2 7 2 16,-5 10-2-16,-6 11 2 16,-11 11 0-16,-9 14 2 15,-9 15-4-15,-12 13 2 16,-7 9-3-16,-10 12 4 16,-6 6-4-16,-10 9 1 15,-3 6-2-15,-4 5 0 16,-3 2 3-16,-6 4 1 15,-3 7 2-15,-4 2 0 16,-3 5 3-16,0 4-1 0,0 15-8 16,-7-23 0-16,7 23 0 15,0 0 0 1,-10-19 0-16,10 19 0 16,0 0 0-16,0 0 0 0,-12-19 0 15,12 19 0-15,0 0 0 16,3-23 0-16,-3 23-4 15,6-31-3-15,0 7 0 16,8-2 2-16,-1-2 0 16,2-1 1-16,2-2 2 15,6 1 2-15,-4 1-2 16,0 3 3-16,0 7 1 16,-5 3 4-16,-14 16 4 0,12-27-3 15,-12 27-15 1,-8-18-2-16,-6 13-1 15,-9 7-7-15,-8 1 0 16,-5 6-6-16,-13 7-3 0,-7 8 3 16,-4 5 14-16,-6 8 2 15,-2-1 2-15,0 0 4 16,1 2 1-16,4-3 0 16,8-7 0-16,9-6 0 15,5-5 1-15,11-4 2 16,11-5 2-16,19-8 0 15,-19 7-2-15,19-7 0 16,0 0 1-16,0 0-1 16,23-12 0-16,-8 3-2 15,4-3-2-15,7-3 1 16,7-4 0-16,6-2 1 0,7-3-1 16,7-1 2-16,4 1-1 15,5 3 0-15,3 4 1 16,2 0 0-16,4 6 1 15,1 5 0-15,6 2-1 16,0 9 1-16,-4 4 1 16,5 6-1-16,-5 1 2 15,-6 8-2-15,-4 1 1 16,-5 4-3-16,-7 2 3 16,-7 0-5-16,-8 0 0 15,-9-1-2-15,-8-4 1 16,-4 0-1-16,-4-7 2 15,-1-2-78-15,-11-17-53 0,0 0-26 16,22-24-4-16,-11-19 3 16,16-9-5-16</inkml:trace>
  <inkml:trace contextRef="#ctx0" brushRef="#br0" timeOffset="11293.54">31032 6664 395 0,'-19'-12'188'0,"0"-26"-1"15,12-17-89-15,14-8-102 0,2-16 6 16,13-10-2-16,1-11-2 16,7-7 5-16,2-2-6 15,10 1 3-15,10-2-3 16,4 4 2-16,5 7-1 16,-2 1 2-16,8 6 4 15,4 5-5-15,1 6 10 16,-6 7-4-16,1 8 2 15,-3 9-1-15,-1 5-4 16,5 5 3-16,-9 5-5 16,5 6 6-16,-5 5-11 15,-2 5 7-15,-1 4-5 16,3 2 5-16,-5 7 1 0,1 4-1 16,1 6 0-1,-1 4-2-15,-1 8 3 16,2 6-2-16,-4 5-1 15,0 7-2-15,-4 8 5 0,-6 5-6 16,-9 8 3-16,-4 7-4 16,-9 6 4-16,-8 7-5 15,-9 9 4-15,-6 5-2 16,-6 8-3-16,-8 3 3 16,-2 9 1-16,-7 4-1 15,-4 3 0-15,-1-2 1 16,-2-3 0-16,0-2 0 15,5-8 1-15,2-9 0 0,3-13-3 16,6-13 4 0,8-14-2-16,-1-12 2 15,7-10-1-15,3-23 2 16,-4 20-1-16,4-20 0 0,0 0 1 16,0 0 1-16,0 0 0 15,-12-27-1-15,5 9 2 16,0-8-1-16,-2-5 4 15,2-7-2-15,0-7 1 16,4-5-3-16,3-2 3 16,3 0-3-16,4 0 2 15,0 5-2-15,0 8-3 16,-2 6-4-16,-5 7 0 16,4 9 0-16,-4 17 0 15,0 0 1-15,-23-4-1 16,8 20 1-16,-8 10 0 0,-3 6 3 15,-7 10-1-15,-5 6 3 16,-2 4-3-16,2 0 2 16,1 2-1-16,8-7 3 15,6-6 1-15,8-6 1 16,8-7-2-16,14-8 1 16,8-6-1-16,11-5 0 15,14-9 0-15,12-5-1 16,16-7-3-16,15-6 1 15,13-8 2-15,13-1 1 16,8-8 1-16,6-5-3 16,-3 2-9-16,-9 0-105 15,-11-5-46-15,-13 3-1 0,-21-7-6 16,-21 4-3-16</inkml:trace>
  <inkml:trace contextRef="#ctx0" brushRef="#br0" timeOffset="12312.27">32449 4231 641 0,'0'0'192'0,"0"0"-56"16,0 0-146-1,0 0 0-15,-12 20-1 0,8 8 1 16,4 12 1-16,-3 7-1 16,3 6-2-16,0 1 4 15,0 3 7-15,0-3 2 16,3-11-3-16,1-12 2 15,-1-10-2-15,-3-21 2 16,0 0-1-16,16 3 0 16,-9-22 1-16,1-7 1 0,3-12 2 15,-1-9-3-15,6-6 3 16,-1-6-3 0,3 0 2-16,4 4-2 15,-3 6 0-15,1 9-3 16,-5 14 2-16,3 18 2 0,1 15-1 15,0 12 1-15,-2 12-2 16,2 5 2-16,4 6-2 16,3 1 1-16,3-1-2 15,-1-11-2-15,-2-5 1 16,0-5 1-16,-3-11 1 16,-6-7 1-16,2-10 2 15,-7-8 1-15,-1-11 1 16,-4-9-1-16,-4-6 1 15,-1-4-2-15,-2-2 1 16,-2 0-1-16,-1 6-1 16,-1 10-2-16,1 5 1 0,-1 10-1 15,4 16-73-15,0 0-56 16,0 0-39-16,0 0-2 16,-15 9-5-16,15-9-2 15</inkml:trace>
  <inkml:trace contextRef="#ctx0" brushRef="#br0" timeOffset="12489.39">33150 4248 168 0,'19'-9'99'15,"14"9"-49"-15,-2 2-40 0,2-2-41 16,4 5-28-16,-9 2-7 15,-2 9-3-15,-26-16-8 16</inkml:trace>
  <inkml:trace contextRef="#ctx0" brushRef="#br0" timeOffset="12931.71">33162 4617 166 0,'0'0'79'0,"19"5"-10"15,7-21-7-15,11-8-8 16,4-11 23-16,3-10-8 16,6-3-15-16,2-11-7 0,7 4-4 15,-7-4 1-15,0 10-2 16,-10 3 1-16,-4 13-32 16,-12 8-10-1,-3 12-3-15,-23 13-1 0,17 10 1 16,-17 11 0-16,-3 5-1 15,-1 7-1-15,4-1 3 16,4 5 2-16,3-1 3 16,5-6-1-16,4-4 1 15,4-7 1-15,3-6-1 16,8-6 1-16,-5-7 0 16,0-7 1-16,0-6-2 15,-3-6 1-15,-4-6-1 0,-5-8 1 16,-4-3-1-16,-8-9-2 15,-4 0-3 1,-12 2 1-16,-5 5 0 16,-7 5-1-16,-10 9-2 0,-9 11-38 15,-7 8-73-15,-9 9-48 16,9 10-4-16,-7-4-9 16,14 6 0-16</inkml:trace>
  <inkml:trace contextRef="#ctx0" brushRef="#br0" timeOffset="14109.54">33497 9081 582 0,'0'0'173'16,"-3"-31"-27"-16,3 31-146 15,-7-23 1-15,7 23-3 16,0 0-2-16,0 0 0 15,-12 17 1-15,13 11-1 16,3 5 1-16,6 9-1 16,2 3 0-16,6 3 2 15,1 0 3-15,0-4 0 16,0-11 1-16,-2-7 0 16,-1-9 3-16,-16-17 0 0,23 2 1 15,-16-18-1-15,0-10-1 16,1-9 1-16,3-8-2 15,-3-4 1 1,3-1-4-16,-1 0 0 0,-1 4-2 16,5 8 0-16,-6 10-1 15,-8 26 1-15,23-14-1 16,-6 23 0-16,-5 11 0 16,8 6 0-16,2 4 2 15,-1 5 0-15,5 1 2 16,-3-3-4-16,3-6 2 15,0-4 1-15,-7-9 1 16,0-11 1-16,-4-10-1 0,-4-12 0 16,-4-12 0-16,-2-10 2 15,-8-8-1 1,1-6 1-16,-5-2-3 16,0 5 1-16,0 7-2 0,-2 7 1 15,2 10-57-15,0 9-78 16,7 19-31-16,0 0-4 15,-12 17-12-15,12-17-6 16</inkml:trace>
  <inkml:trace contextRef="#ctx0" brushRef="#br0" timeOffset="14323.7">34242 9108 380 0,'33'11'147'0,"-7"-13"-93"15,0-1-92-15,0 4-16 16,-3-2-40-16,-4 6-15 16,-19-5-6-16,19 14-7 15,-19-14 74-15</inkml:trace>
  <inkml:trace contextRef="#ctx0" brushRef="#br0" timeOffset="14480.81">34197 9410 309 0,'0'0'144'16,"0"15"-19"-16,0-15-20 0,29-3-23 16,1-2-26-16,5-6-40 15,1-4-130-15,6-13-45 16,10 4-3-16,-11-14-8 15,8 3-4-15</inkml:trace>
  <inkml:trace contextRef="#ctx0" brushRef="#br0" timeOffset="14712.97">34810 8646 597 0,'0'42'176'0,"-7"5"-53"16,7 11-129-16,3 13 3 15,1 9 2-15,2 7 0 16,7 1-7-16,-3-3-95 16,2-6-47-16,6 4-15 15,-10-19-9-15,6 7-11 16,-10-22 86-16</inkml:trace>
  <inkml:trace contextRef="#ctx0" brushRef="#br0" timeOffset="16252.06">30968 13741 693 0,'-22'10'186'15,"22"-10"-44"-15,-7 28-140 16,7 5-2-16,0 12 0 15,0 13 0-15,0 8 0 16,3 7-5-16,4 3 2 16,2-5-2-16,-2-7 4 15,5-12 0-15,-2-17 4 16,6-16 0-16,-2-14-1 16,1-19 0-16,4-12 2 15,-1-16-3-15,-3-8-1 16,5-12 0-16,-7-6 0 0,3 1 0 15,-6 3 0-15,3 7 0 16,-3 10 0-16,-1 12 0 16,-2 11 0-16,-7 24-7 15,19-3-4-15,-5 23 0 16,5 10 2-16,3 10-1 16,8 3 4-16,1 7 1 15,9 0 4-15,-2-3 3 16,2-4 1-16,-5-10 2 15,-2-10 4-15,-4-15 0 16,-6-9-2-16,-4-17 0 16,-9-11-1-16,-1-16-1 15,-12-12-1-15,-6-7-2 0,-2-2-7 16,-4 2 0-16,-4 3-1 16,1 11 1-1,-1 10 0-15,4 11 6 0,1 12-31 16,14 17-77-16,0 0-46 15,-23-2-16-15,23 2 1 16,-7 15-4-16,7-15 1 16</inkml:trace>
  <inkml:trace contextRef="#ctx0" brushRef="#br0" timeOffset="16404.16">31742 13709 580 0,'37'-7'174'15,"-11"-3"-85"-15,2 1-136 16,1 9-78 0,-10-1-47-16,2 8 3 15,-21-7-5-15,9 22 19 0</inkml:trace>
  <inkml:trace contextRef="#ctx0" brushRef="#br0" timeOffset="16592.3">31687 14118 535 0,'26'-7'172'15,"17"4"-1"1,9-8-77-16,13-3-96 16,2 0-73-16,4-5-60 15,8 11-32-15,-15-15-3 0,-2 6 1 16,-17-14-7-16</inkml:trace>
  <inkml:trace contextRef="#ctx0" brushRef="#br0" timeOffset="16828.47">32404 13332 542 0,'-4'-22'190'15,"4"22"-7"-15,0 0-105 16,0 0-92-16,0 0 1 16,-5 41 3-16,-5-6-4 0,3 13 5 15,-2 9 0-15,5 11 1 16,-2 3-5-16,-1 3-107 16,7 8-41-16,-6-11-5 15,8 3-10-15,-7-20-6 16</inkml:trace>
  <inkml:trace contextRef="#ctx0" brushRef="#br0" timeOffset="18519.68">26653 10502 384 0,'-11'-23'170'16,"3"1"-45"-16,1 1-17 0,0-1-14 15,3 6-20-15,-4-1-35 16,8 17-35-16,-7-21-1 15,7 21-9-15,0 0-8 16,0 0 1-16,0 0-1 16,0 0 0-1,-7 29-3-15,10-4 0 16,8 13-1-16,-3 7 12 16,3 7 9-16,1 6-5 15,7 7 5-15,-2-1-6 0,6-6 3 16,-4-7-3-16,0-12 2 15,-1-11-8-15,1-9 4 16,-4-8 2-16,-15-11-1 0,23-14 0 16,-13-9 2-16,-1-10 4 15,1-8-4-15,-3-13 8 16,0-10-8-16,-2-5 2 16,2 1-3-16,-3 3 4 15,-1 7-4-15,-3 8-1 16,4 12 2-16,-4 12-2 15,0 26 6-15,0 0 0 16,0 0 1-16,12 16-1 16,-2 8 0-16,6 7 1 15,7 7-1-15,3 0 2 16,10 4-6-16,-5-2 2 16,2-6 2-16,0-4-4 0,-5-8 2 15,-7-4-2-15,-2-12-1 16,-3 3 2-16,-16-9 2 15,13-5-2 1,-9-11-3-16,-4-8 4 0,-7-7-1 16,0-12 1-16,-5-9 3 15,-2-14-5-15,-5-3 1 16,0-2-1-16,-2 5 3 16,5 0-2-16,1 11 2 15,1 8-1-15,9 9 2 16,-2 10-2-16,10 7 1 15,1 6-2-15,-4 15-64 16,31-10-51-16,-9 4-35 0,11 12-9 16,0-5-4-1,13 11 2-15</inkml:trace>
  <inkml:trace contextRef="#ctx0" brushRef="#br0" timeOffset="18744.84">27469 10202 454 0,'-16'16'141'0,"16"-16"-38"15,0 0-24-15,0 0-28 16,19 10-50-16,-1-15-8 0,4 0-1 16,1-2 1-1,-1 2-5-15,-3 0-57 16,-3 3-30-16,-16 2-17 15,21 14-8-15,-19 3-1 16,-8 4 1-16,-4 8 3 0</inkml:trace>
  <inkml:trace contextRef="#ctx0" brushRef="#br0" timeOffset="19216.16">27498 10457 333 0,'-8'21'116'15,"8"-21"-11"-15,0 0-19 16,31 0-16-16,-5-14-14 15,10-4-24-15,-1-6-42 0,8-12-22 16,6-6-12-16,-4-10 1 16,4-1-2-1,-4-13 3-15,-7-2 24 16,-5-1 16-16,-7-3 14 0,-7 2 18 16,-8 10 14-16,-3 8 6 15,-8 7 4-15,-5 14-6 16,-2 10-20-16,7 21-18 15,-26 5-1-15,16 21 3 16,-9 5-4-16,10 11-7 16,-2 6-3-16,8 9 0 15,0 0-5-15,6-3 1 16,11-2-4-16,1-7 2 16,12-7 0-16,-1-10 2 15,3-11 0-15,2-8 2 16,2-11 5-16,0-7 0 15,2-13 1-15,1-8 1 0,-4-9 0 16,-3-12-2-16,-6-4 7 16,-13-6 1-16,-6 4-1 15,-15 5-4-15,-11 11 3 16,-17 13-1-16,-16 11-22 16,-8 13-80-16,-8 10-57 15,11 11-13-15,-12-8-10 16,27 1 0-16,2-22 98 15</inkml:trace>
  <inkml:trace contextRef="#ctx0" brushRef="#br0" timeOffset="21968.12">33542 11987 130 0,'-26'21'120'16,"26"-21"0"-16,-26 17-12 16,11-12 1-16,15-5-6 15,-37 16-9-15,18-6-10 0,-3-5-18 16,-1 2-26-16,-6-5-37 15,-4 2-1-15,-2-6 0 16,-9-2 0-16,3 1 0 16,-4-6-5-16,-1-3-1 15,-2-9-4-15,-1-3 0 16,-3-7-1-16,0-5-1 16,0-11-4-16,0-5-3 15,-5-7 6-15,-2-8-1 16,3-4 4-16,-1-2 2 15,1-5 0-15,1-5 0 16,-1-4 1-16,2-6 8 16,2-1-8-16,4-1 7 0,-1-5 0 15,1-2-5-15,1 0 4 16,2-1-3-16,-1 3 3 16,5 1-3-16,-1 1 3 15,2-1-3-15,5 4 0 16,2 3 5-16,4-1-3 15,6 1 0-15,4 2 3 16,9-2-2-16,1 2 1 16,6-2-1-16,3 2 3 15,3-1-2-15,1 1 0 16,4 3 0-16,3 6-2 16,1 6 2-16,-5 8-3 15,3 6 2-15,-1 9-3 0,1 11 1 16,-3 8 2-16,-5 7 4 15,2 7 4-15,-4 19 1 16,-4-19 0-16,4 19-3 16,0 0-8-16,0 0-2 15,-19 3 0-15,19-3-2 16,-16 16-6-16,16-16 1 16,-26 31-1-16,12-10 5 15,-5 1 9-15,-3 6-1 16,-4 1 0-16,-4 1-2 15,-1 1 2-15,1-2-2 16,-3 1 2-16,4-1-2 16,1 1 1-16,-1 1 0 0,3-3-1 15,0-6 2-15,10 1 2 16,-1-8 1 0,17-15-4-16,-19 23-2 15,19-23-2-15,0 0-1 0,0 0 0 16,0 0-2-16,15-25-2 15,-4 8 0-15,-1-5 3 16,2-4 4-16,7-4 0 16,-1-6 4-16,1 3-2 15,0-2 1-15,0 1 0 16,3 6 0-16,1 0-1 16,-6 8 0-16,2 1-2 15,-3 6 0-15,-16 13 1 0,23-15-1 16,-23 15-1-16,20-4 2 15,-20 4 1-15,20 2 0 16,-5 2 1 0,4 1-2-16,7 2 1 0,4 0 0 15,3 3 2-15,8-3-2 16,5 3-1-16,2 4-2 16,-8 2-84-16,5-1-54 15,0 16-21-15,-19-1-8 16,0 18-11-16,-22 1 55 15</inkml:trace>
  <inkml:trace contextRef="#ctx0" brushRef="#br0" timeOffset="22860.77">30734 11104 420 0,'0'0'195'15,"-5"-24"-25"-15,5 24-93 16,-7-17-44-16,7 17-25 16,0 0-20-16,-7 22 1 0,7 6-1 15,0 10-2-15,3 9 1 16,4 5 0-16,2 3 5 15,5 2 6-15,-2-3 1 16,2-11 0-16,1-10 2 16,-1-11 4-16,-2-6 2 15,-12-16 0-15,23 0-1 16,-23 0 0-16,19-35 0 16,-9 4 1-16,3-3-3 15,1-11-4-15,-6-6-1 16,6 0 1-16,-5 0-1 15,1 5 0-15,1 4-2 16,-6 9 3-16,2 7-2 0,-4 11-2 16,-3 15-1-16,0 0 2 15,19 13 0-15,-8 7-2 16,4-1 3-16,3 3-2 16,1-1 2-16,7 0 2 15,-4-6 4-15,1-4 1 16,-4-5 1-16,0-6 0 15,-19 0 0-15,23-17-1 16,-16 0-1-16,-4-7 0 16,-6-8-3-16,-1-6-2 15,-4-1-2-15,-3-1 2 16,1 2-3-16,-2 5 2 16,1 5-2-16,-1 6 0 0,12 22-1 15,-7-19-71-15,7 19-40 16,0 0-34-16,0 0-14 15,19 12-2-15,-2-2 1 16</inkml:trace>
  <inkml:trace contextRef="#ctx0" brushRef="#br0" timeOffset="23032.88">31470 10845 408 0,'0'0'141'15,"14"-18"-30"-15,-14 18-37 16,15-8-103-16,-15 8-64 0,0 0-56 16,14 19-13-16,-14-19-3 15,-10 31 30-15</inkml:trace>
  <inkml:trace contextRef="#ctx0" brushRef="#br0" timeOffset="23200">31418 11130 408 0,'14'-19'176'0,"15"7"-34"16,-6-5-145-16,3-6-75 16,5 4-47-16,-8-3-26 0,6 8-15 15,-10-12-1 1</inkml:trace>
  <inkml:trace contextRef="#ctx0" brushRef="#br0" timeOffset="23568.26">31784 10758 364 0,'0'0'151'0,"0"0"-38"15,0 0-27-15,-2 31-31 16,2-12-30-16,0 5-11 15,5 4-13-15,2 0 0 0,0 0-3 16,6-2 3 0,4-2 0-16,-2-7 2 15,8-3 0-15,0-5 0 16,3-6 1-16,0-5 1 0,0-5 2 16,3-3-2-16,1-2 2 15,1-2-2-15,-5-3 1 16,4-1-5-16,-11-2 0 15,0-5-3-15,-9-1 2 16,-10-1 3-16,-10-3 4 16,-9 4 3-16,-11 2-4 15,-8 7-2-15,-4 6-91 16,-6 11-45-16,-11-1-29 16,10 15-5-16,-6-2-14 15,16 10 19-15</inkml:trace>
  <inkml:trace contextRef="#ctx0" brushRef="#br0" timeOffset="25655.75">27884 14381 442 0,'0'0'185'15,"0"0"-33"-15,7-19-61 0,-7 19-40 16,0 0-25-16,0 0-28 16,0 0 1-16,0 17-1 15,6 6 2-15,5 8-4 16,4 9 5-16,8 13-3 15,7 15 7-15,4 10-5 16,6 20 3-16,5 12-3 16,0 4 3-16,-3 7 0 15,-2 9 0-15,-5 3 4 16,-9 2-4-16,-12 5 5 16,-14-6-5-16,-7-3 5 15,-19 1-8-15,-11-8 3 16,-13-8-4-16,-9-5 0 0,-12-9 1 15,-11-8-1-15,-8-16 1 16,-7-9-1-16,-1-16 1 16,-2-13 2-16,-4-10-1 15,3-15 0-15,7-15-6 16,11-14 1-16,5-10-1 16,12-16-3-16,5-12 1 15,9-19 1-15,10-20 2 16,6-18-1-16,10-23 8 15,3-17-4-15,8-13 0 16,4-12 0-16,4-2 2 16,7 3-3-16,7 10 0 15,4 11-3-15,-3 18 4 0,6 20-4 16,-2 17 6 0,-1 18-4-16,-8 15 3 0,4 10-5 15,-5 18 0 1,-7 6 4-16,1 11 4 0,4 19 1 15,-19-19-1-15,19 19-1 16,-26 4 1-16,9 6 3 16,-2-1 2-16,0 8-5 15,0 0-4-15,-4 4 0 16,-3 7 1-16,3 5 2 16,-6 6-3-16,-1 5 3 15,1 2-1-15,-4 1 0 0,2 2-2 16,-2-4 2-16,7-2-2 15,0-8 2 1,10-10-4-16,0-5-2 16,16-20-5-16,-10 19 2 15,10-19 5-15,0 0-1 0,10-16 0 16,-1-1 0-16,-2-6 2 16,5-8 2-16,5-12 6 15,-1-4-4-15,7-5-3 16,-1-3 0-16,4-2 1 15,4-2 4-15,-1 5-4 16,-3 7 2-16,6 6-7 16,-6 6 6-16,-4 7-7 15,-1 2 5-15,-2 9-6 16,-19 17-1-16,30-24 0 16,-30 24 3-16,26-7 1 15,-26 7 3-15,27 16 3 0,-6 1-4 16,5 5 7-16,9 6-4 15,1 5 6-15,13 7-7 16,8 10-49-16,2 5-67 16,6 1-37-16,9 18-9 15,-8 1-3-15,5 16-2 16</inkml:trace>
  <inkml:trace contextRef="#ctx0" brushRef="#br0" timeOffset="26545.38">27733 17438 492 0,'-20'-23'171'16,"14"6"-1"-16,6 17-83 16,-14-33-89-16,10 18 2 15,4 15-3-15,-2-19 9 16,2 19-3-16,0 0 0 15,6 38 0-15,4-9-6 16,-3 13 6-16,9 1-4 16,-1 4 1-16,8 1 0 0,-2-5 3 15,1-5-5-15,1-15 2 16,-4-9 1-16,3-14-1 16,-2-14-1-16,-3-10 0 15,2-16-2-15,0-9-2 16,-3-9 5-16,1-8-3 15,2-3 4-15,-3 1-4 16,-2 4 4-16,1 9-4 16,-4 8 3-16,1 12 0 15,-5 13 0-15,-7 22 2 16,15-12-1-16,-15 12 1 16,23 31 0-16,-6-3 1 15,2 3 1-15,7 2-2 0,4 1 1 16,1-1 1-16,2-3-1 15,-3-8 2-15,-8-6-4 16,4-9-1 0,-7-9 1-16,-3-7 1 0,-2-10-2 15,-9-10-3-15,-1-8 2 16,-4-8-2-16,-6-3 2 16,3-4 1-16,-8 3-1 15,3 4 0-15,-3 4 1 16,1 11 1-16,-2 6-2 15,5 9 1-15,7 15 0 16,0 0 0-16,-12-18-44 0,12 18-70 16,0 0-35-16,8 21-12 15,3-5 0 1,-11-16 1-16,29 29 11 16</inkml:trace>
  <inkml:trace contextRef="#ctx0" brushRef="#br0" timeOffset="26703.51">28585 16939 395 0,'22'-13'127'16,"1"-5"-12"-16,-4 4-13 15,4 2-62-15,-6 2-73 16,2 6-56-16,-19 4-45 16,26 9-17-16,-26-9-11 15,4 24-4-15,-4-24 123 16</inkml:trace>
  <inkml:trace contextRef="#ctx0" brushRef="#br0" timeOffset="26911.64">28569 17196 477 0,'-7'19'167'0,"7"-19"-29"16,0 0-45-16,26 8-46 15,-3-8-40-15,3 0-1 16,3-1-2-16,6-5-4 15,2-1 0-15,-3-1-2 16,-4-1-41-16,-4-5-70 16,-4-7-47-16,1 6-10 15,-16-11-3-15,9 3 0 16,-16-13 69-16</inkml:trace>
  <inkml:trace contextRef="#ctx0" brushRef="#br0" timeOffset="27147.81">29074 16560 498 0,'0'0'185'0,"19"-3"2"16,-15 20-111-16,-1 6-75 16,1 11 1-16,5 11 2 15,-3 11-2-15,8 13-1 16,2 7 2-16,3 5-2 15,7-1-2-15,0-2-85 16,-3-2-59-16,-4-8-18 0,7-6-6 16,-12-21-1-16,5-6-1 15</inkml:trace>
  <inkml:trace contextRef="#ctx0" brushRef="#br0" timeOffset="28555.81">32418 6676 267 0,'0'0'171'15,"15"-24"-18"-15,-15 24-49 16,16-17-11-16,-16 17-30 16,0 0-29-16,0 0-38 15,0 0-1-15,0 0-2 16,0 0 2-16,0 0-1 15,0 19 1-15,0-19 1 16,3 15 0-16,-3-15 4 16,4 18 2-16,-4-18 0 15,3 24 3-15,1-7-3 16,-4 6 5-16,-4 6 2 0,1 9-5 16,-4 14 3-16,-2 16-5 15,-1 13 5-15,-6 20-7 16,-6 16 4-16,-1 13-5 15,-3 9 2-15,-4 6 3 16,4 2-1-16,0-5 0 16,0-10 0-16,7-11 0 15,4-14-1-15,4-12-1 16,4-12-1-16,4-12-1 16,3-10 0-16,0-11-1 15,3-7-3-15,4-8 1 16,-3-9-2-16,3-7 1 15,-2-3-4-15,-5-16 3 0,14 15 1 16,-14-15 0-16,0 0 5 16,0 0 5-1,0 0-64-15,19-22-91 0,-23-6-10 16,11 0-3-16,-3-20-2 16,8-2-4-16</inkml:trace>
  <inkml:trace contextRef="#ctx0" brushRef="#br0" timeOffset="29210.29">32793 7424 298 0,'0'0'170'16,"-23"-14"-1"-16,23 14-60 15,-23-12-41-15,23 12-7 16,-19-8-45-16,19 8-10 16,-15-7 1-16,15 7-4 15,0 0-1-15,0 0-2 16,-18 8 0-16,18-8-1 0,-12 35-1 15,2-6-1-15,1 11-2 16,-1 9 7 0,-1 6-4-16,-1 4 0 15,5 1 1-15,4-1-3 0,6-3 3 16,1-8-3-16,3-5 2 16,8-10-7-16,1-3 4 15,5-11 2-15,1-5 2 16,4-7 0-16,4-6 1 15,-2-6 0-15,8-5 0 16,-1-6 1-16,1-5 1 16,1-1-1-16,-3-6-1 15,3 0 3-15,-6-4-6 0,-5-1 7 16,-3-5-6 0,-10-2 3-16,0-2-3 15,-13-1 3-15,-4-2 0 16,-11-2 0-16,-8 1 8 0,-3 2-5 15,-11 3 6-15,3 4-3 16,-11 6 1-16,5 5-2 16,-9 9-2-16,1 7-1 15,-6 6-3-15,2 6-1 16,0 3 0-16,3 2-97 16,7 3-60-16,9 11-13 15,4-7-16-15,22 8-2 16,-2-4 71-16</inkml:trace>
  <inkml:trace contextRef="#ctx0" brushRef="#br0" timeOffset="30183.97">35485 11236 227 0,'-11'-16'165'15,"11"16"-31"-15,-12-19-23 16,12 19-14-16,-14-31-15 16,14 31-11-16,-15-35-38 15,11 16-27-15,1-1 1 0,-4-1-1 16,3 2-4-16,4 19 0 15,-12-28 1-15,12 28-1 16,-15-14-4-16,15 14-5 16,-30 16 2-16,13 8 3 15,-2 12 0-15,-7 13 2 16,0 13-6-16,-6 18 2 16,-4 13 7-16,-2 15 5 15,-2 8-2-15,-2 5 1 16,0 2-2-16,2 0 2 15,-1-6-3-15,3-8 3 16,5-10-3-16,3-9-1 16,4-12 0-16,4-14-2 0,6-14 2 15,2-8-3-15,5-11 2 16,2-9-3 0,7-22-3-16,-7 23-1 15,7-23-1-15,0 0 1 0,0 0-1 16,0 0-1-16,0 0 2 15,0 0-2-15,0 0 0 16,0 0 0-16,0 0 1 16,0 0 6-16,20-12-57 15,-20 12-53-15,17-38-32 16,5 15-21-16,1-17-1 16,15-1 1-16,-1-15 46 15</inkml:trace>
  <inkml:trace contextRef="#ctx0" brushRef="#br0" timeOffset="30704.34">35419 11859 534 0,'0'-21'166'16,"0"21"-36"-16,0 0-40 15,-19-8-64-15,19 8-21 16,-19 5 0-16,19-5 4 15,-23 10-3-15,23-10-3 16,-26 24-7-16,12-6-2 16,2 9-1-16,-2 5 0 15,5 4-1-15,-1 2 0 16,1 5 4-16,6-1-1 16,3-1-1-16,0-1 0 15,5-5-1-15,2-2 1 0,3-4-2 16,3-3 2-16,4-5 0 15,-1-2 1-15,3-7-1 16,0-2 3-16,2-6 4 16,1-1 2-16,4-8 6 15,0-4 1-15,-3-3 2 16,-1-3 0-16,1-6 1 16,-1-2-2-16,-9-3-5 15,4-6-2-15,-12-3-8 16,-1-5-4-16,-8-1 1 15,-4-6-1-15,-6-2 11 16,-9 4-3-16,-3 0 1 16,-5 6 0-16,-9 6 5 0,-2 8 1 15,-3 6 1-15,-4 6-4 16,-3 2-126-16,0 3-41 16,-3-13-11-16,10 3-13 15,-7-18-3-15,17 1 77 16</inkml:trace>
  <inkml:trace contextRef="#ctx0" brushRef="#br0" timeOffset="31524.92">28349 12326 522 0,'-4'-19'191'0,"4"19"-29"16,0 0-102-16,-17 33-64 16,1 4-10-16,4 16 3 15,-9 15-2-15,-1 20 0 16,-4 18 2-16,-6 22 11 15,0 12 2-15,-7 10 0 16,-4 6-2-16,-2 2 0 0,0-6 2 16,3-5-2-1,-1-13 2-15,8-15-1 16,2-13-2-16,10-20 0 16,8-17 3-16,8-17-1 0,3-12 3 15,4-16-3-15,4-6 2 16,-4-18 1-16,0 0 3 15,22-7-2-15,-8-12-53 16,2-9-77-16,6-1-36 16,1-22-2-16,13 3-6 15,-8-21-11-15</inkml:trace>
  <inkml:trace contextRef="#ctx0" brushRef="#br0" timeOffset="32260.44">28397 13495 289 0,'0'0'174'16,"0"0"-24"-16,-17-14-55 15,17-2-14-15,-3-11-7 16,9-5-17-16,1-9-47 16,2-6-5-16,2-3 7 15,-1 2-5-15,2-1-4 16,-5 6-4-16,2 6 0 16,-2 8-7-16,-4 10 0 0,-3 19 1 15,-3-19 1-15,3 19 0 16,0 0-1-16,0 0 2 15,-12 31 0-15,8-7 5 16,4 4 0-16,0 5 0 16,4 8-3-16,4 1 1 15,-1 5 0-15,4-1 1 16,-3-1 0-16,6-3 1 16,-5 0 1-16,1-6-2 15,-3-1 3-15,2-3-4 16,-6-6 4-16,1-1-2 15,-1-8 0-15,-3 0 2 0,0-17 2 16,0 21 0-16,0-21 0 16,0 0 1-16,-15 14-2 15,15-14 1 1,-21 10-1-16,21-10-2 16,-31 9-1-16,10-4 0 0,-2 0-1 15,-3 0 0-15,2 1 0 16,-2-1 0-16,0 0 0 15,3-2 0-15,6 3-1 16,17-6 0-16,-23 3-5 16,23-3-2-16,0 0 0 15,0 0-1-15,16-2 1 16,8-3 0-16,4 0 2 0,12-4 0 16,5 1 4-16,11-3 3 15,11-1 2 1,4-2 0-16,1 1-1 15,-1-5-79-15,-9-1-70 0,-1 9-7 16,-19-9-6-16,-6 12-4 16,-29-12 22-16</inkml:trace>
  <inkml:trace contextRef="#ctx0" brushRef="#br0" timeOffset="36792.65">9624 8849 1 0,'0'0'3'16,"0"0"5"-16,0 0-5 15,0 0-4-15,0 0 2 16,0 0-2-16,19 3-1 15,-1-1 0-15,4-2 1 16,10 2 1-16,4-2-1 16,13 1 1-16,6-1-1 0,16-3 0 15,7 0 0-15,13-1 0 16,9-3-2-16</inkml:trace>
  <inkml:trace contextRef="#ctx0" brushRef="#br0" timeOffset="36967.78">12124 8650 11 0,'68'-7'2'0,"-20"5"2"16,-8 4-1-16,-14 1-10 15,-3 6-5-15,-23-9 12 0,3 24 0 16,-20-12 0-16</inkml:trace>
  <inkml:trace contextRef="#ctx0" brushRef="#br0" timeOffset="37604.24">10117 10265 95 0,'0'0'31'0,"0"0"-7"15,0 0-1-15,0 0-5 16,0 0-3-16,26-5-2 16,-3-1-1-16,6-1 1 0,10-1 1 15,9-3 4-15,11-1 4 16,9-2 2-16,10-1 0 15,12-1-1-15,4-1 1 16,10 1 1-16,4 3 6 16,5-1 22-16,3 3-6 15,-1-3 3-15,4 6 18 16,-13-6 0-16,5 7-2 16,-17-3 0-16,-4 3-8 15,-12-2-28-15,-8 4-4 16,-20-2-5-16,-10 5-20 15,-14 2 1-15,-10 2 0 16,-16-2 1-16,0 0-1 0,0 0 2 16,0 0 0-16,0 0-2 15,0 0-1-15,0 0-1 16,0 0 0 0,0 0 0-16,0 0-8 0,7 16-89 15,-7-16-50-15,0 0-31 16,-4 22-2-16,4-22-4 15,-19 16-1-15</inkml:trace>
  <inkml:trace contextRef="#ctx0" brushRef="#br0" timeOffset="38659.99">11209 11897 39 0,'0'0'24'16,"0"0"2"-16,0 0 4 16,0 0 1-16,0 0 2 15,0 0 6-15,0 0 4 16,0 0 4-16,0 0 2 15,0 0 3-15,0 0 4 16,0 0 10-16,0 0 4 16,0 0 3-16,0 0-3 15,0 0-7-15,0 0-7 16,0 0-7-16,0 0-12 0,0 0-13 16,0 0-9-16,0 0-11 15,0 0-5-15,0 0 0 16,0 0-1-16,0 0-1 15,0 0 0-15,0 0-1 16,0 0 1-16,0 0 1 16,0 0 0-16,0 0-1 15,0 0 2-15,0 0 1 16,0 0 1-16,0 0-1 16,0 0 2-16,0 0-1 15,0 0-1-15,0 0 2 16,0 0-1-16,0 0-2 15,0 0 2-15,0 0-2 0,0 0 0 16,0 0 1-16,0 0-1 16,0 0 0-16,0 0 0 15,0 0 1-15,0 0-1 16,0 0 1-16,0 0-1 16,0 0 1-16,0 0-1 15,0 0 1-15,0 0-1 16,0 0 0-16,0 0 1 15,0 0 1-15,0 0-2 16,0 0-18-16,0 0-64 16,0 0-42-16,0 0-21 15,0 0-23-15,0 0-7 16,-5-16-14-16</inkml:trace>
  <inkml:trace contextRef="#ctx0" brushRef="#br0" timeOffset="42028.38">14780 11961 251 0,'-14'4'111'15,"14"-4"4"-15,0 0-8 16,0 0-8-16,0 0-10 16,0 0-15-16,0 0-22 15,0 0-18-15,0 0-14 16,0 0-9-16,0 0-2 16,0 0-2-16,0 0-2 15,0 0-1-15,0 0-2 16,0 0-1-16,17-11 1 15,-17 11-1-15,23-3-3 16,-4-1 0-16,3 1 0 0,8-2-1 16,8 1 3-16,6-1 0 15,1 0-2-15,3-2 2 16,1 2 0-16,-4-2 1 16,0 2-1-16,0-1 0 15,-8 1 0-15,-3 2 0 16,-8-1-1-16,-3 1 1 15,-6 1 0-15,-17 2-1 16,20 0 1-16,-20 0 2 16,0 0-1-16,0 0-2 15,0 0 1-15,0 0 0 16,0 0-1-16,0 0-1 16,0 0 1-16,0 0-2 0,0 0 1 15,0 0 1-15,0 0 1 16,0 0-1-16,0 0 1 15,0 0-2-15,0 0 0 16,0 0 2-16,0 0-2 16,0 0 0-16,0 0-1 15,0 0 2-15,0 0 0 16,0 0 0-16,0 0 1 16,0 0-1-16,0 0-1 15,0 0 1-15,0 0 1 16,0 0-1-16,0 0 1 15,0 0 2-15,0 0 1 16,0 0-96-16,0 0-68 0,0 0-3 16,8-29-6-16,13 10-2 15,2-11-12 1</inkml:trace>
  <inkml:trace contextRef="#ctx0" brushRef="#br0" timeOffset="42883.99">18255 12001 185 0,'-30'3'124'15,"30"-3"-3"-15,-19 2-9 16,19-2-7-16,0 0-4 15,0 0-11-15,0 0-18 0,0 0-27 16,0 0-37-16,0 0-2 16,7-19 0-16,-7 19-4 15,30-14-5-15,-4 7 2 16,5-1 0-16,9-1 0 16,9 0 1-16,8-1 0 15,5 0-1-15,3 1 2 16,2-1-2-16,-4 1 1 15,-2-2 0-15,-2 3 1 16,-4 1-1-16,-10 0-1 16,-7 2 2-16,-8 3-2 15,-4 0 2-15,-7 1 0 16,-19 1 0-16,19 1-2 0,-19-1 0 16,0 0-3-16,0 0 0 15,0 0 1-15,0 0 0 16,0 0 4-16,0 0-42 15,0 0-105-15,0 0-20 16,-5-27-3-16,-2 6-3 16,-12-17 2-16</inkml:trace>
  <inkml:trace contextRef="#ctx0" brushRef="#br0" timeOffset="44664.25">13872 10287 95 0,'0'0'61'16,"0"0"10"-16,0 0 9 15,-16-2 8-15,16 2-4 16,0 0 15-16,0 0-7 16,0 0-10-16,-17 0-9 15,17 0-17-15,0 0-16 0,0 0-16 16,0 0 2-16,0 0-21 16,0 0-1-16,0 0-1 15,0 0-2-15,0 0-1 16,0 0 1-16,0 0-1 15,0 0-2-15,0 0 0 16,0 0-1-16,0 0 2 16,0 0-1-16,0 0 0 15,0 0 0-15,0 0 0 16,0 0 0-16,0 0-1 16,0 0 1-16,0 0-1 15,0 0 0-15,0 0 1 16,0 0 0-16,0 0 0 0,0 0 1 15,0 0 0-15,0 0-1 16,0 0 1-16,0 0-1 16,0 0 1-16,0 0 1 15,0 0 0-15,19-8-1 16,-19 8 1-16,21 2 0 16,-6-1 0-16,5 1 0 15,6 0-1-15,3-1 1 16,4 3 0-16,5-2 0 15,4-1-1-15,1 1 1 16,2-2 0-16,1 0-1 16,2 2 1-16,1 0 0 15,-4-2 0-15,4 0-1 0,-4 1 1 16,0-1 0 0,3 0-1-16,-1 2 1 15,2-2 1-15,1-2-3 16,-3 2 1-16,2 0 1 0,1-1-1 15,-1 1 1-15,3 0-1 16,0-2 0-16,-4 0-1 16,1 2 1-16,0-2 1 15,-1 2-1-15,1-1 0 16,-1 1 1-16,1 0 0 16,-6 0 0-16,3-2 0 15,-1 2-1-15,0 0 1 16,0 0-1-16,0-2 1 0,-5 0-2 15,-2 1 1-15,2 1 0 16,-5-2 1 0,-2 2-1-16,-4-2 0 15,-3 2 1-15,0 2-1 0,-7 0 0 16,4-1 0-16,-4 1 1 16,4 0-2-16,-8 0 2 15,3-1-1-15,-18-1 1 16,29 2 0-16,-29-2 0 15,19 0 0-15,-19 0-2 16,16 0 1-16,-16 0 1 16,0 0 0-16,0 0 0 15,17 0 0-15,-17 0 0 0,0 0 0 16,0 0 2 0,0 0-1-16,0 0 0 15,0 0 0-15,0 0 1 16,0 0-1-16,0 0 1 0,0 0-1 15,0 0 0-15,0 0 2 16,0 0-2-16,0 0-75 16,0 0-44-16,0 0-27 15,0 0-15-15,-17 16-4 16,17-16-3-16</inkml:trace>
  <inkml:trace contextRef="#ctx0" brushRef="#br0" timeOffset="46108.28">15052 12061 79 0,'0'0'50'0,"0"0"3"15,0 0 2-15,0 0 6 16,0 0 8-16,0 0 10 15,0 0 5-15,0 0 3 16,0 0-9-16,0 0-8 16,0 0-8-16,0 0-13 0,0 0-12 15,0 0-14-15,0 0-11 16,0 0-10 0,0 0-1-16,0 0-1 15,0 0 1-15,0 0 1 0,0 0-1 16,0 0-1-16,0 0 1 15,0 0-2-15,0 0 2 16,0 0 0-16,0 0-1 16,0 0-1-16,0 0 1 15,0 0 0-15,0 0 1 16,0 0-1-16,0 0 0 16,0 0 0-16,0 0 1 15,0 0 0-15,0 0-2 0,0 0 1 16,0 0 0-1,0 0 0-15,0 0 0 16,0 0 0-16,0 0 0 16,0 0-1-16,0 0 1 0,0 0 0 15,0 0 1-15,0 0-1 16,0 0 0-16,0 0 0 16,0 0 1-16,0 0 0 15,0 0-1-15,0 0 0 16,0 0 0-16,0 0 1 15,0 0 0-15,0 0 1 16,0 0-2-16,0 0 1 16,0 0 0-16,0 0 0 15,0 0-2-15,0 0 2 16,0 0-2-16,0 0 0 16,0 0 2-16,0 0-2 0,0 0 0 15,0 0 0-15,0 0 1 16,0 0 0-16,0 0 0 15,0 0-1-15,0 0 0 16,0 0 1-16,0 0 0 16,0 0 2-16,0 0-2 15,0 0 0-15,0 0 1 16,0 0 1-16,0 0-1 16,4-15-2-16,-4 15-18 15,0 0-65-15,0 0-43 16,15-16-41-16,-15 16-12 15,16-36-6-15,-2 10 1 16</inkml:trace>
  <inkml:trace contextRef="#ctx0" brushRef="#br0" timeOffset="47588.33">17477 10339 107 0,'0'0'55'0,"0"0"-5"16,0 0-2-1,0 0-5-15,0 0-8 16,0 0-7-16,0 0-4 16,0 0-1-16,0 0-2 0,0 0-2 15,0 0-4-15,0 0 0 16,0 0 2-16,0 0-2 15,0 0-1-15,0 0-2 16,0 0 1-16,0 0 0 16,0 0 4-16,0 0 4 15,0 0 2-15,0 0 2 16,0 0 2-16,19-5 5 16,-19 5 5-16,19 3-3 15,-1 3-3-15,-3-6-6 16,1 1-5-16,5-1-3 15,1 2-5-15,-2-2-4 0,2 0-7 16,4 0 0-16,-3 0-1 16,-1 2 0-16,4-2 0 15,-3 0-1-15,3 0-1 16,3-2 1-16,1 2 1 16,1-2 0-16,6 1-1 15,1-1 0-15,3 0 0 16,3-1 1-16,4-1 0 15,5 3 0-15,0-3-1 16,3 1 0-16,6-1 1 16,-1 1 0-16,3-3 1 15,2 3-1-15,-1-2 0 16,2 0 1-16,-4-1-1 0,4 1 2 16,-4 2-2-16,1-1 0 15,-3 1 1-15,1-1-1 16,-1 3 0-16,-5-1 0 15,3-3 0-15,-11 1 1 16,4 1 0-16,-3-1-1 16,-4-1 0-16,0 2 1 15,-3-1-1-15,-2 1 1 16,-5-1 0-16,-2 1-1 16,-4 1 0-16,-3 0 1 15,-3 1-1-15,-4-1 1 16,-19 2-1-16,22-2 0 15,-22 2 0-15,0 0 1 0,16 0 0 16,-16 0 0-16,0 0 1 16,0 0-1-16,0 0 1 15,0 0 0 1,0 0-1-16,0 0-68 0,0 0-29 16,0 0-23-16,-9 17-14 15,9-17-16-15,-7 25-18 16,0-10-5-16</inkml:trace>
  <inkml:trace contextRef="#ctx0" brushRef="#br0" timeOffset="53493.15">22117 11876 90 0,'0'0'69'15,"0"0"22"-15,0 0 15 0,0 0 18 16,0 0-3-16,-17 2-8 16,17-2-19-16,0 0-22 15,0 0-19-15,0 0-20 16,0 0-21-16,0 0-17 16,0 0 0-16,17 7 0 15,-17-7 2-15,35 0 5 16,-9 0 0-16,7-2-2 0,12 0 1 15,4 1 1-15,6-1-2 16,1-1 0 0,-2-1 1-16,-2 2 0 15,-4-1 0-15,-3 1 2 16,-8 0-2-16,-3 1-2 0,-7 1 0 16,-1 0 1-16,-4 1-1 15,-5 3-3-15,-17-4-105 16,20 3-66-16,-20-3 0 15,0 0-4-15,0 0 0 16,-30-31 30-16</inkml:trace>
  <inkml:trace contextRef="#ctx0" brushRef="#br0" timeOffset="54809.08">11093 13007 99 0,'0'0'44'16,"0"0"-3"-16,0 0-1 0,0 0-6 15,0 0-8-15,0 0-5 16,-4-16-8 0,4 16-6-16,0 0-5 15,0 0 1-15,0 0 1 0,0 0 2 16,0 0 2-16,0 0-1 15,0 0 0-15,0 0 0 16,0 0 0-16,0 0-1 16,0 0-1-16,0 0 0 15,0 0 1-15,0 0 1 16,0 0 3-16,0 0-1 16,0 0 1-16,0 0-1 15,0 0-2-15,0 0 0 0,0 0 0 16,0 0-2-1,0 0 1-15,0 0-1 16,0 0 0-16,0 0-1 16,0 0 1-16,0 0-3 0,-5 17-34 15,5-17-32-15,0 0-30 16,16 19-20-16,-16-19-12 16,0 0 61-16</inkml:trace>
  <inkml:trace contextRef="#ctx0" brushRef="#br0" timeOffset="56041.96">22088 12965 132 0,'0'0'60'0,"0"0"8"0,-19-3 3 16,19 3 11-16,0 0 15 15,0 0-4-15,-14-4-7 16,14 4-10-16,0 0-13 16,0 0-12-16,0 0-11 15,0 0-18-15,0 0-22 16,0 0 1-16,0 0 0 16,0 0 2-16,0 0 3 15,14 2 1-15,-14-2-1 16,19-5 1-16,-4 1 0 15,4 4-1-15,7-3-1 16,7-1-1-16,9 1-4 0,10-4 0 16,4 2 0-16,3 1 1 15,8-1-1-15,1-2 0 16,3 2 1-16,0 0-1 16,-3-2 0-16,-5 3 0 15,-8 1 0-15,-6-1 0 16,-8 1 0-16,-8 1-2 15,-10 2 0-15,-7 0-2 16,-16 0-2-16,19 0 0 0,-19 0-2 16,0 0-1-1,0 0 1-15,0 0 0 16,0 0 2-16,0 0 2 16,0 0 2-16,0 0 0 0,0 0 1 15,0 0 1-15,-16 9 2 16,16-9-2-16,0 0 1 15,0 0-1-15,0 0 0 16,0 0 0-16,0 0-38 16,0 0-80-16,0 0-41 15,-23-5-7-15,-6-4-4 16,-4 4 1-16</inkml:trace>
  <inkml:trace contextRef="#ctx0" brushRef="#br0" timeOffset="57247.81">10992 14170 154 0,'0'0'56'0,"-22"10"-2"16,22-10 3-16,-19 9-3 15,19-9 4-15,-20 5 7 16,20-5 12-16,0 0-1 16,-13 9-6-16,13-9-7 15,0 0-9-15,0 0-11 16,0 0-10-16,0 0-15 15,0 0-14-15,0 0-4 16,0 0 1-16,26 8-2 16,-9-6 3-16,5 0 0 15,6 0 2-15,9-2-1 16,4 0-1-16,8-4 1 0,3 1 0 16,0-4 0-16,4 0-1 15,1 0-1-15,2-2 1 16,-10 1-1-16,3-1-1 15,-11 2 0-15,-1 0-1 16,-9 2 1-16,-4 0 0 16,-7 1 0-16,-20 4-1 15,23-2-1-15,-23 2 0 16,0 0-1-16,0 0 0 16,0 0-1-16,0 0 0 15,0 0 0-15,0 0 1 16,0 0 0-16,0 0 2 15,0 0 0-15,0 0-1 0,0 0 1 16,0 0 0-16,0 0 0 16,0 0 1-16,0 0 0 15,0 0-1-15,0 0 1 16,0 0 0-16,0 0 2 16,0 0 0-16,0 0 0 15,0 0 1-15,0 0-7 16,0 0-97-16,0 0-58 15,0 0-6-15,19-25-4 16,-3-1-2-16,3-19 6 16</inkml:trace>
  <inkml:trace contextRef="#ctx0" brushRef="#br0" timeOffset="58675.83">22312 14232 168 0,'0'0'105'15,"-23"-5"9"-15,23 5-3 16,-23-9-10 0,23 9-13-16,-26-10-9 15,9 3-15-15,17 7-16 0,-35-7-17 16,35 7-18-16,-29-3-11 16,13 1-1-16,-1 0 1 15,17 2-2-15,-26 0 2 16,26 0-1-16,-19 0-1 15,19 0 3-15,0 0 4 16,0 0 1-16,0 0 0 16,0 0-2-16,0 0 1 15,33-7 1-15,-4 7-2 16,6-2-1-16,5 2-4 16,10 0-3-16,9 0 2 15,4-1 1-15,4-1-2 16,5 0 1-16,-1 1 0 0,0-1-1 15,-7-2 1-15,-5 1 0 16,-7-1 0-16,-7 3-1 16,-12-1 1-16,-7 0 2 15,-10 2-2-15,-16 0-3 16,0 0-3-16,0 0-1 16,0 0 1-16,0 0 0 15,0 0 0-15,-36 14-2 16,8-10 2-16,-9 1 3 15,-4-2 2-15,-11 1 2 16,-7 1-2-16,-6 0 0 16,-6-1 1-16,0 1-1 15,3-2-1-15,-1 1 2 0,1-1-1 16,7 1 1-16,6-3-1 16,10-1 1-16,8 0 4 15,11 0 4-15,7-1-2 16,19 1-1-16,0 0 1 15,0 0-1-15,23-18 1 16,6 13-1-16,13-4-5 16,6 1-2-16,15-1 2 15,5 0 0-15,6 3 1 16,1-3-1-16,3 2 1 16,-7 0 0-16,-3 2 0 15,-6 1-2-15,-11 1 2 16,-11-1 0-16,-9 3 0 0,-5-1 2 15,-26 2-4-15,17 0-3 16,-17 0-1-16,0 0-1 16,0 0 0-1,0 0 0-15,-17 14-1 0,17-14 0 16,-28 14 2-16,14-7 4 16,14-7 1-16,-33 17 0 15,18-10 0-15,15-7 1 16,-26 8-1-16,26-8-1 15,0 0 2-15,-16 6 5 16,16-6 1-16,0 0 0 16,0 0-63-16,19-30-40 15,-5 8-29-15,2-1-18 0,-1-13-10 16,4 0-14-16,-8-8-4 16</inkml:trace>
  <inkml:trace contextRef="#ctx0" brushRef="#br0" timeOffset="71455.89">16326 10306 42 0,'0'0'15'0,"0"0"-4"16,0 0-1-16,0 0-3 15,0 0-1-15,0 0-4 16,0 0 2-16,0 0 0 16,0 0 4-16,0 0 3 15,0 0 3-15,0 0 2 0,0 0 3 16,0 0 3-1,0 0 2-15,0 0 0 16,0 0-3-16,0 0-3 16,0 0-2-16,0 0-2 0,0 0-3 15,0 0-4-15,0 0-2 16,0 0-1-16,0 0 0 16,0 0 4-16,0 0-1 15,0 0 1-15,0 0-1 16,0 0 0-16,0 0-1 15,0 0-1-15,0 0-1 16,0 0-4-16,0 0 0 0,0 0-1 16,0 0 0-1,0 0 0-15,0 0-1 16,0 0-3-16,0 0-28 16,-7-15-38-16,7 15-29 15,14-19-6-15,5 3 36 0,-6-20 70 16</inkml:trace>
  <inkml:trace contextRef="#ctx0" brushRef="#br0" timeOffset="76180.27">11456 11118 94 0,'17'-19'55'16,"-17"19"8"-16,0 0 11 16,9-21 13-16,-9 21 8 15,7-20-6-15,-7 20-3 16,3-23-3-16,-3 23-9 0,-7-26-14 15,-2 10-17-15,9 16-21 16,-13-27-18 0,2 11-2-16,-4 1 1 15,-1 2-1-15,-7 0 0 0,-6 1 1 16,-1 1 0-16,-8 4 0 16,-2 0-1-16,-5 4 0 15,0 3-1-15,-4 3 2 16,1 4-2-16,-4 2 1 15,3 1-2-15,4 4 0 16,0 0 1-16,0 2 0 16,5-1-1-16,2 1 0 15,-2-1 0-15,5 4 0 0,2 0 0 16,3 2-1 0,-1 3-1-16,5 6 2 15,0 4-3-15,0 3 1 16,4 3-1-16,-1 1 2 0,6 2-2 15,1 4 1-15,0-2-1 16,9 0 1-16,0-2 6 16,7-1-3-16,7-1 3 15,4 3-3-15,4-3 3 16,11 1-3-16,4-2 2 16,5-2-2-16,6-2-4 15,6 0 2-15,4-4 0 16,4-6 1-16,8 0-2 15,1-9 3-15,4-2-1 16,10-4 1-16,0-6-1 16,3-7 2-16,3-3-3 15,-3-7 0-15,3-2 2 0,-3-5-1 16,1-5 0-16,-8-4-1 16,-2-5 2-16,-8-3-2 15,-5-7-5-15,-4-2 3 16,-10-4-2-16,-6-4 2 15,-13-5-1-15,-7 0 3 16,-9-1-2-16,-6 0 2 16,-15 2 7-16,-4 5-1 15,-11 0 2-15,-7 7-2 16,-13 3 1-16,-6 8-2 16,-8 1 0-16,-6 9-1 15,-5 1 0-15,-1 6-2 0,-2 3-2 16,-1 2 2-16,0 5 0 15,1 3 0-15,-1 4-2 16,4 4 1-16,3 1 0 16,1 4 1-16,-1 3 0 15,9 0-1-15,3 4 0 16,3-3 1-16,6 1 0 16,5 2 0-16,0-1 0 15,9 1-1-15,4 1 0 16,3 1-1-16,3 4 0 15,4 6 0-15,0 3-2 16,3 4 2-16,-1 3-2 16,5 5 2-16,-5 4-2 0,1-1 2 15,4 3 4-15,1-2-1 16,1 3 1-16,8-3-4 16,2-1 3-1,5-2-4-15,6-3 4 0,8-1-4 16,7-2-3-16,3-2 0 15,10-6 1-15,4-3 0 16,7-4 1-16,6-4 1 16,6-3-1-16,3-4 0 15,2-4 2-15,-1-4 0 16,5-2 0-16,-3-8 1 16,0-1 0-16,-6-5 0 15,3-3 0-15,-1-3 1 0,-5-2 0 16,2-5-1-16,-6-2 1 15,-6 1-1 1,-1-5 1-16,-3-4 1 16,-1-3-8-16,-9-2 3 0,-6-1-3 15,-3-1 4-15,-7-5-4 16,-5 0 4-16,-5 1-4 16,-6 1 2-16,-3 0 6 15,-3-2 0-15,-9 2 0 16,-2 0 0-16,-5 2 2 15,-4-1-1-15,-6 3 2 16,-3 1 0-16,-8 2 1 16,-5 7-1-16,-7 1 2 0,-3 4-2 15,-10 6 0-15,-6 2-1 16,0 6-1-16,-4 9-2 16,1 1 1-1,-4 7 0-15,3 7 1 0,-3 4-2 16,7 5 0-16,3 1 0 15,4 4-2-15,1 2 2 16,8 3-2-16,6 0 0 16,4 2-3-16,10 2 2 15,2-1-2-15,11 4 2 16,3 2-3-16,5 2 1 16,5-2-1-16,6 1 1 15,6 1-1-15,2-3 2 16,6 1 5-16,8-2-1 15,0 2 3-15,10-2-2 16,4-1 1-16,2-1-3 16,9-1 5-16,4-4-5 0,6 0-3 15,2-5 0-15,3-5-1 16,1-2 2-16,3-5 0 16,1-2 1-16,0-5 0 15,6 0 0-15,-3-2 1 16,1-4 0-16,0-1 0 15,1-1 0-15,-1-3 0 16,0-3 1-16,-4-3-1 16,-2-2 1-16,-1-7 0 15,-2-2-1-15,-7-3 2 16,-7-9-1-16,-3-3-6 16,-6-8 2-16,-10-4-2 0,-3-9 3 15,-7-4-3-15,-9-8 2 16,-7-2-2-16,-4-2 3 15,-6 0 6-15,-6 4-1 16,-3 3 2-16,-7 6-2 16,-7 8 3-16,-9 9 0 15,1 8 0-15,-8 9-1 16,-3 9 0-16,-7 6-3 16,2 10 2-16,1 4-2 15,-3 7 1-15,7 3-1 16,0 4-1-16,7 0 1 15,0 2-1-15,10-3 2 16,5-2-5-16,8-4-2 0,22-10-6 16,-14 12-66-16,14-12-40 15,40-10-14-15,5-6-11 16,19-5-1-16,25-5-1 16,20-5 1-16</inkml:trace>
  <inkml:trace contextRef="#ctx0" brushRef="#br0" timeOffset="77504.2">14365 10431 52 0,'-26'9'23'0,"9"-9"-4"15,1 0-3-15,-3-2 1 16,0 2 8-16,-4-4 7 16,2 3 5-16,-1-3 6 15,3 2 1-15,-7 1 11 16,3-3 8-16,-3 4 6 15,-4-1-1-15,3 4 8 16,-3-3-3-16,8 3-6 0,-4-3-3 16,26 0-10-16,-30 6-20 15,30-6-13 1,0 0-9-16,0 0-11 16,0 0-4-16,23 7 1 0,13-6-2 15,9 1 0-15,13 0 3 16,11-1 1-16,18 3-1 15,13-2 0-15,10-2 0 16,11 0 1-16,8-4-1 16,4 1 0-16,6-4 1 15,4 0-1-15,-1-2 0 16,-1-3 0-16,-10 2 0 16,0-2-2-16,-19 0 1 15,-4 1 0-15,-14 1 1 16,-13-2-1-16,-13 3 0 15,-9 4 0-15,-10-2 1 16,-15 2 2-16,-7 3 2 0,-10 0 2 16,-17 2 1-16,0 0-1 15,0 0 0-15,0 0 0 16,0 0 1-16,0 0-3 16,-26 16 0-16,8-13-3 15,-1 1-1-15,-7 1 2 16,0 0 0-16,0-1 0 15,0-1-2-15,4 0 0 0,3-1 0 16,3 2 1-16,16-4 1 16,-19 3-2-1,19-3-1-15,0 0-1 16,0 0 0-16,0 0-2 16,0 0 2-16,0 0-1 0,0 0-1 15,0 0 0-15,0 0 1 16,0 0 3-16,0 0 0 15,0 0 1-15,0 0 1 16,0 0 1-16,0 0 2 16,0 0 1-16,0 0 1 15,0 0 1-15,-21-10-1 16,-2 5 1-16,-8-4-2 16,-5 0 0-16,-16-1-3 15,-9-1 1-15,-10 1-1 16,-11 5 0-16,-6 0 1 15,-10 3-1-15,-4 4-1 0,-9 1 2 16,-5 2-1-16,-8 4 0 16,-2 0-2-16,-1 3 0 15,7 0 0-15,7 0 1 16,13 0-1-16,15 0-1 16,13 0-1-16,24-3-3 15,13-2-1-15,18-2 0 16,17-5-1-16,14 7 1 15,17-5-1-15,16-4 2 16,20 0-1-16,12 1 3 16,18-1 1-16,12 0 0 15,11 0 1-15,7 1-1 16,6-1-1-16,6-2 1 0,0 1 1 16,-2 0-1-16,2-3 2 15,-2 1-2-15,-8 0 1 16,-6-2-1-16,-9 4 2 15,-11-3-2-15,-18 3 1 16,-10 1-1-16,-23-1 3 16,-11 1 4-16,-15 2-1 15,-10-2 0-15,-16 2 2 16,-19 0-1-16,-7 0 0 16,-12 2 1-16,-2 0-2 15,-11-1-2-15,-4 1-1 16,-16 2-63-16,1 3-48 15,-1 0-30-15,-5-1-14 0,-6 10-14 16,-6 0-3-16,1 10 10 16</inkml:trace>
  <inkml:trace contextRef="#ctx0" brushRef="#br0" timeOffset="79667.38">15564 11395 183 0,'0'0'81'0,"-10"-16"9"0,10 16 10 16,0 0 0-16,0-22-11 16,0 22-10-16,0-28-15 15,0 13-6-15,-5-8-12 16,1 1-18-16,-3-6-16 16,4 0-4-16,-8-1 0 15,3-4 0-15,-6 0 2 16,2 2-2-16,-2 0 0 0,-5 3-1 15,0 2 0 1,0 4-2-16,-4-3 1 16,0 6-3-16,1 0 0 15,-4 2-1-15,0 1-1 0,0 3 0 16,-7 0-2-16,0 1 0 16,-5 4-1-16,-1 2-1 15,-1 3 0-15,-1 0 0 16,-1 4 0-16,2 1-1 15,-1 3 0-15,-1 0 0 16,2 2 1-16,2 0-1 16,-4 2 1-16,2 1 0 15,-1 1-1-15,1-3 3 16,1 4-2-16,1-1 1 16,2 1 1-16,3 0 0 15,5 2 0-15,-1 2 0 16,2-1-2-16,1 2 2 0,4 2-2 15,3 4 3-15,1 1-2 16,3 2 1-16,-1 2 0 16,2 3 2-16,2 2-2 15,5 1 3-15,-3 1-2 16,5 0 2-16,1 1-2 16,1-1 2-16,-1 1-3 15,4-1 4-15,4-1-2 16,3-1 1-16,-2 4 3 15,5 1-1-15,2-4 1 16,6 1-2-16,1-2 0 16,-4-2-2-16,8-3 1 15,0-1-2-15,3-4-3 0,3-2 0 16,1-1-1-16,-1-2 2 16,6-3-2-16,-2-1 2 15,5 2 0-15,-2-4 0 16,3-2 0-16,-3-1 2 15,2-1-1-15,-1-2-1 16,1-3 0-16,-5-1 1 16,2 0-2-16,1-4 2 15,1-2-3-15,-6 1 1 16,2-1 1-16,0-1 1 16,-2 2 0-16,-1-2 0 15,-4-1 0-15,3 1 1 16,-6 2 1-16,-1-2-2 15,1-1 0-15,-1 1 1 0,-3 0-1 16,2 0 0 0,-5-4 1-16,3 2 0 15,-5-1 1-15,-14 8 0 0,28-25 1 16,-28 25 0-16,20-31 1 16,-11 12 0-16,2 0 0 15,1-5 0-15,-2-2-5 16,2-2 0-16,-1-1 0 15,1-1-1-15,-2-1 1 16,1 2-1-16,-3-4 1 16,3 3-1-16,-3 1 5 15,3 3-1-15,-4-2 2 16,0 1-1-16,-2-1 1 16,-2 2-1-16,4-2 2 15,-7 4-1-15,0-2 1 16,0 0-1-16,0 4 1 0,-3-1-1 15,-4 2 1-15,2 1-2 16,-9 1 0-16,3 0-1 16,-1 1-1-16,-3 1 0 15,-3 1 0-15,-1-1-1 16,4 3-1-16,-3 2 2 16,3 0-1-16,-4 2 0 15,5 1 0-15,-5 0 0 0,3 1 1 16,0 2-1-1,-1-2 1-15,-2 3-2 16,0-1 2-16,-4 1-1 16,-3 2 0-16,-3-1 0 0,-8 2-1 15,-1 2 1-15,-4 2 0 16,-1 2 1-16,-2 1-2 16,-4 2 2-16,1 0-1 15,-1 3 1-15,0 2 0 16,4 0 0-16,4 0-1 15,1-1 1-15,5 1 0 16,5 0-1-16,8-2 1 16,-1 1 0-16,9-4 0 15,14-7 0-15,-19 14 0 16,19-14 0-16,0 0 1 16,-15 17-1-16,15-17 1 15,0 0-1-15,0 0 1 0,-11 17 0 16,11-17-1-16,0 0 0 15,0 0 0-15,-8 19 0 16,8-19 0-16,0 0 0 16,0 0 0-16,0 0 0 15,-7 16 0-15,7-16 0 16,0 0 0-16,0 0-1 16,0 0 1-16,0 0 0 15,0 0 0-15,0 0 0 16,0 0 1-16,0 0 1 15,0 0 2-15,0 0 0 16,0 0 1-16,0 0-52 16,0 0-61-16,0 0-50 0,22-23-10 15,11-3-1-15,9-17-4 16,22-9 25-16</inkml:trace>
  <inkml:trace contextRef="#ctx0" brushRef="#br0" timeOffset="81208.48">17850 10407 127 0,'-36'-2'57'16,"1"-3"-2"-16,2 1-6 16,0 1 2-16,2-1 4 15,-2 4 11-15,0-3 13 16,7 5-6-16,-3-4-6 16,6 5-5-16,-3-3-5 15,26 0-5-15,-28 2-13 16,28-2-15-16,0 0-21 15,0 0 0-15,16 9-1 16,6-8-1-16,15-1-2 16,4 2-1-16,15 0-1 0,5-2 2 15,17 0-3-15,5-2 2 16,9-1 1-16,9-1 0 16,5 1 0-16,5-2-1 15,5-1 2-15,0 1 0 16,4 0 0-16,2-2 0 15,-2 2 1-15,-4-2 0 16,-3 0 0-16,-2 2-1 0,-7 0 0 16,-2 1-1-1,-10 1 1-15,-5-1 0 16,-12 1-1-16,-8 1 0 16,-14 2 2-16,-15-2 3 0,-9 2 1 15,-11 0-1-15,-18 0-2 16,0 0 2-16,0 0-2 15,-18-3 1-15,-8 3-2 16,-9-2-2-16,-13 0-2 16,-11 1 1-16,-9-3 1 15,-10 3 0-15,-12 1 1 16,-11 0 1-16,-7 0-1 16,-8 1 0-16,-7 1 0 15,-11 1 0-15,-1 3 0 16,-4 1-1-16,-3 0 1 15,1 1-1-15,9 3 1 16,2-1 0-16,3 2 0 0,14-2 0 16,9 1 0-16,11-1 0 15,14-1 0-15,12-2 1 16,18-4 1-16,16 1-2 16,11-4-1-16,22 0-3 15,0 0 2-15,19-2 0 16,21 0-1-16,10-1-1 15,16-1-1-15,12 1 2 16,16 1 1-16,10-1 2 16,12 1-1-16,7 2 1 15,1 0-1-15,11 0 2 16,2 3-1-16,6-1 1 16,-1 2 0-16,0-1 1 0,1-1 0 15,-3 0-1-15,-8-2 1 16,-5 0-2-16,-16 0 1 15,-5 0 0-15,-12-2-1 16,-13-2-1-16,-15 3 2 16,-16-1 0-16,-17 0 3 15,-7 2 0-15,-26 0-3 16,20-2-1-16,-20 2 2 16,-20 0 0-16,1 0 0 15,0-1-3-15,-3-1-1 16,-8 0-1-16,-3-1 3 15,-5 3 2-15,-11-2-3 16,-3-1 2-16,-7-1-1 0,-15 2 0 16,-8 1 1-16,-5-1-1 15,-10 2 1 1,-11 0-1-16,3 3 0 16,-7 4-1-16,3 4 1 0,-2 1-1 15,7 0-1-15,5 3 2 16,7-1-1-16,17 0 0 15,15-2 0-15,11-1 4 16,16-6-1-16,10 0-2 16,23-5-1-16,0 0-1 15,0 0 0-15,0 0-1 16,39 4-2-16,-10-10-92 16,8 1-48-16,4 3-22 0,4-3-2 15,11 7-4 1,3 0 18-16</inkml:trace>
  <inkml:trace contextRef="#ctx0" brushRef="#br0" timeOffset="83075.8">18116 12016 174 0,'0'0'89'16,"0"-19"14"-16,0 19 10 16,0-15-10-16,0 15-17 15,0 0-12-15,0-16-6 16,0 16-13-16,0 0-18 15,16 4-23-15,-16-4-14 16,33 3 2-16,-11-1 0 16,4 0 0-16,7-2-2 15,5 0-1-15,4-2 1 16,-2 0 0-16,9-3-1 0,-4 0-1 16,3 0 1-16,1-1 0 15,0 0 2-15,-4 0-2 16,-4-1 1-16,8 0 0 15,-6-1 1-15,6-1 0 16,-4-1 1-16,-3-2-2 16,3 0 1-16,-5-2-1 15,1 0 2-15,-2-2-2 16,-6-1 1-16,-4 0-1 16,1-2 1-16,-4-4-1 15,-4-1-1-15,1-6 1 16,-8-1 0-16,-2-3-1 15,-3-3 2-15,-7-3-1 0,-3-3 3 16,-3 2-3 0,-7-4 5-16,-6 3-5 0,0 1 6 15,-6-3-4-15,-4 1 2 16,0 1-2-16,-7 4 1 16,-2-1 1-16,-5 2 0 15,-2 1-2-15,-6 3 2 16,-4 2-3-16,0 5 2 15,-4 2-2-15,-1 1 1 16,-2 8-3-16,-2 1 1 16,6 5-1-16,-1 6 1 15,0 1 0-15,3 5-1 16,1 3 0-16,3 2 1 0,6 3-1 16,1 2 0-16,0 5 1 15,2 3-1 1,-1 3 1-16,6 2-1 15,-5 1 2-15,2 6 0 0,1 2-1 16,-1 1 1-16,2 4 0 16,1 0-1-16,5 3 1 15,1 2-2-15,-1 2 0 16,8 0-1-16,3-1 1 16,7 3 0-16,8 1 4 15,4-1-3-15,5-3 3 16,9-1-4-16,9-1 5 15,3-3-4-15,7-3 1 0,5-3-5 16,4-4 0 0,1-3 0-16,6-6 1 15,-1-1-2-15,4-6 1 16,-1-2 0-16,-3-5 1 0,-1-4 1 16,-5-4 0-16,-4-2 1 15,-2-1-1-15,-6-4 0 16,-2 1 1-16,-7-1 0 15,-2 1 1-15,-19 6 0 16,26-7 0-16,-26 7 1 16,0 0 0-16,0 0 0 15,0 0 0-15,0 0 0 16,0 0 0-16,0 0-2 16,0 0 1-16,0 0-1 15,0 0 1-15,0 0-1 16,0 0 0-16,0 0 1 0,0 0-1 15,0 0 2-15,0 0-2 16,0 0 2-16,0 0-2 16,0 0 2-16,0 0-1 15,0 0-1 1,0 0 2-16,0 0-2 0,0 0 1 16,0 0 0-16,0 0 1 15,0 0-1-15,0 0-1 16,0 0 2-16,0 0-1 15,0 0 0-15,0 0 1 16,0 0 0-16,0 0 0 16,0 0 0-16,0 0 1 15,0 0-1-15,0 0 0 0,0 0-1 16,0 0 1-16,0 0-2 16,0 0 1-16,0 0 0 15,0 0 0-15,0 0 0 16,0 0 0-16,0 0 1 15,0 0-1-15,0 0 0 16,0 0 0-16,0 0 0 16,0 0 0-16,0 0 1 15,0 0-1-15,0 0 0 16,0 0 0-16,0 0 1 16,0 0 0-16,0 0 0 15,0 0 0-15,0 0-1 16,0 0 1-16,0 0 0 0,0 0-1 15,0 0 1-15,0 0 1 16,0 0-2-16,0 0 1 16,0 0 0-1,0 0-1-15,0 0 0 0,0 0-1 16,22-14-16-16,-6 5-115 16,6-12-34-16,18 1-2 15,6-12-5-15,21 3 3 16</inkml:trace>
  <inkml:trace contextRef="#ctx0" brushRef="#br0" timeOffset="84248.64">22249 11826 66 0,'-54'-7'52'15,"7"4"4"-15,2-1 4 16,4 2 24-16,-1 1 18 16,-1-1-5-16,8 2-7 0,-5-2-1 15,9 6-12-15,-2-4-10 16,7 3-11 0,0-3-23-16,6 4-29 15,20-4 1-15,-19 5 4 16,19-5 1-16,0 0-2 0,0 0-4 15,0 0 1-15,0 0-1 16,30 10-1-16,-8-8-3 16,10 1-3-16,4-1-1 15,9 0 1-15,4 1 3 16,6-1-1-16,6 0 1 16,2-2-1-16,-3 0 2 15,-1-2-2-15,6 2 2 16,-6 0-2-16,1-2 0 15,-1 1 2-15,-6-1-1 16,-1 2 0-16,-4 0 0 16,-6 0 0-16,-4 0 0 0,-1 0 0 15,-11 0-1-15,-7 0 1 16,-4 2 1-16,-15-2-2 16,18 0 1-16,-18 0-1 15,0 0 1-15,0 0 1 16,0 0-1-16,0 0 0 15,0 0-2-15,0 0 2 16,0 0 0-16,0 0-1 16,0 0 0-16,0 0 0 15,0 0-1-15,0 0 2 16,0 0 0-16,0 0-1 16,0 0 1-16,0 0 0 15,0 0 0-15,0 0 0 0,0 0-1 16,0 0 0-16,0 0 1 15,0 0 0-15,0 0 0 16,0 0-1-16,0 0 1 16,0 0 0-16,0 0 0 15,0 0 0-15,0 0 0 16,0 0 1-16,0 0-2 16,0 0 2-16,0 0-1 15,0 0 0-15,0 0 1 16,0 0 0-16,0 0-2 15,0 0 2-15,0 0-1 16,0 0 0-16,0 0 0 16,-4 17 0-16,4-17 0 0,0 0 0 15,0 19 1-15,0-19-1 16,0 0 0-16,-3 19 2 16,3-19-1-1,0 0-1-15,0 0 2 0,0 0-74 16,3-22-88-16,1-1-5 15,-4-20-4-15,12-7-7 16,-2-21 3-16</inkml:trace>
  <inkml:trace contextRef="#ctx0" brushRef="#br0" timeOffset="85229.33">11003 12763 230 0,'-7'15'121'15,"7"-15"13"-15,0 0-13 16,0 0-8-16,-4 19-18 15,4-19-15-15,0 0-17 16,0 0-14-16,0 0-32 16,0 0-17-16,0 0 0 15,0 0 0-15,0 0 0 16,0 0 0-16,0 0 0 16,0 0 0-16,0 0 0 15,0 0 0-15,0 0 0 16,0 0 0-16,0 0 0 15,0 0 0-15,0 0 0 16,0 0 0-16,0 0 0 0,0 0 0 16,0 0 0-16,0 0 0 15,0 0 0-15,0 0 0 16,0 0 0-16,0 0 0 16,0 0-13-16,0 0-84 15,0 0-45-15,11 17-28 16,-11-17-1-16,0 0-5 15,0 0 0-15</inkml:trace>
  <inkml:trace contextRef="#ctx0" brushRef="#br0" timeOffset="85736.7">11242 13076 350 0,'0'0'180'15,"4"15"-3"-15,-4-15-62 16,0 0-52-16,-4 18 2 16,4-18-2-16,0 0-53 15,0 0-10-15,-19 12 0 16,19-12 0-16,0 0 0 15,0 0 0-15,0 0 0 16,0 0-3-16,0 0-1 0,0 0 0 16,0 0 2-16,0 0 0 15,0 0 1 1,0 0 1-16,0 0 1 16,0 0-1-16,0 0 0 0,0 0 2 15,0 0-2-15,0 0 1 16,0 0-2-16,0 0 0 15,0 0 0-15,0 0 1 16,0 0 1-16,-16-16-1 16,16 16 1-16,0 0 0 15,0 0 0-15,0 0 1 16,0 0 1-16,0 0-1 16,0 0-1-16,0 0-1 15,0 0-31-15,0 0-70 16,6-17-35-16,-6 17-32 15,19-24-4-15,-9 1-2 16,9 2 0-16</inkml:trace>
  <inkml:trace contextRef="#ctx0" brushRef="#br0" timeOffset="87753.13">14851 12979 32 0,'0'0'16'16,"0"0"-1"-16,0 0-3 15,0 0-4-15,0 0 0 16,0 0-1-16,0 0 0 15,0 0 1-15,0 0-4 16,0 0-2-16,0 0-2 16,0 0 0-16,0 0-1 15,0 0 2-15,0 0-1 0,0 0 0 16,0 0 0-16,0 0 0 16,0 0 0-16,0 0 0 15,0 0-1-15,0 0-1 16,0 0-10-16,0 0-15 15,0 0-12-15,0 0 2 16,0-16 37-16,16 11 0 16</inkml:trace>
  <inkml:trace contextRef="#ctx0" brushRef="#br0" timeOffset="90424.03">33629 11923 87 0,'0'0'88'0,"-15"-9"10"16,15 9 21-16,0 0-6 15,0 0-10-15,-20-12 0 16,20 12-10-16,0 0-11 15,-17 0-21-15,17 0-25 16,-19-1-36-16,19 1 0 16,-19 1-1-16,19-1 0 15,-19 4-1-15,19-4 0 16,-18 5 1-16,18-5 2 16,0 0 0-16,-19 9-1 15,19-9 1-15,0 0 0 0,-22 12 0 16,22-12-1-16,-19 10 1 15,19-10-3-15,-30 14 3 16,11-5-1-16,0-3 0 16,-4 3 0-16,-3-4 0 15,0 1 0-15,0-3 0 16,-7 0 0-16,4-3-1 16,-2-1 0-16,1 1 0 15,-3-2 1-15,4 0-1 16,-1 1 0-16,2-3 0 15,2 1 1-15,4-1-1 16,-4-1 0-16,0 0 0 16,0-4 1-16,3 0-1 0,-3-1 1 15,3 0-1-15,-3-4 2 16,0-2-1-16,0-1 0 16,0 0 0-1,0-2-1-15,0 0 2 0,-3-2 0 16,-3-2-1-16,3 2 0 15,3-1 0-15,0-1-6 16,0-1 6-16,3-3-4 16,1 1 1-16,8 0-3 15,-2-2 3-15,1 0-2 16,1-1 2-16,2-1 5 16,1 3-4-16,-1-3 3 15,2-1 0-15,-3-4 1 0,3-1-2 16,-2 0 1-16,-2-2 0 15,-2-2 0-15,-1-2-2 16,1 3 2-16,-3-3-1 16,0 4 0-16,-3 0-1 15,-4 1 1-15,5 3 0 16,-5 1 0-16,3 0 0 16,1 4 0-16,-1-1-1 15,-3-1 1-15,7 3 4 16,-4-3-10-16,1 2 9 15,3-4-8-15,-4 2 7 16,2-2-7-16,2-2 7 16,0 2-5-16,-4-1 1 0,4-3 4 15,-3 3-4-15,-1-3 3 16,2-1-1 0,2-1 3-16,0-1-3 15,-3-7 1-15,3-3-2 0,1-2 3 16,3-2 0-16,2-3 0 15,0 0-1-15,6-4 1 16,-2-4-1-16,5 1 1 16,1 1 4-16,3-3-5 15,0-3 2-15,0 3-3 16,3-3 4-16,-3 0-4 16,0 3 3-16,4 0-1 0,-4 4-3 15,0 3 3 1,0 6-2-16,-4-3 2 15,4 9-2-15,0 2 2 16,-3 6-2-16,0 2 2 0,3 4-2 16,-7 0-1-16,1 8 0 15,3 2 1-15,-4 6-1 16,0 1 1-16,7 16 0 16,-9-19-1-16,9 19 1 15,0 0 1-15,0 0 0 16,0 0-1-16,0 0 0 15,-17 4 1-15,17-4-5 16,-23 31 5-16,8-4-1 16,-8 6 0-16,-3 5 0 15,-3 7 0-15,-6 4 0 16,2-2-2-16,-3 1 6 16,4-6-6-16,-1-6 2 0,4-1-1 15,3-4 1-15,3-5-1 16,8-7 1-16,1-4-1 15,14-15-1-15,-16 18-1 16,16-18 2-16,0 0-2 16,0 0 0-16,0 0 2 15,16-25-1-15,-6 6 1 16,6-7 0-16,-2-3 2 16,8-7-2-16,1-8 2 15,3 3-1-15,0-3 1 16,0-2-2-16,0 1 3 15,3 1-4-15,-4 6 1 16,1 4-1-16,-4 4 0 0,-1 6 0 16,-2 5 1-16,-3 5-1 15,-16 14-1-15,26-12 2 16,-26 12 0-16,26 5 2 16,-10 4 1-16,8 1-5 15,0 8 3-15,13 4 1 16,8 4 1-16,10 4 0 15,1 2-1-15,12 3-1 16,-1-2-1-16,4 0 6 16,-5-5-5-16,-8-3 1 15,-10-5 0-15,-8-3 1 16,-9-5 0-16,-13-3 2 16,-18-9 2-16,0 0-1 0,0 0-2 15,0 0 1-15,-26 8 0 16,3-11-1-16,-6-2-1 15,-8-4-2 1,-1-1 0-16,-11-4-1 0,-3-4 2 16,-3-1-2-16,-1-3 1 15,-1-1-1-15,1-1 0 16,-4-2 1-16,4 5 1 16,4-1-2-16,3 3 1 15,4 3-4-15,5 6 4 16,9 0 0-16,2 3 1 15,6 3-6-15,9 1 4 16,14 3 0-16,-19-2-1 0,19 2 4 16,0 0-3-1,0 0 0-15,0 0-1 16,-19 29 5-16,12-10-5 16,-9 7 3-16,-1 6-2 0,-6 4 2 15,1-2-3-15,-6 3 2 16,2-4 0-16,0-6 1 15,5-2-2-15,2-8 1 16,19-17-1-16,-19 19 0 16,19-19-1-16,0 0 0 15,0 0-2-15,0 0 1 16,0 0 1-16,0 0 0 0,23-31 1 16,-4 8-1-16,3-6 2 15,4-6 0 1,4-5 2-16,6-5-4 15,2 2 1-15,2 2-1 16,-1 3 2-16,2 3-3 0,1 9 1 16,-2 3 1-16,-2 6-2 15,-2 9 2-15,-1 4 1 16,-5 8 0-16,-1 2-2 16,1 7 3-16,-4 6 2 15,3 0-1-15,-1 1 1 16,-2 5 0-16,4-3 0 15,-1 1 1-15,-3-3 2 16,0 1-2-16,-7-2-31 16,-8-1-48-16,-8 6-36 15,-17 3-13-15,-19 8-13 16,-15 7-9-16,-27 4-12 0,-19 13-5 16</inkml:trace>
  <inkml:trace contextRef="#ctx0" brushRef="#br0" timeOffset="92748.68">15577 12506 259 0,'0'0'139'0,"17"-10"-9"16,-17 10-4-16,0 0-15 15,0 0-12-15,0-24-20 16,0 24-17-16,-4-23-44 0,4 23-18 16,-10-31 0-1,7 10 0-15,-6-1 0 16,2-2 0-16,-4-2 0 15,3-6-3-15,1 3 2 0,-5-4-1 16,1-1 1-16,1-1-1 16,-2 2 2-16,-2 0 0 15,5 0 0-15,-5 6-2 16,2-1 1-16,-2 2-1 16,2 5 1-16,2-1-1 15,-2 1 1-15,-2 0 0 16,-2 4 1-16,-3-1-1 0,0 3 3 15,1 1-1 1,-1 0-1-16,0 4 1 16,0-1 0-16,-2 4 0 15,2 1-1-15,0 0 0 16,0 5 0-16,-4-1-1 0,4 2 2 16,-1-2-2-16,-3 4 1 15,0 0-1-15,1-1 2 16,-1 3-2-16,1-2 2 15,3 1-2-15,-4 0 1 16,4 3-1-16,-5-1 1 16,1 0-1-16,1 2 1 15,-4-2-1-15,3 2 0 0,-3 2 1 16,0-1-1-16,-2-1 1 16,4 2 0-1,-4 0-1-15,2 1 1 16,3 0 0-16,-3 1 0 0,4 1 0 15,-1 0-1-15,2 0 0 16,-1 4 0-16,6-2 0 16,-3 3-1-16,0 0 1 15,2 2-1-15,-2 4 0 16,-1 1 1-16,1 0 0 16,2 4-1-16,-2 1 1 15,3 1-1-15,-1 1 1 16,1 0-1-16,1-2 0 15,4 1 1-15,-1 1-1 16,-2-2-1-16,7-1 1 16,-1 0-1-16,4 0 1 15,1 1-2-15,-1-3 4 0,1 2 1 16,6 1-3-16,1-1 5 16,3-1-6-16,1 1 5 15,3 0-4-15,1-2 4 16,5 0-5-16,6 0 0 15,-1-4 0-15,4 2 0 16,4 1 2-16,1-3-1 16,2-1 0-16,0 2 1 15,2-4-1-15,1 0 0 16,-1-2 1-16,1-2 0 16,3-1 1-16,-3-2-1 15,-3-3 1-15,2-2-1 16,-2-2 2-16,-4-1 0 0,3-1 0 15,-3-3 0-15,-3 0 0 16,7 0 0-16,-7-2 1 16,5-1-2-16,2-1 0 15,-3-1 1-15,-4 0-1 16,3-2 1-16,-1 0 0 16,-7-1 0-16,2-1-1 15,-4 0 2-15,0 1-1 16,0-4 0-16,0 1 0 15,2 1-2-15,-2-1 1 16,-4-1 0-16,3 2 0 16,1-2 2-16,-19 12-2 15,26-21 2-15,-26 21-1 0,23-21 0 16,-15 6 1-16,-1-1-2 16,0-3-1-16,0-4 2 15,-5-2 0 1,1-3-6-16,1-5 7 0,-4-2-6 15,0-1 4-15,0 0-3 16,0 1 4-16,0 0-5 16,0 2 3-16,0 4 2 15,-4 7-3-15,4 4 2 16,0 3-2-16,0 15 3 16,-5-19-2-16,5 19 1 15,0 0-1-15,0 0 1 16,0 0-1-16,0 0 2 0,0 0-1 15,0 0 0 1,0 0 0-16,0 0 1 16,0 0 0-16,0 0 1 15,0 0-2-15,0 0 1 0,0 0 0 16,0 0 0-16,0 0 0 16,0 0-1-16,0 0 0 15,0 0 0-15,0 0-2 16,0 0 3-16,0 0-1 15,0 0 0-15,0 0 0 16,0 0 0-16,0 0 0 16,0 0 1-16,0 0 1 0,0 0-2 15,-14-2 1 1,14 2 0-16,0 0 1 16,0 0 0-16,0 0 0 15,0 0 1-15,0 0-1 0,0 0 1 16,0 0 1-16,0 0-1 15,0 0 0-15,0 0 0 16,0 0-1-16,0 0 1 16,0 0 0-16,0 0-2 15,0 0 0-15,0 0-1 16,0 0 1-16,0 0-1 16,-15 17 0-16,15-17-2 15,0 0-1-15,0 0-3 16,-11 16-106-16,11-16-50 15,0 0-6-15,-3-37-1 16,10 8-5-16,0-18-1 16</inkml:trace>
  <inkml:trace contextRef="#ctx0" brushRef="#br0" timeOffset="95324.51">10966 13078 372 0,'-15'17'185'16,"-1"-15"-6"-16,-1-4-65 15,17 2-36-15,-32-2-13 16,32 2-35-16,-22 0-30 15,22 0 0-15,-21-3 0 16,21 3 0-16,0 0 0 0,-16-6-3 16,16 6-2-16,0 0 2 15,0 0-2 1,0 0 0-16,0 0-2 16,0 0 3-16,0 0-1 15,0 0 1-15,23-6 0 0,-4 6 1 16,7 1 0-16,7 1 2 15,9 1 0-15,10 1 0 16,7-1 0-16,8 1 0 16,8-1 1-16,7 1-1 15,1-6 2-15,2-1-1 16,5-3 1-16,-3 1-1 16,-2-5 0-16,0 1-1 0,-8-3 1 15,-8-2-1 1,-5 2 1-16,-8 2 0 15,-15 1 2-15,-11 2 1 16,-8 4 1-16,-22 3 2 0,0 0 0 16,0 0 0-16,-36-11 0 15,-6 10-1-15,-13-3-2 16,-13 2-2-16,-10-3 1 16,-9 3-1-16,-7-1 1 15,-6 3-2-15,-8 0 0 16,-1 2 1-16,1 3-1 15,8-2 0-15,6 4-1 16,9 0-1-16,14 0 0 16,13-2-1-16,22-3-1 15,6 2 0-15,30-4 2 16,0 0-3-16,0 0 0 16,33 3 0-16,5-1 1 0,11 3 1 15,10 2 1-15,12 0 0 16,4 1 1-16,7-1 1 15,4 4-1-15,-1-3 1 16,2 1-1-16,-9-4 1 16,-7 0-1-16,-12 1 1 15,-10-5 2-15,-14 3 0 16,-13-4 3-16,-22 0 0 16,0 0 0-16,0 0 0 15,-27-9 1-15,-10 4-2 16,-5-4-2-16,-10 2-2 15,-10-3 0-15,-2 1 0 16,-8 1 0-16,-2-1-2 0,3 2 3 16,5 4-1-16,8-3-1 15,10 5 2-15,11-1-1 16,6 2-2-16,14-2-1 16,17 2 0-16,0 0 0 15,17 14-2-15,9-5 1 16,12-2 0-16,7 3 0 15,11-1 1-15,8-1 1 16,4-8 0-16,7 4 1 16,-2-6 1-16,-13-1 0 15,-4-1 0-15,-15-1 1 16,-4 2 3-16,-15-3 0 16,-22 6 0-16,0 0 1 0,0 0-1 15,-26-20 2-15,0 13-1 16,-10-2-2-16,-6 0-2 15,-6-1 0 1,3 3-1-16,-4 5 1 0,4-1 0 16,8 1-3-16,11 2 1 15,4 0-2-15,22 0-2 16,0 0 2-16,0 0-1 16,22 12-1-16,8-8 0 15,15-1 1-15,4 1 0 16,13-1 1-16,9-5 3 15,4-1-2-15,0-4 1 16,-8 3-1-16,-6-4 1 0,-9 3 2 16,-12-1 5-1,-14 0-2-15,-26 6 2 0,0 0 0 16,0 0-1 0,-40-20 2-16,-2 15 0 0,-13 0-3 15,-9 2-4-15,-11-1 1 16,-7 2 0-16,-4 4-1 15,1 0 0-15,-2 3 0 16,12 4 0-16,6-4-1 16,15 2 0-16,14-2-1 15,5 0-2-15,18 2 0 16,17-7-2-16,0 0 1 0,43 11 0 16,-1-8 0-16,14-1 2 15,8-1-1 1,14-2 2-16,9-3 0 15,5-1 1-15,1-4 0 16,-9 1-1-16,-6-1 1 0,-12 0 3 16,-18 4 5-16,-13-2-2 15,-19 4 2-15,-16 3 0 16,-32-2-2-16,-16 6 2 16,-18 3 0-16,-17-1-3 15,-15 3-5-15,-16 5 1 16,-6 2-1-16,-8 1 1 15,1 4-1-15,7 1 2 0,16-3-2 16,14-2-3 0,20-1 0-16,22-4-1 15,22-1 0-15,26-11 0 16,20 3-1-16,26-10 0 0,21-3 1 16,18-2 2-16,13-4 1 15,18-5 0-15,11-3 2 16,4-2-2-16,3 0 2 15,-11 2-1-15,-6 1 1 16,-17 4-1-16,-22 2 3 16,-17 7 5-16,-21 1-1 15,-17 4 1-15,-23 5 0 16,-14-5 1-16,-24 6 0 16,-11 3-1-16,-13 1-2 15,-13 2-5-15,-8 0 1 16,-8 3-1-16,-1 2 0 15,2 0-1-15,8-3-1 0,18 0 0 16,9-2-3-16,17-4-1 16,15 1-1-16,23-4 0 15,0 0-1-15,23-4 1 16,18-3 0-16,8-3 0 16,10-1 5-16,8-1 0 15,8-2 3-15,3-1-2 16,0-2 1-16,-6 3 0 15,-8 2 1-15,-9 3-1 16,-10 2 1-16,-10 2 0 16,-14 5 2-16,-21 0 2 15,19 2 2-15,-19-2 2 16,0 0-120-16,-7 26-46 0,7-26-7 16,-19 5-2-16,19-5-6 15,4-16-2-15</inkml:trace>
  <inkml:trace contextRef="#ctx0" brushRef="#br0" timeOffset="96472.32">18871 13007 269 0,'0'0'105'0,"0"0"15"16,0 0-10-16,0 0-17 15,0 0-22-15,0 0-14 16,0 0-10-16,0 0-5 16,0 0-11-16,0 0-25 15,0 0-4-15,0 0-1 0,0 0-1 16,0 0-1-16,0 0-1 16,0 0 0-16,0 0-1 15,0 0 0-15,0 0 1 16,0 0 0-16,0 0 1 15,0 0 0-15,0 0 1 16,0 0 0-16,0 0-1 16,0 0 1-16,0 0 0 15,0 0-1-15,0 0 1 16,0 0 1-16,0 0-1 16,0 0-22-16,0 0-60 15,16-16-63-15,-16 16-20 16,10-40-6-16,1 6 0 0,-11-20-2 15</inkml:trace>
  <inkml:trace contextRef="#ctx0" brushRef="#br0" timeOffset="97404.99">17885 10462 107 0,'-48'-7'104'0,"-1"2"15"16,0-5-10-16,8 3-5 16,-4-4-5-16,8 8-6 15,-1-4-9-15,15 3-22 0,1-1-35 16,22 5-29-16,0 0-1 15,-4-17-1 1,34 10 0-16,11-5-2 16,20-2 0-16,17-5 2 15,16-2 3-15,21-3-1 0,13 0 1 16,16-1-1-16,5 1 2 16,6 0 0-16,1 2 1 15,2 1-1-15,-5 3 1 16,-4 3-1-16,-15 3 2 15,-21 0-2-15,-16 5 2 16,-22 0 5-16,-23 3 0 16,-18 3 1-16,-34 1 0 15,0 0 0-15,-27 0-1 16,-17 0-1-16,-20 1 0 16,-11 3-5-16,-18-1-2 15,-15 4 1-15,-15 0-1 0,-13 5 1 16,-10 0 0-16,-3 4 0 15,-4 1 0-15,4 2 1 16,3 2-1-16,13 0 0 16,13 0 0-16,17-4 2 15,22 0-5-15,18-5-3 16,22-1-1-16,18-3 1 16,23-8-2-16,26 12 1 15,26-8-2-15,16-1 0 16,26 1 3-16,13-1 4 15,24-1 0-15,14-2 1 16,13 0-1-16,11 0 2 16,-1-2 1-16,-1 2 1 0,-6-3 0 15,-8 1-1-15,-14-1 1 16,-19 1-1-16,-23 0 1 16,-16 0-1-16,-22 2 0 15,-14 2 3-15,-15-2 2 16,-14 2 2-16,-16-2 0 15,0 0 0-15,0 21-44 16,-19-9-59-16,1 5-54 16,-1 11-21-16,-4 1-3 15,8 16-6-15,-2-1 65 16</inkml:trace>
  <inkml:trace contextRef="#ctx0" brushRef="#br0" timeOffset="100011.84">18508 13079 40 0,'0'0'66'16,"0"0"-6"-16,-17 18 17 15,17-18 23-15,0 0 6 16,0 0-7-16,-19 10-5 15,19-10-6-15,0 0-13 16,0 0-16-16,0 0-23 0,0 0-24 16,0 0-9-16,14 19-1 15,-14-19 2-15,26 16 2 16,-4-9 4-16,4 3 2 16,6-5 1-16,4-3 0 15,6-2-1-15,-1-4 0 16,3-3-2-16,-3 1-2 15,1-3-4-15,-9 0-2 16,-3 2-2-16,-8 2 0 16,-6 0-3-16,-16 5-9 15,17 0 0-15,-17 0 0 16,0 0 0-16,0 0 1 16,-14 5 1-16,14-5-1 0,-34-2 5 15,9 1 5-15,-6-5 4 16,-5 1-2-16,-13-2 2 15,0 0-2-15,-8-1 0 16,-9 4-1-16,-5 1 1 16,3 5-1-16,-3-1-1 15,5 4 1-15,9 4 0 16,8 2-1-16,9-3-3 16,14-1 2-16,11 0 1 15,15-7 5-15,0 0 3 16,19 10 0-16,14-13 1 15,8-2 1-15,11-2 3 16,14 0-3-16,9-5-1 0,5 0-4 16,8-2-1-16,3 3-2 15,-1-2 1-15,-5 4-1 16,-3 2 0 0,-11 2 0-16,-10 1-3 0,-13 1-3 15,-11 5-6-15,-11-2 1 16,-26 0 2-16,0 0 2 15,0 0-1-15,0 0 2 16,-40 10 0-16,2-8 6 16,-8-6 5-16,-6 1-2 15,-10-1-3-15,-6 3-1 16,-10-1-1-16,3 4 0 0,-3-2 1 16,7 3-1-16,3 2 0 15,4-1-1 1,12 1-1-16,10-2-2 15,16 1 0-15,9-1 3 0,17-3 0 16,0 0 4-16,19 9 0 16,18-6 2-16,8-1 4 15,10 0 2-15,6 0-1 16,8-1 0-16,3-1-2 16,6 4-3-16,-2-4-2 15,-6-2 1-15,-10 2-4 16,-8 0-3-16,-10 2-4 15,-12-2-3-15,-8 3 6 16,-22-3-1-16,0 0 0 16,0 0 0-16,-22 0 1 15,-8-1 4-15,-8-5 4 16,-7 3 1-16,-7-4-4 0,-14 2 1 16,-2 0-1-16,-7 5-1 15,-3-4 1-15,7 4 0 16,7 2-1-16,5 0-1 15,14-1-3-15,10-1 1 16,14 2 2-16,21-2 2 16,0 0 3-16,21 0 1 15,10 0 2-15,13 0 1 16,9-3 3-16,10 3-1 16,8-4 0-16,11 2-2 15,4-3-3-15,-4 0-2 16,1 0 1-16,-8-4 1 15,-6 4-2-15,-11-2-2 0,-13 5-8 16,-12-1-2-16,-11 3 1 16,-22 0 1-16,0 0 0 15,0 0-1-15,-19 2 1 16,-3-1 3-16,-11 1 5 16,-5-2 2-16,-6-2 0 15,-1 4-3-15,-7 0 2 16,3 0 0-16,8-1-1 15,-1 3-2-15,13-4-3 16,6 0 2-16,23 0 3 16,-23 0 2-16,23 0 1 15,0 0 1-15,30 0 3 16,-8 0 3-16,8-2 2 0,5 5-1 16,1-4-3-16,9 1-2 15,-3 0-1-15,3-2-2 16,-8 2-2-16,-3-2 0 15,-4 4-2-15,-8-2 0 16,-4 0-3-16,-18 0-1 16,15-3-3-16,-15 3 0 15,0 0-1-15,0 0-2 16,0 0 3-16,0 0-1 16,0 0 3-16,0 0 2 15,0 0 2-15,0 0 1 16,0 0 3-16,-14 6-48 15,14-6-67-15,0 0-37 0,-8-24-14 16,8 24 0-16,31-33-2 16,9 13 31-1</inkml:trace>
  <inkml:trace contextRef="#ctx0" brushRef="#br0" timeOffset="101363.8">22492 13074 85 0,'-38'-2'70'0,"5"8"5"16,-2-5 24-16,-1 1 11 16,3 0-5-16,2-1-7 15,1 1-9-15,0-4-14 16,4 4-14-16,-3-5-19 15,6 3-29-15,-3-2-12 16,4-1 0-16,3-1-1 16,-4 2 1-16,7-1 3 15,16 3 1-15,-26-7 8 16,26 7 2-16,0 0 0 16,0 0-2-16,-17-9-2 15,17 9 3-15,0 0-6 16,33-10-8-16,-10 6 0 0,13 1 0 15,6-2 0-15,6 0 0 16,17 1 0-16,4-1 0 16,6 2 0-16,1-3 0 15,6 3 0-15,-4-4 0 16,0 3 0-16,0-2 0 16,-10 0 0-16,-4 3 0 15,-9-1 0-15,-9 1 0 16,-13 3 0-16,-11 0 0 15,-3 2-6-15,-19-2-2 16,16 3-1-16,-16-3 0 16,0 0-1-16,0 0-2 15,0 0 3-15,0 0 4 0,0 0 0 16,0 0 2-16,0 0 1 16,0 0-1-1,0 0 2-15,0 0 1 16,0 0 0-16,0 0 0 0,0 0 0 15,-16 11 0-15,16-11 1 16,0 0-1-16,0 0 2 16,0 0-1-16,0 0 0 15,0 0 1-15,0 0 0 16,0 0 0-16,0 0-1 16,0 0-1-16,0 0 2 15,0 0-2-15,-15-4-2 0,-15-1-153 16,-19-18-14-16,-13 1-2 15,-25-21-7-15,0 1 2 16</inkml:trace>
  <inkml:trace contextRef="#ctx0" brushRef="#br0" timeOffset="103716.47">11174 14113 183 0,'-45'12'82'0,"5"0"20"15,2 2 15-15,-10-6-10 16,8 3-5-16,-2-6-10 16,4 5-10-16,1-8-18 15,11 2-20-15,0-6-28 16,11 2-19-16,15 0-1 16,0 0 0-16,0 0-2 15,26-19-1-15,3 14 1 16,9 1 3-16,8 2 2 15,2 2-2-15,15 4 1 16,4 3 0-16,8 1 1 16,0 3 0-16,3 1 1 0,2-2 0 15,1-1 0-15,-6-2 0 16,-11-2 0-16,-8 0 0 16,-11-3 2-16,-12 2 2 15,-14-4 2-15,-19 0 0 16,0 0-2-16,0 0 1 15,-31 1 0-15,4-4 0 16,-5-1-2-16,-10-3-3 16,-7-1-3-16,-3-1 2 15,-7-1 0-15,2-1 1 16,-2 1 0-16,0 0 0 16,7 3 1-16,3 0-1 15,11 3 0-15,8 3-2 0,11-3-1 16,19 4-1-16,0 0-1 15,0 0-1 1,0 0 0-16,37 10 1 16,-6-3 1-16,6 0 1 0,8 4 3 15,7-1 0-15,3-1 0 16,-1-2 1-16,-9-2-1 16,-5 2 2-16,-5-4 2 15,-13 1 2-15,-4-3-2 16,-18-1 1-16,0 0-1 15,-23 2-1-15,-3-2 1 16,-7 0-1-16,-5-2-3 0,-7-1 0 16,-11 3-1-1,4 0 1-15,-3 0 0 16,3 3-1-16,3 1 1 16,7-1-1-16,9 1-1 0,11-1-3 15,22-3 0-15,-19 5 0 16,19-5 1-16,22 6-1 15,4-5 0-15,11-1 1 16,8 0 1-16,7-1 2 16,9-1 0-16,6-3 1 15,5 0 0-15,-3-4 0 16,-1 0 0-16,-8 2 0 16,-7 2 1-16,-14 3 2 15,-7 1 2-15,-15-1-1 16,-17 2 0-16,0 0 1 15,-21 0-1-15,-3 0 1 16,-12 0-1-16,-1 0-3 0,-12-2-1 16,-4 2 1-16,-3 4 0 15,-3 1-1-15,2 0 1 16,-2 0 2-16,7 2-1 16,7 0-1-16,6 0 0 15,10-2-1-15,6-1-2 16,23-4-1-16,-17 7-1 15,17-7-2-15,23 5 1 16,3-4 0-16,3-1 1 16,8 2-1-16,8-4 2 15,7 1 2-15,3-4 0 16,-1-1 0-16,2-1 1 16,-8 1 0-16,-3-1-1 0,-8 3 2 15,-8 1 1-15,-10 1 3 16,-19 2-1-16,0 0 1 15,0 0 0-15,0 0-1 16,-22-5 1-16,-1 3-1 16,-3 0 0-16,-7-3-4 15,-5 2 0-15,-2-1 0 16,2 2 0-16,2 1 1 16,-3-1-1-16,10 2 0 15,3 0-2-15,3 0 0 16,23 0 0-16,-22 0-2 15,22 0-2-15,0 0 1 16,0 0-1-16,0 0 2 0,0 0 1 16,19-9 0-16,-19 9 1 15,26-1 1-15,-26 1 0 16,29-2 1-16,-10 2 0 16,-19 0-1-16,26 0-1 15,-26 0 3-15,20 2-1 16,-20-2 2-16,0 0-1 15,0 0 1-15,0 0 1 16,0 0 0-16,0 0 0 16,0 0-1-16,0 0 1 15,0 0 0-15,0 0 0 16,0 0-1-16,0 0-1 16,0 0 1-16,0 0-1 0,0 0 1 15,0 0 0-15,0 0-2 16,0 0-1-16,0 0 2 15,0 0 0-15,0 0-1 16,0 0 0-16,0 0 0 16,0 0-1-16,0 0 1 15,0 0 1-15,0 0-2 16,0 0 0-16,0 0 1 16,0 0 0-16,0 0 1 15,0 0-1-15,0 0 1 16,0 0 1-16,0 0-1 15,0 0 0-15,0 0-2 16,0 0 2-16,0 0-1 0,0 0 0 16,0 0 0-16,0 0-2 15,0 0 2 1,0 0-1-16,0 0 1 16,-7 15-1-16,7-15-1 0,0 0 1 15,0 0 0-15,0 0 0 16,0 0 0-16,0 0 0 15,0 0 1-15,0 0-1 16,0 0 1-16,0 0 0 16,0 0-1-16,0 0 1 15,0 0 1-15,0 0 1 16,0 0 1-16,0 0 3 0,0 0-4 16,0 0-135-16,0 0-34 15,-20-12-4 1,20 12-4-16,-12-43-3 15</inkml:trace>
  <inkml:trace contextRef="#ctx0" brushRef="#br0" timeOffset="107851.4">15117 14339 125 0,'0'0'58'0,"0"0"2"15,0 0 7-15,0 0 10 16,0 0 22-16,0 0-7 15,0 0-5-15,0 0-12 16,0 0-10-16,0 0-10 16,0 0-10-16,0 0-19 15,0 0-25-15,0 0-1 16,0 0 0-16,0 0 0 16,0 0 0-16,0 0 1 15,0 0 0-15,0 0 0 0,19 6 1 16,-19-6 0-16,17 1 2 15,-17-1 1-15,31 0 1 16,-13-3 1-16,1-2-1 16,3-4 2-16,1 0-1 15,3-3-1-15,-4 0-3 16,1-3 0-16,0-1-1 16,-4 0-3-16,1-1 1 15,-4 0 0-15,0-2-1 16,-2 0 1-16,-2-2-1 15,-2-2 1-15,2 1-2 16,-5-1 2-16,0 1-1 16,2-1-1-16,-6 3-2 0,1-1 3 15,-1 0-2-15,-3 4 3 16,4-2-1-16,-4 0 1 16,3-2-1-1,-3-2 3-15,0 3-1 0,4-3 0 16,-4 1-1-16,0-1-1 15,0 2 0-15,0 1 0 16,1 1-1-16,-1 1-1 16,-1 3 0-16,1-1 0 15,0 16-1-15,-11-28 1 16,11 28 0-16,-10-26 1 16,1 11-1-16,9 15 2 15,-14-30-1-15,6 15 1 0,-3-1 2 16,1-1 0-16,1-2 0 15,-5 2 1 1,6 1 0-16,-6-3-1 16,2 3 1-16,-2-1 1 0,1 2-3 15,-2-3 2-15,4 3-1 16,-4-3-1-16,1 3 0 16,2-3 1-16,-2 1-1 15,2-2 0-15,-2 2 0 16,-2 0 1-16,1-4-1 15,-3 0 1-15,3 0 0 16,-4 0 1-16,-4 1-1 0,-3-1 2 16,3 0-2-1,1 0 2-15,-4 7-1 16,3 1 1-16,-3 2 0 0,0 3-1 16,0 2-1-16,4 1 0 15,-5 3 0-15,5 2 0 16,-4 0-1-16,0 6-1 15,3-3 1-15,1 8-1 16,-4-3 1-16,0 6 0 16,0 0-1-16,-4 3-1 15,4 2 2-15,0 2-1 16,0 2 0-16,0-3 1 16,0 5-1-16,0 0 0 15,0 3 2-15,3 2-1 16,-3 1-1-16,4 0 0 15,-4 4 0-15,3 1-3 16,4 4 3-16,0-2-4 0,0 2 2 16,5-1-2-16,2-1 2 15,1 4-2-15,8-4 2 16,-1 0 1-16,8-1 0 16,3 2 0-16,8-1 2 15,8 1-1-15,3-3 2 16,10 0-2-16,6-3 3 15,10 2-2-15,4-6 2 16,8-3-1-16,0-5 3 16,2-4-1-16,-2-3 1 15,4-5 0-15,-5-4 0 16,-8-3 1-16,-3-4-1 16,-10-2 0-16,-4 1-1 0,-8 0-1 15,-4-1 0-15,-11 2-1 16,-15 2 0-16,18-3-2 15,-18 3 0-15,0 0-1 16,0 0-1-16,0 0 1 16,0 0-1-16,0 0 0 15,0 0 1-15,0 0 1 16,0 0 0-16,0 0-1 16,0 0 2-16,0 0-2 15,0 0 2-15,0 0-1 16,0 0-1-16,0 0 1 15,0 0 0-15,0 0 0 16,0 0-1-16,0 0 2 0,0 0-1 16,0 0 1-16,0 0-1 15,0 0 0-15,0 0 1 16,0 0-1-16,0 0-1 16,0 0 1-16,0 0 0 15,0 0 1-15,0 0-1 16,0 0 1-16,0 0-1 15,0 0 2-15,0 0 0 16,0 0-1-16,0 0 0 16,0 0-1-16,0 0 2 15,0 0 0-15,0 0 0 16,0 0 1-16,0 0-1 16,0 0 0-16,0 0 0 0,0 0-43 15,0 0-98-15,0 0-27 16,-7-35-5-16,10-17-3 15,9-8-2 1</inkml:trace>
  <inkml:trace contextRef="#ctx0" brushRef="#br0" timeOffset="113173.2">22648 14481 204 0,'-22'-20'72'16,"6"11"0"-16,-10 0-6 15,0-1-7-15,0 6 31 16,-4-4-8-16,4 4-22 15,-10-3-12-15,8 7-3 0,-1-3-8 16,6 3-7 0,6-2-45-16,17 2-57 15,0 0-1-15,0 0 5 16,21-17 2-16,13 3-4 0,15 2 2 16,10-4-2-16,16-1 34 15,8 0 36-15,5-1 11 16,6 1 16-16,0 3 21 15,0 4 19-15,-13 0-1 16,1 4 1-16,-14 1-1 16,-8 2-1-16,-16-1-11 15,-6 8-15-15,-19-4-19 16,-19 0-21-16,0 0 0 16,0 0-1-16,-9 15 0 15,-13-8-1-15,-8 2-1 16,-3-2 0-16,-8 1-1 15,-1 5 5-15,-5-5-1 0,2 3 0 16,-4-1-1-16,1 0 1 16,-4 2-42-16,-2 2-92 15,-9-17-39-15,8 5-10 16,-29-35-1-16,3-11 77 16</inkml:trace>
  <inkml:trace contextRef="#ctx0" brushRef="#br0" timeOffset="137711.63">7890 22911 142 0,'0'0'56'0,"0"0"-2"16,0 0-6-16,0 0-10 15,0 0-9-15,0 0-7 16,0 0 24-16,16-12 10 16,-16 12 17-16,0 0-3 15,0 0-1-15,26 9-1 16,-26-9 1-16,29 10 0 16,-13-8-31-16,10 3-14 15,4-3-22-15,-1 3 1 16,13 0-4-16,-1-1 3 15,8-4-1-15,3 0-1 0,7 3 1 16,2-3-1-16,5 2 0 16,2-2 0-16,3 0 1 15,3 2 0-15,1 1 1 16,3-3-1-16,-3 2 0 16,-1 1 0-16,1-3-2 15,0 2 0-15,-4 0 1 16,0-2-1-16,0 0-2 15,-3 0 1-15,3 3-2 16,0-3 2-16,0 2 2 16,4-2 1-16,0 2-2 15,3-1 1-15,-4 1 1 16,5 0-2-16,2-4 2 0,-1 4 0 16,-2 0 0-16,0-1-3 15,0 3 1-15,2-2 0 16,2 3 0-16,3-2 1 15,-5 1-2-15,1-4 2 16,1 3-1-16,-4-1-1 16,5 0 1-16,-5-1 0 15,0-1 0-15,4 0 1 16,1 0 1-16,-1 0 0 16,5 0 0-16,-2 0 1 15,2-1-1-15,1-1 0 16,2 0-1-16,4 2 0 0,-5-2 0 15,4 2-2-15,1 0 1 16,-4 2-1-16,4 2 1 16,2-1 0-1,-3 0 1-15,1-1-1 0,3 2-2 16,0-3 2-16,1 3 1 16,2-4-2-16,4 0 1 15,2 0-2-15,-1-2 1 16,2 4 0-16,2-2 2 15,-1-2-3-15,1 2 0 16,3-2 0-16,-3 4-1 16,5-5 3-16,-1-3-2 15,4 1 0-15,1 0 1 0,-2-2-1 16,4 2 2-16,-1-4 0 16,1 2 0-16,0 4 0 15,0 1-1-15,-6 2 2 16,6 2-1-16,-4 1 2 15,1-1-3-15,1 2 2 16,-5-3 0-16,-1 3-1 16,3-4 1-16,1 3 0 15,-3 1 0-15,5-4 0 16,-2 1 2-16,4 1-3 16,0-2 1-16,0-2 0 15,3 1-1-15,0 1 1 16,-3-5 0-16,3 5-1 0,-3 0 0 15,0 0 1-15,-2 0-1 16,2 5 1 0,-4 0 1-16,0 0-2 15,1 4 1-15,1-2 1 0,-6-2 0 16,5 2-1-16,-3 1 0 16,-1-2 1-16,3-1-2 15,-4-2 1-15,-3 1-2 16,-2-1 1-16,6-1 0 15,-5 0 1-15,1-2 0 16,2 1-2-16,-3 1 1 16,1 0 0-16,-4-2 1 15,0 3-1-15,3-1-1 0,-4 2 1 16,0-3-1 0,2 1 3-16,-2 0-2 15,1-1 0-15,0-1-2 16,3 0 3-16,3-3-2 0,2 1 1 15,0 1-1-15,-2-3 2 16,5-1 1-16,0 0 0 16,3-2 3-16,0 3-4 15,1 1 3-15,3-2 0 16,-3-1 0-16,3 5-1 16,4-3 1-16,-4 6 0 15,1-2-4-15,4 0 6 16,-5 0-4-16,4 3 1 15,0 1 2-15,-4-4-1 16,4 3 1-16,-1-1 0 16,-2 0 0-16,-1 1-1 15,2-1-1-15,2-2 1 0,-8 0-1 16,3-2 1-16,-6 1-1 16,0-1 1-16,-5-2 0 15,-1 1 0-15,-3-1 1 16,-1 4-1-16,2-3 2 15,-4 0-4-15,-3 1 0 16,1-2 2-16,-1-1 1 16,-7 3-1-16,-2-3 1 15,-2 0-2-15,-9 3 0 16,3 1-1-16,-10 1 2 16,-2 0-3-16,-6 3-2 15,-6 0 2-15,-8 1 0 0,-3 1-1 16,-7-3 0-16,-9 0 1 15,-7-1-1-15,-7 3 0 16,-19-4 1-16,22 0-2 16,-22 0 0-16,0 0 0 15,0 0-2-15,0 0 0 16,0 0 1-16,0 0 0 16,0 0 0-16,0 0 0 15,0 0 1-15,0 0 1 16,0 0 0-16,0 0 0 15,0 0 0-15,0 0 1 16,0 0 0-16,0 0-1 16,0 0-1-16,0 0 0 0,0 0 2 15,0 0 1-15,-19-12 2 16,19 12-41-16,-22-14-73 16,-4 0-49-1,-16-7-13-15,-17-1-6 0,-19-8 0 16,-16 1 61-16</inkml:trace>
  <inkml:trace contextRef="#ctx0" brushRef="#br0" timeOffset="139876.17">7453 24055 143 0,'-18'13'132'16,"18"-13"-37"-16,-5 19-56 16,5-19-20-16,0 0 8 15,0 0 10-15,28 19 8 16,-14-14 8-16,8 4 8 15,1-4-4-15,10-2-7 16,2 4-8-16,10 2-6 16,2-2-9-16,7 1-7 15,5-2-8-15,8-3-7 16,1 0-2-16,3 6 2 16,7-7-2-16,0-4 0 15,4 2-1-15,5-3-2 0,-2 3 3 16,9-2-2-16,3-5 2 15,7 4-3-15,-3-4 3 16,4 3-4-16,7-3 3 16,0 0 1-16,5-1-1 15,-3 2-4-15,6 5 3 16,3-4-1-16,0 3 2 16,4-2-2-16,2 1 0 15,4 5 0-15,3-1 2 16,-3-1 0-16,3-1 0 15,1 2-2-15,-2 3 1 16,6-2 1-16,-6 1 2 0,2 0-5 16,-1-3 0-16,-3 6 3 15,-1-3 0-15,2-3 1 16,-2 0-2-16,-2 0 1 16,0 0-1-16,2 0 2 15,-5 0 1-15,0-5-3 16,-4 1 1-16,4 6-1 15,-4-4-2-15,0-1 1 16,0 3 1-16,1-3-1 16,-1 3-1-16,-3-2 2 15,-1 0 0-15,1-3-4 16,0 1 6-16,-4 8-3 16,2-6 0-16,-1 0 1 0,-1 1 0 15,0 1-2-15,-1 1-1 16,5 1 3-16,-1 0-2 15,-2-6 0 1,2 4-1-16,5 0 0 0,-5 0 1 16,5-1 4-16,-1-3-3 15,-3 1 0-15,1-1 0 16,-1 4 2-16,3-1-2 16,-3-1 1-16,0 0 0 15,0 2-3-15,-1 2 1 16,-2-2 4-16,2 0-1 15,-1-4-1-15,-1 3-2 16,2 1-1-16,1-4 1 0,-3 1 2 16,2-6-1-16,3 6 0 15,-6 1-1 1,0-3 1-16,1 1 1 16,-3 1 0-16,-1-1-3 0,-2 4 1 15,-1 7 0-15,-3-5 0 16,3-2 1-16,1 5-1 15,-5-5-2-15,1 7 2 16,3-5 3-16,1 0 0 16,1-4-3-16,6 0-1 15,-1 4 2-15,-1-4-1 16,4 2 1-16,3-2 0 16,-3 2-1-16,3-3-1 15,0 3 1-15,1-2 1 16,-5 2-1-16,5-2 0 15,-1 1-2-15,-3-5 2 16,3 5-2-16,-5-4 1 0,5 5-1 16,-3-2-1-16,0-2 1 15,-1 3 1-15,-6-1 1 16,2 4 0-16,1-1-1 16,-6-1 2-16,1-3-1 15,-4 5 0-15,-4-2-1 16,1 0 0-16,-4 0 2 15,-2 1-2-15,-1-2 0 16,-7 4 0-16,2-3 1 0,-5-2-1 16,7 1 2-1,-2-1-2-15,-2 4-2 16,0-6 2-16,0 4 0 16,2-2-2-16,2 1 3 0,-4-1 0 15,4 4 1-15,-5-4 2 16,4 2-1-16,5 2-1 15,-1 1 3-15,4-1 1 16,-4 1-2-16,0-1 0 16,0 2 2-16,0-1 0 15,-3-1 1-15,0 1 1 16,-2-5-2-16,-2 6 0 16,7-2-2-16,1 1 1 15,-1 2-2-15,0-3 1 16,4 3 1-16,-1-5 0 15,1 4-1-15,3-1 1 16,-1 1 0-16,-3-3 0 0,4-1-1 16,4 4-2-16,-2-2-1 15,-2 1 1-15,4 2 1 16,-6-1-1-16,2-1 0 16,0 2 0-16,-6 2 1 15,-1 0 0-15,-7-2-1 16,-1 6 0-16,-6-6-1 15,-5 0 1-15,-3 4-2 16,-8 1 0-16,-4-1-1 16,-8-6 2-16,-6 8 0 15,-7-4-5-15,-9 0 1 16,-6 3-2-16,-13-5 6 0,-14-5-4 16,0 0-3-16,0 0 2 15,0 0 3-15,-15-29-55 16,-11 11-56-16,-18-8-28 15,-13-3-24-15,-18-7-4 16,-25-4 2-16,-24-5 72 16</inkml:trace>
  <inkml:trace contextRef="#ctx0" brushRef="#br0" timeOffset="142175.81">8048 25305 1 0,'0'0'44'0,"-90"24"7"16,90-24-19-16,-90 0 4 15,90 0 25-15,-82 4 32 16,82-4 36-16,-71 7 11 0,71-7-30 16,0 0-3-16,-82 22-12 15,82-22-12-15,0 0-42 16,0 0-41-16,0 0 0 15,-19 73 0-15,19-73 0 16,0 0 0-16,68 76 0 16,-68-76 0-16,82 59 0 15,-82-59 0-15,104 54 0 16,-104-54 0-16,135 40 0 16,-57-28 0-16,7 3 0 15,2-11 0-15,3-6 0 16,4 5 0-16,3 4 0 15,7-1 0-15,-3 0 0 0,0-4 0 16,3 3 0-16,0-3 0 16,2 9 0-16,-2 1 0 15,0-7 0-15,2 7 0 16,2-9 0-16,-1 3 0 16,-1-1 0-16,-2 12 0 15,7-3 0-15,-5-14 0 16,5 3 0-16,-1-4 0 15,1-6 0-15,2 15 0 16,3-8 0-16,4-1 0 16,1-10 0-16,4 8 0 15,2-2 0-15,3-7 0 0,6 12 0 16,-6-14 0-16,7 3 0 16,-2 6-1-16,-1-2-10 15,5 5 18-15,-4-4-4 16,2 6-6-16,-1-9 1 15,-3 5 2-15,3 1-3 16,-3-11-4-16,6 7 15 16,-5 2-26-16,1-4 13 15,-1 8 2-15,1-3-2 16,3-6-12-16,-6 3 17 16,5 3 2-16,-2-3-12 15,2 2 23-15,2-2-17 16,-4-3 5-16,3 0-5 0,-3 10 11 15,2 1-7-15,-5-4-8 16,2 3 10-16,-2-5-7 16,-2 8 5-1,0-1-4-15,-3 0 2 0,1-4 1 16,2-3-8-16,-3 8 7 16,0 2-2-16,-1-3-6 15,3-5 11-15,1 1-2 16,-3 4 4-16,3-2-1 15,2-4 1-15,-2 8-9 16,6-8 10-16,-6 1 2 16,3-1-13-16,3-1 8 15,-3-4-2-15,-1 8 5 0,2-6-2 16,-7-7 5-16,-4 3 2 16,0 6-1-16,-3 5-4 15,-7 2-21 1,-2-6 16-16,-2 6-4 0,-1 0 5 15,-2 0 1-15,1-2-9 16,-2 1 7-16,-1 1 2 16,-4-2 11-16,3 2-8 15,1-2-3-15,-7-2-1 16,4 4-5-16,-7 8 6 16,3-10-15-16,0 2 11 15,4 3-4-15,-4 4 5 16,0-7-10-16,4-1 15 0,3-1-10 15,5-5 3-15,-1 5 11 16,5 0-8 0,1-10 9-16,6 8-14 15,-4-1 19-15,4 1-12 0,3-7 2 16,1 9-2-16,-1-5-1 16,0 5 6-16,-3-2-17 15,3-10 25-15,0 10-12 16,-3-5-3-16,0 7-9 15,-2-10 16-15,-5 3 4 16,3-2-20-16,-1 8 26 16,1-4-24-16,-3-2 12 15,-2 1-4-15,2 3 19 16,-9 3-38-16,3-9 18 16,-4-8 14-16,-2 1-10 15,3 6-8-15,-4 8-5 16,-2-8 0-16,-1 0 15 0,0 3 18 15,-3 7-31-15,-4 10 11 16,2-8-1-16,-5 1 11 16,-2-17 4-16,-5 18-14 15,5-4-1-15,-4-9-7 16,-1 7 16-16,2-4-10 16,-1 0-9-16,-1 3 11 15,-2 10-10-15,4-9 10 16,-1-1 2-16,3 3-11 15,-3-4 2-15,1 6 5 16,5 1 3-16,0-4-15 16,5 8 18-16,-6-11 10 15,3 14-12-15,-2-4 4 0,3 1-9 16,-2-4 0-16,3 0 0 16,-3-1 0-16,-1 0 0 15,-2 3 0-15,-2-15 0 16,-4 11 0-16,-1-7 0 15,-7 4 0-15,0 4 0 16,-71-2 0-16,130-9 0 16,-130 9 0-16,110 3 0 15,-110-3 0-15,93-8 0 16,-93 8 0-16,71 1 0 16,-71-1 0-16,0 0 0 15,0 0 0-15,0 0 0 0,72-3 0 16,-72 3 0-16,0 0 0 15,0 0 0-15,0 0 0 16,0 0 0-16,0 0 0 16,0 0 0-1,0 0 0-15,0 0 0 0,0 0 0 16,0 0 0-16,0 0 0 16,0 0 0-16,0 0 0 15,0 0 0-15,0 0 0 16,0 0 0-16,0 0 0 15,0 0 0-15,0 0 0 16,0 0 0-16,0 0 0 16,0 0 0-16,0 0 0 0,-42-76-175 15,0 29-18-15,-13-31 8 16,-29-19 0-16,-8-27-33 16</inkml:trace>
  <inkml:trace contextRef="#ctx0" brushRef="#br0" timeOffset="144707.61">9777 11430 95 0,'-75'-21'53'16,"-6"4"8"-16,-9-1 0 15,-4 4 5-15,-3-1 1 16,-7 1 2-16,3 4 13 16,-9-2-3-16,6 8-2 15,-3-3-16-15,16 7-9 16,3-2-13-16,13 6-6 15,11-2-10-15,8 3-20 16,18 0-9-16,12 0-2 16,7-1 2-16,19-4 5 15,0 0 2-15,-3 17 0 16,18-10 0-16,11 0 2 16,7 1 5-16,16 1 2 0,6 1-3 15,13-1-3-15,10-4-3 16,6-1 1-16,13-2-2 15,4-1 0-15,6-2 0 16,2-1 0-16,6-2 1 16,-2 1 0-16,3-1-1 15,-1 3 1-15,-13-3-1 16,-1 2-1-16,-13 1 1 16,-13-1-1-16,-7 4 0 15,-20-2-1-15,-10 1-2 16,-11 1-2-16,-10 0-3 15,-17-2 0-15,0 0 0 16,0 0 0-16,0 0 2 0,0 0 0 16,-30-2 2-16,8-6 1 15,-8-3 4-15,-3-4 0 16,-12-3 1-16,0-4-2 16,-7 1 0-16,0-3 0 15,-4 0 0-15,3-1 1 16,-3 3 0-16,0 3-1 15,4 0 1-15,4 3-1 16,-1 2 1-16,4 4-1 16,7 1 1-16,1 4-1 15,11 2 1-15,4-1 1 16,6 1 3-16,16 3 1 0,-14 0 3 16,14 0 0-16,0 0 2 15,18 14-1-15,-3-4-1 16,4 2-1-16,7 7-3 15,7 0-1 1,9 2-3-16,3 0 0 0,4 1-1 16,3-1 0-16,3 0 0 15,1-2 1-15,1-2 0 16,-5 0 0-16,0-1 1 16,-6-2 0-16,-7 0-2 15,-4-2-1-15,-9 0-3 16,-7-2-3-16,-19-10 0 15,18 28-1-15,-22-12-1 0,-3 1 0 16,-8 4 1-16,-8-1 3 16,-6 6 9-16,-8 0-4 15,-5 2 6 1,1 0-3-16,-8-2 4 0,4 1-4 16,-2-4 3-16,2 1-3 15,3-5-4-15,9-2 3 16,6-4 0-16,1-3 2 15,8-1 0-15,18-9 3 16,-26 5-3-16,26-5-2 16,-22-14-4-16,-1-3-23 15,4 1-22-15,-14-10-23 16,-2-3-23-16,-5-4-15 0,-5-4-7 16,-3 1-5-1,-8 0 0-15,-1 6 21 16,-9-3 21-16</inkml:trace>
  <inkml:trace contextRef="#ctx0" brushRef="#br0" timeOffset="145646.27">8388 11364 205 0,'-79'-2'124'0,"7"0"-10"16,13 1-7-16,14-1-10 16,12 4-7-16,7-4-17 15,26 2-19-15,-15 2-27 16,15-2-17-16,19 7 0 15,3 0 2-15,11-2-3 0,9 3-1 16,10-1-4 0,16 4-2-16,10-3-3 15,10-1 0-15,10 0 0 16,7-2 0-16,3-1 1 0,8-2 0 16,4-2-1-16,0-2 0 15,0 0 0-15,-2-1 1 16,-5-1-2-16,-6 1 2 15,-4-1-3-15,-15 3 2 16,-13-1-1-16,-15 0 1 16,-11 0-1-16,-16 2-4 15,-10 2-2-15,-23-2-2 16,19 2 2-16,-19-2 0 16,-16-5 1-16,-3-1-1 15,-4 0 1-15,-6-7 4 16,-8 0 3-16,-8-5-1 15,-3-3 1-15,-4-1-1 0,3-1 0 16,-6-2 0-16,4 0 1 16,4 1 0-16,2 2 0 15,7 1 0-15,2 3 0 16,8 3 0-16,2 3 2 16,8 5 1-16,18 7 1 15,-19-14 2-15,19 14 1 16,0 0 0-16,0 0 0 15,0 0 1-15,16 9-4 16,1 1 0-16,6 7-2 16,3 1-1-16,12 4-1 15,4 1-1-15,6 1 0 16,4 2 2-16,4-4-1 0,-1 1 2 16,1-2-2-16,1-2 2 15,-5-2-3-15,-3 2 3 16,-4-2-3-16,-5-3 1 15,-5 0-3-15,-9-2-2 16,-4 0-2-16,-4 0-1 16,-18-12 0-16,12 25 0 15,-12-25 0-15,-11 27 0 16,-1-4 9-16,-7-1-4 16,-3 4 8-16,-4 2-2 15,-11 3 3-15,-4 2-2 16,-5-2 5-16,1 0-4 0,2-3-4 15,-2-2 1-15,7-2-3 16,1-3 2-16,6-4-1 16,5-1-1-16,8-4 0 15,3-2 0-15,15-10 2 16,-16 14 2-16,16-14 2 16,0 0 4-16,0 0 3 15,0 0-4-15,0 0-29 16,-14-21-15-16,14 21-15 15,-29-34-17-15,6 13-35 16,-6-7-21-16,-13-1-19 16,-3-2-5-16,-14-7 21 15,2 8 19-15</inkml:trace>
  <inkml:trace contextRef="#ctx0" brushRef="#br0" timeOffset="146027.54">8234 11352 262 0,'-49'-4'109'0,"4"4"2"15,12-1-8-15,7 2-13 16,11-2-19-16,15 1-13 16,0 0-10-16,0 0-10 15,0 0-16-15,34 8-10 16,6-8-4-16,14 2-1 0,12-2-2 15,17 0-3 1,9 0-3-16,14 0 0 16,5 0-1-16,2-2 0 15,3 4 1-15,-5-2 1 0,-1 0-1 16,-6 0 1-16,-10 0-2 16,-9 0 0-16,-11 0 0 15,-9 2 0-15,-17-2-1 16,-11 1-2-16,-8 1 0 15,-13 0 0-15,-16-2-22 16,0 0-87-16,0 0-34 16,0 0-16-16,-14-30-4 15,5 13 0-15,-8-11 46 16</inkml:trace>
  <inkml:trace contextRef="#ctx0" brushRef="#br0" timeOffset="146180.65">9508 11075 334 0,'0'0'135'0,"-10"26"-8"16,10-4-18-16,10 9-19 15,2 1-156-15,11 11-63 16,-20-21-42-16,-6-6-8 16,-35-42-4-16</inkml:trace>
  <inkml:trace contextRef="#ctx0" brushRef="#br0" timeOffset="151088.15">30128 4078 315 0,'0'0'181'0,"12"-21"-48"16,-12 21-68-16,0 0 0 15,0 0 3-15,4-20-25 16,-4 20-11-16,0 0-17 0,0 0 3 16,-19 0-1-16,19 0 0 15,-33 12-2 1,13 2-1-16,-11 6-4 16,-2 13-5-16,0 5-5 0,-1 11 0 15,-3 4-3-15,4 5 2 16,5-1-6-16,6 0 1 15,8-5-7-15,7-7 1 16,10-4-2-16,8-8 1 16,15-2-1-16,9-6 4 15,10 1 1-15,10-2 3 16,8 4 1-16,4 1 3 16,1 4 10-16,0 3-7 15,-9 6 10-15,-7 6-7 16,-10 6 9-16,-13 8-6 15,-13 6 8-15,-9 4-6 16,-14 5-2-16,-9-1 2 0,-6 0-6 16,-11-3 2-16,-2-6-5 15,-5-8 1-15,5-11-1 16,2-10 2-16,4-6-4 16,6-10 0-16,8-8-8 15,15-14-2-15,0 0-1 16,-14 10-1-16,14-10-1 15,0 0 3-15,20 7-1 16,-20-7 5-16,25 16 5 16,-8-1 5-16,2 4 5 15,4 7-3-15,-1 0 4 16,4 11-6-16,-7 3 8 0,2 3-8 16,-9 5 7-16,-1 4-6 15,-6 5 0-15,-1 0 1 16,-8 1-1-16,1-3-1 15,-3-3-4-15,-1-4 0 16,7-3-3-16,0-3-1 16,4-4 0-16,3-3 1 15,2-4-2-15,4-3 1 16,3-1 1-16,0-3 8 16,1 1-5-16,-5-1 9 15,-1-5-5-15,1 2 7 16,-5-2-5-16,-4 3 10 15,-3-3-1-15,0 6-4 0,-7-1 5 16,0-2-9-16,-1 1 10 16,-3 1-12-16,-1-5 10 15,-5-2-11-15,-2-3 2 16,-7-3-4-16,-4-8 2 16,-8-3-4-16,-7-5-1 15,-7-9 1-15,-7-3-10 16,-6-8 9-16,1-4-9 15,-2-6 9-15,5-1-8 16,2-2 4-16,4 3-3 16,10 2-1-16,10 4 4 15,6 5-8-15,6 5 6 16,9 5-6-16,14 14 5 0,-16-16 3 16,16 16 2-16,20 9 2 15,-3 10 3-15,5 7 8 16,10 10 1-16,4 8-4 15,6 4 3-15,3 8-5 16,4-1 2-16,-1-1-3 16,1-4 2-16,-6-7-11 15,2-7 4-15,0-6 0 16,-6-9 0-16,-3-6 0 16,-3-8 1-16,-5-3-1 15,-2-10 0-15,-4-6 2 16,-1-7 0-16,-2-10 0 15,0-8 1-15,-3-9 4 0,1-11-8 16,3-11 8-16,-1-6-8 16,0-3 3-16,-2 1-3 15,-1 4 4 1,-1 2-4-16,-4 8 1 0,1 7-69 16,-9 6-70-16,-11-3-21 15,-3 7-1-15,-15-10-4 16,0 3 2-16</inkml:trace>
  <inkml:trace contextRef="#ctx0" brushRef="#br0" timeOffset="152940.47">29946 4025 184 0,'-16'-20'157'16,"16"20"3"-16,-33 0-68 16,2 7-15-16,-2 12 3 15,-12 6-21-15,3 11-25 16,-5 7-8-16,2 14-2 15,0 1-8-15,3 4-4 0,6 4-7 16,13-1-6 0,8-1-10-16,8-1 1 15,14-3-4-15,5-3 0 16,17 1 10-16,8-5-5 0,8-3 7 16,4-3-3-16,10 0 9 15,1 0-6-15,5-2 7 16,0-2-5-16,-4-1 0 15,-5 3 1-15,-4 1 2 16,-4 4 2-16,-13 2 0 16,-9 2 3-16,-15 1 0 15,-8 1 3-15,-13 1-3 16,-6-2 2-16,-6-1-4 16,-8 0 3-16,0-6-9 15,1-5 4-15,1-5-1 16,6-3-7-16,1-5 2 0,5-3-8 15,9-6 3-15,4-4-8 16,6 1 8-16,4-3-7 16,4 4 5-16,1-1 1 15,3 1 2-15,3 0 3 16,1 5 2-16,0 0 1 16,-3 7 1-16,1 0 1 15,-1 4 0-15,-3 3 1 16,-4 5 0-16,2 4 2 15,-5 0-3-15,-4 0 2 16,2 1-3-16,-4 1 0 16,3-1-3-16,-3-1 6 15,4-4-8-15,-1-3 5 0,4-2-7 16,2-5 6-16,1-4-6 16,9-1 5-16,0-6 3 15,4-1-5-15,-1 0 5 16,4-4-8-16,1-1 11 15,-1 1-9-15,-7 0 12 16,1-1-8-16,-7 1 5 16,-3 1-1-16,-5 1 9 15,-5 3 3-15,-8-1-1 16,-8 1 2-16,-14-4-4 16,-6 1-2-16,-9-5-2 15,-11-4-3-15,-4-8-6 16,-6-7-6-16,-2-8-3 0,4-7-3 15,1-5-1-15,11-6 3 16,7-3-10-16,3-3 9 16,13 1-7-1,3 3 11-15,7 4-4 0,3 4 10 16,9 5-6-16,7 20 5 16,-7-21 3-16,7 21-1 15,0 0 0-15,0 0 3 16,19 19 4-16,-1 0-5 15,-3 7 4-15,8 2-9 16,6 8 9-16,4-1-10 16,2 3 9-16,5-4-10 15,2-3 2-15,-1-3-2 0,4-7 5 16,-1-4 0-16,4-6 0 16,-2-1 1-16,2-7 3 15,-3-3-2-15,4-12 1 16,-4-7-1-16,0-10 4 15,4-13 1-15,3-11-8 16,0-15 6-16,0-15-9 16,0-9 4-16,0-6-3 15,-3 1 2-15,-4 0-4 16,-4 9-1-16,-8 10 8 16,-6 15-6-16,-8 15 6 15,-7 15-1-15,-2 12 4 16,-10 21 3-16,0 0 2 0,0 0-1 15,0 0 1-15,-22 23-1 16,6 1 1 0,-5 7 0-16,-3 9-5 15,-6 8-2-15,-10 10-4 0,-5 6 2 16,-10 5-4-16,-6 4 9 16,-3 3-3-16,-11 2-3 15,0-2 5-15,1-2-4 16,3-6 3-16,1-4-4 15,9-12 6-15,6-6-11 16,13-9 2-16,9-8-1 16,11-8-5-16,6-7-2 0,16-14-2 15,0 0 0-15,-10 15 0 16,10-15 2 0,0 0 0-16,22 7 3 15,-22-7 3-15,19 5 4 16,-19-5 2-16,0 0 1 0,18 7 2 15,-18-7 4-15,0 0 7 16,0 0 0-16,-18 0 1 16,18 0-1-16,-38-1-2 15,9-5-3-15,-10-6-3 16,-6-3-7-16,-7-9-10 16,-7-8-3-16,4-4 1 15,-6-9 2-15,5 0-8 16,1 0 10-16,10 2-9 15,7 5 13-15,11 5-8 16,5 9 11-16,8 4-9 16,14 20 7-16,0 0-1 0,0 0 2 15,17 7 8-15,6 14-9 16,8 10 9-16,9 6-10 16,5 9 10-16,7 6-8 15,0 4 9-15,6-1-10 16,-6-1 1-16,0-6 2 15,-4-3-1-15,1-7 2 16,-7-10-3-16,-2-7 2 16,-2-7 0-16,-5-11 0 15,-4-15-1-15,-3-12-95 16,-14-26-56-16,6-11-7 16,-22-24-3-16,4-10 1 15,-17-30 33-15</inkml:trace>
  <inkml:trace contextRef="#ctx0" brushRef="#br0" timeOffset="155023.94">27651 4229 541 0,'-38'10'177'0,"12"-1"-3"15,26-9-176-15,-21 0-5 16,21 0 0-16,0 0 2 16,33-12 0-16,0 13 1 15,12 8 2-15,7 10 0 16,5 9 3-16,6 10-2 15,-2 9 3-15,-2 8-3 16,-11 4 3-16,-11 0-2 16,-6 0 3-16,-14-6-1 15,-5-4-1-15,-8-11 8 16,-4-4-7-16,-4-9 0 16,1-6-3-16,3-19-1 15,0 0-5-15,-23 1 3 0,15-20 1 16,1-8-9-16,3-10 8 15,4-8-1-15,7-10 3 16,12-7 0-16,4-4 4 16,10-3-2-16,9 1-1 15,-1 1 3-15,4 3-3 16,-1 3 3-16,-6 9-2 16,-9 5 3-16,-6 9-2 0,-7 5 4 15,-9 4 0-15,-7 6 4 16,-7 4 1-1,7 19 0-15,-32-8-2 16,10 18 0-16,-4 9-1 0,-4 7-4 16,4 12-2-16,4 4-7 15,4 6 0-15,10 1-4 16,8-3 3-16,12-2-1 16,10-8-1-16,8-5 1 15,6-10 3-15,6-7 1 16,0-11 2-16,1-8 1 15,-5-9 2-15,-1-7-1 16,-6-6 1-16,-2-10 2 16,-6-4-2-16,0-8 2 15,-1-6-6-15,-3-4 3 16,7 0-6-16,0 4 6 16,4 5-6-16,-1 6 5 0,4 13-4 15,-1 11 6-15,1 16-1 16,-4 14 7-16,1 15 4 15,-8 6-4-15,-3 10 6 16,-10 6-5-16,-2 3 5 16,-11 0-6-16,-4 2 4 15,-6-7-7-15,-5-5 0 16,-4-3-2-16,4-10-1 16,-4-4-3-16,6-9-2 15,-2-9-4-15,3-7-1 16,16 2-1-16,-14-31-2 15,14 0 2-15,11-9 1 16,8-10 2-16,4-7-2 0,10-7 7 16,5-6-5-16,2 1 9 15,1-4-6-15,-2 6 6 16,0-1-6-16,-6 6 5 16,-8 7-3-16,-4 8 8 15,-6 11 1-15,-8 6 6 16,-3 13-1-16,-4 17 0 15,-14-14 0-15,-5 26-1 16,0 11-1-16,-8 10-7 16,1 6-2-16,0 8-8 15,0 5-1-15,7 5-2 16,9-1 5-16,6-6-7 16,11-9 7-16,7-3-3 0,9-12 4 15,8-5-2-15,9-17 3 16,5-10-1-16,4-6-3 15,3-10 6 1,0-2-4-16,5-15 4 0,-5 0-3 16,0-12 5-16,-3 1-3 15,-7-10 4-15,-6-4-2 16,-3-2 4-16,-9 0-2 16,-6 0 2-16,-3 6-2 15,-15-3 5-15,-7 6-4 16,-5 4 3-16,-7-1-1 15,-10-5 0-15,-1 0 9 16,-3-3-8-16,-5 1 9 0,5 8-11 16,-2 4 12-16,9 2-10 15,0 13 11 1,7 10-10-16,19 24 0 16,-26-19-5-16,26 19 1 0,-10 27-2 15,10 4-1-15,3 21-5 16,4 7-11-16,5 14 10 15,2 8-9-15,2 11 10 16,3 5-9-16,3 0 8 16,-1-4-9-16,2-6 10 15,-1-6 2-15,4-8-3 16,0-9 0-16,0-12-1 16,2-12 3-16,-5-9-2 15,3-9 2-15,-4-8 0 16,1-7 1-16,-6-7 0 15,2-7 3-15,-3-1-1 16,-16 8 0-16,26-32 1 0,-19 12 2 16,-4-1 2-16,1 2 1 15,-4 0 3-15,0 19 0 16,-14-31 2-16,14 31 0 16,-23-18 2-16,23 18-2 15,-26-10-1-15,26 10-2 16,-29-5-1-16,29 5-3 15,-23-4-4-15,23 4-5 0,-19-10-3 16,16-6-1-16,3 1 0 16,0-11 0-1,10-7 3-15,2-12-3 16,9-5 5-16,7-6 3 0,5-3 4 16,7 4-1-16,5-4 1 15,0 9-3-15,4 8 2 16,-8 10 0-16,-4 6 3 15,-11 12 5-15,-4 12-65 16,-22 2-58-16,-10 31-38 16,-13 12-11-16,-18 6-1 15,-8 25-7-15</inkml:trace>
  <inkml:trace contextRef="#ctx0" brushRef="#br0" timeOffset="155768.47">28125 5015 432 0,'-52'57'170'0,"12"-17"-53"16,12-13-47-16,18-6-14 15,10-21-13-15,48-26-51 16,16-15-5-16,28-27 5 16,32-19 2-16,22-16 8 15,31-20-3-15,17-9 2 16,18-3-3-16,1-3 4 0,4 6 1 16,-5 9-4-16,-9 12 3 15,-17 16-7-15,-21 16 6 16,-23 13-7-16,-27 14 7 15,-25 17 7-15,-35 13 7 16,-16 15 2-16,-39 7-1 16,-7 29-1-16,-38 2 2 15,-20 18 10-15,-20 6-13 16,-17 11-8-16,-16 9-7 16,-18 8 8-16,-13 1-8 15,-16 10 7-15,-7 1-11 16,-6-1 0-16,-1 4 0 15,-5 3-2-15,2 2 7 0,1-4-7 16,6-2 6-16,15-7-6 16,21-7 6-16,12-7-5 15,23-10 4 1,21-16-6-16,21-12-7 0,20-10 2 16,23-11-2-16,19-17 2 15,0 0 1-15,52-15 0 16,12-15 3-16,23-11 5 15,31-16 0-15,28-19 2 16,31-14-2-16,28-19 5 16,29-11 0-16,14-5 2 15,9 1-2-15,0 3 3 16,-14 8 4-16,-10 13-2 0,-29 17 2 16,-27 15-7-16,-29 20 3 15,-35 13-4 1,-32 13 15-16,-23 6 1 15,-29 13 0-15,-29 3-59 0,0 0-121 16,-38 25-2-16,-18-33-4 16,-8-1-15-16,-17-31-6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17:46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31671 7293 351 0,'0'0'194'0,"0"0"-45"16,-19 0-50-16,19 0-16 15,0 0-20-15,-19 22-21 16,9-5-22-16,-6 8-22 15,6 9-4-15,-6 10 3 16,2 9 2-16,2 11 5 16,1 6-5-16,-1 6-2 15,2 0 4-15,-2 2-1 16,-2-4 2-16,2-8-2 16,-2-11 2-16,5-8-7 0,-1-11 6 15,-1-10 0-15,6-10-1 16,5-16 0-16,0 0-1 15,0 0 1-15,4-42 1 16,1 3-2-16,2-10-1 16,3-10 7-16,-1-10-7 15,5-7 2-15,-2-4 0 16,5 4 0-16,2 0-2 16,0 7 3-16,0 6 1 15,1 8-7-15,-3 10 4 16,-1 10 0-16,-1 9 0 15,-4 7-1-15,-11 19 2 16,15-1-1-16,-8 16-1 0,4 13 2 16,1 8 1-16,3 9 0 15,3 9 0-15,4 7 5 16,1 3-5-16,-1 0-1 16,4-2 1-16,-3-3-2 15,0-2 1-15,-4-5-2 16,2-5 3-16,-6-8-7 15,1-4-53-15,-9-11-53 16,-4-6-45-16,-3-18-12 16,0 0-4-16,0 0 2 15,-3-28 31-15</inkml:trace>
  <inkml:trace contextRef="#ctx0" brushRef="#br0" timeOffset="246.17">31503 7802 376 0,'0'0'192'0,"0"0"-16"16,0 0-61-16,22 12-29 16,15-9-38-16,1-5-27 15,7 2-21-15,7-3-3 16,0-4 0-16,0 0-34 15,-3-2-91-15,-7-3-40 16,-1 9-9-16,-15-6 2 0,0 11-6 16,-26-2 40-1</inkml:trace>
  <inkml:trace contextRef="#ctx0" brushRef="#br0" timeOffset="1568.11">34350 11887 380 0,'-14'-32'157'16,"14"32"-16"-16,-9-17-15 0,9 17-12 15,0 0-22-15,0 0-79 16,0 0-13-16,0 0 0 15,-3 26 0-15,9 2 0 16,0 6 0-16,4 13 0 16,0 5-3-16,3 4 0 15,1 2 5-15,-2-4-4 16,-5-4 2-16,1-8 0 0,-4-8 2 16,-1-11-2-1,1-8 0-15,-4-15-1 0,0 0 5 16,0 0-3-1,0 0-1-15,-11-38 0 0,-1 0 0 16,-2-8 0-16,2-10 0 16,-4-10 0-16,-1-3 0 15,8 0 0-15,-1 0 0 16,10 3 0-16,4 5 0 16,2 6 0-16,7 5 0 15,6 8 0-15,-2 4 0 16,9 7 0-16,0 5-3 15,2 10-10-15,1 11 4 0,-3 12 4 16,0 12 7-16,-6 11 1 16,-7 8-1-1,-9 7 3-15,-8 8 2 16,-6 3 1-16,-9 1-5 0,0-3-3 16,-7-4 0-16,0-5-2 15,0-5 0-15,3-9-2 16,8-5 4-16,1-9-2 15,14-17 0-15,0 0 7 16,-16 14 0-16,16-14-3 16,0 0-2-16,0 0 0 15,26-21 0-15,-7 11 0 16,4-1 0-16,3 3 0 0,3-6 0 16,9 7 0-1,4 2 0-15,-2 5 0 16,-2 5-1-16,-1 7-7 15,-11 7 3-15,0 9 1 0,-11 5 2 16,-11 5 1-16,-8 5 4 16,-11 4 0-16,-15 1 1 15,-10 4-2-15,-10-7 3 16,-9-2-5-16,-5-10-2 16,-2-12-87-16,-2-12-59 15,0-21-15-15,9-11-8 16,4-25-3-16,10-3-18 15</inkml:trace>
  <inkml:trace contextRef="#ctx0" brushRef="#br0" timeOffset="3104.2">27434 13368 254 0,'19'-19'137'15,"-19"19"0"-15,11-24-10 16,-11 24-8-16,0-29-17 16,0 29-19-16,0-26-27 15,0 26-48-15,0-21-8 16,0 21 0-16,0 0 0 0,0-19 0 15,0 19 0-15,0 0 0 16,0 0 0 0,-7-19 0-16,7 19 0 15,0 0 0-15,-11-24 0 0,11 24 0 16,-12-21 0-16,12 21 0 16,-23-17 0-16,6 8 0 15,1 5 0-15,-3-1-4 16,-3 5-2-16,-4 5 4 15,3 1 0-15,-3 2 1 16,0 4 1-16,4 6 0 16,-1-1 0-16,4 7 0 15,2 4 0-15,1 3-1 16,2 5 0-16,2 6 0 16,5 5 0-16,3 6 0 15,4 1 0-15,4-2 0 16,6 0 0-16,2-2 0 0,6-7 2 15,4-5 1-15,4-10 1 16,6-7 2-16,1-9 3 16,0-5-3-16,5-12-5 15,4-6 0-15,1-6 0 16,-1-4 0-16,-1-3 0 16,-4 0 0-16,-8 0 0 15,-1 3 0-15,-7 5 0 16,-6 4 0-16,-15 12 0 15,0 0 0-15,16-14 0 16,-16 14 0-16,0 0 0 16,0 0 0-16,0 0 0 15,0 0 0-15,0 0 0 0,0 0 0 16,0 0 0-16,0 0-1 16,0 0-6-16,-5 16 2 15,5-16 1-15,0 0 2 16,0 0 1-16,-21 21 1 15,21-21 2-15,-31 22 1 16,8-6-3-16,-6-1 1 16,-4 4-2-16,-5-3 1 15,-2 0-3-15,1-4 3 16,-2-4-2-16,4-3 5 16,4-6 0-16,6-4-2 15,-3-6 1-15,4-4-3 16,3-4 1-16,6-4-1 0,-2-1 0 15,0-4-5-15,0-1 1 16,8-4 2-16,-1-4-1 16,9 1 4-16,3-4-1 15,3-1 2-15,9-4-1 16,7 1 6-16,4-1-2 16,7 6 1-16,3 2 0 15,5 4 1-15,2 7-1 16,-2 7-4-16,2 6-1 15,-2 6-2-15,-2 7-2 16,-8 1-1-16,-2 8-1 16,-3 0 0-16,-6 1 2 0,-17-10 1 15,19 17 1-15,-19-17 1 16,4 16 3 0,-4-16 1-16,0 0 1 0,-4 19-1 15,4-19-1-15,0 0 2 16,-15 22-75-16,15-22-76 15,-14 6-20-15,14-6-6 16,-16-21 0-16,16-2-13 16</inkml:trace>
  <inkml:trace contextRef="#ctx0" brushRef="#br0" timeOffset="10493.45">31091 17865 228 0,'0'0'186'0,"-17"0"-2"15,17 0-53-15,0 0-24 16,-16-15-14-16,16 15-16 16,4-24-60-16,3 8-17 15,-2-1 0-15,5-6 0 16,10 1 0-16,-3-4 0 0,5 2 0 16,1 3 0-16,8 3 0 15,-5 6 0-15,4 7 0 16,3 5 0-16,-4 7 0 15,-3 10 0-15,2 13 0 16,-5 6 0-16,-2 11 0 16,-6 8 0-16,-4 9 0 15,-10 4 0-15,-2 5 0 16,-10 1 0-16,-4-1 0 16,-6-1 0-16,-4-4 0 15,-4-6 0-15,-1-10 0 16,4-3 0-16,0-11 0 15,0-9 0-15,11-8 0 0,15-21 0 16,-19 19 0-16,19-19-1 16,15-9-2-16,8-1-2 15,6-6 1-15,13-3 1 16,3 0 4-16,14-2-2 16,2-3 1-16,5 0-1 15,-2 5 1-15,-5 2 1 16,-5 5 0-16,-6-4-55 15,-1 7-66-15,-12-1-30 16,-9-6-18-16,0 6-3 16,-14-16-2-16,2 0 2 15</inkml:trace>
  <inkml:trace contextRef="#ctx0" brushRef="#br0" timeOffset="10993.81">32074 17428 528 0,'12'22'168'0,"-8"7"-38"16,-1 15-59-16,0 6-47 15,10 12-13-15,0 7-6 16,3 9-4-16,0 2-8 0,1-2 12 15,-1-4 1 1,-1-6 5-16,-1-13-1 16,-7-8 2-16,-2-11 0 15,2-10 0-15,-7-10-5 0,0-16-5 16,0 0-1-16,-7-17-1 16,-5-16 2-16,-2-14-3 15,-1-12 2-15,-4-8 0 16,-7-13 4-16,3-1-4 15,0-1 4-15,4 3-5 16,2 8 0-16,5 5 0 16,5 9-4-16,0 7 3 15,7 5-4-15,3 6 5 0,4 5-4 16,0 3 1-16,5 1-3 16,4 4 6-1,5 6-1-15,5 0-2 16,2 5 0-16,1 1-1 0,4 9-53 15,2 0-49-15,-6 6-35 16,4 12-26-16,-13 0-4 16,2 13-4-16,-15-3 4 15</inkml:trace>
  <inkml:trace contextRef="#ctx0" brushRef="#br0" timeOffset="11664.28">32122 17843 101 0,'0'0'150'0,"20"-5"13"0,-1-11-41 16,10-8-25-16,6-2-10 16,5-10 4-16,8-2-7 15,-6-9-22-15,7 0-42 16,-4-1-24-16,-5 3 3 15,-2 5-2-15,-5 3 3 16,-7 6-2-16,0 5 7 16,-10 6-5-16,-1 4 4 15,-15 16 1-15,18-17-2 16,-18 17-2-16,0 0 3 16,0 0-2-16,19 1-3 15,-9 15 6-15,2 5-5 16,2 8 6-16,2 8-5 0,3 6 5 15,0 5-5-15,0 8 3 16,2 6-2-16,-2-5-2 16,-3 0 2-16,-3-1-3 15,-4-11 3-15,-2-4-1 16,0-11-5-16,-3-10 4 16,-4-20-1-16,0 0 0 15,0 0 1-15,-14-43 1 16,1 2-1-16,-4-10 4 15,1-6 1-15,-3-7-5 16,0-5 0-16,-2 1 0 16,6 1 0-16,-1 6 0 15,6 6 0-15,6 5-2 0,1 1-2 16,3 8-2-16,7 4 1 16,0 3 2-16,1 4-1 15,6 3 2-15,2 1-1 16,1 5 1-16,2 4 0 15,0 3 0-15,4 2 1 16,3 5 1-16,-3 2-1 16,3 6 0-16,3 1-24 15,1 7-83-15,-3 4-42 16,-2 0-17-16,-1 9-12 16,-10-6 0-16,2 8 3 15</inkml:trace>
  <inkml:trace contextRef="#ctx0" brushRef="#br0" timeOffset="11964.5">32810 17550 570 0,'0'0'186'15,"0"0"-49"-15,12-34-57 16,11 11-37-16,-4-3-36 16,7 0-7-16,3 2 0 0,-3 2 0 15,4 3-6-15,-8 6 4 16,1 5-5 0,-7 3 6-16,-16 5-1 15,17 5-55-15,-8 10-54 0,-6 6-39 16,-6 2-18-16,3 11-9 15,-16-3 0-15,0 18 13 16</inkml:trace>
  <inkml:trace contextRef="#ctx0" brushRef="#br0" timeOffset="12414.82">31439 19119 659 0,'-14'17'183'15,"14"-17"-42"-15,0 0-101 16,0 0-40-16,29-10 0 15,13-13 0-15,13-8-1 16,20-12 2-16,22-11-1 16,16-10 0-16,24-9 0 0,12-8 0 15,20-4 0 1,10 2 0-16,8-2 0 16,4 6 0-16,0 1 0 15,-5 5 0-15,-11 9 0 0,-10 7 0 16,-19 5 0-16,-16 9 0 15,-21 8 0-15,-20 6 0 16,-21 8 0-16,-16 7 0 16,-18 5 0-16,-16 1 0 15,-18 8-82-15,0 0-92 16,-37-28-6-16,8 9-7 16,-20-16-2-16,4-3-4 15</inkml:trace>
  <inkml:trace contextRef="#ctx0" brushRef="#br0" timeOffset="15028.97">31390 8300 176 0,'-17'4'75'0,"17"-4"4"16,0 0 6-16,0 0 10 15,0 0 1-15,17-16-14 16,2 11-9-1,-3-4-7-15,10 4-10 0,0-5-13 16,3 3-14-16,6-2-20 16,1 2-10-16,3-2 0 15,-6 4-1-15,0-2 1 16,-2 4 1-16,-9-1 2 16,-1 3 2-16,-21 1 2 15,23-2 2-15,-23 2 2 16,0 0 1-16,0 0 0 15,0 0 0-15,-26 9-10 0,26-9-1 16,-30 10 0-16,8-1 0 16,-1 3 0-1,-3 0 0-15,-3 0 0 16,3 0 0-16,-4 2 0 0,4 0 0 16,3-2 0-16,4-4 0 15,19-8 0-15,-22 11 0 16,22-11 0-16,0 0-6 15,0 0-5-15,0 0 1 16,26-12-1-16,-11 3 3 16,11 0 1-16,0 3 2 15,1-5 2-15,2 1 1 16,-3 3 0-16,-3 0 1 16,-8 3 3-16,-15 4 1 15,23-3 2-15,-23 3 2 16,0 0 1-16,0 0 1 15,0 0 0-15,-31 21 0 0,10-14-3 16,-2 3-1-16,-5-1-2 16,2 1-3-16,-7-1 0 15,4-1 0-15,3 1 0 16,3-4 0-16,8-1 0 16,15-4-4-16,-19 3-2 15,19-3-2-15,0 0 0 16,0 0-2-16,15-7 1 15,4 0 0-15,7 2 1 16,4-4 3-16,3 3 2 16,5-3 2-16,0 0 0 15,-1-1 1-15,-8 5 1 16,-3-1 2-16,-10 3 1 0,-16 3 3 16,0 0 0-16,0 0-1 15,0 0 0-15,-23 21 1 16,-3-9-1-16,-7 2-2 15,-1 1-3-15,-6 3-2 16,-2-1 1-16,4 0-1 16,1-5 2-16,11 0-4 15,4-3-3-15,6-4-2 16,16-5 0-16,0 0 2 16,16-15-1-16,6 1-1 15,15-3 0-15,8-6 2 16,3-1 5-16,8-4 0 15,-2 0 1-15,-2 6-2 0,-4 1 3 16,-8 6 3-16,-14 1 3 16,-10 7 0-16,-16 7 0 15,0 0 0-15,-16 12 0 16,-6 2-1-16,-11 5-1 16,-9 2-1-16,-5 5-4 15,-1 1 1-15,-3 1-1 16,5 1 1-16,4-4-1 15,7-5 0-15,6-4-5 16,6-6-24-16,23-10-30 16,-17 11-31-16,17-11-34 15,0 0-30-15,17-5-15 0,-17 5-4 16,26-9 5-16,-10 7 145 16</inkml:trace>
  <inkml:trace contextRef="#ctx0" brushRef="#br0" timeOffset="17340.27">31428 8210 57 0,'0'0'16'0,"0"0"-12"16,0 0-18-16,0 0-22 15,0 0 10-15,0 0 26 16,0 0 0-16</inkml:trace>
  <inkml:trace contextRef="#ctx0" brushRef="#br0" timeOffset="18145.84">33995 12295 293 0,'0'0'109'16,"0"0"-32"-16,0 0-94 16,0 0-30-16,0 0-26 15,0 0-29-15,0 0-5 16,0 0-2-16,-19-8 86 16</inkml:trace>
  <inkml:trace contextRef="#ctx0" brushRef="#br0" timeOffset="24880.62">31367 20244 270 0,'2'-19'206'0,"-2"19"-40"15,0 0-33-15,0 0-11 16,0 0-12-16,0 0-94 16,0 0-16-16,0 0 0 15,-15 2 0-15,15-2 0 16,0 22 0-16,0 1 0 16,-4 1 0-16,4 12 0 15,0 6-17-15,0 8 7 16,0 5 8-16,0 4 1 15,0 0 3-15,0 3-2 16,0-5 1-16,0-3-3 16,-3-5 4-16,3-4-3 15,-4-7 0-15,2-9 1 0,2-5 0 16,-3-8-1-16,3-16 4 16,0 15 11-16,0-15-3 15,0 0-9 1,0-29-2-16,-7 1 0 0,3-5 0 15,-2-10 0-15,-3-7 0 16,-2-7 0-16,4-4 0 16,-1 1 0-16,4-3 0 15,1 4 0-15,3 4 0 16,3 3 0-16,1 4 0 16,4 4 0-16,-1 6 0 15,0 7 0-15,0 2 0 16,2 6 0-16,-6 8 0 0,-3 15 0 15,11-19 0-15,-11 19 0 16,0 0 0 0,0 0 0-16,19 19 0 15,-3 3 0-15,6 6 0 0,4 8 0 16,4 9 0-16,11 7 0 16,-1 4-5-16,2 4 2 15,3 2-1-15,-8 1 2 16,-3-4 2-16,-1-2-1 15,-3-7 2-15,-8-2-7 16,-10-8-82-16,-1-7-52 16,1-3-35-16,-14-13 0 0,2-17-1 15,-14 15 0 1</inkml:trace>
  <inkml:trace contextRef="#ctx0" brushRef="#br0" timeOffset="25165.83">31091 20774 610 0,'0'0'182'15,"0"0"-19"-15,23-21-95 0,0 7-68 16,11-2 0-1,10-1 0-15,4-2 0 16,6 0 0-16,5 2 0 16,0-1 0-16,-2 6 0 0,-1 2 0 15,-7 1-98-15,-1 4-69 16,-3 8-7-16,-8-1-5 16,1 3-1-16,-9-8-4 15</inkml:trace>
  <inkml:trace contextRef="#ctx0" brushRef="#br0" timeOffset="25473.05">32190 20561 594 0,'0'0'186'0,"0"0"0"16,16-9-129-16,10-1-57 16,7-6 0-16,5 2 0 15,5-1 0-15,6-3 0 16,0 3 0-16,3 1 0 16,-11 3 0-16,-6 5 0 15,-9 0 0-15,-7 5 0 16,-1 4-46-16,-18-3-98 15,0 0-42-15,-4 19-3 16,-15-15-3-16,2 4 3 16</inkml:trace>
  <inkml:trace contextRef="#ctx0" brushRef="#br0" timeOffset="27093.2">33256 19853 542 0,'0'0'186'16,"-16"-35"1"-16,4 18-79 15,12 17-108-15,-21-18 0 0,21 18 0 16,-15-3 0-16,15 3 0 16,-23 14 0-1,13 5 0-15,-2 7 0 16,-2 8 0-16,2 13-2 0,1 9 2 16,2 13-4-16,6 7 0 15,6 2 3-15,6 0-2 16,5-6 5-16,5-2-2 15,4-11 5-15,3-11-1 16,3-13-1-16,6-9-3 16,-2-13 0-16,3-9 0 15,-1-11 0-15,2-12 0 16,1-11 0-16,-2-11 0 0,-5-11 0 16,2-9 0-1,-10-8 0-15,0-7 0 16,-13-7 0-16,-3 2 0 15,-14-3 0-15,-3 12 0 0,-6 3 0 16,-7 10 0-16,-6 10 0 16,-4 9 0-16,-5 14 0 15,-4 6 0-15,-1 11 0 16,-2 6 0-16,-1 9 0 16,-2 3 0-16,3 8 0 15,3-1-48-15,16 8-77 16,5 4-38-16,12-4-5 15,16 6-2-15,6-11-2 16,20 0-2-16</inkml:trace>
  <inkml:trace contextRef="#ctx0" brushRef="#br0" timeOffset="27597.56">34115 19609 694 0,'0'0'186'16,"14"-25"-43"-16,-14 25-143 15,0 0 0-15,0 0 0 16,0 0 0-16,0 0 0 16,-7 16 0-16,4 3 0 15,-1 9 0-15,4 6 0 16,0 13 0-16,0 5 0 0,4 9 0 15,-1 4 0-15,4 1 0 16,-3-4 0-16,4-6-1 16,-1-8 2-16,0-8-2 15,2-11 2-15,1-8-1 16,-10-21 0-16,19 16 0 16,-1-20 0-16,-3-8 0 15,4-5 0-15,4-9 0 16,0-3 0-16,3-10 0 15,3-4 0-15,-3-5 0 16,0-6 0-16,-3-1 0 16,3-4 0-16,-7-2 0 15,-5 1 0-15,-6-3 0 0,-1 1 0 16,-10 3 0-16,-4 6 0 16,-9 8 0-16,-6 8 0 15,-11 16 0 1,-16 6-45-16,-3 17-130 0,-12 13-2 15,-11 4-5-15,-3 11 1 16,-16-1 1-16</inkml:trace>
  <inkml:trace contextRef="#ctx0" brushRef="#br0" timeOffset="28735.36">31720 22001 542 0,'-16'-19'188'15,"6"1"-19"-15,10 18-80 16,-16-20-54-16,16 20-35 0,0 0 0 15,0 0-3 1,0 41-8-16,12-4-1 16,2 18 2-16,2 6-2 15,3 8 9-15,3 7-3 0,-1 0 4 16,-2 0-2-16,-3-3 3 16,-2-9-1-16,-5-12 2 15,-3-14 3-15,-2-10 7 16,-1-11 7-16,-3-17 0 15,0 0-1-15,-13-40-13 16,4 2-3-16,-8-17 0 16,-3-11 0-16,-6-10 0 15,0-6 0-15,4 1 0 16,-1-2 0-16,4 5 0 16,9 4 0-16,3 10 0 15,10 10 0-15,8 7 0 16,8 11 0-16,7 8 0 0,3 11 0 15,6 8 0-15,1 11 0 16,6 14 0-16,-9 8 0 16,4 14-6-16,-13 5-3 15,-3 9 0-15,-16 2 2 16,-5 6 2-16,-9-1-3 16,-8-2 5-16,-2-7-2 15,-7-1 3-15,0-6-4 16,0-10 7-16,7-5-1 15,-1-14 10-15,20-14-6 16,-19 10 2-16,19-10 1 16,0-16 1-16,9 1-1 0,8-4 4 15,6-7-5-15,6 0-6 16,6-2 0-16,10 2 0 16,7 2 0-16,4 5 0 15,5 9 0-15,1 10 0 16,-1 10 0-16,-6 11 0 15,-2 3-7-15,-12 9-1 16,-8 7-8-16,-10 3 10 16,-9 2-6-16,-13 2 7 15,-9-4 2-15,-11 5 1 16,-11-1 3-16,-6-9 1 16,-6-3 8-16,-7-6-1 15,1-10 1-15,-1-3 0 0,8-9 1 16,4-7-44-16,8-14-73 15,9-3-49-15,17-4-21 16,6-14-6 0,11 2 1-16,5-12-2 0</inkml:trace>
  <inkml:trace contextRef="#ctx0" brushRef="#br0" timeOffset="28978.54">32680 22222 688 0,'15'-7'188'16,"8"-6"-41"-16,3 0-147 16,7-2 0-16,5 3 0 15,5 1 0-15,-1 3 0 0,-4 3 0 16,-1-1 0-16,-4 8-127 15,-5 3-54-15,-28-5-4 16,26 14-8-16,-26-14 2 16</inkml:trace>
  <inkml:trace contextRef="#ctx0" brushRef="#br0" timeOffset="29797.12">33931 21227 507 0,'-19'-3'179'16,"-3"3"-38"-16,-4 0-41 15,8 13-28-15,-8 6-48 16,7 13-24-16,-4 9-2 0,1 15-5 16,-1 13 4-16,1 12 0 15,6 11 1-15,6 1 0 16,3 1 4-16,7-6 5 16,3-8-1-1,11-13-2-15,5-15-4 0,7-15 0 16,6-15 0-16,4-15 0 15,6-12 0-15,-2-14 0 16,5-11-5-16,0-13-8 16,-4-4 5-16,-4-8 2 15,-2-7 6-15,-9-4-2 16,-9-2 3-16,-12 3-1 16,-10-1 3-16,-9 5 0 0,-8 2 7 15,-8 7 0-15,-5 7-3 16,-1 9-7-16,-2 1 0 15,1 13 0-15,6 13 0 16,-2 1 0-16,4 8 0 16,3 0 0-16,10 1 0 15,-1-2-58-15,17 1-40 16,0 0-40-16,0 0-24 16,29-16-4-16,1-1 1 15,8-2-4-15</inkml:trace>
  <inkml:trace contextRef="#ctx0" brushRef="#br0" timeOffset="30061.31">34384 21030 465 0,'0'0'182'0,"0"0"-5"0,0 0-50 15,0 0-55-15,0 0-72 16,18 8 0-16,-18-8 0 15,19 32 0-15,-4-7 0 16,3 14 0-16,4 6 0 16,1 8 0-16,3 8-2 15,-7 6-3-15,4 4 2 16,-8 2 0-16,-1-2-52 16,-7 3-101-16,-2 8-22 0,-13-4-6 15,-3 3-6-15,-11-5-3 16</inkml:trace>
  <inkml:trace contextRef="#ctx0" brushRef="#br0" timeOffset="30967.95">32508 23590 342 0,'19'-4'199'16,"-19"4"-51"-16,0 0-30 15,14 35-20-15,-14-35-22 16,5 36-34-16,-2-15-42 15,-3-4 0-15,4 2 0 16,-4-19 0-16,3 23 0 16,-3-23-5-16,0 0-10 15,0 0 3-15,0 0 1 16,-10-31-2-16,1 10 3 0,-1-3 3 16,-2 3 4-16,-2-3 1 15,-5 3 7-15,3 7 1 16,-6-3 4-16,4 10 5 15,-4 9 0-15,3 8 1 16,-7 4-5-16,6 19-11 16,-6-2 0-16,4 10 0 15,3 8 0-15,1 6 0 16,3 6 0-16,4-2 0 16,8 0 0-16,6-2 0 15,8 0 0-15,4-5 0 16,8-5 0-16,6-9 0 15,11-5 0-15,-1-8-7 0,6-5-2 16,3-8-5-16,1-11 4 16,0-8-1-16,-1-1 5 15,1-1 1-15,-6-5 2 16,-5-5-1-16,-5 4 1 16,-5-1 1-16,-5 2 1 15,-6 0-23-15,2 1-95 16,-5-6-50-16,-9-2-7 15,6 2 0-15,-4-9-6 16,8-10 81-16</inkml:trace>
  <inkml:trace contextRef="#ctx0" brushRef="#br0" timeOffset="31230.25">33237 23742 584 0,'0'0'174'15,"0"0"-6"-15,0 0-139 16,0 0-38-16,33-22 2 16,-11 10 4-16,4-9 1 15,4 5 1-15,-1-3-5 16,3 4-81-16,-6-4-46 15,-7-2-36-15,2 17-3 0,-21 4-3 16,0 0 2 0</inkml:trace>
  <inkml:trace contextRef="#ctx0" brushRef="#br0" timeOffset="31397.37">33331 23910 569 0,'0'0'174'0,"0"0"-54"15,7 17-64-15,-7-17-43 16,33-20-17-16,-14 4 2 16,3-8-10-16,8 3-104 15,-1-5-50-15,-6-9-9 16,6 8-2-16,-13-20-4 16</inkml:trace>
  <inkml:trace contextRef="#ctx0" brushRef="#br0" timeOffset="31946.88">33987 22897 551 0,'0'0'188'16,"5"19"-18"-16,2 2-98 15,15 12-74-15,1 16-13 16,3 6 5-16,4 13 13 0,-1 4-4 15,1 6 3-15,-3 9-5 16,-2-1 5-16,-6 1-4 16,-7-6 4-16,-2-3-6 15,-3-7 3-15,-1-9 2 16,-3-6-4-16,-3-18-36 16,7-9-58-16,-7-13-35 15,0-16-36-15,0 0-2 16,12-38-4-16,-2 7 5 15</inkml:trace>
  <inkml:trace contextRef="#ctx0" brushRef="#br0" timeOffset="32352.16">34702 22704 567 0,'17'-13'175'16,"-17"13"-8"-16,0 0-103 16,0 0-55-16,-3 30 1 15,6-6 0-15,1 7-2 16,1 11 2-16,5 5-7 0,1 10-3 15,4 8 0-15,1 5 0 16,1 6 0-16,-1-2 0 16,-4 1 0-1,2-6 0-15,-7-2 0 0,-2 1 0 16,-1-18 0-16,-1-3 0 16,-3-11 0-16,0-5 0 15,-3-3 0-15,3-12-22 16,3 1-89-16,-3-17-38 15,0 0-32-15,0 0-3 16,0 0-4-16,0 0 2 16</inkml:trace>
  <inkml:trace contextRef="#ctx0" brushRef="#br0" timeOffset="66222.88">30744 19832 608 0,'0'0'211'16,"0"0"-7"-16,-7-26-204 16,7 26 0-16,-26-19 0 15,7 10 0-15,-3 6 0 16,-11 1 0-16,-6 5 0 0,-6 6 0 15,-3 10 0-15,-8 4 0 16,1 8 0-16,-1 3 0 16,6 8 0-16,-2 1 0 15,5 7 0-15,5 1 0 16,7 1-5-16,6 1-7 16,10-1 1-16,8 0 5 15,8-2 5-15,10-1 1 16,12-1 1-16,10 1-3 15,10-1 5-15,9-3-1 16,11 5-1-16,5 1 0 16,6 2-2-16,6 3 0 15,-5 2-2-15,2 3 4 0,-1 1-4 16,-8 2 4-16,-5 9-5 16,-5 2-2-16,-14 4 2 15,-11 6-2 1,-13 2 4-16,-13 3-3 0,-13 3 1 15,-16 4-2-15,-16-5 3 16,-14-2 4-16,-15-2-1 16,-12-5-6-16,-13-5 5 15,-6-7-2-15,-6-12 3 16,1-7-5-16,4-7 4 16,6-11-2-16,9-9 6 15,17-12 2-15,10-4-2 16,17-11 0-16,15-6 0 0,13-6 2 15,13-10 3-15,10-2-1 16,8-5-6 0,8-1 4-16,6 1-6 15,8 2 6-15,1 5-7 0,-2 1 4 16,6 9-5-16,-4 6 1 16,2 6 0-16,-2 5 1 15,6 8 0-15,-6 4-4 16,0 4 8-16,2 7-7 15,2 2 5-15,-1 5-4 16,-1 5 5-16,-1 2-6 16,-3 5 5-16,2 3 0 15,2 8-2-15,-2 1 0 16,-5 8-1-16,6 5 2 16,-7-1-3-16,0 4 3 15,1 6-2-15,-4 4-3 16,1 2 4-16,-8 5 0 0,4 4 2 15,-3 1-5-15,-1 5 4 16,1 6-2-16,0-2 2 16,-1-7 1-16,4 0-4 15,0 0 0-15,-3-9 1 16,3-3 2-16,0-4-2 16,3-7 1-16,3-4-3 15,1 1 5-15,0-9 9 16,1 0 2-16,3-13-2 15,1 8 2-15,-2-17 0 16,-1-9 3-16,2-2-1 16,-8-6-2-16,2-8-12 15,-1-15 0-15,-1-1 0 0,4-8 0 16,-1 4 0-16,4-2 0 16,2-16 0-16,6 4 0 15,4-17 0-15,10 0-29 16,1-3-158-16,1-6-27 15,-20-13 10-15,-14 1-17 16,-71-27 54-16</inkml:trace>
  <inkml:trace contextRef="#ctx0" brushRef="#br0" timeOffset="70375.84">33251 20799 201 0,'0'0'191'0,"-30"23"-32"16,16-20-38-16,14-3-17 16,-19 9-8-16,19-9-17 15,0 0-21-15,0 0-44 16,0 0-14-16,0 0 0 16,33-12 0-16,-3-4 0 15,11-4 0-15,15-6 0 16,12-5 0-16,10-4 0 0,12-3 0 15,7-2 0-15,11 0 0 16,-2 2 0-16,-2 5 0 16,-7 4 0-16,-3 6 0 15,-16 6 0 1,-10 3 0-16,-16 5 0 0,-12 3 0 16,-14 4 0-16,-11 4 0 15,-15-2 0-15,0 0 0 16,0 0 0-16,0 0-7 15,0 0-3-15,11 20-97 16,-11-20-68-16,-18 19-4 16,18-19-2-16,-31 14-4 15,14-2 7-15</inkml:trace>
  <inkml:trace contextRef="#ctx0" brushRef="#br0" timeOffset="71141.38">33598 22738 460 0,'-21'19'182'0,"-1"-8"0"16,22-11-89-16,0 0-60 16,-4-19-26-16,25-2 0 15,10-5-1-15,13-5 1 16,9-9-6-16,13-3-2 15,14-4 3-15,9 0-4 16,8 0 2-16,4 1 5 16,4-1-3-16,3 2 4 15,-7 3-4-15,-1 4 7 0,-9 5-9 16,-10 4 8-16,-10 8-8 16,-6 6 3-16,-20 4-1 15,-9 4-4-15,-13 4-1 16,-23 3-4-16,22 3 2 15,-22-3-5-15,0 0 5 16,0 0-1-16,-19 12-6 16,4-3-121-16,-11 0-41 15,0 6-10-15,-14-6 1 16,1 7-7-16</inkml:trace>
  <inkml:trace contextRef="#ctx0" brushRef="#br0" timeOffset="71960.95">34148 24613 496 0,'0'0'166'0,"-29"22"-50"16,10-32-43-16,19 10-28 15,-16 3-37-15,16-3 0 16,0 0-2-16,0 0 3 16,3-15-2-16,-3 15 0 0,28-26 0 15,-2 7 0 1,11-11-2-16,11-6-8 16,13 0 2-16,17-11-4 15,11-2 7-15,13-1-5 0,13 2 4 16,4-4 2-16,1 12 0 15,-3 2 1-15,-6 5 0 16,-5 4 2-16,-14 8-4 16,-13 5 0-16,-16 6-113 15,-15 3-88-15,-39-31-6 16,-28-16-3-16,-94-55-4 16,-3 7 212-16,-7-3 0 15,-1 2 0-15,-6-4 0 16,7 7 0-16,22 24 0 15,23 25 0-15,78 51 0 16</inkml:trace>
  <inkml:trace contextRef="#ctx0" brushRef="#br0" timeOffset="99957.5">34481 19131 204 0,'-15'-12'141'16,"15"12"-12"-16,-12-16-7 16,12 16-15-16,-4-15-11 15,4 15-13-15,0 0-11 16,0-21-18-16,0 21-39 0,16-11-15 16,-16 11 0-1,26-5 0-15,-7 3 0 16,-2 2 0-16,6 4 0 15,-4 3 0-15,4 3 0 0,-4 4 0 16,0 3 0-16,-2 4 0 16,-1 2 0-16,-1 1 0 15,-1 0 0-15,-2 0 0 16,2 4 0-16,-2 0 0 16,-1-1 0-16,1 5 0 15,-2 2 0-15,3 3 0 16,-6 2 0-16,3 3 0 15,2 1 0-15,-2 2 0 16,-1 5 0-16,2-3 0 16,2 2 0-16,0 1 0 15,2 2 0-15,-1 0 0 16,2 1 0-16,-2-2 0 0,5-6 0 16,0-2 0-16,0-5 0 15,3-5 0-15,1-6 0 16,-2-6 0-16,-2-3 0 15,4-6 0-15,-4-5 0 16,-19-7 0-16,22 10 0 16,-22-10 0-16,0 0 0 15,16 5 0-15,-16-5 0 16,0 0 0-16,0 0 0 16,0 0 0-16,0 0 0 15,0 0 0-15,0 0 0 16,0 0 0-16,0 0 0 15,0 0 0-15,0 0 0 0,0 0 0 16,0 0 0-16,0 0 0 16,0 0 0-1,-2 24 0-15,2-24 0 0,-3 28 0 16,6-11 0-16,-3 4 0 16,0 5 0-16,5 4 0 15,-1 4 0-15,3 3 0 16,3 6 0-16,-1 7 0 15,5 4 0-15,-2 6 0 16,7 8 0-16,-5 3 0 16,5 5 0-16,-3 7 0 15,1 5 0-15,2 4 0 0,-7 5 0 16,2 0 0-16,-5 3 0 16,1 1 0-16,-3-1 0 15,0-6 0-15,-2-3 0 16,-1-8 0-16,-1-6 0 15,-3-5 0-15,4-8 0 16,-1-8 0-16,1-10 0 16,-3-7 0-16,6-8 0 15,-3-5 0-15,3-6 0 16,-7-20 0-16,12 23 0 16,-12-23 0-16,0 0 0 15,22 19 0-15,-22-19 0 16,0 0 0-16,18 12 0 0,-18-12 0 15,0 0 0-15,12 16 0 16,-12-16 0 0,10 24 0-16,-6-7 0 15,1 7 0-15,-2 4 0 0,4 5 0 16,0 3 0-16,-1 9 0 16,1-1 0-16,-1 1 0 15,3 0 0-15,-2 1 0 16,7 5 0-16,-2-1 0 15,-1 0 0-15,4 0 0 16,-1 0 0-16,-2 9 0 16,4 0 0-16,-6 3 0 15,1 1 0-15,-3 4 0 0,-1 1 0 16,-10 4 0 0,-1 5 0-16,-8-6 0 15,-5 1-48-15,-6-1-109 16,-8-5-44-16,-25-24-9 0,-11-18 0 15,-37-45 14-15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20:27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22869 11066 152 0,'0'0'39'0,"-19"-7"-32"15,19 7-48-15,0 0-35 16,0 0-4-16,0 0 80 16,0 0 0-16</inkml:trace>
  <inkml:trace contextRef="#ctx0" brushRef="#br0" timeOffset="1873.46">22746 12312 75 0,'-7'-19'26'15,"7"19"-4"-15,-9-20-3 16,9 20-3-16,-14-23 3 16,14 23-3-16,-19-17 0 15,19 17 2-15,-19-11 3 0,19 11 8 16,0 0 5-16,-14-8 0 16,14 8-3-16,0 0 12 15,0 0 3-15,0 0-4 16,0 0-3-16,14-4-5 15,1 3-3-15,8-3-2 16,7 2 19-16,2-4-1 16,14 0-1-16,-1-4-2 15,10 3-2-15,1-3-2 16,5 3-2-16,-9-2-4 16,-4 2-20-16,-3 4-16 15,-12 1-1-15,-3 4-7 16,-14-6-49-16,-16 4-35 0,15 7-45 15,-15-7-36-15,0 0-12 16,-35-19-9-16,35 19 69 16</inkml:trace>
  <inkml:trace contextRef="#ctx0" brushRef="#br0" timeOffset="3679.74">22733 13377 240 0,'0'0'104'0,"-17"14"7"16,17-14-3-16,0 0 5 15,0 0-15-15,0 0-11 16,0 0-15-16,0 0-14 16,0 0-26-16,0 0-32 15,0 0 0-15,0 0 0 16,0 0 0-16,0 0 0 15,0 0 0-15,0 0 0 16,0 0 0-16,0 0 0 16,0 0 0-16,0 0 0 15,23-9 0-15,-23 9-4 0,22-3 1 16,-5 1 2-16,6 2 2 16,0-3-2-16,-1-1 0 15,8-1 3 1,1 0-2-16,-2 0 1 0,1 1-2 15,-4-1 1-15,-3 1 0 16,-4 1 1-16,-19 3 2 16,22-2 0-16,-22 2-39 15,0 0-59-15,0 0-50 16,-12 19-35-16,-10-15-9 16,2 6-7-16,-16-6 15 15</inkml:trace>
  <inkml:trace contextRef="#ctx0" brushRef="#br0" timeOffset="12200.8">26212 11175 42 0,'0'0'124'0,"0"0"-33"16,0 0-27-16,0 0 1 16,0 0-3-16,0 0-2 15,19 2 8-15,-19-2-6 16,26-2-14-16,-3 2-1 16,3-3-11-16,7-1-9 15,5-6-2-15,10 1-6 16,11-6-15-16,6-1 0 15,2-3-1-15,5 0 1 16,-6 0-1-16,1 2-1 16,-11 1-1-16,-8 4-2 15,-9 5 0-15,-13 2-4 16,-7 7-43-16,-19-2-46 0,0 0-44 16,7 27-25-16,-26-15-22 15,5 20 4-15,-12-10 137 16</inkml:trace>
  <inkml:trace contextRef="#ctx0" brushRef="#br0" timeOffset="12876.28">26137 12435 48 0,'-17'7'76'15,"-2"-2"38"-15,3-3 1 16,16-2 2-16,-19 2-3 16,19-2-5-16,0 0-10 15,0 0-25-15,0 0-33 16,0 0-41-16,16-10-5 16,3 6-2-16,10-1 2 15,4-2 2-15,6 0-1 16,9 0 8-16,4-2-2 15,9 1 0-15,1-1 0 0,3 2 2 16,6 0-1-16,-2 4-2 16,-4 1 1-1,2 0-4-15,-4 4 3 0,-6 2-1 16,-1-1-1-16,-4 4-1 16,-7 2 0-16,-5-2-1 15,-6 1 3-15,-4 1-1 16,-8-2-1-16,-2 0-51 15,-20-7-70-15,29 17-38 16,-29-17-6-16,4 16-5 16,-4-16 2-16</inkml:trace>
  <inkml:trace contextRef="#ctx0" brushRef="#br0" timeOffset="13511.73">26063 13524 350 0,'-18'7'126'16,"18"-7"-10"-16,0 0-10 15,0 0-16-15,0 0-20 16,14-15-36-16,-14 15-28 16,23-11-1-16,-4 6 1 15,3 0-1-15,8 0-1 16,12-1-3-16,10-1-2 0,3 2-1 15,9 0 2-15,11 0 2 16,3 0-2-16,7-1 0 16,2 0 2-16,-2-1 2 15,5 0-1-15,-5-2 0 16,2 2-2-16,-9 0 1 16,-6 0-2-16,-8 4 0 15,-9-1-2-15,-10 3-2 16,-12 1-3-16,-10 1 2 15,-23-1 1-15,23 7-44 16,-23-7-98-16,-16 2-22 16,-1 0-6-16,-25-9 2 0,4 10-1 15</inkml:trace>
  <inkml:trace contextRef="#ctx0" brushRef="#br0" timeOffset="27856.49">22607 14596 97 0,'0'0'59'0,"0"0"0"15,0 0 5-15,0 0 3 16,0 0 13-16,0 0 5 16,0 0-4-16,0 0-12 15,0 0-4-15,0 0-7 0,0 0-7 16,0 0-12-16,0 0-11 15,0 0-18-15,0 0-3 16,0 0-5-16,0 0-2 16,0 0-2-16,0 0 0 15,19 0 0-15,-19 0-2 16,29 0 1-16,-6 0 1 16,3 0 2-16,9-2 0 15,4 2 0-15,7-2 0 16,2-1-2-16,4-1 2 15,0 3-1-15,2-3 1 16,-2 1 0-16,0-1 0 16,-3 1 0-16,-4-1 1 0,-5 2 0 15,-5 1-2-15,-2-1 2 16,-7 2-1-16,-7-2 0 16,-4 2 1-16,-15 0 0 15,18 0 1-15,-18 0-2 16,0 0 0-16,0 0 1 15,0 0 1-15,0 0-1 16,0 0 1-16,0 0 1 16,0 0-2-16,0 0 3 15,0 0-1-15,-23 9-2 16,23-9 1-16,-19 0-1 16,19 0 0-16,-29 3 0 15,6-1-2-15,0 0 0 0,-6 0 1 16,3 1 0-16,-7-1-1 15,-5 0 0 1,1 1 0-16,-1 0 0 0,-2-1 1 16,6 2 0-16,-3-3-1 15,2 1 1-15,6 0 0 16,-1 0 0-16,4-2-1 16,0 0 1-16,7 0-2 15,0 0 2-15,19 0-1 16,-23-2 2-16,23 2-2 15,0 0 0-15,-17 0 2 16,17 0-1-16,0 0 1 16,0 0 0-16,0 0 0 0,0 0 0 15,0 0 1-15,0 0 0 16,0 0-1-16,0 0-1 16,0 0 0-1,0 0-1-15,0 0-1 0,0 0-1 16,0 0 0-16,0 0 0 15,0 0 1-15,0 0 0 16,0 0-1-16,0 0 2 16,0 0 1-16,0 0-1 15,0 0 1-15,0 0 0 16,0 0-1-16,0 0 1 16,0 0 0-16,0 0 0 15,0 0-1-15,0 0 0 0,0 0 1 16,0 0-1-1,0 0 1-15,0 0 0 16,0 0 0-16,0 0 0 16,0 0 0-16,0 0 1 0,0 0-1 15,0 0 0-15,0 0-1 16,0 0-1-16,0 0 0 16,0 0 1-16,0 0 1 15,0 0-1-15,0 0-1 16,0 0 1-16,0 0 1 15,0 0 0-15,0 0 0 16,0 0-1-16,0 0 0 16,0 0-5-16,17-5-21 15,-17 5-21-15,0 0-15 16,0 0-7-16,0 0-9 16,0 0-1-16,0 0-5 15,0 0-5-15,0 0 5 0,16-2 12 16,-16 2 1-16,0 0-9 15,0 0 47-15,0 0 34 16</inkml:trace>
  <inkml:trace contextRef="#ctx0" brushRef="#br0" timeOffset="31828.31">26120 14597 101 0,'0'0'56'15,"0"0"4"-15,0 0 2 16,0 0 6-16,0 0 6 15,0 0 6-15,0 0 3 16,0 0 12-16,0 0 1 16,0 0-5-16,0 0-10 0,0 0-9 15,0 0-68 1,0 0-4-16,0 0 0 16,0 0 0-16,0 0 0 15,0 0 0-15,0 0 0 0,0 0 0 16,0 0 0-16,0 0 0 15,0 0 0-15,0 0 0 16,0 0 0-16,0 0 0 16,0 0 0-16,0 0 0 15,0 0 0-15,0 0 0 16,10 16 0-16,-10-16 0 16,19 5 0-16,-1-1 0 15,-3-1 0-15,11-1 0 16,7 0 0-16,2-1 0 15,7-1 0-15,1-1 0 16,6-1 0-16,-1 0 0 16,5 0-1-16,-8-1 0 0,0 1 0 15,-4 0 1-15,-8 1 1 16,-3-1-1-16,-7 2 0 16,-4 0 2-16,-19 0-2 15,19 0 0-15,-19 0 0 16,0 0 0-16,0 0 0 15,0 0 0-15,0 0 0 16,0 0 0-16,0 0 0 16,0 0 0-16,0 0 0 15,0 0 0-15,0 0 0 16,0 0 0-16,0 0 0 16,0 0 0-16,0 0 0 0,0 0 0 15,0 0 0-15,0 0 0 16,0 0 0-16,0 0 0 15,0 0 0 1,0 0 0-16,0 0 0 0,0 0 0 16,0 0 0-16,0 0 0 15,0 0 0-15,0 0 0 16,0 0 0-16,0 0-46 16,0 0-109-16,0 0-22 15,0 0-9-15,0 0-12 16,15-7 4-16</inkml:trace>
  <inkml:trace contextRef="#ctx0" brushRef="#br0" timeOffset="32787.99">29934 14618 172 0,'0'0'80'0,"-23"9"13"16,23-9 27-16,0 0 4 15,-14 3-15-15,14-3-19 16,0 0-9-16,0 0-11 0,17-3-12 16,-17 3-32-16,27 0-26 15,-8-2 0-15,3 0 0 16,4 1 0-16,4-1 0 16,1 0 0-16,9 0 0 15,5-1 0-15,4-1 0 16,6 1 0-16,2-2 0 15,6 1 0-15,5-3 0 16,3 1 0-16,-5 2 0 16,-2-3 0-16,-8 5 0 15,-3-3 0-15,-6 5 0 16,-5 0 0-16,-13 2 0 0,-3 1 0 16,-10-1 0-16,-16-2 0 15,19 7 0-15,-19-7-140 16,0 0-63-16,-33-14 0 15,-21-52-6 1,-15-15 3-16,-2-5 206 0,3 4 0 16,-3-8 0-16,7 0 0 15,5 14 0-15,10 12 0 16,33 43 0-16,16 21 0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22:29.2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30647 18184 782 0,'-3'-23'230'15,"3"-4"-219"-15,6-3-11 0,10 6 0 16,17 5 0-16,5 7 0 15,4 10 0-15,7 9 0 16,3 10 0-16,-4 13 0 16,-1 17 0-16,-5 10 0 15,-13 14 0-15,-10 14 0 16,-15 10 0-16,-11 10 0 16,-16 13 0-16,-6 3 0 15,-13 9 0-15,-6 2 0 16,-1 1 0-16,-3-2 0 15,10-4 0-15,6-6 0 16,13-10 0-16,13-13 0 0,17-11 0 16,12-14 0-16,24-13 0 15,11-11 0-15,17-13 0 16,14-15 0-16,9-7 0 16,7-11 0-16,6-8 0 15,-4-9 0-15,-3-5 0 16,-8-3 0-16,-15-3 0 15,-11-1 0-15,-14 2 0 16,-14 3 0-16,-19 1 0 16,-9 1 0-16,-10 19 0 15,-29-13 0-15,-6 15 0 16,-12 10 0-16,-6 4 0 16,-10 8 0-16,-5 9 0 0,1 9 0 15,-4 6 0-15,5 0 0 16,1 8 0-1,13 1 0-15,11 0 0 16,4 2 0-16,8 2 0 0,10 3 0 16,10 0 0-16,5 5 0 15,8 4 0-15,5 3 0 16,1 3 0-16,6 8 0 16,3 3 0-16,-2 5 0 15,2 4 0-15,0 5 0 16,0 5 0-16,-1 7 0 15,-3 5 0-15,1 3 0 16,-6 1 0-16,6 0 0 16,-6 3 0-16,3 2 0 15,0-4 0-15,0-1 0 16,0-6 0-16,0-8 0 16,0 3 0-16,0-10 0 0,-3-5 0 15,2-13 0-15,-1-10 0 16,-4-6 0-16,-2-10 0 15,-2-4 0-15,-3-17 0 16,0-2 0-16,-3-10 0 16,-2-2 0-16,-6-3 0 15,1-6 0-15,-6-1 0 16,-3 3 0-16,-10-1 0 16,-4-2 0-16,-13-2 0 15,-9 4 0-15,-16-5 0 16,-23-2 0-16,-19-1 0 15,-40-21-90-15,-25-11-102 16,-43-16-3-16,-48-20-9 0,-49-24-2 16</inkml:trace>
  <inkml:trace contextRef="#ctx0" brushRef="#br0" timeOffset="22789.68">22622 8989 416 0,'-15'-21'147'16,"15"21"-12"-16,-14-15-17 16,14 15-19-16,0 0-23 15,-16-19-44-15,16 19-32 16,0 0 0-16,0 0 0 16,0 0 0-16,-15-4 0 15,15 4 0-15,0 0 0 16,-4 17 0-16,4-17 0 15,-3 30 0-15,3-8 0 16,-4 6-2-16,4 3-1 0,0 7-1 16,0 0 2-16,0 0 1 15,0-1 0 1,0-4 1-16,0-7 1 16,0-6-2-16,0-1 2 0,0-19-2 15,0 0 1-15,0 18-2 16,0-18 1-16,0 0-1 15,0 0-1-15,0 0 1 16,0 0-1-16,0 0 1 16,0 0-1-16,0 0 0 15,0 0-1-15,7-23-2 16,-7 23 2-16,0-29 1 16,0 8-1-16,-3-1 1 0,-1-4 1 15,1 1 1 1,-1 1 0-16,1 2 3 15,-1 6-2-15,4 16 1 16,-5-24 1-16,5 24 1 0,0 0-1 16,0 0 2-16,0 0 1 15,0 0-2-15,-14 15 2 16,14 8-2-16,0 8 2 16,4 7-4-16,-1 5 1 15,1 6-3-15,2 3 2 16,0-2-1-16,1-5 0 15,0-7-1-15,0-10 1 16,-2-7-4-16,-5-21 0 16,17 17-100-16,-17-17-72 15,16-26-3-15,-6 2-5 16,-1-18 0-16,10 2 22 16</inkml:trace>
  <inkml:trace contextRef="#ctx0" brushRef="#br0" timeOffset="23571.24">23475 9043 363 0,'0'0'183'0,"-16"5"-4"15,16-5-59-15,0 0-41 16,0 0-18-16,0 0-45 0,0 0-9 16,0 0 1-16,-19 5-2 15,19-5-5-15,0 0-1 16,-19 28 0-16,19-28 0 15,-21 31 0-15,12-9 0 16,-1 4 0-16,6 4 0 16,-1-1-3-16,2 2-1 15,3-3-2-15,5 1 1 16,5-3 2-16,1-3-3 16,4-6 1-16,4-1 0 15,1-6-1-15,2-1 1 16,-1-6 0-16,1-1 1 15,1-4 1-15,0-3 2 0,-1-2 0 16,1-1 1-16,-4-5 1 16,-2 1 0-16,-5-3 0 15,-1-3 2-15,-3-2-2 16,-1-5 2-16,-7 1-1 16,-3 0 3-16,-1-5-2 15,-4-1 2-15,-6 2 0 16,-2 1 3-16,2 4 1 15,-5 4 1-15,4 4-5 16,-4 2-5-16,-2 10 0 16,2 6 0-16,0 11 0 15,-1 4 0-15,-2 6 0 16,8 9-102-16,-5 0-76 0,3-7-9 16,9-2-11-16,7-24 0 15,0 0 39-15</inkml:trace>
  <inkml:trace contextRef="#ctx0" brushRef="#br0" timeOffset="25358.51">26429 8998 368 0,'0'0'147'16,"-7"-23"-8"-16,7 23-13 16,-3-22-15-16,3 22-19 15,0-18-52-15,0 18-40 16,0 0 0-16,0 0 0 16,0 0 0-16,0 0 0 15,0 0 0-15,0 19 0 16,3 4 0-16,0 5 0 0,1 4 0 15,3 3 0-15,-2 7 0 16,2 1 0-16,0-2 0 16,-4-2 0-1,3-7-3-15,-3-6 3 0,1-5-1 16,-1-4 1-16,-3-17-1 16,0 0-1-16,0 0-1 15,0 0-1-15,0 0-1 16,0 0 0-16,4-32 0 15,-4 7-1-15,-4-4 2 16,1-7 1-16,-1-3 2 16,1 0 0-16,3-1 3 15,-6 7 0-15,6 5 3 0,-3 4 0 16,0 7 1 0,3 17 0-16,-4-16 0 15,4 16-1-15,0 0 1 16,0 0-5-16,-3 26-1 0,6-3 0 15,1 4 0-15,2 8 0 16,0 8 0-16,1 2 0 16,3 2 0-16,-5 0 0 15,2-6 0-15,0-3 0 16,-3-7-1-16,-1-6 1 16,-3-8 0-16,0-17 0 15,4 19-2-15,-4-19-1 16,0 0 0-16,0-17-2 15,-4-2 1-15,-3-11-2 16,0-8 2-16,-2-7-1 16,3-5 3-16,-5-2-2 0,2 0 3 15,-1 4-1-15,3 6 3 16,4 9-3-16,-3 11 3 16,3 4 0-16,3 18 0 15,0 0 2-15,-4-15 1 16,4 15 1-16,0 0-1 15,0 28 1-15,0-6-1 16,4 6 0-16,-1 6-1 16,1 4 1-16,5 7-4 15,-6 0 2-15,4-3 0 16,2-6-2-16,-6-5 0 16,4-8 0-16,-3-6-1 15,-4-17-5-15,19 14-94 0,-19-14-67 16,29-17-11-16,-3 3-6 15,0-10 1-15,12 1 1 16</inkml:trace>
  <inkml:trace contextRef="#ctx0" brushRef="#br0" timeOffset="26055">27580 9050 402 0,'0'0'149'15,"-16"-26"-12"-15,16 26-17 16,-14-23-21-16,14 23-24 16,-15-21-40-16,15 21-29 15,-18-12-6-15,18 12 0 0,-19-3 0 16,19 3 0-16,-22 7 0 15,22-7 0-15,-33 22 0 16,17-3 0-16,-7 5 0 16,4 4 0-16,-3 5 0 15,3 3 0-15,1 2 0 16,6 1 0-16,5-1 0 16,4-2-1-16,6-3-4 15,8 0-1-15,1-6 1 16,7-2-1-16,-2-5 1 15,6 0-1-15,-1-8 2 16,1-2-1-16,0-5 2 16,-1-3-2-16,1-4 2 0,-1-3 1 15,-3-4 0-15,2-1 3 16,-5-6-1-16,3-1 2 16,-9-5 0-1,2-3 3-15,-5-6-1 0,-7-2 2 16,0 2 1-16,-3 0 1 15,-7 2 0-15,-3-3 1 16,-6 6-3-16,-3 6-6 16,3 4 0-16,-7 4 0 15,0-2-39-15,5 7-123 16,-2 7-16-16,1-3-10 16,22 3 0-16,-23 0-11 15</inkml:trace>
  <inkml:trace contextRef="#ctx0" brushRef="#br0" timeOffset="27448">30038 8923 313 0,'0'0'155'0,"-7"-22"-14"15,7 22-12-15,-4-19-11 16,4 19-20-16,0 0-29 16,0 0-69-16,0 0 0 15,0 0 0-15,0 0 0 16,16 12 0-16,-6 7 0 16,-3 5-3-16,0 7 6 15,2 7-3-15,1 7 0 16,2 6 0-16,-1 0 0 15,-2 1 0-15,-2-1 0 16,-1-8 0-16,1-5 0 0,-1-5 0 16,-3-9 0-16,-3-7 0 15,0-17 0 1,7 19 0-16,-7-19 0 16,0 0 0-16,0 0 0 0,-3-19 0 15,-1 2-1-15,1-11-1 16,-3-8 0-16,-1-6-2 15,1-6 4-15,-3-6-1 16,-2 1 1-16,4-1-3 16,-1 2 2-16,1 9 0 15,0 6 3-15,3 8 0 16,-1 7 2-16,5 22 0 16,-10-21-1-16,10 21-3 15,0 0 0-15,0 0 0 16,0 0 0-16,-11 31 0 15,11-3 0-15,0 4 0 16,0 8 0-16,0 7 0 0,4 3 0 16,-1 2 0-16,1 0 0 15,3-9 0-15,-2-3 0 16,-2-9 0-16,1-5 0 16,-1-8 0-16,-3-18 0 15,11 19 0-15,-11-19 0 16,0 0 0-16,2-30 0 15,-2 4-6-15,-2-7 0 16,-2-5 0-16,1-3 4 0,-1-6-1 16,-3 2 2-1,4 2-2-15,-2 6 3 16,-2 8-1-16,3 8 2 16,1 4 1-16,3 17 2 0,0 0 3 15,0 0-2-15,0 0 2 16,0 0-5-16,-4 33-2 15,8-9 0-15,-1 5 0 16,4 6 0-16,0-2 0 16,2 3 0-16,-2-5 0 15,0-3 0-15,1-11 0 16,6 2-121-16,2-5-53 0,-16-14-2 16,33-7-5-1,-14-10-1-15,11 0 2 16</inkml:trace>
  <inkml:trace contextRef="#ctx0" brushRef="#br0" timeOffset="28296.6">31185 8934 326 0,'0'0'182'16,"-22"-19"-19"-16,22 19-35 15,0 0-19-15,-14-14-24 16,14 14-55-16,0 0-30 15,-19-2 0-15,19 2 0 0,0 0 0 16,-23 14 0-16,23-14 0 16,-19 28 0-16,5-9 0 15,2 7 0-15,1 1 0 16,-4 4 0-16,4 4 0 16,-1 0 0-16,5 3 0 15,4-4 0-15,3 3 0 16,0-6 0-16,7 0 0 15,3-5-8-15,-1 0 1 16,5-5 2-16,1-6-1 16,1-1 0-16,5-5 1 15,-2-6 1-15,4-1-1 16,3-7 2-16,0-4 0 0,-4-5 1 16,1-1 2-16,-1-8 0 15,-6-3 1 1,1-1 1-16,-8-5 1 15,-2 1 1-15,-4-2 1 0,-6 0 1 16,-4 1 4-16,-2 2 0 16,-5 1 0-16,-1 3-7 15,-4 3-3-15,-4 2 0 16,1 4 0-16,1 3 0 16,-5 4 0-16,7 0 0 15,-4 4 0-15,4 3 0 16,3 1 0-16,-5 7 0 15,6 4 0-15,-4 3 0 16,0 5 0-16,1 2 0 16,3 6 0-16,1-1-3 15,2 0-161-15,8 6-16 16,1-15-5-16,10 4-2 0,-7-19-1 16</inkml:trace>
  <inkml:trace contextRef="#ctx0" brushRef="#br0" timeOffset="41799.18">25712 7549 356 0,'0'0'100'16,"0"0"-19"-16,-16-9-27 16,16 9-44-16,0 0-58 15,0 0-46-15,0 0-30 16,0 0-26-16,13-15 1 16,6 11 114-16</inkml:trace>
  <inkml:trace contextRef="#ctx0" brushRef="#br0" timeOffset="43143.15">27722 7566 110 0,'0'0'79'0,"0"0"17"15,0 0 20-15,-15 4-5 0,15-4-10 16,0 0-5-16,0 0-17 16,0 0-11-16,0 0-15 15,0 0-27-15,0 0-29 16,0 0 0-16,0 0-2 16,0 0-2-16,0 0 2 15,0 0 0-15,0 0 1 16,0 0-3-16,0 0 1 0,0 0-1 15,0 0 0 1,0 0 3-16,0 0 0 16,29 1 0-16,-13-1 0 15,6-3 2-15,1 1 1 16,3 0 2-16,3-1-1 0,1-1-3 16,1 3 1-16,-8-3 1 15,3 1 0-15,-9 1 1 16,-1 2-1-16,-16 0 1 15,0 0 4-15,15 4 10 16,-15-4 5-16,0 0 0 16,-15 5 0-16,15-5 0 15,-30 3 0-15,15-3-2 16,-8 0-2-16,0 2-12 16,-3-2-4-16,-3 0 1 15,3 0 0-15,-4 2-2 16,4-1 0-16,-3 1 0 0,6 0-1 15,1 0 1-15,3-1-6 16,3 1-4-16,16-2-4 16,-17 0-2-16,17 0-1 15,0 0 1-15,20 2 2 16,-1-2-1-16,4 2 6 16,7-1 3-16,1-1 6 15,5 2 3-15,-3-2-1 16,2 0 0-16,-6 0 0 15,-3 2 0-15,-3-2 0 16,-7 0 0-16,-16 0 1 16,21 1 1-16,-21-1 9 15,0 0 8-15,0 0 0 0,0 0 2 16,-27 6-2 0,5-3-113-16,-15-6-74 15,-4 3-18-15,-41-26-10 0,-15-11-13 16,-52-49 129-16,6 6 80 15,1-6 0-15,19 4 0 16,3-1 0-16,12 2 0 16,37 22 0-16,19 14 0 15,52 45 0-15</inkml:trace>
  <inkml:trace contextRef="#ctx0" brushRef="#br0" timeOffset="61522.99">22515 9257 174 0,'3'-20'120'0,"-3"20"4"16,0-16-10-16,0 16-10 16,4-19-13-16,-4 19-15 15,3-24-14-15,-3 6-17 16,0 18-33-16,0-29-12 16,0 13 0-16,0 16 1 15,0-29-1-15,0 29 1 16,0-24-1-16,0 24 0 0,-3-16-1 15,3 16 1-15,0 0-3 16,0 0 1-16,0 17-1 16,0 8 0-16,0 8 2 15,3 10-2-15,1 7 2 16,-1 7-1-16,6 5 2 16,-2 3-1-16,0-5 1 15,0 1 1-15,-2-8 0 16,2-6 1-16,-4-9 1 15,1-8 0-15,3-8-5 16,-2-5-60-16,-5-17-69 16,0 0-33-16,26-24-11 0,-12-9-6 15,12 6-4-15</inkml:trace>
  <inkml:trace contextRef="#ctx0" brushRef="#br0" timeOffset="62291.66">23449 9091 339 0,'0'0'130'16,"0"0"-10"-16,0 0-14 15,-23 4-17-15,23-4-19 0,-19 13-24 16,19-13-17-16,-19 28-32 15,8-11 1-15,-1 6 0 16,2 5 1-16,-2 3 0 16,1 0 0-16,4 4-2 15,2-4 1-15,2 2-2 16,-1-4 1-16,11-3-3 16,-3-5 1-16,8-4 0 15,0-1-1-15,9-4 1 16,-2-5 1-16,7-2 1 15,-4-3 2-15,8-2-1 16,-4 0 2-16,0-4 1 16,0-1-1-16,-7 0 4 0,0-2 0 15,-19 7 0-15,26-16-2 16,-26 16-1-16,9-26-1 16,-11 9 0-16,-1-5 2 15,-8-4-2-15,-1-2 0 16,-5-2 1-16,-2 3 1 15,-4-3 3-15,1 6-1 16,-1 2 3-16,0 4-3 16,6 8-56-16,1 3-63 15,16 7-47-15,-19-7-3 16,19 7-3-16,0 0-3 16</inkml:trace>
  <inkml:trace contextRef="#ctx0" brushRef="#br0" timeOffset="93995.69">22367 11082 386 0,'0'0'172'15,"0"0"-49"-15,0 0-35 16,0 0-9-16,0 0-15 16,0 0-40-16,0 0-20 15,16 10-1-15,3-12 3 16,7 2 0-16,7-1-3 16,5 1-4-16,11 0-7 15,3 0 2-15,3-2 3 16,3 2 2-16,-6-2-1 15,3-1 1-15,-10 1-1 16,-3 4 2-16,-13-4 0 0,-3 0 0 16,-26 2 2-16,27 0-2 15,-27 0 2 1,0 0 3-16,0 0 4 16,0 0 1-16,0 0 2 0,0 0-2 15,0 0-7-15,0 0-4 16,0 0-109-16,0 0-56 15,15-14-11-15,3 2-4 16,-3-14-5-16,22 4 21 16</inkml:trace>
  <inkml:trace contextRef="#ctx0" brushRef="#br0" timeOffset="95206.55">26642 11177 221 0,'-15'0'88'15,"15"0"3"-15,-18 2 1 16,18-2 4-16,-15 0-10 15,15 0-10-15,-19 0-9 0,19 0-11 16,-26 0-12-16,10-6-9 16,2 6-12-16,-5-1-17 15,3-3-1-15,-4 3-2 16,1-1-1-16,-4 0-1 16,0 2-1-16,1 0 1 15,-4 2 0-15,3-2 1 16,4 2 2-16,5-1-4 15,14-1-6-15,-19-1-2 16,19 1 0-16,0 0-1 16,16-7-3-16,5 5 0 15,10-3-3-15,9 1 3 16,5 1 7-16,10-2 2 0,10-1 0 16,-1-1 0-16,7 1 2 15,-8-1 0-15,1 0 2 16,-9 0-1-16,-3 0 2 15,-10 2 0-15,-5 1-2 16,-6 1 2-16,-5-1-2 16,-4 3 0-16,-4-1 0 15,-18 2-1-15,22-2 0 16,-22 2 4-16,0 0 11 16,0 0-1-16,0 0 0 15,0 0-1-15,0 0-1 16,-33 2 0-16,11-4-1 15,-8-5-4-15,-8 2-9 0,-4 2 2 16,-10-3 0-16,-7 3 1 16,-5 1 0-1,-2 0 1-15,2 2-1 0,0 2 0 16,1-2-2-16,2 0 1 16,9 0-1-16,7 2 0 15,9 1 3-15,10-1 2 16,3-2-4-16,23 0-8 15,-22 0-2-15,22 0-1 16,0 0 1-16,22-2-2 16,-6-1-1-16,13 1-2 15,4 0 6-15,5 1 6 16,15-1 4-16,2-2 0 0,9 1 0 16,2-2 0-16,2 0 0 15,-7-1 0 1,1 1 0-16,-6-2 0 15,-11 4-1-15,-7-2 2 0,-8 1 1 16,-8 2 2-16,-22 2-1 16,23-1 1-16,-23 1-2 15,0 0 1-15,0 0 2 16,0 0-3-16,0 0-61 16,0 0-102-16,0 0-14 15,0-16-12-15,0 16-1 16,0 0 42-16</inkml:trace>
  <inkml:trace contextRef="#ctx0" brushRef="#br0" timeOffset="98294.74">22466 12129 225 0,'0'0'95'0,"0"0"8"16,-16 3 3-16,16-3-12 15,0 0-11-15,0 0-13 0,0 0-12 16,-15 2-17-16,15-2-14 15,0 0-15-15,-18 9-11 16,18-9-1-16,0 0 0 16,-15 7 1-16,15-7 1 15,0 0-1-15,-16 7 1 16,16-7 0-16,0 0-1 16,0 0 0-16,0 0-1 15,0 0 0-15,0 0-2 16,0 0 2-16,0 0-2 15,16 7 1-15,3-4 0 16,0 2 1-16,11 0 0 16,2 1 0-16,10 1 0 0,3-2-1 15,11 0-1-15,-1 0 1 16,10-3-1 0,-3 0 0-16,2-2 1 15,-1-2 0-15,-2 0 0 0,-2-1 1 16,-7-1 1-16,-7-1-1 15,-4-2 1-15,-8 4 0 16,-7-3-1-16,-3 1-1 16,-7 4 0-16,-16 1 0 15,0 0 2-15,15 0 2 16,-15 0 2-16,0 0 1 16,0 0 0-16,-22 6 0 15,22-6 1-15,-32-1 0 0,10-3-2 16,-8 1-3-1,-6 1-2-15,-2-1-1 16,-6 1 1-16,-4 0 0 16,-3 4-1-16,-4 1 0 0,3 1 0 15,0-1 0-15,-4 2 1 16,8 2-1-16,-1 0 0 16,4 0 1-16,7-2 0 15,5 1-1-15,0 1 1 16,7-2-3-16,3-2 2 15,7 1-1-15,16-4 0 16,-22 1 0-16,22-1-1 16,0 0-1-16,-16 2-1 15,16-2 2-15,0 0-2 16,0 0 2-16,0 0 0 16,0 0 1-16,23-10 0 15,-8 10 1-15,8 0 2 0,3 0 1 16,11 0-1-16,8 1 0 15,7-1-1-15,5 0 2 16,5-1-2-16,6-3 0 16,3 1 1-16,1-2-2 15,2-2 2-15,-11 2 0 16,-3-2-1-16,-8 1-1 16,-6 1 1-16,-10 2-1 15,-13 1 1-15,-4 0-2 16,-19 2 1-16,0 0-1 15,15 2 2-15,-15-2-1 16,0 0 0-16,0 0 0 16,0 0 2-16,0 0-1 0,0 0 1 15,0 0 0-15,0 0 0 16,0 0 0-16,0 0 0 16,0 0 2-16,0 0-2 15,0 0 0-15,0 0 0 16,0 0 0-16,0 0 0 15,0 0 0-15,0 0-1 16,0 0 0-16,0 0 0 16,0 0 1-16,0 0-1 15,0 0 0-15,0 0 0 16,0 0 1-16,-15 14 1 16,15-14 0-16,0 0 1 15,0 0 2-15,0 0-1 0,0 0 2 16,0 0 1-16,0 0 0 15,0 0 2-15,0 0 3 16,0 0-5 0,0 0-1-16,0 0-111 0,-19-5-61 15,19 5-5-15,-4-19-4 16,4 19-8-16,12-45-9 16</inkml:trace>
  <inkml:trace contextRef="#ctx0" brushRef="#br0" timeOffset="99531.62">26292 12271 162 0,'-49'2'154'15,"4"1"-16"-15,3 2-17 16,1-3-10-16,8 3-6 16,0-5-15-16,10 5-15 15,1-5-37-15,22 0-44 16,-23 0-1-16,23 0 1 16,0 0-2-16,0 0-1 15,30-5-2-15,-4 2-1 16,15 1 5-16,4-1 6 15,18-1 0-15,12-3 0 16,4 0 0-16,13-1 0 0,2-3 1 16,7-1 0-16,-4 0 1 15,-7-2-1-15,-5 2 1 16,-10 2-2-16,-14 1 1 16,-13 4-1-16,-11 1 2 15,-15 3 2-15,-22 1 8 16,16 1 0-16,-16-1-1 15,0 0 1-15,0 0 0 16,-23 18 0-16,8-13-2 16,-6 2-3-16,-2 0-7 15,-8 1 2-15,-9 1 0 16,-5 1 0-16,-10-1 1 16,-3 1-1-16,-8 1 0 0,-1-1 0 15,-5 1-2-15,-2-3 0 16,-4 1-2-16,7 0 1 15,3-3 1-15,7 0-1 16,6-1 1-16,6-2 0 16,12 1-5-16,11-6-4 15,26 2-1-15,-22 2-1 16,22-2 0-16,0 0 1 16,14-7-1-16,1 3 1 15,11 1 4-15,4-1 4 16,5 1 3-16,10-4-1 15,10 2 1-15,4-2-2 0,6 0 2 16,6-2 0-16,3 1 1 16,4-3-1-16,1 3 2 15,-5-1 0 1,-3 0 1-16,-6 2 0 16,-10 2 0-16,-13 2 0 0,-9 1 0 15,-11 0 0-15,-22 2 1 16,19 2 2-16,-19-2 1 15,0 0 3-15,0 0 1 16,0 0-2-16,0 0-6 16,0 0-130-16,0 0-36 15,0 0-20-15,0 0-9 16,0-19-6-16</inkml:trace>
  <inkml:trace contextRef="#ctx0" brushRef="#br0" timeOffset="102298.59">22641 13329 90 0,'0'0'35'16,"0"0"4"-16,0 0 5 16,0 0 9-16,0 0 10 15,0 0 21-15,-15-13 24 16,15 13 4-16,0 0-10 16,0 0-6-16,0 0-13 15,0 0-10-15,0 0-32 16,0 0-41-16,0 0 0 0,0 0 0 15,0 0 0-15,-19-8 0 16,19 8 0 0,0 0 0-16,-14-4 0 15,14 4 0-15,0 0 0 0,0 0 0 16,-19-1 0-16,19 1 0 16,0 0 0-16,0 0 0 15,0 0 0-15,0 0 0 16,0 0 0-16,0 0 0 15,0 0 0-15,0 0 0 16,0 0 0-16,0 0 0 16,0 0 0-16,0 0 0 15,0 0 0-15,0 0 0 0,-12 15 0 16,12-15 0 0,0 0 0-16,0 0 0 0,0 0 0 15,0 0-12 1,0 0-6-16,0 0 0 0,22 7 1 15,-22-7 2-15,35 5 2 16,-9-3 2-16,10 0 3 16,6-1 4-16,7 1 2 15,6-2 0-15,2-2 0 16,2-1-1-16,2-2 2 16,-5 0-1-16,-4-2 1 15,-7 2 0-15,-5-1 0 16,-9 3 0-16,-8-1 1 0,-6 3 0 15,-17 1 1 1,16 1 2-16,-16-1 4 16,0 0 3-16,0 0 8 15,0 0 0-15,0 0 0 0,-16 13 1 16,16-13-2-16,-30 6-3 16,8 0-7-16,-4-1-7 15,-11 2 0-15,-1 1 0 16,-10-1 0-16,-4 4 0 15,-4-1 0-15,-1-1 0 16,-2 1 0-16,-2 1 0 16,2-3 0-16,3 1 0 15,8 1 0-15,3-3 0 16,8 0 0-16,6-2-5 16,12-1-5-16,2-4-4 15,17 0-2-15,0 0 0 16,0 0 0-16,0 0 0 0,0 0 3 15,0 0 2-15,26-14 5 16,-7 10 5-16,3 1 0 16,8-2 1-1,6-2-1-15,2 2-1 0,11-2 0 16,7-2 0-16,-1 2 0 16,6 0 0-16,1 0 1 15,3-1-2-15,-3-1 3 16,-1 0 0-16,-9 4 0 15,-7-2 0-15,-9 2 1 16,-8 2-1-16,-7-1 1 16,-21 4 1-16,19 0-1 15,-19 0 2-15,0 0 1 0,0 0 3 16,0 0 3-16,0 0 7 16,0 0 0-1,-16 10 1-15,16-10-2 0,-17-1-1 16,2-1-1-16,-5 5-4 15,-6-3-6-15,-3 2-4 16,-9 0 0-16,-2 3 0 16,-9 0 0-16,1 2 0 15,-5 2 0-15,1 0 0 16,0-1 0-16,4 3 0 16,3-3 0-16,-1 1 0 15,8 0 0-15,2-3 0 0,10 0 0 16,3-1 0-16,8-2-3 15,15-3-9-15,-18 2-3 16,18-2 0 0,0 0-1-16,0 0 1 0,0 0 1 15,0 0 2-15,0 0 5 16,0 0 3-16,0 0 4 16,0 0-2-16,0 0 1 15,0 0-1-15,0 0 3 16,0 0-2-16,0 0-1 15,0 0 1-15,0 0-2 16,0 0 2-16,0 0 1 16,0 0-2-16,0 0 0 15,0 0 2-15,0 0 0 0,0 0 1 16,0 0-1 0,0 0 1-16,0 0 0 15,0 0 3-15,0 0 1 0,0 0 1 16,0 0 2-16,0 0 1 15,0 0-3-15,0 0 0 16,0 0-2-16,0 0-5 16,0 0-4-16,0 0-1 15,0 0-1-15,0 0-1 16,18-14 3-16,-18 14-2 16,34-8 4-16,-4 2 2 15,10-1 2-15,5-1 0 16,9-1 0-16,8-1-1 15,2-2 0-15,6 0 1 16,-6-2 0-16,-3 3 0 16,-9 1-2-16,-7 1 0 0,-12 4 1 15,-7 0 0-15,-10 3 0 16,-16 2 2-16,0 0 3 16,0 0 3-16,0 0 3 15,0 0 2-15,0 0 2 16,0 0 3-16,0 0-2 15,0 0 0-15,0 0-4 16,-19 16-11-16,19-16-1 16,-20 5 0-16,20-5-78 15,-22 2-92-15,22-2-5 16,-10-23-7-16,16-3 0 16,20 0-3-16</inkml:trace>
  <inkml:trace contextRef="#ctx0" brushRef="#br0" timeOffset="103814.67">26731 13323 183 0,'-17'2'115'0,"-2"-2"20"16,-1-2-15-16,20 2-9 15,-29 0-10-15,29 0-10 16,-26-3-16-16,26 3-15 16,-23-2-28-16,23 2-32 15,-26-3 0-15,26 3 0 16,-29-2 0-16,13 0 0 16,1 2 0-16,-3 2 0 15,-1 0 0-15,0 1 0 16,0 1 0-16,2 1 0 15,-3-2 0-15,1 2 0 16,0 1 0-16,2-3 0 0,17-3 0 16,-26 7 0-16,26-7-10 15,0 0-4 1,0 0 1-16,0 0 1 16,0 0-1-16,17-10-1 0,9 6 2 15,2-3 6-15,8 2 4 16,10 0 0-16,13 0 0 15,8 1 0-15,8 1-1 16,7-1 1-16,4 4 1 16,5 0 0-16,1-1 2 15,-2-3 0-15,-5 2 1 16,-9 1-2-16,-10-3 2 16,-14 1-1-16,-10 1 1 0,-12 0 0 15,-15 2 9-15,-15 0 5 16,0 0-1-1,0 0 1-15,-22 4-2 16,-1-1 1-16,-7-3-4 0,1 4-11 16,-13-1 0-16,-6 1 0 15,-8 3 0-15,-1-2 0 16,-6 3 0-16,-1 1 0 16,-4 0 0-16,-4-1 0 15,-5 1 0-15,3 0-3 16,-1-1 0-16,0-1 2 15,4 0-1-15,5-2 1 16,2 1 0-16,12 0 0 16,7-2-1-16,8-2-5 15,15 1-4-15,3-3-3 16,19 0 2-16,0 0-1 16,0 0 2-16,0 0 0 0,15-9 1 15,3 6 4-15,8 0 4 16,5-3 3-16,9-1-1 15,8 0-1-15,4-1-1 16,13-1 1-16,2 1 0 16,11-3 0-16,1 1 2 15,-1 1 0-15,-4 2 2 16,1 0-1-16,-11 2 2 16,-8 0 0-16,-15 3-1 15,-11 0 0-15,-11 2 2 16,-19 0 5-16,0 0 4 15,0 0 0-15,0 0 1 16,0 0-3-16,0 0 1 0,-16 9-1 16,16-9-12-16,-17 2 0 15,17-2 0-15,-26 3 0 16,7 1 0-16,0-1 0 16,-4 2 0-16,-3 2 0 15,0-2 0-15,-3 2 0 16,-6 2 0-16,5 0 0 15,-3-2 0-15,4 3 0 16,3-3 0-16,3 0 0 16,8-2-2-16,-1 0-6 15,16-5-2-15,0 0-2 16,-17 7-1-16,17-7 0 16,0 0-1-16,0 0 0 0,0 0 3 15,0 0 5-15,0 0 3 16,17-7 2-16,-17 7 3 15,0 0 0 1,0 0 0-16,0 0 1 0,0 0 0 16,0 0 0-16,0 0-1 15,0 0-15-15,0 0-96 16,16-12-45-16,-16 12-6 16,0-15-4-16,0-1 1 15,0 16-3-15</inkml:trace>
  <inkml:trace contextRef="#ctx0" brushRef="#br0" timeOffset="106422.52">25556 7660 205 0,'0'0'81'15,"-23"-2"9"-15,23 2 19 16,0 0-13-16,0 0-20 0,33 2-16 15,-10-2-13-15,6 5-4 16,13 0-1-16,10 0-9 16,7 2-34-16,12-3 3 15,7 1-4-15,16-2 4 16,10 1-4-16,9-3 4 16,10-1-4-16,7 0 2 15,9-3-1-15,4 3-4 16,3-4 5-16,-9 1-3 15,-2-2 3-15,-8 0-3 16,-11-1 6-16,-15 1-5 16,-14 0 5-16,-13 0-1 15,-18 0 0-15,-15 3-1 0,-11 0 1 16,-8 0-1-16,-22 2-3 16,0 0 4-16,0 0 2 15,0 0 5-15,0 0 4 16,0 0 2-16,0 0-1 15,-15 4-1-15,-1-6 1 16,-10 0-5-16,-7-1-2 16,-8 0-3-16,-15 3-3 15,-12-2-2-15,-13 2 0 16,-20 0 1-16,-8 0-1 16,-15 2 3-16,-13-1-2 15,-9 1 0-15,-8-2-3 16,-9 0 2-16,1 2 0 0,-1-1 0 15,5 3 2-15,9-2-1 16,10 1-1-16,9-1-2 16,17 1 1-16,18-1-4 15,20 2-3-15,18-6-4 16,17 2 1-16,14-2 1 16,26 2 0-16,21-3 0 15,20 1 3-15,18 0-1 16,18 2 5-16,18 0 2 15,21 2 1-15,20 1-2 16,17 3 0-16,11-1 0 16,12 3 1-16,15 1 5 0,1-2-5 15,3 2 6-15,-1-2-4 16,-6-4 6-16,-16 0-4 16,-16-1 6-16,-21-4-5 15,-22 1 0 1,-25 1 0-16,-20-4 1 0,-23 4-2 15,-15 0 4-15,-30 0 9 16,19 2-1-16,-19-2 1 16,0 0 0-16,-30 2-1 15,15-1 0-15,-15-2 0 16,-4 2-5-16,-12-1-9 16,-13 2-2-16,-12 0-1 15,-10 5 0-15,-13-2 1 0,-15 4-1 16,-6-1 0-16,-8 4 1 15,-6 1-1-15,-4-1 0 16,-1 2 5 0,-1-2-8-16,1 2 8 0,7-2-9 15,11 0 8-15,3-2-8 16,19 1 9-16,16-1-9 16,19-3-2-16,18-4-2 15,11 2-1-15,30-5 1 16,0 0 0-16,0 0-1 15,33 6 1-15,9-6 4 16,13 0 5-16,13 0 4 16,14-2 1-16,11-2-102 0,11-6-66 15,13-2 2 1,-8-21-12-16,13-5-5 16,-10-26 72-16</inkml:trace>
  <inkml:trace contextRef="#ctx0" brushRef="#br0" timeOffset="109386.62">22133 10424 485 0,'3'-29'207'0,"-6"8"-6"15,-1-3-109-15,-8-6-75 16,5 2-6-16,-3 1-11 15,-2 1-3-15,-2 3-3 16,2 6-4-16,-4 3-1 16,-1 4-2-16,-2 5-2 15,-4 1 1-15,0 9-1 16,-3 0 4-16,0 8 1 0,0 0 4 16,0 8 1-16,0 3 4 15,4 6 0 1,3 6 3-16,3 1 0 15,2 4 1-15,7 4 0 0,4 2 5 16,6 0-4-16,1-1 6 16,6 1 3-16,6 0-7 15,6-2 7-15,8 2-8 16,-1-4 6-16,6-2-13 16,1 3 9-16,-1-1-14 15,2-3 2-15,-8 0-1 16,-6 1-2-16,-8 1 1 15,-8-1-1-15,-10 2 2 0,-9-1 0 16,-11-2 4 0,-10 0 0-16,-3-4 1 15,-10-5-1-15,-6-5 3 16,4-3-3-16,-4-10 1 0,3-4 0 16,4-5 1-16,7-6 5 15,5-3 3-15,7-4 1 16,3-3-6-16,11-4-1 15,2-1 0-15,6 0-1 16,4-1-3-16,4 1-3 16,-1-2-4-16,-3 19 0 15,19-28 6-15,-19 28 3 0,26-20 2 16,-26 20 3 0,33-6 2-16,-10 10-1 15,-1 6 2-15,4 6-1 16,4 5-2-16,-2 4-1 0,1 8-3 15,1 4-5-15,-4 4 0 16,0 6 1-16,-4 1 1 16,-6 3-2-16,1-1 2 15,-5 2-1-15,-5-2 4 16,0 2-1-16,-2-2 2 16,-1-3-5-16,-4-2 3 15,3 3-2-15,1-1 2 16,-4 2-1-16,3-1 2 15,-3 2-2-15,0-1 3 16,-3 3-2-16,-1 1 2 16,-3 1 1-16,-1 1-2 15,-3 1 1-15,-1-3-3 0,2-2 4 16,-2-3-4-16,-2-1 4 16,5-4-5-16,2-5 2 15,4-7 3-15,-4-3 2 16,10-6 2-16,1-2-2 15,3-5 0-15,-7-15-3 16,26 19-1-16,-7-14-2 16,7-1-1-16,0-4-2 15,5 0-2-15,2-5 2 16,7 1 2-16,2-1 1 16,-1-2 2-16,8 0-1 15,-7 0 0-15,1 0 2 16,-5 2-1-16,-5 0 4 0,-7 1 0 15,-7 3-42-15,-19 1-114 16,7-16-18-16,-7 16 1 16,-22-36-7-16,15 6 1 15</inkml:trace>
  <inkml:trace contextRef="#ctx0" brushRef="#br0" timeOffset="110982.76">25750 10341 559 0,'18'-19'177'0,"-18"19"-54"16,-7-33-50-16,7 14-29 15,-7-2-49-15,-2-3-3 16,-5 0 0-16,-1-1-2 16,-5 6 0-16,3 2 1 0,-6 5 1 15,1 2 2 1,3 4 0-16,-4 8 1 0,1 5 0 16,-1 3 2-1,-3 8-1-15,0 3 2 16,0 6-1-16,0 6 2 0,3 5 0 15,1 2 2-15,-1 3-2 16,9 2 2-16,2-1-1 16,5-1 2-16,7 0-1 15,7 0 5-15,0-1 2 16,5-1-5-16,7-2 6 16,1 0-7-16,4-2 5 15,4-1-6-15,1-1 6 0,1-2-10 16,-4-1 1-1,3 0 1-15,-3 1-1 16,0-1 1-16,-7 1-1 16,0 0 1-16,-5 0-3 0,-2 0 5 15,-5 0-3-15,-1 0 2 16,-3-2-1-16,-3-2 1 16,-3-1-2-16,-3-2 4 15,-1-2-2-15,-8-1 0 16,-3-3 0-16,-8-2 1 15,-1-1-2-15,-10-5 1 16,-4-1 0-16,-8-6-1 16,0-2 0-16,1-3-1 15,3-3 1-15,-2-2 0 16,9-4 2-16,5-1 3 16,7-3 7-16,10 1 0 15,4-3 1-15,12 15 0 0,-11-31 0 16,18 15-1-16,-1-1 0 15,7-1-4-15,3 1-5 16,7 0-2-16,-1 3-1 16,8 4 0-16,-1 4-2 15,4 3-1-15,-2 8-2 16,2 2 0-16,4 9-3 16,-6 3 2-16,-1 3-2 15,-1 2 1-15,-3 6 1 16,-3-1 2-16,-1 2-1 15,-3 1 2-15,-1 4-1 16,-3 2 4-16,-3 0 0 16,2 2-1-16,-1 0 0 0,-7 3 2 15,5 2 0-15,-2 2-1 16,-2 1 1-16,-4 1-2 16,6 1 0-16,-6 0 3 15,4 4-2-15,-3-1 1 16,-1-1-2-16,2 0 4 15,2-3-3-15,-3-3 1 16,-1-1-1-16,1-1 2 16,-4-5-2-16,3 0 3 15,-3 0 0-15,0-2-5 16,-3-4 4-16,3-2-4 16,0 2 6-16,0-2-6 15,0-5 5-15,0-2-7 0,0-3 4 16,0 1 1-16,0 1 0 15,3-2 2 1,1-4-2-16,-3 2 3 16,6-2-1-16,-3-1 1 0,-4-16 1 15,12 26 3-15,-12-26 1 16,17 15 4-16,-17-15-2 16,19 9 2-16,-19-9-1 15,23 2-1-15,-8-6-1 16,6-1-2-16,2-2-4 15,3 0-2-15,2-1 0 16,1-3-2-16,4 1 1 16,0 1-1-16,-2 2 2 0,-5 0-2 15,-3 2 3 1,-6 2-2-16,-1-1 0 16,-16 4 1-16,19-3 1 15,-19 3-4-15,0 0-42 0,0 0-121 16,-22-23-11-16,9 8-1 15,-4-17-3-15,12-4 0 16</inkml:trace>
  <inkml:trace contextRef="#ctx0" brushRef="#br0" timeOffset="129435.87">29227 7516 116 0,'0'0'54'16,"0"0"4"-16,0 0 0 15,0 0-3-15,0 0-11 0,0 0-7 16,0 0-7-16,0 0-8 16,0 0-9-16,0 0-13 15,0 0-43-15,0 0-38 16,0 0-31-16,19-2-4 16,-8-13 0-16,11 8 98 15</inkml:trace>
  <inkml:trace contextRef="#ctx0" brushRef="#br0" timeOffset="135924.49">22515 11066 246 0,'0'0'170'15,"0"0"-33"-15,-16-5-8 16,16 5-11-16,0 0-17 15,-16-7-18-15,16 7-44 16,0 0-39-16,0 0 0 0,0 0 0 16,-13-2 0-16,13 2 0 15,0 0 0-15,0 0 0 16,19-3 0-16,-2 1 0 16,6-1 0-16,6 1 0 15,6-2 0-15,10 3 0 16,2-1 0-16,3-1 0 15,2 1 0-15,0 0 0 16,-7 2 0-16,-1 0 0 16,-10 0 0-16,-7 0 0 15,-8 0 0-15,-19 0 0 16,22 2 0-16,-22-2 0 16,0 0 0-16,0 0 0 0,0 0 0 15,0 0 0-15,0 0 0 16,0 0 0-16,0 0 0 15,0 0-5-15,0 0-1 16,0 0-2-16,0 0 1 16,-22 7 1-16,6-9 2 15,-3 0 1-15,-7 1 0 16,-7-3 3-16,-5 1 0 16,-7-1 1-16,-4 1-3 15,-3 1 2-15,0 0-2 16,0 1 0-16,0 1 0 15,7 0 0-15,5 0 0 16,12-2 3-16,5 4 4 0,23-2 1 16,-17-2 1-16,17 2 0 15,26 2 0-15,0-2 0 16,10 1 1 0,6-1-3-16,10 2-5 0,9 1 0 15,1-1 0-15,3-2 0 16,6 0 0-16,-3 0 0 15,1 0 0-15,-1 0 0 16,-4-2 0-16,-9 2 0 16,-6-1 0-16,-4 1 0 15,-12 0 0-15,-7 0-2 16,-7 1-2-16,-19-1 0 0,0 0-3 16,0 0 2-16,0 0-1 15,0 0 1-15,-26-1 1 16,0-1 2-1,-3-1 0-15,-10-1 2 0,-2 2 0 16,-11 1-1-16,-7-1 1 16,-9 4-1-16,-3 1-1 15,-4 1 1-15,-3 1-1 16,3 2 2-16,1-2-1 16,6 0 0-16,6 2 0 15,20-2 0-15,7-3 5 16,14 0 2-16,21-2 1 15,0 0 0-15,33 3 0 0,4-1-2 16,17 0 2 0,5-1 0-16,12 3-5 15,0-1-3-15,7-1 0 16,-7 0-1-16,-3-1 0 0,-9 1 1 16,-7 0 0-16,-10 0-2 15,-13-2-1-15,-10-2-1 16,-19 2 0-16,19 2 0 15,-19-2 1-15,0 0 0 16,0 0 0-16,0 0 3 16,0 0-3-16,0 0-109 15,0 0-52-15,0 0-7 16,0 0-2-16,0-21-4 16,0 21 5-16</inkml:trace>
  <inkml:trace contextRef="#ctx0" brushRef="#br0" timeOffset="137128.37">29901 11058 483 0,'0'0'195'15,"0"0"-31"-15,0 0-70 16,0 0-21-16,33 6-59 16,0-4-14-1,5 0 0-15,14 0-13 0,9 1 5 16,8-1 6-16,2 0 0 16,7-1 1-16,-1 1 1 15,-3-4 1-15,-4-1 0 16,-13-1-2-16,-8 1 0 15,-9-1 1-15,-13 3 1 16,-9-1-6-16,-18 2 1 16,0 0-1-16,0 0 0 15,0 0 0-15,-37 7 1 0,11-5 0 16,-9-1-2 0,-1 1 6-16,-13 0 0 15,-3-2 1-15,-8 3 0 16,-6-1-1-16,5 0 0 0,-3-1-1 15,8 3 1-15,8-4 2 16,8 2 3-16,8-4-3 16,18 4 3-16,14-2 0 15,0 0-1-15,30 1 0 16,6 1 0-16,10 2-3 16,11 1-4-16,2 2 2 15,9-2 0-15,3 0 1 16,0-1 2-16,-9-1-108 15,-6-1-77-15,-14-23-17 16,-1-5-2-16,-22-28-5 16,14-10 116-16</inkml:trace>
  <inkml:trace contextRef="#ctx0" brushRef="#br0" timeOffset="144779.81">22279 12203 184 0,'0'0'101'0,"-11"-20"23"16,11 20-7-16,-9-19-7 0,9 19-6 15,-3-16-14-15,3 16-13 16,0 0-18-16,0 0-31 15,0 0-29-15,12-16-2 16,-12 16-2-16,30 2-2 16,-8 0 4-16,4 0 0 15,11 1 1-15,8-1 0 16,3 0 0-16,11-1 1 16,9-1 1-16,3 0 0 15,4-1-1-15,0 1-1 16,3-2 1-16,-4 0 0 15,-2 2-1-15,-5 0 2 0,-8 0-1 16,-10 0-1-16,-4 4 0 16,-10-1-2-16,-13-1 0 15,-4 1-1 1,-18-3 1-16,0 0 0 16,0 0 0-16,0 0 0 0,-40 4 1 15,8-6 2-15,-4 2 1 16,-13 0-1-16,-3 3 1 15,-8 1-1-15,-6 3 0 16,-9-2 0-16,4 4 0 16,-4-1 0-16,-3 3 0 15,7-3 1-15,0-1-1 16,3-2 1-16,16 1 0 0,7-3 2 16,10-3 2-16,11 0 3 15,24 0 0-15,-19-5 1 16,19 5 0-16,33-7-1 15,0 2-1-15,12 1-1 16,9 1-3-16,12-2-2 16,8 1 0-16,1 3-1 15,3-3 0-15,-7 4 0 16,-3-2-1-16,-9 2 1 16,-9 0-1-16,-13 2-2 15,-11 0 0-15,-4 0-1 16,-22-2 1-16,16 3 1 15,-16-3 1-15,0 0 0 16,0 0 1-16,0 0-103 0,0 0-53 16,21-5-9-1,3-4-5-15,6-13-2 16,22-3 10-16</inkml:trace>
  <inkml:trace contextRef="#ctx0" brushRef="#br0" timeOffset="146067.74">30416 12207 35 0,'-38'-10'85'16,"15"8"0"-16,-10-5 13 15,4 2 15-15,-6 3-2 16,-1 0-4-16,-2 6-9 16,-2-3-15-16,-2 6-19 15,0-1-24-15,2 2-22 16,2 3-17-16,2-3-1 16,1 1 0-16,12-2 1 15,1-2 4-15,22-5 3 16,-19 5 1-16,19-5-1 15,0 0 0-15,35-3-1 0,-3-1 1 16,10-1-1-16,7 0-4 16,6 0-2-1,13-2-1-15,0 0-1 0,3 2 1 16,0-1 0-16,-8 1 0 16,-3 4-1-16,-8-1-3 15,-12 2-2-15,-10 0-3 16,-11 0 0-16,-19 0 1 15,0 0 2-15,0 0-2 16,0 0 0-16,-37 10 1 16,11-8 3-16,-12 1 2 15,-3 3 2-15,-12-1 0 0,-6 2-2 16,-5 1 2-16,-5 1 0 16,-2 1 1-16,-1-1 0 15,8 0-1 1,5-1 1-16,14-4 0 0,7-1 8 15,15-3-2-15,23 0 1 16,0 0-1-16,0 0 1 16,42-24 0-16,3 14 0 15,14-1-3-15,9-1-6 16,13 0 2-16,3 2-1 16,1-1-1-16,-2 3 1 15,-1 1 0-15,-8 1-2 16,-6 1 2-16,-12 2 0 0,-15 1-2 15,-8 0-3-15,-7 2-2 16,-10 0-1 0,-16 0 0-16,0 0 1 15,0 0-1-15,0 0 0 0,0 0 1 16,0 0 3-16,0 0 3 16,0 0 1-16,0 0 1 15,0 0-2-15,0 0 0 16,0 0 0-16,0 0 1 15,0 0 0-15,0 0-1 16,0 0 0-16,0 0 1 16,0 0-1-16,0 0 1 15,0 0 0-15,0 0 0 16,0 0 1-16,0 0 0 16,0 0-1-16,0 0 2 15,0 0 0-15,0 0 0 16,0 0 0-16,0 0 0 0,0 0 0 15,0 0 1-15,0 0-1 16,0 0 1-16,0 0-1 16,0 0 1-16,0 0-1 15,0 0 0-15,0 0-75 16,0 0-84-16,0 0-8 16,-4-20-5-16,4 2-3 15,-8-22-1-15</inkml:trace>
  <inkml:trace contextRef="#ctx0" brushRef="#br0" timeOffset="153195.9">22655 13258 56 0,'0'0'82'16,"-22"-6"3"-16,22 6 22 16,0 0 15-16,-23 0-8 0,23 0-1 15,0 0-9-15,-14 4-11 16,14-4-22-16,0 0-21 15,0 0-35-15,0 0-25 16,0 0-4-16,0 0 1 16,0 0 1-16,0 0 0 15,0 0 4-15,14 17 1 16,5-13 5-16,4 1 7 16,10-3 3-16,5 1 1 15,7 0 0-15,7 3-1 16,7-5-3-16,2 1-2 15,-2 0 1-15,2 0-2 16,-6 1 0-16,-3 1-2 0,-7-3 1 16,-6 1-2-16,-6-2 0 15,-7 2 1-15,-11-1-4 16,-15-1-3 0,18 4-3-16,-18-4 1 0,0 0 1 15,-19-2-1-15,-2 4 1 16,-5-2-1-16,-9 0 3 15,-5 2 5-15,-9-2 1 16,-3 3 1-16,-5 1-2 16,-2 1 0-16,-2 0 1 15,-1 0-1-15,5 0 1 16,1 2 0-16,7-2 0 0,8-1-2 16,11 1 2-16,8-3 6 15,22-2 3 1,-18-2 1-16,18 2-1 15,26-9 0-15,4 1 0 16,15 1 1-16,4-4-2 0,13 1-6 16,6 0-4-16,6-1 0 15,5 3 0-15,-5 1 1 16,-6 0 0-16,-9 2 0 16,-11 3-4-16,-13 0-4 15,-12 2 1-15,-23 0 1 16,0 0 1-16,0 0-1 15,-32 9 0-15,-7-6-1 0,-13 6 6 16,-6 0 3 0,-8 3 0-16,-8 5 0 15,-6 2-2-15,2 0 2 16,0 2-1-16,6 0 1 0,10-4-1 16,8-3 0-16,14-2 0 15,14-7 8-15,7-3 0 16,19-2 0-16,0 0 1 15,30-11 0-15,3 1-1 16,12 0 1-16,3-2 1 16,10-2-9-16,4 0 1 15,-1 2-2-15,-6-2 1 16,-3 2-1-16,-10 3 1 16,-9 2-5-16,-10 4-5 15,-23 3 0-15,19-4 1 16,-19 4 1-16,-19-1-1 15,-4 2 0-15,-6 1-1 0,-6 3 5 16,-9-1 4-16,-4 1-1 16,-1 2 0-16,1 1-1 15,2 1 1-15,8 0 1 16,2-1 0-16,10-2 0 16,10-1-1-16,16-5 1 15,-19 5 2-15,19-5 2 16,0 0 1-16,0 0 0 15,23 2 1-15,-8-1 0 16,4 1 0-16,-1 2 2 16,4-1-2-16,4 1 1 15,-3-4-2-15,-1 1-1 16,4-4-121-16,4 1-52 0,-7-10 0 16,11 3-6-16,3-15-2 15,23 2-2-15</inkml:trace>
  <inkml:trace contextRef="#ctx0" brushRef="#br0" timeOffset="153856.37">30138 13389 212 0,'-48'9'173'0,"8"3"-16"15,9 0-60-15,-2-5-19 16,14 5 2-16,1-7-4 16,18-5-6-16,0 0-23 15,33 16-39-15,5-16-1 16,18 2-1-16,12-2 1 0,6 0-3 15,15-2-3-15,-2-2-2 16,1 3 1 0,-5-3-1-16,-8 1 1 15,-12-1-2-15,-13 1 3 16,-10 1-4-16,-14 2-4 0,-11-2-2 16,-15 2 1-16,0 0 0 15,-26-7-106-15,-5 4-63 16,-17-16-4-16,-4 0-5 15,-14-31-5-15,8 1 56 16</inkml:trace>
  <inkml:trace contextRef="#ctx0" brushRef="#br1" timeOffset="166079.34">23433 13818 264 0,'33'7'173'0,"-33"-7"-40"16,22 2-22-16,-22-2-10 16,16-2-20-16,-16 2-26 0,16-10-30 15,-16 10-20 1,10-19-2-16,-10 19 0 15,0-29-2-15,0 11-3 16,0-3-2-16,-3 2-2 0,-4-1 3 16,1-3-2-16,-4 4 0 15,0-3 2-15,-3 3 0 16,-2-1 3-16,1 0-1 16,-5 2 3-16,0-1 0 15,0 6 4-15,-2-1 0 16,-2 3 0-16,4-3 0 15,0 6 1-15,-3-1-1 16,-1 4 0-16,-3 0-1 16,0 1-3-16,-7 1 0 15,2 1 0-15,-6 0 0 16,1 4-2-16,-2 0 0 16,-1 0 0-16,-4-1 0 0,-2 3 0 15,-4-3 0-15,1 3 0 16,-1-1-1-16,0-1 1 15,1 2 0-15,-1-1 0 16,1 2-1-16,3-1 0 16,3 3 0-16,2 1 0 15,-2 4 0-15,1 1-3 16,1 4 2-16,2 0-3 16,1 6 1-16,2 1-1 15,2 4 0-15,-5 1-2 16,5 2 1-16,0 4 2 15,4 3-2-15,1-2 2 16,2 6 0-16,-4-1 0 0,8 6-1 16,3 0 2-16,-2 3-1 15,5 4 1-15,6-1-2 16,1 3 2-16,6-1-1 16,-1 2 2-16,8 0 2 15,6-1-4-15,2-1 5 16,7 0-3-16,0-3 6 15,11-1-4-15,-1-1 6 16,11-3-5-16,2-4 3 16,7-2 2-16,6-4-1 15,2-1 1-15,11-3-2 16,2-2 2-16,1-3 2 16,3-6 1-16,1-4 0 0,5-5 1 15,-5-4-1-15,3-5 0 16,-4-6 0-16,1-2-3 15,3-8-2 1,-3 2-3-16,-1-2 0 0,-2-6-1 16,-1 1 1-16,-7-2-2 15,-2-3 2-15,-6-6-1 16,-2 2 1-16,-6-5-1 16,-4-6 2-16,-6 5-1 15,-2-7 0-15,-4 5 0 16,-6-4 1-16,-4 0 6 15,-3-2-8-15,-5-2 4 0,-7 1-5 16,2-2 4-16,-9-2-6 16,-5-2 6-16,-2 0-9 15,-7-3-3-15,2 1 3 16,-4-1-2 0,-1 2 1-16,-2-4-1 0,-1 2 2 15,-2-2-2-15,-1 0 3 16,-3 2 1-16,4 3 0 15,-4 0-1-15,0 4 1 16,-4 3 3-16,1 5 2 16,-6 2 1-16,-5 6-1 15,-5 3 0-15,-7 1 0 16,-9-1 1-16,-5 6-63 0,-2 5-79 16,-10-6-24-16,4 10-6 15,-6-1 2 1,14 13-6-16</inkml:trace>
  <inkml:trace contextRef="#ctx0" brushRef="#br1" timeOffset="167687.49">25974 14549 125 0,'0'0'107'0,"0"0"-24"16,0 0-23-16,0 0-5 15,0 0 13-15,0 0 4 16,18-4-6-16,-18 4 4 15,15 11-11-15,-15-11-3 0,30 17-19 16,-15-6-8-16,11 4-28 16,4 1-1-16,-1-1 2 15,10 1 0-15,0-1 2 16,10-1 0-16,0 0 2 16,1-2-2-16,6-1 1 15,-1-4 1-15,1-1 0 16,4-2-1-16,3-2-2 15,-2-2 0-15,1-4-2 16,2-1 0-16,4-2-1 16,3-5-1-16,-1 0 0 15,-3-4 0-15,5-3 0 0,-5-2 1 16,-4-3 1-16,-3-3 0 16,-1-3 4-16,-6-1-7 15,-5-2 5-15,-6-3-5 16,-4-2 4-16,-2-4-4 15,-3-3 2-15,-7 0-3 16,-3-5 0-16,-4 0 3 16,-3-1-2-16,-9 1 1 15,0 2-2-15,-7-1 2 16,0 8-1-16,-7-2 1 16,-4 6-3-16,-4 1 3 15,-4 1-1-15,-4 1 1 16,-3-1 0-16,0 0 2 0,-7 1 4 15,-2 1-2-15,-1-2 3 16,-6 2-2 0,-3 0 3-16,-7 4-1 15,0 5 3-15,-7 0-3 0,2 3-3 16,-6 3 1-16,2 5-2 16,-1 0 0-16,1 5 0 15,2 3-1-15,0-1-1 16,-2 6-1-16,2 4 0 15,-5 1-1-15,-4 4 1 16,-1 1-2-16,-8 4 1 16,-1 2-1-16,4 1-1 15,3 4 3-15,-4-1-5 0,7 6 3 16,2 4-3 0,11-1 4-16,1 6-4 15,9 3 2-15,-2 2-3 16,9 6 0-16,1 3 3 0,6 1-3 15,8 6 2-15,6 6-2 16,8-2 2-16,9 8 0 16,9-1 3-16,5 1-1 15,12 1 4-15,5-1 1 16,9-4-4-16,9-4 7 16,3-4-4-16,9-8 5 15,6-5-4-15,8-6 4 16,7-4-5-16,3-11 1 15,8-3 2-15,5-8 0 16,2-4 2-16,1-7-1 16,5-4 1-16,-9-8-2 15,4-5-42-15,-1-4-74 0,1 2-36 16,-7-9-16-16,10 2-1 16,-7-8-4-16,14 9 32 15</inkml:trace>
  <inkml:trace contextRef="#ctx0" brushRef="#br1" timeOffset="168835.3">29869 14485 576 0,'-26'2'174'16,"0"-6"-19"-16,4 2-102 16,22 2-58-16,-21 18 7 15,19-3-2-15,-1 4 9 0,8 6-4 16,5 2 2-16,6 3-4 16,7-1 0-16,9 4 1 15,10-4-4-15,5-3-3 16,10 0-5-16,2-7 2 15,16-3 0-15,-4-4 4 16,11-5 1-16,1-5 0 16,2-6 0-16,5-4 1 15,-3-6 0-15,2-2-2 16,-6-5 0-16,-1-5-1 16,-4-3 2-16,-7-6 7 15,-10-4-5-15,-2-3 5 0,-7-1-4 16,-7-6 5-16,-5-1-1 15,-6-2 4-15,-11-5-2 16,0 2-1-16,-10-1 3 16,-4 1-2-16,-5 0-6 15,-4 1-2-15,-9 2 0 16,-1 2 0-16,-3 3 0 16,-7 5 0-16,-3 3 0 15,-7 1-6-15,3 1-4 16,-10 1-1-16,4 3 2 15,-8 0-1-15,-1 4-1 16,2-3 5-16,-5 5-1 16,3-1 4-16,-3 2-1 0,0 4 2 15,2 1-2 1,1 2 1-16,0 3 4 0,-3 2-3 16,0 1 2-1,-2 2-1-15,2 1 1 0,-4 3-2 16,-3 2 1-16,-1 1 0 15,-3 6 0-15,0 1 0 16,1 8-1-16,-2 3 1 16,-2 3-1-16,-2 4 2 15,-2 6 1-15,8 1-2 16,-3 5 2-16,6 2-1 16,4 3 1-16,-1 1-1 15,1 6 3-15,6 2-4 0,2 3 0 16,-2 2 2-1,9 5-2-15,-1 2 3 16,8 2-2-16,3 1 2 16,9 1 2-16,7-1 4 0,7-2-1 15,7-1 4-15,9 0 1 16,8-2-6-16,11-3 5 16,10-2-6-16,17-5 1 15,13-4-6-15,19-9 1 16,19-4-7-16,17-9 2 15,16-11 3-15,6-5-4 16,13-8-1-16,7-2-38 16,0-7-31-16,3-1-26 15,-6 1-4-15,6 0-2 16,0-2-1-16,9 6 0 16,2-3-2-16,5 3 20 15,14 4 19-15,-2-6 11 0,14 8 60 16,-5-8 0-16</inkml:trace>
  <inkml:trace contextRef="#ctx0" brushRef="#br1" timeOffset="169811">33999 14564 559 0,'-56'4'179'16,"-1"-6"-11"-16,5 0-104 16,10 6-50-16,9 1-10 15,4 2 3-15,10 0-1 16,19-7-8-16,-23 24-3 15,23-24-3-15,9 26 1 16,8-10-2-16,13 1-2 16,4-1-3-16,12 1-1 15,6-7 9-15,7 2 1 16,5-5 4-16,2-3 1 16,2-4 2-16,-4-5-1 0,4-4-1 15,-3-3 3-15,0-2-2 16,-1-5 2-16,-2-4-3 15,-4-1 1 1,1-7 3-16,-7-4-1 0,-4-3 5 16,-6-1-7-16,-6-5 5 15,-3-1-5-15,-8-5 5 16,-4-2-5-16,-6-3 2 16,-8 1 1-16,-3-3 0 15,-8-2 6-15,-3 4 2 16,-8-2 3-16,1 5-3 15,-2 3-8-15,-3 9-4 16,-2 1 0-16,2 7 0 0,0 5 0 16,-4 4 0-16,4 6 0 15,-3 3 0 1,1 4 0-16,-2 1 0 16,1 4 0-16,-6 1-3 0,-1 3 0 15,-4 1 1-15,-4 1 0 16,2 1 0-16,-1 2 1 15,-2 3 0-15,1-2 0 16,3 2 1-16,-3 0 0 16,6 1 0-16,-2 1 0 15,-4 1 0-15,6 2 0 16,-2-1 1-16,0 1-1 16,2 2 0-16,1-2 0 0,1 0 1 15,3 4-1-15,-4-1 1 16,4 1 0-16,0 1 1 15,4 0 0 1,-4 4 1-16,1 0 0 0,1 1-2 16,2 1-1-16,-1 1 0 15,0 4 0-15,1 1 0 16,3 4 0-16,-4 2 0 16,4 3 0-16,5 5 0 15,-1 0 0-15,1 8 0 16,5 0 0-16,2 5 0 15,7 1 0-15,4 2 0 16,8 0-1-16,5-2-14 0,9 3 5 16,12-4-6-1,18-4 5-15,12-14 3 16,32-12-124-16,23-14-47 16,20-36-9-16,32-21 1 0,4-51-4 15</inkml:trace>
  <inkml:trace contextRef="#ctx0" brushRef="#br1" timeOffset="-214020.97">22454 12205 99 0,'0'0'38'15,"0"0"0"-15,0 0 0 16,0 0-1 0,0 0-4-16,0 0-2 0,0 0 5 15,0 0 3-15,0 0 4 16,0 0 3-16,0 0 3 16,0 0 3-16,0 0 5 15,0 0 4-15,0 0-2 16,0 0-6-16,0 0-7 15,0 0-7-15,0 0-5 16,0 0-10-16,0 0-9 16,0 0-9-16,0 0-6 0,0 0-2 15,0 0-3-15,0 0-6 16,0 0-12-16,16-2-23 16,-16 2-35-1,0 0-33-15,0 0-26 0,0 0-23 16,26-10-9-16,-26 10 4 15,36-21 121-15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22:25.2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2197 1520 468 0,'0'0'213'0,"0"0"-57"15,-16-80-33-15,16 80-60 16,0 0-63-16,0 0 0 15,0 0 0-15,0 0 0 16,0 0 0-16,0 0 0 16,0 0 0-16,0 0 0 0,0 0 0 15,0 0 0-15,0 0 0 16,0 0 0-16,0 0 0 16,-10 102 0-16,10-102 0 15,3 132 0-15,-3-61 0 16,4 2 0-16,-4-2 0 15,3-6 0-15,2-9 0 16,2-13 0-16,-3-14 0 16,6-8 0-16,-10-21 0 15,24-12 0-15,-24 12 0 16,37-74 0-16,-37 74 0 16,48-109 0-16,-48 109 0 15,53-129 0-15,-53 129 0 0,48-107 0 16,-48 107 0-16,42-74 0 15,-42 74 0-15,0 0 0 16,0 0 0 0,0 0 0-16,0 0 0 0,0 0 0 15,0 0 0-15,0 0 0 16,78 20 0-16,-78-20 0 16,0 0 0-16,49 104 0 15,-49-104 0-15,41 73 0 16,-18-45 0-16,-23-28 0 15,0 0 0-15,81 55 0 16,-81-55 0-16,0 0 0 0,85-15 0 16,-85 15 0-16,0 0 0 15,75-84 0 1,-75 84 0-16,42-95 0 16,-42 95 0-16,22-119 0 0,-22 119 0 15,4-121 0-15,-4 121 0 16,-14-99 0-16,14 99 0 15,0 0 0-15,-42-88 0 16,42 88 0-16,0 0 0 16,0 0-62-16,0 0-138 15,0 0-7-15,0 0 11 16,0 0-6-16</inkml:trace>
  <inkml:trace contextRef="#ctx0" brushRef="#br0" timeOffset="9076.24">4498 1186 491 0,'0'0'168'15,"0"0"-25"-15,0 0-19 0,0 0-31 16,0 0-89-16,0 0-4 16,0 0 0-16,0 0 0 15,0 0 0 1,0 0 0-16,0 0 0 15,4 85 0-15,-4-85 0 0,26 69 0 16,-26-69 0-16,0 0 0 16,49 74 0-16,-49-74 0 15,0 0 0-15,0 0 0 16,81 11 0-16,-81-11 0 16,0 0 0-16,80-64 0 15,-80 64 0-15,59-71 0 16,-59 71 0-16,56-75 0 0,-56 75 0 15,0 0 0 1,45-92 0-16,-45 92 0 16,0 0 0-16,0 0 0 15,0 0 0-15,0 0 0 0,0 0 0 16,0 0 0-16,0 0 0 16,0 0 0-16,0 0 0 15,-4 99 0-15,4-99 0 16,16 113 0-16,-2-44 0 15,-2 5 0-15,2 6 0 16,-2 15 0-16,2 7 0 16,-6 2 0-16,-4-2 0 15,-1-7 0-15,-6-10 0 0,-4 0 0 16,-5-14 0-16,1-23 0 16,-4-22 0-1,-1-12 0-15,-1-12 0 16,1-16 0-16,-3-19 0 0,0-19 0 15,2-10 0-15,-2-11 0 16,6 2 0-16,0-5 0 16,9 4 0-16,4 72 0 15,7-123 0-15,-7 123 0 16,26-90 0-16,-26 90 0 16,0 0 0-16,68-94 0 15,-68 94 0-15,0 0-1 16,85-74-154-16,-85 74-22 0,0 0-7 15,87-42-15 1,-87 42-6-16</inkml:trace>
  <inkml:trace contextRef="#ctx0" brushRef="#br0" timeOffset="9420.49">5351 1326 467 0,'0'0'196'0,"0"0"-33"16,0 0-36-16,0 0-57 15,17-71-70-15,-17 71 0 16,0 0 0-16,0 0 0 0,0 0 0 15,0 0 0-15,0 0 0 16,0 0 0-16,54 104 0 16,-54-104 0-16,14 86 0 15,-14-86 0-15,15 90 0 16,-15-90 0-16,18 70 0 16,-18-70-131-16,0 0-67 15,0 0-3-15,0 0-10 16,0 0 12-16</inkml:trace>
  <inkml:trace contextRef="#ctx0" brushRef="#br0" timeOffset="10616.34">6755 1059 324 0,'0'0'210'15,"0"0"-17"-15,0 0-59 16,0 0-18-16,0 0-70 15,0 0-46-15,0 0 0 16,0 0 0-16,0 0 0 16,0 0 0-16,0 0 0 0,0 0 0 15,0 71 0-15,0-71 0 16,0 0 0 0,36 87 0-16,-36-87 0 15,0 0 0-15,0 0 0 0,80 62 0 16,-80-62 0-16,0 0 0 15,89-15 0-15,-89 15 0 16,0 0 0-16,94-64 0 16,-94 64 0-16,0 0 0 15,60-78 0-15,-60 78 0 16,0 0 0-16,0 0 0 16,18-73 0-16,-18 73 0 15,0 0 0-15,0 0 0 16,0 0 0-16,0 0 0 15,-11 71 0-15,11-71 0 16,14 88 0-16,-14-88 0 16,19 120 0-16,-10-44 0 0,1 7 0 15,-3 12 0-15,-2 14 0 16,-1 7 0-16,-9 5 0 16,1-5 0-16,-3-5 0 15,-3-16 0-15,-2-8 0 16,1-20 0-16,-4-25 0 15,15-42 0-15,-26 5 0 16,7-31 0-16,1-22 0 16,-1-15 0-16,4-20 0 15,-1-3 0-15,2-4 0 16,2 7 0-16,8-2 0 16,8 3 0-16,-4 82 0 15,31-126 0-15,-31 126 0 0,63-102 0 16,-63 102 0-16,78-90 0 15,-78 90 0-15,87-66 0 16,-87 66 0-16,81-54 0 16,-81 54 0-16,0 0 0 15,94-45 0-15,-94 45 0 16,0 0 0-16,0 0 0 16,0 0 0-16,0 0 0 15,0 0 0-15,0 0 0 16,68 73 0-16,-68-73 0 15,0 0 0-15,26 71 0 16,-26-71 0-16,0 0 0 16,0 0 0-16,0 0 0 0,81 62 0 15,-81-62 0-15,0 0 0 16,0 0 0-16,87-58 0 16,-87 58 0-1,0 0 0-15,49-87 0 0,-49 87 0 16,0 0 0-16,3-90 0 15,-3 90 0-15,0 0 0 16,-75-54-8-16,75 54-173 16,-81 2-14-16,81-2 3 15,-87 16-13-15,87-16 4 16</inkml:trace>
  <inkml:trace contextRef="#ctx0" brushRef="#br0" timeOffset="13020.05">8776 885 187 0,'0'0'145'0,"0"0"-31"16,0 0-9-16,0 0-3 15,0 0-3-15,0 0-15 16,0 0-20-16,0 0-16 16,0 0-7-16,-18 76-13 15,18-76-22-15,18 69-6 16,-18-69 0-16,29 73 0 15,-29-73 0-15,28 79 0 16,-28-79 0-16,29 82 0 16,-29-82 0-16,26 98 0 15,-26-98 0-15,23 116 0 16,-23-116 0-16,14 134 0 16,-9-50 0-16,-2 8 0 0,1 9 0 15,-1-3 0-15,1 13 0 16,-4 0 0-16,0 6-3 15,3-6-8-15,-3-9 9 16,0-5-14-16,4-7 14 16,-2-5-4-16,1-7 4 15,-3-5-4-15,4-1 4 16,-1 3-5-16,0-2 5 16,-3 1 3-16,4 4-3 15,-4 1 3-15,0 1-5 16,0 1 4-16,0-1-2 15,-4 1 6-15,4 1-7 16,-3-1 7-16,3 7-7 0,-3 2 7 16,3 4-5-16,0 3 5 15,0-4-7-15,0 3 4 16,0 2 2-16,3 3-4 16,0-6 2-16,1-3-1 15,-1 1 1-15,3 1-2 16,1-1 3-16,-1 2-2 15,3-7-2-15,2-3 4 16,-4-2-5-16,5 2 4 16,-5-7 0-16,3 0-2 15,-1-5 1-15,-2-2-3 16,0 1 4-16,-2-1-3 16,-2 5 4-16,1-3-4 0,-4 2 1 15,0-1 2-15,0 2-2 16,-4 0 2-16,1 4-3 15,3-2 1 1,-5 0 4-16,1 0-4 0,1 1 4 16,3 4-4-16,-4 2 4 15,4 0-3-15,0-2 4 16,0 2-2-16,0 1-4 16,0 1 4-16,4-2-4 15,-4 1 5-15,3 1 1 16,-3-1-1-16,4 1 1 15,-1 0-2-15,-1 3 2 0,1-2-1 16,1 0 1-16,-1 0-4 16,1-3-2-1,-1 0 2-15,1 0-2 0,-3 0 4 16,3-4-3-16,-4 2 3 16,3 0-4-16,-3 2 4 15,4 0-3-15,-4 1 4 16,0 1-6-16,3-4 3 15,-3 2-2-15,4 1-1 16,-4-4 2-16,3-1-2 16,-3 1 1-16,0 1 0 15,4-4 1-15,-4 3-1 16,-4-5 1-16,8 1 1 0,-4 0-1 16,0 0 2-1,1 0-1-15,3-2-4 16,-4-1 7-16,3 3-6 15,1-4 5-15,3 2-5 0,-7-1 5 16,3 1-7-16,2-2 5 16,-5 2 1-16,4 0-5 15,-4-3 4-15,3 2-3 16,1-3 3-16,-1 3 4 16,1-1-2-16,-1-1 2 15,2-2-1-15,-1 0 0 16,-4 0 0-16,3 3 2 15,-3-1-3-15,0-2-4 0,-3 2 2 16,3-1-3-16,-4 1 4 16,4 1-2-1,0 3 4-15,-3-5 3 16,1 4-1-16,2 2 2 0,0 0-3 16,0 2 3-16,0 3-3 15,0 0-4-15,0 0 0 16,0 4 0-16,2-4 0 15,1 7 0-15,1-4 0 16,-1 1 0-16,1-1-2 16,-1 1-3-16,1 0 2 15,1-1-1-15,-1 4 2 16,-1-3 1-16,0-3 4 16,1 1-3-16,-1-2-2 15,1 0 5-15,-2-3-6 16,1-5 5-16,1-5-4 15,3-2 3-15,-1-2-2 0,0-2 5 16,-3 2 0-16,8-9-4 16,-8 2 5-16,6-2-4 15,-2-2 1-15,-4-1-2 16,4-1 0-16,-2-2 0 16,2-3 0-16,-3 1 0 15,3-4 0-15,-4 1 0 16,2 3 0-16,-1-4 0 15,-1 0 0-15,1 0 0 16,3 0 0-16,-2 2 0 16,-2-1 0-16,1-2 0 15,3-1 0-15,-4 0 0 16,1-1 0-16,1 1 0 0,-2-3 0 16,-3 0 0-16,4-1 0 15,-4 1 0-15,3-2 0 16,-3 0 0-16,0 0 0 15,0-3 0-15,0 0 0 16,0-2 0-16,0-2 0 16,0 0 0-16,0-2 0 15,0 1 0-15,0-3 0 16,4-1 0-16,-4 0 0 16,0 0 0-16,3 0 0 15,1-5 0-15,-3 0 0 16,3 0 0-16,3-1 0 15,-4-1 0-15,1 2 0 0,3-4 0 16,-2-1 0-16,-2 1 0 16,4-1 0-16,-7-16 0 15,9 28 0 1,-9-28 0-16,10 20 0 0,-10-20 0 16,0 0 0-16,7 19 0 15,-7-19 0-15,0 0 0 16,0 0 0-16,0 0 0 15,0 0 0-15,0 0 0 16,0 0 0-16,0 0 0 16,0 0 0-16,0 0 0 15,0-17 0-15,0 17-164 0,-3-24-15 16,-11 1-16-16,2-1-2 16,-14-16-7-16</inkml:trace>
  <inkml:trace contextRef="#ctx0" brushRef="#br0" timeOffset="15833.29">1891 2384 51 0,'14'-9'39'0,"-14"9"2"16,16-4-2-16,-16 4-4 15,0 0-3-15,19-12 7 16,-19 12 1-16,0 0-1 16,0 0-8-16,14-15 0 15,-14 15 11-15,0 0-4 16,0 0-2-16,7-19 6 15,-7 19 15-15,0 0 1 16,0 0-5-16,0 0-1 16,0 0-16-16,0 0 4 0,0 0-6 15,0 0-12-15,0 0-22 16,0 15 0-16,0-15 0 16,0 0 1-16,0 0-2 15,0 0 3-15,0 0 10 16,0 0-12-16,0 0 0 15,0 0 0-15,8-15 1 16,-8 15-2-16,0 0 12 16,0 0-13-16,0 0-1 15,19-18 3-15,-19 18 10 16,0 0-10-16,18-17 11 16,-18 17-11-16,0 0-1 15,22-15 1-15,-22 15 2 0,16-11-2 16,-16 11 0-16,16-9-2 15,-16 9 2-15,26-5-1 16,-26 5 1-16,26-1-2 16,-9-3 2-16,2 2 0 15,0 2 0-15,4 2 2 16,-1-2-2-16,4 2 1 16,0 3-1-16,4-3-1 15,-1 1-1-15,6-5 4 16,2-1 0-16,-3 5 0 15,3-2-1-15,1-2 2 16,2-1 0-16,2 3 1 0,-1 0-1 16,-1 5-3-16,2-2-1 15,-1-5 1-15,-1 8-1 16,-1-1 2-16,-6 0-12 16,1 0 12-16,-4 0-2 15,-4 2 1-15,0 4-10 16,-7-6 10-16,-2-3-9 15,2-1 9-15,-3 5 0 16,-16-6-1-16,26 8-8 16,-26-8 9-16,30 4 2 15,-15-1 0-15,3-1-3 16,1 0 2-16,-4-2 0 16,1-2 0-16,-16 2-2 0,29 0 1 15,-29 0 0-15,18-4 0 16,-18 4 1-16,0 0-1 15,0 0 0-15,0 0 1 16,0 0 10-16,0 0-11 16,0 0 0-16,0 0 0 15,0 0 0-15,0 0 1 16,0 0-2-16,0 0-1 16,0 0 2-16,0 0 0 15,0 0 8-15,0 0-11 16,5-15-40-16,-5 15-108 15,0 0-21-15,0 0-29 16,-16-23-4-16,-3 8 14 0</inkml:trace>
  <inkml:trace contextRef="#ctx0" brushRef="#br0" timeOffset="17148.23">4465 2063 196 0,'0'0'65'0,"0"0"-10"15,0 0-2-15,0 0-6 16,0 0 2-16,21 21-4 15,-21-21 5-15,23 16 4 16,-4 1 9-16,-3 4-1 16,6-4-5-16,1-3-7 15,6-2-7-15,-3 2-9 16,11-2-7-16,-6-3-12 0,9-1-9 16,-2 3-4-16,-2-1 2 15,3-1-2-15,2-2-1 16,-4-2 2-16,1 0-2 15,2 5 0-15,2-6-9 16,-1-8 8-16,3-1 0 16,9 4 2-16,0-3 0 15,6-1-2-15,1 1 2 16,3-3-2-16,1 7 1 16,4-3 2-16,1 3-2 15,2-2 0-15,0 2-10 16,1 5 10-16,-1 1-10 15,0-5 12-15,0 1-1 0,4 9-2 16,-4-1-9-16,0-5 11 16,0 2-3-16,4-4 2 15,0 3-2 1,3 1 3-16,3-4-2 0,6-3 1 16,-2-3 1-16,5 3-1 15,1 0-1-15,4-11 3 16,-1-1 8-16,0 2-9 15,-1-4 8-15,-4 3-10 16,1-4 10-16,0-2-11 16,-5-1 11-16,-5-3-12 15,-2 4 3-15,-6-4-3 16,-6 6 2-16,-6-6 0 0,-1 4-2 16,-10 1 0-1,-4-1 2-15,-7 5 0 16,-5 3-5-16,-7-1 3 15,-3 1-3-15,-23 9 1 0,19 2 0 16,-19-2-2-16,0 0-2 16,0 0 3-16,0 0 3 15,7 19-43-15,-7-19-117 16,-4 15-26-16,4-15-11 16,4-27 1-16,-4 27 19 15</inkml:trace>
  <inkml:trace contextRef="#ctx0" brushRef="#br0" timeOffset="19761.09">10322 874 646 0,'0'0'212'16,"0"0"-58"-16,0 0-143 15,0 0-11-15,0 0 0 16,0 0 0-16,0 0 0 15,0 0 0-15,0 0 0 16,0 0 0-16,64 76 0 16,-64-76 0-16,0 0 0 0,78 73 0 15,-78-73 0-15,0 0 0 16,87 74 0-16,-87-74 0 16,0 0 0-16,78 64 0 15,-78-64 0-15,0 0 0 16,0 0 0-16,0 0 0 15,75 75 0-15,-75-75 0 16,0 0 0-16,0 0 0 16,0 0 0-16,0 0-90 15,0 0-63-15,0 0-19 16,0 0-20-16,0 0 5 16,0 0-27-16</inkml:trace>
  <inkml:trace contextRef="#ctx0" brushRef="#br0" timeOffset="20220.48">10951 902 308 0,'0'0'197'0,"0"0"-13"15,0 0-52-15,0 0-20 16,0 0-22-16,0 0-90 15,0 0 0-15,0 0 0 16,0 0 0-16,0 0 0 0,0 0 0 16,0 0 0-16,0 0 0 15,0 0 0-15,0 0 0 16,0 0 0-16,0 0 0 16,-86 64 0-16,86-64 0 15,-48 86 0-15,48-86 0 16,-61 106 0-16,61-106 0 15,-64 119 0-15,64-119 0 16,-63 118 0-16,63-118 0 16,-55 114 0-16,55-114 0 15,-42 104 0-15,42-104 0 16,-29 82 0-16,29-82 0 16,0 0 0-16,0 0 0 0,-23 74 0 15,23-74 0-15,0 0 0 16,0 0 0-16,0 0-52 15,0 0-105-15,0 0-20 16,33-69-13-16,-33 69-5 16,0 0-1-16</inkml:trace>
  <inkml:trace contextRef="#ctx0" brushRef="#br0" timeOffset="20572.73">11010 1426 444 0,'0'0'195'0,"0"0"-5"16,0 0-79 0,0 0-28-16,0 0-83 0,0 0 0 15,0 0 0-15,0 0 0 16,0 0 0-16,0 0 0 15,48 76 0-15,-48-76 0 16,9 77 0-16,-9-77 0 16,3 100 0-16,1-45 0 15,-4 6 0-15,0 1 0 16,0 4 0-16,-4-9 0 16,4-5 0-16,0-2 0 0,0-8 0 15,4-13-35 1,-4-10-125-16,0-19-17 15,0 0-17-15,15-31-4 16,-15 31-4-16</inkml:trace>
  <inkml:trace contextRef="#ctx0" brushRef="#br0" timeOffset="35697.48">12730 962 283 0,'0'0'193'0,"33"-76"-22"16,-33 76-28-16,0 0-16 15,0 0-21-15,0 0-106 16,0 0 0-16,0 0 0 15,0 0 0-15,0 0 0 0,0 0 0 16,0 0 0-16,0 0 0 16,0 0 0-16,0 0 0 15,0 0 0 1,59 97 0-16,-59-97 0 0,64 73 0 16,-64-73 0-16,0 0 0 15,97 93 0-15,-97-93 0 16,0 0 0-16,71 57 0 15,-71-57 0-15,0 0 0 16,0 0 0-16,0 0 0 16,0 0 0-16,0 0 0 15,0 0 0-15,72-43 0 16,-72 43 0-16,0 0 0 0,26-83 0 16,-26 83 0-1,0 0 0-15,36-97 0 16,-36 97 0-16,0 0 0 15,31-90 0-15,-31 90 0 0,0 0 0 16,0 0 0-16,26-79 0 16,-26 79 0-16,0 0 0 15,0 0 0-15,0 0 0 16,0 0 0-16,0 0 0 16,0 0 0-16,0 0 0 15,-22 86 0-15,22-86 0 16,-19 95 0-16,19-95 0 15,-26 121 0-15,26-121 0 16,-35 136 0-16,35-136 0 16,-44 136 0-16,44-136 0 15,-41 128 0-15,41-128 0 16,-38 99 0-16,38-99 0 0,0 0 0 16,-30 81 0-16,30-81-12 15,0 0-123-15,0 0-33 16,0 0-10-16,75-83 10 15,-75 83-9-15,71-72 2 16</inkml:trace>
  <inkml:trace contextRef="#ctx0" brushRef="#br0" timeOffset="36100.75">13563 1255 420 0,'0'0'188'0,"0"0"-14"16,0 0-59-16,0 0-27 16,0 0-50-16,0 0-38 15,0 0 0-15,0 0 0 16,0 0 0-16,17 71 0 16,-17-71 0-16,0 0 0 15,4 71 0-15,-4-71 0 16,0 0 0-16,26 76 0 15,-26-76 0-15,0 0 0 16,0 0 0-16,90 42 0 16,-90-42 0-16,0 0 0 15,101-35 0-15,-101 35 0 0,0 0 0 16,87-69 0-16,-87 69 0 16,0 0 0-16,41-89 0 15,-41 89 0 1,0 0 0-16,0 0 0 0,-38-77 0 15,38 77-115-15,0 0-60 16,-104-11-14-16,104 11-2 16,-90 12-11-16,90-12 52 15</inkml:trace>
  <inkml:trace contextRef="#ctx0" brushRef="#br0" timeOffset="38880.74">2686 2041 77 0,'-36'-24'156'0,"20"8"-12"16,1 9-47-16,-3 4-4 15,18 3 15-15,-26-7-15 16,26 7-17-16,-19 8-18 16,19-8-14-16,0 0-5 15,0 0-8-15,-16 6-24 16,16-6-7-16,0 0 0 16,0 0 0-16,16 12 0 15,-16-12 0-15,26 10 0 0,-7-5 0 16,7 11 0-16,4-14 0 15,6 6 0-15,6-8-1 16,3 11-2-16,7-4-1 16,4-4 2-16,4-1 0 15,3 1 2-15,-2 6 1 16,5-6-5-16,-6 6 3 16,8-11 5-16,-2 4-3 0,-5 7 1 15,1-4-2 1,-1-2 2-16,1 1-3 15,3 1 5-15,-1-5-5 16,2 5 0-16,2-8 1 16,3-1 2-16,0 4-2 0,0-3 2 15,0 1-3-15,4-10 1 16,-1 7-1-16,-2-1 1 16,2 1-1-1,-3-5 0-15,4 3 2 0,0 5 0 16,3 2 0-16,-3 4-3 15,-1-4 4-15,1 3 0 16,-1 2-2-16,1 2 1 16,0-2-1-16,-1 1 0 15,-2 2 0-15,2 3 0 16,-3 4-5-16,4-4 6 16,0 6 0-16,-4-1 1 0,3-4-3 15,1 2 2-15,3-4-11 16,2 2 12-16,2-5-3 15,-1-4 1-15,6-4-11 16,-2 4 12-16,2 2-1 16,1-5 2-16,6-3 9 15,3 1-9-15,4 0-1 16,0 6 1-16,1-1 0 16,2-10-2-16,4-6 0 15,1 11 0-15,2 5 0 16,-1-6 0-16,4-4 0 15,-1 2 0-15,-5 0 0 16,4 6 0-16,0 3 0 0,-3-8-2 16,2-1 1-1,-5 10-2-15,-2 2-1 0,0-2 2 16,2-3 0-16,2 7 0 16,-4-2-1-16,-3 1 1 15,4-2 0-15,-4 0 3 16,3 1-2-16,0 0-2 15,-3-1-10-15,0-3 13 16,1 4-1-16,2-2 0 16,1-3-2-16,-5-11 2 15,4 4 1-15,6 2 0 16,1 3 12-16,2-4-12 16,6-3 1-16,-2 0 1 0,1 5 0 15,1 2-1-15,5-1 1 16,-1-3-1-1,0 3 1-15,0-1-1 16,6-2 0-16,1-8 0 0,4-3 3 16,-2 6-1-16,5-5-2 15,-2-10 4-15,4 1-3 16,-2-4 2-16,-1 4-4 16,1-10 0-16,2-1 0 15,-4-8 0-15,-1 9 0 16,-1 0 0-16,-8 1 0 15,2-1 0-15,-7 0 0 16,-6 12 0-16,-1 5 0 16,-2 1 0-16,-5-6 0 15,-5 4 0-15,0 3 0 16,-4 2 0-16,0 1 0 16,-3 4 0-16,-2 1 0 0,-6 2 0 15,3 2 0-15,-6-1 0 16,-5 1 0-16,-3 0 0 15,-4 2 0-15,-71 0 0 16,120-3 0-16,-120 3 0 16,75 2-24-16,-75-2-148 15,0 0-29-15,0 0 1 16,0 0-13-16,0 0 5 16</inkml:trace>
  <inkml:trace contextRef="#ctx0" brushRef="#br0" timeOffset="51425.17">2362 3278 406 0,'-19'-38'160'15,"6"6"-46"-15,-4-12-15 16,8 15-22-16,-1-1-33 16,6 11-41-16,4 19-3 15,-12-24-2-15,12 24-1 16,0 0-1-16,0 0-2 0,-7 35 0 16,7-1-1-16,0 8 3 15,4 12 0-15,1 4 3 16,5 12-2-1,4-6 3-15,2 1-1 0,7-7 2 16,3-13 3-16,3-9 5 16,6-12 1-16,1-10 3 15,2-16-2-15,6-5 2 16,-3-13-1-16,1-6 0 16,-4-12-3-16,2-9-4 15,-5-10 0-15,-6-6-3 16,-2-1 2-16,-10-3-4 15,-8-4 0-15,-9 0-4 0,-9 2 0 16,-8 10 5-16,-6 3-9 16,-10 8 8-16,-2 8-9 15,-1 9 11-15,-9 14-10 16,0 13 11-16,3 23-40 16,0 12-97-16,6 18-36 15,10 17-14-15,3 13 8 16,13 18-17-16</inkml:trace>
  <inkml:trace contextRef="#ctx0" brushRef="#br0" timeOffset="52128.67">2619 5119 461 0,'-7'-18'172'16,"7"18"-60"-16,-26-24-21 15,26 24-25-15,-27 5-64 16,8 6 0-16,0 11-2 16,2 7 1-16,-2 11 0 15,0 9-1-15,5 6-2 0,5 4 0 16,6 3-2 0,3 2 1-16,7-5-1 15,5-5 2-15,7-7-2 16,2-8 4-16,7-9 0 0,4-8 4 15,1-10 1-15,6-6 3 16,1-12 1-16,-2-7 0 16,3-13 2-16,-1-7-3 15,-1-12 1-15,-6-7-5 16,-7-9 0-16,-11-5-5 16,-8-8 1-16,-14-2-6 15,-8 1 0-15,-11 8-2 16,-14 6 1-16,-6 11 1 15,-2 12 2-15,-4 14 0 16,0 17 2-16,1 19 2 16,8 21-41-16,5 12-83 15,5 14-41-15,17 13-4 0,1 1-17 16,15 12-5-16</inkml:trace>
  <inkml:trace contextRef="#ctx0" brushRef="#br0" timeOffset="52820.16">2579 7064 432 0,'-6'-28'140'0,"-4"8"-8"16,10 20-17-16,-23-23-22 16,23 23-25-16,-26 4-54 15,26-4-18 1,-29 27-1-16,17 1 3 0,1 8-2 15,1 9 2-15,8 12-1 16,4 9 0-16,5 5-1 16,3 0 2-16,9-3-1 15,0-8 1-15,7-6 0 16,0-11 1-16,1-13 1 16,-1-13 2-16,7-12 0 15,-2-13 0-15,5-12 1 16,2-9-1-16,-1-11 1 0,-4-13-2 15,-2-8 1-15,-5-7-2 16,-7-8 2-16,-8 0-3 16,-8 2 2-16,-10 6 0 15,-8 8 1-15,-8 9-1 16,-10 10-9-16,-5 11 9 16,-6 18-3-16,-1 14-2 15,-3 19-44-15,-1 10-82 16,4 16-38-16,9 20-4 15,1 6 5-15,9 14-12 16</inkml:trace>
  <inkml:trace contextRef="#ctx0" brushRef="#br0" timeOffset="53436.6">2599 8579 386 0,'0'0'169'0,"0"0"2"15,0 0-67-15,0 0-22 16,-20 5-37-16,14 11-47 16,-1 8 1-16,4 7 1 15,-1 9-2-15,1 8 4 16,3 9-2-16,3 4 2 15,4 5-2-15,6-1 3 16,0-1-4-16,3-3 3 16,7-6-1-16,3-6 1 15,0-8-2-15,7-9 4 16,1-12-1-16,3-6 2 16,5-15-1-16,-3-12-1 15,7-9 2-15,-5-9 0 0,-3-11 1 16,-1-5-3-16,-4-8 2 15,-7-6-3-15,-14-3 1 16,-5-7-6-16,-17-3 2 16,-9 1-5-16,-11 4 4 15,-8 5-5-15,-11 9 3 16,-3 10-4-16,-3 14 2 16,-6 13-12-16,5 23-96 15,4 16-53-15,-3 9 1 16,3 13 1-16,3 0-10 15,11 9 7-15</inkml:trace>
  <inkml:trace contextRef="#ctx0" brushRef="#br0" timeOffset="55293.92">2316 9856 153 0,'0'0'68'0,"0"0"-7"16,0 0-5-16,0 0 2 15,0 0 6-15,0 0-7 16,-6 16-10-16,6-16-7 16,0 0 0-16,20 22 2 15,-20-22 7-15,23 23-7 16,-23-23-14-16,31 26-2 15,-13-14-1-15,9 2-1 16,-1-2-4-16,7 0-4 0,0 0-9 16,9-2-4-16,7-1 0 15,6-4 0-15,2 1-2 16,13-5-1-16,4-1 2 16,6-1-2-16,5-3 0 15,6-1 0-15,-1 1 0 16,5-1 0-16,-1 0 1 15,7 0-2-15,-4 0 1 16,9-1 1-16,-2 3 0 16,7-2 0-16,-2 0-1 15,3 1 0-15,0 1 0 16,5-1 0-16,-3 1 0 16,-1-1-2-16,7-1 2 0,0 3 0 15,-1-1-2-15,1 1 2 16,7 0 0-16,0-1-1 15,-1 3 1-15,5 0 0 16,0 0 1-16,3-2-2 16,5-1 2-16,0-1-2 15,7-1 1-15,3 0-1 16,4-4 0-16,3 1 0 16,2-5 0-16,5 3 1 15,5-4 0-15,4-1 0 16,4-1 0-16,-5 1-1 15,5-3-1-15,-3-1 0 16,6 2 1-16,-4-4-2 0,1 4 2 16,-8-4-2-16,4 4 0 15,-4-2 2-15,8-2-1 16,-4 2 4 0,-4 2-2-16,4-1 3 0,0 3-4 15,-1 1 3-15,1 0-3 16,0 4 4-16,-3 1-3 15,-1 4-1-15,-5 0 1 16,5 3-1-16,-3 0 1 16,0 2 1-16,-2 0 1 15,-1 0-1-15,3 0 0 16,5 0 1-16,-2 0-1 0,1-3 0 16,2 1 1-16,5 0-1 15,-1-1 0 1,2-3 0-16,2 1 0 15,0 2-1-15,-4-4 0 16,2 0 0-16,-5 0 0 0,3-2 0 16,-6 2 0-16,-6 1-2 15,-5-3 1-15,-5 2 0 16,-4 0-1-16,-7 2 1 16,-8 1 0-16,-6 1 1 15,-8 1 0-15,-5 0 0 16,-6 1 0-16,-8-1 0 15,-9 0 1-15,-6 2-2 0,-11-1 1 16,0-3-1 0,-11 2-1-16,-5 1 0 15,-10-1 2-15,-4-2-2 16,-9 1 2-16,-8-6-73 0,-11-3-91 16,-17 12-14-16,4-45-9 15,-18 12-3-15,-31-27 67 16</inkml:trace>
  <inkml:trace contextRef="#ctx0" brushRef="#br0" timeOffset="60656.73">3046 10507 388 0,'0'0'192'15,"-20"-26"-1"-15,20 26-74 0,-12-19-56 16,12 19-43-16,0 0-16 16,0 0-2-16,-10 35 1 15,10-2 1-15,7 8-6 16,-4 11 6-16,6 7-6 15,-2 8 4-15,5 4-6 16,-2-1 8-16,1-6-7 16,-2-4 5-16,-2-6 1 15,-1-6-1-15,-2-8-44 16,5-2-87-16,1 0-37 16,-3-10-3-16,5 1-3 15,-1-9-4-15</inkml:trace>
  <inkml:trace contextRef="#ctx0" brushRef="#br0" timeOffset="61137.07">3221 12046 527 0,'0'0'183'0,"-30"19"-11"16,15 5-98-16,4 11-74 16,6 8-2-16,-2 9 1 15,4 5-3-15,-1 4 2 16,8 3 4-16,3-2-2 15,1-5 4-15,-1-3-4 16,0-9 4-16,2-5-4 16,-2-9 4-16,0-5-85 15,-7-26-66-15,22 27-22 0,-22-27-11 16,19 4-2-16,-19-4-4 16</inkml:trace>
  <inkml:trace contextRef="#ctx0" brushRef="#br0" timeOffset="61617.41">3224 13541 432 0,'0'0'185'16,"0"0"-19"-16,0 0-55 0,-15 20-34 15,15 7-63-15,0 13-26 16,5 7 1-16,-2 12 3 16,4 5 7-1,0 3 0-15,2 1 2 0,1-1-4 16,1-5 3-16,-3-10-1 15,-1-7 1-15,4-12 0 16,-6-14-57-16,-5-19-83 16,26 12-32-16,-19-27 1 15,-7 15-4-15,23-36 0 16</inkml:trace>
  <inkml:trace contextRef="#ctx0" brushRef="#br0" timeOffset="62129.77">3228 14945 387 0,'0'0'154'15,"0"0"-23"-15,0 0-17 16,0 0-21-16,0 0-23 16,0 0-42-16,0 0-31 15,3 26 0-15,1-2 0 16,1 9 4-16,2 14-1 16,0 10 1-16,5 14 5 15,-2 11 2-15,1 6-3 16,-3 0 0-16,-1-1 1 15,0-6-2-15,-5-7 2 16,2-9 0-16,-4-19-8 16,3-11 3-16,4-20-150 0,-7-15-28 15,16-20-12-15,3-17-4 16,-12-32-6-16</inkml:trace>
  <inkml:trace contextRef="#ctx0" brushRef="#br0" timeOffset="75016.32">5358 2809 492 0,'0'-33'129'16,"0"33"-5"-16,-11-20-29 16,11 20-21-16,-12-19-26 15,12 19-35-15,-16-4-15 16,16 4 0-16,-26 23-1 15,9-6 1-15,-2 12-1 0,0 10-6 16,0 6 6-16,0 3-6 16,1 6 5-16,3 1-5 15,1 9 6 1,5-2-6-16,9-4 7 0,0-7 2 16,9 0 0-16,5-8 1 15,5-8 1-15,7-8 2 16,7-16 3-16,5-10 1 15,4-8-1-15,1-8 2 16,2-16 0-16,4-6-2 16,-4-8 1-16,-3-3-4 15,-6-9 0-15,-5-2-4 16,-5-2 2-16,-8 1-4 0,-6-1-1 16,-12 4 7-1,-4 5-6-15,-8 9 4 16,-10 6-9-16,-4 8 9 15,-4 12-8-15,-8 12 9 0,1 11-7 16,-1 5 0-16,-2 4-2 16,2 6-2-16,12 12-91 15,0-5-41-15,19 0-29 16,18-3-15-16,8-9-5 16,19 5 15-16</inkml:trace>
  <inkml:trace contextRef="#ctx0" brushRef="#br0" timeOffset="75580.73">6995 2915 383 0,'10'-23'151'0,"2"4"-10"16,-5-5-19-16,-7 24-10 16,7-26-44-16,-7 26-22 15,0 0-46-15,0 0 0 16,-19-7 0-16,19 7-3 15,-30 31-1-15,11-10-7 0,-2 5 6 16,-1 7-5-16,-1 9 5 16,4-3-6-16,4 6 6 15,4-5-5 1,4 4 7-16,7-3 3 0,7-1-1 16,9-11 5-16,5-1 0 15,6-9 3-15,6-12 1 16,9-5 0-16,-2-11 1 15,5-7-3-15,-3-9 2 16,1-1-4-16,-8-11 0 16,-2 3-4-16,-11-5 1 15,-6 0-4-15,-6-8-1 16,-13 5 6-16,-4 3-7 0,-9 2 5 16,-6 4-7-16,-8 4 8 15,-6 12-6-15,-2 3-15 16,0 22-117-1,-2 6-43-15,-2 0 5 0,-3 10-8 16,0-5 3-16</inkml:trace>
  <inkml:trace contextRef="#ctx0" brushRef="#br0" timeOffset="76384.3">5420 4840 133 0,'-17'12'179'16,"17"-12"-23"-16,-26 33-54 15,7-18-19-15,8 15-7 16,-8-4-11-16,10 10-6 16,-8 1-25-16,8 6-30 15,2 7-5-15,4 0 3 0,3 2-3 16,3-2 2-16,8 1 0 16,5-8 3-16,3-5 1 15,3-7 2-15,8-10 0 16,3-7 1-16,5-11 1 15,0-6 0-15,2-13 0 16,5-6-2-16,-3-10 0 16,-2-6-3-16,-6-8 0 15,3-3-2-15,-15-6-1 16,-2-2-2-16,-10 1-1 16,-10 3-5-16,-10 6-2 15,-6 4 1-15,-7 8-2 16,-6 7 1-16,-4 7-2 0,-2 9 4 15,-1 7 2-15,1 5 1 16,2 5 4-16,3 4-7 16,11 8-85-16,0 2-40 15,12 4-33-15,14 5-13 16,2-8-10-16,17 5 48 16</inkml:trace>
  <inkml:trace contextRef="#ctx0" brushRef="#br0" timeOffset="76840.62">7255 4836 408 0,'0'-17'161'16,"0"17"-22"-16,0-31-27 0,0 31-12 15,-4-19-42-15,4 19-49 16,0 0-10-16,0 0-1 16,-13 28 2-1,7-1-6-15,3 10 6 0,-1 8-5 16,4 12 4-16,-3 9-2 16,6 3 3-16,1 5 1 15,-1 1-5-15,6-1 4 16,-2-1-5-16,3-7-55 15,3-2-78-15,2 0-36 16,-4-9-8-16,4 2-9 16,-15-12-1-16</inkml:trace>
  <inkml:trace contextRef="#ctx0" brushRef="#br0" timeOffset="77529.11">5653 6910 427 0,'0'0'129'0,"0"0"-12"0,-16 12-12 15,16 6-22-15,-3 2-26 16,3 18-42-16,0 9-16 16,0 12 1-16,0 12-2 15,0 9 1-15,0 1-3 16,0 4 4-16,0-4-3 15,-4-5 10-15,1-8-9 16,-1-9 11-16,1-14 1 16,3-9 6-16,3-14-10 0,-3-22-52 15,19 9-67-15,4-19-45 16,3-15-8-16,17-2-21 16,-1-15-2-1,14 1 81-15</inkml:trace>
  <inkml:trace contextRef="#ctx0" brushRef="#br0" timeOffset="78036.47">6791 7263 339 0,'0'0'189'0,"0"0"-38"16,0 0-35-16,-17 0-16 16,17 0-32-16,0 0-44 15,0 0-23-15,4 24-2 16,-1-5-2-16,7 9-3 16,-4 5 1-16,8 2-1 15,-2 6 4-15,5 1 0 16,-1-2 4-16,3-8-1 15,0 1 4-15,2-10-2 16,5-2-1-16,-4-9-1 16,6-4-1-16,-2-8-2 0,4-3 0 15,3-7-1-15,-4-6-4 16,2-5 4-16,-1-3 0 16,-4-4 2-1,-4-3 0-15,-6-5 4 0,-2-4-1 16,-11-2 4-16,-3 3 1 15,-6-5 1-15,-7 5-2 16,-9 0-1-16,-4 7-3 16,-11 7-1-16,-1 10-3 15,-5 13-3-15,-2 7-5 16,-1 19-92-16,-2 9-46 16,3 12-30-16,3 14-16 0,-5 0 1 15,12 15 31 1</inkml:trace>
  <inkml:trace contextRef="#ctx0" brushRef="#br0" timeOffset="78629.89">5847 8878 373 0,'0'0'170'0,"-19"-14"-34"16,19 14-19-16,-19-1-18 0,19 1-15 16,-10 20-40-16,3 5-44 15,10 9 0-15,1 10 0 16,2 9 0-16,1 10 0 16,2 1 0-16,5 5 0 15,-2-3 0-15,4-4 0 16,-6-7 0-16,1-6 0 15,-3-9 0-15,3-9 0 16,-3-11 0-16,3-2-42 16,-11-18-82-16,26-2-37 15,-4-7-18-15,1-11-6 16,10-1-5-16,-4-12 49 16</inkml:trace>
  <inkml:trace contextRef="#ctx0" brushRef="#br0" timeOffset="79164.27">7527 8664 295 0,'-20'-6'159'15,"20"6"-13"-15,-23-1-19 16,23 1-14-16,-23 13-23 0,18 7-16 16,-5 0-55-1,6 10-19-15,1 8 0 0,3 7 0 16,0 10 0-1,3 9 0-15,1 2 0 16,3 3 0-16,1 4 0 0,-1 0 0 16,0-2 0-16,2-7 0 15,-2-7 0-15,0-5 0 16,-4-7-7-16,1-5-124 16,-2-13-47-16,5 1-20 15,-7-28 3-15,3 24-4 16</inkml:trace>
  <inkml:trace contextRef="#ctx0" brushRef="#br0" timeOffset="80704.37">6083 10561 422 0,'4'-18'210'16,"-4"18"-4"-16,0 0-83 15,-30-7-66-15,30 7-52 0,-28 13-5 16,8-1 0-16,4 7 0 16,-7 5 0-1,8 9-6-15,-8 5-5 16,9 7 12-16,-1 7-7 0,4 2 5 15,8-3-6-15,3 3 4 16,7-7 0-16,8-2-3 16,3-10 1-16,8-6 1 15,3-10 1-15,3-7 0 16,7-7 2-16,3-6 0 16,-4-8-1-16,6-8 0 15,1-8 0-15,-4-4 1 16,1-6-2-16,-5-4 3 0,-4-7-3 15,-6-4 0 1,-6-3 5-16,-9-1-2 16,-5 2 5-16,-10 2-3 15,-4 5 6-15,-9 7-5 0,-6 7 7 16,-4 8-1-16,-4 11-2 16,-3 9-1-16,2 6-1 15,1 9-25-15,1 2-91 16,6 3-47-16,16 6-22 15,-1-2 0-15,16 4-14 16,-1-7 33-16</inkml:trace>
  <inkml:trace contextRef="#ctx0" brushRef="#br0" timeOffset="81319.81">7625 10675 428 0,'0'0'143'0,"0"0"-22"15,5-17-10-15,-5 17-27 0,0 0-22 16,-23-4-55-16,23 4-2 16,-29 7 1-16,13 2-9 15,-6 3 6-15,3 9-7 16,-4 5 5-16,4 7-7 15,1 6 5-15,3 6-4 16,4 7 2-16,3 2 2 16,8 3-1-16,5-2 1 15,5-3 0-15,6-3 1 16,1-9-4-16,9-7 1 16,6-11 0-16,4-10-1 15,6-10 0-15,6-11 0 16,4-10 0-16,7-9 1 0,-1-8 2 15,1-11-1-15,-7-5 2 16,-4-5 0 0,-6-5 1-16,-9-2 3 15,-14 0-3-15,-12 2 6 0,-7 3-2 16,-14 7 6-16,-17 7-4 16,-9 10 4-16,-12 11-10 15,-12 10-106-15,-11 12-53 16,4 18-13-16,-18 1-12 15,6 18-8-15,-11 0 40 16</inkml:trace>
  <inkml:trace contextRef="#ctx0" brushRef="#br0" timeOffset="82261.47">5899 12323 446 0,'0'0'169'0,"-15"10"-28"15,15-10-39-15,-18 4-25 16,3-3-40-16,15-1-34 15,-30 21-2-15,8-2-1 16,2 4-1-16,1 8-1 16,-1 5 7-16,0 8-5 0,8 2 4 15,5 3-5-15,4 1 5 16,6 0-4-16,8 0 5 16,8-6-5-1,7-6-3-15,3-9 0 0,6-5-1 16,7-8 2-16,1-9-2 15,2-11 1-15,4-9 0 16,0-10 0-16,-1-10 2 16,-3-8-1-16,-3-10-6 15,1-4 5-15,-8-7-3 16,-9-4 4-16,-10-3-2 16,-6-1 3-16,-10 3-2 15,-10 6 6-15,-9 9 6 0,-7 7-2 16,-9 13 1-16,-2 11-3 15,-8 14 2-15,4 12-2 16,-5 9-3-16,7 7-34 16,7 10-89-16,6 9-48 15,9-6-5-15,17 8-7 16,7-13-2-16,15 6 63 16</inkml:trace>
  <inkml:trace contextRef="#ctx0" brushRef="#br0" timeOffset="82688.78">7744 12046 360 0,'0'0'179'0,"13"-16"-40"0,-13 16-34 15,0 0-23-15,0 0-19 16,0 0-33-1,3 16-26-15,-6 1-2 16,3 7 0-16,-4 11-1 0,4 10 0 16,-3 10-4-16,3 10 2 15,3 7 6-15,-3 4-2 16,4 1 5-16,-1-5-4 16,4-3 1-16,-7-6-105 15,3-10-60-15,6 3-14 16,-14-20-13-16,7 2 0 15,-11-13 7-15</inkml:trace>
  <inkml:trace contextRef="#ctx0" brushRef="#br0" timeOffset="83513.36">5958 13912 110 0,'0'0'107'0,"0"0"18"15,0 0-8-15,-17-5-3 16,17 5-6-16,0 0-11 16,0 0-13-16,-12-19-17 15,12 19-30-15,0 0-36 16,-11-18 0-16,11 18-2 15,0 0 0-15,-7-15 1 16,7 15 1-16,0 0-1 0,0 0 1 16,0 0-1-16,-5 15 1 15,5 4 1-15,0 9-1 16,0 12-1-16,0 7 1 16,4 11-3-16,-3 7 3 15,3 4-1-15,-1 0-4 16,1 2 5-16,-1-5-3 15,1-9 4-15,3-7-3 16,-2-10 5-16,-2-9-7 16,4-8 2-16,-7-23-19 15,19 8-116-15,0-16-30 16,-1-15-7-16,8-1 0 0,-4-13-5 16</inkml:trace>
  <inkml:trace contextRef="#ctx0" brushRef="#br0" timeOffset="84152.82">7533 13962 398 0,'0'0'169'16,"0"0"-37"-16,0 0-26 15,3-19-25-15,-3 19-33 16,0 0-44-16,0 0 0 16,0 0 0-16,0 0-1 15,-15-2-1-15,15 2 2 16,0 0-1-16,-23 30-1 16,13-6-2-16,1 5 0 15,2 9-1-15,0 6 1 16,3 6-2-16,4 4 2 15,7 1 1-15,4-1 1 0,4-2-2 16,5-9-4-16,6-5 4 16,7-10-7-16,5-8 6 15,2-11-4-15,8-11-2 16,1-6 1-16,-1-13 1 16,1-5 5-16,-4-10-4 15,-3-4 6-15,-6-9-4 16,-4-6 2-16,-13-4 0 15,-5-3 0-15,-7-2 2 16,-11-2-3-16,-3 5 5 16,-9 8 1-16,-6 4 3 15,-8 16-1-15,-6 13-8 16,-6 13-125-16,-10 12-43 0,0 21-3 16,-16 2-6-16,4 15-4 15</inkml:trace>
  <inkml:trace contextRef="#ctx0" brushRef="#br0" timeOffset="84798.28">6149 15245 475 0,'0'0'190'16,"0"0"-17"-16,-14 12-63 15,14-12-65-15,0 0-45 16,0 0-2-16,-8 28 1 16,4-4 3-16,1 10 0 15,-1 17 0-15,1 11 0 16,-1 12 0-16,1 9 1 0,1 7 0 15,-1 4 0-15,-1-2-4 16,1-7 2 0,-1-9-4-16,4-11 4 15,4-13-3-15,-1-12 0 0,4-16-1 16,-7-24 0-16,28 9-60 16,-7-23-98-16,1-19-11 15,13-5-4-15,-9-14-2 16,10 0-2-16</inkml:trace>
  <inkml:trace contextRef="#ctx0" brushRef="#br0" timeOffset="85300.63">8074 15129 625 0,'0'0'184'0,"0"0"-49"16,0 0-131-16,4 15 1 15,-4 3-1-15,3 8 1 16,1 8 0-16,3 15 0 15,-2 11-2-15,-2 15-1 16,4 11 1-16,-7 6-1 16,0 8 1-16,-7-3 0 15,-1-1 1-15,1-12-3 16,-4-13 1-16,3-12-3 16,-3-21-34-16,8-12-93 15,3-26-39-15,0 0-2 16,7-22-3-16,-7-25-3 0</inkml:trace>
  <inkml:trace contextRef="#ctx0" brushRef="#br0" timeOffset="95468.36">5215 3649 162 0,'0'0'100'16,"-15"-2"23"-16,15 2-6 16,0 0-2-16,-21-5-17 0,21 5-10 15,0 0-18-15,0 0-14 16,0 0-18-16,0 0-27 15,0 0-12-15,0 0-2 16,0 0-2-16,0 0-1 16,0 0-2-16,0 0-1 15,0 0 0-15,10 16 2 16,-10-16 2-16,16 3 0 16,-16-3 3-16,22 3-1 15,-1 1 1-15,-5-2 1 16,10-1 1-16,0-1 0 15,9 2-1-15,1 0 1 16,2-4 0-16,7 2 0 0,4-2 1 16,7 1-1-16,3-3 0 15,1-1-1-15,3 2 2 16,1 1-1-16,4 0 0 16,-6 0 0-16,-1 1 0 15,2 1 0-15,-11 1 0 16,0 1 0-16,-2-2-1 15,-1 0 2-15,-2 0-1 16,-2 2-1-16,3 0 2 16,1-2-1-16,-1 0-1 15,1 1 2-15,-4 1 0 16,0-2-1-16,0-2 2 16,4 1-1-16,0-1 1 0,-4 2-2 15,2-2 1-15,-2-3 0 16,0 1-1-16,0 3 1 15,-8-3-2-15,1 1 0 16,-9-1 1-16,-3-1 0 16,-3 2 0-16,-1 1 0 15,1-2 0-15,-4 1 0 16,0 3 0-16,5-2 0 16,-4 1 1-16,-1-1 0 15,0 4-1-15,0-2 0 16,-2-2 0-16,-17 2 0 15,26-2 1-15,-26 2 0 16,23-2-2-16,-23 2 1 0,19 0 1 16,-19 0 1-1,0 0 1-15,19 4 0 0,-19-4 2 16,0 0 1-16,0 0 1 16,0 0 1-16,0 0 0 15,0 0 1-15,0 0 1 16,0 0-2-16,0 0-101 15,0 0-90-15,0 0-16 16,0 0-8-16,-16-12 1 16,9-9 103-16</inkml:trace>
  <inkml:trace contextRef="#ctx0" brushRef="#br0" timeOffset="120633.24">5347 3685 332 0,'-28'-10'135'15,"8"6"-2"-15,-6-9-17 0,26 13-9 16,-32-18-24-16,32 18-23 16,-14-7-38-16,14 7-28 15,0 0-1-15,0 0-2 16,0 0-1-16,0 0 0 15,0 0-1-15,0 0 3 16,23-3 4-16,-2 8 1 16,7 2 2-16,8 0 0 15,9-2 1-15,7 4 0 16,13-6 0-16,9 2-1 16,8-8 0-16,5-1 2 15,8-1 0-15,6-3 0 16,5-3 0-16,5-4 1 0,-2-1 0 15,2-3-1-15,5-2 1 16,1-3-1-16,-1 0 2 16,4 1-4-16,-2 1 2 15,-2-1-1-15,-8 1 0 16,-11 3-1-16,-14 5 1 16,-12 2-2-16,-12 3-2 15,-17 4 2-15,-12 3-1 16,-15 2 1-16,-15 0 0 15,0 0 1-15,0 0 0 16,0 0 2-16,0 0 0 16,0 0 0-16,0 0 1 15,0 0 0-15,0 0-1 0,0 0-1 16,0 0 0-16,0 0 0 16,0 0 1-16,0 0 0 15,0 0 0-15,0 0 1 16,0 0 1-16,0 0 1 15,0 0-1-15,0 0 3 16,0 0 5-16,-3 16-1 16,3-16-54-16,-5 15-113 15,5-15-16-15,0 0-7 16,0 0-1-16,0 0-8 16</inkml:trace>
  <inkml:trace contextRef="#ctx0" brushRef="#br0" timeOffset="121577.9">11100 2934 366 0,'-4'-24'184'0,"4"0"-9"16,-3 3-70-16,-9-9-38 15,8 15-4-15,-6-4-53 16,10 19 5-16,-23-28-7 15,23 28-2-15,-29-12 2 16,10 14-1-16,0 6-4 16,-4 3-2-16,-3 8-2 15,-4 10-6-15,1 8 4 16,-2 2-4-16,5 6 3 16,0 6-8-16,8 7 4 15,6-1-4-15,5 2 2 0,11-7 2 16,6 4-1-16,9-8 1 15,7-3 0-15,9-9 3 16,8-8 2-16,2-7 1 16,4-11 0-16,8-8 1 15,-1-12 2-15,-4-9-1 16,0-11 2-16,-3-4-1 16,-8-11 0-16,-4-7-1 15,-11-5 3-15,-11-4-2 16,-11-5 4-16,-8 2 5 15,-11 2-1-15,-11 6 6 16,-11 5-4-16,-1 9 4 16,-7 7-4-16,0 13 5 0,1 10-9 15,3 7-1-15,8 5-6 16,7 1-5-16,7 4-4 16,19-5-2-16,-9 16-1 15,9-16-50-15,42 7-66 16,-1-2-28-16,11-1-22 15,20-1 4-15,6-5 1 16,19 1 60-16</inkml:trace>
  <inkml:trace contextRef="#ctx0" brushRef="#br0" timeOffset="122158.32">13521 2633 351 0,'30'-7'176'0,"-11"-5"-4"16,-19 12-49-16,10-16-23 16,-10 16-33-16,-14-21-59 15,14 21 0-15,-29-27-1 16,13 16 1-16,-3 6-5 15,0-2-3-15,0 6 0 16,-5 4 0-16,1 11 0 0,1 8 0 16,-4 8 0-16,-2 6-1 15,2 6-3 1,0 13-2-16,3 0-4 16,2 4 3-16,9-3-3 15,2 3 3-15,10-6-4 0,3-1 4 16,8-9-2-16,8-6 4 15,7-8 4-15,3-5-2 16,9-8 2-16,8-9 1 16,2-7 0-16,4-9 1 15,7-5 1-15,2-6 0 16,2-10-1-16,-6-3 1 16,2-7 0-16,-11-10 0 15,-2-5 4-15,-13-7-1 0,-7-4 2 16,-14-3-2-1,-9-1 6-15,-11-4-2 16,-17 10 5-16,-13 5-3 0,-11 17-9 16,-15 10-2-16,-2 11 0 15,-8 12 0-15,-3 11 0 16,4 15-110-16,6 7-61 16,2 6-12-16,3-2-6 15,8-2-24-15</inkml:trace>
  <inkml:trace contextRef="#ctx0" brushRef="#br0" timeOffset="123088.98">5514 5989 311 0,'-21'-8'174'16,"5"2"-38"-16,-3-4-11 15,19 10-19-15,-33-14-20 16,33 14-25-16,-22-9-51 16,22 9-21-16,0 0-4 15,0 0 1-15,0 0-2 16,-7-19 5-16,24 18-1 15,2-3 4-15,14 2-1 16,9 1 5-16,10-1 2 16,12 2 1-16,18 0 0 0,8 2-3 15,11-1 3 1,6-1 0-16,10 0 1 16,2-1 2-16,8-3-2 0,0-1 2 15,1-2-1-15,3-5 1 16,-5 0-3-16,1-2 2 15,-7-3-2-15,-7-1 4 16,-13 3-4-16,-11-1 3 16,-15 4-5-16,-16 4 4 15,-13 1-1-15,-16 3 4 16,-11 4 2-16,-18 0 4 0,0 0 0 16,0 0 3-16,0 16 0 15,0-16 0 1,-18 14 0-16,18-14-20 15,-15 17-141-15,15-17-43 0,-19 10-6 16,19-10-9-16,0-19 2 16</inkml:trace>
  <inkml:trace contextRef="#ctx0" brushRef="#br0" timeOffset="123879.55">11284 4996 482 0,'7'-25'187'0,"-7"3"-59"15,0 22-45-15,-4-28-28 16,4 28-41-16,-15-8 0 15,-1 14 1-15,-5 7-5 16,-1 6-2-16,-4 7-9 16,0 12 0-16,0 8-6 15,3 8 1-15,4 10-3 16,3 4 2-16,9 1-4 0,4-3 4 16,10-2-3-16,5-9 1 15,14-8-1-15,3-11 4 16,11-12-1-16,6-12 2 15,9-10 2-15,2-12 0 16,2-11 4-16,6-8-1 16,-6-13 2-16,-7-8-1 15,-4-11 1-15,-10-4 1 16,-15-8 2-16,-13 0 1 16,-16 0 0-16,-10 9 5 15,-17 6-1-15,-9 14 2 16,-13 11 3-16,-4 16-2 15,-9 14-1-15,4 10-3 0,1 10-2 16,6 7-9-16,8 9-67 16,9-2-61-16,21 4-47 15,16-2-2-15,22-7-5 16,24-2 1-16</inkml:trace>
  <inkml:trace contextRef="#ctx0" brushRef="#br0" timeOffset="124431.93">13827 5030 443 0,'0'0'169'16,"0"0"-44"-16,0 0-19 15,0 0-19-15,0 0-48 16,0 0-22-16,0 0 0 16,0 0 0-16,-11 16-14 15,11-16-3-15,-22 14 0 16,3 3 0-16,0 7 0 0,-2 9 0 15,-5 10 0-15,3 11 0 16,4 5 0 0,3 7 0-16,3-1 0 15,11-1 0-15,4-5 0 0,11-3-1 16,7-10-11-16,9-9-2 16,6-11 0-16,12-7 1 15,1-14 2-15,10-10 4 16,1-9 5-16,1-9 3 15,3-9 1-15,-8-8 2 16,-4-9 1-16,-8-8 3 16,-5-2 3-16,-19-6 5 15,-8 1-1-15,-15-1-3 16,-8 8-12-16,-21 5 0 16,-8 14 0-16,-18 18-44 15,-13 9-127-15,-18 9-11 16,-11 9-5-16,-13 2-8 0,-15 5-3 15</inkml:trace>
  <inkml:trace contextRef="#ctx0" brushRef="#br0" timeOffset="125759.89">5906 9972 181 0,'-26'-5'208'0,"0"-5"-29"0,0-3-42 16,7 7-19-16,-2-5-22 15,21 11-27-15,-15-12-34 16,15 12-35-16,0 0-17 16,0 0-8-16,22-5 2 15,4 7 3-15,11 3 3 16,8 0 8-16,7 0 7 16,15 0 0-16,15 2 0 15,5 0-1-15,7-3 0 0,6-3 0 16,8-1 1-16,5-5 0 15,3-2 0-15,2-1 0 16,2-4 1-16,0-2 0 16,-1 0-1-1,-11 0 2-15,-2 0-1 0,-14 2 0 16,-12 2 1-16,-9 3-1 16,-19 2 1-16,-12 1 1 15,-9 2 1-15,-14 2 4 16,-17 0 3-16,0 0 10 15,0 0 3-15,0 0 0 16,0 0 0-16,-20 9-1 16,-12-11-4-16,-4 4-17 15,-16-5 0-15,-12 3 0 0,-18-2 0 16,-12 0 0 0,-13 2 0-16,-13 0 0 15,-8 2 0-15,-13 0 0 0,-5 1 0 16,-7 4 0-16,2 0 0 15,2 0 0-15,8 1 0 16,13 1 0-16,13-2 0 16,15 0 0-16,23-4 0 15,18-1 0-15,21 0-9 16,9-4-7-16,29 2 1 16,0 0-1-16,29-7-2 15,16 4 1-15,20-1 5 16,13 4 10-16,22 0 0 15,13-1 0-15,17 1-1 16,9 0 1-16,10 0 0 16,4-4 1-16,3-1-1 0,2-2 0 15,-5-3-1-15,0-1 3 16,-7-3-2-16,-11 2 0 16,-20 0 1-16,-18 3 0 15,-17 3 4-15,-21 0 5 16,-21 5 9-16,-12 1 4 15,-26 0 4-15,0 0 0 16,0 0-1-16,-9 20-17 16,9-20-88-16,-26 21-83 15,12-19-17-15,14-2-4 16,-22-14-6-16,22-5-7 16</inkml:trace>
  <inkml:trace contextRef="#ctx0" brushRef="#br0" timeOffset="126589.47">11381 8828 622 0,'0'0'173'15,"0"0"-45"-15,10-17-97 16,-10 17-26-16,0 0 1 16,0 0 3-16,0 0 1 15,-15-16-1-15,15 16 0 16,-14 4-3-16,14-4 0 16,-26 26-3-16,10-4-1 15,-3 9-3-15,2 7-1 16,-6 9-1-16,8 3-2 15,-1 6 2-15,9 1-5 16,7-2 3-16,7-3-4 0,5-3 2 16,14-6-2-1,11-9 3-15,8-6-1 16,7-9 3-16,9-10 1 0,6-11 0 16,4-7 3-16,-1-10-1 15,-2-7 2-15,-8-6-1 16,-4-8 2-16,-14-7-2 15,-13-7 4-15,-12-1-1 16,-17-2 6-16,-10 3-2 16,-16 2 3-16,-10 5-1 15,-13 9 1-15,-8 11 1 16,-6 8-1-16,-8 12-6 16,0 7-4-16,3 8 0 0,0 8 0 15,9 8 0 1,7 6 0-16,7-1-72 15,23 7-84-15,22 2-20 16,10-10-7-16,25 0-8 0,13-16-2 16</inkml:trace>
  <inkml:trace contextRef="#ctx0" brushRef="#br0" timeOffset="127188.9">14261 8691 392 0,'7'-15'190'16,"-7"15"-31"-16,0-25-31 16,-7 5-28-16,7 20-46 15,-7-31-54-15,3 15 0 16,4 16 0-16,-15-24 0 16,15 24 0-16,-30-14 0 15,11 14 0-15,-3 3 0 16,-8 8 0-16,-3 4 0 15,-2 13 0-15,-6 5 0 16,1 7 0-16,5 6 0 0,2 8 0 16,0 3 0-16,14 4 0 15,3-2-1-15,13-4-11 16,10-7 3-16,8-2-2 16,11-10 1-16,13-7 1 15,4-11 2-15,6-10 2 16,4-8 2-16,3-8 3 15,0-8-1-15,-4-8 4 16,0-6-2-16,-7-6 2 16,-10-6-2-16,-9-4 2 15,-13-1 4-15,-4-1 3 16,-11 1 3-16,-11 2-2 16,-13 5 1-16,-9 5-8 0,-12 8-87 15,-10 4-79-15,1 4-25 16,-22-21-14-16,-5 0-10 15,-41-39 33-15</inkml:trace>
  <inkml:trace contextRef="#ctx0" brushRef="#br0" timeOffset="143645.64">5951 11411 109 0,'-33'5'195'16,"-5"-5"-26"-16,9 0-50 15,6 0-10-15,0-2-11 16,23 2-15-16,-17-2-20 16,17 2-31-16,17-1-28 15,6-1 0-15,7 4-3 16,8-1-1-16,10 1 0 16,8 3-2-16,12 0 0 15,6 1-1-15,8-3 1 16,5 2 0-16,10-3 0 15,4-2-1-15,6-2 0 16,6-1-1-16,0-2 2 16,1-1-2-16,6 0 2 0,-7-3 0 15,-5 0 1-15,-11 2 1 16,-12 0 1-16,-9 2-1 16,-17 2-2-16,-7-1 2 15,-19 3-3-15,-5-1 0 16,-14 2 0-16,-14 0-1 15,19 0 0-15,-19 0 0 16,0 0 2-16,0 0 2 16,0 0 0-16,0 0-1 15,0 0-138-15,0 0-36 16,16-11-3-16,-16 11-3 16,26-29 1-16</inkml:trace>
  <inkml:trace contextRef="#ctx0" brushRef="#br0" timeOffset="144496.25">11952 10704 355 0,'0'0'145'0,"-16"-12"-10"16,16 12-16-16,-13-15-17 0,13 15-31 16,-13-21-39-16,13 21-32 15,-13-17-1-15,13 17-3 16,-23-14-3-16,23 14 0 16,-31-7-1-16,13 9 2 15,-4 3 1-15,-4 3 2 16,0 3 1-16,-2 3 2 15,-2 6-7-15,-3 3 8 16,7 5-6-16,-3 1 6 0,6 2-5 16,8 6 7-1,1 1-5-15,5 3 5 16,13-1 4-16,1 0-2 16,12-2 1-16,6-2-2 0,3-1 2 15,9-6-4-15,1-6-1 16,6-4-4-16,3-7 0 15,3-5-1-15,-2-11 1 16,2-6 0-16,-1-6-1 16,-5-4 2-16,-1-10 2 15,-4-4 4-15,-6-4 0 16,-8-7 4-16,-6 0-2 16,-14-6 2-16,-3 3 1 15,-10-2-8-15,-9 3 2 16,-11 4-7-16,-4 6 5 15,-10 13-10-15,3 3 6 16,4 13-7-16,-5 1-62 0,13 8-79 16,13 13-25-16,16-14 2 15,-10 26-5-15,10-26 3 16</inkml:trace>
  <inkml:trace contextRef="#ctx0" brushRef="#br0" timeOffset="145360.84">14526 10665 359 0,'23'15'176'0,"-23"-15"-2"15,0 0-54-15,17-14-19 16,-17 14-49-16,5-34-46 0,-5 9-2 16,0-6-4-16,-3-3 4 15,1-4-3 1,2-2 1-16,-7 2-3 16,4 1 2-16,-4 6-4 0,3 7-3 15,-1 3-2-15,5 21-2 16,-10-15 0-16,10 15 0 15,-7 26 0-15,7 0-1 16,0 8 2-16,3 15 3 16,1 4-1-16,3 10 7 15,1 2-7-15,-1 6 8 16,4 0-8-16,-3 0 8 16,3-3-8-16,1-6 8 0,-2-5-2 15,6 0-1-15,-6-6 2 16,3-10-2-1,-3-5 2-15,-3-8-1 16,-2-4 1-16,2-8 0 0,-7-16 1 16,0 0 0-16,0 16 1 15,0-16-1-15,-15-9 1 16,15 9 0-16,-27-17-1 16,5 6-1-16,-4 1 1 15,-4 1-1-15,-4-1-1 16,-6 5 1-16,2 1 0 15,1 4 0-15,-1 0 0 0,5 4 0 16,7-1 1 0,3-3 7-16,23 0 1 15,0 0 0-15,0 0-1 16,19-5 0-16,18 0 0 0,8-2 0 16,11 0-1-16,11 2-7 15,8-4 0-15,0 0 1 16,3-1 1-16,-11 1 3 15,-6 1-2-15,-5-5-4 16,-16 5-161-16,-14-15-21 16,-4 3-11-16,-25-29-7 15,8-1 2-15</inkml:trace>
  <inkml:trace contextRef="#ctx0" brushRef="#br0" timeOffset="152395.96">6003 13048 138 0,'0'0'59'0,"-29"-2"1"16,29 2 2-16,-26 2 4 16,26-2 4-16,-23 2 3 0,23-2 9 15,-22 0 1-15,22 0-6 16,-19 2-9-16,19-2-8 15,0 0-11-15,-21-2-11 16,21 2-11-16,0 0-36 16,0 0-44-16,0 0-31 15,0 0-34-15,0 0-37 16,33-12-20-16,-11 0-3 16,18 1-5-16,2-13 127 15</inkml:trace>
  <inkml:trace contextRef="#ctx0" brushRef="#br0" timeOffset="153480.73">11994 12401 419 0,'-16'12'176'16,"16"-12"-1"-16,-12 17-73 15,12-17-51-15,0 0-49 16,0 0-2-16,5-15 0 16,-5 15 0-16,14-32-3 0,-5 13-2 15,-2-5 3-15,0-2 1 16,-4-1 1-1,1 1 1-15,-4 3 0 16,1 4 2-16,-1 19 2 0,-1-22 2 16,1 22-2-16,0 0 0 15,0 15-1-15,0 8 0 16,5 6 0-16,2 9-4 16,3 7-1-16,-1 10 3 15,5 10 0-15,-6 0 1 16,3 3-1-16,-1-1 2 15,-5-1-3-15,2-2 2 0,-3-3-2 16,-1-13-5-16,-3-3 0 16,0-10-1-1,-3-7 4-15,-1-9 2 16,4-19 2-16,-15 19 1 16,15-19 2-16,-23-2 0 0,6-3 0 15,-6-1 0-15,1 3-4 16,-4-2-3-16,0 1-2 15,0 3-3-15,-6 2-1 16,6 5 1-16,0-5 0 16,7 8 3-16,2-4 5 15,17-5 2-15,-16 16-1 16,16-16 0-16,19 17 1 16,7-10 0-16,11 0 0 15,13-4-1-15,13-1-1 16,8-5-3-16,10-6-1 15,10-5 0-15,6-5-108 0,3-12-57 16,17 3-5-16,-10-13-10 16,10 4 0-16,-6-11 14 15</inkml:trace>
  <inkml:trace contextRef="#ctx0" brushRef="#br0" timeOffset="154179.22">14828 12698 508 0,'0'0'174'0,"0"0"-3"15,26-39-75-15,0 4-105 16,0-3 0-16,1-4 8 16,-1-4-2-16,-4-3 4 15,-6 2-1-15,-6 4 2 16,-5 5 7-16,-1 5-1 15,-11 6 0-15,2 4-6 0,-2 7-3 16,7 16 2-16,0 0-1 16,-19 7 0-16,15 12-2 15,4 9-1 1,7 7-1-16,-2 8 8 0,9 7 3 16,2 4-3-16,1 1 0 15,2 2-3-15,0-1 1 16,0-3-3-16,-1-4 2 15,-6-2-4-15,-2-4-1 16,-1-7-1-16,-5-1 0 16,-4-6 2-16,-7-3-1 15,-6-7 1-15,-2-1 1 16,-6-3 1-16,-5-4 0 0,-2 1 0 16,-1-4 2-16,-8 3-1 15,3-1 0-15,1 2 2 16,0 0-2-1,7-1 4-15,3-1 3 0,7-3-2 16,16-7-3-16,0 0 0 16,0 0-2-16,45 14 0 15,1-19 2-15,13-2-3 16,8-2-4-16,11-5 2 16,9-5-25-16,2-5-138 15,-15-21-20-15,6-5-5 16,-28-32-4-16,-3-8 8 15</inkml:trace>
  <inkml:trace contextRef="#ctx0" brushRef="#br0" timeOffset="160057.4">6149 16349 477 0,'0'0'213'0,"0"0"-21"16,-14-3-80-16,14 3-83 15,0 0-29-15,0 0 0 0,0 0 0 16,0 0 0-16,0 0 0 16,0 0-111-16,14 14-48 15,5-6-31-15,7-8-4 16,19 5-5-16,8-8 30 15</inkml:trace>
  <inkml:trace contextRef="#ctx0" brushRef="#br0" timeOffset="161108.15">12292 15681 609 0,'0'0'193'0,"0"0"-67"16,11-29-80-16,-4 1-31 15,1-5-26-15,3-7 5 16,1-1 2-16,-5-1 3 15,3 2-4-15,-1 6 4 16,-2 6-2-16,0 9 10 16,-7 19-12-16,0-16-1 15,0 16-1-15,-4 28 2 16,1 3 4-16,-1 9-5 16,1 7 2-16,-1 6-8 15,4 6 15-15,0 4-1 16,4-3 3-16,-1 2-3 0,1-10-1 15,-1-3 2-15,1-8-2 16,-1-8-1-16,-1-5 0 16,2-7 0-16,-4-6-2 15,0-15 1-15,0 16 1 16,0-16-1-16,0 0 2 16,0 0-1-16,-23-2 0 15,23 2 0-15,-26-2 1 16,7 2-1-16,-4 2-1 15,-3 3 1-15,4 4-1 16,-8 3 2-16,1 4-1 16,3 1 1-16,0-1 3 0,10 3 3 15,0-4-2-15,16 4 1 16,0-19-1-16,26 28 2 16,6-18-3-1,16-1 0-15,18-2-3 0,9-7-2 16,15-4 0-16,11-4 0 15,6-8-1-15,10-8-101 16,6-11-59-16,9 4-8 16,-2-17-1-16,9 3-4 15,-5-12 0-15</inkml:trace>
  <inkml:trace contextRef="#ctx0" brushRef="#br0" timeOffset="161884.7">15752 15492 574 0,'0'0'166'0,"0"0"-12"15,0 0-92-15,0 0-70 0,-4-29 3 16,4 8 0-16,-3-7 2 15,1-3-2-15,-1 0 6 16,-1-7-3-16,1 2 3 16,-1-1 0-16,4 6-2 15,-3 5 0-15,3 7-2 16,0 19 3-16,-5-21 4 16,5 21-1-16,-4 26 1 15,4 4-1-15,4 10 2 0,-3 10 3 16,3 9 0-1,3 6-1-15,0 8-5 16,1 0 2-16,3-2-2 16,-1 0 1-16,-1-5-1 0,-2-6-2 15,-4-5 0-15,1-6-2 16,-4-7 0-16,0-6-2 16,-7-8 1-16,0-6 0 15,-2-6 1-15,9-16-1 16,-26 17 2-16,12-12 0 15,-5-3 2-15,-3 0-1 16,-1-2 2-16,-3 0-2 16,0 0 0-16,0 0 0 15,0 1 0-15,7-1 4 16,19 0-6-16,-26 2-1 16,26-2 1-16,0 0-1 15,0 0 0-15,29 7-1 0,-3-7-1 16,9 2-2-16,7-1 3 15,6 5 2-15,11-5 2 16,9 3 0-16,3-2 1 16,-1-1-3-16,-3 4-134 15,-15-13-50-15,-3 4-1 16,-30-22-3-16,-22 2-3 16</inkml:trace>
  <inkml:trace contextRef="#ctx0" brushRef="#br1" timeOffset="180512.22">12292 14203 502 0,'0'0'184'0,"0"0"-50"16,4-16-51-16,-4 16-50 16,-7-15-30-16,7 15-1 15,-12-16 0-15,12 16-2 16,-26-16-1-16,10 9 0 16,-5-1-4-16,-7 4 1 15,-5 4 0-15,-3 6 1 16,-6 4 0-16,-6 7 1 15,3 9 1-15,-7 4-1 16,-1 6 1-16,5 4-1 16,6-2 2-16,2 2 1 0,9-4-2 15,8-7 4-15,10-4-8 16,13-8 7-16,0-17-7 16,22 10 4-16,1-18 0 15,10-13-4-15,3-3 4 16,2-7-4-16,7-9 6 15,1-7-3-15,-3-5 3 16,-1-3-2-16,-4-4-1 16,-2 0 3-16,-6-2-2 15,-8 1 3-15,-3 3-1 16,-6 3 2-16,-6 7 0 16,-4 8 2-16,-6 6-2 15,-1 5 2-15,1 9 0 0,3 19 0 16,-9-23 0-16,9 23-2 15,0 0-1-15,-19-8-1 16,19 8 0-16,0 0-2 16,-4 29 0-16,8-3-1 15,-2 10 2-15,5 15-3 16,3 9 3-16,2 15-1 16,-2 8 3-16,3 3-3 15,1-1 3-15,1 0-1 16,4-5-3-16,2-11 4 15,2-12-5-15,8-16 4 16,9-13-5-16,12-17 4 16,9-20-9-16,17-15-102 0,3-11-45 15,-1-19-13-15,5-1 2 16,-7-13-5-16,6 4 30 16</inkml:trace>
  <inkml:trace contextRef="#ctx0" brushRef="#br1" timeOffset="181276.77">15545 14348 628 0,'-22'-19'195'0,"15"0"-70"15,-7-2-120-15,2 0 3 16,-7 2-1-16,-2 2-1 0,-2 2-1 16,-5 2-3-16,-1 7-3 15,-4 4-2-15,0 5 0 16,2 6-3 0,-2 8 0-16,3 6 1 15,4 4 1-15,4 5-2 0,6 0 2 16,2 7 2-16,12-3-9 15,8-1 6-15,4-4-6 16,9-7 6-16,4-10-7 16,10-7 9-16,5-11-8 15,5-17 2-15,2-8 9 16,4-13-5-16,-4-11 7 16,-3-13-4-16,-2-5 5 0,-9-10-5 15,-5-4 5-15,-9 0 0 16,-8 7-2-1,-2 4 3-15,-7 8-1 16,-4 12 3-16,1 14 1 0,-4 11 2 16,7 29-1-16,-12-16-2 15,12 16-1-15,-10 39 1 16,4 0-2-16,6 13-2 16,0 11-2-16,6 11-4 15,4 4 3-15,6 0-3 16,1-4 3-16,11-8-5 15,5-11 0-15,7-15-1 16,5-14 2-16,9-19 0 16,8-17 1-16,9-21 1 15,7-16-3-15,6-14-54 16,-6-11-70-16,-4-20-32 16,1 2-4-16,-23-17 2 0,-7 3-9 15</inkml:trace>
  <inkml:trace contextRef="#ctx0" brushRef="#br1" timeOffset="182388.68">11596 7313 516 0,'-10'-22'193'15,"-16"-14"-6"-15,3-4-117 16,-6 0-67-16,-6 2 2 15,-5 7-1-15,-5 5-2 16,-4 8-4-16,1 17-1 16,-4 16-2-16,3 20 0 15,4 13 0-15,10 15-4 16,2 6 3-16,14 5-2 0,9 1 5 16,10-4-3-16,10-7 10 15,13-14-12-15,6-14 8 16,6-11-8-1,7-17 7-15,3-13-6 0,5-14 1 16,-1-16 3-16,-1-15-5 16,-3-16 10-16,-3-10-7 15,0-16 10-15,-6-4-4 16,-6-5 0-16,-4-3 7 16,-7 2-7-16,-4 9 2 15,-8 10-3-15,2 13 3 16,-9 17-1-16,0 11-1 15,0 14 5-15,-5 9-4 0,5 19 4 16,0 0-2-16,0 0-1 16,-18 18 1-1,15 13-4-15,1 12 0 16,4 14 3-16,-2 18-4 0,3 15 3 16,4 12-2-16,4 10 1 15,1 4-2-15,7-1 2 16,4-6 6-16,6-9-11 15,1-13 9-15,11-16-8 16,3-20 4-16,10-21-8 16,5-23-22-16,15-23-79 15,8-15-55-15,8-26-1 16,11-12-9-16,-1-21 2 16,10 1 38-16</inkml:trace>
  <inkml:trace contextRef="#ctx0" brushRef="#br1" timeOffset="183148.22">14153 7429 495 0,'-5'-17'195'0,"-9"-12"1"0,-2-9-70 15,-3-1-122-15,-2 0 2 16,-5-1-5-16,-5 2-1 16,2 3 0-16,-9 9 0 15,1 7 0-15,-1 14 0 16,-6 10-10-16,6 14-2 16,-3 11-1-16,4 13-2 15,2 7 3-15,6 9 2 16,10 3 9-16,5-1-3 15,10-2 3-15,11-2-2 0,9-10 8 16,7-8-7-16,3-13 5 16,7-12-7-16,0-12 2 15,1-12 0 1,-1-13 0-16,2-17 1 0,-5-17-8 16,-1-14 11-16,-3-12-6 15,-7-14 12-15,-1-10 1 16,-6-9-6-16,-2 2 1 15,-5 4-2-15,-1 14 2 16,-1 9-3-16,-3 16 3 16,0 19-7-16,0 21-2 15,0 31 5-15,0 0 1 16,-3 24-3-16,3 14 2 0,0 14 3 16,0 9-5-16,7 6 4 15,3 3-3-15,9-1 3 16,4-7-4-16,3-3 5 15,5-9-2-15,6-14-2 16,8-13 1-16,10-14 2 16,6-20-1-16,10-15 1 15,7-17-107-15,7-21-60 16,13-14-5-16,-12-24-10 16,6-9-14-16,-27-27 47 15</inkml:trace>
  <inkml:trace contextRef="#ctx0" brushRef="#br1" timeOffset="206772.58">15677 521 1 0,'0'0'100'0,"0"0"-11"16,0 0-61-16,0 0 1 15,0 0 15-15,-29-69 17 16,29 69 19-16,0 0 29 15,0 0 10-15,0 0-4 0,0 0 0 16,0 0-3-16,0 0-91 16,0 0-21-16,0 0 0 15,0 0 0-15,0 0 0 16,0 0 0-16,0 0 0 16,0 0 0-16,0 0 0 15,0 0 0-15,0 0 0 16,0 0 0-16,0 0 0 15,0 0 0-15,0 0 0 16,0 0 0-16,0 0 0 16,0 0 0-16,0 0 0 15,0 0 0-15,0 0 0 16,0 0 0-16,0 0 0 0,0 0 0 16,40 79 0-16,-40-79 0 15,0 0 0-15,0 0 0 16,26 89 0-1,-26-89 0-15,0 0 0 0,19 79 0 16,-19-79 0-16,0 0 0 16,22 94 0-16,-22-94 0 15,0 0 0-15,19 98 0 16,-19-98 0-16,0 0 0 16,23 101 0-16,-23-101 0 15,0 0 0-15,21 102 0 16,-21-102 0-16,15 73 0 15,-15-73 0-15,13 79 0 0,-13-79 0 16,13 83 0-16,-13-83 0 16,7 90 0-1,-7-90 0-15,6 104 0 16,-6-104 0-16,-4 111 0 0,2-40 0 16,-1 14 0-16,3 5 0 15,-4 2 0-15,1 5 0 16,0 3 0-16,3 4 0 15,0 3 0-15,0-13 0 16,0-10 0-16,3-6 0 16,-3 5 0-16,3-10 0 15,1-5 0-15,-1-6 0 16,-1-3 0-16,2 1 0 16,-1-1 0-16,-3-3 0 15,4-3 0-15,-4-1 0 16,0 4 0-16,0-5 0 15,3 1 0-15,-3-3 0 0,0 3 0 16,3-2 0-16,-3-2 0 16,4-1 0-16,-4 5 0 15,3 0 0-15,-1 2 0 16,-2-1 0-16,4 3 0 16,-1 1 0-16,1 2 0 15,-4 0 0-15,3-1 0 16,-3 1 0-16,0 4 0 15,4-3 0-15,-4 3 0 16,0-1 0-16,3 0 0 16,-3 4 0-16,5-2 0 15,-1-2 0-15,3 1 0 0,0 1 0 16,-2 1 0-16,2 1 0 16,0 2 0-16,0 1 0 15,-2 2 0-15,-2 0 0 16,4 3 0-16,-3 1 0 15,8 1 0-15,-5 2 0 16,3 0 0-16,-1 0 0 16,1 1 0-16,2 1 0 15,2 1 0-15,-2 2 0 16,-1 2 0-16,5-2 0 16,-6 2 0-16,2-2 0 15,2 5 0-15,-5-1 0 16,5-2 0-16,-6 0 0 0,3 1 0 15,-1 2 0-15,-1 1 0 16,-2-1 0-16,5 0 0 16,-5-1 0-16,0-1 0 15,1 1 0-15,-1-2 0 16,4-4 0-16,-4 2 0 16,-2-1 0-16,2-1 0 15,0 2 0-15,1-2 0 16,-1 1 0-16,0 1 0 15,0-4 0-15,2 3 0 16,-2-3 0-16,0 3 0 16,2-1 0-16,-3 0 0 15,1-1 0-15,2 3 0 0,-2-1-1 16,3 2-2-16,-1 1 3 16,2 0-3-16,-4-2 3 15,5 4-2 1,-2-1 2-16,-1-1-1 0,1 2-1 15,2-3 0-15,-1-1 1 16,-1 2 0-16,2 0 0 16,-5-2-1-16,5-3 2 15,2 3-2-15,-2-2 2 16,2 1-2-16,-2-1 5 16,2 0 1-16,-1-3-7 15,0 0 7-15,0 2-6 16,-7-1 6-16,7 3-6 0,-6-1 7 15,3-1-11 1,-1 1 4-16,-2-1 3 0,0-1-3 16,1 1 4-16,-1 0 0 15,0-3 3-15,2 1-3 16,-2-2 3-16,3 2-3 16,-1 0-1-16,1 2-1 15,-1 0 0-15,1-1 0 16,1 1 0-16,-3 3 0 15,3 0 0-15,-4 0 0 16,1 4 0-16,-1-3 0 16,0 3 0-16,2 1 0 15,-2 2 0-15,-4-1 0 16,4 2 0-16,-1 4 0 16,1 1 0-16,-4 2 0 15,0 1 0-15,1 3 0 16,1 2 0-16,-1 2 0 0,-1 1 0 15,4 0 0-15,-3 4 0 16,2 0 0-16,0 0 0 16,1-4 0-16,0 2 0 15,1-2 0-15,3-1 0 16,-1 1 0-16,-1 0 0 16,5-3 0-16,-6-2 0 15,6 2 0-15,2 2 0 0,-1-4 0 16,-1 0 0-1,2 0 0-15,1 0 0 16,-1 1 0-16,0 0 0 16,-3-2 0-16,0-1 0 15,0-1 0-15,3-4 0 0,-4-1 0 16,2-4 0-16,-2-2 0 16,2-5 0-16,-5-2 0 15,5-5 0-15,-4-3 0 16,-1-5 0-16,1-6 0 15,-5-5 0-15,6-10 0 16,-4-6 0-16,0-9 0 16,-5-12 0-16,-2-20 0 15,0 0-42-15,-6-19-128 16,3-15-8-16,-8-22-4 16,-1-16-4-16,-2-22-1 15</inkml:trace>
  <inkml:trace contextRef="#ctx0" brushRef="#br1" timeOffset="208604.87">15700 1425 34 0,'0'0'86'0,"0"0"-17"16,0 0-14-16,0 0 1 0,0 0 3 15,0 0-1-15,0 0 3 16,0 0-2-16,0 0-2 16,0 0-4-16,0 0 1 15,0 0 0-15,0 0-5 16,0 0-19-16,0 0-11 16,0 0-12-16,0 0-5 15,0 0-4-15,0 0-16 16,0 0-8-16,0 0-25 15,0 0-24-15,0 0-29 16,0 0-13-16,0 0-33 16,0 0-8-16,0 0 5 0,0 0 146 15</inkml:trace>
  <inkml:trace contextRef="#ctx0" brushRef="#br1" timeOffset="210720.37">15620 1440 274 0,'0'0'205'16,"0"0"-7"-16,0 0-80 16,0 0-25-16,94-24-16 0,-94 24-19 15,90 16-58-15,-90-16 0 16,120 8 0-16,-46-15-14 15,-3 4-140-15,1-9-37 16,9-4 6-16,-6-5-10 16,6-8-3-16</inkml:trace>
  <inkml:trace contextRef="#ctx0" brushRef="#br1" timeOffset="211441.89">17120 943 297 0,'0'0'206'0,"0"0"-5"16,0 0-89 0,0 0-15-16,0 0-1 0,0 0-82 15,-87-33-14-15,87 33 0 16,0 0 0-16,0 0 0 15,-82-57 0-15,82 57 0 16,0 0 0-16,-78-36 0 16,78 36 0-16,0 0 0 15,0 0 0-15,0 0 0 16,-74-26 0-16,74 26 0 16,0 0 0-16,0 0 0 0,0 0 0 15,0 0 0-15,0 0 0 16,85-14 0-1,-85 14 0-15,74-10 0 16,-74 10 0-16,85-12 0 0,-85 12 0 16,71-5 0-16,-71 5 0 15,0 0 0-15,0 0 0 16,75 10 0-16,-75-10 0 16,0 0 0-16,0 0 0 15,-7 97 0-15,7-97 0 16,-36 78 0-16,36-78 0 15,-54 88 0-15,54-88 0 16,-70 78 0-16,70-78 0 16,-76 57 0-16,76-57 0 15,0 0 0-15,-88 42 0 16,88-42 0-16,0 0 0 16,0 0 0-16,0 0 0 0,0 0 0 15,0 0 0-15,0 0 0 16,0 0 0-16,0 0 0 15,93-23 0-15,-93 23 0 16,94-3 0-16,-94 3 0 16,108 5 0-16,-108-5 0 15,107 10 0-15,-107-10 0 16,101 9 0-16,-101-9 0 16,71 8 0-16,-71-8 0 15,0 0-104-15,0 0-72 16,0 0-13-16,0 0-20 15,0 0 8-15,0 0 58 16</inkml:trace>
  <inkml:trace contextRef="#ctx0" brushRef="#br1" timeOffset="211749.11">16991 995 397 0,'0'0'154'0,"0"0"-11"16,0 0-12-16,0 0-12 15,0 0-40-15,0 0-79 16,75 11 0-16,-75-11 0 15,113 0 0-15,-113 0 0 16,142 1 0-16,-74-1-50 16,6 2-131-16,-2 0-7 15,-72-2-6-15,114 7 0 16,-114-7 0-16</inkml:trace>
  <inkml:trace contextRef="#ctx0" brushRef="#br1" timeOffset="212779.84">15700 1442 195 0,'-94'5'77'0,"94"-5"8"16,0 0 0-1,0 0 13-15,-75 12-4 16,75-12 3-16,0 0-5 0,0 0-11 16,0 0-13-16,0 0-17 15,0 0-51-15,0 0 0 16,0 0 0-16,0 0 0 15,0 0 0-15,72 56 0 16,-72-56 0-16,97-2 0 16,-97 2 0-16,133-7 0 15,-58-3 0-15,7 3 0 16,1 1 0-16,5 1 0 16,3-5 0-16,2 1 0 15,1 2 0-15,0 2 0 16,1 0 0-16,-1 1 0 15,3 1 0-15,1 3 0 0,2-2 0 16,6 2 0-16,5-1 0 16,9 1 0-16,3 0 0 15,9-2 0-15,9 0 0 16,5 0 0-16,6 1 0 16,6-1 0-16,-1 0 0 15,7-1 0-15,1-3 0 16,4 1 0-16,3 4 0 15,-6-5 0-15,-1-1 0 16,0 2 0-16,-5 0 0 16,-11 2 0-16,-3 1 0 15,-11-2 0-15,-8 3 0 0,-11 2 0 16,-8-1 0-16,-14 4 0 16,-9-1 0-16,-14 3 0 15,-71-6 0-15,113 12 0 16,-113-12 0-16,74 5 0 15,-74-5-188-15,0 0-19 16,0 0-12-16,0 0-9 16,45-101 48-16,-45 101 180 15,0-100 0-15,0 100 0 16,-7-88 0-16,7 88 0 16,4-73 0-16,-4 73 0 15,0 0 0-15</inkml:trace>
  <inkml:trace contextRef="#ctx0" brushRef="#br1" timeOffset="-201100.73">17179 2505 297 0,'7'-21'189'16,"-7"21"-22"-16,0 0-57 15,0 0-13-15,0 0-22 16,0 0-66-16,0 0 1 16,-11 21 2-16,11-21-1 15,0 0 2-15,-19 7-1 16,19-7-6-16,0 0 2 0,-19 7-1 16,19-7-7-16,-17 10 0 15,-2 6 0 1,-1 4 0-16,-2 3 0 15,-4 8-1-15,-4 4-1 0,4 13-4 16,0 2-8-16,4 6 3 16,3-6-4-16,6 9 2 15,7 0-4-15,9-2 6 16,2-7-3-16,13 0 5 16,8-8 2-16,5 1 2 15,5-10 4-15,6-6 1 16,3-11 3-16,4-4 2 15,-4-7-1-15,2-12 1 0,-2-3 0 16,-4-11 0 0,-4 1-2-16,-2-13-1 15,-6-2-1-15,-3-8 1 16,-3-1 0-16,-4-7 0 0,-9-3 5 16,-3-7-6-16,-5 2 2 15,-7-3-5-15,-6 5 5 16,-4-2-4-16,-8-1 6 15,-3 6-2-15,-3 5 4 16,-1 6 6-16,-5 10 1 16,-1 4 2-16,-1 15-4 15,-1 12-32-15,0 13-107 16,-2 8-47-16,9 14-3 16,-2 6-12-16,14-2 2 15</inkml:trace>
  <inkml:trace contextRef="#ctx0" brushRef="#br1" timeOffset="-199740.76">17298 4752 219 0,'0'0'140'0,"0"0"-16"15,0 0-7-15,0 0-14 16,0 0-10 0,0 0-21-16,0 0-22 15,0 0-48-15,0 0-2 0,0 0 0 16,0 0 1-16,0 0-1 16,0 0 2-16,0 0 0 15,0 0 1-15,0 0 0 16,0 0 1-16,0 0-1 15,0 0 4-15,-15 0 2 16,15 0 0-16,0 0 0 16,0 0 0-16,0 0-1 15,-19-2-1-15,19 2-1 0,-18-2-3 16,18 2-4 0,-19-2 1-16,19 2-1 15,-22 4-1-15,22-4 0 16,-30 10 0-16,15 1 1 0,-3 1-4 15,3 3 5-15,-1 3-2 16,-1 1 7-16,1 5-4 16,4 2 3-16,-2 5-4 15,5 4 2-15,2 1 0 16,7 7-2-16,7 4-1 16,-2 1-5-16,9-1 0 15,-1 3-2-15,9-3 1 16,1-4-2-16,3-6 2 15,7-6 0-15,0-9 0 16,8-4 0-16,4-13 2 16,11-7 2-16,0-10 0 15,1-10 4-15,2-6-2 0,0-8 2 16,-5-6 0-16,-6-5 3 16,-11-3-2-16,-8-2 3 15,-6-2-5-15,-15 3 3 16,-11-5 4-16,-13 2 3 15,-13 6 2-15,-16 3-5 16,-7 7 3-16,-16 5-6 16,-7 2-63-16,-6 8-97 15,-6 15-25-15,-10 1-13 16,0 7-12-16,-15-2 10 16</inkml:trace>
  <inkml:trace contextRef="#ctx0" brushRef="#br1" timeOffset="-198522.9">5948 9893 275 0,'-33'1'210'15,"10"1"-22"-15,4 1-69 16,-3-6-14-16,22 3-23 16,-23 2-38-16,23-2-44 0,0 0 0 15,0 0 0-15,0 0-10 16,0 0-9-16,0 0 2 16,19 5 3-1,0 0 3-15,4 0 2 0,6 2 8 16,11-2 1-16,9 4-2 15,15-2 1-15,7-2-1 16,7 0 1-16,16-3-1 16,7 0 1-16,8-4 0 15,14-1 1-15,1-3 1 16,6 3-2-16,3 1 0 16,-1 1 0-16,2 1 0 15,-11 3 0-15,-6 4 0 0,-10 0-2 16,-13 2 1-1,-12-1 1-15,-15 1 1 16,-15-2 0-16,-17 1-2 16,-5-2 2-16,-30-6 8 0,19 10-1 15,-19-10 0-15,-19 3 0 16,-4-4-1-16,-7-3 1 16,-11-1-2-16,-11 0 0 15,-11-4-7-15,-8 1 3 16,-12-1-1-16,-8 2 2 15,-9 0 0-15,-4 2 0 16,-11 1 1-16,-5 3-2 16,-3 1 2-16,-5 1-3 15,-6 5 1-15,4-3-1 16,-2 4 0-16,2 0 0 16,6 0 0-16,12-2 0 15,4 2 0-15,14-2 1 0,16-1-3 16,14-4-5-16,19 0 0 15,12-2 0-15,17 0 0 16,16 2 2-16,16-2-1 16,17-1-1-16,15 1 2 15,13 0 5-15,14 1-2 16,18-4 2-16,19-2-2 16,11-4 1-16,16-1-1 15,13-3 1-15,13-1-2 16,7-1 2-16,10-1 2 15,6-1 1-15,3-1-123 16,-2-1-48-16,-15-14-7 16,-2 1-5-16,-16-24-2 0</inkml:trace>
  <inkml:trace contextRef="#ctx0" brushRef="#br1" timeOffset="-197508.17">17982 8892 330 0,'-29'5'181'16,"29"-5"-60"-16,0 0-28 16,-19-5-6-16,19 5-21 0,10-16-41 15,-10 16-26-15,19-34-8 16,-3 6 5-16,-2-8 1 15,1-4 2 1,-1-5-1-16,5-3 1 0,-10-1 1 16,5 4-6-16,-7 4 7 15,-7 8-4-15,3 7 3 16,-1 8 2-16,-2 18 2 16,-5-15 1-16,5 15-1 15,0 19 2-15,0 3-2 16,3 11 1-16,3 16-2 15,1 8-2-15,-1 12-3 16,7 9 0-16,-3 7 0 0,2-2 1 16,-1 0-1-1,-4-7 2-15,-2-10 0 16,-2-9 1-16,1-9-1 16,-4-9 2-16,-4-12 0 0,1-4-1 15,3-23 0-15,-19 20-1 16,0-16 0-16,-1-2 0 15,-2-2 1-15,-11 0-1 16,3 0-2-16,-1 1 1 16,2 1 0-16,-1 2 1 15,11-3-5-15,19-1-5 16,-21 6 0-16,21-6 0 16,25-2-1-16,6-2 1 15,14-1 1-15,10-4 0 16,17-1 7-16,9-4 3 15,9-1 1-15,2-3-1 16,-5 1-70-16,-9 0-57 0,-13-7-33 16,-10 10-2-16,-22-9-2 15,-14 9 11-15</inkml:trace>
  <inkml:trace contextRef="#ctx0" brushRef="#br1" timeOffset="-196848.72">16193 9361 358 0,'-35'16'152'0,"9"-2"-28"16,9 1-17-16,1-4-18 15,9 4-33-15,7-15-46 16,4 23-17-16,15-11 0 16,1-4-1-16,19 1 0 15,2-4 0-15,18 0 1 16,12-1 3-16,16-4 1 15,17-2 0-15,16-1-1 16,21-4 1-16,24 0 0 16,19-2 0-16,21 1 1 15,18-5 0-15,24 3 2 16,12-2-1-16,17 0 5 0,8 1-2 16,6 3 2-16,5 1 0 15,0 0-1 1,-3 3-1-16,-11 3 0 15,-8 1-2-15,-20 0-1 0,-17 0 1 16,-22 0 0-16,-25-4 0 16,-31-3 3-16,-28-1 0 15,-26-8-105-15,-24 2-55 16,-33-17-8-16,-16 3-10 16,-27-15-2-16,-1 9 105 15</inkml:trace>
  <inkml:trace contextRef="#ctx0" brushRef="#br1" timeOffset="-195615.83">18213 10306 408 0,'0'0'125'0,"0"0"-6"16,-14-19-14-16,14 19-16 16,0 0-30-16,-22-5-42 15,22 5-6-15,-26 2-1 0,10-1-2 16,1 5-3-16,-8-3-5 16,0 4-2-16,-3 3-4 15,-3 1-3-15,3 3-2 16,-4 3 1-16,1 4-1 15,-1 3 1-15,2 5-1 16,2 3 1-16,4 6 1 16,5 5 7-16,4 2 3 15,3 0-8-15,10 2 10 16,7-1-9-16,9-1 11 16,3-3-10-16,14-6 12 15,8-6-14-15,3-4 8 16,8-9 2-16,2-5-1 0,1-7 0 15,1-10 0-15,1-4 0 16,-5-6 1 0,0-6-1-16,-7-7-1 15,-1-1 6-15,-6-6-14 0,-5-6 15 16,-14-4-14-16,-7-2 8 16,-9-1-11-16,-8-1 8 15,-12 2-7-15,-9 4 2 16,-5 2 6-16,-9 8-4 15,-5 5 7-15,-1 6 1 16,1 4 3-16,0 6 0 16,2 7-55-16,8 5-82 15,-1-4-31-15,17 13-6 16,-1-7-3-16,20-2-2 16</inkml:trace>
  <inkml:trace contextRef="#ctx0" brushRef="#br1" timeOffset="-194548.07">17967 11904 374 0,'0'0'171'15,"0"0"-17"-15,0 0-52 0,0 0-31 16,0 0-32-16,0 0-41 16,0 0-1-16,0 0 0 15,0 0-1-15,0 0 2 16,0 0 3-16,0 0 1 15,0 0 3-15,0 0 0 16,0 0-1-16,0 0-1 16,-11 17 2-16,11-17-2 0,-15 16-1 15,15-16-2-15,-14 22-2 16,9-4 1-16,-6-1 1 16,-1 4-1-16,2 0-1 15,3 3 0-15,-5 2 0 16,5 3-1-16,-2 1 0 15,2-3 0-15,4 4 0 16,3 2-2-16,0 2 2 16,6-2-2-16,0 0 3 15,4 0-1-15,0-1 0 16,6 1 0-16,3-1 0 16,4-3 2-16,-1-1-2 15,8-2 2-15,-1-2-2 0,6-7 3 16,2-3-1-16,1-7 4 15,2-4-1 1,1-6-3-16,1-9 4 0,-6-4-2 16,3-6 3-16,-3-2-2 15,-3-4 2-15,-2-5-3 16,-5 0 1-16,-7-5 2 16,-5 0-3-16,-2 0 1 15,-5 0-2-15,-7 0 0 16,0-2-1-16,-7 2 0 15,-1 0-1-15,-6 3-1 16,-5 2 0-16,-4 0 2 16,-3 0 0-16,-9 6 2 0,-1-3 0 15,-9 4 4-15,0 4-1 16,-7-1 2 0,3 6 0-16,-3 1 0 15,3 8-3-15,8 1-110 0,4 9-50 16,-1-4-11-16,12 12-13 15,-3-10-4-15,29 0 67 16</inkml:trace>
  <inkml:trace contextRef="#ctx0" brushRef="#br1" timeOffset="-182267.9">18184 15607 645 0,'10'-39'196'16,"-6"-2"-46"-16,-3-6-146 16,6 2-8-16,4 5 0 0,-3 4 1 15,-1 10 0-15,-3 9 7 16,-4 17 3-16,0 0 0 15,0 0-1-15,0 0 0 16,0 38 4-16,0-2-8 16,0 9-2-16,3 7 0 15,-3 10 0-15,4 8 0 16,1 1 0-16,-2 0 0 16,4-4 0-16,-3-3 0 15,-4-3 0-15,3-4 0 16,-3-9 0-16,0-6 0 15,0-8 0-15,0-6 0 16,-3-7 0-16,3-21 0 0,-4 22 0 16,4-22 0-16,0 0 0 15,-29 9 0-15,13-9 0 16,-3 2 0-16,-3 0 0 16,-4 3 0-16,-4 0 0 15,-3 2 0-15,4 2 0 16,1-3 0-16,2 3 0 15,5-5 0-15,21-4 0 16,-23 5 0-16,23-5 0 16,26-5 0-16,11-4 0 15,11-5 0-15,13 0 0 16,17-1 0-16,13-1 0 16,4 0 0-16,7 1 0 0,-1-1 0 15,-7 1 0-15,-9 3 0 16,-14 1 0-16,-19-3 0 15,-14-1-96-15,-17-4-72 16,-24-7-6-16,-8 3-5 16,-23-11-2-16,-6-1-2 15</inkml:trace>
  <inkml:trace contextRef="#ctx0" brushRef="#br1" timeOffset="-180888.92">17889 13635 333 0,'0'0'144'0,"-13"-28"-13"16,3 9-13-16,7 2-17 15,-6-2-22-15,9 19-28 16,-10-28-46-16,10 28 3 0,-4-19-3 16,4 19 2-16,0 0-3 15,0 0 2-15,0 0-3 16,0 0 1-16,0 0 0 15,0 0-4-15,-3 21 0 16,3-21-1-16,13 29 1 16,0-8-2-16,0 2 1 15,3 1-2-15,7-2 1 16,-4 3 1-16,3-3 0 16,1-1 0-16,-2 0 1 15,1-1-1-15,1-1 1 16,-1-1 0-16,-6 1 1 15,7 0 0-15,-6-2-2 0,-1 0 1 16,-1-1 1-16,-1 0-1 16,-14-16-1-16,26 22 1 15,-26-22-1-15,16 16 1 16,-16-16 0-16,0 0-1 16,0 0 0-16,0 0 1 15,0 0 0-15,0 0 1 16,0 0 0-16,0 0 0 15,0 0 0-15,0 0 0 16,0 0 0-16,0 0 0 16,0 0-1-16,0 0-1 15,-19-7 0-15,19 7-1 16,0 0 0-16,0 0 1 0,0 0 0 16,0 0 0-16,0 0 2 15,0 0 0 1,0 0 0-16,0 0 2 15,0 0 0-15,0 0-34 0,0 0-65 16,-14-7-49-16,14 7-29 16,-16 0-2-16,16 0-2 15,-22-9-2-15</inkml:trace>
  <inkml:trace contextRef="#ctx0" brushRef="#br1" timeOffset="-179924.23">18071 13836 417 0,'0'0'137'16,"0"0"-11"-16,0 0-14 16,9-19-19-16,-13 3-26 15,4 16-56-15,0-31-8 16,-2 14 1-16,-5-2 1 0,-6 0 2 15,-3 0 0 1,-3 5 0-16,0 2 0 16,-2 3-1-16,-2 4 0 15,1 6-1-15,-4 5-2 0,3 6-3 16,4 9 0-16,-3 4 0 16,-1 12 0-1,4 4 0-15,-2 6 0 0,5 3-1 16,4 4-1-16,5-4 1 15,4-1-3-15,3-8 1 16,7-8-2-16,5-7 0 16,5-10-2-16,2-9 1 15,11-14 1-15,-2-12 1 16,12-9 0-16,-2-12 0 16,2-12 4-16,1-8-3 15,-6-13 4-15,-2-5-2 16,-7-5 3-16,-3-2-1 0,-9 0 2 15,-9 7-2-15,-2 7 3 16,-3 9 0-16,-7 10 2 16,2 14 0-16,-2 10 2 15,0 11 0-15,7 17 0 16,0 0-5-16,-19-5-3 16,12 24 0-16,-2 9 0 15,6 8 0-15,3 14 0 16,0 11 0-16,3 8 0 15,3 7 0-15,4 4 0 16,6-1-2-16,5-2 0 16,-2-6 0-16,7-11-1 15,3-8 1-15,6-10-2 0,7-13 2 16,1-12-1-16,6-15 2 16,8-16 0-16,-5-14-1 15,10-11-111-15,-4-8-57 16,-13-17-6-16,-2-2 1 15,-13-12 0-15,1 4-7 16</inkml:trace>
  <inkml:trace contextRef="#ctx0" brushRef="#br1" timeOffset="-178759.41">17522 7021 356 0,'0'0'177'0,"0"0"-14"16,0 0-42-16,0 0-20 15,0 0-21-15,-7-23-55 16,-1 6-25-16,-3-4 0 16,-4 1 0-16,-4-3 0 15,-2 6 0-15,-5 1 0 0,0 6 0 16,-2 6 0-16,-2 8 0 15,1 10 0-15,-1 5 0 16,1 10 0-16,3 7 0 16,3 6 0-16,4 8 0 15,4 7 0-15,4 4 0 16,8-1 0-16,6-1 0 16,8-7 0-16,1-5 0 15,7-6 0-15,5-9 0 16,4-15 0-16,1-10 0 15,4-14 0-15,0-14 0 16,-1-12 0-16,1-13-3 16,-4-17 1-16,-3-11-1 0,0-11-2 15,-3-10 5-15,-4-6-4 16,-7 1 4-16,-2 1-2 16,-3 6 3-16,-3 13-2 15,-2 11 4-15,-8 14 5 16,6 15-4-16,-7 12 0 15,4 13-4-15,3 15 0 16,-10 15 0-16,8 13 0 16,2 10 0-16,5 14 0 15,2 10 0-15,3 9 0 16,6 5 0-16,7 2 0 16,3-3 0-16,3-4 0 15,6-7 0-15,5-11 0 0,-2-9 0 16,7-12 0-16,4-14 0 15,3-11 0 1,-4-18-90-16,4-15-86 16,7-8-3-16,-13-18-7 0,2-5-8 15,-6-16-3-15</inkml:trace>
  <inkml:trace contextRef="#ctx0" brushRef="#br1" timeOffset="-175936.4">19569 215 309 0,'0'0'194'15,"0"0"-8"-15,0 0-53 16,0 0-24-16,0 0-17 16,0 0-92-16,0 0 0 15,0 0 0-15,0 0 0 16,0 0 0-16,0 0 0 16,0 0 0-16,0 0 0 0,0 0 0 15,42 91 0-15,-42-91 0 16,12 80 0-16,-12-80 0 15,10 95 0 1,-10-95 0-16,7 92 0 0,-7-92 0 16,4 99 0-16,-4-99 0 15,-4 95 0-15,4-95 0 16,-3 88 0-16,3-88 0 16,-7 94 0-16,7-94 0 15,-7 84 0-15,7-84 0 16,-9 85 0-16,9-85 0 15,-3 85 0-15,3-85 0 0,0 78 0 16,0-78 0-16,-4 80 0 16,4-80 0-16,0 79 0 15,0-79 0-15,0 94 0 16,0-94 0-16,-7 105 0 16,4-39 0-16,1-2 0 15,-2 12 0-15,1 9 0 16,0 0 0-16,3 8 0 15,-4-4 0-15,8 8 0 16,-4-7 0-16,3 5 0 16,-3-9-5-16,3-3 2 15,1-1-1-15,-2-4 1 16,1-2-2-16,1-2 2 0,-1-1-3 16,1 1 4-16,-1 1-5 15,2-1 6-15,-1-1 0 16,3 3-2-1,-4 0 5-15,4 0-3 0,-2 4 5 16,2-2-5-16,0 0 5 16,0 1-6-16,2 3 8 15,1 1-6-15,-3 5 5 16,2 0-8-16,-2 1 5 16,0 3-3-16,-2 3 3 15,2-2 3-15,-4 2-3 16,1 1 0-16,-1 1 0 15,-3-1 2-15,0 1-3 16,4 4 2-16,-8-3-2 16,4 1-3-16,0 2 3 15,0-1-1-15,-3-1-2 16,3 1 2-16,0-3 0 0,-4-2 0 16,4 2-1-16,0 0 1 15,-3-2-1-15,-1 2-2 16,4-2 4-16,0 4 2 15,-3 1-4-15,1 4 4 16,-1 0-2-16,-1 2 1 16,1 1-3-16,-1 2 4 15,1 4-3-15,-4-1 0 16,2 2-1-16,1 1 1 16,1-3-2-16,-1 4 3 15,1 0-1-15,3 0 1 16,0-2-1-16,0-3-2 15,0 0-3-15,0-2 2 0,0-2 2 16,-4 1-2-16,4-6 1 16,0 2-2-16,0-1 3 15,-3 0-3-15,1-5 9 16,2 3-8-16,-3-3 1 16,3-1 0-16,-4 4 0 15,4-4 0-15,0-1 1 16,0 1-1-16,0 0 1 15,4-5 0-15,-1-2 2 16,2 2-3-16,2-6 6 16,-3-1 3-16,6-2-8 15,-5-3 8-15,-1 1-8 16,3-1 8-16,0-2-7 0,-2 0 8 16,-2-2-12-16,-3 0 4 15,4-2 1-15,-4 3-2 16,3-5 3-16,-6 3-2 15,3 1 4-15,0 0-4 16,-4 2 5-16,1 3-6 16,1 2 5-16,-1 4-4 15,-1 3 0-15,1 0 0 16,-1 0 0-16,1 0 0 16,3 2 0-16,0-6 0 15,-4 1 0-15,4-4 0 16,0-2 0-16,0-3 0 15,0-3 0-15,-3-1 0 0,3-1 0 16,-2-4 0-16,2 0 0 16,0-1 0-16,-3-4 0 15,-1 2 0 1,4-1 0-16,-3-4 0 0,3-1 0 16,-4 1 0-16,4-2 0 15,0 1 0-15,4 3 0 16,-4-4 0-16,3 1 0 15,1 4 0-15,-1 0 0 16,-3 2 0-16,2-4 0 16,1 2 0-16,1-3 0 15,-4 3 0-15,3-2 0 0,-3-1 0 16,4 1 0-16,-4 1 0 16,3-3 0-16,-3 4 0 15,4 2 0 1,-4-2 0-16,3 0 0 15,-1 2 0-15,1-2 0 0,4 2 0 16,-3-2 0-16,3-2 0 16,-2-1 0-16,-2-1 0 15,1 4 0-15,-1-1 0 16,1-1 0-16,-1 0 0 16,3 2 0-16,-3-1 0 15,0 1 0-15,1-5 0 16,3-1 0-16,-4-4 0 0,3 0 0 15,1-4 0 1,-4-2 0-16,4-4 0 16,-2-3 0-16,-1 1 0 15,-4-4 0-15,3-2 0 0,1-1 0 16,-4 1 0-16,3-1 0 16,-3-2 0-16,0 0 0 15,0-2 0-15,0-4 0 16,0 1 0-16,0-2 0 15,0-3 0-15,0-4 0 16,0 0 0-16,0-2 0 16,4 0 0-16,-4 1 0 15,0-18 0-15,0 27 0 16,0-27 0-16,0 26 0 0,0-26 0 16,-4 24 0-1,4-24 0-15,0 21 0 16,0-21 0-16,-7 21 0 0,7-21 0 15,0 16 0-15,0-16 0 16,0 0 0-16,0 0 0 16,-3 15 0-16,3-15 0 15,0 0 0-15,0 0 0 16,0 0 0-16,0 0 0 16,0 0 0-16,3-22-48 15,-3-4-129-15,-9-30-17 16,-1-15-7-16,-26-46-1 15,-3-27 2-15</inkml:trace>
  <inkml:trace contextRef="#ctx0" brushRef="#br1" timeOffset="-173468.64">20751 1265 239 0,'0'0'129'0,"0"0"1"16,0 0-4-16,0 0-17 15,0 0-17-15,0 0-15 16,0 0-13-16,-71-65-44 16,71 65-16-16,0 0-3 15,0 0-2-15,0 0 4 16,0 0-2-16,0 0-3 0,0 0 0 16,0 0 4-16,0 0 2 15,0 0-3-15,0 0-1 16,0 0 1-16,0 0 2 15,114 6-2-15,-114-6 2 16,151 4-5-16,-46-2-1 16,21 1 5-16,24-6 0 15,14 1-3-15,19-3 2 16,18 0-1-16,9-1-4 16,18-2 6-16,1-1-13 15,12-1 10-15,2 1-15 16,3 0 20-16,-3 2-6 0,-6 1 2 15,-14-1-7-15,-6 5 10 16,-15-2-5-16,-22 3 4 16,-16 2-2-16,-19 1-1 15,-18 0-10 1,-21 5 15-16,-18 0 6 0,-13 0-10 16,-75-7 9-16,106 15-10 15,-106-15-1-15,0 0 1 16,0 0 2-16,75 12-118 15,-75-12-65-15,0 0-19 16,0 0 0-16,-94-88 0 16,94 88 124-16,-64-106 77 15,64 106 0-15,-63-98 0 0,63 98 0 16,-31-82 0-16,31 82 0 16,0 0 0-1,0 0 0-15</inkml:trace>
  <inkml:trace contextRef="#ctx0" brushRef="#br1" timeOffset="-172152.72">29810 4632 600 0,'7'-22'213'0,"-3"4"-5"16,-4 18-206-16,8-19-2 15,-8 19 0-15,0 0 0 16,0 0-17-16,7 24-3 0,-3 8 0 15,3 18 6-15,-2 14-3 16,2 17 22 0,0 14-7-16,5 16 4 15,-2 3-3-15,-1 2 5 0,-2-5-4 16,3-12-3-16,-4-11 5 16,1-12-3-16,-4-13 5 15,4-18-3-15,-3-9 4 16,-1-13-4-16,-3-23-55 15,0 0-72-15,0 0-39 16,-7-35-4-16,4 2-22 16,-4-21 4-16</inkml:trace>
  <inkml:trace contextRef="#ctx0" brushRef="#br1" timeOffset="-171652.36">29474 4793 388 0,'-19'-7'209'0,"19"7"-24"16,0 0-90-16,-4-28-24 15,4 28-13-15,23-22-61 16,-8 6-17-16,8 3-1 15,6-7-2-15,13 7 5 16,1 1 9-16,8 1 9 16,4 8-1-16,8 4 0 15,4 8 1-15,8 7 0 0,0 11 1 16,-1 10 5-16,4 8-6 16,-1 10 6-16,-8 7-7 15,-1 11 8-15,-7 5-7 16,-6 3 5-16,-13 1-4 15,-6 1 0-15,-13 0 3 16,-11-2-2-16,-8 1 4 16,-20-3 1-16,-14 1-2 15,-15-4 2-15,-19 2-2 16,-14-2 1-16,-11-1-2 16,-8-5 3-16,-9-5-4 15,6-12-1-15,-1-10 0 0,11-11-4 16,8-20-4-16,18-12-70 15,12-19-65-15,22-23-34 16,27-5 0-16,22-18-3 16,26-10 2-16</inkml:trace>
  <inkml:trace contextRef="#ctx0" brushRef="#br1" timeOffset="-170224.34">31907 5752 331 0,'0'0'170'0,"21"-3"-8"16,-2-8-77-16,4-13-6 15,11-4-10-15,-4-12-34 16,6-3-36 0,-4-10 2-16,-3-6-2 0,-6-5 2 15,-13-7-1-15,-3 1 2 16,-10 1-3-16,-8 9 4 16,-4 6-2-16,-5 9 5 15,3 12-1-15,2 11 1 16,-5 13-3-16,20 9-1 15,-26 33 0-15,16 10-3 16,1 19 2-16,6 21-6 16,-1 18 2-16,4 23 1 0,4 17 1 15,-1 8-1-15,2 8 3 16,6-3-2 0,-4-7 1-16,8-8 0 15,1-9 1-15,1-21-6 0,9-14 6 16,6-19 2-16,1-19-2 15,5-19-3-15,5-15 4 16,-5-23-2-16,2-23 0 16,-5-15 3-16,-5-17-5 15,-15-16-1-15,-4-14 0 16,-18-10 6-16,-12-4-6 16,-11-1 6-16,-15 6-4 15,-11 6 0-15,-4 8 2 16,-3 13-2-16,-1 10 4 15,1 12-4-15,6 10 2 16,9 9-6-16,11 5 2 16,15 7 2-16,22 14-1 0,-16-13 0 15,32 7-3-15,17 1 3 16,12-2-1-16,19-3 3 16,14-2 0-16,7-4 0 15,12-5-1-15,0-5 2 16,4-1-1-16,-11-4 1 15,-8-4 0-15,-14-5 0 16,-13-1 0-16,-13-10 1 16,-13-4-2-16,-9-9 2 15,-14-4-1-15,-9-4-4 16,-4 1 4-16,-5 3-4 16,-5 3 4-16,1 9-4 15,2 11 4-15,2 11-5 0,1 11 6 16,11 23-1-16,0 0 0 15,-8 16 5-15,15 20-6 16,1 18 3-16,6 18-2 16,2 22 1-16,3 17-2 15,4 15 1-15,-4 9-2 16,5 5-1-16,-8-1 1 16,3-1 0-16,-5-8 1 15,-2-7-2-15,-2-11 2 16,2-15-1-16,-5-12 1 15,2-14-3-15,1-10 3 16,-3-18-3-16,2-8 1 0,-2-16 1 16,-7-19 1-16,29 0 1 15,-9-18-2-15,6-9 2 16,3-13 0-16,1-5 1 16,1-7-1-16,-2-4 1 15,-3 1-1-15,-12 3 1 16,-5 2-1-16,-9 7 6 15,-12 5-2-15,-14 5 1 16,-7 3-2-16,-12 4 1 16,-11 4 0-16,-8-1-1 15,-7 4-2-15,-4 2-2 16,0 1-1-16,4 4-1 16,9 0-1-16,13 3 1 0,11-1 0 15,19 0-1-15,19 10 1 16,26-25-6-16,24 8 7 15,32 2-5 1,22-6 8-16,19 0-4 0,16-1 2 16,7-1-1-16,-4 1 1 15,-1-1-113-15,-18 2-46 16,-29-5-1-16,-20 4-8 16,-25-6 1-16,-14 7-6 15</inkml:trace>
  <inkml:trace contextRef="#ctx0" brushRef="#br1" timeOffset="-169108.25">29593 7007 159 0,'-29'16'171'0,"3"-11"-1"16,7-3-65-16,19-2-23 15,0 0 0-15,0 0-14 16,26 6-4-16,19-4-10 16,10-4-38-16,25-1-24 15,21-4 5-15,22 0 4 16,23-5 0-16,17 0 3 0,18-7-9 15,13 2 10-15,14-6-9 16,9-1 9 0,7 0-10-16,9-2 8 15,8-2-7-15,-1 4 2 0,3 1 2 16,-7 2-5-16,-9 6 4 16,-6 3-3-16,-16 5 0 15,-21 5-1-15,-20 7 1 16,-19 2 3-16,-22 4-2 15,-26-5 4-15,-17 5-1 16,-25-1 8-16,-22-1 6 16,-10-4 6-16,-23-5-65 15,-19 0-76-15,-25-14-40 0,-16 7-10 16,-34-13 2 0,-17 1-12-16</inkml:trace>
  <inkml:trace contextRef="#ctx0" brushRef="#br1" timeOffset="-168636.9">29437 7062 635 0,'-29'9'179'16,"29"-9"-42"-16,0 0-147 16,0 0 0-16,40 16 5 15,1-16 12-15,15-2 11 0,8-5 2 16,18-2-18-16,15-3-2 16,19-3 1-16,14-3 1 15,20-1 2-15,18 0-3 16,16-3 5-16,21-1-10 15,12 1 8-15,14-1-6 16,12 2 9-16,12 2-10 16,5 2 7-16,2 2-7 15,0 2 5-15,-8 5 0 16,-1 1 0-16,-13 7-1 16,-16 0-3-16,-19 5 1 15,-15 2-1-15,-21 2 6 16,-16 4-8-16,-25 0 10 0,-13 2-7 15,-25-1 8-15,-19-2-8 16,-19 0-125-16,-26-3-46 16,-26-9-21-16,-52-28-8 15,-38-22-9-15</inkml:trace>
  <inkml:trace contextRef="#ctx0" brushRef="#br1" timeOffset="-167447.06">20284 1148 75 0,'0'0'90'15,"0"0"-21"-15,0 0-21 0,0 0 25 16,75 48 16-16,-6-46 6 16,11-4-7-16,21-5-18 15,10 2 6-15,17-4-19 16,9-1-10-16,6-4-115 16,-4 0-83-16,1 4-42 15,-24-2-2-15,-3 1 5 16,-28-4 111-16</inkml:trace>
  <inkml:trace contextRef="#ctx0" brushRef="#br1" timeOffset="-166432.33">21523 9392 97 0,'-22'12'132'0,"22"-12"-34"16,0 0-32-16,-7 16 16 15,23-6 10-15,4-4-3 16,19 6-13-16,13-7-22 16,19 4-14-16,19-6 1 15,21 4 4-15,21-7-31 16,17-4-7-16,20-2 0 16,20-3-1-16,9-5 0 15,12 0-2-15,7 0-1 16,0-3-2-16,-2 1 2 15,-1-3-2-15,-10 0 1 16,-9 2-1-16,-15 0-1 0,-13-1 0 16,-21 1 0-16,-14 0 1 15,-18 3-1-15,-23 2 4 16,-24-2 1-16,-11 5 6 16,-21-3-7-16,-18-7-97 15,-12-5-74-15,-5 0-7 16,-28-18-20-16,2 2-2 15,-22-18 29-15</inkml:trace>
  <inkml:trace contextRef="#ctx0" brushRef="#br1" timeOffset="-164653.05">20952 417 222 0,'0'0'172'15,"0"0"-20"-15,0 0-13 0,0 0-8 16,0 0-16-16,0 0-23 16,0 0-92-16,-67-73 0 15,67 73 0-15,0 0 0 16,0 0 0-16,0 0 0 15,0 0-10-15,-11 90 1 16,11-90 7-16,14 103 0 16,-14-103 6-16,19 124-6 15,-19-124 0-15,23 128-5 16,-23-128 4-16,15 113-3 16,-15-113-6-16,7 81 9 15,-7-81-8-15,0 0 9 16,-3 73-3-16,3-73 4 0,0 0-85 15,0 0-65-15,0 0-15 16,0 0-3-16,0 0-4 16,22-69-1-16</inkml:trace>
  <inkml:trace contextRef="#ctx0" brushRef="#br1" timeOffset="-164197.75">20895 547 312 0,'-75'-14'175'15,"75"14"-2"-15,0 0-56 16,0 0-17-16,0 0-7 16,0 0-40-16,0 0-53 15,0 0 0-15,0 0 0 16,0 0 0-16,0 0 0 15,0 0 0-15,0 0 0 16,106-55 0-16,-106 55 0 16,115 22 0-16,-115-22 0 15,135 38 0-15,-64-12 0 16,-71-26 0-16,131 64-1 16,-131-64-6-16,100 68-1 15,-100-68 3-15,42 71-2 0,-42-71 1 16,-26 74-2-16,26-74 1 15,-97 78 2-15,97-78 2 16,-146 76-2 0,64-38 2-16,-1-5 3 0,8-7 0 15,4-5 4-15,71-21-7 16,-100 10-36-16,100-10-79 16,0 0-28-16,0 0-29 15,-18-81 4-15,18 81-4 16,92-71 41-16</inkml:trace>
  <inkml:trace contextRef="#ctx0" brushRef="#br1" timeOffset="-163644.35">21763 801 283 0,'0'0'198'15,"0"0"-57"-15,0 0-29 16,0 0-1-16,0 0-12 16,0 0-38-16,75-62-43 15,-75 62-20-15,0 0 2 16,0 0-1-16,59-85-1 16,-59 85 4-16,0 0 1 15,0 0-3-15,0 0 0 0,0 0 0 16,0 0-3-16,0 0 3 15,0 0-3 1,0 0-4-16,0 0-2 16,0 0 1-16,22 87 5 0,-22-87 1 15,0 0-3-15,16 86-2 16,-16-86 3-16,0 0-2 16,7 70 3-16,-7-70-3 15,0 0 5-15,0 0-1 16,0 0 6-16,-33 74-11 15,33-74 8-15,0 0-7 16,0 0 8-16,-71 28 1 16,71-28-5-16,0 0 4 15,0 0-1-15,0 0 16 16,0 0-9-16,0 0 7 16,0 0-6-16,0 0-6 15,0 0 9-15,0 0-5 0,0 0-7 16,74 0 0-16,-74 0 0 15,104-9-31-15,-104 9-102 16,143-19-40-16,-69 4-13 16,8 1-21-16,-2-4 9 15</inkml:trace>
  <inkml:trace contextRef="#ctx0" brushRef="#br1" timeOffset="-163303.12">23896 606 612 0,'0'0'209'0,"0"0"-19"15,0 0-178-15,0 0-12 16,0 0 0-16,0 0 0 15,0 0 0-15,0 0 0 16,0 0 0-16,11 90 0 16,-11-90-1-16,-7 100-6 15,7-100-1-15,0 90 2 16,0-90 1-16,3 71-10 16,-3-71 13-16,0 0-55 0,0 0-63 15,0 0-37-15,0 0-15 16,0 0-1-16,0 0-3 15,0 0 53-15</inkml:trace>
  <inkml:trace contextRef="#ctx0" brushRef="#br1" timeOffset="-162923.84">23634 492 426 0,'0'0'195'0,"0"0"-49"15,0 0-31-15,0 0-14 16,0 0-61-16,0 0-40 0,78-38 0 16,-78 38 0-16,94 13 0 15,-94-13 0-15,113 28 0 16,-113-28 0 0,116 54 0-16,-116-54 0 0,108 69 0 15,-108-69 0-15,85 78-4 16,-85-78-6-16,54 78 0 15,-54-78 5-15,14 71 0 16,-14-71 4-16,0 0-3 16,-68 102 6-16,68-102-1 15,-104 59 1-15,104-59-8 16,-137 52 6-16,65-32-6 16,72-20 6-16,-128 25 0 0,128-25-48 15,-92-4-39 1,92 4-38-16,0 0-16 15,0 0-30-15,0 0 2 16,0 0-15-16</inkml:trace>
  <inkml:trace contextRef="#ctx0" brushRef="#br1" timeOffset="-162547.57">24448 808 513 0,'0'0'153'0,"0"0"-20"16,72-8-26-16,-72 8-28 16,0 0-41-16,0 0-38 15,0 0 0-15,0 0-5 16,0 0-1-16,0 0-2 16,-44 76 2-16,44-76 1 0,0 0-1 15,0 0 0-15,0 0 8 16,37 80-2-16,-37-80-4 15,0 0 7-15,0 0-5 16,78 27 12-16,-78-27-8 16,0 0 7-16,74-19-4 15,-74 19 4-15,0 0-1 16,0 0-8-16,72-54 0 16,-72 54 0-16,0 0 0 15,0 0 0-15,0 0-82 16,-94-58-101-16,94 58-20 15,-134 5 2-15,53 2-5 16,-22-6 59-16</inkml:trace>
  <inkml:trace contextRef="#ctx0" brushRef="#br1" timeOffset="-153530.16">10753 1977 107 0,'10'-19'104'0,"-10"19"-6"16,0 0-67-16,0 0-37 0,0 0-47 15,0 0-21-15,26 21-29 16,-26-21 0-16,31 5 103 16</inkml:trace>
  <inkml:trace contextRef="#ctx0" brushRef="#br1" timeOffset="-149475.25">21135 1954 237 0,'0'0'116'15,"0"0"21"-15,0 0-6 16,-18-72-6-16,18 72-21 16,0 0-12-16,0 0-24 15,0 0-55-15,0 0-13 16,7-80 0-16,-7 80 0 16,0 0 0-16,0 0 0 15,0 0 0-15,0 0 0 0,0 0 0 16,-55 24 0-16,36 18 0 15,-4 11 0-15,-3 18 0 16,-4 14 0 0,4 16 0-16,0-3-7 0,7 10-4 15,0-17-1-15,9 3 10 16,8-13-9-16,7-5 10 16,9-15-6-16,9-9 6 15,6-9-4-15,6-10 7 16,10-9-5-16,4-12 8 15,3-8-9-15,3-13 9 16,1-3 7-16,-1-16-8 16,-1-5 6-16,-5-8-6 0,-4-4 2 15,-5-9-5-15,-7-12 5 16,-11-3-5-16,-6-12 7 16,-12 1-8-1,-8-10 0-15,-6-7 0 0,-13 4 0 16,-6 6 0-16,-6 16 0 15,35 71 0-15,-82-117 0 16,82 117 0-16,-80-68 0 16,80 68 0-16,0 0 0 15,-85-12-31-15,70 21-103 16,11 20-34-16,13 6-9 16,8 1-9-16,15 11 4 15</inkml:trace>
  <inkml:trace contextRef="#ctx0" brushRef="#br1" timeOffset="-148436.51">21173 4656 494 0,'7'-24'175'0,"-7"24"-47"15,0-36-53-15,0 36-11 16,-4-33-36-16,1 16-32 15,3 17-1 1,-16-23-2-16,16 23 0 0,-33-7 0 16,14 14 0-16,-10 7 2 15,-6 7 1-15,2 3 3 16,0 7 0-16,-2 7 1 16,2 7 5-16,4 7-3 15,3 0 2-15,10 2-2 16,9-1 2-16,7 1-3 15,11-2 4-15,4-5-3 16,11-8-1-16,11-6 1 0,1-8 0 16,7-8 1-16,4-10 2 15,3-9 0 1,0-10 2-16,0-9 1 16,-4-10-1-16,1-9-3 0,-4-8-2 15,-7-9 1-15,-1-9-3 16,-8-3 2-16,-6-6-6 15,-8-3 0-15,-8 4-3 16,-10-1 2-16,-9 10 1 16,-6 8-4-16,-13 10 2 15,-9 10-1-15,-8 15 3 16,-8 8-1-16,-5 12 2 16,-3 9 1-16,9 14-65 0,-1 2-65 15,7 6-33-15,20 7-7 16,10-6-6-16,12 8-4 15</inkml:trace>
  <inkml:trace contextRef="#ctx0" brushRef="#br1" timeOffset="-147424.79">21206 7185 402 0,'0'0'160'0,"0"0"-38"15,0 0-14-15,-7-17-18 16,7 17-27-16,-12-24-43 15,12 24-21-15,-26-21-5 16,3 16 0-16,-3 7-1 16,-3 6 2-16,-8 11 1 15,-5 9 1-15,1 10 2 16,1 9 0-16,-2 5 1 16,4 1-2-16,9 1 2 0,6 0-2 15,6-8 4-15,15-6-2 16,7-7 3-16,14-12-1 15,11-7 4-15,10-11-1 16,5-6 2-16,7-13 0 16,9-10 0-16,-2-10 2 15,5-11-4-15,-9-8 2 16,-6-13-3-16,0-5 1 16,-11-4-3-16,-12-7-3 15,-4-2 2-15,-11 3-8 16,-11 5 4-16,-4 5-5 15,-3 11 5-15,-8 10-6 0,-4 7 4 16,3 10 0-16,-1 11-2 16,1 9 3-16,16 15-1 15,-26-14 2-15,26 14-1 16,-16 21 0-16,13 3 1 16,-1 17 4-16,1 11-4 15,6 16 4-15,-3 13-2 16,4 13 2-16,-1 2-3 15,6 5 3-15,5 1-2 16,2-10-3-16,6-6 5 16,8-8-4-16,8-12 7 15,5-11-3-15,11-11 5 16,9-15-1-16,1-13 5 0,10-15-1 16,4-4-3-16,-6-11-10 15,-5-7-104 1,-4 1-52-16,-11 6-13 15,-21-2 3-15,-8 14-12 0,-23 2 20 16</inkml:trace>
  <inkml:trace contextRef="#ctx0" brushRef="#br1" timeOffset="-146800.35">21270 8693 418 0,'-3'-23'183'0,"-6"-2"-13"16,2 0-74-16,3 8-31 15,-4 1-17-15,8 16-54 16,-18-13-2-16,18 13-1 0,-29 3-1 16,6 7 2-1,-3 13 2-15,0 8-1 16,-8 9 4-16,1 7 0 15,0 10 1-15,5 7-1 16,2 3 3-16,12 1-2 0,9-2 0 16,6-6 5-16,13-6-1 15,12-9 1-15,9-12 1 16,12-11 1-16,3-13 1 16,9-11 2-16,6-13 1 15,0-10-1-15,0-11 1 16,-6-7-2-16,-5-7 0 0,-11-2-3 15,-12-4-1 1,-10-3-3-16,-19 0-5 16,-11 1 0-16,-13 2-2 15,-15 6 1-15,-8 3-2 16,-7 7 3-16,-5 9 1 0,-2 9 0 16,0 8 3-16,1 5-10 15,6 11-100-15,7 7-48 16,2-1-4-16,15 8-7 15,-2-6 0-15,16 8 11 16</inkml:trace>
  <inkml:trace contextRef="#ctx0" brushRef="#br1" timeOffset="-145962.75">21135 10758 408 0,'5'-16'145'0,"-2"1"-21"16,1-4-31-16,-4 19-5 0,3-24-30 15,-3 24-23-15,0 0-43 16,0 0 7 0,0 0 7-16,-22 5-14 15,10 10 12-15,-6 6-10 0,3 7 11 16,-5 5-9-16,0 5 7 16,4 5-11-16,0 2 4 15,9 2 0-15,4-2-1 16,10-4 3-16,9-4 0 15,10-10 3-15,14-8 0 16,8-10 2-16,9-9 0 16,9-12 2-16,6-10 1 15,2-10 0-15,-3-7 1 16,-3-5-1-16,-12-6 2 16,-8-2 1-16,-13-3-13 15,-18-2 7-15,-17 1-12 16,-14 3 6-16,-12 4-7 0,-12 6 6 15,-14 10-7-15,-7 7 6 16,-9 14 5-16,1 14-2 16,-5 17 4-16,5 14-1 15,1 10 5-15,5 9-87 16,18 7-62-16,11 6-24 16,6-2 0-16,23 1-7 15,3-12 5-15</inkml:trace>
  <inkml:trace contextRef="#ctx0" brushRef="#br1" timeOffset="-145244.25">21461 12228 567 0,'-16'19'181'16,"1"-14"-23"-16,15-5-89 15,-4-28-53-15,16 1-7 0,9-12-2 16,2-7 3-16,5-6-4 15,-2-4-6-15,0 1 0 16,-4 1 0-16,-1 9 0 16,-9 5 0-16,-5 9-3 15,-3 12-5-15,-4 19-1 16,-4-17 0-16,4 17 0 16,0 0-1-16,-14 31 1 15,9-1 1-15,5 8 4 16,0 5 2-16,2 9 1 15,5 7-2-15,0 5 1 16,5 0-1-16,-2 0 3 16,1-4-3-16,1-4 4 0,-5-4-2 15,-4-6 1-15,2-2 5 16,-6-6-2-16,-3-7 3 16,-6-3-4-16,3-6 4 15,-5-3-4-15,-4-5 3 16,-1 0-4-16,1-5-1 15,-3-4-1-15,-2 0 1 16,2 0-1-16,3-1 0 16,16-4-1-16,-26 7 0 15,26-7-2-15,0 0 2 16,0 0 1-16,0 0 0 16,0 0 2-16,39-19 0 15,-3 10 2-15,6-2 0 0,13 1 3 16,6 1-7-16,5-1 4 15,-2 3-5-15,-1 0 1 16,-3 5-13-16,-11-1-95 16,-7 1-54-16,-2 11-6 15,-21-7 1-15,0 10-1 16,-19-12-2-16</inkml:trace>
  <inkml:trace contextRef="#ctx0" brushRef="#br1" timeOffset="-144524.75">21734 13974 531 0,'-16'-40'172'16,"-3"9"-41"-1,0 10-45-15,-11 6-40 16,4 10-51-16,-10 10-1 16,-2 12 1-16,-2 11 1 0,-2 13 3 15,0 10 0-15,2 7 0 16,2 8-2-16,9 0 2 16,10 2 0-16,3-10-4 15,16-2 3-15,9-13-1 16,10-10 8-16,10-16 0 15,11-17 2-15,12-15 0 16,5-22 0-16,9-11 3 16,-1-18 0-16,-1-14 0 15,2-11-4-15,-9-8-5 16,-5-1 2-16,-12-1-1 16,-12 4 1-16,-7 11-2 15,-13 10-2-15,-8 12-2 0,-7 12-3 16,-5 12-1-16,-3 14 3 15,-3 12-1-15,-1 11-1 16,0 13-1-16,0 16 2 16,5 12-1-16,2 17 3 15,5 13 2-15,4 17-4 16,3 13 1-16,7 15 2 16,5 3 1-16,5 2 4 15,6-2-2-15,-1-4 1 16,4-6-3-16,0-8 2 15,0-13-95-15,-7-14-64 16,7-2-9-16,-17-20-2 0,5-8-1 16,-14-22-1-16</inkml:trace>
  <inkml:trace contextRef="#ctx0" brushRef="#br1" timeOffset="-143915.29">21747 15407 495 0,'4'20'175'0,"-4"-20"2"0,0-18-60 15,9-8-111-15,-3-14-3 16,7-6 4-16,4-6 1 15,-5 0-10 1,6-2 6-16,-3 7-4 0,-3 8 4 16,-1 9-10-16,-1 13 0 15,-10 17 0-15,0 0-2 16,12 40 1-16,-5 5-3 16,0 8 2-16,2 17 1 15,1 2 8-15,2 11 0 16,2 0 1-16,-2-6 0 15,-1-5 1-15,1-6 0 16,-5-9-1-16,0-5-3 0,-4-12 2 16,-1-7-2-16,-2-9 2 15,-2-5-3-15,2-19 2 16,-7 21-1-16,7-21 1 16,-22 9-1-16,8-3 0 15,-2-2 1-15,-6 5 0 16,-1-1 1-16,1 3 1 15,3 1 0-15,-2-2 0 16,5-1 0-16,16-9 1 16,-16 7 5-16,16-7 1 15,23-16 0-15,8-3-1 16,13-9 0-16,13-4 1 16,5-8 2-16,6-2-7 0,3-5-4 15,-3-4 0-15,-2-8-117 16,-9-4-57-1,-24-16 0-15,-10-8-4 16,-30-31-3-16,-19-17-3 0</inkml:trace>
  <inkml:trace contextRef="#ctx0" brushRef="#br1" timeOffset="-141008.19">23848 1622 53 0,'0'0'35'0,"0"0"-5"15,0 0 16-15,0 0 13 16,0 0 19-16,0 0 19 0,0 0 35 15,0 0-3 1,0 0-4-16,0 0-9 16,-23-76-13-16,23 76-83 15,0 0-20-15,0 0 0 0,0 0 0 16,0 0 0-16,0 0 0 16,-48-73 0-16,48 73 0 15,0 0 0-15,0 0 0 16,0 0 0-16,-85 23 0 15,85-23 0-15,0 0 0 16,-68 84 0-16,68-84 0 16,-35 97 0-16,25-40 0 15,3 18 0-15,10 1 0 16,8-3 0-16,4-4 0 16,8-3 0-16,3-11 0 15,10-6 0-15,3-15 0 16,2-25 0-16,6-13 0 0,-5-8 0 15,3-10 0-15,0-15 0 16,-3-13 0-16,-42 50 0 16,62-117 0-16,-62 117 0 15,35-130 0-15,-35 130 0 16,0-125 0-16,0 125 0 16,-38-111 0-16,38 111 0 15,-68-83 0-15,68 83 0 16,-85-53 0-16,85 53 0 15,-83-33 0-15,83 33 0 16,-72-6-65-16,72 6-65 16,0 0-41-16,-40 73 0 15,40-73-17-15,11 99 4 0</inkml:trace>
  <inkml:trace contextRef="#ctx0" brushRef="#br1" timeOffset="-140288.57">24001 4064 299 0,'-27'11'158'0,"12"-3"-31"16,1 6-19-16,-5 2-7 15,0 6-22-15,-7 4-31 0,3 9-48 16,-3 13-2-16,4 8 2 15,-1 6-2-15,6 7 3 16,1 7-2-16,9 8 1 16,7-7 4-16,4 0-3 15,11-10 4-15,3-5-2 16,8-11 3-16,5-6-4 16,2-18 6-16,5-8-3 15,5-12-1-15,3-10 1 0,-1-11-1 16,0-9 0-1,-4-9-3-15,-1-15 4 16,-5-9-5-16,-9-8 4 16,-5-8-7-16,-12-10 4 0,-6 1-4 15,-10 0 0-15,-12 5 0 16,-7 6-1-16,-7 13 0 16,-9 12-2-16,-3 12 3 15,-10 11-2-15,1 17-41 16,-5 1-73-16,10 9-43 15,8 11-10-15,4-2-4 16,11 10-3-16,4-2 90 16</inkml:trace>
  <inkml:trace contextRef="#ctx0" brushRef="#br1" timeOffset="-139346.79">24254 7106 488 0,'0'0'188'0,"-21"-9"-51"16,12-8-45-1,9 17-22-15,-17-35-47 0,5 18-24 16,-4 1-3-16,-1 1-1 16,-2 6 0-16,-7 4-1 15,0 8-2-15,-4 8 1 16,2 9 1-16,-4 10 3 16,2 8-1-16,-3 10 2 15,5 6-2-15,4 3 4 16,8 2-1-16,8-4 2 15,4-6 1-15,9-6 3 16,9-12 2-16,16-13 3 0,1-20 1 16,16-14 0-16,3-18-1 15,9-15 0-15,4-15 0 16,1-14-6 0,0-12-4-16,-5-8 0 0,-3-10 0 15,-11 3 0-15,-7 1 0 16,-12 7 0-16,-7 9 0 15,-12 11 0-15,-10 15 0 16,-6 14-7-16,-5 18-3 16,-5 15-1-16,-4 22-1 15,-6 13 1-15,3 22 2 16,0 12 4-16,0 18 5 16,7 11-3-16,7 13 3 0,5 4-1 15,10-1 3 1,13 1-3-16,13-8 5 15,6-7-2-15,14-11 0 16,3-10 4-16,14-14 0 0,5-8 2 16,0-11-1-16,0-14 0 15,-7-3-54-15,-5-5-88 16,-14-11-50-16,1 9-14 16,-31-4-4-16,-1 13-2 15</inkml:trace>
  <inkml:trace contextRef="#ctx0" brushRef="#br1" timeOffset="-138844.38">24250 8662 654 0,'-6'-28'207'0,"6"9"-76"15,0 19-104-15,-4-21-29 16,4 21-6-16,0 0 0 16,-16 6-2-16,9 18 2 15,4 7-3-15,3 12 6 16,0 4 2-16,7 7 7 15,5 3-1-15,5-4 5 16,6-4-1-16,7-11-1 0,8-9 3 16,0-13 3-16,5-11-2 15,2-15-10-15,4-13 0 16,-7-15 0-16,-2-9 0 16,-9-15 0-16,-5-9 0 15,-9-7 0-15,-8-3 0 16,-13 3 0-16,-4 4 0 15,-10 8 0-15,-13 12 0 16,-9 18-10-16,-12 13-1 16,-5 23-1-16,-9 14 3 15,-5 16-2-15,-4 8-76 16,4 14-44-16,3 10-27 16,4-3-13-16,17 5-3 0,6-7-3 15</inkml:trace>
  <inkml:trace contextRef="#ctx0" brushRef="#br1" timeOffset="-137476.54">24386 11026 335 0,'0'0'143'0,"0"0"-6"15,0 0-12-15,0 0-12 16,0 0-18-16,0 0-23 0,0 0-69 16,0 0-3-16,0 0 0 15,0 0 0-15,0 0 0 16,0 0 0-16,0-15 0 15,0 15 0-15,14-23 0 16,-14 23 0-16,15-29 0 16,-4 12 0-16,-3-1 0 15,3 1 0-15,-2 0 0 16,-2-2 0-16,3-2 0 16,-1-2 0-16,-2-1 0 15,3-4 0-15,-1-5 0 16,-2-5 0-16,0-3 0 15,1-4 0-15,-1 2 0 0,-3-4 0 16,3-2 0-16,-4 1 0 16,-1 5 0-16,1 1 0 15,1 2 0-15,-1 4 0 16,-3 3 0-16,0 4 0 16,4 8 0-16,-4 2 0 15,0 19 0-15,0-21 0 16,0 21 0-16,0 0 0 15,0 0 0-15,0 0 0 16,0 0 0-16,0 0 0 16,0 0 0-16,-7 16 0 15,7-16 0-15,3 31 0 16,1-5 0-16,3 5 0 0,-2 9 0 16,5 1 0-16,-3 8 0 15,5 4 0-15,-1 8 0 16,1 1 0-1,-2 2 0-15,2 2 0 0,-1 0 0 16,-4 1 0-16,1 1 0 16,-1-9 0-16,-3-4 0 15,-4-6 0-15,0-4 0 16,-7-7 0-16,3-7 0 16,-4-5 0-16,-6-9 0 15,14-17 0-15,-30 24 0 16,11-18 0-16,0-3 0 15,-3 0 0-15,-4-1 0 0,3 0 0 16,-3 1 0-16,3 3 0 16,1 1 0-16,3-1 0 15,1 1 0 1,18-7 0-16,-19 9 0 0,19-9 0 16,0 0 0-16,37 5 0 15,-2-10 0-15,17-4 0 16,12-3 0-16,10 0 0 15,15-2 0-15,8-1 0 16,4 1 0-16,0 0 0 16,-4 4 0-16,-10 6 0 15,-16-1-109-15,-9 3-69 0,-8 7-7 16,-28-1-8-16,-5 8-3 16,-21-12 35-16</inkml:trace>
  <inkml:trace contextRef="#ctx0" brushRef="#br1" timeOffset="-136662.96">24434 12387 459 0,'0'-26'186'0,"7"-3"-36"16,0-4-45-16,-1-14-29 15,4 0-29-15,0-7-47 16,-1-1 0-16,-2 1 0 16,0 4 0-16,2 7 0 15,-6 5 0-15,1 10 0 0,-1 7 0 16,-3 21 0 0,0-17 0-16,0 17 0 15,0 0 0-15,-3 26 0 16,3-2 0-16,0 9 0 0,3 9 0 15,1 10 0 1,-1 7 0-16,6 6 0 0,-2 3 0 16,5-2 0-16,-2-2 0 15,2-2 0-15,2-3 0 16,-2-9 0-16,-1-7 0 16,-1-5 0-16,2-8 0 15,-5-6 0-15,-3-5 0 16,-4-19 0-16,8 16 0 15,-8-16 0-15,0 0 0 16,0 0 0-16,0 0 0 16,-12-16 0-16,12 16 0 15,-22-10 0-15,8 6 0 0,-5 1 0 16,-4 1 0-16,1 4 0 16,-4-1 0-16,3 5 0 15,-3-1 0-15,3 0 0 16,4 0 0-16,5 0 0 15,14-5 0-15,0 0 0 16,0 0 0-16,26-12 0 16,14-5 0-16,18-4 0 15,16-3 0-15,15-2 0 16,17-3 0-16,8-1 0 16,6 2 0-16,0 4 0 15,-7 7 0-15,-13 3 0 16,-15 4-12-16,-10 6-140 0,-25 11-26 15,-20 0-4-15,-20 16-11 16,-25-3-3-16</inkml:trace>
  <inkml:trace contextRef="#ctx0" brushRef="#br1" timeOffset="-135824.36">24980 13896 552 0,'0'0'189'15,"0"0"-48"1,0 0-42-16,0 0-57 16,0 0-42-16,-11-15 0 0,11 15 0 15,-26-4 0-15,10 6 0 16,-3 1 0-16,-7 6 0 16,0 5 0-16,-7 8 0 15,2 8 0-15,2 6 0 16,3 9 0-16,-1 0 0 15,8 2 0-15,12-2 0 16,7-3 0-16,7-11 0 16,16-7 0-16,8-14 0 0,9-13 0 15,9-14 0-15,6-15 0 16,-1-13 0 0,5-10 0-16,-3-11 0 15,-8-6 0-15,-6-8 0 0,-9 0 0 16,-11 1 0-16,-9 2 0 15,-10 8 0-15,-10 10 0 16,-2 7 0-16,-8 11 0 16,1 10 0-16,-3 12 0 15,0 15 0-15,2 18 0 16,1 16 0-16,4 15 0 16,5 13 0-16,4 19 0 15,3 11 0-15,7 11 0 0,5 3 0 16,7-2 0-16,3-5 0 15,5-6 0 1,2-13 0-16,7-14 0 16,-1-12 0-16,5-15 0 0,2-16 0 15,3-14 0-15,-3-10 0 16,1-6 0-16,-5-8-10 16,-1 0-151-16,-6 6-23 15,-14-1 1-15,-17 14-2 16,0 0 4-16</inkml:trace>
  <inkml:trace contextRef="#ctx0" brushRef="#br1" timeOffset="-135139.87">24867 15574 677 0,'0'0'188'15,"0"0"-30"-15,12-28-158 16,-5-3 0-16,1-9 0 16,3-3 0-16,-4-6 0 15,2 4 0-15,1 4 0 16,-7 6 0-16,4 9 0 15,-5 9 0-15,-2 17 0 16,0 0 0-16,0 0 0 16,0 0 0-16,4 27 0 0,-4 5 0 15,6 9 0-15,-2 8 0 16,5 11 0-16,1 11 0 16,4 2 0-16,-2 3 0 15,0-1 0-15,2-3 0 16,-3-9 0-16,-3-6 0 15,-1-12 0-15,0-7 0 16,-2-11 0-16,-5-8 0 16,0-19 0-16,0 16 0 15,0-16 0-15,0 0 0 16,-19-10 0-16,19 10 0 16,-29-14 0-16,6 9 0 0,-3 3 0 15,-2 5 0-15,-5 3 0 16,4 4 0-16,-1 6 0 15,1 1 0-15,6-2 0 16,1-2 0 0,22-13 0-16,-19 20 0 0,19-20 0 15,26 5 0-15,0-8 0 16,12-4 0-16,10-2 0 16,11-1 0-16,13 0 0 15,9-1 0-15,6-3 0 16,-5 2 0-16,-1 0 0 15,-10-2 0-15,-3 4 0 16,-19 0-177-16,-30-18-24 0,-28-2-6 16,-66-27-7-16,-39-3 1 15</inkml:trace>
  <inkml:trace contextRef="#ctx0" brushRef="#br1" timeOffset="-127727.08">11667 18598 504 0,'-7'-18'201'15,"-12"-4"-3"-15,9-1-78 16,10 23-120-16,-12-26 0 15,12 26 0-15,0 0 0 16,0 0 0-16,-14 18 0 16,14 9-5-16,3 17 0 15,1 8 1-15,3 15 0 16,-2 11 4-16,2 12-1 16,0 0 3-16,0 5-2 15,-2-3-1-15,-5-9 1 0,4-3-2 16,-4-16 3-16,0-12-1 15,-4-11 3-15,4-11-2 16,0-30 2 0,0 0-3-16,0 0-35 0,0-38-76 15,4-7-31-15,2-7-18 16,-2-18-10-16,3-2-4 16,-2-13 0-16</inkml:trace>
  <inkml:trace contextRef="#ctx0" brushRef="#br1" timeOffset="-127368.83">11567 18618 450 0,'-30'-20'160'0,"1"6"-18"0,3 2-21 15,7 8-25-15,-4-1-53 16,23 5-40 0,-19-7-2-16,19 7 0 15,0 0 0-15,26-2 0 0,0 4-2 16,12 0-1-16,14 3 0 15,9 4 3-15,14 5 1 16,6 5-1 0,4 7-3-16,-1 6 3 0,-10 10-3 15,-8 10 2-15,-21 10-2 16,-13 6 3-16,-22 10-3 16,-10 1 6-16,-19 11-3 15,-18 2-1-15,-8 3 2 16,-14-5-3-16,-5-3 3 15,0-9-2-15,-2-13 1 16,5-11-4-16,6-21 2 16,6-21-51-16,19-14-74 0,15-17-40 15,11-20-7-15,23-12 0 16,8-18-1-16</inkml:trace>
  <inkml:trace contextRef="#ctx0" brushRef="#br1" timeOffset="-126724.38">12422 19124 626 0,'30'-4'170'0,"-14"-15"-35"0,-1-14-62 16,10-3-70-16,-3-9-3 15,-3-2 2-15,0-5 3 16,-3 6-3-16,-9 2 4 16,3 10-5-16,-10 6-1 15,4 6 0-15,-4 22 0 16,-7-16 0-16,7 16 0 16,-7 21-2-16,3 1-2 15,1 10 1-15,3 6-1 16,0 7 4-16,0 8-1 15,3 4 2-15,4 2-2 16,0-2 3-16,2 0-1 0,1-3 3 16,-3-2-3-16,2-3-4 15,1-6 4-15,-3-5-4 16,-1-5 4-16,-3-2-5 16,1-5 3-16,-4-5-3 15,0-21 4-15,-7 24 0 16,7-24 0-16,-20 14-1 15,20-14 1-15,-33 7-2 16,11-6 1-16,-4 3 1 16,-5-1-1-16,1 3 0 15,-6 0 1-15,4 1 0 16,3 4 0-16,3-3 2 16,3 1 0-16,9-2 1 0,14-7-2 15,0 0 2-15,0 0-1 16,18 10 0-16,13-13-1 15,12-4 0-15,10 2 0 16,4 0 1-16,10-2 2 16,-4 0-3-16,1 0-1 15,-12-2-24-15,-7 2-136 16,-5 7-10-16,-17-7-9 16,-4 2-2-16,-12-10-4 15</inkml:trace>
  <inkml:trace contextRef="#ctx0" brushRef="#br1" timeOffset="-125552.54">11848 20886 464 0,'-9'-21'175'15,"2"-1"-29"-15,-3-4-29 16,5 8-26-16,-6-6-61 15,8 9-30-15,3 15 0 16,-9-19 0-16,9 19 0 16,0 0 0-16,0 0 0 15,0 0 0-15,0 0 0 16,0 0 0-16,0 0-6 0,0 0-4 16,-10 17 1-16,10-17 2 15,0 0 4-15,0 0 3 16,0 0 0-16,0 0 0 15,0 0-1-15,0 0 0 16,0 0-1-16,0 0 1 16,3 17 1-16,-3-1 0 15,0 10 0-15,0 8 1 16,0 15 0-16,4 10 3 16,1 15-3-16,5 9-1 15,-3 6-1-15,2 6 1 16,1 2-2-16,1-4 1 15,-3-3-1-15,-1-8 0 0,0-13 1 16,-3-12 1-16,1-12 1 16,-2-12 2-16,1-12 1 15,-4-21-3-15,3 17-1 16,-3-17 0-16,4-23-2 16,-4 1 0-16,3-2-53 15,-3-14-70-15,6-6-40 16,0-2-6-16,-2-12-3 15,-1 5-1-15,1-6 55 16</inkml:trace>
  <inkml:trace contextRef="#ctx0" brushRef="#br1" timeOffset="-125115.23">11667 20993 611 0,'-26'-10'170'0,"7"0"-42"16,-2-6-53-16,9-1-75 16,12 17-1-16,4-26-1 15,-4 26-1-15,34-30 3 16,-1 16 1-16,9 4 3 16,7 7 0-16,10 10 0 15,2 5 0-15,4 8 0 16,3 10-2-16,3 10 0 15,-8 8-2-15,-2 4 0 0,-13 7-3 16,-3 5-1 0,-12 2 0-16,-7 3-1 15,-14 4 0-15,-12 3 2 16,-8 2-1-16,-15-2 1 0,-10 0 3 16,-8-3 1-16,-11-9-2 15,-1-7 5-15,-6-10-1 16,-5-13 1-16,9-11 2 15,-1-9-2-15,11-13-7 16,7-9 1-16,12-6-1 16,7-14-62-16,19-3-68 15,12-5-40-15,7-11-8 16,10-3-1-16,8-9 4 16</inkml:trace>
  <inkml:trace contextRef="#ctx0" brushRef="#br1" timeOffset="-124755.97">12633 21379 496 0,'3'21'183'0,"-3"0"-5"15,0 3-56-15,3 7-115 16,1 4-7-16,3 1 0 15,5 2-3-15,2-1 3 16,5-4-5-16,0-4 4 16,7-8-3-16,4-6 1 15,-1-8 0-15,2-7 3 0,-5-10 1 16,0-6-1-16,-3-4 2 16,0-10-2-16,-13-3 2 15,-3-7-2-15,-7-1 3 16,-3 1-3-16,-15 0 2 15,-1-1-1-15,-12-1 2 16,-6-1-75-16,-1 3-80 16,-2 0-14-16,2-8-2 15,5-8-3-15,7-18-3 16</inkml:trace>
  <inkml:trace contextRef="#ctx0" brushRef="#br1" timeOffset="-124259.61">13487 18878 574 0,'-30'10'196'0,"4"6"-27"16,7 0-85-16,2-4-84 15,17-12 0-15,-9 27 0 16,9-27 0-16,22 23 0 16,4-14 0-16,6-2-1 15,11-6-2-15,2-1 0 16,7-5 1-16,2-4 0 0,2-1 1 15,-8 5-48 1,-4-4-69-16,-10 6-31 16,-4 6-18-16,-14-1-3 15,-16-2-2-15,10 17 1 0</inkml:trace>
  <inkml:trace contextRef="#ctx0" brushRef="#br1" timeOffset="-124063.48">13632 19198 579 0,'-29'25'156'0,"3"-3"-21"16,7-6-32-16,15 1-53 16,4-17-50-16,12 16 0 15,11-16 0-15,10-4-3 0,3-5-2 16,10-4 3-16,2-1-30 16,1-9-94-1,3-4-41-15,2 1-6 16,-7-9-1-16,-2 4-9 0,-7-11 26 15</inkml:trace>
  <inkml:trace contextRef="#ctx0" brushRef="#br1" timeOffset="-123260.91">14679 18914 567 0,'-22'23'183'0,"2"-9"-39"16,20-14-55-16,-7 24-49 15,7-24-40-15,33 5-2 16,-5-13 1-16,9-6-1 16,4-7 0-16,4-8 1 15,-1-8 0-15,-2-4 0 16,-4-4 1-16,-9-4-1 16,-6 2 2-16,-6-1-2 15,-12 1 3-15,-8 6-2 0,-2 3 5 16,-9 3-1-16,-5 6-4 15,0 4 0-15,-4 8 0 16,4 5 0-16,-2 8 0 16,5 10 0-16,16-6 0 15,-26 41 0-15,23-3 0 16,3 14 0-16,3 16 0 16,8 18 0-16,4 15 0 15,1 11 0-15,5 13 0 16,-2 8 0-16,4 2 0 15,-4-3 0-15,3-4 0 16,1-12 0-16,-4-16 0 16,3-15 0-16,3-21-5 0,-3-16 1 15,4-22-1-15,-3-17 0 16,0-23 1-16,-4-17 1 16,-4-12 3-16,-8-11-1 15,-7-10 3-15,-7-5 0 16,-8 0 1-16,-11 3 0 15,-4 7 3-15,-8 7 4 16,1 10-9-16,-4 8-1 16,4 10 0-16,3 8 0 15,4 4 0-15,8 7 0 16,22 5 0-16,-23-5 0 16,23 5 0-16,0 0 0 15,29-9 0-15,3 0-3 0,11 1 0 16,6-5 2-16,11-2 0 15,8-4-2-15,3 0-111 16,4-4-54 0,-9-8-5-16,-5 2-14 0,-9-13 2 15,-4 2 1-15</inkml:trace>
  <inkml:trace contextRef="#ctx0" brushRef="#br1" timeOffset="-122960.7">15931 18310 684 0,'0'0'190'16,"0"0"-41"-16,-4 31-149 15,-3 4 0-15,-1 15 0 0,-3 23 0 16,-1 17 0-16,2 19 0 15,-6 16 0-15,6 3 0 16,3 3 0-16,7-3 0 16,3-10 0-16,11-17 0 15,12-20 0-15,9-22-1 16,13-19-97-16,8-23-66 16,8-26-11-16,14-17-2 15,0-24-5-15,16-7-3 16</inkml:trace>
  <inkml:trace contextRef="#ctx0" brushRef="#br1" timeOffset="-121805.88">16378 19082 157 0,'0'0'79'0,"0"-31"-8"16,0 31-16-16,0-29-11 16,0 29-10-16,0-23 0 15,0 23 10-15,6-15 23 16,-6 15-1-16,0 0-1 16,0-25 1-16,0 25 1 15,3-17-4-15,-3 17-9 16,4-24-21-16,-4 24-31 15,3-28 1-15,-3 28-2 16,4-27 0-16,-4 11 0 0,0 16 0 16,3-29-2-16,-3 29 3 15,5-32-3 1,-5 32 0-16,7-27 1 0,-7 27-1 16,4-23 0-16,-4 23 1 15,7-17 0-15,-7 17-1 16,0 0 0-16,3-16 1 15,-3 16-1-15,0 0 0 16,12-15 0-16,-12 15 0 16,0 0 0-16,11-18 1 15,-11 18 1-15,0 0 0 16,0 0-1-16,0 0 2 16,0 0 0-16,8 37-1 0,-1-1 1 15,4 9-1-15,-3 5-1 16,3 9 0-16,4 2 1 15,-1-2-2-15,2-4 1 16,-2-8-2-16,-2-13 2 16,4-6-4-16,-3-11 2 15,3-8-2-15,3-9 1 16,2-7-1-16,-2-9 1 16,4-8 0-16,-1-3 0 15,-3-6 3-15,4-2-1 16,-1-1 2-16,-4 1-2 15,-6 4 2-15,2 7-1 16,-5 5 1-16,-3 3-1 0,-6 16-1 16,11-16 0-16,-11 16 0 15,0 0 1-15,0 0 0 16,0 0 1 0,0 0 0-16,15 16 1 0,-15-16 0 15,23 31 1-15,-4-10-1 16,4 5 0-16,6 2-1 15,4 3 0-15,-2-2-1 16,-1 1 1-16,-1-4-2 16,1-4 0-16,-7-3 1 15,-1-2 1-15,-6-6-2 16,-16-11 2-16,22 10-1 16,-22-10 1-16,0 0 0 0,21-22 0 15,-12 1 0 1,-6-10 0-16,4-12 2 15,-3-11-3-15,-4-10 3 16,-4-4-5-16,-3 1 4 0,0 3-3 16,-5 5 3-16,-2 9 0 15,2 12 2-15,2 12 1 16,-2 10 1-16,12 16-5 16,0 0-1-16,-18-12-37 15,18 12-100-15,0 0-30 16,26 22-9-16,-3-9-2 15,3-6-5-15</inkml:trace>
  <inkml:trace contextRef="#ctx0" brushRef="#br1" timeOffset="-121514.68">17635 18911 632 0,'4'22'174'15,"-4"-22"-1"-15,7 21-142 16,3-2-26-16,-5 6 2 16,2 6-6-16,-3 3-1 15,-4 8 0-15,-11 1 0 16,-4 4 0-16,-8 3 0 15,-3-3 0-15,-3-2-101 0,-1-9-73 16,-1-15-8-16,8-12-3 16,6-22 3-16,17-9-5 15</inkml:trace>
  <inkml:trace contextRef="#ctx0" brushRef="#br1" timeOffset="-120268.78">18453 18608 487 0,'-7'-16'162'16,"2"1"-28"-16,-6-1-28 15,11 16-29-15,-10-24-38 16,10 24-37-16,-5-15 1 15,5 15-1-15,0 0 1 0,0 0-1 16,0 0 0 0,0 36 1-16,0-5-2 15,5 7-1-15,-2 7 0 16,8 5 0-16,-3 7-1 0,10-5-1 16,1-3-4-16,7-9 2 15,3-9-3-15,3-14 1 16,11-10 0-16,-1-14 0 15,3-10 1-15,0-11 2 16,-5-7 4-16,-2-6-2 16,-8-4 3-16,-8 0-1 15,-6 0 3-15,-6 9-3 16,-6 1 4-16,-4 7 1 16,-4 7 2-16,4 21-2 15,-10-20 1-15,10 20-1 16,0 0-6-16,-16 33 0 15,16-4 0-15,4 7 0 0,-4 16 0 16,7 7 0-16,-2 14 0 16,2 3 0-16,0 4 0 15,1-1 0-15,-4-1 0 16,-8-2 0-16,4-10 0 16,-8-5 0-16,-3-13 0 15,-1-10 0-15,-2-10 0 16,-1-11-5-16,-5-12 1 15,3-10-1-15,-5-10-1 16,2-10 6-16,-2-2-6 16,-1-4 4-16,4-1-3 15,2 0 4-15,5 0-3 0,5 1 5 16,7 5-3-16,7 2-1 16,8 2 4-16,8-3-2 15,6-1 2-15,4 2-1 16,6-2 0-16,-3-3-13 15,13 1-104-15,-4-1-45 16,-4-8-4-16,8 4-4 16,-9-8 0-16,2 1-1 15</inkml:trace>
  <inkml:trace contextRef="#ctx0" brushRef="#br1" timeOffset="-120061.64">19380 18608 614 0,'7'29'181'0,"-7"-1"-10"16,0 7-114-16,0 3-57 16,3 9 0-16,-3 1 0 15,0 4 0-15,4-2 0 16,-4-3 0-16,0-4 0 16,0-10-17-16,3-3-130 15,-1-10-27-15,-2-20-8 16,0 0-8-16,7-27-2 15</inkml:trace>
  <inkml:trace contextRef="#ctx0" brushRef="#br1" timeOffset="-119719.39">19935 18932 649 0,'-7'24'184'0,"7"-24"-23"16,0 24-135-16,4-3-27 0,-1 3 0 15,-3 7 6-15,-10 4-5 16,-2 5 0-16,-9 0 0 16,-5-1 0-1,-5 5-5-15,-2-10-104 0,0-8-65 16,5-7 2-16,2-15-11 16,26-4-6-16,-18-30 0 15</inkml:trace>
  <inkml:trace contextRef="#ctx0" brushRef="#br1" timeOffset="-118784.73">20216 18613 639 0,'0'0'193'0,"0"0"-33"0,0 0-129 15,-3 16-34-15,-1 1 0 16,8 7-1-16,-4 4 0 16,7 3-2-16,3 2 2 15,2 2 1-15,2-4 1 16,9-5-1-16,-1-7 0 16,1-7 1-16,3-9-2 15,0-8 2-15,0-7 0 0,2-9 1 16,-2-5 1-1,0-6 1-15,0-3-1 16,-3-5 2-16,-3 0 0 16,-4 4 1-16,-4 7-1 15,-5 4 1-15,0 6-1 0,-7 19-1 16,0-21 0-16,0 21 0 16,0 0-1-16,-10 26 0 15,10-1 0-15,0 9-3 16,0 8 2-16,3 11 0 15,4 12 1-15,2 7 0 16,5 4 3-16,-2 7-4 16,-2 4 4-16,2-2-4 15,-1 1 0-15,-4-6 0 16,-4-6-1-16,1-8 0 16,-8-7-1-16,1-10 5 15,-4-13-3-15,-4-10 2 0,11-26-1 16,-27 14-1-16,9-23-2 15,-4-10 1-15,-1-5-2 16,4-7-2-16,-4-7-1 16,4-4 2-16,5-1 0 15,6-4 4-15,10 0 2 16,8 1-1-16,9-1 3 16,4 0-2-16,10 2 1 15,0 4 0-15,-2 4 3 16,2 6-4-16,0 5 0 15,-7 5 1-15,-4 6 0 16,-3 6 0-16,-3 6 1 16,-16 3-2-16,23 8 0 0,-23-8-2 15,29 23 2-15,-15-9-2 16,5 1 1-16,0-1 0 16,4-2 1-16,3 0 0 15,0-3 1-15,-4-4-1 16,1-5 1-16,0-5 0 15,-4-2 0-15,1-7 1 16,-7-7-3-16,-6-6 2 16,-7-8-2-16,-4-1 2 15,-12 1 0-15,-6 0 2 16,-8 4-2-16,-15 7 1 16,-3 8 0-16,-4 8 0 15,-4 8 0-15,1 3-1 0,6-1-51 16,7 1-71-16,13-3-40 15,10-10-9 1,19-7 0-16,12-11-4 16,14-5-3-16</inkml:trace>
  <inkml:trace contextRef="#ctx0" brushRef="#br1" timeOffset="-118480.51">21192 18184 557 0,'0'0'184'0,"14"-17"-4"16,-14 17-83-16,22-2-100 0,-3 12-1 15,8 6-1-15,14 12 0 16,8 4-3-16,10 10 6 16,8 8-1-1,8 6 2-15,0 6-1 0,-4 5 2 16,-9 8 2-16,-16 3 4 15,-24 8 3-15,-29 8-2 16,-28 3 3-16,-27 7-6 16,-32 1-4-16,-19-1-88 15,-20-4-74-15,-17-16-16 16,-2-12-4-16,-6-22 0 16,2-8-4-16</inkml:trace>
  <inkml:trace contextRef="#ctx0" brushRef="#br1" timeOffset="-117614.89">14030 21357 434 0,'-28'5'166'0,"-1"0"-34"15,3 7-27-15,-7-6-28 16,7 6-28-16,-4-5-27 16,7 0-27-16,8-2 1 15,15-5-1-15,-16 5 1 16,16-5 0-16,0 0 1 16,19-2-1-16,0-1 1 15,7 1 3-15,4 0-2 16,5-1 1-16,5 1 1 15,1-3-1-15,-4 3 0 16,1 0 0-16,-5 2-2 0,-11-3-81 16,1 3-80-16,-7 7-4 15,-16-7-6 1,0 0 1-16,0 0-2 16</inkml:trace>
  <inkml:trace contextRef="#ctx0" brushRef="#br1" timeOffset="-117395.74">13875 21781 562 0,'23'14'170'0,"0"-7"0"0,3-4-133 15,8-1-38 1,3 1 0-16,1-4 0 15,-2-1-77-15,-1-3-69 16,-2-9-24-16,-3 2-3 0,-15-12-7 16,4 3-3-16</inkml:trace>
  <inkml:trace contextRef="#ctx0" brushRef="#br1" timeOffset="-116294.96">12827 21118 480 0,'0'0'200'0,"-23"-9"0"16,8 1-78-16,15 8-101 15,-19 0-21-15,19 0 0 16,0 0 0-16,-14 3 0 16,14-3 0-16,0 0 0 15,0 0 0-15,-19 16 0 16,19-16 0-16,-12 15 0 15,12-15 0-15,-18 18 0 0,18-18-5 16,-15 20-9-16,15-20-1 16,-11 19 1-16,11-19 0 15,0 0 1-15,-9 19 1 16,9-19 5-16,0 0 4 16,0 0 3-16,-3 19 0 15,3-19-1-15,0 0 1 16,-3 23-1-16,3-23 0 15,-7 31-2-15,3-12 3 16,2 5-4-16,2 6 4 16,0 3-2-16,6 0 1 15,-3 3 0-15,7 0 0 16,-1 1 2-16,5-3 0 0,-2-3 1 16,2 1-3-16,-2-5 2 15,2-4 0-15,-2-4 1 16,-12-19-1-1,23 24 2-15,-23-24-1 0,22 12 1 16,-22-12 2-16,21-5 0 16,-21 5 0-16,23-14 0 15,-23 14 0-15,22-26-1 16,-16 9 0-16,0-2 0 16,-2 0 0-16,-1-4-2 15,-3 1-1-15,-3-4-52 16,-1 2-103-16,1 1-15 15,-6-5-6-15,6 1-2 0,-4-13-6 16</inkml:trace>
  <inkml:trace contextRef="#ctx0" brushRef="#br1" timeOffset="-107594.51">14788 21506 484 0,'-22'-7'212'0,"22"7"-31"16,-26-12-60-16,26 12-96 15,0 0-25-15,0 0 0 16,0 0 0-16,0 0 0 16,0 0-19-16,7 15-2 15,-7-15-2-15,26 12 3 16,-4-5 7-16,-3-3 10 16,8-1 2-16,2-5-2 15,4-4 3-15,-3-7 0 0,4-4 1 16,3-9-1-16,-6-8 3 15,2-5 3-15,-7-6-2 16,-3-3 2-16,-8-7-4 16,-4-4 1-16,-11-4-1 15,-7 3 3-15,-6-1-3 16,-2 6-2-16,-6 1 2 16,2 7-2-16,0 9 2 15,0 9-2-15,5 8 2 16,14 21-1-16,-16-15 0 15,16 15-2-15,-7 22 1 16,7 9 0-16,7 13-1 16,-3 11 4-16,8 12-6 0,-2 15 4 15,2 11-4-15,2 11 0 16,-5 7 0-16,5 1 1 16,-5 4-1-16,-3 0 1 15,-2-5 1-15,-1-5-1 16,-3-8 3-16,4-8-6 15,-4-13 6-15,3-12-8 16,3-14 7-16,1-12-9 16,-1-11 11-16,7-11-6 15,-13-17 7-15,26-5 0 16,-12-16 1-16,5-6 6 16,-4-6-8-16,-1-7 8 15,-2-8-10-15,-5-6 3 0,-7-1-9 16,-7-8 7-16,-5 4-6 15,-5 2-2 1,-6 4 4-16,-5 1-1 16,-5 8 4-16,-3 8-1 0,1 8 3 15,-1 11 0-15,6 5-1 16,-1 5 3-16,5 2-2 16,9 1-3-16,17 4-1 15,-16-1 2-15,16 1-2 16,19-2 0-16,14-2-1 15,5 1 0-15,11-2 1 16,6-2 3-16,8-2 0 16,5-5 0-16,-1-3-1 0,1-4-1 15,-9 0-107-15,-7 1-56 16,-14-8-6-16,-1 4-3 16,-18-4-4-1,0 4 41-15</inkml:trace>
  <inkml:trace contextRef="#ctx0" brushRef="#br1" timeOffset="-106630.82">16319 20536 426 0,'-6'-26'151'0,"0"0"-26"16,6 7-21-16,-7-1-22 0,7 20-29 15,0-23-46-15,0 23-1 16,0 0 1-16,0 0 1 15,-15-2-3-15,15 2-2 16,-25 33-2-16,10 0 1 16,-4 14-2-16,-4 15 0 15,1 21-5-15,2 16 3 16,0 19-4-16,8 10 2 16,1 5 1-16,11 4 0 15,4-2-1-15,11-11 1 16,11-9-1-16,7-17-1 15,9-18 1-15,10-18 3 16,10-18-92-16,-1-24-69 0,2-25-9 16,1-17-4-16,-9-23-1 15,1-11 18 1</inkml:trace>
  <inkml:trace contextRef="#ctx0" brushRef="#br1" timeOffset="-106004.38">16832 21021 522 0,'-30'-19'177'0,"30"19"-4"16,-19-2-91-16,19 2-82 16,0 0-1-16,0 0 1 0,0 0-2 15,0 0 0 1,-4 30 2-16,8-4-1 15,6 5 1-15,-1 9-2 16,-2 3-2-16,7 5 1 0,-2-1-1 16,-2-5 2-16,-1-6-2 15,-2-8 1-15,0-8-3 16,-7-20 4-16,16 18 3 16,-16-18 0-16,0 0 1 15,19-31 0-15,-9 6 3 16,2-4 0-16,2-6 2 15,-2-4-1-15,6-6-2 16,1 1-4-16,0 4 3 16,3 6-3-16,-3 3-3 15,-1 6 0-15,-6 8-2 16,-12 17 2-16,26-7 2 0,-26 7 0 16,23 30 2-16,-10-6-3 15,7 7 4-15,-1 2-1 16,7 3 2-16,3 4-5 15,2-7-3-15,2-2 1 16,0-7-2-16,2-6 4 16,-5-8-3-16,3-10 5 15,-4-5 0-15,-3-12 2 16,-3-9 4-16,-4-11-2 16,-4-8 2-16,-4-10-3 15,-2-1 1-15,-6-1-3 16,-3 0-1-16,-3 7 1 15,-3 7 0-15,-1 8 1 0,-3 14-2 16,10 21-38-16,0 0-93 16,-19-8-37-16,19 8-7 15,0 22-2-15,0-22-4 16</inkml:trace>
  <inkml:trace contextRef="#ctx0" brushRef="#br1" timeOffset="-105793.23">17986 21109 486 0,'3'40'187'16,"-6"10"-6"-16,-9 7-62 0,-6-1-115 16,-1 3-4-16,-3 0-1 15,-8-6-116-15,4-3-56 16,7-3-21-16,-4-23-3 15,11-6 0-15,12-18 100 16</inkml:trace>
  <inkml:trace contextRef="#ctx0" brushRef="#br1" timeOffset="-105108.74">18274 20929 684 0,'-26'-20'200'16,"14"4"-64"-16,12 16-144 16,-4-23-7-16,4 23 4 15,0 0 4-15,0 0 1 16,14 37-2-16,-9-8 2 15,2 9-1-15,0 6 4 16,5 1 1-16,2 0 1 16,2-4-4-16,0-5 1 15,1-8-1-15,-1-11 1 16,3-11 1-16,0-8 1 0,-2-12 3 16,2-7 0-16,0-8 3 15,-5-6-2 1,-5-8 1-16,-2-5-2 15,-4 1 1-15,1 4-3 0,-8 4 1 16,1 7-1-16,-1 9 2 16,-3 7 1-16,7 16-1 15,0 0 2-15,-1 37-1 16,2-1 1-16,6 11 0 16,0 10 2-16,5 12-5 15,-1 11-1-15,1 5 1 16,-9 1-1-16,1 3 1 0,-8-5 0 15,-1-2 0-15,-5-6-2 16,-6-12 3 0,2-9 4-16,-5-11-3 15,0-12 0-15,0-12-5 16,2-15-2-16,1-14 1 0,-3-10 1 16,2-10 1-16,4-8-3 15,3-6 0-15,1-2 1 16,6 0 4-16,3 2-1 15,9 1 1-15,8 1-3 16,6 3 0-16,3 3-2 16,12 4 1-16,3-6-63 15,8 6-72-15,3 4-22 16,4-5-7-16,-1 8-2 16,2-5 0-16</inkml:trace>
  <inkml:trace contextRef="#ctx0" brushRef="#br1" timeOffset="-104911.6">19133 21128 560 0,'-5'25'174'15,"-5"-6"-24"-15,-1 0-75 16,3 7-71-16,4 3-5 16,-3 2-3-16,4 2 2 15,3 0-4-15,0-2 0 16,0-3-107-16,3-2-58 0,1 0-14 15,-4-26-2 1,10 19 1-16,-10-19 85 16</inkml:trace>
  <inkml:trace contextRef="#ctx0" brushRef="#br1" timeOffset="-104589.38">19756 21147 556 0,'0'0'193'16,"0"0"-36"-16,7 26-78 0,-3-10-95 15,-4 1 2-15,0 7 7 16,-4 9 4-16,-6 2 13 16,-6 8-5-16,-6 4 1 15,-11 0-109-15,0-1-58 16,2 5-27-16,-9-22-12 16,14-1-2-16,0-20 91 15</inkml:trace>
  <inkml:trace contextRef="#ctx0" brushRef="#br1" timeOffset="-103704.74">20175 20734 500 0,'-33'-16'222'16,"2"1"-57"-16,13 8-50 16,-1-7-94-16,19 14-21 15,0 0 0-15,0 0 0 16,4 21-18-16,2-2-11 16,7 10 1-16,1 2 7 15,1 6 6-15,1-5 14 16,1 1 1-16,2-3-1 0,7-10 1 15,0-9 1-15,0-11-1 16,6-11 1 0,1-9 1-16,0-6 0 15,1-9 1-15,-4-6 0 0,-8-4 1 16,1 1-2-16,-9 5 3 16,-2 6-4-16,-5 7 0 15,-11 7 0-15,4 19-2 16,0 0-1-16,0 0-1 15,-13 29 0-15,11 11-1 16,-2 12 2-16,8 12-1 16,-2 10 3-16,1 11-3 0,0 7 6 15,1 3-2-15,-4-2 0 16,-4-2 3 0,-2-5-2-16,-3-12 5 15,-5-6 0-15,-2-13 6 0,4-8-7 16,-5-17-2-16,1-13-7 15,16-17-2-15,-26-11 0 16,12-11-3-16,2-11-4 16,9-5-2-16,-4-9 2 15,10-3 6-15,1-2 3 16,10 0 2-16,1 2 3 16,8 0-3-16,3 3 3 15,3 4-1-15,1 3 2 16,-2 7-4-16,-2 9 5 15,-4 7-4-15,-4 6-1 16,-3 9-1-16,-15 2 0 16,23 18 0-16,-13-3 1 0,2 4-1 15,2 2 1-15,2 0 0 16,3-4 3-16,0-3 0 16,2-4 1-16,-2-4 1 15,0-8 0-15,0-5 1 16,-5-3-1-16,-2-6 1 15,-1-5-2-15,-8-3 1 16,-6-4-2-16,-4 2 7 16,-4 0 5-16,-4 2 0 15,-8 5-3-15,-3 2 0 16,0 5-4-16,3 7-100 16,1-2-60-16,-1-2-24 15,23 9-9-15,-22-24 0 0,18 6-1 16</inkml:trace>
  <inkml:trace contextRef="#ctx0" brushRef="#br1" timeOffset="-103414.54">20914 20384 548 0,'0'0'174'0,"19"-24"-5"15,-19 24-123-15,30 2-42 16,-4 11 4-16,2 19 3 16,8 9-1-16,6 18 2 0,3 12-1 15,2 17 1-15,-6 6-4 16,-6 6 2-16,-9 7-10 16,-15 1-3-1,-22-4 1-15,-20-6-4 0,-18-1-118 16,-20-10-59-16,-21-11-3 15,-11-10-19-15,-15-23-3 16,-4-8 103-16</inkml:trace>
  <inkml:trace contextRef="#ctx0" brushRef="#br1" timeOffset="-101591.9">12147 22875 513 0,'-27'10'213'15,"27"-10"-8"-15,-19 19-113 16,19-19-94-16,-19 16-12 16,19-16-2-16,0 24 0 15,0-24 0-15,7 26 1 0,-7-26 2 16,31 24 9-16,-8-17 6 15,3-2 2-15,7-5-2 16,9-1 2-16,-2-6-2 16,5 2 0-16,-4-4-1 15,-2 2-3-15,-3 2-4 16,-10 3-1-16,0 2 2 16,-10 2-2-16,-16-2 2 15,19 9-1-15,-19-9 3 16,0 0 1-16,17 17 4 15,-17-17-2-15,7 15 1 16,-5 1 3-16,-4 3 1 16,-5 7 0-16,-7 10-1 0,-5 9-6 15,-3 6 8-15,-8 2-6 16,-8 8 6-16,-2-1-10 16,-2 4 7-16,-3-3-7 15,4-7 7-15,1-4-2 16,5-9-4-16,9-3 3 15,3-10-5-15,9-9 3 16,14-19 2-16,-12 19 2 16,12-19 3-16,16-8 0 15,-16 8 2-15,29-19-4 16,-6 6 5-16,3 0-4 16,4-1-2-16,4 0-5 15,3 2 0-15,4 5-2 0,5-2 1 16,2 1 2-16,8 1 1 15,-4 0 0-15,7 0 1 16,-5-2 1-16,-2-1 2 16,-4-4 0-16,-6-2 1 15,-6 1-2-15,-3 1-100 16,-10-3-59-16,-11-6-18 16,-2 2 6-16,-16-6-10 15,-1 2 8-15</inkml:trace>
  <inkml:trace contextRef="#ctx0" brushRef="#br1" timeOffset="-101310.2">12212 23238 603 0,'-17'-1'180'0,"17"1"8"16,4-16-151-16,18 14-30 16,8-3-1-16,11 2-8 15,8-6-3-15,6 4-1 16,4-4 6-16,2 4-5 16,2-7 6-16,-9 0-104 0,5-4-67 15,-4 9-20-15,-10-7 1 16,0 6-9-16,-8-10 45 15</inkml:trace>
  <inkml:trace contextRef="#ctx0" brushRef="#br1" timeOffset="-100850.38">13849 23398 540 0,'-36'14'205'0,"5"3"-57"16,1-10-54-16,16 8-58 15,14-15-36-15,0 0-2 16,0 16-5-16,19-14-1 15,14-4 2-15,7-5 4 16,2 2 8-16,7-4-3 0,3 0-3 16,-4 1-20-16,-3 4-94 15,-12-4-25-15,-10 9-33 16,-23-1-7-16,0 0-12 16,-4 18 14-16</inkml:trace>
  <inkml:trace contextRef="#ctx0" brushRef="#br1" timeOffset="-100681.26">13790 23626 587 0,'-34'26'157'16,"8"0"-27"-16,3-12-42 15,20 5-78-15,3-19 0 16,26 19-1-16,5-29 1 16,12-1-1-16,15-6-4 0,4-11-64 15,13-1-98-15,3-9-22 16,-2-7-7-16,2 3 4 15,-3-6-6-15</inkml:trace>
  <inkml:trace contextRef="#ctx0" brushRef="#br1" timeOffset="-99840.11">15068 23232 534 0,'0'20'177'16,"0"-20"13"-16,-7 19-97 15,7-19-85-15,17 9 1 16,-1-19-3-16,0-4-3 0,4-7-6 16,-4-5 7-16,3-9-11 15,-3-6 7-15,-2-6-7 16,-7-7 9-16,-2 6-6 15,-5-4 12-15,-5 2-5 16,-6 1 2-16,1 8-3 16,-2 8-2-16,-1 5-3 15,3 9-4-15,10 19-2 16,0 0-2-16,-19-3 1 16,19 22-2-16,0 8 2 15,5 12 3-15,2 13 3 16,7 17 2-16,-2 16 0 15,2 15 4-15,2 14-5 0,-1 11 5 16,-1 1-4-16,-2 2 1 16,-5-3-1-16,0-13 2 15,2-11 4-15,1-23 3 16,-1-18 2-16,1-18-7 16,4-13 2-16,-14-29 0 15,28 2-2-15,-14-26 0 16,-7-13-4-16,-5-8-3 15,-8-8 3-15,-8-11 7 16,-8-7 1-16,-8 0 2 16,-8 5-1-16,-3 2 4 15,-5 9-4-15,-2 8-2 16,1 9-6-16,2 10-2 0,3 7-3 16,6 9 1-16,8 5 0 15,7 4 4 1,5-1 2-16,16 4 2 15,0 0 2-15,0 0 1 0,20 2 0 16,13-4-1-16,12-3-3 16,14-4-2-16,12-4 0 15,12-6-3-15,9-16-74 16,5 0-101-16,4-1 3 16,-11-9-11-16,-6 0-1 15,-11-3-2-15</inkml:trace>
  <inkml:trace contextRef="#ctx0" brushRef="#br1" timeOffset="-99375.78">16113 22498 565 0,'0'0'186'16,"9"-23"-12"-16,-9 23-115 15,0 0-59-15,0 0-2 0,0 0-5 16,-16 10-2-16,6 11-3 16,-3 17-2-16,-1 11 4 15,-1 15 5-15,-4 10 6 16,1 23-3-16,-1 9 1 16,0 10 5-16,9 1-4 15,5-4 4-15,5-2-1 16,12-14 8-16,10-11-3 15,8-18 7-15,15-18-2 16,11-15-6-16,8-20-116 16,7-18-67-16,10-13-9 15,-9-22-12-15,2-4 3 0,-9-16 68 16</inkml:trace>
  <inkml:trace contextRef="#ctx0" brushRef="#br1" timeOffset="-98324.03">16602 22871 437 0,'0'0'196'0,"-17"-29"-3"16,17 29-73-1,0 0-85-15,-19-10-42 0,19 10-6 16,0 27-2-16,3 1 1 16,4 8 0-16,-1 6 1 15,4 10 3-15,2 3 16 16,5 2-8-16,-1-3 11 15,3-5-1-15,-1-10 7 16,-3-9-2-16,8-4 7 16,-8-19-6-16,6-6 0 15,-2-8 0-15,4-15 0 0,-4-7-11 16,0-4-3 0,-2-5 0-16,-1-4 0 15,-4-1 0-15,2 5 0 16,-7 3 0-16,2 11-8 0,-6 6 2 15,-3 18-4-15,0 0-2 16,23 7 1-16,-9 16 0 16,5 3 1-16,3 7 0 15,4 5 10-15,4-2-1 16,5-3 12-16,-2-7-5 16,-1-7 9-16,-5-9-5 15,0-8 4-15,-6-16-4 0,2-6-7 16,-4-8 7-1,-7-7-11-15,-2-8 2 16,-6-4-1-16,-4-3 0 16,-4 5 0-16,-3 2 0 15,-1 5-3-15,-3 5 0 0,1 5-1 16,5 11-1-16,-6-2-85 16,11 19-75-16,0 0-16 15,0 0-2-15,19 8-3 16,-1-2-1-16</inkml:trace>
  <inkml:trace contextRef="#ctx0" brushRef="#br1" timeOffset="-98098.88">17776 23024 455 0,'3'34'177'0,"2"11"-6"15,-5 6-55-15,0-1-113 16,4-3-6-16,-4 1 5 16,-4-5-110-16,1-3-59 15,3-5-5-15,0-35-7 16,-9 15-9-16,2-30 82 16</inkml:trace>
  <inkml:trace contextRef="#ctx0" brushRef="#br1" timeOffset="-96980.08">18274 22620 482 0,'0'0'198'15,"0"0"-1"-15,0 0-86 0,0 0-118 16,10 44-1-16,3-4 3 15,0 8 4 1,3 7 0-16,-2 3-1 0,5 2-2 16,-3-4 5-16,1-15-2 15,2-12-2-15,0-11-3 16,4-13 0-16,-1-12 0 16,4-12 0-16,4-7 2 15,-4-10-3-15,0-6 3 16,-3-5 3-16,-4 2 4 15,-5 7 2-15,-6 2 5 16,-1 10-3-16,-7 5 0 16,0 21-1-16,0 0-2 0,7 18 2 15,-2 8-3-15,6 3-1 16,1 4-5-16,2 0 2 16,1 1 1-1,3-4 1-15,1-9-3 0,-4-8-3 16,-1-6-1-16,-14-7 0 15,26 0 1-15,-26 0 0 16,13-26 2-16,-10 6-1 16,-3-6 6-16,-3-6 3 15,-4 1 2-15,1 0-1 16,-4 2 1-16,3 4-1 16,-2 3 0-16,6 6-3 15,3 16-1-15,-7-15 1 16,7 15-2-16,0 0 0 15,0 0 0-15,0 0-2 16,0 0 0-16,0 0 0 16,0 0 0-16,0 0-1 0,0 0-1 15,0 0 2-15,0 0-1 16,0 0 3-16,0 0 0 16,0 0 0-16,0 0 1 15,0 0 0-15,0 0-2 16,0 0 0-16,0 0-1 15,0 0-2-15,-4 26 1 16,4-4 0-16,4 9-2 0,-1 11 1 16,1 8 1-1,1 11 3-15,2 17 2 16,-4 6-3-16,1 10 3 16,-1 8-2-16,-3 9 0 0,0-2 0 15,-3 2-1-15,-7-2-2 16,4-11-3-16,-4-9 4 15,-2-17-3-15,-2-13 0 16,2-17 4-16,1-11 0 16,11-31-2-16,-26 9-1 15,11-27 2-15,-6-11-1 16,-2-11 0-16,-5-10 1 16,2-7-5-16,0-6 0 15,0 3 3-15,4 1-1 16,4 2 2-16,13 1-2 15,5 6 3-15,12 5 0 16,11 7 5-16,3 2-2 0,10 3 2 16,6 4 4-16,3 4-37 15,0 3-94-15,4-2-44 16,3-1 3-16,-7-2-12 16,4 2 5-16</inkml:trace>
  <inkml:trace contextRef="#ctx0" brushRef="#br1" timeOffset="-96791.94">19140 23102 558 0,'7'17'179'15,"-3"0"-9"-15,-8 8-92 16,8 9-72-16,4 6-3 16,-1 5-4-16,4 2 6 0,-3-2-7 15,3-4 1-15,-3-8-80 16,3-10-97-16,-11-23 1 15,22 7-10-15,-22-7 6 16,23-49-9-16</inkml:trace>
  <inkml:trace contextRef="#ctx0" brushRef="#br1" timeOffset="-96578.79">19619 23297 645 0,'-19'49'189'15,"4"-9"-16"1,11-2-244-16,-6-9-94 16,4-12-28-16,6-17-5 0,0 0-9 15,0 0 35-15</inkml:trace>
  <inkml:trace contextRef="#ctx0" brushRef="#br1" timeOffset="-95740.19">19864 22693 534 0,'0'0'203'15,"-14"30"-4"-15,14-15-112 16,0 13-87-16,14 6-15 0,-2 3-1 16,7-1 1-16,4 1 10 15,3-10 5-15,3-6 1 16,4-9 0-16,2-8 1 16,-2-13-1-16,0-10 2 15,-2-9 0-15,-1-10-2 16,-1-7 2-16,-6-5-1 15,-4-5 3-15,-2 4-4 16,-5 3 3-16,-5 8-3 0,-3 9-2 16,-4 10-5-16,0 21-2 15,0 0-1 1,0 0-1-16,-11 17 1 16,11 15 0-16,0 9 1 0,0 8 1 15,4 8 7-15,-4 8-2 16,7 5 2-16,-2 13-3 15,-5 2 7-15,4-2-3 16,-4-5-3-16,-6-2 3 16,-1-2-4-16,-6-5 6 15,0-4-3-15,-6-17 4 16,5-10-10-16,-5-10 7 0,5-9 7 16,-1-14-1-1,15-5-6-15,-19-28 0 16,12 1-2-16,7-10 2 15,0-1-1-15,3-5-2 0,4-9 2 16,9 3-5-16,-2 4 9 16,8 2-1-16,1 3 5 15,3 4-7-15,3 5 8 16,-6 3-2-16,3 13-7 16,-3 2 0-16,-4 7-1 15,0 4-2-15,0 5-1 16,-5 2 2-16,1 4-1 15,4 0 1-15,1 1 4 16,0-1 4-16,-1-4 0 16,4-5 0-16,3-5 0 15,-3-7-1-15,-1-2 1 16,-3-9-1-16,0-4-2 0,-5-6 2 16,-3-2-3-16,-10-1-2 15,-2-1-7-15,-10 5 5 16,-11 0-5-16,-8 10 0 15,-8 8-3-15,-5 11 1 16,-6 4-1-16,-3 10 3 16,2-3-62-16,6 10-70 15,9 2-36-15,9-7-16 16,26-13-5-16,-17 12 16 16</inkml:trace>
  <inkml:trace contextRef="#ctx0" brushRef="#br1" timeOffset="-95397.95">20680 22395 505 0,'3'-31'207'0,"4"7"-5"0,2 8-93 15,-9 16-109-15,21-22 0 16,-6 20 0-16,5 6-9 15,9 6-3-15,9 9-1 16,11 11-4-16,6 6 2 16,17 12-1-16,2 8 6 15,11 15 2-15,2 5 5 16,2 7-1-16,-6 4 7 0,-12 9 1 16,-12 3 4-16,-24 3 4 15,-25 4-4 1,-43 3 1-16,-35 7-2 15,-41 5-78-15,-37-7-88 0,-32-18-29 16,-13-10-12-16,-21-31-3 16,5-11 58-16</inkml:trace>
  <inkml:trace contextRef="#ctx0" brushRef="#br1" timeOffset="-88730.21">12747 21461 287 0,'-14'15'54'0,"14"-15"-38"16,-15 23-104-16,-1-30-115 16,16 7 138-16</inkml:trace>
  <inkml:trace contextRef="#ctx0" brushRef="#br1" timeOffset="-87857.59">12572 23955 431 0,'0'0'209'0,"0"0"-59"0,0 0-46 16,0 0-33-16,0 0-13 15,0 0-58 1,0 0 0-16,0 0 0 16,0 0 0-16,0 0-87 0,0 0-71 15,0 0-12-15,-16-14-6 16,6-7-7-16,-1-15-5 16</inkml:trace>
  <inkml:trace contextRef="#ctx0" brushRef="#br1" timeOffset="-82520.8">22704 1196 153 0,'0'0'90'0,"42"-74"8"15,-42 74-16-15,0 0 2 16,0 0-11-16,0 0 13 16,0 0-9-16,0 0-18 15,10-78-3-15,-10 78-15 16,0 0-1-16,0 0-15 0,0 0 4 16,0 0-27-16,0-82 0 15,0 82 1-15,0 0-1 16,0 0 10-16,-23-88-6 15,23 88-3-15,0 0-3 16,-36-81 0-16,36 81 0 16,0 0 0-16,-49-99 0 15,49 99 0-15,0 0 0 16,-55-107 0-16,55 107 0 16,0 0 0-16,-64-94 0 15,64 94 0-15,0 0 0 16,-79-86 0-16,79 86 0 15,0 0 0-15,-90-69 0 0,90 69 0 16,0 0 0-16,-104-54 0 16,104 54 0-16,-75-40 0 15,75 40 0 1,-78-41 0-16,78 41 0 0,-87-35 0 16,87 35 0-16,-100-38 0 15,100 38 0-15,-108-24 0 16,108 24 0-16,-123-21 0 15,123 21 0-15,-127-11 0 16,127 11 0-16,-132-1 0 16,61-3 0-16,71 4 0 15,-134 4 0-15,134-4 0 16,-135 15 0-16,135-15 0 0,-127 23 0 16,127-23 0-1,-123 36 0-15,123-36 0 16,-120 50 0-16,120-50 0 15,-114 66 0-15,114-66 0 0,-113 85-4 16,113-85 0-16,-109 99-5 16,109-99-1-16,-98 110 0 15,98-110 3-15,-81 118 6 16,81-118-9-16,-71 118 2 16,71-118 1-16,-52 130 4 15,52-130 4-15,-46 128-8 16,46-128 10-16,-40 135-5 0,40-135 13 15,-34 140-11-15,20-67 6 16,-2 1-8-16,1 14 0 16,4 18-1-1,1 17-13-15,-2 14 10 16,5 6-8-16,0 18 8 0,2 0-15 16,1 11 15-16,4-13-13 15,4 7 15-15,-4-19 0 16,5 0-1-16,-2-8 0 15,8-1 1-15,-1-4 9 16,-1 1-8-16,1 5 9 16,2-5-8-16,-5-2 7 15,0 2-6-15,2 4 1 0,-6-3 4 16,1 3-2-16,-8 3 1 16,1 0-1-1,-2-2 0-15,-2 0-1 16,-4-1 2-16,3-1 1 0,-6 1-7 15,7-1 2-15,-5-3 0 16,1 0 0-16,3-2-1 16,1 4 1-16,0 0 2 15,-2 3 0-15,6-2 0 16,-4 1-2-16,3-1 3 16,4-1-2-16,-3 0 4 15,3-2-7-15,-4-5 2 16,4 0-1-16,0-4 2 15,0 0-1-15,0-3-1 16,0-2 1-16,0 1-3 16,0-3 2-16,0 4-2 15,0 0 2-15,0 1-2 0,0 1 2 16,-2 1-1-16,-1 3 1 16,3 0 0-16,0 1 2 15,-4 3-3-15,4-1 4 16,0 1-2-16,0 1 1 15,4 1-1-15,1 1 5 16,2-1 3-16,0 0-7 16,0 2 7-16,5 0-8 15,-1-2 6-15,1 2-5 16,-2 1 7-16,2 1-7 16,2 4 0-16,-2-1 7 15,-1 4-8-15,-3-1 9 16,3 2-4-16,-1 2 4 0,-1 0-4 15,-2 1 1-15,0-1-2 16,5 0 1-16,-5-5 0 16,5 1-4-16,-2 1-1 15,1-1 1-15,1 0-3 16,0-1 3-16,6 0-1 16,-3-2 1-16,4 1 2 15,-1-2-1-15,4-3 1 16,1 1-1-16,-1-6 1 15,8-2-1-15,-4-2 2 16,5-5-2-16,2-3 3 16,4-1 0-16,1-4 0 15,0-5 0-15,5-4 0 0,-1 0 2 16,3-3-3-16,0-2 1 16,0-7-3-16,4-3 0 15,3 0 0 1,0-6-1-16,0-3 2 0,0-3-3 15,0-2 1-15,6-2 0 16,1-1 1-16,0-4 1 16,-2-7-2-16,-2-2 2 15,4-5-2-15,-1-7 2 16,4-5-2-16,-1-5 0 16,2-7 0-16,-3-4 0 15,6-6 0-15,5-8 1 16,4-4-1-16,0-8 0 0,8-6-1 15,2-9-1 1,5-9 0-16,1-7-3 16,-3-10 1-16,-5-10-3 15,2-8 2-15,-10-8-2 0,-4-7 3 16,-3-7 1-16,-6-3 3 16,-8-12 0-16,-2-6 5 15,-3-8 1-15,-6-9 1 16,-1-4 1-16,-9-10-1 15,2-8-4-15,-6-6-2 16,-3-1-1-16,4-2-1 16,-4 0-5-16,0 1 4 0,2 2-6 15,-2 4 3-15,0 5 4 16,3 4 0-16,-3-1 2 16,-3-1-4-1,-1 1 3-15,4 2 1 0,-3-5 2 16,-6 0-2-16,-1-3 0 15,-4-2 0-15,-1 0-1 16,-5-1 3-16,-2 3-3 16,-4 3-1-16,-4 2 2 15,-2 1-1-15,-5 4 0 16,2 2-2-16,-4-3 1 16,-3 5-2-16,0-1 4 15,-1-3-1-15,1 2-6 0,1 1 4 16,1-1-3-1,-2 1 6-15,6 4-5 16,-2 0 5-16,1 0-1 16,4 6-3-16,-1-2 8 0,1 1-8 15,3 1 3-15,-3 1-3 16,5 2 3-16,-1-4-5 16,3-2 1-16,-3 0 2 15,3-1-2-15,3-1 3 16,-3-2 1-16,0 0-1 15,0-1 1-15,-3 4 1 16,3 3-2-16,-4-3 2 16,1 3-3-16,-1 1 2 15,-5 5-3-15,-1-1 3 16,0 0-1-16,-3 2 1 16,0 0-1-16,0 5 4 15,-2 2 0-15,-3 2-4 0,3 1 5 16,-1 0-5-16,-1 6 2 15,-2-2-1-15,3-1 0 16,-1 1-2-16,1-2-1 16,-3 0 6-16,5 2-3 15,-1 0 0-15,-1-2 2 16,6 0-5-16,-3 3 4 16,-1 1-3-16,6 1 3 15,1-3-4-15,0 2-1 16,0-1 5-16,4 4-5 15,1 2 5-15,2 0-2 16,2-1-1-16,1 3 1 16,-3 3-1-16,3-2 3 0,-3 2-3 15,4-2 2-15,-4 0-2 16,-4 0 0-16,4 0 4 16,0 1-3-16,-3-1-2 15,3 0 1-15,-3 0-1 16,3 2 2-16,-2 0-1 15,2-2 1-15,0 0-2 16,-4 1 2-16,1-1 3 16,3 3-3-16,-7 3 3 15,0 1-4-15,2 5 3 16,-6-1 0-16,1 1-1 16,-2 6-5-16,0-1 4 15,-6 2-3-15,3 2 4 0,4-5-4 16,-8-2 4-16,7 3-6 15,-2 1 9-15,2-2-5 16,2-2 4 0,3-2-4-16,1-3 3 0,-1 0-3 15,7 0 3-15,0-2 4 16,0-11-5-16,4-1 6 16,5-1-4-16,-6-8 20 15,7-17-17-15,-3 3 18 16,2-4-7-16,-2 6-1 15,0 2-2-15,2 7 5 16,-6-2-12-16,4 14-5 0,-3 19 3 16,-4 2-2-16,0 69-9 15,-11-134-8 1,11 134 10-16,-22-121-1 16,22 121 6-16,-42-119-6 15,42 119 8-15,-59-123-9 0,59 123 8 16,-75-132 7-16,34 60-7 15,-5-10-72-15,3-8-80 16,1 0-20-16,-13-5-3 16,6 5-9-16,-15 5 6 15</inkml:trace>
  <inkml:trace contextRef="#ctx0" brushRef="#br1" timeOffset="-79646.76">1438 956 96 0,'0'0'72'0,"-71"-7"20"15,71 7-2-15,0 0 8 16,0 0 10-16,0 0-9 0,0 0-7 15,-78 39-12-15,78-39-14 16,0 0-30-16,0 0-1 16,0 0-12-16,0 0-16 15,0 0 0-15,0 0 0 16,0 0-9-16,0 0 3 16,0 0-1-16,0 0-3 15,0 0 0-15,0 0 0 16,15-90 2-16,-15 90 1 15,46-72 1-15,-46 72 2 16,78-82 1-16,-78 82 5 16,104-83-5-16,-104 83 1 15,127-52-5-15,-127 52 0 0,126-22 0 16,-126 22 0-16,124 17 0 16,-124-17 0-1,116 52 0-15,-116-52 0 16,101 61 0-16,-101-61 0 0,86 57 0 15,-86-57 0-15,75 43 0 16,-75-43 0-16,71 26 0 16,-71-26 0-16,75 3 0 15,-75-3 0-15,81-15 0 16,-81 15 0-16,105-35 0 16,-105 35 0-16,123-53 0 15,-123 53 0-15,142-59 0 0,-67 29 0 16,8 10 0-1,-5 0 0-15,4 7 0 16,-1 4 0-16,-4 6 0 16,1 6 0-16,-7 9 0 15,-71-12 0-15,127 31 0 0,-127-31 0 16,100 35 0-16,-100-35 0 16,72 35 0-16,-72-35 0 15,0 0 0-15,67 24 0 16,-67-24 0-16,0 0 0 15,70-4 0-15,-70 4 0 16,0 0 0-16,109-29 0 16,-109 29 0-16,101-28 0 15,-101 28 0-15,123-21 0 16,-123 21 0-16,134-8 0 16,-134 8 0-16,132 8 0 15,-132-8 0-15,126 25 0 0,-126-25 0 16,104 29 0-16,-104-29 0 15,98 35 0-15,-98-35 0 16,86 34 0-16,-86-34 0 16,82 25 0-16,-82-25 0 15,94 15 0-15,-94-15 0 16,114-9 0-16,-114 9 0 16,139-32 0-16,-56 9 0 15,6-5 0-15,8-6 0 16,4 3 0-16,5-2 0 15,-2 5 0-15,4 2 0 16,1 2 0-16,-8 0 0 16,-1 6 0-16,-9 6 0 0,1 2 0 15,-6 5 0-15,-1 1 0 16,-7 6 0 0,-6 3 0-16,2 7 0 0,-74-12 0 15,136 28 0-15,-136-28 0 16,123 40 0-16,-123-40 0 15,108 41 0-15,-108-41 0 16,97 33 0-16,-97-33 0 16,87 33 0-16,-87-33-2 15,74 26 2-15,-74-26 2 16,0 0-2-16,85 48 0 16,-85-48 0-16,0 0 0 15,0 0 0-15,58 83 0 0,-58-83 0 16,0 0 0-16,0 0 0 15,0 0 0-15,0 0 0 16,0 0 0 0,0 0 0-16,0 0 0 0,0 0 0 15,0 0 0-15,81 35 0 16,-81-35 0-16,0 0 0 16,82-17 0-16,-82 17 0 15,71-12 0-15,-71 12-1 16,71-11-1-16,-71 11-26 15,0 0-83-15,78 2-37 16,-78-2-30-16,0 0-6 16,0 0-3-16,0 0 4 0</inkml:trace>
  <inkml:trace contextRef="#ctx0" brushRef="#br1" timeOffset="-78396.88">25596 17223 549 0,'0'0'202'15,"0"0"-26"-15,7 16-80 0,-7-16-96 16,15 24 0 0,1-3 0-16,17 10 0 15,5 9 0-15,14 7 0 16,19 10 0-16,14 7 0 0,20 10 0 15,14 8 0-15,13 8 0 16,2 6 0-16,12 5 0 16,-4 4 0-16,0 3 0 15,-8-4 0-15,-7-4 0 16,-7-5 0-16,-16-8 0 16,-14-13 0-16,-12-8 0 15,-7-16 0-15,-19-10 0 16,-10-12 0-16,-16-11 0 15,-7-12-13-15,-19-5-128 16,-3-40-37-16,-3 2 0 16,-14-17-19-16,4-6-2 15</inkml:trace>
  <inkml:trace contextRef="#ctx0" brushRef="#br1" timeOffset="-77812.45">27547 16188 310 0,'-9'-69'208'0,"6"14"-1"16,-4 15-69-16,-4 3-31 0,10 15-54 15,-10 1-53-15,11 21 0 16,0 0 0-16,-14 26 0 16,9 17 0-16,2 14 0 15,-1 23 0-15,1 22 0 16,-1 28 0-16,4 24 0 16,4 17 0-16,-1 15 0 15,1 14 0-15,3 15 0 16,-2 12 0-16,2 7 0 15,0 3 0-15,1 5 0 16,3 7 0-16,-1 7 0 16,2 2 0-16,7 5 0 15,2 4 0-15,4 3 0 0,1 5 0 16,7-1 0-16,0-4 0 16,5-2 0-1,2-5 0-15,5-12 0 16,-4-10 0-16,1-14 0 0,7-14 0 15,-1-13 0-15,-4-13 0 16,1-15 0-16,-4-13 0 16,1-10 0-16,-2-11 0 15,-5-13 0-15,-6-11 0 16,-3-10 0-16,-3-14 0 16,-4-12 0-16,2-9-60 15,-19-22-93-15,1-23-18 0,-3-24-4 16,-29-21-8-16,1-32 6 15</inkml:trace>
  <inkml:trace contextRef="#ctx0" brushRef="#br1" timeOffset="-76972.86">24285 19217 565 0,'0'0'173'15,"0"0"-43"-15,-15-10-57 0,15 10-30 16,15-3-9-1,3 3-29-15,4-6-5 16,9 5 0-16,13-3 0 16,13 1 0-16,11-4 0 0,17 0 0 15,15-5 0-15,17-2 0 16,20-2 0-16,14-3 0 16,21-3 0-16,20-4 0 15,22-2 0-15,13-3 0 16,22-2 0-16,11 2 0 15,12 0 0-15,10 0 0 16,6 1 0-16,5 1 0 16,2 1 0-16,2 4 0 15,2 1 0-15,-4 1 0 16,3 1 0-16,4 2 0 16,6 2 0-16,1 3 0 15,1 2 0-15,4-2 0 0,-3 0 0 16,5 2 0-16,-2-2 0 15,-3-2 0-15,-2 1 0 16,-5-2 0-16,-2-2 0 16,-7-1 0-16,0 1 0 15,-10-1 0-15,-6 1 0 16,-13-2 0-16,-8 2 0 16,-15-2 0-16,-19 4 0 15,-15-1 0-15,-25 1 0 16,-16 2 0-16,-27 1 0 15,-18 2 0-15,-26 1 0 16,-17 6 0-16,-25 0 0 16,-15 0 0-16,-17 3 0 0,-23 2 0 15,0 0 0-15,-21-36-76 16,-21-1-87-16,-15-15-12 16,-18-17-6-16,-17-14-7 15</inkml:trace>
  <inkml:trace contextRef="#ctx0" brushRef="#br1" timeOffset="-75233.63">25745 16671 423 0,'0'0'216'0,"0"0"-18"16,-17-26-52-16,17 26-106 15,0 0-40-15,-6-15 0 16,6 15 0-16,0 0 0 16,0 0 0-16,0 0 0 15,0 0 0-15,0 0 0 16,0 0 0-16,0 0 0 15,0 0 0-15,0 0 0 16,4 32 0-16,-2-7 0 0,12 13 0 16,-8 3 0-16,7 11-1 15,1 4 2 1,-2 2-1-16,0 1 0 16,-2-8 0-16,1-5 0 0,-3-11 0 15,3-9 0-15,-8-11 0 16,-3-15 0-16,0 0 0 15,19-1 0-15,-8-20 0 16,-3-7 0-16,3-10 0 16,1-5 0-16,2-7 0 15,1-2 0-15,-4 3 0 16,1 3 0-16,-2 6 0 0,-1 10 0 16,-2 13 0-16,-7 17 0 15,19 3 0 1,-8 16 0-16,1 11 0 15,5 3 0-15,2 8 0 0,7-1 0 16,0 2 0-16,0-4 0 16,0-9 0-16,0-6 0 15,-7-9 0-15,4-8 0 16,-4-11 0-16,-5-7 0 16,-2-12 0-16,-1-9 0 15,-6-10 0-15,2-9 0 16,-7-9 0-16,0-3 0 15,0 0 0-15,-4 4 0 0,4 4 0 16,-3 9 0 0,3 16 0-16,-5 5-83 15,5 26-89-15,0 0-10 16,0 0-7-16,0 0-7 0,15 12-4 16</inkml:trace>
  <inkml:trace contextRef="#ctx0" brushRef="#br1" timeOffset="-74672.22">26478 16538 760 0,'0'0'202'15,"0"0"-141"-15,0 0-61 16,3 29 0-16,2-6 0 15,2 3 0-15,0 1 0 0,5-1 0 16,-1-1 0-16,1-5 0 16,-12-20 0-16,29 19 0 15,-15-20 0-15,5-6 0 16,-3-5 0-16,1-7 0 16,-1-4 0-16,0-3 0 15,1 0 0-15,-1 2 0 16,3 1 0-16,-2 3 0 15,-1 4 0-15,-16 16 0 16,26-12 0-16,-26 12 0 16,26 29 0-16,-11 1 0 15,-1 15 0-15,2 12 0 16,3 16 0-16,3 6 0 0,-2 10 0 16,0 1 0-16,-4 0 0 15,-4-2 0-15,-5-5 0 16,-10-7 0-16,-3-12 0 15,-11-8 0-15,-5-13 0 16,-11-10 0-16,-2-14 0 16,-7-12 0-16,-1-14 0 15,1-12 0-15,4-9 0 16,1-3 0-16,3-6 0 16,13-1 0-16,5 0 0 15,9-5 0-15,14 7-95 16,4 1-59-16,4-3-27 15,15 0-6-15,1-9 0 0,9 2-5 16</inkml:trace>
  <inkml:trace contextRef="#ctx0" brushRef="#br1" timeOffset="-74467.08">27071 16742 683 0,'12'35'199'0,"-5"-8"-58"16,-3 6-141-16,8 12 0 15,-5 7 0-15,-4-2 0 0,6 8-95 16,-2 0-89-16,-7-7-14 16,0 2-4-16,-7-11 2 15</inkml:trace>
  <inkml:trace contextRef="#ctx0" brushRef="#br1" timeOffset="-73679.52">25096 18200 674 0,'0'0'207'0,"7"-23"-65"16,-7 23-142-16,0 0 0 15,0 0 0-15,19 29 0 16,-5-6 0-16,1 1 0 16,8 4 0-16,3-2 0 15,3-4 0-15,3-8 0 16,8-5 0-16,-6-9 0 0,6-7 0 15,-2-7 0-15,-1-7 0 16,-2-3 0-16,-6-5 0 16,-6-4 0-16,-4 2 0 15,-5-1 0-15,-6 3 0 16,-1 3 0-16,-3 4 0 16,-1 4 0-16,-3 18 0 15,-3-17 0-15,3 17 0 16,0 0 0-16,0 0 0 15,-4 17 0-15,4 4 0 16,4 8 0-16,3 11 0 16,5 12 0-16,2 12 0 15,1 12 0-15,4 9 0 0,2 7 0 16,-5 3 0-16,0 2 0 16,-6-3 0-16,-10-8 0 15,-3-6 0-15,-8-13 0 16,-8-11 0-16,-4-13 0 15,-6-19 0-15,-6-13 0 16,-5-18 0-16,2-18 0 16,-2-11 0-16,5-12 0 15,6-8 0-15,3-4 0 16,10-1 0-16,9 4 0 16,14 5 0-16,5 3 0 15,14 15-125-15,7 10-52 16,6 1-9-16,1 9-5 0,-2-3-2 15,7 5 43-15</inkml:trace>
  <inkml:trace contextRef="#ctx0" brushRef="#br1" timeOffset="-73147.14">26037 18563 541 0,'-14'16'200'15,"2"3"-1"-15,5 5-116 16,-5-2-83-16,5 11 0 16,3 2 0-16,1 0 0 15,6 3 0-15,4-2 0 0,2-1 0 16,8-6 0-16,-1-8 0 15,6-11 0-15,4-8 0 16,0-7 0 0,0-14 0-16,0-6 0 15,-3-9 0-15,-7-6 0 0,-3-7 0 16,-4-1 0-16,-5-2 0 16,-10 3 0-16,-4 4 0 15,-2 6 0-15,-9 6 0 16,-2 9 0-16,-3 13 0 15,-3 2-37-15,1 7-141 16,6 5-11-16,-1-3-13 16,23-2 4-16,-26 3-3 0</inkml:trace>
  <inkml:trace contextRef="#ctx0" brushRef="#br1" timeOffset="-72199.46">29493 15972 333 0,'0'0'190'0,"0"0"-26"16,-16-4-42-16,16 4-20 16,-17 23-22-16,12 1-48 15,-9 5-32-15,1 10 0 16,3 12 0-16,-4 15 0 15,5 10 0-15,3 13 0 16,-1 13 0-16,1 14 0 16,6 14 0-16,-3 8 0 0,3 14 0 15,3 9 0-15,-3 7 0 16,0 11 0-16,0 8 0 16,6 5 0-16,1 2 0 15,3 8 0-15,2 2 0 16,5 6 0-16,6 6 0 15,0 6 0-15,3 4 0 16,-4 5 0-16,8 4 0 16,-6 2 0-16,2 0 0 15,4 1 0-15,-8-5 0 16,1-6 0-16,-2-5 0 16,-2-10 0-16,-7-7 0 15,-2-15 0-15,-6-10 0 0,-1-14 0 16,-6-8 0-16,-1-14 0 15,-3-15 0-15,0-11 0 16,2-12 0 0,-2-9 0-16,4-6 0 0,-1-9 0 15,4-10 0-15,0-8 0 16,7-5 0-16,-7-19-106 16,7-5-43-16,-3-20-27 15,-3-32-18-15,3-18-1 16,-8-29-5-16</inkml:trace>
  <inkml:trace contextRef="#ctx0" brushRef="#br1" timeOffset="-70756.44">31301 16152 588 0,'23'3'190'16,"-23"-3"6"-16,0 0-147 16,0 0-49-16,0 0 0 15,0 0 0-15,-3 26 0 16,3-7 0-16,-6 11 0 15,6 10 0-15,-3 15 0 0,-1 14 0 16,1 16 0-16,3 17 0 16,-4 18 0-16,4 11 0 15,0 16 0 1,4 11 0-16,-1 11 0 16,4 10 0-16,2 2 0 0,1 3 0 15,3 3 0-15,0 2 0 16,3-1 0-16,3 3 0 15,2 1 0-15,2 0 0 16,-1 3 0-16,4 5 0 16,5 2 0-16,-1 2 0 15,3-5 0-15,-4 0 0 16,-1-5 0-16,2-7 0 0,-4-8 0 16,0-10 0-1,-7-10 0-15,-2-6 0 16,-1-3 0-16,3-3 0 15,-5-8 0-15,1-6 0 0,1-1 0 16,-2-4 0-16,-2-5 0 16,-1-2 0-16,-3-9 0 15,3-4 0-15,-1-8 0 16,-1-3 0-16,-2-16 0 16,3-10 0-16,-1-10 0 15,-2-14 0-15,0-14 0 16,-2-11 0-16,-5-22 0 15,10 19 0-15,-10-19 0 16,-3-15-4-16,3-1-133 0,-7-13-46 16,-5-20-2-1,-4-15-3-15,-13-26-1 16</inkml:trace>
  <inkml:trace contextRef="#ctx0" brushRef="#br1" timeOffset="-70014.91">33166 15920 660 0,'0'21'186'0,"0"12"-9"15,0 12-177-15,0 6 0 16,0 19 0-16,3 16 0 0,1 16 0 16,3 14 0-16,8 14 0 15,1 10 0-15,3 6 0 16,5 10 0-16,4 6 0 15,2 6 0-15,3 5 0 16,1 11 0-16,6 1 0 16,2 5 0-16,-2 8 0 15,-2-1 0-15,0 2 0 16,-1 4 0-16,-4-1 0 16,-6 1 0-16,-1 1 0 15,-3 2 0-15,3-2 0 16,-3-3 0-16,-3 3 0 15,3-8 0-15,-4-6 0 0,4-6 0 16,-1-6 0-16,1-8 0 16,-4-4 0-16,-2-9 0 15,2-6 0-15,-3-9 0 16,1-5 0-16,-5-14 0 16,-1-11 0-16,-3-10 0 15,-4-12 0-15,3-8 0 16,-7-13 0-16,0-14 0 15,-7-15 0-15,3-2-9 16,-15-28-132-16,-3-11-19 16,-11-20-3-16,-16-15-4 15,-8-16-2-15</inkml:trace>
  <inkml:trace contextRef="#ctx0" brushRef="#br1" timeOffset="-69216.34">24198 21381 563 0,'0'0'201'16,"35"23"-5"-16,17-23-133 16,19 0-63-16,27-2 0 15,16 0 0-15,25-1 0 16,21-6 0-16,20-1 0 16,15-4 0-16,16-2 0 15,19-1 0-15,16-4 0 16,11 0 0-16,15-3 0 0,6 2 0 15,12-3 0-15,10 6 0 16,2 0 0-16,0 2 0 16,-1 1 0-16,-3-1 0 15,1 2 0-15,-4-1 0 16,0 0 0-16,0 1 0 16,0-4 0-16,7 1 0 15,-1 3 0-15,4-1 0 16,6 1 0-16,-6 1 0 15,-1-2 0-15,-2 1 0 16,-3 1 0-16,-18 0 0 16,-5-3 0-16,-16-1 0 15,-12 1 0-15,-13 0 0 0,-15 1 0 16,-18 1 0-16,-15-3 0 16,-15 3 0-16,-16 1 0 15,-17 2 0-15,-16 0 0 16,-13 0 0-16,-18 3 0 15,-14 0 0-15,-11 4 0 16,-14-2 0-16,-8 2 0 16,-11 0 0-16,-8 1 0 15,-12-11 0-15,-2-13-18 16,-15-15-139-16,-16-13-3 16,-16-13-7-16,-20-16-7 15,-20-15-2-15</inkml:trace>
  <inkml:trace contextRef="#ctx0" brushRef="#br1" timeOffset="-68466.81">28036 17580 795 0,'0'15'196'0,"0"-15"-164"15,0 0-32-15,0 0 0 16,-3 26 0-16,3 0 0 16,-2 11 0-16,-1 6 0 15,-1 16 0-15,4 5 0 16,4 5 0-16,4 4 0 15,6-4 0-15,2-7 0 16,3-8 0-16,7-11 0 16,0-13 0-16,7-13 0 0,-4-12 0 15,3-8 0-15,1-11 0 16,0-9 0 0,-2-9 0-16,-2-10 0 15,1-8 0-15,-7-9 0 0,-4-5 0 16,-5-5 0-16,-11-2 0 15,-3 3 0-15,-7 6 0 16,-9 10 0-16,-8 12 0 16,-4 12 0-16,-5 15 0 15,-3 6 0-15,8 15-134 16,-1 6-38-16,-1-3-25 16,14 4-2-16,16-15-2 15,0 0 82-15</inkml:trace>
  <inkml:trace contextRef="#ctx0" brushRef="#br1" timeOffset="-68067.53">28883 17450 602 0,'0'0'193'0,"4"23"-14"0,-11 4-130 16,-9 6-49-16,2 16 0 15,-5 13 0-15,5 14 0 16,-1 5 0-16,3 4 0 16,8 0 0-16,4-5 0 15,9-9 0-15,5-12 0 16,8-16 0-16,4-19 0 16,9-15 0-16,2-16 0 15,4-14 0-15,-1-12 0 0,-2-12 0 16,-1-10 0-16,-9-13 0 15,-6-6 0-15,-8-6 0 16,-14 2 0-16,-7 2 0 16,-12 7 0-16,-7 12 0 15,-7 10 0-15,-2 16 0 16,-5 12 0-16,6 20-23 16,-8 6-110-16,2 6-43 15,10 7-12-15,4-6-8 16,11 2 4-16,15-16 78 15</inkml:trace>
  <inkml:trace contextRef="#ctx0" brushRef="#br1" timeOffset="-67647.23">29694 17549 685 0,'9'26'192'16,"-2"8"-46"-16,0 15-146 15,-7 8 0-15,-4 9 0 16,4 5 0-16,0 1 0 16,4-4 0-16,3-6 0 0,1-12 0 15,6-10 0-15,2-14 0 16,6-14 0-16,1-12 0 15,3-7 0-15,0-12 0 16,0-8 0-16,0-10 0 16,-3-8 0-16,-4-5 0 15,-5-7 0-15,-6-2 0 16,-8-2 0-16,-7 6 0 16,-8 5 0-16,-11 7 0 15,-9 8 0-15,-2 12 0 16,-8 13 0-16,0 12-32 15,-7 3-94-15,4 0-34 16,6 4-7-16,5-7-6 0,11-1-5 16,7-11-4-16</inkml:trace>
  <inkml:trace contextRef="#ctx0" brushRef="#br1" timeOffset="-67401.05">30210 17365 662 0,'34'28'190'0,"-4"5"-19"15,-11 7-171-15,10 17 0 16,-3 14 0-16,4 10 0 16,-4 9 0-16,0 5 0 0,5-1-7 15,-13-6-135-15,-3-10-36 16,4-9 3-1,-8-22-4-15,4-14-5 16</inkml:trace>
  <inkml:trace contextRef="#ctx0" brushRef="#br1" timeOffset="-67098.84">31859 17388 626 0,'0'0'181'0,"-19"26"0"15,-1 0-146-15,5 13-35 16,-3 15 0-16,6 14 0 15,2 8 0-15,-2 7 0 16,5 2 0-16,7 0 0 16,0-4 0-16,3-12-35 15,4-8-82-15,2-15-33 16,-2-16-19-16,8-11-7 16,-15-19-5-16,23-16-3 15</inkml:trace>
  <inkml:trace contextRef="#ctx0" brushRef="#br1" timeOffset="-66850.66">32131 17329 634 0,'0'0'185'16,"0"0"-8"-16,0 0-150 15,23 40-27-15,-9 5 0 16,1 14 0-16,8 15 0 15,-1 14 0-15,4 13 0 16,4 4 0-16,-1-3 0 16,1-3 0-16,-4-2 0 15,-3-14-13-15,-1-14-140 16,1-15-22-16,-4-26-6 16,3-20-3-16,-4-25 3 0</inkml:trace>
  <inkml:trace contextRef="#ctx0" brushRef="#br1" timeOffset="-66571.46">33334 17208 684 0,'19'3'183'0,"-19"-3"-27"15,21 28-156-15,-9 5 0 0,2 17 0 16,-2 11 0-16,4 13 0 16,-6 6 0-16,-3 6 0 15,2-1 0-15,1-5 0 16,-6-9-2-16,8-13-112 16,-5-14-33-16,3-20-23 15,-10-24-2-15,26 0-4 16,-7-24-2-16</inkml:trace>
  <inkml:trace contextRef="#ctx0" brushRef="#br1" timeOffset="-66244.23">33837 17331 513 0,'20'-35'178'0,"-10"9"-2"16,-10 26-78-16,0 0-40 15,0 0-58-15,-10 38 0 16,-1 5 0-1,-1 9 0-15,2 7 0 0,4 3 0 16,-1 3 0-16,11-5 0 16,5-8 0-16,8-9 0 15,6-15 0-15,8-9 0 16,2-14 0-16,5-10 0 16,5-12 0-16,-1-8 0 15,0-11 0-15,-2-11 0 16,-6-5 0-16,-8-3 0 15,-8 3 0-15,-13 0 0 0,-14 9 0 16,-13 5 0-16,-18 12-95 16,-16 17-82-1,-24 6-13-15,-8 17-2 16,-32-1 0-16,-7 19 16 0</inkml:trace>
  <inkml:trace contextRef="#ctx0" brushRef="#br1" timeOffset="-65363.61">26759 20117 828 0,'-26'-5'195'16,"26"5"-195"-16,-16-8 0 15,16 8 0 1,-7 22 0-16,2 4 0 0,1 10 0 16,1 13 0-16,0 6 0 15,6 8 0-15,0 4 0 16,13-3 0-16,3-3 0 15,7-9 0-15,7-11 0 16,0-15 0-16,5-10 0 16,1-14 0-16,0-11 0 15,-4-14 0-15,-2-8 0 0,-7-12 0 16,0-11 0-16,-14-8 0 16,-5-7 0-16,-14-4 0 15,-5 2 0 1,-14 4 0-16,-10 6 0 0,-13 12 0 15,-8 13 0-15,-6 19 0 16,-4 12 0-16,2 20-40 16,-9 4-94-16,3 14-48 15,12 16 4-15,3 1-10 16,14 16-6-16,9-4 88 16</inkml:trace>
  <inkml:trace contextRef="#ctx0" brushRef="#br1" timeOffset="-65032.37">26931 22089 683 0,'0'0'224'0,"0"0"-108"15,-4 17-116-15,11 6 0 0,0 13 0 16,3 14 0 0,6 18 0-16,3 13 0 15,4 13 0-15,3 4 0 16,0 5 0-16,-7-17-76 0,7-10-101 15,0-17-8-15,3-31-1 16,4-32-2-16,2-37 0 16</inkml:trace>
  <inkml:trace contextRef="#ctx0" brushRef="#br1" timeOffset="-63418.14">33475 17334 296 0,'0'0'185'15,"0"0"-13"-15,0 0-39 16,0 0-18 0,0 0-32-16,0 0-44 0,-11 16-39 15,11-16 0-15,-7 43 0 16,4-5 0-16,3 12 0 16,0 7 0-16,7 9 0 15,-4 5 0-15,8 0 0 16,1 0 0-16,2-12 0 15,-2-9 0-15,-2-10 0 16,-1-11 0-16,1-10 0 16,-10-19 0-16,0 0 0 0,0 0 0 15,-7-38 0 1,1 4 0-16,-7-13 0 16,6-8 0-16,-5-11 0 15,2-7 0-15,-2-3 0 0,5-5 0 16,3 1 0-16,-3 2 0 15,4 10 0-15,3 8 0 16,0 10 0-16,0 12 0 16,-2 12 0-16,2 26 0 15,0 0 0-15,0 0 0 16,9 48 0-16,-2 2 0 16,1 14 0-16,6 11 0 15,2 11 0-15,1 4 0 16,-1-1 0-16,0-5 0 15,1-7 0-15,-5-12 0 16,-5-11 0-16,2-12 0 16,-2-15 0-16,-4-9 0 0,-3-18 0 15,0 0 0-15,0-26 0 16,0-6 0-16,0-13 0 16,-3-8 0-16,-4-13 0 15,1-8 0-15,3-6 0 16,-7 2 0-16,1 0 0 15,-2 9 0-15,5 12 0 16,-3 8 0-16,-2 15 0 16,5 10-2-16,6 24-2 15,0 0 0-15,-23 25 4 16,23 12 0-16,0 15 3 16,0 10-2-16,7 14 3 15,3 9-2-15,-1 5-2 0,5 0 0 16,-2 0 0-16,-2-7 0 15,-1-10 0-15,2-9 0 16,-8-9 0-16,4-8 0 16,-5-12 0-16,1-9 0 15,1-11 0-15,-4-15 0 16,0 0 0-16,0 0 0 16,3-33 0-16,-6 0 0 15,-4-15 0-15,-2-9 0 16,2-11 0-16,-9-6 0 15,6-2 0-15,-6 5 0 16,9 10 0-16,-3 9 0 16,1 14 0-16,6 21 0 0,3 17 0 15,-7 38 0-15,10 10 0 16,1 13 0-16,-1 12 0 16,1 6 0-16,8 6 0 15,-5 0 0-15,5-5-17 16,-2-9-113-16,-6-16-40 15,5-5-1-15,-11-20-23 16,11-8 0-16</inkml:trace>
  <inkml:trace contextRef="#ctx0" brushRef="#br2" timeOffset="-58840.69">20940 7942 264 0,'0'0'176'0,"-22"15"-54"16,4-9-34-16,18-6-4 15,-22 20-13-15,22-20-15 16,-19 23-18-16,19-23-29 16,-11 21-11-16,11-21-1 15,0 0-1-15,26 17-1 16,-5-15 0-16,10-2 0 0,9-4 1 16,9 1 3-16,8-6 1 15,9 0 0 1,2 1 1-16,3-1 0 15,0 0 0-15,-3 4-1 0,-6 2-2 16,-4 1 0-16,-15 4 3 16,-8 1 5-16,-13 1-3 15,-22-4 1-15,14 15-87 16,-28-4-62-16,-24-6-20 16,2 3-1-16,-22-11-12 15,10 5 24-15</inkml:trace>
  <inkml:trace contextRef="#ctx0" brushRef="#br2" timeOffset="-54419.55">28769 19041 352 0,'0'0'173'0,"10"-18"-22"15,-10 18-35-15,7-15-23 16,-7 15-32-16,0 0-38 16,0 0-16-16,0 0 0 15,9 19-1-15,-6-2-1 16,1 4 0-16,-1 3 1 0,4 1-4 16,2 0-5-1,5-2-3-15,-2-4-2 16,5-5 0-16,2-5 2 0,4-6 0 15,0-5 1-15,3-1 2 16,-4-6 1-16,1-1 3 16,-1-4 2-16,-6-3 0 15,-6-4 2-15,-6-3 4 16,-4-1-1-16,-7-1 2 16,-5 2-4-16,-2 2 0 15,-5 4-33-15,0 13-81 16,-4 14-48-16,-3 6-9 15,7 17-6-15,-7 4 0 16,9 16-3-16</inkml:trace>
  <inkml:trace contextRef="#ctx0" brushRef="#br2" timeOffset="-53894.17">29191 21225 521 0,'0'0'175'0,"0"0"-6"0,0 0-63 16,0 0-105-16,0 0 1 16,0 0 1-16,14 19 1 15,-9-1 2-15,-2 6-5 16,4 0 4-16,0 4-7 15,9 3-90-15,-6-3-55 16,6-9-25-16,3-5-5 16,-2-25-4-16,9-10 5 15</inkml:trace>
  <inkml:trace contextRef="#ctx0" brushRef="#br2" timeOffset="-53232.71">30760 18946 444 0,'0'0'181'16,"-9"-26"-37"-16,9 26-40 16,5-28-22-16,-5 28-33 15,23-29-40-15,-6 15-4 16,-1 0-3-16,3 5-7 15,-2 2-6-15,-17 7-1 16,26 11-1-16,-26-11 1 16,6 39 0-16,-15-6 2 0,-5 7 1 15,-2 2 2-15,-6 6 4 16,-1-3 3-16,1-2-1 16,1-6 4-16,5-10 2 15,4-6 5-15,12-21-2 16,-3 24-1-16,3-24 0 15,31-3-1-15,2-6 1 16,7 1-1-16,8-1-4 16,13 2-3-16,10 4-93 15,1 6-53-15,-7 2-15 16,3 14-4-16,-12 4-7 16,-2 15 0-16</inkml:trace>
  <inkml:trace contextRef="#ctx0" brushRef="#br2" timeOffset="-52476.16">31399 21230 507 0,'-16'-10'173'16,"-7"-7"2"-16,4-2-74 15,19 19-91-15,-20-30-10 0,20 30-4 16,-9-24-1-16,9 24 1 15,3-19 0-15,-3 19-1 16,19-9 1-16,-19 9 6 16,26 6 1-16,-26-6 2 15,23 24-1-15,-16-3-1 16,-7 6 0-16,-7 6-5 16,-3 2 3-16,-9 1-8 15,-8 2 5-15,1-1-5 16,-3-6 5-16,3-2-6 15,3-12 5-15,8-3-2 16,15-14 1-16,-7 16-1 16,7-16-1-16,22 0 1 0,1 0 1 15,3 0 1-15,7 3 1 16,0 3 2 0,-2 2 2-16,-1 1 2 15,-4 5 0-15,-4 0 2 0,-4 3-1 16,-10 2-1-16,-11 3-1 15,-2-1 1-15,-16 3-3 16,-2-1 0-16,-8-1-4 16,-5-1 2-16,6-3-68 15,-8-12-42-15,12-11-26 16,7-9-18-16,12-18-10 16,17-13 0-16,9-21 42 0</inkml:trace>
  <inkml:trace contextRef="#ctx0" brushRef="#br2" timeOffset="-51631.57">34638 18665 534 0,'14'-22'170'0,"5"4"-1"16,-7 3-54-16,-12 15-115 16,19-16-4-16,-19 16-2 15,14 18-1-15,-11 6 2 16,-3 5 0-16,0 9-1 15,0 4 0-15,0 6-2 16,0-1 6-16,4 0 0 0,-4-7 3 16,3-8-1-16,-1-7 2 15,1-6 0-15,-3-19 3 16,7 19-1-16,-7-19 2 16,0 0-1-16,7-24 0 15,-3 4 2-15,-4-4-3 16,2-9 0-16,1-3-2 15,-3-6 1-15,0-1-4 16,0-2 1-16,0 2-4 16,-3 5-1-16,1 3-2 15,-5 9 0-15,0 4 0 16,3 6-1-16,4 16 2 16,0 0-1-16,-19-10 2 0,19 10 1 15,-15 22 3-15,4-1-1 16,3 2 0-16,-6 6-1 15,2 4 2 1,-6 7-1-16,-1 1 2 0,0 1 0 16,2-2 2-16,-2-1-1 15,3-4 2-15,0-4 0 16,2-7 4-16,8-6 2 16,6-18 1-16,0 19-2 15,17-18 0-15,9-6 0 16,16-5-2-16,10-4 2 15,12 0-5-15,17 2-3 16,6 2-85-16,5 3-62 0,2 14-18 16,-14 1-3-16,-6 20-4 15,-25 3-1 1</inkml:trace>
  <inkml:trace contextRef="#ctx0" brushRef="#br2" timeOffset="-51144.22">35238 20915 607 0,'0'0'169'0,"0"0"-36"15,0 19-81-15,0-19-56 16,-10 25-1-16,3-8-1 16,-2 6 2-16,2 1 5 15,0 0 5-15,7 0-2 16,4 0 2-16,3-3-4 15,8-5 0-15,8-4 0 0,0-2-1 16,6-3 0-16,1-2-2 16,3 1 2-1,1-3 0-15,-1 2 3 16,-3 4-1-16,-8 0-4 0,-6 3 0 16,-2 5-3-16,-12 2-6 15,-8 4 3-15,-11 3-3 16,-6 0 2-16,-6-2-45 15,-2 3-57-15,-6 1-38 16,-4-14-14-16,4 2 2 16,2-18-5-16,13-7 30 15</inkml:trace>
  <inkml:trace contextRef="#ctx0" brushRef="#br2" timeOffset="-50946.08">35351 20960 549 0,'0'0'196'0,"26"-15"-17"16,0-1-151-16,7-6-132 16,2-4-54-16,1-12-23 15,-1 0-4-15,-9-11-5 16,-3 1 57-16</inkml:trace>
  <inkml:trace contextRef="#ctx0" brushRef="#br2" timeOffset="-50318.63">33199 18771 612 0,'0'0'176'0,"0"0"-11"16,0 0-108-16,-4 15-76 15,-10 6 0-15,6 12-1 16,-6 3 0-16,5 8 3 0,-1-3 13 16,6 2 3-16,8-1 3 15,6-7 0 1,2-6 5-16,7-10 0 15,6-7 3-15,-3-8 1 0,1-3-1 16,-4-4-3-16,0-6-3 16,-19 9-4-16,16-20-4 15,-16 20 0-15,-2-21-2 16,2 21 0-16,-26-7-2 16,8 15-96-16,-4 13-52 15,-9 3-4-15,1 18-9 16,-10 0-13-16,12 15 12 0</inkml:trace>
  <inkml:trace contextRef="#ctx0" brushRef="#br2" timeOffset="-49581.61">33277 21127 632 0,'15'8'190'0,"-15"-8"-57"15,30-17-123-15,-7 3-1 16,3-5 1-16,0 0-3 15,-4-2-3-15,4 1-4 16,-3 2-2-16,-1 3 0 16,-6 4-5-16,-16 11-2 15,26-8-1-15,-26 8 0 0,14 17 0 16,-11-2 0-16,-1 10 0 16,-2 4 1-16,0 7 4 15,0 4 3-15,-5 7 0 16,-2 1-1-16,0-1 3 15,-2-2-3-15,-5-3 2 16,6-2-3-16,-3-8-59 16,1-6-33-16,1-10-11 15,9-16-11-15,0 0-6 16,-22 9 7-16,22-9 6 16,-14-18 4-16,14 18 91 15,-16-29 72-15,6 13 51 16,-2-3 13-16,12 19 4 0,-23-29-8 15,16 13 0-15,7 16 1 16,-10-31-30-16,10 31-36 16,7-26-43-16,-7 26 4 15,29-24-4-15,-6 10-4 16,6 0-101-16,2 4-50 16,2-1-19-16,7 8-10 15,-8-4-9-15,4 11-6 16</inkml:trace>
  <inkml:trace contextRef="#ctx0" brushRef="#br2" timeOffset="-49267.86">33801 21857 495 0,'10'36'186'16,"-6"-1"-16"-16,1 1-93 16,6 15-74-16,4 13 0 15,-1 10-5-15,5 13 4 16,-3 11-4-16,5 10 1 16,-2 6-2-16,0 0 3 15,0-3-5-15,-5-5 1 16,-2-16 3-16,-5-11-4 0,-4-23-23 15,1-11-68-15,-11-25-43 16,7-20-1 0,0 0-7-16,-26-34-1 15,19 6-10-15</inkml:trace>
  <inkml:trace contextRef="#ctx0" brushRef="#br2" timeOffset="-45428.12">30404 20242 389 0,'0'0'192'16,"26"-3"-5"-16,-26 3-53 15,16-23-39-15,-16 23-69 16,10-28-26-16,-10 9 0 16,-3 2 0-16,-4-2 0 15,-4 3 0-15,-4 4 0 16,-4 5-5-16,-4 6-8 0,-3 6 2 16,-4 9 5-16,1 10-2 15,-6 5 5-15,2 13 0 16,-3 3-2-1,8 3 2-15,-2 3 0 0,8-1 1 16,3-3-2-16,8-9 7 16,8-2-1-16,3-12 5 15,10-5 6-15,-10-19-1 16,35 18 0-16,-9-22-1 16,4-5-5-16,3-6-6 15,1-6 0-15,3-7 0 16,-3-3 0-16,-1-7 0 0,0-7 0 15,-10-5 0-15,-4-4 0 16,-3-6 0-16,-9-6 0 16,-7-7 0-1,-4-3 0-15,-4 0 0 0,-6 0 0 16,1 0 0-16,0 1 0 16,0 4 0-16,3 7 0 15,3 7 0-15,2 9 0 16,1 8 0-16,4 7 0 15,0 10 0-15,0 6 0 16,0 17 0-16,0 0 0 16,-3 21 0-16,3 8-14 15,0 15 3-15,-4 11 1 0,8 14 5 16,-1 14 2 0,1 11 2-16,5 6 1 15,1 2-2-15,2 0 1 16,5-3 0-16,3-7 4 0,2-11-1 15,4-12 3-15,4-12 2 16,4-13 1-16,3-18 4 16,1-14-1-16,7-14-11 15,0-17 0-15,7-17 0 16,0-13 0-16,4-11 0 16,0-11 0-16,-4 3 0 15,-4-5-71-15,1 9-68 16,-11 13-33-16,-8 9-4 15,-11 18-7-15,-19 24 4 16</inkml:trace>
  <inkml:trace contextRef="#ctx0" brushRef="#br2" timeOffset="-41280.18">34514 21975 508 0,'0'0'175'16,"0"0"-44"-16,0 0-52 15,0 0-16-15,0 0-29 16,0 0-22-16,0 0-5 0,0 0 2 16,0 0-4-16,14-16-5 15,-8 1 0-15,0-3 0 16,-2-4 0-16,3-6 0 15,-2-5 0-15,2-7 0 16,3 1 0-16,-1-1 0 16,-2 3 0-16,0 5 0 15,0 2 0-15,-2 8 0 16,-1 4 0-16,-4 18 0 16,0 0 0-16,0 0-1 15,0 0-5-15,0 0-2 16,0 0-2-16,0 0 1 15,0 0 3-15,0 0 3 0,0 0 2 16,0 0-1-16,-7 21 1 16,7-2 1-16,0 7-1 15,0 9 1-15,3 10-1 16,-3 5 2-16,4 5-3 16,-1 8 4-16,1-3-4 15,-1 3 3-15,4-1-2 16,-2-2-3-16,-1-4 4 15,-1-4-4-15,-3-5 5 16,4-6-6-16,-4-1 6 16,3-7-7-16,-3-7 6 15,0-7 1-15,0-19 0 16,4 24-1-16,-4-24 0 0,0 0 0 16,0 0 1-16,0 0 0 15,0 0 0-15,0 0-2 16,0 0-1-16,0 16 2 15,0-16 1-15,0 0 0 16,0 0 2-16,0 0 3 16,-21-4 3-16,21 4-7 15,0 0 0-15,-19-3-1 16,19 3-2-16,-19-2 0 16,19 2-4-16,-26 3-2 15,26-3-3-15,-27 9 7 16,12-2 0-16,-2-2 0 15,17-5 1-15,-28 14-1 0,28-14 1 16,-18 14 1-16,18-14-1 16,0 0 0-16,0 0 2 15,0 0 6-15,0 0 5 16,0 0-4-16,0 0-1 16,0 0-1-16,19 2 1 15,-1-8 1-15,1-2-2 16,7 1-5-16,3-2-2 15,1 0 3-15,8 3 2 16,0-3 0-16,-1 2 0 16,-2 2 1-16,-2 0 1 15,-7 3 0-15,-4-2-2 0,-3 4 0 16,-19 0 1-16,21 4-4 16,-21-4 0-16,0 0 0 15,0 0 0-15,0 0-2 16,0 0 0-1,0 0 1-15,0 0 0 0,0 0-1 16,0 0 1-16,0 0 2 16,0 0 1-16,0 0 0 15,0 0-1-15,0 0 1 16,0 0-1-16,0 0-1 16,0 0 0-16,0 0 0 15,16 5 0-15,-16-5-2 16,0 0-19-16,0-24-89 0,0 24-55 15,7-28-9-15,-7 7-8 16,0-1 3-16,-4-4-3 16</inkml:trace>
  <inkml:trace contextRef="#ctx0" brushRef="#br2" timeOffset="-39590.99">32452 20012 474 0,'0'0'172'0,"23"-24"-34"16,-16 5-30-16,7 3-25 0,-9-8-35 15,2 6-48-15,-4-4 0 16,1-2 0-16,-8 1 0 16,1 1 0-1,-4 4 0-15,-5 3 0 0,12 15-6 16,-33-17-5-16,14 18 0 15,-7 8 3-15,0 12 4 16,-7 12 3-16,1 6-1 16,-4 12 2-16,-2 7-3 15,1 5 2-15,4 4-1 16,6 1 0-16,4-8 3 16,9-4 4-16,7-13 3 15,14-7-3-15,0-13 4 0,12-8-4 16,7-13 4-1,4-9-2-15,4-12-5 16,3-7-2-16,1-8 0 16,2-6 0-16,-2-5 0 0,2-9 0 15,-9-8 0-15,2-6 0 16,-10-4 0-16,-4-8 0 16,-9-1 0-16,-6-9 0 15,-4-2 0-15,-7 2 0 16,-4 9 0-16,-4 3 0 15,-1 12 0-15,-1 7 0 16,5 12 0-16,-2 11 0 16,5 13-1-16,2 6-3 15,7 17 0-15,0 0-1 16,0 0 1-16,-7 31-2 16,11 11 2-16,3 11-3 15,1 13 4-15,3 10 0 0,4 14 2 16,3 7 0-16,4 0 1 15,4 0 3-15,0-10 0 16,9-6 8-16,2-13-1 16,8-11 4-16,3-17-12 15,8-14-2-15,1-16-66 16,-1-12-90-16,-1-19-13 16,1-5-10-16,-8-13 1 15,1 4-7-15</inkml:trace>
  <inkml:trace contextRef="#ctx0" brushRef="#br2" timeOffset="-35608.15">32466 22307 443 0,'4'16'186'16,"-4"-16"3"-16,0 0-77 15,0 0-65-15,0 0-20 16,0 0-28-16,0 0-2 15,0 0 1-15,0 0 1 16,0 0-3-16,12-26 5 16,-5 8-5-16,-4-4 8 15,6-4-5-15,-2-5 7 16,0-4-7-16,1-3 4 16,6-2-4-16,-5 1 0 15,1 2 3-15,-3 3-3 16,2 6 1-16,-2 4 0 0,-4 8 1 15,-3 16-1-15,4-16 3 16,-4 16 2-16,0 0 0 16,9 23 1-16,-6-2-3 15,8 6-3-15,1 10 0 16,5 8 0-16,-1 10 0 16,3 9 0-16,-2 4 0 15,2 3 0-15,-3 0 0 16,-1 0 0-16,3-2 0 15,-3-3 0-15,-4-7 0 16,4-6 0-16,-4-3 0 16,1-6 0-16,-2-6 0 15,-1-9 0-15,-2-6 0 0,-3-6 0 16,-4-17-4-16,6 19-3 16,-6-19-2-1,0 0-2-15,0 0 1 16,-17 12 0-16,17-12 2 0,-31 5 0 15,10 1 2-15,-2 0 3 16,-8 3 3-16,-2 0 0 16,-3 1 0-16,1 2 0 15,-1 2 0-15,-3 0 0 16,6 2 1-16,-1-1 1 16,4-1-1-16,8 2 1 15,3-3 1-15,1-2 4 0,18-11 2 16,-19 14-4-16,19-14-3 15,0 0 0-15,0 0 1 16,23-4-2-16,6-6-2 16,4-1-4-16,5-2 2 15,7-1 3-15,8-4 2 16,2 3-2-16,4-3 3 16,-5-1-3-16,-5 6 4 15,-10 0-2-15,-4 5-1 16,-5 1-1-16,-11 3 3 15,-19 4 2-15,19 0 1 16,-19 0 1-16,0 0-2 16,0 0 0-16,7 16-80 0,-7-16-85 15,0 0-23-15,0 0-8 16,19-29-3 0,-2 6-3-16</inkml:trace>
  <inkml:trace contextRef="#ctx0" brushRef="#br2" timeOffset="-33263.49">35650 21585 197 0,'0'0'109'15,"0"0"-10"-15,0 0-7 16,7-17-1 0,-7 17-4-16,0 0-7 0,0 0-10 15,0 0-8-15,0 0-9 16,0 0-10-16,0 0-8 16,0 0-30-16,0 0-5 15,0 0 0-15,0 0 0 16,0 0 0-16,0 0 0 15,0 0 0-15,0 0 0 16,0 0 0-16,0 0 0 0,0 0 0 16,0 0 0-16,0 0 0 15,0 0 0-15,0 0 0 16,0 0 0-16,0 0 0 16,0 0 0-16,0 0 0 15,0 0 0-15,0 0 0 16,-4-17 0-16,4 17 0 15,0-21 0-15,0 21 0 16,-7-29 0-16,4 11 0 16,-1 1 0-16,1-2 0 15,-2 0 0-15,-6-4 0 16,-1 3 0-16,-2-5 0 16,2 1 0-16,-11 2 0 0,-3-1 0 15,-3-1 0-15,-1 0 0 16,-8-1 0-1,-2 1 0-15,-5-2 0 16,-3 2 0-16,-5-4 0 0,-4 1 0 16,-2 1 0-16,0 1 0 15,-2 1 0-15,2 3 0 16,2 2 0-16,2 2 0 16,2 3 0-16,1 2 0 15,4 2 0-15,-1 4 0 16,1 0 0-16,-1 2 0 15,0 2 0-15,-3 2 0 16,-7 4 0-16,2-1 0 0,-11 1 0 16,2-3 0-1,-1 3 0-15,-8-2 0 16,0-2 0-16,-6-2 0 16,-3 2 0-16,3-2 0 0,-2 2 0 15,-3 2 0-15,0 3 0 16,1 2 0-16,3 2 0 15,2 3 0-15,6 2 0 16,-1 1 0-16,4 3 0 16,1 2 0-16,6 6 0 15,-4 4 0-15,1 6 0 16,-3 2 0-16,6 9 0 16,0 3 0-16,5 5 0 15,0 4 0-15,1 5 0 16,10 2 0-16,8 3 0 15,-2 4 0-15,8 3 0 16,-3 0 0-16,4 6 0 0,-2-3 0 16,6 4 0-16,3-1 0 15,-4-1 0-15,4-3 0 16,4-3 0-16,3-1 0 16,0 0 0-16,5-3 0 15,2-1 0-15,5-5 0 16,7-1 0-16,0-3-2 15,7-2-7-15,1-2 2 16,13-3-2-16,2-2 4 16,11 1 0-16,6-3-3 15,9 4 4-15,5-5-2 16,12 1 6-16,1-2-3 16,11-5 5-16,9-3-3 0,-2-3 2 15,9-4 2-15,0-6 0 16,3 3 0-16,4-3-2 15,3 1 2-15,-4-2 1 16,-2-5-2-16,2-6-1 16,-2 3 0-16,-1-4-1 15,0-6 2-15,-3-3-1 16,3-5-1-16,-3 2-2 16,3 0 4-16,0-2-2 15,0-2 2-15,1 0-2 16,-1-3 0-16,-5 2 0 15,-2-2 1-15,-3-8-1 0,-6 1-2 16,-3-2 2-16,-6-5-1 16,-1-1 2-16,-7-5-1 15,-1-2 1 1,-4-3-3-16,-6-3 3 16,-1-3 5-16,4-7-8 0,-7-2 8 15,-1-5-9-15,1-2 3 16,-4 0-3-16,0-4 6 15,-2 3-6-15,-4-3-1 16,-6 1 3-16,-2 1-2 16,-5-3 7-16,0 0-1 15,-4-5 4-15,-1-1 0 16,-5-2 4-16,0 1-8 0,-6-1-3 16,2 3 0-1,-8 2 0-15,3 4 0 16,-7 3 0-16,0 2 0 15,0 1 0-15,-4 0 0 0,1 0 0 16,-1-2 0-16,1-2 0 16,-3-3 0-16,0-4 0 15,-5-3 0-15,2-1 0 16,-4-1 0-16,-7-2 0 16,-2-1 0-16,-11 3 0 15,-16 2 0-15,-8 5 0 16,-21 2 0-16,-19 7 0 15,-20 3 0-15,-23 13-41 16,-22 11-101-16,-16 13-27 0,-13 18-9 16,-14 13-13-1,2 21-3-15</inkml:trace>
  <inkml:trace contextRef="#ctx0" brushRef="#br2" timeOffset="-26791.88">29415 24999 377 0,'19'-21'163'15,"-19"21"-16"-15,3-26-23 0,4 9-22 16,-7 1-28-16,0 16-38 16,12-26-36-16,-12 26 0 15,7-15 0-15,-7 15 0 16,0 0 0-16,14-16 0 15,-14 16 0-15,0 0 0 16,0 0 0-16,12 17 0 16,-5 8 0-16,0 2 0 15,-7-27 0-15,23 90 0 16,-23-90 0-16,31 115 0 16,-31-115 0-16,40 121 0 15,-40-121 0-15,35 90 0 16,-35-90 0-16,0 0 0 0,0 0 0 15,0 0 0-15,0 0 0 16,74 41 0-16,-74-41 0 16,0 0 0-16,23-76 0 15,-16 43 0-15,0-5 0 16,1-5 0-16,-4 8 0 16,3 4 0-16,0 3 0 15,-2 2 0-15,-5 26 0 16,10-24 0-16,-10 24 0 15,0 0 0-15,23 4 0 16,-23-4 0-16,0 0 0 16,0 0 0-16,0 0 0 0,85 86 0 15,-85-86 0-15,0 0 0 16,75 56 0-16,-75-56 0 16,0 0 0-16,0 0 0 15,83 17 0 1,-83-17 0-16,22-21 0 0,-15 0 0 15,-3-3 0-15,-1-7 0 16,-6-2 0-16,-1-7 0 16,-3 6 0-16,2-8 0 15,-2 2 0-15,-3 9 0 16,1 0 0-16,2 7 0 16,4 5 0-16,3 19 0 15,-11-23 0-15,11 23-35 0,0 0-99 16,0 0-32-16,0 0-15 15,0 0 8-15,7 26-11 16</inkml:trace>
  <inkml:trace contextRef="#ctx0" brushRef="#br2" timeOffset="-25731.61">30255 24824 471 0,'15'-17'187'15,"-11"-1"-10"-15,3-2-53 16,1 4-71-16,-8 16-49 16,11-28-9-16,-11 28 17 0,0 0-12 15,0 0 0 1,19-7 0-16,-19 7 0 16,10 21 0-16,3-2 0 15,-3 4 0-15,6 3-2 0,1 0-1 16,-1 0 5-16,3 5 1 15,0-9-3-15,-2-3 0 16,2-8 0-16,-3-4 0 16,-16-7 0-16,26 0 0 15,-26 0 0-15,22-32 0 16,-11 15 0-16,-3 0 0 16,3-9 0-16,-4-4 0 15,-4 1 0-15,3 1-12 16,-3 2 2-16,0 4-2 15,1 3 3-15,-4-4 0 16,0 23 4-16,0 0 11 16,3-17-6-16,-3 17 5 0,0 0-2 15,0 0 8-15,0 17-4 16,4 9 1-16,12 5-6 16,-1 14 2-16,6 11-9 15,7 17 11-15,1 11 4 16,1 19-10-16,3 0 0 15,-4 12 0-15,-6-1 0 16,-4 2 0-16,-3-2 0 16,-10-10 0-16,-2-11 0 15,-4-11 0-15,-7-8 0 16,7-74 0-16,-30 101 0 16,30-101 0-16,0 0 0 15,0 0 0-15,-93 7 0 0,93-7 0 16,-52-70 0-16,52 70 0 15,-45-97 0-15,45 97 0 16,-33-102 0-16,33 102-7 16,-9-98 1-16,9 98-8 15,9-92 23-15,-9 92 9 16,22-94-18-16,-22 94 0 16,37-91 0-16,-37 91 0 15,45-96 0-15,-45 96 0 16,48-84 0-16,-48 84 0 15,40-68 0-15,-24 39 0 16,-1 3 0-16,-4 10 0 16,-2-3 0-16,-9 19 0 0,0 0 0 15,0 0 0-15,13-12 0 16,-13 12 0-16,0 0 0 16,0 0 0-16,0 0 0 15,0 0 0-15,42 71 0 16,-42-71 0-16,0 0 0 15,0 0 0-15,85 74 0 16,-85-74 0-16,0 0 0 16,71 21 0-16,-71-21 0 15,0 0 0-15,0 0 0 16,78-33 0-16,-78 33 0 16,39-41 0-16,-24 20 0 0,-1-10 0 15,-2 5 0-15,-1-9 0 16,-4 6 0-16,-7 1 0 15,-7 4 0 1,-9 1 0-16,-6 4 0 0,-11 11 0 16,-7 2 0-16,-9 5-29 15,-5 1-155-15,2-4-15 16,-10-3-7-16,4 0 9 16,-4-3-4-16</inkml:trace>
  <inkml:trace contextRef="#ctx0" brushRef="#br2" timeOffset="-25126.6">28548 25226 532 0,'0'0'191'0,"0"0"4"16,0 0-90-16,0 0-105 0,0 0 0 16,0 0 0-1,0 0 0-15,0 0 0 16,0 0 0-16,0 0 0 16,0 0 0-16,0 0 0 0,105-45 0 15,-53 20 0-15,0 12 0 16,7-7 0-16,-2 3 0 15,-5-2 0-15,0 12 0 16,-10-7-4-16,-2 7-172 16,-9 18-16-16,-14-11-3 15,-17 0-3-15,0 0-3 16</inkml:trace>
  <inkml:trace contextRef="#ctx0" brushRef="#br2" timeOffset="-24827.89">28562 25445 630 0,'-26'71'190'0,"26"-71"-13"15,0 0-151-15,0 0-26 16,0 0 0-16,0 0 0 15,94-32 0-15,-94 32 0 16,78-20 0-16,-78 20 0 16,90-27 0-16,-90 27 0 15,94-24 0-15,-94 24 0 16,85-30 0-16,-85 30-72 16,0 0-67-16,75-22-30 0,-75 22-14 15,0 0-1-15,0 0 15 16</inkml:trace>
  <inkml:trace contextRef="#ctx0" brushRef="#br2" timeOffset="-24212.45">27274 25014 398 0,'0'0'179'0,"-19"-5"-1"15,19 5-54-15,-12-15-40 16,12 15-47-16,-10-26-35 15,10 26 3-15,0 0 0 0,-11-18 5 16,11 18-9-16,0 0-1 16,0 0 0-16,0 0 0 15,-2 32 0-15,2-32 0 16,0 0 0-16,28 116 0 16,-28-116 0-16,37 136 0 15,-15-47 0-15,1 2 0 16,-1 6 0-16,-2-2 0 15,0-5 0-15,-4-12 0 0,-16-78 0 16,23 128 0 0,-23-128 0-16,12 82 0 15,-12-82 0-15,0 0 0 16,0 0-93-16,0 0-49 0,0 0-35 16,0 0-5-16,0 0-13 15,0 0 6-15</inkml:trace>
  <inkml:trace contextRef="#ctx0" brushRef="#br2" timeOffset="-23507.95">26925 25078 525 0,'-22'-3'182'0,"22"3"-2"16,0 0-70-16,0 0-84 15,0 0-26-15,5-21 0 16,-5 21 0-16,26-14 0 15,-9 4 0-15,-1-2 0 16,7 1 0-16,-1 1 0 16,4 0 0-16,4-6 0 15,1-3 0-15,2 9 0 16,3 1 0-16,6-3 0 0,0 8 0 16,3 4 0-16,3 2 0 15,1 9 0-15,3 8 0 16,4-2 0-16,-1 7 0 15,-3-5 0-15,-52-19 0 16,104 61 0-16,-104-61 0 16,94 69 0-16,-94-69 0 15,75 76 0-15,-75-76 0 16,52 85 0-16,-52-85 0 16,28 87 0-16,-28-87 0 15,0 88 0-15,0-88 0 16,-28 86 0-16,28-86 0 0,-56 97 0 15,56-97 0-15,-85 99 0 16,85-99 0-16,-100 106 0 16,100-106 0-16,-103 95 0 15,103-95 0 1,-104 83 0-16,104-83 0 0,-82 66 0 16,82-66 0-16,0 0 0 15,-90 53 0-15,90-53 0 16,0 0 0-16,0 0 0 15,0 0 0-15,0 0 0 16,0 0-8-16,0 0-124 16,0 0-52-16,0 0-5 15,-40-81-11-15,40 81 8 0</inkml:trace>
  <inkml:trace contextRef="#ctx0" brushRef="#br2" timeOffset="-22071.27">28227 25509 616 0,'0'0'177'0,"0"0"-24"15,0 0-76-15,0 0-77 16,0 0 0 0,0 0 0-16,0 0 0 0,0 0 0 15,0 0 0-15,0 0 0 16,0 0 0-16,0 0 0 16,59 71 0-16,-59-71 0 15,0 0 0-15,52 110 0 16,-52-110 0-16,37 79 0 15,-37-79 0-15,28 73 0 16,-28-73 0-16,0 0 0 16,29 73 0-16,-29-73 0 0,0 0 0 15,0 0 0 1,0 0 0-16,0 0 0 16,0 0 0-16,0 0-144 15,0 0-44-15,0 0-19 0,0 0 16 16,0-78-8-16</inkml:trace>
  <inkml:trace contextRef="#ctx0" brushRef="#br2" timeOffset="-18735.95">32466 23730 541 0,'23'-5'195'0,"3"3"-39"16,-7 2-83-1,-4-2-64-15,-15 2 0 16,23-3 0-16,-23 3-1 0,0 0 1 16,0 0-4-16,0 0-1 15,0 0 1-15,-19-16-5 16,19 16 0-16,-38-19 0 16,12 7 0-16,-14-7 0 15,-2 2 0-15,-6 1 0 16,-8 4 0-16,-8 2 0 15,-7-2 0-15,-4 3 0 16,-7 4 0-16,-4 0 0 0,-8-1 0 16,-7 1 0-1,-3 2 0-15,-4 4 0 16,-8 1 0-16,0 3 0 16,-4 1 0-16,5 1 0 0,3 5 0 15,-1-5 0-15,5 1 0 16,4-4 0-16,0 3 0 15,1-4 0-15,3 2 0 16,-1 2 0-16,0-3 0 16,1 4 0-16,-4 1 0 15,3 5 0-15,0-6 0 16,2 5 0-16,-1 0 0 16,-5 0 0-16,1-1 0 15,-5 1 0-15,5 1 0 16,-7 2 0-16,1 1 0 15,-1 6 0-15,-2-4 0 16,6 0 0-16,-3 5 0 0,3-1 0 16,1-3 0-16,2 5 0 15,-4-1 0-15,4-2 0 16,2 1 0-16,4 3 0 16,1-2 0-16,2 2 0 15,4 0-1-15,5 3-3 16,1-1-1-16,3-2 1 15,6 2-3-15,1-2 3 16,9 1-3-16,2-6 3 16,5 5-2-16,5-3 2 15,2 3 2-15,5-2 0 16,-2 5 1-16,4 2-2 0,0 6 2 16,0 3 0-16,-4-2 2 15,4 1 10-15,0-4 7 16,5 10-11-16,-1-5 5 15,2 3-5-15,6 0-7 16,0-3 0-16,7 4 0 16,4-5 0-16,-1 5 0 15,4-6 0-15,19-38 0 16,-26 78 0-16,26-78 0 16,-19 79 0-16,19-79 0 15,-10 94 0-15,10-94 0 16,0 95 0-16,0-95 0 15,10 100 0-15,-10-100 0 0,19 99 0 16,-19-99 0-16,33 92 0 16,-33-92 0-16,42 98 0 15,-42-98 0 1,52 92 0-16,-52-92 0 0,61 87 0 16,-61-87 0-16,69 86 0 15,-69-86 0-15,71 78 0 16,-71-78 0-16,77 83 0 15,-77-83 0-15,81 80 0 16,-81-80 0-16,85 79 0 16,-85-79 0-16,97 77 0 15,-97-77 0-15,105 62 0 16,-105-62 0-16,116 52 0 0,-116-52 0 16,123 45 0-1,-123-45-8-15,132 36-1 16,-132-36 6-16,137 28-1 15,-137-28 8-15,139 28-8 0,-68-23-1 16,4-2 1-16,0-4 5 16,-1 9 4-16,4-4-8 15,4 3-2-15,1-6 4 16,-5-1 5-16,4 5-1 16,-2-3-5-16,1 5-1 15,4-10-2-15,-1 3 6 16,-3 1 3-16,3-2-5 15,-3 6-3-15,1-10 1 0,-1 10 7 16,-1-3-2-16,-2-6-3 16,0 4 1-1,-3 0-1-15,-4-9 0 16,0 1 10-16,-3 6-9 0,-68 2-4 16,137-24 2-16,-137 24 5 15,129-12 1-15,-129 12-3 16,123-14-1-16,-123 14 0 15,130-7 2-15,-130 7-2 16,120-3-1-16,-120 3 4 16,123-11-7-16,-123 11 2 15,123-15-2-15,-123 15-2 16,120-25 4-16,-120 25 1 16,123-19 1-16,-123 19-5 15,115-24 4-15,-115 24 1 16,113-22 3-16,-113 22-2 15,107-18 2-15,-107 18 1 0,106-26-5 16,-106 26 7-16,104-14-3 16,-104 14-1-16,105-20 1 15,-105 20-2-15,100-23-1 16,-100 23 2-16,101-29 3 16,-101 29-3-16,97-40 2 15,-97 40-1-15,97-42 1 16,-97 42-1-16,91-53-2 15,-91 53-1-15,90-56 0 16,-90 56 0-16,81-67 0 16,-81 67 0-16,87-75 0 15,-87 75 0-15,89-81 0 16,-89 81 0-16,90-90 0 0,-90 90 0 16,82-88 0-16,-82 88 0 15,78-92 0-15,-78 92 0 16,67-95 0-16,-67 95 0 15,65-102 0-15,-65 102 0 16,55-102 0-16,-25 50 0 16,-4-6 0-16,0 7 0 15,-4 0 0-15,-3 6 0 16,-3-3 0-16,-2-1 0 16,-5 4 0-16,-2 9 0 15,-4-7 0-15,-3-1 0 16,-3 3 0-16,3 1 0 0,-7-1-13 15,1 4 1-15,0-6 0 16,-1-4 0-16,-2 7-1 16,-2 6 4-16,1-4 7 15,1-2 1-15,-1 2-4 16,-2 1 1-16,5 1-1 16,-4 7 2-16,3-9-2 15,-3 1 1-15,4 3 2 16,-1 1 2-16,-3 0 1 15,3 0 3-15,-3 2 4 16,-3-2 2-16,2 3 1 16,-3-1 0-16,1-2 0 15,-5-1 2-15,3 1 0 0,-5 0 0 16,2 2-7-16,0 1-5 16,0 5-1-16,-4 2 0 15,-3-1 0-15,-3 8 0 16,-1-3 0-16,1 4 0 15,-6-1 0-15,-1 4 0 16,-3-2 0-16,3 0 0 16,-2 4 0-16,-4-2 0 15,6 0 0-15,-3 1 0 16,3-1 0-16,1 0 0 16,2 0 0-16,0 1 0 15,-1-1 0-15,-3 0 0 16,-15 0-121-16,-12-7-38 0,-26-2-4 15,-44-15-12-15,-34-4-30 16,-1-5 205 0,13 7 0-16,3-4 0 15,18 10 0-15,15-1 0 0,35 10 0 16,43 13 0-16,42 10 0 16</inkml:trace>
  <inkml:trace contextRef="#ctx0" brushRef="#br2" timeOffset="-17016.67">21756 19063 348 0,'4'-20'182'16,"-4"20"-38"-16,0 0-21 16,0 0-22-16,0 0-16 0,-23-7-45 15,23 7-40 1,0 0 0-16,0 0 0 15,-7 15 0-15,7-15 0 16,0 17 0-16,0-1 0 0,4 3 0 16,-4 2 0-16,3 3 0 15,0 6 0-15,1 1 0 16,3 2 0-16,-2-1-2 16,-1-6-4-16,2 2 3 15,-2-2-2-15,-1-7 3 16,1-3-4-16,-4-16 3 15,5 19-4-15,-5-19 2 16,0 0-1-16,0 0 0 16,0 0-1-16,0 0 0 15,21-12 2-15,-21 12 1 16,31-30 6-16,-5 6-2 16,11-12 4-16,11-9-2 0,17-11 3 15,13-11-3-15,8-6 2 16,12-5-3-16,6 0-2 15,7 0 3-15,-2 4-3 16,2 6 3-16,-5 11-2 16,-2 7 1-16,-6 9-1 15,-8 6 1-15,-9 7-2 16,-6 6 1-16,-12 6-1 16,-10 6 1-16,-9 3 1 15,-13 3 2-15,-8 3 0 16,-23 1 2-16,22 1 1 15,-22-1-1-15,0 0-100 0,0 0-76 16,0 0-6-16,-19-41-2 16,-7-2-5-16,-30-32-3 15</inkml:trace>
  <inkml:trace contextRef="#ctx0" brushRef="#br2" timeOffset="3067.23">28607 4286 88 0,'16'40'56'0,"7"17"3"16,6 16 1-16,4 30 1 15,5 27-8-15,2 28-5 16,2 29-15-16,0 22-5 16,1 27-21-16,-1 13 5 15,-4 12 40-15,-2-3 5 16,-6-5-3-16,-11-19 3 15,3-16-3-15,-9-31 0 16,0-21-2-16,-9-33-6 16,5-17-39-16,-2-31-8 15,-4-21 6-15,4-19-4 16,-4-12 7-16,-1-12-6 0,-2-21-39 16,0 0-32-16,-9-25-34 15,3-15-28 1,-5-17-23-16,-8-22-13 15,3-22-13-15,-10-32 69 0</inkml:trace>
  <inkml:trace contextRef="#ctx0" brushRef="#br2" timeOffset="3829.77">28675 4992 250 0,'-45'-74'144'15,"3"8"-17"-15,9 16-7 0,-1 6-23 16,13 15-8-16,2 1-31 16,19 28-15-16,-12-22-38 15,12 22-5 1,22-9-3-16,1 4 2 0,15 5-2 16,10 2 0-16,22-2 0 15,17 0 0-15,20-2 1 16,22-3 0-16,20 0 1 15,19-6-1-15,18-4 2 16,16-6 1-16,8-3 2 16,7-4-2-16,3-3 3 15,0-2-2-15,4-3 2 16,-7 1-3-16,0 0 2 0,4-1-2 16,-6 3 1-1,-5 4-1-15,0 1 0 16,-9 4-1-16,-6 5 2 15,-6 1-2-15,-12 8 1 0,-14 3 0 16,-10 0-1-16,-11 4-1 16,-15 1 2-16,-11 0-1 15,-10 2 1-15,-9-2-1 16,-11 2 0-16,-8-1 1 16,-11-1-1-16,-8 2 2 15,-10-3-1-15,-7 3 2 16,-9 0-1-16,-11 1 0 15,-6 3-1-15,-16-4-2 16,15 7 1-16,-15-7-1 16,7 22-1-16,-3 1 0 15,3 10-2-15,1 12 2 0,6 17-1 16,-1 14 3-16,4 19 2 16,5 19-2-16,1 15 1 15,0 16-1-15,3 11-1 16,0 8 2-16,3 8 0 15,-1 2-3-15,-6 5-3 16,-1-1 4-16,-5-3-2 16,-6-6 1-16,-4-2 6 15,-12-5-5-15,-4-2 2 16,-9-10 2-16,-4-11 1 16,-6-15 0-16,-4-13 3 15,-2-19-15-15,2-16-104 16,-5-19-50-16,-11-33-9 0,1-12-16 15,-18-31-7-15,5-5 80 16</inkml:trace>
  <inkml:trace contextRef="#ctx0" brushRef="#br2" timeOffset="4618.34">29392 7718 68 0,'-78'14'141'16,"0"-7"7"-1,10-2-34-15,16 1-14 0,10-5-11 16,16 3-24-16,7-4-10 16,19 0 1-16,0 0-11 15,19-7-27-15,18-2-19 16,11-1-1-16,17-2-1 0,20-4 15 15,17-5 9-15,25 1-15 16,22-5-2 0,16-1-8-16,21-1 6 15,17-1-6-15,16-1 8 0,17-1 0 16,7-1-1-16,7 0 1 16,8 1-1-16,3 1 1 15,1 0-1-15,0 1-1 16,-5 2 0-16,-2 2-2 15,-14 3 1-15,-5 0-2 16,-12 2-1-16,-7 3 0 16,-19 4 0-16,-17-1-1 15,-15 4 2-15,-13-2-1 16,-18 5 0-16,-11-1 0 16,-17 1 1-16,-13 3-1 15,-14 0 3-15,-11-1-3 16,-12 1 1-16,-11 1 0 0,-13 2 0 15,-7-2 1-15,-11 2 0 16,-15 0-1-16,0 0 1 16,0 0 1-16,0 0-1 15,0 0 2-15,0 0-1 16,0 0-2-16,0 0 0 16,0 0 1-16,14-2-1 15,-14 2 1-15,0 0 0 16,0 0 1-16,7-15 3 15,-7 15-2-15,5-19 1 16,-8 0-75-16,-2-9-70 16,-2-3-22-16,-19-21-7 15,-4 0-14-15,-18-22-10 0</inkml:trace>
  <inkml:trace contextRef="#ctx0" brushRef="#br2" timeOffset="76043.34">2067 1890 151 0,'0'0'54'15,"0"0"2"-15,-72-55-17 16,72 55-7-16,0 0-3 16,0 0 0-16,0 0 6 15,0 0-4-15,0 0-4 16,0 0-1-16,19 7-9 16,-1 7-6-16,8 3 7 15,5 2-9-15,12 0 15 16,-1 9-13-16,7-1 12 15,3 1 18-15,5-2 13 16,-1 2-6-16,8-13-3 16,-5-3-4-16,9 1-8 0,-6-17 0 15,9-3 1-15,-3 2-35 16,3-9 2-16,-3-10-2 16,-6 1 0-16,-1 1 1 15,-14 3 1-15,-5 5 0 16,-9-2-2-16,-33 16 0 15,31-32-1-15,-31 32 5 16,0 0 1-16,-23 1-1 16,-6 3-3-16,-9-6 1 15,-8 5 0-15,-13 13 1 16,-5 1 4-16,-4 2-9 16,-6-8 0-16,4 8 1 0,-1 3 5 15,4 4-3-15,6 2 0 16,9-7-4-16,3-9 4 15,9 0-1-15,9 5 4 16,5-3-5 0,9-10-2-16,17-4-1 0,-16 7 6 15,16-7 1-15,0 0-3 16,36 5 1-16,-4-12 0 16,4-2 2-16,13 0-1 15,6-4-1-15,6-1-3 16,7-4 1-16,-1 1 1 15,3 2 0-15,-6 2-1 16,0-2 2-16,-5-1 1 0,-10 8-1 16,-7 1 4-16,-13 0-3 15,-10 2 0 1,-19 5 2-16,0 0 1 16,0 0-3-16,-35 5-2 0,-5-2 2 15,-12 4-2-15,-5 5 3 16,-5 2-3-16,-6 9 1 15,-3-1-5-15,3 2-2 16,2-6 6-16,12 8 0 16,9 0 1-16,9-2-8 15,3-10-30-15,17-2-50 16,0-9-14-16,16-3-17 16,0 0-22-16,35-7-15 0,5-12-16 15,9-1 51 1</inkml:trace>
  <inkml:trace contextRef="#ctx0" brushRef="#br2" timeOffset="76859.92">5066 1838 104 0,'0'0'37'0,"0"0"5"16,0 0 0-16,113-8-4 15,-113 8 9-15,114-19-3 16,-114 19-13-16,139-25 5 15,-71 12-2-15,-68 13-8 16,120-16 9-16,-120 16 2 16,74-7 5-16,-74 7 3 15,0 0 9-15,0 0-12 16,0 0 1-16,0 0-4 16,-71 52-1-16,14-28-16 0,-16 4-22 15,-3 10 4-15,-6-5-14 16,1-2 7-16,2 2-7 15,8-9 14-15,10 7-10 16,9-8 18-16,11-4 0 16,11-12 0-16,8 3 0 15,22-10 2-15,-23 5-2 16,23-5 0-16,0 0-3 16,16 0-4-16,-1-5-5 15,6 2 1-15,2 3-2 16,6-7 2-16,-1 8-2 15,5-13-31-15,3-1-69 0,-1 14-44 16,2-2-25-16,8-6-8 16,3-6 3-16,-48 13 20 15</inkml:trace>
  <inkml:trace contextRef="#ctx0" brushRef="#br2" timeOffset="77340.25">7472 1651 131 0,'-82'4'71'0,"82"-4"-11"16,0 0 0 0,0 0-10-16,0 0-9 15,0 0 2-15,0 0-5 16,0 0-6-16,0 0-12 0,117 17-1 16,-117-17-3-16,114 11-1 15,-114-11 1-15,116 15-19 16,-116-15-55-16,108 17-48 15,-108-17-21-15,0 0-29 16,71 26-1-16,-71-26 153 16</inkml:trace>
  <inkml:trace contextRef="#ctx0" brushRef="#br2" timeOffset="88527.82">1334 1541 126 0,'0'0'74'15,"0"0"-5"-15,0 0 3 0,0 0-19 16,0 0 1-16,0 0-4 15,0 0-16-15,0 0-18 16,0 0-5-16,0 0 16 16,0 0 15-16,68 79 14 15,-68-79 6-15,0 0-10 16,69-12-6-16,-69 12 4 16,0 0-6-16,109-85-16 15,-109 85-15-15,98-86-14 16,-98 86-1-16,111-87-12 15,-111 87 17-15,116-66-6 16,-116 66 7-16,109-53-6 0,-109 53-5 16,92-33 0-16,-92 33-43 15,0 0-61-15,80-24-37 16,-80 24-47-16,0 0 9 16,0 0-7-16,0 0 127 15</inkml:trace>
  <inkml:trace contextRef="#ctx0" brushRef="#br2" timeOffset="89679.64">4632 1710 64 0,'0'0'45'15,"0"0"-2"-15,0 0-5 16,0 0-2-16,0 0-3 0,0 0-7 16,0 0-3-1,0 0 0-15,0 0-6 16,0 0-5-16,0 0 1 15,0 0-2-15,0 0 1 16,0 0-3-16,0 0 6 0,0 0-4 16,0 0-10-16,0 0 4 15,0 0 5-15,0 0 20 16,0 0 37-16,83 2 6 16,-83-2-12-16,0 0 6 15,68-54 2-15,-68 54 2 16,85-55-8-16,-85 55-25 15,108-64-36-15,-108 64-2 16,100-54 10-16,-100 54-5 16,72-29 4-16,-72 29-11 15,0 0-5-15,0 0 13 16,0 0-8-16,0 0-43 0,0 0-60 16,0 0-39-16,0 0-34 15,0 0-14-15,0 0 2 16,0 0 38-1</inkml:trace>
  <inkml:trace contextRef="#ctx0" brushRef="#br2" timeOffset="90476.21">7364 1778 100 0,'0'0'32'15,"0"0"0"-15,0 0-12 16,0 0-3-16,0 0-5 15,0 0-4-15,0 0-3 16,0 0 0-16,0 0-2 16,75-80 5-16,-75 80 7 15,0 0 4-15,90-85-1 16,-90 85-7-16,70-55 3 16,-70 55 3-16,0 0-4 15,93-68-11-15,-93 68 1 16,0 0-1-16,0 0-7 15,0 0-32-15,75-41-40 0,-75 41-48 16,0 0 14-16,0 0 111 16,0 0 0-16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12171 2048 95 0 0,'-7'0'0'0'0,"-2"7"0"0"0,-7 9 0 0 0,0 8 0 0 0,3 8 0 0 0,2 5 0 0 0,5-4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13198 3812 95 0 0,'7'0'0'0'0,"16"0"0"0"0,18 0 0 0 0,15 0 0 0 0,12 0 0 0 0,15 0 0 0 0,14 0 0 0 0,5-7 0 0 0,4-2 0 0 0,6 0 0 0 0,4 2 0 0 0,3-5 0 0 0,1 0 0 0 0,2-5 0 0 0,0 0 0 0 0,0-3 0 0 0,-1-6 0 0 0,1 2 0 0 0,-8-2 0 0 0,-2-3 0 0 0,-6-4 0 0 0,-1-3 0 0 0,-5-2 0 0 0,2-2 0 0 0,-4 0 0 0 0,-4-1 0 0 0,-4 0 0 0 0,2 0 0 0 0,1-7 0 0 0,-4-2 0 0 0,-1 1 0 0 0,-4-5 0 0 0,-8-1 0 0 0,-3 3 0 0 0,-8-3 0 0 0,-8 0 0 0 0,-7-4 0 0 0,-4 1 0 0 0,-4-3 0 0 0,-9 2 0 0 0,-4-3 0 0 0,-5 2 0 0 0,-15 5 0 0 0,-9 5 0 0 0,-11 4 0 0 0,-3 2 0 0 0,-14 3 0 0 0,-8 1 0 0 0,-6 1 0 0 0,-8-1 0 0 0,-10 1 0 0 0,-9 6 0 0 0,1 2 0 0 0,-8 0 0 0 0,-6 5 0 0 0,-2-1 0 0 0,-7 6 0 0 0,-9 5 0 0 0,-2-1 0 0 0,-3 3 0 0 0,-4 3 0 0 0,-5-4 0 0 0,-3 2 0 0 0,-3 2 0 0 0,-1 4 0 0 0,-7 2 0 0 0,-3 3 0 0 0,-6 1 0 0 0,-1 1 0 0 0,-4 0 0 0 0,2 8 0 0 0,3 1 0 0 0,-1 7 0 0 0,-6 1 0 0 0,2 4 0 0 0,-2 5 0 0 0,2-2 0 0 0,5 3 0 0 0,-2 2 0 0 0,3 4 0 0 0,10 3 0 0 0,6 2 0 0 0,3 2 0 0 0,1 1 0 0 0,7 0 0 0 0,7 6 0 0 0,8 3 0 0 0,6 0 0 0 0,5-3 0 0 0,9 6 0 0 0,10-1 0 0 0,10-1 0 0 0,6 4 0 0 0,6-1 0 0 0,9-2 0 0 0,3 3 0 0 0,8 0 0 0 0,6-3 0 0 0,14-4 0 0 0,6-2 0 0 0,4-3 0 0 0,6-2 0 0 0,1-1 0 0 0,5 0 0 0 0,6 0 0 0 0,6-1 0 0 0,3 1 0 0 0,3 0 0 0 0,3 0 0 0 0,0 0 0 0 0,7 0 0 0 0,2-6 0 0 0,7-3 0 0 0,7 1 0 0 0,0 1 0 0 0,2-4 0 0 0,4-1 0 0 0,10 2 0 0 0,6-5 0 0 0,2-5 0 0 0,-1-1 0 0 0,-1-2 0 0 0,-2-5 0 0 0,6 3 0 0 0,1-2 0 0 0,-1-2 0 0 0,4-4 0 0 0,1-2 0 0 0,-3-3 0 0 0,-3-1 0 0 0,4-1 0 0 0,-1-1 0 0 0,6 0 0 0 0,-2 1 0 0 0,5-7 0 0 0,-2-3 0 0 0,-17 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9895 1921 95 0 0,'-6'0'0'0'0,"-10"0"0"0"0,-16 7 0 0 0,-9 2 0 0 0,-4 0 0 0 0,-2 4 0 0 0,-6 1 0 0 0,-1 5 0 0 0,1-1 0 0 0,4 3 0 0 0,-4-2 0 0 0,7 3 0 0 0,4-2 0 0 0,3 1 0 0 0,1 6 0 0 0,0-4 0 0 0,0 3 0 0 0,-1 3 0 0 0,7 3 0 0 0,1 4 0 0 0,7 9 0 0 0,0 3 0 0 0,4 8 0 0 0,6 1 0 0 0,-2 5 0 0 0,1 5 0 0 0,5 5 0 0 0,2 4 0 0 0,4 3 0 0 0,2 1 0 0 0,2 2 0 0 0,0-1 0 0 0,7 1 0 0 0,3 6 0 0 0,-1 2 0 0 0,6 0 0 0 0,6-2 0 0 0,7-3 0 0 0,5-1 0 0 0,5-2 0 0 0,1 0 0 0 0,9-2 0 0 0,3 0 0 0 0,6-6 0 0 0,1-3 0 0 0,3-7 0 0 0,6 1 0 0 0,5-5 0 0 0,4-6 0 0 0,3-5 0 0 0,8-3 0 0 0,3-11 0 0 0,7-10 0 0 0,1-10 0 0 0,4-8 0 0 0,5-4 0 0 0,5-10 0 0 0,-2-4 0 0 0,0-7 0 0 0,2-7 0 0 0,2-13 0 0 0,3-7 0 0 0,2-9 0 0 0,1-3 0 0 0,1-5 0 0 0,-7 1 0 0 0,-1-3 0 0 0,-8 3 0 0 0,-6-2 0 0 0,-8-4 0 0 0,-5-5 0 0 0,-10-3 0 0 0,-4-3 0 0 0,-8-1 0 0 0,-8-2 0 0 0,-7-1 0 0 0,-4 1 0 0 0,-3 0 0 0 0,-9-1 0 0 0,-11 1 0 0 0,-7 1 0 0 0,-8-8 0 0 0,-5-2 0 0 0,-9 1 0 0 0,-3 2 0 0 0,-8 1 0 0 0,-6 2 0 0 0,-7 9 0 0 0,-12 3 0 0 0,-5 7 0 0 0,-8 7 0 0 0,-9 8 0 0 0,-6 4 32 0 0,-6 4-32 0 0,-9 9 0 0 0,-11 3 0 0 0,-10 7 32 0 0,-7 7 160 0 0,-5 7 0 0 0,-9 4 0 0 0,-11 10 0 0 0,-8 5-96 0 0,-8 6 0 0 0,-4 9 0 0 0,-2 6 32 0 0,-9 4 128 0 0,-2 4 32 0 0,0 9 0 0 0,-5 10 0 0 0,1 8-160 0 0,3 7 0 0 0,2 12-32 0 0,11 5 32 0 0,12 8 96 0 0,10 0 0 0 0,29-15-224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9192 3903 95 0 0,'6'0'0'0'0,"4"-7"0"0"0,5-2 0 0 0,8-6 0 0 0,7-1 0 0 0,4 2 0 0 0,5 4 0 0 0,1 3 0 0 0,2-3 0 0 0,-1-1 0 0 0,1 2 0 0 0,-1 2 0 0 0,0 3 0 0 0,0 1 0 0 0,0-4 0 0 0,-1-3 32 0 0,0 2 0 0 0,1 1-32 0 0,-1 3 32 0 0,0 1 0 0 0,0 2-32 0 0,1 0 320 0 0,-1 1 128 0 0,-14 1 192 0 0,-17-1-288 0 0,-18 0-256 0 0,-14 1 0 0 0,-10-1 0 0 0,-6 7 0 0 0,-4 2 64 0 0,-14 0 192 0 0,-5-2-192 0 0,1 5-96 0 0,5 0 32 0 0,4-2 0 0 0,5-2 0 0 0,3-3 64 0 0,2-2 0 0 0,16-2 864 0 0,11-1-1024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12261 3614 95 0 0,'7'7'2656'0'0,"9"9"-2528"0"0,8 2 32 0 0,15-2-32 0 0,6-5 32 0 0,4-2-96 0 0,-1-5 32 0 0,-1-1-32 0 0,5-10 32 0 0,1-2 0 0 0,-2 0 0 0 0,-3 1 0 0 0,-3 2 0 0 0,-2 3-32 0 0,-1 1 64 0 0,-9-6-64 0 0,-2-1 96 0 0,-13 0 128 0 0,-17 9-160 0 0,-16 5-64 0 0,-11 1 32 0 0,-16 0-32 0 0,-7 5 32 0 0,-9 1 32 0 0,-2 6-96 0 0,3-1 32 0 0,11 4 96 0 0,6-2 32 0 0,11-4-192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05:57:0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17510 3554 1599 0 0,'7'0'2432'0'0,"16"0"-2336"0"0,11 0 32 0 0,13-6-32 0 0,5-4 32 0 0,9 2 64 0 0,-1 1 0 0 0,5-5-32 0 0,-4 0 32 0 0,3 1-96 0 0,-3-3 0 0 0,-5 0 0 0 0,-5 2 0 0 0,-5 4-32 0 0,-2 3 0 0 0,-10-5 0 0 0,-3 0 0 0 0,-8 8 160 0 0,-13 4-192 0 0,-16 3 0 0 0,-21 6-32 0 0,-12 2 32 0 0,-7-1-32 0 0,-2-4 32 0 0,0 5-32 0 0,2 0 0 0 0,1-3 32 0 0,2-2-32 0 0,1-3 32 0 0,1-3-32 0 0,8 0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31:56.59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9348 1078 501 0,'0'0'211'16,"0"0"-69"-16,0 0-39 15,0 0-37-15,0 0-66 16,0 0 0-16,0 0 0 16,0 0 0-16,0 0 0 15,0 0 0-15,0 0 0 0,-12 97 0 16,12-97 0-16,19 142 0 15,-12-50 0 1,0 10 0-16,-2 16 0 16,2 8 0-16,-7-5-9 0,0 6 3 15,-3-20-5-15,-1-3 7 16,-1-23-9-16,-2-11 1 16,-3-34-76-16,10-36-57 15,0 0-23-15,-7-30-6 16,14-37 6-16,-4-9-7 15</inkml:trace>
  <inkml:trace contextRef="#ctx0" brushRef="#br0" timeOffset="413.29">9168 1219 490 0,'0'0'178'16,"0"0"-3"-16,0 0-81 16,0 0-28-16,0 0-46 15,0 0-20-15,0 0-3 16,109-58 0-16,-109 58 4 16,123-10-2-16,-51 12 4 15,2 10 0-15,1 10-3 0,0 10 0 16,-75-32 0-16,126 98 0 15,-126-98 0 1,82 139 0-16,-56-54-3 16,-24 8-10-16,-11 11 5 0,-21 14 2 15,-15-1-8-15,-19 6 5 16,-11-12-3-16,-3-9 12 16,-3-15-5-16,-1-13 17 15,7-27-17-15,11-26 5 16,16-28-1-16,22-18-102 15,19-4-45-15,14-18-30 16,22-12 8-16,13-12-15 16,17 1 13-16</inkml:trace>
  <inkml:trace contextRef="#ctx0" brushRef="#br0" timeOffset="1632.82">10636 1452 86 0,'0'0'30'15,"0"0"0"-15,0 0 3 16,0 0 8-1,0 0-5-15,0 0-7 16,0 0 5-16,0 0 9 0,0 0 3 16,0 0 7-16,0 0 3 15,0 0-7-15,0 0-4 16,0 0 9-16,0 0 0 16,0 0 1-16,0 0-7 15,0 0-9-15,0 0-6 16,0 0-1-16,0 0-7 15,0 0-10-15,0 0-3 16,0 0-14-16,0 0 4 16,0 0 2-16,0 0-5 15,0 0-1-15,0 0 4 16,0 0 1-16,0 0-3 16,0 0 6-16,0 0-4 0,0 0-4 15,0 0 9-15,0 0 1 16,0 0-7-16,0 0 7 15,-14 82-2-15,14-82-3 16,-5 107-3-16,2-19 0 16,3 4 0-16,-4 15-3 15,1 4-6-15,3 5 2 16,-7-9-5-16,3-6 3 16,3-27-1-16,-3-15 4 15,-3-23-128-15,7-17-49 16,0-19 7-16,16-45 0 15,6-10 0-15</inkml:trace>
  <inkml:trace contextRef="#ctx0" brushRef="#br0" timeOffset="1885.01">11235 1350 502 0,'75'-19'180'16,"-75"19"-1"-16,0 0-113 15,85 7-33-15,-85-7-8 16,81 0-26-16,-81 0 4 16,84 0-3-16,-84 0-9 0,71-9-84 15,-71 9-63-15,0 0-13 16,0 0-2-16,0 0-1 15,71 37-9 1</inkml:trace>
  <inkml:trace contextRef="#ctx0" brushRef="#br0" timeOffset="2089.15">11537 1594 412 0,'0'0'186'16,"-41"73"-9"-16,41-73-72 15,0 0-33-15,0 0-18 0,71 24-59 16,-71-24 10-16,74-12-5 16,-74 12-3-16,82-35-52 15,-82 35-81-15,87-38-34 16,-87 38-1-16,81-43-15 16,-81 43-6-16</inkml:trace>
  <inkml:trace contextRef="#ctx0" brushRef="#br0" timeOffset="2736.61">13006 1168 734 0,'0'0'193'0,"0"0"-97"16,0 0-96-16,0 0 0 16,0 0 0-16,0 0 0 15,-45 104 0-15,45-104 0 16,0 82 0-16,0-82 0 15,0 97 0-15,0-97 0 0,10 79 0 16,-10-79 0-16,0 0 0 16,0 0 0-1,57 69 0-15,-57-69 0 16,0 0 0-16,85-43 0 0,-85 43 0 16,0 0 0-16,94-90 0 15,-94 90 0-15,0 0 0 16,85-90 0-16,-85 90 0 15,0 0 0-15,0 0 0 16,83-38 0-16,-83 38 0 16,0 0 0-16,72 33 0 15,-72-33 0-15,0 0 0 16,81 54 0-16,-81-54 0 16,0 0 0-16,71 32 0 15,-71-32 0-15,0 0 0 16,0 0 0-16,0 0 0 15,0 0 0-15,68-79 0 0,-68 79 0 16,0-83 0-16,0 83 0 16,0-89 0-16,0 89 0 15,-9-70 0-15,9 70 0 16,0 0-87-16,0 0-73 16,0 0-11-16,0 0 3 15,0 0-15-15,0 0-4 16</inkml:trace>
  <inkml:trace contextRef="#ctx0" brushRef="#br0" timeOffset="3688.28">14167 1144 576 0,'0'0'188'16,"0"0"-16"-16,0 0-85 16,0 0-87-16,0 0 0 15,0 0 0-15,0 0 0 16,0 0 0-16,0 0 0 15,0 0 0-15,19 80 0 0,-19-80 0 16,0 0 0-16,0 0 0 16,0 0 0-16,85 64 0 15,-85-64 0 1,0 0 0-16,80-35 0 0,-80 35 0 16,0 0 0-16,89-71 0 15,-89 71 0-15,0 0 0 16,79-78 0-16,-79 78-3 15,0 0 3-15,0 0 0 16,0 0 3-16,0 0-3 16,0 0 0-16,0 0 0 15,44 82 0-15,-44-82 0 0,0 124 0 16,3-47 0-16,-1 13 0 16,5 19 0-16,0 17 0 15,0 5 0-15,-2 5 0 16,-5 0 0-16,0-8 0 15,-2-3 0-15,-5-18 0 16,-7-17 0-16,-1-31 0 16,-4-14 0-16,1-26 0 15,3-21-4-15,-4-20-8 16,3-23 4-16,-1-17 6 16,8-25-8-16,-1-20 16 15,6-4-7-15,4 2 10 16,4-2-1-16,6 7 6 0,9 7-14 15,4 14 0 1,3 14 0-16,-26 69 0 16,64-99 0-16,-64 99 0 15,71-69 0-15,-71 69 0 0,0 0 0 16,85-48 0-16,-85 48 0 16,0 0 0-16,0 0 0 15,82 27 0-15,-82-27 0 16,0 0 0-16,0 0 0 15,67 87 0-15,-67-87 0 16,0 0 0-16,0 0 0 16,91 64 0-16,-91-64 0 15,0 0 0-15,78-9 0 0,-78 9 0 16,0 0 0-16,64-71 0 16,-64 71 0-1,26-72 0-15,-26 72 0 16,0-78 0-16,0 78 0 0,0 0 0 15,-64-75 0-15,64 75 0 16,-97-8-2-16,97 8-147 16,-131 31-39-16,131-31-5 15,-119 53 7-15,119-53-16 16</inkml:trace>
  <inkml:trace contextRef="#ctx0" brushRef="#br0" timeOffset="4217.66">19300 1120 531 0,'-33'-69'200'0,"33"69"-62"15,0 0-44-15,0 0-34 16,0 0-60-16,0 0 0 16,0 0 0-16,0 0 0 15,-26 93 0-15,26-93 0 16,3 114 0-16,1-43 0 15,1 4 0-15,-2-4 0 16,-3-71 0-16,11 124 0 16,-11-124 0-16,12 87-15 0,-12-87-94 15,0 0-52-15,0 0-20 16,0 0 0-16,0 0 5 16,66-90-7-16</inkml:trace>
  <inkml:trace contextRef="#ctx0" brushRef="#br0" timeOffset="4575.92">19007 1014 474 0,'0'0'182'16,"0"0"-53"-16,0 0-31 16,0 0-29-16,0 0-29 15,0 0-53-15,0 0 3 0,88-7 4 16,-88 7 6-16,130 19 6 15,-46-3-8-15,6 7 10 16,-2 6 1 0,-1 4 10-16,-5 5-14 0,-11 14 6 15,-71-52-8-15,97 125-2 16,-81-46-1-16,-18 8 0 16,-28 10 0-16,-22 13 0 15,-19 10 0-15,-19-8-5 16,-11-1 0-16,-10-14-9 15,-2-14 5-15,2-22-3 16,11-21 15-16,13-23-6 16,19-26-89-16,13-13-46 0,25-9-34 15,23-21 5 1,14-11-7-16,-7 63 2 16</inkml:trace>
  <inkml:trace contextRef="#ctx0" brushRef="#br0" timeOffset="5085.28">20333 1496 489 0,'0'0'175'16,"0"0"-32"-16,0 0-43 16,0 0-13-16,0 0-58 15,0 0-29-15,0 0 0 16,0 0 0-16,0 0 0 15,-61 102 0-15,61-102 0 16,-10 79 0-16,10-79 0 16,10 71 0-16,-10-71 0 15,0 0 0-15,0 0 0 16,0 0 0-16,90 56 0 16,-90-56-10-16,0 0 5 15,75-61-3-15,-75 61 11 0,0 0-1 16,45-100 6-16,-45 100-2 15,0-71-2-15,0 71-4 16,0 0 0-16,-64-76 0 16,64 76-29-16,0 0-82 15,-104-37-60-15,104 37-21 16,0 0 10-16,-75-8-1 16,75 8 29-16</inkml:trace>
  <inkml:trace contextRef="#ctx0" brushRef="#br0" timeOffset="5472.55">21364 1236 487 0,'0'0'200'0,"0"0"-17"15,0 0-61-15,0 0-96 16,0 0-21-16,0 0-13 15,0 0 1-15,88 16 3 16,-88-16-4 0,94-16 5-16,-94 16 2 0,87-16-24 15,-87 16-87-15,69-17-28 16,-69 17-31-16,0 0-11 16,0 0 3-16,0 0 5 15</inkml:trace>
  <inkml:trace contextRef="#ctx0" brushRef="#br0" timeOffset="5666.69">21400 1414 343 0,'-67'49'175'16,"67"-49"-8"0,0 0-63-16,0 0-7 0,79 34-21 15,-79-34-39-15,85-5-44 16,-85 5 5-16,105-28-78 15,-105 28-68-15,112-29-23 16,-112 29-11-16,108-38-2 16,-108 38-8-16</inkml:trace>
  <inkml:trace contextRef="#ctx0" brushRef="#br0" timeOffset="6288.13">22610 1139 534 0,'0'0'212'0,"0"0"-15"15,0 0-117-15,0 0-80 16,0 0 0-16,-10 106 0 15,10-106 0-15,-11 102 0 16,11-102 0-16,-1 102 0 16,1-102 0-16,5 83 0 15,-5-83-10-15,0 0 7 16,0 0-3-16,0 0 6 16,0 0 1-16,88 31 10 0,-88-31-4 15,0 0-7-15,78-85 0 16,-78 85 0-16,0 0 0 15,84-86 0-15,-84 86 0 16,0 0 0-16,0 0 0 16,78-66 0-16,-78 66 0 15,0 0-3-15,0 0-4 16,0 0 9-16,0 0-6 16,78 71 5-16,-78-71-5 15,0 0 2-15,0 0 1 16,87 64 10-16,-87-64-9 15,0 0-6-15,71 2 11 16,-71-2-7-16,0 0 9 0,71-40-8 16,-71 40 7-16,0 0-7 15,56-92-1-15,-56 92 1 16,26-79-8-16,-26 79 8 16,14-89-14-16,-14 89 16 15,-7-85-4-15,7 85 7 16,0 0 2-16,-44-83-19 15,44 83-120-15,0 0-44 16,0 0-5-16,-76-24-14 16,76 24-7-16</inkml:trace>
  <inkml:trace contextRef="#ctx0" brushRef="#br0" timeOffset="7588.06">27090 1106 197 0,'0'0'199'0,"0"0"-24"16,0 0-53-16,0 0-36 16,0 0 7-16,0 0-20 15,0 0-13-15,0 0-42 16,0 0-21-16,0 0-10 16,0 0 6-16,0 0 3 15,0 0 1-15,0 0 13 16,117-41-10-16,-117 41 13 15,119-19-14-15,-119 19 9 16,127-21-8-16,-127 21 0 16,104-9 0-16,-104 9 0 15,0 0 0-15,87 16-2 16,-87-16 4-16,0 0-5 0,0 0 6 16,7 105-3-16,-7-105 0 15,-49 94 0-15,49-94 0 16,-90 105 0-16,90-105 0 15,-127 115 0-15,127-115 0 16,-133 105 0-16,133-105 0 16,-117 82 0-16,117-82 0 15,-78 57 0-15,78-57 0 16,0 0 0-16,0 0 0 16,0 0 0-16,0 0 0 15,115 12 0-15,-44-26 0 16,4 5 0-16,15-5 0 0,0 2 0 15,-5-3 0-15,-1 4 0 16,-13 1 0-16,-71 10 0 16,111-17-19-16,-111 17-94 15,71-26-46 1,-71 26-20-16,0 0-8 0,75-45-6 16,-75 45 21-16</inkml:trace>
  <inkml:trace contextRef="#ctx0" brushRef="#br0" timeOffset="7805.21">28305 1316 617 0,'0'0'194'16,"0"0"-22"-16,0 0-132 15,94-25-40-15,-94 25 0 16,0 0 0-16,96-17 0 15,-96 17-2-15,0 0-99 16,83-14-43-16,-83 14-15 16,0 0-7-16,0 0 1 15,0 0-16-15</inkml:trace>
  <inkml:trace contextRef="#ctx0" brushRef="#br0" timeOffset="7984.34">28357 1464 368 0,'-81'58'198'0,"81"-58"-28"16,0 0-61-16,0 0-29 15,81 13 1-15,-81-13-64 0,79-22-86 16,-79 22-50-16,107-38-29 16,-107 38-17-16,110-47-6 15,-110 47-6-15,100-57 4 16</inkml:trace>
  <inkml:trace contextRef="#ctx0" brushRef="#br0" timeOffset="8717.84">28984 1177 562 0,'0'0'177'0,"0"0"-24"0,0 0-41 16,0 0-93 0,0 0-19-16,0 0 0 15,0 0 0-15,0 0 0 16,-17 80 0-16,17-80 0 0,0 0 0 15,0 0 0-15,45 74 0 16,-45-74 0-16,0 0 0 16,78 14 0-16,-78-14 0 15,0 0 0-15,97-23 0 16,-97 23 0-16,0 0 0 16,89-55 0-16,-89 55 0 15,0 0 0-15,67-73 0 16,-67 73 0-16,0 0 0 15,0 0 0-15,0 0 0 16,0 0 0-16,0 0 0 16,0 0 0-16,0 0 0 15,0 0 0-15,0 0 0 0,23 96 0 16,-23-96 0-16,10 145 0 16,-1-57 0-16,5 23 0 15,-2 17 0-15,5 2 0 16,-4-2 0-16,-3-5 0 15,-5-4 0-15,-5-15 0 16,-5-7-14-16,-9-36-5 16,-5-20 14-16,-10-20 7 15,-6-16-2-15,-2-20-4 16,3-27 2-16,1-20 16 16,10-32-10-16,6 4 9 15,12-15-2-15,10 1-11 16,16-3 0-16,5 10 0 0,8 7 0 15,8 19 0-15,-42 71 0 16,92-109 0-16,-92 109 0 16,94-85-18-16,-94 85-43 15,93-63-8-15,-93 63-1 16,86-53 0-16,-86 53 6 16,67-33 22-16,-67 33 41 15,0 0 40-15,0 0 37 16,78 19-2-16,-78-19-6 15,9 69-1-15,-9-69 4 16,-3 111-71-16,-3-47 0 16,3 16 0-16,-4 3 0 0,0-5-26 15,2 5-127-15,1-5-17 16,-10-4-31-16,6-5-10 16,-10-6 7-16</inkml:trace>
  <inkml:trace contextRef="#ctx0" brushRef="#br0" timeOffset="11087.23">15302 6983 617 0,'12'26'207'0,"-12"12"-8"15,-7 21-199-15,7 25 0 16,4 27 0-16,-4 28 0 16,3 29 0-16,1 22 0 15,3 25 0-15,-2 22 0 16,2 21 0-16,0 14 0 0,2 11 0 16,-2 3 0-16,3-2-1 15,-1-12-6-15,-2-16 7 16,0-19-6-16,5-26 7 15,-5-29-3-15,3-35 2 16,-1-29-6-16,-2-30 2 16,0-27-6-16,1-28-44 15,-8-33-74-15,4-42-50 16,3-15 0-16,-7-31-3 0,7-16 5 16</inkml:trace>
  <inkml:trace contextRef="#ctx0" brushRef="#br0" timeOffset="12032.9">15247 7313 1 0,'-45'2'95'0,"8"12"23"16,-1-2-25-16,-2-3 27 15,5 5-1-15,2-7-2 16,7 5-9-16,0-11-10 15,26-1-20-15,-26 0-22 16,26 0-36-16,0 0-20 16,0 0 0-16,26-13-5 15,7 6-1-15,12 1 0 16,18 1 3-16,13 2 1 16,21-2 0-16,21-2-1 15,14-4-1-15,14-1 1 16,14-3 0-16,12-1-1 0,5-3 0 15,9 0 0-15,-4-4 1 16,-2 3-1-16,3-1 1 16,1 0 2-16,-9 2-1 15,-7-2 2-15,-5 2-1 16,-8-2 1-16,-9 2-1 16,-13 0 2-16,-9 0-2 15,-15 4 1-15,-12-3-1 16,-19 3 3-16,-10-1 0 15,-12 4-2-15,-11 2 2 16,-12 1-2-16,-11 0 3 16,-22 9-2-16,19-5 4 15,-19 5 1-15,0 0 0 0,0 0 5 16,0 0-2-16,0 0 2 16,-19 12-4-16,19-12-7 15,0 0 0 1,-10 16 0-16,10-16 0 0,-9 31 0 15,2-3 0-15,0 10-1 16,-1 12-5-16,1 18 2 16,-4 10 2-16,6 18-3 15,-2 13 1-15,4 14 2 16,3 12-1-16,0 14 1 16,0 5 1-16,0 11-2 15,0 4 0-15,0 8 0 16,3 8 4-16,-6 7-5 0,3 0 0 15,-4 6 2-15,4 3 1 16,0-1-1 0,4-2 5-16,-1-1 3 15,1-10-9-15,2-5 9 0,3-11-5 16,2-12 3-16,-3-15-6 16,-1-16 8-16,0-15-7 15,-3-23-1-15,1-21-2 16,2-15-81-16,-7-20-50 15,0-34-34-15,-9 16-6 16,-5-32-10-16,-1-5-4 16</inkml:trace>
  <inkml:trace contextRef="#ctx0" brushRef="#br0" timeOffset="12668.34">15571 11331 187 0,'-17'19'141'0,"17"-19"-11"15,-5 21-10-15,5-21-9 16,-11 21-10-16,11-21-9 15,-14 24-23-15,9-9-26 16,5-15-39-16,-29 30-2 16,15-13 0-16,-5 0 1 15,0 1-3-15,0 1 1 16,1 0-3-16,6-4 3 16,9 4-3-16,10-3 0 15,12 0-2-15,17-8 0 0,25-1 1 16,13-7 0-16,27-5-3 15,15-5-3-15,25-6 3 16,17-5-1-16,17-3 4 16,9-2-2-16,9-3 4 15,7 3-2-15,1 0 6 16,0 0-1-16,-6 2 2 16,-13 1-3-16,-17 2 2 15,-16 7-2-15,-22 2 0 16,-33 4 2-16,-23 2 7 15,-23 3-67-15,-22 5-85 16,-26-2-39-16,0 19-12 16,-13 2-5-16,-15-11 1 0</inkml:trace>
  <inkml:trace contextRef="#ctx0" brushRef="#br0" timeOffset="13465.92">16122 14114 457 0,'-16'-20'185'15,"-1"9"-53"-15,17 11-19 16,-32 7-15-16,18 12-60 16,-1 4-38-16,-1 4 0 15,2 13 0-15,2 10 0 16,2 16 0-16,3 14 0 16,7 20 0-16,0 16 0 15,7 23 0-15,0 15 0 16,5 22 0-16,5 16 0 15,2 14 0-15,4 14 0 16,-1 7 0-16,1 12 0 16,-4 3 0-16,4 4 0 0,-3 2 0 15,-4-4 0-15,0-11 0 16,-2-9 0-16,-2-13 0 16,-5-16 0-16,0-21 0 15,-2-17 0-15,-2-25 0 16,1-16 0-16,-1-23 0 15,1-19 0-15,-4-20 0 16,3-19-6-16,-3-14 0 16,0-21-1-16,0 0-11 15,-3-44-105-15,-4-15-50 16,0-15-9-16,-5-28 10 16,-2-19-1-16,-5-39 11 15</inkml:trace>
  <inkml:trace contextRef="#ctx0" brushRef="#br0" timeOffset="13953.27">16080 14675 419 0,'-23'-5'178'0,"6"7"1"16,17-2-75-16,-28 0-38 15,28 0-35-15,0 0-33 16,0 0-1-16,0 0 0 16,31 2-2-16,-1-1 1 15,15-1 0-15,14 2 2 16,19-2 1-16,23-2 0 15,15-1 0-15,16-2-1 16,12-4 1-16,18-3 2 16,13-2-1-16,4-2-1 15,5-3 2-15,3 0 0 16,2-1 1-16,-5-3-4 16,-1 1 6-16,-15 1-9 0,-12 2 8 15,-17 1-5-15,-12 5 4 16,-25 0-4-16,-17 3 5 15,-20 5-2 1,-17 1 1-16,-11 3 0 0,-15-1-3 16,-22 2-85-16,16-5-43 15,-16 5-17-15,0 0-17 16,-5-30-7-16,5 30-7 16</inkml:trace>
  <inkml:trace contextRef="#ctx0" brushRef="#br0" timeOffset="14429.61">19305 14213 403 0,'0'0'150'15,"0"0"-19"-15,14 26-20 16,-14-2-22 0,-4 4-26-16,8 14-37 0,-1 11-21 15,3 15-6-15,1 15 3 16,0 15-3-16,1 17 1 15,3 11-1-15,-1 14 6 16,2 14-2-16,-5 6-2 16,0 9 5-16,-2 4-3 15,2 2-2-15,-3 0 1 16,-1 3-1-16,1-5-1 16,-1-1 2-16,-1-6-3 0,1-10 1 15,-3-2 1-15,4-7 1 16,-4-7-1-1,3-3 1-15,1-9-2 16,-4-2 0-16,0-5 2 0,3-6-3 16,-3-6 0-16,0-4 2 15,-3-8-2-15,-1-5 1 16,1-9-1-16,-1-7 1 16,1-10 0-16,-2-5 1 15,1-11-1-15,-3-10 2 16,4-9-2-16,-1-9 3 15,4-4-49-15,0-18-51 16,-19-6-53-16,19 6-20 16,-33-31-4-16,14 14 0 15,-19-9-1-15</inkml:trace>
  <inkml:trace contextRef="#ctx0" brushRef="#br0" timeOffset="15082.07">16333 18978 454 0,'-17'-8'170'0,"1"-1"-26"16,16 9-45-16,-22-17-35 16,22 17-37-16,-11-16-25 15,11 16-1-15,0 0-2 16,0 0 1-16,11-15 0 15,-11 15-2-15,31-7 1 16,-1 0 2-16,6 2-1 16,16-4 1-16,9 2-1 15,20-5 1-15,10 0-2 16,16-4 1-16,17-1-1 0,14-2 2 16,12 2-3-16,6-6 5 15,9-3-2-15,3 2 0 16,8-6-2-16,-5 1 2 15,1 1-1-15,-7 1 0 16,-2 2 2-16,-12 3-4 16,-7 3 3-16,-12 5-1 15,-15 7 1-15,-13 4 0 16,-14 1-1-16,-15 4 1 16,-13 3-1-16,-10 0 1 15,-10 4 2-15,-13-2 1 16,-10 0 1-16,-19-7 0 15,27 12 1-15,-27-12-2 0,0 0-1 16,0 0-4-16,0 0-3 16,0 0-52-16,0 0-112 15,0-35-8 1,-7 2-8-16,-13-19 3 0,-2-5-4 16</inkml:trace>
  <inkml:trace contextRef="#ctx0" brushRef="#br0" timeOffset="17004.43">15908 8089 48 0,'-10'-17'140'16,"-13"-2"29"-16,4-1-33 0,3 7-10 16,-1-5-5-16,17 18-11 15,-30-20-13-15,30 20-24 16,-15-7-70-16,15 7-3 16,0 0 0-16,-12 26 0 15,8 0-1-15,1 6-9 16,-1 13 0-16,4 7 4 15,0 9 0-15,-3 5 3 16,6 0-2-16,-3-2 4 16,4-7-2-16,-1-4 4 15,1-11-3-15,-1-9 2 16,-1-9-5-16,-2-24-36 16,10 21-40-16,-10-21-38 0,11-16-22 15,-3-1-18-15,-1-11-4 16,6-3-5-16,-7-12 69 15</inkml:trace>
  <inkml:trace contextRef="#ctx0" brushRef="#br0" timeOffset="17364.68">15823 8070 371 0,'-12'-23'154'0,"-2"4"-22"15,14 19-21-15,-16-22-20 16,16 22-24-16,0 0-23 15,0 0-40-15,0 0-4 16,30-5 1-16,-4 12 2 0,5 5 5 16,13 3-1-16,4 6 2 15,1 5-7-15,3 3 1 16,-4 6-4-16,-6 5-1 16,-12 7-4-16,-8-1-2 15,-13 4 0-15,-11 2 3 16,-15 0-2-16,-18 0 5 15,-8 4-1-15,-11-10 6 16,-12-1-2-16,-2-7 3 16,-3-5-3-16,0-5 2 15,8-11 1-15,15-8-45 16,13-5-49-16,12-11-32 16,23 7-18-16,13-30-23 0,13 2-5 15,19 1-8-15,3-10 96 16</inkml:trace>
  <inkml:trace contextRef="#ctx0" brushRef="#br0" timeOffset="17583.84">16439 8349 455 0,'0'0'139'0,"23"31"-17"16,-13-2-14-16,-6 2-30 15,4 13-38-15,-8 4-44 0,4 6 1 16,-4 6 0-16,0 3-1 16,3 4-111-16,-3 6-52 15,-3-7-6 1,6-1 2-16,-6-14-3 16,6 2 47-16</inkml:trace>
  <inkml:trace contextRef="#ctx0" brushRef="#br0" timeOffset="18565.55">16618 15380 142 0,'0'0'93'0,"-16"2"4"15,16-2 16-15,0 0-9 16,0 0-2-16,0 0-11 15,-7-16-10-15,7 16-21 16,0 0-13-16,-6-16-22 16,6 16-19-16,0 0-1 15,-13-15-1-15,13 15-3 16,0 0-1-16,-17-18 0 0,17 18 0 16,0 0 1-16,-16-15-1 15,16 15 1-15,0 0-1 16,0 0 0-16,-15-12-3 15,15 12-2-15,0 0-1 16,0 0 0-16,0 0-1 16,-11 27 1-16,8-6 0 15,-1 12 3-15,8 7 1 16,-4 8 4-16,3 13-1 16,8 6 0-16,-3 6 1 15,3 3 0-15,1 2 1 16,-2-7-3-16,-1-3 3 15,2-9-4-15,-8-11 4 0,7-10-54 16,-8-17-43-16,-2-21-34 16,0 0-19-1,4-33-16-15,-1-2-3 0,-10-17-1 16</inkml:trace>
  <inkml:trace contextRef="#ctx0" brushRef="#br0" timeOffset="18955.82">16507 15387 303 0,'-26'-14'173'0,"7"9"-28"15,0 3-27-15,0 0-27 0,19 2-21 16,-30 4-24-16,30-4-35 16,0 0-5-16,0 0 0 15,0 0-1 1,0 0-1-16,37 12 1 15,-6-7-2-15,9 4 1 0,8 3-5 16,6 7 1-16,2 3-2 16,3 6 1-16,-7 7-2 15,-7 3 0-15,-7 3-2 16,-12 8-1-16,-12 4 3 16,-14 3-2-16,-10 3 3 15,-13 3 0-15,-13-2 3 16,-10 5-2-16,-2-5 4 0,-6-8-2 15,-2-7 3-15,8-10 4 16,3-9-10 0,15-9-39-16,8-15-58 15,22-2-38-15,3-25-29 0,20-2-5 16,18-3-6-16,1-11-2 16</inkml:trace>
  <inkml:trace contextRef="#ctx0" brushRef="#br0" timeOffset="19309.07">17212 15788 340 0,'19'30'177'16,"-19"-10"-16"-16,3 1-44 15,6 9-31-15,-6-3-20 16,4 8-30-16,4-4-26 0,-3-3-8 15,6-6-4-15,2-4-2 16,3-4-2-16,0-9-1 16,-2-7-2-16,6-10 0 15,-4-5 0-15,4-6 0 16,-1-5 4-16,-3-5 1 16,4-3 3-16,-2 1-1 15,-6 3 3-15,-4 2 4 16,-3 4 9-16,-8 5-3 15,0 21-1-15,-26-15-3 16,-5 25-41-16,-9 6-85 16,-12 5-43-16,4 10-7 15,-17-2-11-15,1 8 0 0</inkml:trace>
  <inkml:trace contextRef="#ctx0" brushRef="#br0" timeOffset="22308.2">15379 9688 192 0,'0'0'182'15,"-16"-24"-25"-15,16 24-25 0,0 0-18 16,-10-16-23-16,10 16-22 16,0 0-26-16,0 0-33 15,13 23-23-15,-6-7-5 16,13 4 2-16,-1 3 9 16,10 3 2-16,13 2 6 15,3-1-3-15,7 4 0 16,7-3-1-16,-3-4 3 15,1-1-2-15,-9-4 1 16,-2-2-1-16,-10-3 1 16,-10-2 2-16,-7-3 3 15,-19-9 2-15,19 17 1 16,-22-1 0-16,-2 3 0 0,-13 7-1 16,-1 8 1-16,-10 8-3 15,-10 10 0-15,-2 10-5 16,-11 4 4-16,-7 3-3 15,-2-1 5-15,9-3-125 16,3-4-62-16,4-21-5 16,21-6-8-16,8-23-2 15,16-11 100-15</inkml:trace>
  <inkml:trace contextRef="#ctx0" brushRef="#br0" timeOffset="23284.9">16309 16877 466 0,'0'0'203'16,"0"0"-9"-16,10 17-74 15,-10-17-80-15,0 0-40 16,0 0 0-16,0 0 0 16,0 0 0-16,-12 16-1 15,12-16-16-15,0 0 2 16,0 0-2-16,19 17 3 0,-3-8 0 15,3 0 6-15,7 1 3 16,7 2 4-16,5 2 0 16,6-2 1-16,1 0-1 15,0-1 1 1,-7-1 0-16,-1-1-1 0,-8-1 1 16,-6-1 3-16,-23-7 3 15,26 11 2-15,-26-11 2 16,0 0-2-16,-4 15 0 15,4-15 0-15,-10 19 0 16,10-19-2-16,-19 30-4 16,3-13-1-16,-1 5-4 15,-11 4 2-15,-2 4 0 0,-9 4 2 16,-3 8-1-16,-7 0-1 16,-6 3 2-16,3 0 0 15,-2-6 3 1,10-2-12-16,3-8-105 0,11-6-55 15,1-25-4-15,29 2-7 16,-19-52 2-16,22 5-2 16</inkml:trace>
  <inkml:trace contextRef="#ctx0" brushRef="#br0" timeOffset="24840">15325 10187 396 0,'-18'7'189'16,"3"3"-1"-16,-4-3-83 15,-14-5-53-15,0 5-7 0,-12-2-44 16,-9-2-1-16,-12 1 0 16,-9 3 1-16,-15-4-1 15,-7 8 2-15,-11-1-1 16,4 2 1-16,2 2-1 15,4 3 0-15,3 1 2 16,15 1-1-16,14 0-2 16,12-4 0-16,18 1-3 15,6 1 1-15,11-1-3 16,11 1 0-16,8 2-3 16,1 2 2-16,10 8 1 15,1 8 2-15,2 8 3 16,1 7-5-16,4 12 9 0,-1 10-7 15,1 13 6-15,-3 6-6 16,-3 9 4-16,3 5-6 16,1 13 6-16,-1 5 0 15,-4 6-2-15,2 8 3 16,2 4-3-16,-6 4 2 16,6 6 3-16,-1 6-2 15,3-3-2-15,-3 6 3 16,4-2-3-16,-1-3 2 15,1 1-4-15,0-4 4 16,0-4-8-16,-2-1 7 16,2 2-7-16,-3-7 5 0,3-3-2 15,-5-2 1-15,-2-2 4 16,-1-2-3-16,-3 0 2 16,-1 1-3-16,0-6 4 15,-3 0-3-15,-4 2 3 16,-4-2 0-16,1-4-1 15,-1 4 1-15,-3-4-1 16,-1-3 2-16,1-2-3 16,-2-1 3-16,-1-10-5 15,-1-1 0-15,-1-1 0 16,2-6 2-16,-3-2 0 16,3-5-1-16,-2 1 2 15,2-5-1-15,-3 3 1 0,3-4 2 16,-2-5-2-16,5-4 1 15,0-3-2-15,0-5-2 16,2-9 1 0,5-5-1-16,0-11 0 0,0-5-3 15,5-5 3-15,2-6-3 16,0-8 2-16,0-5 1 16,-7-19 0-16,19 24 0 15,-19-24 1-15,19 12 1 16,-19-12 0-16,16 0 0 15,-16 0 1-15,0 0 1 16,20-7 0-16,-20 7 0 16,16-12 0-16,-16 12-3 0,26-19 2 15,-7 9 0 1,4-4-2-16,6-2 0 16,4 2 0-16,9-5-2 15,7 2 4-15,3-2-1 0,5 0-5 16,5 0 6-16,10 0-3 15,2 0 4-15,1 0-4 16,6 5 4-16,3-3-6 16,1 3 5-16,2 2 1 15,6-2-3-15,-4 3 1 16,-2-1-2-16,-2 0 3 16,-2 0-1-16,-5 0 0 15,-3 2 2-15,-11-2-1 16,-5 1-1-16,-10 2 1 15,-11 3 0-15,-9-1-3 16,-6 1 4-16,-23 6 2 16,17-7-1-16,-17 7-2 0,0 0-32 15,-14-17-92-15,14 17-38 16,-31-7-1-16,5 11-8 16,-10-8-1-16</inkml:trace>
  <inkml:trace contextRef="#ctx0" brushRef="#br0" timeOffset="25620.56">14328 17431 82 0,'18'-19'25'15,"8"2"5"-15,-7-2-5 16,7 3-1-16,-7 2 2 15,4 2 3-15,-4 3 18 16,-5 1 23-16,5 6 31 16,-19 2-12-16,19 0-3 15,-19 0-7-15,0 0 0 16,0 0-9-16,10 26-17 16,-10-26-23-16,-3 31-30 0,6-5 3 15,-6 5-6-15,3 11 5 16,3 8-2-16,1 9 0 15,1 12 3-15,5 12-5 16,2 9 4-16,2 15-5 16,2 9 4-16,7 7-3 15,-4 10 2-15,1 4-1 16,0 3 1-16,-5 0-2 16,4-1 5-16,2-4-3 15,-5-2-1-15,-1-3 1 16,-1-7 0-16,-2-2 0 15,2-3 0-15,-5-6 0 16,-2-4-1-16,0-10-1 0,-4-8 5 16,-1-5-3-16,2-11-3 15,-4-10 3-15,0-8-3 16,3-11 4 0,-3-12-39-16,3-4-93 0,1-1-38 15,-4-28-1-15,3 29-1 16,-3-29-5-16</inkml:trace>
  <inkml:trace contextRef="#ctx0" brushRef="#br0" timeOffset="26879.46">14669 21158 570 0,'3'-31'180'0,"-3"31"-39"16,-19-19-81-16,3 15-60 16,-1 8 1-16,-6 4-1 15,-3 8 0-15,-5 15-2 16,-2 11-1-16,0 9 4 16,2 14-5-16,5 7-1 0,5 10 0 15,12 4 0-15,9 2 2 16,13-8 0-16,13-9 3 15,14-10-5-15,12-16 2 16,8-21 1-16,12-17-2 16,2-21 2-16,1-14-1 15,-1-15 2-15,-2-11 0 16,-10-12 5-16,-8-4-1 16,-11-5 2-16,-11-1 1 15,-15 1 0-15,-5 6 3 16,-12 5-1-16,-7 11-2 15,-5 6-5-15,-4 12 2 16,3 9-2-16,13 26 4 0,-27-17-4 16,27 17-1-16,-26 28-2 15,18 4-2-15,4 10 4 16,4 10-2-16,4 5 0 16,4 9-4-16,3 5 1 15,8 0 0-15,7-9 1 16,0-6 2-16,4-8-2 15,8-15 1-15,-2-12-1 16,6-16 1-16,3-16 1 16,0-16-1-16,0-10 2 15,-1-15 0-15,-3-10 4 16,-4-7-1-16,-9-4 3 0,-2 1-1 16,-9 4 0-16,-1 11 2 15,-10 5-1-15,0 12 0 16,-6 11-4-16,3 13 4 15,-3 16-1 1,0 0-1-16,0 0-3 0,-12 38 2 16,12 2-1-16,3 10-3 15,-3 9 4-15,6 9-6 16,1 9 1-16,3 7 0 16,-1-1 2-16,1-4-2 15,-6-11 1-15,3-9 2 16,-2-11-3-16,-2-15-1 15,-3-14 2-15,0-19 2 0,0 0 0 16,4-40-1-16,-1-3 0 16,1-11-2-1,3-8 4-15,1-2-1 0,6-5 1 16,2-1-5-16,3 8 2 16,0 5 1-16,2 12-2 15,-6 5 5-15,1 13-4 16,-9 4 3-16,0 7-1 15,-7 16 7-15,0 0-3 16,-17-5 5-16,17 5 0 16,-28 28-7-16,7-11 4 15,2 4-5-15,0 3 1 16,0 2-5-16,1 2 0 0,3-2-6 16,3-4 3-16,5-3 2 15,7 0-1-15,7-3 2 16,5 0-2-1,10-4 3-15,4 0 1 0,11 2 2 16,11 1-2-16,1 3 1 16,5-1 0-16,5 2 2 15,-7-2-1-15,3 1 1 16,-6-1-2-16,-7-3-1 16,-9-2-112-16,-11-4-48 15,-22-8-5-15,0 0-8 16,-29-29-11-16,-4 10 62 15</inkml:trace>
  <inkml:trace contextRef="#ctx0" brushRef="#br0" timeOffset="32085.15">1318 10197 547 0,'-14'-29'202'0,"2"1"-52"16,-2-1-42-16,14 8-92 0,-5 4-16 15,5 17 0-15,2-19 0 16,-2 19 0-16,0 0-2 16,7 20-18-16,-4 10 0 15,1 8 3-15,3 9 1 16,1 8 6-16,-1 7 4 16,4 4 5-16,-2 0 3 15,-3-2-2-15,1-10 1 16,2-9 0-16,-2-11 3 15,3-10 3-15,-10-24 0 16,23 13 2-16,-4-29-4 16,4-8 3-16,-1-9 0 0,4-7 1 15,0-8-3-15,4-6-4 16,-4-2 3-16,0 1-5 16,-7 3 3-16,-3 7-2 15,-3 7-1-15,-4 7-6 16,2 12-1-16,-11 19-1 15,0 0-2-15,19-2 0 16,-4 28 0-16,-1 7 0 16,9 9 0-16,3 1 5 15,7 9 1-15,5 0 3 16,0-2-1-16,2-2 6 16,2-10-4-16,-2-5 4 15,-2-8 0-15,-5-8 2 0,2-5-1 16,-9-3 5-16,-4-9-1 15,-3-7-1 1,-1-2 1-16,-18 9-2 16,26-33 1-16,-18 9-2 0,-1-7 0 15,-3-9-6-15,-4-10 1 16,-4-11-3-16,-3-10 1 16,-5-7-2-16,-2-3 2 15,-1 0-3-15,-4 3 3 16,1 8-1-16,3 13 3 15,2 12-2-15,3 16-1 16,3 10-2-16,7 19-1 16,0 0-2-16,0 0-85 0,4 22-80 15,-4-22-22-15,22 35-1 16,-5-26-5 0,11 6 73-16</inkml:trace>
  <inkml:trace contextRef="#ctx0" brushRef="#br0" timeOffset="33524.17">31286 10412 375 0,'19'3'192'0,"-19"-3"-1"16,0 0-82-16,0 0-48 15,-23 16-44-15,23-16-24 0,-29 24 1 16,10-12 3-16,3-1-2 15,-1-6 3-15,-2-7 2 16,3-8-2 0,-5-8 2-16,6-6 0 0,-8-9 2 15,0-7-2-15,-3-6 3 16,-7-3-2-16,-1-1-1 16,-6 0-1-16,2 5 2 15,-1 3-2-15,3 9 1 16,3 7-2-16,5 11 0 15,11 10 0-15,17 5-1 16,-19 14 3-16,26 1-1 16,5 4 2-16,14 0-1 0,10 4 4 15,9-6-1 1,11-1 1-16,12-8 0 16,-1-3-1-16,5-6 2 15,-1-3-1-15,-9-1 0 0,-4-4-2 16,-12 2-1-16,-11 2-1 15,-9 2-1-15,-10-1 0 16,-16 4-4-16,0 0 0 16,0 0 0-16,0 0 1 15,7 26 0-15,-14-7 3 16,-2 13 0-16,-5 7 0 16,-8 13 1-16,-8 11 2 15,-8 16 1-15,-7 11-5 16,-14 7 4-16,-5 9-6 15,-11 1 5-15,0 2-4 16,-3-5 3-16,0-2-4 16,7-12 2-16,7-14 3 0,8-13-3 15,14-15 1-15,13-13 2 16,6-13 4-16,23-22 0 16,0 0 0-16,0 0-1 15,46-15-1-15,-5-6 0 16,11-3 1-16,14-2-4 15,9-4-2-15,8-1 0 16,7 0 0-16,2 1 2 16,-1 3-1-16,2 3 2 15,-4 1 1-15,-13 6 0 16,-3 5-1-16,-15 1 2 16,-10 4-4-16,-11 4-2 15,-11 3 1-15,-26 0-49 0,15 3-51 16,-15-3-38-16,0 0-27 15,-29-8-4-15,10 4 0 16,-11-13 35-16</inkml:trace>
  <inkml:trace contextRef="#ctx0" brushRef="#br0" timeOffset="33865.42">30897 10794 322 0,'0'0'175'16,"-17"7"-5"-16,17-7-57 15,0 0-29-15,22 0-28 16,8-1-53-16,18-3-1 15,11 1-2-15,19-3 1 16,9 0-2-16,17-1-1 16,6 0-1-16,4-2 1 15,-1 2 2-15,-5 2 2 16,-11 1-1-16,-7 4-51 16,-15 4-92-16,-20-8-33 0,-6 11-12 15,-26-8-5-15,-8 8 18 16</inkml:trace>
  <inkml:trace contextRef="#ctx0" brushRef="#br0" timeOffset="36336.17">8914 7900 472 0,'-3'-66'147'0,"-1"14"-14"16,-4 6-18-16,1 15-28 15,-4 6-35-15,11 25-40 16,0 0-26-16,-15-1 0 15,11 30 4-15,4 14-4 16,4 27 3-16,-1 16 5 16,6 27 8-16,1 25-2 0,4 32 0 15,2 18-4-15,-1 20-3 16,-1 5 9-16,2-3-6 16,0-3 4-16,-6-11-5 15,2-14 5-15,-1-23-3 16,-4-24 2-16,-4-24 0 15,2-20 0-15,-1-21 0 16,-4-18 3-16,0-25-2 16,0-27-24-16,0-19-63 15,-4-26-36-15,2-24-24 16,2-16-19-16,-3-24-1 16,3-12-4-16</inkml:trace>
  <inkml:trace contextRef="#ctx0" brushRef="#br0" timeOffset="36887.56">8697 8104 314 0,'-29'-48'134'0,"10"-2"-8"16,12 1-20-16,17 4-8 15,6-5-24-15,22 7-4 16,9-2-40-16,14 7-29 0,6 5-5 16,12 9-4-16,9 3 7 15,2 10-6-15,11 13 6 16,0 12-2 0,8 9 0-16,-1 9 3 0,4 10 3 15,3 8-3-15,-2 13 4 16,0 6-5-16,-6 10 4 15,-3 11-7-15,-6 7 8 16,-8 7-1-16,-3 12-6 16,-9 4 7-16,-12 4-7 15,-12 8 6-15,-11 1-5 16,-13 2 7-16,-22 2-7 16,-11 1 5-16,-23-4-3 0,-16 1 1 15,-19 3-2-15,-20-5 2 16,-13-3-1-1,-14-3 0-15,-11-6 1 16,-12-7-7-16,-1-7 6 0,-5-12-6 16,2-13 7-16,5-15-7 15,3-11 5-15,7-15-6 16,16-15 5-16,7-8 1 16,14-10-1-16,8-8 0 15,19-3-83-15,15-9-67 16,11-13-20-16,20-1 3 15,5-22-7-15,20-2 18 16</inkml:trace>
  <inkml:trace contextRef="#ctx0" brushRef="#br0" timeOffset="38248.53">10753 8838 156 0,'0'0'94'0,"22"-5"13"16,-22 5 3-16,26-5-8 0,-7 3-16 15,-19 2-10-15,37-7-10 16,-22 0-13-16,11 4-17 15,-3-4-19-15,7 4-16 16,2-3 0-16,10 1 0 16,3 0 0-16,7-2 1 15,9 0 0-15,9 0 0 16,9-1 0-16,6-3 0 0,9 4 0 16,0-3 1-16,7-1-1 15,3 3-2-15,3-3 2 16,3 1-2-1,1 1 2-15,-2 1-2 0,-1-1 2 16,1 0-3-16,-1 3 2 16,-1 0 0-16,-1 1-1 15,-2 2 0-15,-3-1 0 16,-4 2-1-16,1-1 1 16,-1 3 0-16,0-2 0 15,0-1 0-15,0 1-1 16,-3 2 1-16,0-2 1 15,1 1 0-15,-4-3-1 0,-1 2 0 16,0-1 1 0,-8 1 0-16,-4-1 0 15,-4-1 1-15,-2 1-2 16,-1-1 1-16,-9 1 0 0,-1-1-1 16,-2-1 0-16,-5 0 0 15,1 2 1-15,-6-3-1 16,0 1-1-16,-4 0 1 15,-5 0-1-15,1 0 1 16,-4-1 1-16,1 1-2 16,-2-3 1-16,3 1-1 15,-1-2 0-15,2 0 0 16,-2-1 0-16,2 0 0 16,-2 1-1-16,4-1 1 15,1 1 0-15,-5 0 0 16,-1 1 1-16,1 1-2 15,-2 0 3-15,-1 2-1 0,2-1 1 16,-6 3-1-16,2 1 1 16,0-1 0-16,-6 1 0 15,0 0 1-15,-7 2 2 16,-1 0 2-16,-19 0-74 16,0 0-89-16,0 0-3 15,-33-12-16-15,-15-9-10 16,-13 9-3-16</inkml:trace>
  <inkml:trace contextRef="#ctx0" brushRef="#br0" timeOffset="38940.03">9090 10334 222 0,'0'0'156'0,"0"0"-25"16,0 0-15-16,0 0-11 15,-7 16-18-15,10 3-24 16,-3 3-16-16,7 11-31 16,2 12-14-16,1 9-8 15,-3 6 6-15,2 4-6 16,1 6 8-16,-1-3-6 0,-2-3 7 15,0-7-7 1,-4-12 3-16,-3-12-61 16,4-10-73-16,-4-23-31 15,0 0-8-15,5-18 2 0,-10-23-7 16</inkml:trace>
  <inkml:trace contextRef="#ctx0" brushRef="#br0" timeOffset="40714.28">3360 10017 116 0,'-19'-3'56'16,"3"-1"4"-16,-3 1 0 16,19 3 7-16,-30-7 9 0,15 0 18 15,15 7-7 1,-33-4-8-16,33 4-10 16,-30-1-7-16,30 1-6 15,-29 1-14-15,29-1-17 0,-23 4-23 16,23-4-1-16,-15 2 0 15,15-2-3-15,0 0-1 16,0 0-2-16,0 0 1 16,0 0-2-16,0 0 0 15,0 0 0-15,0 0 1 16,15 1 1-16,-1 3 1 16,5-1 2-16,7 1 0 15,4-1 2-15,11 1-1 16,5-3 2-16,9 1-2 15,6-2 2-15,13-2-1 16,12-3 1-16,7-2-1 16,15 2 0-16,5-5 1 0,6-1-1 15,12 1 1-15,8-2 0 16,6-4 0-16,8 2-1 16,3-1 1-16,6-1-2 15,3 2 1-15,3-1-1 16,2-1 0-16,-1 4-1 15,-1-2 1-15,-3 2-2 16,7 0 1-16,-4 0 0 16,0 0-2-16,1-2 1 15,-3 2-1-15,3-4 1 16,-4 2 0-16,0-3 1 16,3-2-2-16,-5-2 5 15,-1 1-1-15,-3-3 1 0,-6-3-1 16,-2 4 2-16,-9-4-3 15,-1 0 3-15,-11 1-2 16,-10 1-1-16,-11-2 0 16,-8 4-1-16,-11-1 1 15,-12 1 0-15,-6 3 0 16,-17 0 0-16,-10 3 0 16,-8 2 0-16,-11 4 0 15,-7 1 1-15,-19 9 1 16,19-7 2-16,-19 7 0 15,0 0 1-15,0 0 1 16,0 0 0-16,0 0 0 16,-19-10 0-16,19 10 3 0,-19-7-125 15,5 0-52-15,-5 9-23 16,-19-16-4-16,-9 12-4 16,-33-17 99-16</inkml:trace>
  <inkml:trace contextRef="#ctx0" brushRef="#br0" timeOffset="41978.18">8973 9562 238 0,'0'0'193'0,"-13"-26"-43"16,13 26-43-16,-7-16-9 0,7 16-12 15,0 0-16 1,-16 26-30-16,12-1-42 16,-4 1 0-16,1 1-7 15,0 1 6-15,0 0-7 0,5-6 1 16,-1-6-5-16,3-16 4 16,0 0 1-16,0 0-1 15,19-4 2-15,-19 4 2 16,19-29 7-16,-12 13-2 15,0 1 8-15,-7 15 0 16,5-25 5-16,-5 25-2 16,0 0 4-16,-19-5-3 15,19 5-4-15,-26 30-99 16,10-4-69-16,-10-6-13 16,4 13-19-16,-23-12-5 15,-2 7 59-15</inkml:trace>
  <inkml:trace contextRef="#ctx0" brushRef="#br0" timeOffset="44540">19543 15337 182 0,'-30'5'99'0,"15"0"24"16,15-5-2-16,-37 12-8 0,37-12-7 16,-33 16-19-16,33-16-13 15,-31 17-21-15,31-17-17 16,-22 17-34-16,22-17-2 16,-18 11-7-16,18-11-1 15,0 0 0-15,37 7-2 16,1-9 1-16,21-3-2 15,19-2 3-15,19-4 0 16,23-1 7-16,15-3 0 16,18-3 1-16,3 1 1 15,6-4 0-15,-6 6-1 16,-10-1 0-16,-7 2 0 16,-20 2 0-16,-11 3 0 0,-21-1 1 15,-16 1 1-15,-19 6 4 16,-12-4 5-16,-21 2-86 15,-19 5-80-15,-23-14-13 16,-9 10-4-16,-28-4 0 16,0 4-7-16</inkml:trace>
  <inkml:trace contextRef="#ctx0" brushRef="#br0" timeOffset="45961.01">18550 15269 296 0,'16'-17'128'0,"-16"17"-3"16,0 0-12-16,0 0-12 15,0 0-16-15,0 0-18 16,0 0-32-16,0 0-31 0,0 0-1 16,0 0 0-16,0 0 0 15,0 0 1-15,0 0 0 16,0 0-1-1,0 0 1-15,0 0-2 0,0 0 0 16,0 0 1-16,0 0-3 16,0 0-1-16,0 0 0 15,0 0 0-15,0 0 0 16,0 0 0-16,0 0 0 16,0 0 0-16,0 0 1 15,0 0 0-15,0 0 1 16,0 0-1-16,0 0 0 15,0 0 0-15,0 0 1 0,0 0 0 16,0 0-1 0,0 0 1-16,0 0 0 15,0 0 0-15,0 0 0 16,0 0 0-16,0 0 0 0,0 0-1 16,0 0 0-16,0 0 1 15,0 0 0-15,0 0-1 16,0 0-1-16,0 0 0 15,0 0-1-15,0 0 0 16,0 0-2-16,0 0-1 16,0 0 1-16,-9 19 0 15,9-19 1-15,0 17 0 16,0-17 1-16,7 29 1 16,-5-11 2-16,5-1 2 15,-4-1-1-15,-3-16 1 16,10 20-1-16,-10-20-1 15,0 0-2-15,0 0-2 0,0 0-3 16,16 4 1-16,-16-4 1 16,0 0-2-16,4-21 1 15,-4 21 2-15,-4-24 2 16,4 8 2-16,0 16 1 16,0-27-2-16,0 27 0 15,-3-25 1-15,3 25-1 16,-4-15 1-16,4 15 0 15,0 0 0-15,0 0 1 16,0 0 0-16,0 0 1 16,0 0 1-16,0 0-1 15,0 0 0-15,0 0-1 16,0 0 0-16,0 0-1 0,0 0 0 16,0 0-1-16,0 0-1 15,0 0 1-15,0 0 2 16,0 0-1-16,0 0 0 15,0 0 4-15,0 0-1 16,0 0 2-16,0 0-2 16,0 0-3-16,0 0-94 15,0 0-67-15,-3 21-14 16,3-21-5-16,10 38-5 16,-6-16 1-16</inkml:trace>
  <inkml:trace contextRef="#ctx0" brushRef="#br0" timeOffset="46548.43">18764 15146 512 0,'-27'-7'177'15,"5"11"-57"-15,-4 9-22 16,-2 7-35-16,2 11-62 15,3 15 2-15,3 10 0 16,4 8 1-16,4 5 1 16,8 2 1-16,8 0-3 15,8-5-2-15,4-9-2 16,6-12-6-16,4-12 0 16,7-11-1-16,-3-13 0 15,3-14 1-15,5-13-1 16,-5-9 4-16,2-10 0 0,1-8 0 15,-10-10 2-15,0-7 1 16,-10-2 0-16,-6-4 0 16,-10 1 1-1,-10 3 5-15,-2 5 2 0,-14 7 6 16,-4 12-3-16,-3 11-1 16,-2 11-2-16,-5 13-1 15,2 10-1-15,2 11-5 16,1 1-36-16,13 11-59 15,-5-4-22-15,14 2-10 16,9-2-7-16,4-5-1 16,11-3-3-16,4-7 5 15</inkml:trace>
  <inkml:trace contextRef="#ctx0" brushRef="#br0" timeOffset="46729.56">18718 15286 390 0,'0'0'136'16,"23"23"-6"-16,-13 1-14 0,6 12-15 15,3 6-23-15,11 13-27 16,6 6-48-16,6 6-2 16,-1 4 2-16,3-1 2 15,1-8-6-15,-7-10-97 16,2-9-66-16,5-3-9 16,-15-23-3-16,11-3-2 15,-6-23-3-15</inkml:trace>
  <inkml:trace contextRef="#ctx0" brushRef="#br0" timeOffset="48116.55">20560 15641 427 0,'-7'-17'174'0,"7"17"-16"16,0 0-47-16,0 0-30 15,-12 26-40-15,9-2-43 0,3 7-1 16,3 6 0-16,0 2 6 15,6 3 0 1,2-1 0-16,4-2-2 16,3-7 0-16,4-4-5 0,1-9 1 15,6-8-3-15,-1-10 0 16,5-6-2-16,0-5 2 16,2-9 0-16,-2-6 2 15,-7-6 3-15,3-3 1 16,-10-1 3-16,0 4-1 15,-8 3 2-15,-3 4 3 16,-8 3 4-16,0 21-5 16,-1-17-2-16,1 17 0 0,0 0 0 15,-7 33 2-15,7 0-4 16,3 8-2-16,2 15-4 16,6 9 5-1,-1 13-1-15,6 5 4 0,-4 2-6 16,2 0-2-16,-2-4 2 15,-5-5-3-15,0-10 1 16,-7-10-3-16,0-10 4 16,-3-9-2-16,-8-15 8 15,11-22 0-15,-28 16-1 16,4-25-1-16,1-6-1 16,-4-8-1-16,1-5-1 15,-4-6-2-15,4-3-5 0,4-2 5 16,4 1-2-1,9-4 5-15,9 0-1 16,7-1 3-16,13-2 0 16,9 4 2-16,9-3-2 0,7-1-1 15,4 2 0-15,7 3-2 16,-4 4 2-16,0 1-3 16,-7 9 3-16,-7 4-1 15,-9 4 3-15,-2 8 6 16,-12 5 0-16,-15 5-2 15,17 10 1-15,-13 6 0 16,-2 3-2-16,-2 5 1 16,3 6-1-16,1 2-7 15,-1 1 2-15,8-1 3 16,-6-1-2-16,5-5-2 16,1-6-2-16,1-4 0 15,-12-16-3-15,26 10 0 0,-7-11 1 16,-19 1-1-16,29-23 1 15,-13 1 3-15,-2-6 3 16,1-7-1-16,-8-6 2 16,0-4 1-16,-7-4 3 15,-10 4 1-15,-6 2-2 16,-6 5-2-16,-4 9-84 16,-11 8-75-16,-11 0-14 15,6 11-1-15,-10-6-10 16,7 6-2-16</inkml:trace>
  <inkml:trace contextRef="#ctx0" brushRef="#br0" timeOffset="49124.73">18375 8020 165 0,'-12'15'177'16,"12"-15"-12"-16,0 0-45 15,26 4-20-15,-7-4-15 16,19 3-7-16,2-5-8 16,17 4-45-16,12-2-22 0,11 0-3 15,12 0 1-15,6-2-1 16,11 2-1-16,-1 0 2 15,4 0-1-15,-4 2 0 16,-7 0 1-16,-11 0 1 16,-12-1-4-16,-14 3-1 15,-19 1-4-15,-8 0 0 16,-18 0 0-16,-19-5-1 16,0 0-53-16,-12 18-75 15,-9-18-37-15,5 3 2 16,-3-8-1-16,19 5 0 15</inkml:trace>
  <inkml:trace contextRef="#ctx0" brushRef="#br0" timeOffset="49933.31">18979 8549 385 0,'-11'18'168'16,"-4"-3"3"-16,8 13-61 16,7 8-54-16,3 1-22 15,9 6-34-15,11 0 3 16,0-1 0-16,6-4 1 16,4-7-1-16,5-12 1 15,-1-5-2-15,-4-9 0 16,1-8 0-16,3-6 0 15,-6-8-3-15,-1-6 1 16,-8-5 5-16,-5-6 2 16,-1-3 0-16,-5 3 0 15,-6 1 1-15,-9 2-2 16,-1 5 0-16,2 5-4 0,3 21-5 16,-14-22-3-16,14 22 1 15,0 0-3-15,0 0 0 16,-16 10 0-16,16 7 1 15,0 14 1-15,4 6 1 16,-1 9 1-16,0 10 1 16,6 10 2-16,2 1-2 15,-4 4 0-15,1-2-1 16,3-5 0-16,-8-3 2 16,-1-4-2-16,-4-5 1 15,-5-10-1-15,-7-6 3 16,-5-5-1-16,-3-8 1 15,-13-8 0-15,-2-6-2 16,-4-2-82-16,-8-6-54 16,-3-7-26-16,10 4-5 15,-6-12-1-15,15 4 5 16</inkml:trace>
  <inkml:trace contextRef="#ctx0" brushRef="#br0" timeOffset="50624.54">19666 8965 410 0,'0'0'178'0,"0"0"-6"15,0 0-69-15,0 0-47 0,9-16-37 16,-9 16-13-16,17-29-1 16,-8 8-4-16,1 2-5 15,2-4 6-15,-1 4 3 16,-4 0-4-16,1 0 5 16,-8 19-3-16,7-19 5 15,-7 19-6-15,0 0 3 16,0 0-5-16,0 0-6 15,7 16 5-15,-3 5-6 16,4 5 2-16,-1 5-6 16,2 9 5-16,2 6-2 15,-1 6 4-15,-1 2 2 16,-2 3-4-16,0-5 2 0,-4 0 0 16,-3-5 0-16,0-6 1 15,-3-8 1-15,-1-5-2 16,1-11 2-1,3-17 0-15,-4 24 2 0,4-24 1 16,0 0 0-16,0 0-2 16,-22 2 2-16,22-2 0 15,-27-3-1-15,12-1-1 16,-2 2-1-16,1 1 1 16,16 1 0-16,-23-2 3 15,23 2 4-15,0 0 2 16,0 0 0-16,0 0-1 0,0 0 1 15,0 0-1-15,26-12-2 16,-3 10-3-16,-1 0-2 16,8-1-2-16,0 1 1 15,1-1 3 1,-5 1 2-16,0 2 0 0,-5-2-3 16,1 6-109-16,-6 3-61 15,-16-7-5-15,19 13-4 16,-19-13 0-16,3 16 30 15</inkml:trace>
  <inkml:trace contextRef="#ctx0" brushRef="#br0" timeOffset="57964.05">21187 15049 146 0,'-4'19'112'16,"4"-19"-33"-16,0 0-25 15,0 0 17-15,0 0 7 16,26-5-5-16,-7-5-6 16,4 3-2-16,0-5-3 15,9 3-4-15,3-10-5 16,2 5-34-16,4-2-18 16,-1 3-1-16,-5-1 1 0,1 2 0 15,-4 3 0 1,-3 0 0-16,-6 6 0 15,-1-1 1-15,-22 4 0 16,26 0 0-16,-26 0 0 0,19 6-1 16,-19-6 0-16,21 7 0 15,-21-7 0-15,23 8-1 16,-23-8-1-16,28 4 3 16,-28-4-1-16,29 1-1 15,-29-1 0-15,21-1 1 16,-21 1-1-16,0 0 1 15,16-2 1-15,-16 2 0 16,0 0 3-16,0 0 2 16,0 0 5-16,0 0-2 15,0 0-40-15,0 0-100 16,-16-5-23-16,16 5-6 16,-24-30-6-16,11 15-5 0</inkml:trace>
  <inkml:trace contextRef="#ctx0" brushRef="#br0" timeOffset="61344.45">20971 15184 205 0,'0'0'102'0,"-22"2"6"15,22-2-2-15,-23 3 0 16,8-8 22-16,15 5-11 15,-26 2-19-15,26-2-45 16,-23-2-53-16,23 2 0 16,-19-3 0-16,19 3 0 15,0 0 0-15,0 0 0 16,-14-2 0-16,14 2 0 0,0 0 0 16,0 0 0-16,0 0 0 15,0 0 0-15,23 2 0 16,-23-2-4-16,40-2-26 15,-18-3 9-15,13 3 13 16,5-3 8-16,8 0 1 16,13-2-1-16,7 0 2 15,7-2-2-15,3 1 0 16,7-3 2-16,1 4 0 16,3-1-1-16,-2 1 0 15,-2 3 1-15,-5 1-1 16,-2 3-1-16,-7 0 1 15,-9 1-2-15,-4 3 1 0,-3-1 0 16,-13 1 3-16,-6 1-1 16,-10-2 0-16,-3 3 3 15,-7-5 0-15,-16-1 0 16,17 6 1-16,-17-6-1 16,0 0-1-16,0 0 0 15,0 0-2-15,0 0-1 16,0 0-1-16,0 0-1 15,0 0-1-15,0 0-1 16,0 0-1-16,0 0 1 16,0 0-1-16,0 0 0 15,0 0 1-15,0 0 0 16,5-21 1-16,-5 21-1 0,0-31 3 16,-3 6-1-16,3-7 2 15,-2-10-3 1,-1-8 2-16,-4-9-1 15,3-10 2-15,1-9 2 0,-6-10-4 16,6-6 3-16,-4-10-2 16,0-7 3-16,-2-6-2 15,2-6 1-15,0-9-2 16,-5-1 0-16,1-6 4 16,-1-4-2-16,2-3 4 15,-2-1-4-15,-2 2-1 16,2-4 4-16,-2 0-3 15,2-3 0-15,1-2-1 0,-1 0 0 16,-2 0-2 0,6-6 4-16,-6-2 0 15,-2-3-6-15,2-4 6 16,-1 1-3-16,-1-5 0 0,-1 1-3 16,-3-6 0-16,-2-4-1 15,3-1 2-15,-4-4 2 16,4-2-6-16,-2 0 2 15,2-1 7-15,0-2-3 16,0 3 1-16,5 6 1 16,-1 1-1-16,1 5 0 15,-2 3 4-15,0 6-4 16,3 3 1-16,-3 4 4 16,0 5-6-16,-1 1 0 15,1 4 0-15,1 6 0 16,-3 1 0-16,3 2 0 15,-1 4 0-15,-1 4 0 0,5 1 0 16,-6 5 0-16,3 2 0 16,-1 3 0-16,2 3 0 15,-2 6 0-15,1 1 0 16,1 3 0-16,-2 2 0 16,-1 4 0-16,1 2 0 15,4 2 0-15,-2 5 0 16,-1 0 0-16,1 6 0 15,2 4 0-15,-2 6 0 16,2 6 0-16,-2 6 0 16,2 6 0-16,-4 9 0 15,2 5 0-15,2 9 0 0,1 7 0 16,-4 5 0-16,4 5 0 16,11 21 0-16,-19-22 0 15,19 22 0-15,-19-11 0 16,19 11 0-16,-17-6 0 15,17 6 0-15,-16-2 0 16,16 2 0-16,-26 0 0 16,11 0 0-16,-3 2 0 15,-4-1 0-15,-6 3 0 16,-9-3 0-16,-4 3 0 16,-4-1 0-16,-11 3 0 15,-6-1 0-15,-10 0 0 16,-11 2 0-16,-2-2 0 0,-12 4 0 15,-4-1 0-15,-8-2 0 16,-6 1 0-16,-4-2 0 16,-8-2 0-16,-2-1 0 15,3-2 0-15,-5-2 0 16,-4 0 0-16,-2-3 0 16,-2 0 0-16,0-4 0 15,-5 1 0-15,2-3 0 16,-8-1 0-16,1-2 0 15,-2 1 0-15,-5-5 0 16,-4 1 0-16,-1 1 0 16,-4 3 0-16,-3-3 0 15,1 0 0-15,-5 3 0 0,-2-1 0 16,4 3 0-16,-1 1 0 16,-1-2 0-16,0 0 0 15,0 1 0-15,4 1 0 16,-1 1 0-16,-3-1 0 15,1-2 0-15,-1 1 0 16,0 1 0-16,-3 0 0 16,-1 1 0-16,-1 0 0 15,-5 4 0-15,-2-2 0 16,-2 2 0-16,2 0 0 16,2 1 0-16,-6-1 0 15,3 2 0-15,1-3 0 16,1 3 0-16,6 1 0 0,-1-1 0 15,-1-2 0-15,0 5 0 16,2-2 0-16,5 0 0 16,4 0 0-1,-2 1 0-15,1 1 0 0,-3 0 0 16,7 0 0-16,8-2 0 16,-7 0 0-16,6 0 0 15,-5 2 0-15,5 0 0 16,2-1 0-16,3 1 0 15,-1 0 0-15,-2 3 0 16,-1-1 0-16,6 0 0 16,-1-1 0-16,2 3 0 15,4-1 0-15,4 1 0 0,5 1 0 16,2 0 0 0,1 0 0-16,7 2 0 15,4 4 0-15,3-3 0 16,11 1 0-16,1 1 0 0,4 1 0 15,3 1 0-15,11-2 0 16,3 2 0-16,9 1 0 16,0-3 0-16,10 0 0 15,6 1 0-15,1-1 0 16,9-1 0-16,7 1 0 16,5-1 0-16,5-1 0 15,6 3 0-15,3-1 0 16,7 1 0-16,1 1 0 15,18-12 0-15,-22 33 0 16,13-13 0-16,2 8 0 16,4 8 0-16,-1 4 0 0,-1 7 0 15,5 3 0-15,-3 9 0 16,3 5 0-16,-4 7 0 16,4 2 0-16,0 5 0 15,0 1 0-15,0 6 0 16,0 3 0-16,4 4 0 15,-1-2 0-15,2 4 0 16,-1-1 0-16,3 4 0 16,0 2 0-16,-2 3 0 15,5 3 0-15,1 1 0 16,-3 1 0-16,3 2 0 16,1 2 0-16,2 2 0 15,-2-4 0-15,2 0 0 0,1 0 0 16,-1-2 0-16,-2-3 0 15,-1 0 0-15,1-4 0 16,-9-6 0-16,4-3 0 16,-1-4 0-16,-6-7 0 15,0-6 0-15,0-5 0 16,0-8 0-16,-2-8 0 16,2-4 0-16,-4-6 0 15,4-8 0-15,4-4 0 16,-4-7 0-16,2-3 0 15,-2-4 0-15,0-17 0 16,3 23 0-16,-3-23 0 16,0 0 0-16,0 0 0 0,0 0 0 15,0 0 0-15,0 0 0 16,0 0 0-16,0 0 0 16,0 0 0-1,0 0 0-15,0 0 0 0,19 7 0 16,-19-7 0-16,18 1-1 15,-18-1 0-15,34 2-1 16,-11-2 0-16,6 2 0 16,8-4 0-16,1 2 1 15,4-2-1-15,5 1 2 16,5-1-2-16,1 0 2 16,6-1 0-16,2 1-2 15,5-1 3-15,-2 1-2 0,8 0 1 16,-1-1 0-16,0 1 0 15,0-1 0-15,-2-1 1 16,3 1 0 0,-5-1-1-16,-2-1 1 0,-6 1-2 15,0 1 1-15,-6-2 0 16,-1 1 0-16,-3 1-1 16,-4-2 0-16,-1 0 0 15,-6 1 0-15,2 1 2 16,-9-1-1-16,-2 2 0 15,-2 1 0-15,-5-3 2 16,-3 2-1-16,0 1 0 16,-5 1-1-16,-14 0 0 0,23-2-1 15,-23 2 1 1,0 0 0-16,15-2-1 16,-15 2 0-16,0 0 1 15,0 0-1-15,0 0 2 0,0 0 0 16,0 0-1-16,0 0 1 15,0 0 0-15,0 0 0 16,0 0-1-16,0 0 0 16,0 0-1-16,0 0 0 15,0 0 2-15,0 0 1 16,14 0-2-16,-14 0 2 16,23-1-1-16,-23 1 1 15,29 0-1-15,-6 1 1 0,3-1-3 16,2-1 1-1,1 2-1-15,1-2 0 16,3 1 0-16,-4-2 2 16,6 2 0-16,-9-2 2 0,0 2 0 15,-7 2-3-15,-19-2-167 16,7-23-9-16,-21-3-3 16,-17-19-4-16,-2-10-2 15</inkml:trace>
  <inkml:trace contextRef="#ctx0" brushRef="#br0" timeOffset="64065.38">10944 8181 416 0,'-6'-25'203'15,"-4"6"-46"-15,6 0-58 16,4 19-20-16,0 0-17 0,0 0-56 15,4 19-13-15,6 7 0 16,-1 11-1-16,5 2 8 16,2 5 0-16,-1 1 0 15,3-4-3-15,1-3 2 16,0-6-4-16,-7-8 0 16,5-7-2-16,-17-17 2 15,26 16-1-15,-26-16 1 16,23-11-1-16,-14-4 1 0,1-6 4 15,0-3 1 1,2-7 1-16,-1-4-1 16,-2-3 0-16,1 3 0 15,-7 2 0-15,6 6 0 0,-5 4 0 16,3 8 1-16,-7 15 1 16,0 0 0-16,0 0 2 15,19 6-1-15,-9 10-1 16,2 5 0-16,9 1-1 15,-2-1-1-15,7 3-4 16,0-5 2-16,2-3-1 16,-5-6 0-16,1-4 0 15,-5-6 1-15,0-7 1 16,-19 7 0-16,23-32 2 16,-16 6-3-16,-4-5 3 15,-6-5-1-15,-1-2 1 16,-3-2 1-16,0 2 1 0,2 5-1 15,-2 5 0-15,0 4-4 16,7 24-88-16,4-19-37 16,-4 19-22-16,22-5-9 15,-4 1-12-15,6 4 1 16</inkml:trace>
  <inkml:trace contextRef="#ctx0" brushRef="#br0" timeOffset="64929">11761 7923 423 0,'0'0'156'16,"0"0"-15"-16,0 0-24 15,0 0-30-15,0 22-38 0,4-4-50 16,4 1 0-16,6 3-1 16,2 1 0-16,6-3-1 15,1-1 1-15,0-3 0 16,3-7 2-16,0-8 0 15,0-6 2-15,0-5 2 16,-4-8-2-16,-4-2 2 16,1-6 0-16,0-5-1 15,-9-1 6-15,-1 0-13 16,-2-1 10-16,0 5-12 16,-7 4 11-16,3 5-12 15,-6 3 12-15,3 16-10 16,0 0 4-16,0 0 6 0,0 0-12 15,0 36 11-15,8 1-9 16,6 11 9 0,5 13-9-16,1 13 8 15,2 11-8-15,1 7 4 0,-1 1 3 16,-4 1-2-16,-3-4 4 16,-8-9-3-16,-3-8 3 15,-8-16-1-15,-3-7 3 16,0-15-2-16,-8-8-2 15,-4-13-4-15,-4-12-2 16,-3-9-1-16,-7-10 1 16,3-7-4-16,3-9-2 15,-6-2 4-15,10-5 1 16,6-1 4-16,8-1-1 16,9 1 3-16,9 1-3 15,8 2 2-15,6-2 0 16,10 4 0-16,1 1-1 0,-1 4 2 15,-1 1-2-15,-3 6 3 16,-6 7-1-16,-6 3-1 16,-17 14-1-16,23-12 1 15,-23 12 1-15,0 0-1 16,0 0 0-16,15 24-1 16,-15-24 0-16,19 28 0 15,-1-16 1-15,1 0-1 16,3-2 0-16,1-3 1 15,-1-1 0-15,1-8 3 16,0-3 0-16,-4-6 2 16,-2-1-1-16,-1-5 1 0,-6-4-2 15,-5-3 0-15,-1-6 0 16,-8 1-2-16,-8-2 1 16,-2 0 3-16,-1 6 1 15,-8 5 2-15,-6 4-1 16,-1 11-1-16,-8 12 0 15,0 12-34-15,1 8-80 16,2 12-58-16,3 9-5 16,5-1-6-16,14 8 0 15,4-10-4-15</inkml:trace>
  <inkml:trace contextRef="#ctx0" brushRef="#br0" timeOffset="68836.78">5283 10254 381 0,'0'-29'171'0,"0"8"-29"0,-3-5-14 16,3 26-12-16,0-31-37 16,0 31-73-16,0 0-6 15,0 0 0-15,0 0 0 16,-23 23 0-16,16 2-2 16,-5 1-21-16,1 11 3 15,3-3 2-15,1 1 12 16,0-2 3-16,3-5 1 15,4-8 2-15,0-20 1 16,0 0 2-16,21 7 1 16,-21-7 1-16,23-33 0 15,-11 11 1-15,-2-2 4 16,-1-2-5-16,1-2-4 0,-3 0-2 16,-1 6-1-16,-6 6-3 15,0 16 7-15,-9-17-4 16,9 17-2-16,-19 9 1 15,2 8 0-15,1 4 2 16,-3 3 0-16,1-3 3 16,6-1-8-16,-2-2 2 15,14-18 3-15,-8 19 3 16,8-19-2-16,7-16 2 16,1 1 1-16,6-8-2 15,-2 1 7-15,2-4-5 16,-2-4-1-16,2-1-5 15,-5 2 3-15,-2-2-1 0,0 3-1 16,-7 2-1-16,-4 2-2 16,4 3 1-16,0 21 1 15,-7-26-1-15,7 26 1 16,0 0-1-16,0 0 2 16,0 0 1-16,-19-7-1 15,19 7 0-15,-3 16 1 16,3-16 1-16,-4 24-2 15,4-3 3-15,4 3-3 16,-4 3 0-16,0 8 1 16,0 1 2-16,0 4-3 15,3 5 2-15,-6 4-1 0,3-3 2 16,-4 12-3-16,4 4-1 16,-3 0 5-16,-4 7-6 15,5 2 5 1,-5 4-5-16,7 4 6 15,-3 5-6-15,3-1 5 0,3 0-1 16,1 3-2-16,4-1 3 16,-1 5 1-16,7 0 0 15,-2 0 0-15,4 0 1 16,5 2-2-16,-5 3 3 16,6 6-3-16,-3 1 2 15,0-4-6-15,2 1 5 16,-2 1 3-16,-3 2-2 0,-6-3 2 15,2 2-3-15,-5-6 4 16,0 2-4 0,2 1 5-16,-6 6-4 15,4 0-7-15,-3 3 2 0,1-1-2 16,2 1 3-16,-4 1-2 16,4 1 2-16,2-2-3 15,-2-3 2-15,0-2-1 16,3-3 6-16,-1-2-1 15,1-2-2-15,-1-2 3 16,2-1-2-16,1-2 2 16,-2 0-2-16,1-2 2 15,-3 4-3-15,3 0 0 0,-4 1 2 16,1-1-3 0,3-2 2-16,-6 3 2 15,5 1 1-15,-3-1 0 16,-3 3 0-16,1-1 0 0,-2 2 2 15,1 3-2-15,-1 2 0 16,-3 0-5-16,-3-1-1 16,3-1 3-16,-4-5-2 15,1-3 1-15,-2-7-1 16,5-7 3-16,-4-5-2 16,4-9 3-16,0-7 1 15,4-5-2-15,1-7 3 16,-2-7-2-16,4-5 1 15,-3-7-1-15,3-9-1 16,-7-17-2-16,8 22 0 16,-8-22 0-16,0 0-24 15,14-32-137-15,-2 7-8 0,-1-9-5 16,1 1-6-16,-2-9-8 16</inkml:trace>
  <inkml:trace contextRef="#ctx0" brushRef="#br0" timeOffset="71431.62">5634 16747 265 0,'0'0'168'0,"0"0"-42"0,0 0-27 16,0 0-10-16,0 0-10 15,0 0-6-15,0 0-12 16,0 0-22-16,0 0-32 16,0 0 0-16,0 0 0 15,0 0-4-15,0-17-3 16,0 17 0-16,19-10 0 15,0 4 0-15,0-1 0 16,7 2 0-16,3-3 0 16,8 1 0-16,5-4 0 0,3 3 0 15,7-3 0 1,7 3 0-16,5-5 0 0,7 1-2 16,4 0-2-1,6-2 2-15,3 2 0 0,8-2 1 16,5 1-2-16,9-1 3 15,1 0 3-15,6 0-3 16,7-3 4-16,3 3-6 16,4-3 4-16,7 1-6 15,1-1 8-15,6 1-9 16,1-3 2-16,4 3-3 16,3 6 2-16,4-2 2 15,1 2 0-15,-1 1 1 0,0 0 0 16,1 1 0-1,-1 2 1-15,0 1 1 16,5-2-1-16,-2 2 1 16,-7 2-2-16,4 1 2 0,-4 2-2 15,1 0 1-15,-5 0 1 16,1 0-1-16,-7 2 0 16,-2-2 2-16,-1 0-1 15,-1-2-1-15,-1 0 0 16,-4-1 0-16,2-1 1 15,-2 1-1-15,-3-4 0 16,3 2-1-16,-5-2 1 16,2 0 0-16,-1-2 0 15,-6 1 0-15,3 1-1 16,1-2 3-16,-5 0-2 16,1 1 0-16,-2-1 0 15,2 0-1-15,0-1 1 0,-1 0 0 16,-2 1-1-16,-1-3 0 15,-1 0 0-15,-3 0 1 16,-4-1 1-16,1 1 0 16,-4-2 1-16,-5 2 0 15,-2-1 0-15,-5 0 0 16,-4 0 0-16,-6-1-1 16,-1 0 0-16,-8 2 0 15,-3 1-2-15,-6-2 2 16,-3 2-2-16,-10-1 1 15,2 2 0-15,-5-3 1 16,-2 3 0-16,-2 0 1 16,-7-2-1-16,2 1 1 0,-5 1 0 15,-3-2 1-15,0 1 0 16,-6-1-2-16,0 4-1 16,0-3 0-16,-4 3 0 15,-1-1 0-15,-2 0 0 16,0 1 0-16,-3-1 0 15,5 2 0-15,-5 2 0 16,3-4 0-16,-4 2 0 16,6 2 0-16,-2 0 0 15,-3 0 0-15,3-1-2 16,-2 3 0-16,-1-2 0 16,3 3 0-16,-2-1 1 0,6-1-2 15,-4 2 1-15,4-1 0 16,-1 1 0-16,-3-1 2 15,4 1-2 1,-1 2 1-16,-4-2 1 16,-3 1 1-16,-15 1 1 0,23-2 0 15,-23 2-1-15,15-4 1 16,-15 4-1-16,0 0 1 16,18-1-1-16,-18 1-1 15,0 0-3-15,0 0 3 16,0 0-2-16,15-4-1 15,-15 4 1-15,0 0-1 16,0 0 1-16,0 0 0 0,0 0 3 16,0 0-1-16,0 0 3 15,0 0 0 1,0 0 1-16,16-3 1 16,-16 3-2-16,0 0 0 0,21-9-2 15,-21 9 0-15,22-7-2 16,-22 7-1-16,27-7-1 15,-27 7 0-15,22-5 0 16,-22 5 0-16,19-2 1 16,-19 2-1-16,0 0 0 15,0 0 1-15,0 0 1 16,0 0 0-16,0 0 1 16,0 0 0-16,0 0 1 0,0 0 0 15,0 0-1-15,0 0-1 16,0 0-1-16,0 0-1 15,0 0 0 1,0 0-2-16,0 0 1 0,0 0-1 16,0 0 1-16,0 0 1 15,0 0 1-15,0 0 1 16,0 0 1-16,0 0 0 16,0 0 2-16,0 0 0 15,0 0 1-15,0 0 0 16,19 4 1-16,-19-4 3 15,0 0 0-15,14-5 1 16,-14 5-1-16,23-11 1 0,-23 11 1 16,22-14-9-1,-22 14 0-15,16-14 0 16,-16 14 0-16,19-15 0 16,-19 15 0-16,0 0 0 0,7-16 0 15,-7 16 0-15,0 0-7 16,0 0-5-16,0 0-2 15,0 0 1-15,0 0 1 16,0 0 2-16,-12 18 5 16,12-18 1-16,-7 15 1 15,7-15 1-15,0 19 0 16,0-19 2-16,3 16 2 16,-3-16 1-16,0 0 3 15,0 0 8-15,0 0 1 16,16 3-1-16,-16-3 3 15,0 0-4-15,23-22-13 16,-23 22 0-16,10-26 0 0,-10 26 0 16,9-28 0-16,-9 28 0 15,0-21 0-15,0 21-9 16,0 0-4-16,0 0 1 16,0 0-1-16,-19-8 2 15,19 8 3-15,0 0 5 16,0 0 0-16,-20 14 1 15,20-14 1-15,0 0 1 16,0 0 1-16,0 0-1 16,4 15 2-16,-4-15 1 15,0 0 4-15,0 0 1 16,0 0 0-16,16-5-3 16,-16 5 0-16,0 0-5 0,0 0-1 15,0 0-2-15,0 0-3 16,0 0 0-16,0 0 0 15,0 0 7-15,-20 10-100 16,1-13-81-16,2 5-11 16,-28-27-3-16,-9 1-4 15,-45-30 95-15</inkml:trace>
  <inkml:trace contextRef="#ctx0" brushRef="#br0" timeOffset="72516.39">15892 15613 219 0,'0'0'71'0,"0"0"-70"16,9 16-62-16,-9-16-39 15,-16 2-14-15,-13-16 99 16</inkml:trace>
  <inkml:trace contextRef="#ctx0" brushRef="#br0" timeOffset="73320.95">5960 16583 96 0,'-23'15'63'0,"23"-15"-43"16,-26 25-46-16,4-17-37 15,6 13-21-15,-22-14 79 16,2 10 5-16</inkml:trace>
  <inkml:trace contextRef="#ctx0" brushRef="#br0" timeOffset="79812.58">19543 8182 132 0,'-21'-3'68'0,"5"3"0"15,1-2 3-15,1 0 14 16,14 2 7-16,-30-5-8 16,30 5-9-16,-22-3-8 15,22 3-8-15,-23-4-7 16,23 4-13-16,-19-1-22 15,19 1-17-15,0 0-1 16,0 0 0-16,0 0 1 16,0 0 0-16,0 0 1 0,0 0-1 15,26-13 2-15,-7 13 0 16,4 0-1-16,6 2 1 16,4 0 0-1,6 0-1-15,6-2-1 0,3-2 2 16,11-2-1-16,6 1-1 15,1-4 3-15,12-2-3 16,5 1 0-16,11-3 0 16,10-1 2-16,3 0-3 15,10-2 1-15,6 0 0 16,7 1 0-16,2-1-1 16,9-2-1-16,1 1 0 15,-3 1 1-15,3 0 0 0,8 0-1 16,-5 2 0-1,5 2 0-15,2-3 1 16,5 5 0-16,-6-3 0 16,5 3 0-16,4-1 0 0,-6 2 0 15,6 0 1-15,-2-1 1 16,-2 1 3-16,-3 0-3 16,-4 0 2-16,-7 0-2 15,1 2 3-15,-8 0-3 16,-8-1 4-16,-4 5-5 15,-12 1-1-15,-10 0 1 16,-8 3 0-16,-13 2 0 16,-7 2-5-16,-12 2 3 15,-9 1-3-15,-7 2 2 16,-8 0-1-16,-10 6 3 16,-1-3-4-16,-8 6 3 0,1 0 2 15,-9 3 0-15,-1 2 0 16,1 5-1-16,-4 0 1 15,1 6-1-15,0 4 2 16,-1 3-4-16,3 2 2 16,-2 4-2-16,-3 4 3 15,3 2-3-15,1 1 2 16,-4 2-2-16,-1 3 2 16,4 0 2-16,-3 0 0 15,-3 1 0-15,3 1 2 16,-1 3-2-16,-3 3 1 15,4 1 0-15,-4 1-1 16,0 4-1-16,-4-1 1 0,4 1-3 16,0 0 1-16,0 0 4 15,0 0-4 1,4-3 3-16,3-4-3 0,5 1 3 16,2-3-2-16,1-1 1 15,8 0-1-15,-1-6-3 16,8-1 3-16,6-2-2 15,-1-1 3-15,10-6-4 16,0-2 4-16,2-1-2 16,2-2 1-16,1-3 0 15,6-4 0-15,-4 0 0 16,-4 0 5-16,4-5-3 16,-3-2 1-16,0-2 3 0,-4-3-3 15,0-1 4-15,-2-3-8 16,-1-5 7-16,0-1-8 15,-6-4 7 1,-1 0-6-16,1-5 4 0,-1 0-1 16,1-4 2-16,-1-1 1 15,2-4 1-15,4 1-1 16,-1-4 0-16,5-2 2 16,4 0-3-16,3-2 2 15,2-3-10-15,8 0 8 16,-3 0-9-16,6-4 7 15,6 4-8-15,0-4 5 16,7 3-4-16,-3-3 4 0,3 0 1 16,2 1-2-16,1 1 1 15,1 2 1-15,-1-2 0 16,3 2-1-16,-6 0 0 16,3 1 0-16,-1 3 1 15,-2-3 0-15,0 3 0 16,1-3 0-16,-1 1 0 15,2 1 0-15,-2 1 1 16,0 1-1-16,3-2 0 16,-1 2 0-16,-2 0 0 15,0 2 0-15,1-2-1 16,-5 2 2-16,1 0-2 16,-4 0 1-16,0 1 0 15,-3-1 0-15,0 0 1 0,-2 1 0 16,-2-1 0-16,-5 2 0 15,-2-3 0 1,-5 1 1-16,-3 0-2 0,-4 2 1 16,-5-1-1-16,-2-1 1 15,-5 1-2-15,-7 3 0 16,-3-3 1-16,-4 4-1 16,-4-2 0-16,-15 2-1 15,18 0-1-15,-18 0 0 16,0 0 0-16,0 0 1 15,0 0-1-15,0 0 1 0,0 0-1 16,0 0 3 0,0 0-1-16,0 0 1 15,0 0-1-15,0 0 0 16,0 0 1-16,0 0-1 0,0 0-1 16,0 0 0-16,0 0 0 15,15 16 0-15,-15-16 1 16,0 0-1-16,19 12 0 15,-19-12 0-15,14 12 1 16,-14-12 1-16,19 12-1 16,-19-12 1-16,16 11-1 15,-16-11 0-15,0 0-1 16,14 10 1-16,-14-10 0 16,0 0-1-16,0 0-1 15,0 0 1-15,0 0 0 16,0 0 1-16,0 0-1 15,0 0 1-15,0 0 0 0,0 0 2 16,0 0 0-16,0 0 1 16,0 0 1-16,0 0 1 15,0 0 0-15,0 0-1 16,0 0-2-16,0 0 2 16,0 0-2-16,0 0 0 15,0 0 0-15,0 0-1 16,0 0 2-16,0 0 1 15,0 0 0-15,0 0-1 16,0 0-92-16,0 0-69 16,0-15-5-16,0 15-5 15,15-32 0-15,5 19-5 16</inkml:trace>
  <inkml:trace contextRef="#ctx0" brushRef="#br0" timeOffset="84444.87">18543 8229 117 0,'0'0'54'16,"0"0"-3"-16,0 0-9 15,0 0-9-15,0 0-8 16,17 4 2-16,-17-4 5 16,23 0 0-16,-23 0-2 15,26 3-1-15,-26-3 0 16,23 3 0-16,-23-3 1 15,19 0-7-15,-19 0-9 16,15-1-2-16,-15 1-1 0,0 0 2 16,18-9 1-16,-18 9 2 15,0 0 0-15,0 0-1 16,0 0-2-16,0 0-2 16,-7-19 1-16,7 19-3 15,0 0-3-15,-19-22-3 16,19 22-2-16,-14-16 0 15,14 16 3-15,0 0 3 16,-16-14 4-16,16 14 1 16,0 0 0-16,0 0 1 15,0 0 0-15,0 0 0 16,0 0 0-16,0 0-3 0,0 0-4 16,0 0-1-16,0 0-1 15,16 2-1-15,-16-2 1 16,29 7-1-1,-10-5-2-15,4 1 0 16,3-3 0-16,3 3-1 0,1-3 0 16,5 2 0-16,1-2 0 15,6 2 2-15,-2-4-2 16,5 2 1-16,3 0-1 16,5 0 1-16,4 0 0 15,2 0 0-15,5 0-1 16,2-2-1-16,2 2 2 15,3-1-1-15,4 1 1 0,-4-4-2 16,7 4 1 0,-4-5 0-16,1 3 0 15,3-3 0-15,-3 0 0 16,1-2 0-16,2 0-1 0,0 0 1 16,4-2 0-16,1 3 0 15,2-1-1-15,2-2 0 16,2 0 0-16,1 2 0 15,4 0 0-15,-1 2 0 16,-1-2 1-16,2 0-2 16,3 1 2-16,4-1-1 15,-4 0 1-15,0 0-1 16,8 0 0-16,-5 0 0 16,-1 0 1-16,2 2-1 15,-4 0 0-15,0-1 1 16,-1 3 0-16,-2-1 0 15,-4 1 1-15,-5 1-1 0,2 1-1 16,-6-1 1-16,-1 2-1 16,-5-2 0-16,-1 4 0 15,-4-2 0-15,1 0 1 16,0 0-1-16,-3 2 2 16,0-1-1-16,-1 1 0 15,-1 0 0-15,-2-2 0 16,-1 0 0-16,-2 1 0 15,-2-1 1-15,-2 0-2 16,2 0 2-16,-7-1-1 16,4-1 0-16,-8 2 0 15,4 0 1-15,-3-2-2 16,-1 1 1-16,-2 2 0 0,-1-1 0 16,0 0 0-16,-3 2 0 15,3-2 1-15,-2 2-1 16,-1-1 1-16,3 1 0 15,-5 0 1-15,-2 1-1 16,4-1-6-16,-6-2-62 16,2 0-52-16,2 4-39 15,-2-8-7-15,8 4-3 16,-10-7-4-16</inkml:trace>
  <inkml:trace contextRef="#ctx0" brushRef="#br0" timeOffset="104816.34">27288 17675 330 0,'0'0'192'0,"0"0"-26"16,0 0-33-16,0 0-23 15,0 0-21-15,9-28-86 16,-9 28-3-16,26-33 0 16,-12 11 0-16,-2-1 0 15,-2-4 0-15,1 3 0 16,-9 1 0-16,-4 2 0 15,-9 4 0-15,-4 10 0 16,-11 7 0-16,-4 7 0 0,-10 12 0 16,-1 7 0-16,-5 9 0 15,1 10 0 1,5 5 0-16,6 2 0 16,8 3 0-16,15 2 0 0,15-1 0 15,15-1 0-15,14-5 0 16,12-1 0-16,7-4 0 15,7-4 0-15,-2-4 0 16,-5-5 0-16,-8-2 0 16,-20 3 0-16,-10-4 0 15,-18 2 0-15,-18-1 0 16,-16-1 0-16,-14 1 0 0,-7-1 0 16,-6-1 0-16,3-7 0 15,5-1 0 1,10-6 0-16,12-3 0 15,16-5 0-15,19-6 0 16,19-6 0-16,19-8 0 0,18-11 0 16,11-7 0-16,15-7 0 15,8-7 0-15,8-8 0 16,-5-3 0-16,-4 0 0 16,-11-4 0-16,-17 4 0 15,-13 3 0-15,-11 9 0 16,-15 6 0-16,-15 6 0 15,-10 5 0-15,-11 9 0 16,-9 10 0-16,-3 9 0 16,-8 11 0-16,1 11 0 15,-4 11 0-15,2 10 0 16,6 9 0-16,10 4 0 0,5 3 0 16,14-1 0-16,14-2 0 15,12-8 0-15,16-11 0 16,13-13 0-16,13-10 0 15,10-13 0-15,9-11 0 16,8-12 0-16,2-13 0 16,1-13 0-16,-5-10 0 15,-6-4 0-15,-9-4 0 16,-10 2 0-16,-13 5 0 0,-16 7 0 16,-15 9 0-1,-19 12 0-15,-10 12 0 16,-16 12 0-16,-5 12 0 15,-9 11 0-15,-5 3 0 0,-1 9 0 16,3 1 0-16,5 6 0 16,3 6 0-16,11 2 0 15,9 6 0-15,8 6 0 16,7 11 0-16,9 9 0 16,8 11 0-16,1 13 0 15,0 8 0-15,3 11 0 16,-4 5 0-16,-3 0 0 15,-5-7 0-15,-2-6 0 16,-5-14 0-16,5-19-34 16,-8-23-121-16,-1-31-16 15,-3-23-20-15,11-32-2 16,4-23-3-16</inkml:trace>
  <inkml:trace contextRef="#ctx0" brushRef="#br0" timeOffset="106244.36">28824 18139 523 0,'23'-104'193'16,"0"21"-5"-16,-3 22-80 16,-7 13-97-16,2 22-11 15,-15 26 0-15,26 9 0 16,-15 25 0-16,-3 15 0 16,3 8 0-16,-4 7 0 15,5 3 0-15,-2-1 0 16,2-9 0-16,-1-10 0 15,1-16 0-15,5-13 0 0,2-17 0 16,7-11 0-16,0-18 0 16,4-10 0-16,5-12 0 15,-2-7 0-15,0-4 0 16,-6 1 0-16,-1 2 0 16,-3 10 0-16,-6 8 0 15,-8 13 0-15,-9 27 0 16,0 0 0-16,17 1 0 15,-11 25 0-15,-3 11 0 16,7 6 0-16,3 5 0 16,4 4 0-16,6 0 0 15,8-7 0-15,12-7 0 16,6-12 0-16,3-14 0 0,5-13 0 16,6-15 0-16,4-15 0 15,-6-18 0 1,-2-6 0-16,-10-9 0 15,-9-4 0-15,-9 6 0 0,-12 3 0 16,-16 7 0-16,-6 13 0 16,-16 14 0-16,-11 15 0 15,-4 17 0-15,-6 14 0 16,-2 10 0-16,4 14 0 16,1 12 0-16,15 5 0 15,6 4 0-15,13-2 0 16,15-5 0-16,5-9 0 0,18-8 0 15,8-11 0-15,11-14 0 16,9-13 0 0,4-13 0-16,12-14 0 15,-1-11 0-15,-2-13 0 16,6-5 0-16,-4-2 0 0,-7 1 0 16,-9 4 0-16,-13 11 0 15,-11 11 0-15,-8 11 0 16,-4 18 0-16,-26-2 0 15,15 36 0-15,-15-8 0 16,-3 8 0-16,-4 2 0 16,2 0 0-16,-2-1 0 15,-4-5 0-15,6-7 0 16,-2-8 0-16,7-17 0 16,0 0 0-16,0 0 0 15,23-16 0-15,-8-8 0 16,6-3 0-16,2-1 0 0,3-3 0 15,-4 5 0-15,4 5 0 16,-3 11 0-16,3 10 0 16,2 12 0-16,1 10 0 15,4 6 0-15,0 8 0 16,2 6 0-16,1-1 0 16,-1-1 0-16,-2-4 0 15,-3-8 0-15,-11-7 0 16,0-7 0-16,-19-14 0 15,29-9 0-15,-25-15-20 16,8-7-29-16,-2-18 26 16,3-6 17-16,4-11 1 15,2-3 4-15,0 0 10 0,0-4 40 16,11 11-3-16,-8 3-46 16,1 14 0-16,-4 10 0 15,-2 13 0-15,-17 22 0 16,19-9 0-16,-15 28 0 15,-4 12 0-15,0 12 0 16,-4 11 0-16,4 8 0 16,7 6 0-16,5 5 0 15,8-6 0-15,6-5 0 16,10-8 0-16,6-11 0 16,13-13 0-16,4-13 0 15,9-12 0-15,3-17 0 16,4-12 0-16,-1-12 0 0,-2-11 0 15,-1-10 0-15,-11-7 0 16,-7-4 0-16,-7 2 0 16,-14 8 0-16,-10 7 0 15,-11 8 0-15,-8 15 0 16,-3 28 0-16,-22-12 0 16,-4 28 0-16,-4 17 0 15,-3 10 0-15,-2 14 0 16,6 12 0-16,3 6 0 15,10 1 0-15,9-3 0 16,14-1 0-16,16-11 0 16,15-13 0-16,17-16 0 15,10-17 0-15,9-15 0 0,4-10 0 16,1-18 0-16,7-5-62 16,-4-7-104-16,-11-6-11 15,-7 6-7-15,-15 0 1 16,-9 11-3-16</inkml:trace>
  <inkml:trace contextRef="#ctx0" brushRef="#br0" timeOffset="107816.48">28410 19851 688 0,'0'-45'193'15,"-20"5"-51"-15,-21 7-142 16,1 16 0 0,-12 15 0-16,-6 21 0 15,3 19 0-15,-1 16 0 0,8 12 0 16,10 5 0-16,12 1 0 15,12-4 0-15,17-6 0 16,15-17 0-16,9-17 0 16,13-23 0-16,9-17 0 15,8-23 0-15,2-18 0 16,0-15 0-16,-5-17 0 16,-2-5 0-16,-12-8 0 15,-5-4 0-15,-13 5 0 16,-8 10 0-16,-5 14 0 15,-9 16 0-15,-5 16 0 16,-6 16 0-16,11 25 0 16,-22 32 0-16,11 18 0 0,3 19 0 15,4 16 0-15,8 12 0 16,8 10 0-16,7 0 0 16,17-8 0-16,6-11 0 15,10-15 0-15,10-17 0 16,10-24 0-16,2-21 0 15,6-20 0-15,2-22 0 16,-4-19 0-16,-7-14 0 16,-7-7 0-16,-5-4 0 15,-10 8 0-15,-13 5 0 16,-13 13 0-16,-8 13 0 16,-15 18 0-16,0 18 0 15,-15 21 0-15,-3 16 0 0,-4 8 0 16,-1 8 0-16,4 8 0 15,5 1 0-15,13 2 0 16,6-7 0-16,12-7 0 16,9-13 0-16,12-13 0 15,8-12 0-15,9-17 0 16,13-19 0-16,3-18 0 16,4-17 0-16,3-17 0 15,3-17 0-15,-1-15 0 16,-2-13 0-16,-10-7 0 15,-2 0 0-15,-9 7 0 16,-10 7 0-16,-9 15 0 16,-8 19 0-16,-11 18 0 0,-9 20 0 15,-10 23 0-15,0 19 0 16,-29 21 0-16,3 19 0 16,-7 15 0-1,-5 15 0-15,-2 18 0 0,5 12 0 16,2 11 0-16,10 5 0 15,16 3 0-15,11-4 0 16,18-8 0-16,15-13 0 16,15-15 0-16,9-18 0 15,13-18 0-15,8-22 0 16,1-21 0-16,2-19 0 16,0-19 0-16,-8-18 0 15,-8-10 0-15,-8-8 0 0,-12-2 0 16,-13 3 0-16,-10 11 0 15,-14 8 0 1,-12 18 0-16,-10 17 0 16,-9 17 0-16,-7 18 0 0,-6 15 0 15,3 14 0-15,-4 9 0 16,7 8 0-16,3 5 0 16,13-1 0-16,10-5 0 15,14-6 0-15,15-13 0 16,9-13 0-16,11-13 0 15,10-16 0-15,9-12 0 16,3-16 0-16,4-10 0 0,-1-7 0 16,-3-7 0-16,-3-2 0 15,-5-1 0-15,-6 3 0 16,-10 2 0-16,-9 6 0 16,-12 8 0-1,-7 7 0-15,-12 8 0 0,-7 21 0 16,-16-19 0-16,-4 26 0 15,-6 10 0-15,-2 14 0 16,-9 11 0-16,4 8 0 16,2 9 0-16,5 5 0 15,9 2 0-15,11-2 0 16,10-6 0-16,8-9 0 16,21-11 0-16,9-12 0 0,13-14 0 15,6-14 0-15,7-13 0 16,1-11 0-1,-1-14 0-15,0-12 0 16,-16-7 0-16,-14-10 0 0,-9-2-153 16,-15 0-27-16,-28-2-3 15,-15 4-2-15,-28-2-1 16</inkml:trace>
  <inkml:trace contextRef="#ctx0" brushRef="#br0" timeOffset="108036.63">29871 19444 749 0,'7'30'181'16,"33"-13"-88"-16,31-17-93 16,30-16 0-16,27-6-38 0,9-13-98 15,9-10-20-15,3-2-8 16,-3-8-6-16,-3 1 6 15,-10-1 3-15</inkml:trace>
  <inkml:trace contextRef="#ctx0" brushRef="#br0" timeOffset="108888.24">32057 18909 479 0,'36'2'162'0,"-10"3"-11"16,-26-5-13-16,16 4-45 15,-16-4-93-15,0 0 0 16,-19 0 0-16,19 0 0 0,-16 24 0 16,16 4 0-16,5 11 0 15,6 15 0-15,8 17 0 16,0 12 0-16,2 11 0 16,-2 8 0-16,-4 0 0 15,-4-2 0-15,-8-6 0 16,-6-15 0-16,-4-15 0 15,-4-17 0-15,3-19 0 16,8-28 0-16,0 0 0 16,-11-42 0-16,18-6 0 15,9-6 0-15,3-6 0 16,5-1 0-16,0 2 0 16,6 9 0-16,0 8 0 0,-4 11 0 15,-4 7 0-15,-6 8 0 16,-16 16 0-16,21-13 0 15,-21 13 0 1,0 0 0-16,8 20 0 0,-4-2 0 16,-4 4 0-16,7 9 0 15,0 4 0-15,5 3 0 16,3 4 0-16,3-3 0 16,8-4 0-16,5-4 0 15,5-7 0-15,3-12 0 16,-3-10 0-16,-1-10 0 15,-2-13 0-15,-7-10 0 16,-7-6 0-16,-16-4 0 0,-6-6 0 16,-13 4 0-16,-10 1 0 15,-12 4 0 1,-5 5 0-16,-2 9 0 16,-1 7 0-16,5 5 0 0,8 8 0 15,3-1 0-15,15 1 0 16,15 4 0-16,0 0 0 15,0 0 0-15,38-12 0 16,-2 7 0-16,13 2 0 16,12 3 0-16,13 7 0 15,11 5 0-15,6 2 0 16,-3 5 0-16,-5 3 0 0,-8 2 0 16,-11 1 0-1,-12-1 0-15,-19-5 0 16,-10-4 0-16,-23-15 0 15,14 18 0-15,-14-18 0 16,0 0 0-16,15-33 0 0,-2 3 0 16,7-6 0-16,15-4 0 15,14-3 0-15,10-4 0 16,5 6 0-16,0 4 0 16,2 10 0-16,-10 4 0 15,-11 14-72-15,-23 11-109 16,-22-2-13-16,-36 40-6 15,-28-7-8-15,-14 21 41 0</inkml:trace>
  <inkml:trace contextRef="#ctx0" brushRef="#br0" timeOffset="109316.54">30218 21187 755 0,'11'16'212'0,"-8"11"-156"16,4 10-56-16,-2 17 0 15,2 16 0-15,4 19 0 16,-3 11 0-16,6 13 0 16,-2 4 0-16,-1-1 0 15,-3-3 0-15,3-13 0 16,-4-13 0-16,2-18 0 15,-3-14 0-15,1-18 0 16,-3-18 0-16,-4-19-19 16,0 0-135-16,22-40-31 15,-13 2-3-15,8-7 2 16,-1-9 4-16</inkml:trace>
  <inkml:trace contextRef="#ctx0" brushRef="#br0" timeOffset="109616.76">31055 21308 553 0,'23'-24'189'16,"-10"3"4"-16,0 6-105 15,4 18-88-15,-8 13 0 16,1 13 0-16,2 16 0 15,2 14 0-15,-2 12 0 0,7 16 0 16,-1 13 0-16,4 2 0 16,-3 0 0-16,4 0 0 15,-8-12 0 1,-1-12 0-16,-1-12 0 0,-13-28-61 16,0-38-121-16,0 0-6 15,17-24-2-15,-14-30-2 16,3-18 0-16</inkml:trace>
  <inkml:trace contextRef="#ctx0" brushRef="#br0" timeOffset="109844.92">31824 20791 679 0,'0'0'193'0,"16"10"-42"16,-13 20-151-16,-3 11 0 16,-7 9 0-16,2 8 0 15,-6-1 0-15,5 10-98 16,-7-1-91-16,-9-12-5 16,3-6-3-16,-18-17-10 15</inkml:trace>
  <inkml:trace contextRef="#ctx0" brushRef="#br0" timeOffset="110161.14">28941 21004 778 0,'0'0'210'0,"36"38"-175"15,-3-5-35-15,12 15 0 16,7 18 0-16,2 5-17 0,5 12-170 15,0 9-11-15,-7-4 1 16,-10-3-7-16,-13-14 1 16</inkml:trace>
  <inkml:trace contextRef="#ctx0" brushRef="#br0" timeOffset="111163.85">21640 18077 699 0,'3'-19'196'0,"-3"19"-68"16,-3 20-128 0,3 6 0-16,-7 7 0 15,2 12 0-15,-6 7 0 0,-4 4 0 16,1 2 0-16,-2-6 0 16,-3-5 0-16,2-11 0 15,4-11 0-15,13-25 0 16,-15 8 0-16,15-8 0 15,-4-41 0-15,13 6 0 16,1-3 0-16,3-2 0 16,7 2 0-16,3 4 0 0,5 2 0 15,8 10 0 1,6 8 0-16,10 11 0 16,7 6 0-16,5 7 0 15,7 4 0-15,4 5 0 0,3 4 0 16,4 1 0-16,-11-3 0 15,0 1-141-15,-12 1-46 16,-17-6-10-16,-8 4-4 16,-34-21 0-16</inkml:trace>
  <inkml:trace contextRef="#ctx0" brushRef="#br0" timeOffset="111841.02">21786 18279 579 0,'0'0'198'15,"-23"4"-2"-15,23-4-146 16,0 0-50-16,0 29 0 16,3-6 0-16,4 8 0 15,2 7 0-15,5 10 0 16,2 9 0-16,3 13 0 15,7 6 0-15,7 7 0 16,1 3 0-16,10 6 0 16,4 2 0-16,5 1 0 15,7 0 0-15,6-1 0 16,2-3 0-16,10-1 0 16,-2 2 0-16,6 0 0 15,7 1 0-15,1-1 0 0,4-4 0 16,-1-1 0-16,11-1 0 15,6-6 0-15,4-6 0 16,10-8 0-16,2-2 0 16,10-8 0-16,10-6 0 15,6-9 0-15,4-6 0 16,9-6 0-16,4-6 0 16,10-7 0-16,1-8 0 15,11-4 0-15,-2-6 0 16,2-3 0-16,0-4 0 15,-5-3 0-15,1-2 0 16,-8 0 0-16,-11 2 0 16,-10-2 0-16,-5 4 0 0,-14 1 0 15,-9 2 0-15,-13 2 0 16,-13 3 0-16,-16 2 0 16,-8 2 0-1,-17 0 0-15,-15 0 0 0,-10 1 0 16,-12-1 0-16,-8 1 0 15,-18-3 0-15,15 0 0 16,-15 0 0-16,0 0 0 16,0 0 0-16,0 0 0 15,-13-17-6-15,0-6-195 16,-9 3-12-16,-27-24-4 16,-19-8-2-16,-50-36 53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34:10.44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22308 24026 470 0,'0'0'202'0,"0"0"-52"0,0 0-92 15,0 0-59-15,0 0 0 16,19 23 1 0,-19-23 2-16,26 22-1 15,-10-6-1-15,5 4 0 0,-2 8-3 16,3 5 2-16,1 7-1 15,-1-2 1-15,1 2-2 16,0 1 1-16,-4-3 2 16,-2-7-1-16,-5-6 2 15,-12-25 1-15,23 20 2 16,-23-20-1-16,26-12 1 16,-7-7 0-16,7-15-4 15,7-8 6-15,12-5-3 0,7-3 1 16,11-7-2-1,4-2-1-15,4-3-4 16,8 5 4-16,-1 1 0 16,-7 10-2-16,-3 4-2 0,-4 13-27 15,-12-4-46-15,0 14-37 16,-14 7-25-16,-8-2-28 16,-8 12-7-16,-22 2-2 15,18-5 150-15</inkml:trace>
  <inkml:trace contextRef="#ctx0" brushRef="#br0" timeOffset="475.33">22655 24026 375 0,'-14'0'178'16,"14"0"-63"-16,0 0-27 16,0 0-19-16,0 0-27 15,-15-2-30-15,15 2-12 16,0 18 0-16,3 4 0 15,4 6-4-15,-2 10 4 16,6 5 0-16,-3 7-1 0,6 2 0 16,-2 2 0-16,-1-2-1 15,1-7 0-15,5-9 6 16,3-12 0-16,-1-15 2 16,10-18 1-16,8-13-1 15,11-16-2-15,16-16 3 16,18-17-2-16,15-10 0 15,9-13-4-15,12 1-3 16,5-1 0-16,2 8 1 16,-10 3-71-16,-9 14-80 15,-18 13-20-15,-20 4-6 16,-19 23 0-16,-23-1 19 16</inkml:trace>
  <inkml:trace contextRef="#ctx0" brushRef="#br0" timeOffset="923.65">22395 23870 383 0,'-31'-15'178'0,"31"15"-10"16,0 0-83-16,0 0-47 16,-4 26-14-16,16 0-25 15,2 8 1-15,9 9-1 16,-4 2 3-16,7-3-3 15,-4 8 0-15,4-3 2 16,1-9 1-16,-5-10 6 16,8-6-2-16,4-15 0 15,10-10 0-15,4-13 2 16,17-15 1-16,13-17-1 16,12-13-3-16,11-7-2 15,11-3-3-15,3-5-2 0,-2-5-101 16,3 12-65-1,-5 5-7-15,-14 8-9 16,-6 15 2-16,-20-1 61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35:34.4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5">
        <inkml:traceFormat>
          <inkml:channel name="X" type="integer" max="3520" units="cm"/>
          <inkml:channel name="Y" type="integer" max="1984" units="cm"/>
          <inkml:channel name="T" type="integer" max="2.14748E9" units="dev"/>
        </inkml:traceFormat>
        <inkml:channelProperties>
          <inkml:channelProperty channel="X" name="resolution" value="127.53623" units="1/cm"/>
          <inkml:channelProperty channel="Y" name="resolution" value="128" units="1/cm"/>
          <inkml:channelProperty channel="T" name="resolution" value="1" units="1/dev"/>
        </inkml:channelProperties>
      </inkml:inkSource>
      <inkml:timestamp xml:id="ts1" timeString="2022-01-10T06:36:29.164"/>
    </inkml:context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7218 1227 387 0,'0'0'188'15,"-41"-79"-16"-15,41 79-55 16,0 0-35-16,0 0-20 16,0 0-50-16,0 0-9 0,0 0-3 15,0 0 0-15,0 0 0 16,0 0 0-16,0 0-12 16,0 0 8-16,0 0-1 15,0 0 4-15,0 0 3 16,-33 72-8-16,33-72 9 15,10 120-8-15,-3-37 17 16,2 16-6-16,1 22-7 16,-1 14-5-16,1-5-6 15,1-2 9-15,-3-7-10 16,-1-7 12-16,2-20-12 16,-2-15 2-16,3-37 6 0,3-23-25 15,-13-19-88-15,26-31-54 16,3-16-4-16,1-35-7 15,11-11 6 1</inkml:trace>
  <inkml:trace contextRef="#ctx0" brushRef="#br0" timeOffset="548.39">8145 1227 381 0,'0'0'201'16,"0"0"-13"-16,0 0-60 16,-15-76-39-16,15 76-53 0,0 0-36 15,0 0 0-15,0 0 0 16,0 0-4-16,0 0-2 15,0 0-2-15,0 0 7 16,-59 73-7-16,59-73 14 16,-19 102-13-16,19-102 4 15,-16 142 7-15,13-64-7 16,3-2 5-16,3-3-8 16,6-11 2-16,8 0 4 0,2-3 2 15,11-28-2-15,4-17-4 16,-34-14 11-16,89-7 2 15,-89 7 2 1,94-55 2-16,-94 55-13 0,86-118 0 16,-86 118 0-16,63-123 0 15,-47 54 0-15,-9 0 0 16,-7 69 0-16,-23-130 0 16,23 130-1-16,-71-107-9 15,71 107-9-15,-108-78 11 16,108 78 5-16,-123-37 5 15,123 37 3-15,-116-3 0 16,116 3-92-16,-75 26-68 0,75-26-4 16,0 0-22-1,12 78-14-15,-12-78 6 16</inkml:trace>
  <inkml:trace contextRef="#ctx0" brushRef="#br0" timeOffset="875.62">9251 928 629 0,'0'0'208'15,"0"0"-46"-15,0 0-153 16,0 0-12-16,0 0 2 15,0 0 0-15,7 69 4 16,-7-69-13-16,4 111 10 0,-4-111 0 16,6 147-7-16,0-62 9 15,-3 1 2-15,4-1-16 16,0 9 8 0,-2-3 1-16,2-2-1 0,4-8-1 15,-8-20-55-15,9 10-94 16,-1-4-32-16,-6-3-9 15,2-15-7-15,-7-11 33 16</inkml:trace>
  <inkml:trace contextRef="#ctx0" brushRef="#br0" timeOffset="2798.99">6408 824 531 0,'0'0'190'0,"0"0"-54"16,0 0-69-16,0 0-16 15,0 0-12-15,71 41-35 0,-71-41-4 16,0 0-5-16,26 77 0 16,-26-77 1-16,0 0 4 15,17 69-10-15,-17-69 5 16,0 0 1-16,0 0 4 15,0 0 1-15,0 0-2 16,0 0 0-16,0 0-4 16,0 0 13-16,0 0-11 15,0 0 5-15,0 0-3 16,0 0 1-16,58-85 1 16,-58 85 7-16,0 0-3 15,7-100 1-15,-7 100 0 16,0 0-1-16,-7-85 0 0,7 85-3 15,0 0-2-15,0 0 0 16,0 0 0 0,0 0-1-16,0 0 0 15,0 0-2-15,0 0-1 0,-4 73-4 16,4-73 2-16,23 79 2 16,-23-79 0-16,26 78-1 15,-26-78 2-15,0 0-1 16,36 78 5-16,-36-78-1 15,0 0 2-15,0 0 0 16,0 0 0-16,0 0-8 16,0 0 10-16,0 0-10 15,4-69 5-15,-4 69 1 16,0 0 4-16,-49-92-4 16,49 92 3-16,0 0 6 15,-62-80-11-15,62 80 11 16,0 0-9-16,0 0 1 0,0 0-4 15,0 0 2-15,0 0-1 16,0 0-111-16,-42 104-60 16,42-104-26-16,36 87 11 15,-36-87-2-15,65 72 58 16</inkml:trace>
  <inkml:trace contextRef="#ctx0" brushRef="#br0" timeOffset="3635.58">9774 549 262 0,'0'0'193'0,"0"0"3"16,0 0-77-16,0 0-17 15,0 0-17-15,0 0-37 16,0 72-57-16,0-72 4 15,0 78 1-15,0-78 4 16,0 0-3-16,0 87-1 16,0-87-3-16,0 0 6 0,0 0 1 15,0 0 2-15,0 0-1 16,0 0 0-16,0 0-2 16,52-87 5-16,-52 87 4 15,26-83-9-15,-26 83 8 16,22-85-7-16,-22 85 4 15,0 0-1-15,19-84 1 16,-19 84-5-16,0 0-3 16,0 0 7-16,0 0-6 15,-7 86 0-15,7-86 0 16,-12 81-6-16,12-81 6 16,-7 80 1-16,7-80 1 15,0 0-2-15,0 0 1 0,0 0 4 16,0 0-2-16,0 0 4 15,0 0-1-15,0 0-4 16,72-43 1-16,-72 43-2 16,0 0 7-16,55-95-3 15,-55 95 1-15,0 0-2 16,0 0-2-16,0 0 2 16,0 0-3-16,0 0 5 15,0 0-10-15,0 0-101 16,26 126-64-16,-26-126-20 15,-16 126-15-15,-1-56 14 16,17-70 82-16</inkml:trace>
  <inkml:trace contextRef="#ctx0" brushRef="#br0" timeOffset="30412.77">7095 3002 190 0,'-19'12'201'0,"-10"-11"-4"16,3-2-77-16,0 9-9 16,-4-9-16-16,11 7-22 15,-4-4-37-15,23-2-36 16,-22 4 0-16,22-4 0 15,0 0 0-15,29 8 0 16,10-1 0-16,9-2 0 16,18-5 0-16,14 0 0 15,17-1 0-15,14 2 0 16,19-2 0-16,6-1 0 16,13-1 0-16,7 1 0 0,6 7 0 15,-1 2-1-15,6 0 1 16,-9 0 0-16,-2 1-4 15,-14 5 3-15,-8 0-2 16,-14-2 1-16,-11-4-1 16,-15 0 1-16,-19 1 1 15,-13-1-1-15,-13-5 3 16,-15 1 0-16,-8-4 2 16,-26 1-1-16,21-4-2 0,-21 4-2 15,0 0 1 1,-26-21-1-16,4 16-23 15,-8-16-63-15,1 9-42 16,-8-2-21-16,-5-3-13 0,-10 3-5 16,-8 0-8-16,-3 8 76 15</inkml:trace>
  <inkml:trace contextRef="#ctx0" brushRef="#br0" timeOffset="30764.02">7012 3150 292 0,'-43'7'155'0,"8"-5"-18"15,16 5-14-15,19-7-19 16,0 0-14-16,27-2-17 15,26 4-34-15,13-7-35 16,17 0-1-16,24-2-2 16,17-4-2-16,22 1 0 15,11-7 0-15,19-1 2 16,6-1 0-16,16-5 0 16,8-2-3-16,6-12 1 15,2-4 6-15,3-3-5 16,-9-1-20-16,-5-3-159 15,-14 8-9-15,-34-8-17 16,-15 13-4-16,-46-7-12 0</inkml:trace>
  <inkml:trace contextRef="#ctx0" brushRef="#br0" timeOffset="34271.51">20564 3879 693 0,'0'0'177'0,"0"0"-55"16,0 0-133-16,0 0 0 0,-7 21-1 15,10 10-2-15,4 18 2 16,0 16 7-16,5 17-1 16,-1 20 0-1,1 7 0-15,-2 7 6 0,-1 5 1 16,-6-5 1-16,1-9 1 16,-8-17-1-16,1-19 2 15,-1-17-1-15,3-16 3 16,2-21-6-16,-1-17-81 15,0 0-52-15,30-39-35 16,-4 0-14-16,0-18-5 16,14 0 9-16</inkml:trace>
  <inkml:trace contextRef="#ctx0" brushRef="#br0" timeOffset="34679.8">21251 4189 514 0,'0'0'173'0,"0"0"-58"16,0 0-34-16,10 19-46 16,-13 12-38-16,-1 9 1 15,1 8-3-15,-1 10-1 16,8 2 0-16,-1 2 4 16,6-3-1-16,5-3 3 15,2-13-1-15,6-8 0 0,11-13-1 16,5-11 1-16,6-11 0 15,8-6 1 1,2-9 0-16,1-10-1 16,1-4 2-16,-1-6-2 0,-10-6 4 15,-6-4-2-15,-13-7 1 16,-12 0-3-16,-14-2 3 16,-14 2-1-16,-12 6 1 15,-16 6-1-15,-14 5 1 16,-4 11 0-16,-10 8 1 15,-1 11-1-15,0 7 1 16,3 7-4-16,16 5-89 16,7-4-32-16,19 0-34 0,26-10-12 15,0 0-8-15,33 4-8 16</inkml:trace>
  <inkml:trace contextRef="#ctx0" brushRef="#br0" timeOffset="35003.03">22596 3732 447 0,'0'0'182'0,"7"21"1"15,-17 0-119-15,-2 10-64 16,5 9-3-16,0 10 5 15,3 12-4-15,4 7 4 16,4 13-5-16,3 6 5 16,7 0-7-16,-2 4 4 0,3 0-3 15,-1-1 4-15,-2-6 3 16,2-5-1 0,-2-13 3-16,-1-8-5 0,-4-7 2 15,-6-10-101-15,6-11-48 16,4-5-20-16,-11-26-15 15,19 7 0-15,-7-25 84 16</inkml:trace>
  <inkml:trace contextRef="#ctx0" brushRef="#br0" timeOffset="35451.35">23320 4172 459 0,'0'0'183'0,"0"0"-35"16,-21 17-81-16,2 12-39 15,0 13-37-15,-4 8 2 16,4 11 3-16,2 8 3 16,1 5-2-16,9 4 2 15,7-5 3-15,7-5-2 16,13-10 5-16,9-9-2 15,7-15 3-15,13-9-5 16,8-17 6-16,9-8-3 0,5-12-5 16,4-12 4-16,0-9-5 15,-4-8 6-15,-7-8-5 16,-8-8 4-16,-11-5-5 16,-16-4 2-16,-13-2 0 15,-16 6-3-15,-12 1 2 16,-18 4-3-16,-15 11 2 15,-10 8-1-15,-13 12 2 16,-7 8-2-16,1 11 3 16,-4 7 0-16,10 4 0 15,5 3-82-15,22 5-46 16,15-2-30-16,26-10-13 16,19 4-6-16,17-13 19 0</inkml:trace>
  <inkml:trace contextRef="#ctx0" brushRef="#br0" timeOffset="35871.65">24487 4047 423 0,'10'42'176'0,"-10"-10"-60"16,-10 10-30-16,6 13-15 15,-3 11-71-15,2 9 0 16,1 1-3-16,8 3 2 0,1-1-2 16,9-3 2-16,5-13 4 15,4-10-1-15,6-14 4 16,4-10-5 0,9-14 4-16,3-13-2 0,4-11 1 15,-4-13 1-15,3-9-6 16,1-8 5-16,-9-9-6 15,-5-10 6-15,-9-5-2 16,-9-3-2-16,-12-1 0 16,-14 3-2-16,-8 4 0 15,-18 4-2-15,-6 12 1 16,-15 10-2-16,-6 16 2 16,-6 9 0-16,4 12 1 0,-6 1-56 15,17 9-63-15,7 4-29 16,13-6-17-1,33-10-7-15,0 0-7 16</inkml:trace>
  <inkml:trace contextRef="#ctx0" brushRef="#br0" timeOffset="36219.9">25816 3900 365 0,'12'17'190'15,"-5"7"-50"-15,4 11-45 16,-11 0-21-16,12 18-38 16,-9 10-41-16,8 9 5 0,-3 11-4 15,10 7 5-15,-3 11 0 16,4 1-5-16,4 0 5 15,-4-5-3-15,2-7 3 16,-2-10-3-16,-3-11 4 16,-2-10-6-16,-2-18 3 15,-2-8 5-15,-1-10-29 16,-9-23-72-16,0 0-41 16,22-19-22-16,-11-16-12 15,4-5-1-15,3-17 51 16</inkml:trace>
  <inkml:trace contextRef="#ctx0" brushRef="#br0" timeOffset="36715.25">26568 4135 364 0,'0'0'183'0,"0"0"-28"15,0 0-69-15,0 0-15 16,-16 18-24-16,16-1-43 16,0 2-17-16,0 2 1 15,-3 3 9-15,3 0 1 16,0 2 0-16,-4 2 0 0,4-2 0 16,0 2 1-16,0 4-2 15,0 7 2-15,0 0 1 16,0 6 0-16,4 0-3 15,3 0 4 1,5 2-1-16,2-7-1 0,5-5 2 16,3-6-3-16,11-8 2 15,6-9 1-15,-1-10 2 16,5-8-1-16,-1-11 0 16,3-7 1-16,-3-9 0 15,-6-10 1-15,-6-6-1 16,-11-8 0-16,-7-2-1 15,-9-5-3-15,-15 4 2 0,-7 2-4 16,-17 7 2-16,-10 6-2 16,-9 12 1-1,-2 8-1-15,-6 13-1 16,-1 7-60-16,8 12-47 0,8 2-25 16,15 1-24-16,17 6-4 15,16-16-9-15</inkml:trace>
  <inkml:trace contextRef="#ctx0" brushRef="#br0" timeOffset="37032.47">27564 4047 361 0,'0'0'179'0,"9"21"-58"16,-2 5-28-16,-4 8-9 16,6 18-33-16,1 11-49 15,1 8-2-15,8 12-3 16,3 8 3-16,1 5 1 16,0-1-5-16,-1-5 7 15,1-9-6-15,-1-12 7 16,-4-8-7-16,-10-12 6 15,3-17-67-15,-4-9-71 0,-7-23-27 16,0 0-10-16,24-12-3 16,-17-25-5-1</inkml:trace>
  <inkml:trace contextRef="#ctx0" brushRef="#br0" timeOffset="37420.75">28140 4262 332 0,'0'0'179'16,"-15"8"-26"-16,4 18-71 15,-4 5-25-15,-3 18-18 16,3 6-42-16,-4 8 4 16,3 4-2-16,6 4-1 15,3-5 8-15,10-4-4 16,1-12 8-16,11-8-6 15,3-13 7-15,9-6-8 0,6-16 10 16,4-7-7-16,5-11-7 16,6-9 3-16,1-10-6 15,-4-6 8-15,0-6-7 16,-2-8 5-16,-8 0-7 16,-9-4 2-16,-10 4 0 15,-16 2 1-15,-12 10-2 16,-14 1-3-16,-11 11 1 15,-13 5 0-15,-9 13-34 16,-4-3-54-16,-1 6-33 16,9 2-21-16,6-8-13 15,18 8-13-15,8-18 63 16</inkml:trace>
  <inkml:trace contextRef="#ctx0" brushRef="#br0" timeOffset="37729.97">28764 3999 312 0,'0'0'180'16,"-7"36"-31"-16,7-3-61 15,0 8-18-15,7 20-11 16,-2 6-54-16,9 11-4 0,1 12-3 15,4 7 0-15,4 2 4 16,1 1-5-16,-1-6 4 16,-1-9-4-1,-2-7 7-15,-5-7-5 0,3-16 6 16,-6-10-3-16,-2-5-41 16,-5-18-72-16,-5-22-39 15,21 5-12-15,-12-29-6 16,5-7-5-16</inkml:trace>
  <inkml:trace contextRef="#ctx0" brushRef="#br0" timeOffset="38135.25">29560 4388 425 0,'14'29'184'0,"-21"6"-58"15,-3 5-49-15,1 17-20 16,-8 7-54-16,8 5-6 16,-1 4 7-16,3-2-6 15,10-4 6-15,4-6-4 16,12-11 8-16,7-10-7 16,11-12 1-16,8-11 2 15,4-10 0-15,3-10-1 16,5-13 1-16,2-7-2 0,-4-11-5 15,-2-9 5-15,-8-11-5 16,-7-5 4-16,-16-3-6 16,-8-4 4-16,-21 2-7 15,-12 2 4-15,-17 8 0 16,-20 7 0-16,-8 14-1 16,-7 7-1-16,-7 13 0 15,0 0-49-15,10 15-42 16,7 2-34-16,18-4-20 15,20 5-12-15,23-5-2 16,18-7 71-16</inkml:trace>
  <inkml:trace contextRef="#ctx0" brushRef="#br0" timeOffset="38532.54">30442 4398 104 0,'-12'33'129'16,"2"12"-12"-16,-3 9-15 15,-4 3-18-15,5 12-10 16,2-6 0-16,6 6-7 16,4-12-12-16,14 0-23 15,5-12-20-15,11-7-7 16,8-14 10-16,10-6-6 15,8-11-2-15,3-7 2 16,2-11-4-16,1-8 1 16,-1-8-8-16,-9-12 4 15,-7-9-8-15,-19-4 3 0,-10-5-4 16,-16-4 1-16,-19 3-5 16,-16 4 5-16,-14 5 1 15,-10 11 0-15,-8 11 0 16,-1 4 1-16,2 9-5 15,2 4-53-15,19 6-44 16,12 1-29-16,10-6-22 16,23 9-3-16,19-22-11 15</inkml:trace>
  <inkml:trace contextRef="#ctx0" brushRef="#br0" timeOffset="38939.83">31331 4340 394 0,'-14'27'158'0,"-5"8"-47"0,-4 12-23 16,-3 1-35-16,4 13-26 16,-1 3-17-16,8 3-9 15,4-3 6-15,8-1-4 16,10-10 6-16,12-4-5 15,7-13 6-15,10-8-5 16,9-14 2-16,11-9 0 16,1-10 1-16,9-9-2 0,2-7-6 15,-4-12 5-15,-8-8-7 16,-8-8 3-16,-10-5-7 16,-15-3 3-16,-16-2-6 15,-16-1 2-15,-17 4 2 16,-17 6-2-16,-14 10 1 15,-6 8 1-15,-8 13 2 16,0 5-1-16,3 14-48 16,6 0-54-16,16 7-31 15,17 5-20-15,29-12-3 16,0 0-2-16,33 3 80 16</inkml:trace>
  <inkml:trace contextRef="#ctx0" brushRef="#br0" timeOffset="39316.1">32265 4366 427 0,'19'32'173'0,"-31"-7"-49"16,-9-1-49-16,-2 16-22 15,-15 3-33-15,2 9-20 16,1 8 3-16,2 6-4 15,7-2 6-15,7-1-4 16,12-5 5-16,10-7-2 16,17-12 5-16,9-7-5 0,4-17 3 15,12-10-1 1,7-8-1-16,0-9-1 16,0-11-5-16,-3-11 4 15,-7-8-6-15,-8-8 1 0,-9-5-6 16,-13-6 4-16,-16 0-4 15,-15-3 2-15,-14 9 2 16,-12 3-3-16,-10 12 3 16,-10 4-58-16,1 15-58 15,5 6-24-15,4 1-18 16,20 9-1-16,9-11-2 16</inkml:trace>
  <inkml:trace contextRef="#ctx0" brushRef="#br0" timeOffset="39607.3">32777 4198 379 0,'0'0'176'15,"-11"24"-41"-15,10 2-60 16,-10 3-8-16,11 16-18 15,0 12-50-15,4 7 1 16,-1 14-4-16,6 5 3 16,1 6 1-16,-1-1-1 15,1-5 3-15,1-9-1 16,-6-6 3-16,-1-11-5 16,2-8-68-16,-6-15-51 15,-3-15-43-15,3-19-5 0,0 0-12 16,0 0 1-16</inkml:trace>
  <inkml:trace contextRef="#ctx0" brushRef="#br0" timeOffset="39907.51">33584 4208 504 0,'0'0'180'16,"0"0"-4"-16,0 0-136 0,-16 28-27 16,3 8-29-16,-3 11 2 15,2 13 9-15,2 15 6 16,8 10 1-16,1 10-3 16,6 4 3-16,1-3-3 15,6-7 3-15,2-8-3 16,2-10 3-16,-5-10-2 15,-2-15-44-15,-7-11-79 16,0-18-40-16,0-17-4 16,0 0-13-16,23-19-3 15</inkml:trace>
  <inkml:trace contextRef="#ctx0" brushRef="#br0" timeOffset="40190.74">34291 4196 470 0,'13'43'182'16,"-16"-5"-3"-16,3 16-120 16,3 15-56-16,3 13-9 15,1 9 4-15,0 8 2 16,3 1 0-16,-1 1 0 15,4-6 0-15,0-9 3 16,1-13-1-16,-2-11 4 0,-2-13-5 16,6-11-73-16,-6-15-62 15,-10-23-29-15,23 0-2 16,-15-25-6 0,10-4 1-16</inkml:trace>
  <inkml:trace contextRef="#ctx0" brushRef="#br0" timeOffset="40464.92">35287 4286 538 0,'3'33'170'16,"-3"15"-4"-16,-3 9-143 15,-8 16-29-15,-1 14 2 16,-2 4 5-16,6 8-3 0,-3 3 2 16,8-3 1-16,3-2 3 15,7-7-3 1,2-12 2-16,1-13-115 0,0-11-51 16,6-5-11-16,-13-25-15 15,6 0-1-15</inkml:trace>
  <inkml:trace contextRef="#ctx0" brushRef="#br0" timeOffset="42467.34">18099 4334 436 0,'-16'6'187'0,"16"-6"-40"15,-16 3-73-15,16-3-29 16,39 9-30-16,1-9-22 16,8 1 0-16,13 3 2 15,7-6 3-15,3 2 0 16,-2-3 1-16,-5 3 1 16,-11-4 4-16,-12 4 2 15,-11 0-1-15,-15 2 0 0,-15-2-1 16,0 0 1-16,-19 9-2 15,-3-6-1-15,-1 4-3 16,-3 2-1-16,0 1 2 16,3 4 0-16,1 5 1 15,6 5-1-15,2 6 2 16,7 6 1-16,6 4-3 16,2 5 1-16,6 3-2 15,0 2-1-15,2-1 6 16,-2-4-8-16,0-4 6 15,-11-2-5-15,-3-7 4 16,-8 0-3-16,-4-8 3 16,-7-5 0-16,-11-2-5 0,3-3 5 15,-6-2-2-15,-2-5 1 16,0-2 0-16,6-3-1 16,-2 0 2-16,12-2 2 15,0-2-6-15,10-1-2 16,16 3 0-16,0 0 0 15,0 0-1-15,0 0 1 16,42-18-1-16,-4 13-2 16,14-2 6-16,7 0 2 15,12-3 1-15,7-2-5 16,2-2-69-16,2-5-66 16,-4-9-23-16,0 0-10 15,-10-11-4-15,-1 0 33 0</inkml:trace>
  <inkml:trace contextRef="#ctx0" brushRef="#br0" timeOffset="42707.51">19211 4194 454 0,'-22'-12'180'0,"6"28"-36"15,-1 15-69-15,-2 10-33 16,3 18-37-16,-3 10-5 15,-2 15 2-15,6 9 0 16,-5 9 0-16,1 7 2 16,-1 0-2-16,0-7 1 15,1-6-2-15,0-8-71 16,0-15-53-16,5-20-32 16,11-11-14-16,3-42-11 15,3 17-2-15</inkml:trace>
  <inkml:trace contextRef="#ctx0" brushRef="#br0" timeOffset="43150.82">19371 4722 305 0,'0'0'154'0,"12"33"-37"15,-12 2-16-15,-3 15-14 0,-1 5-23 16,3 13-29-1,1 3-20-15,1 1-11 16,6-1 2-16,4-8-3 16,1-6-4-16,-2-10 2 0,6-11-5 15,-6-12 1-15,-10-24-1 16,19 7 0-16,-19-7 0 16,12-40 1-16,-12 0 1 15,0-8-2-15,-5-11 6 16,-2-8-5-16,-3-11 0 15,5 0 3-15,-2 0-1 16,7 5 1-16,7 6-3 16,1 8 2-16,11 9-4 15,7 13 9-15,7 18 0 16,4 12-1-16,-2 13 1 16,1 9 3-16,-10 11 0 15,-3 10 0-15,-15 6 5 0,-8 5-5 16,-15-1 1-16,-18 3-88 15,-9-1-57-15,-3 3-30 16,-11-12-10-16,1 3-8 16,-9-14 20-16</inkml:trace>
  <inkml:trace contextRef="#ctx0" brushRef="#br0" timeOffset="43748.25">18512 5745 396 0,'113'4'173'16,"6"-13"-59"-16,12-15-38 15,7-4-5-15,0-12-41 16,0-7-28-16,-7-6 1 16,-5-6-3-16,-9-3 1 15,-8-6-3-15,-15-3 5 16,-9-3-6-16,-21-4 0 16,-12-7 1-16,-19-5 0 0,-10-9 3 15,-16-3 1-15,-18-5 1 16,-11-2-2-16,-20-4 6 15,-14 3 2 1,-15 0 0-16,-22 7 0 0,-19 11-7 16,-20 11 6-16,-13 13-5 15,-25 18 0-15,-11 15-5 16,-10 20 3-16,-7 23-2 16,0 22-1-16,7 20 4 15,2 19-7-15,14 26 6 16,13 23-5-16,27 17 8 15,20 17-1-15,29 11 1 16,27 8-1-16,29 6 1 0,37-2-2 16,33-16 0-16,31-13-2 15,26-20-3 1,27-21-1-16,21-21-3 16,24-26 3-16,6-21-11 0,16-13-64 15,-7-15-44-15,2-13-24 16,-11-3-18-16,-13-10-12 15,-13 10-8-15</inkml:trace>
  <inkml:trace contextRef="#ctx0" brushRef="#br0" timeOffset="45083.18">18437 6664 254 0,'0'0'163'0,"-19"-12"-20"15,19 12-31-15,0 0-12 16,-10-19-16-16,10 19-22 16,0 0-50-16,3 33-16 15,1-2 6-15,1 9-5 16,-2 5 7-16,1 3-3 15,3 6 3-15,0-5-6 16,-2-4 3-16,2-9-8 16,3-14 0-16,-10-22 3 15,23 18-2-15,-8-23 1 16,8-9 1-16,0-5 1 0,-1-9-5 16,4-7 9-16,0-3-5 15,0-3 2-15,-7-1-4 16,4 1 5-16,-9 3-6 15,1 1 3-15,-4 8 2 16,-4 6-1-16,1 6 1 16,-8 17 1-16,11-19 1 15,-11 19-1-15,0 0 1 16,0 0 1-16,0 0 0 16,0 0 0-16,0 0 0 15,0 0-1-15,0 0 0 16,0 0 1-16,0 0-1 15,0 0-1-15,0 0 0 0,0 0 0 16,0 0 0-16,0 0 2 16,0 0-1-16,0 0 0 15,0 0-1 1,0 0 1-16,0 0 0 0,0 0 1 16,0 0-1-16,0 0-1 15,0 0 1-15,0 0 0 16,0 0 1-16,0 0-1 15,0 0 2-15,0 0-3 16,0 0 1-16,0 0 0 16,0 0 1-16,0 0-1 15,0 0-1-15,0 0 1 16,0 0-1-16,0 0 2 0,0 0-1 16,0 0 0-16,0 0-1 15,0 0 0 1,0 0 2-16,0 0-2 15,0 0 1-15,0 0 0 0,0 0 0 16,0 0-1-16,0 0 0 16,0 0 0-16,0 0 0 15,0 0 0-15,0 0 0 16,0 0 0-16,0 0 0 16,0 0 0-16,0 0 0 15,0 0 0-15,0 0 1 16,0 0 0-16,0 0 1 15,0 0-1-15,0 0 2 16,0 0 0-16,0 0 2 0,0 0-2 16,0 0 1-16,0 0 1 15,0 0-43 1,0 0-72-16,0 0-34 0,0 0-12 16,0 0 0-16,0 0-11 15</inkml:trace>
  <inkml:trace contextRef="#ctx0" brushRef="#br0" timeOffset="45759.68">18206 6607 174 0,'-41'-8'178'0,"8"4"-26"16,-2 4-47-16,5-3-9 16,8 4-7-16,-4-2-20 15,12 2-34-15,14-1-38 16,-23 4-2-16,23-4-3 16,0 0 1-16,37 5-1 15,-6-10 1-15,12-2 0 16,11-5 3-16,16-6 2 15,4-4 1-15,6-2 1 16,2-4 1-16,-1-1 1 16,-6 3-1-16,-7 3 0 15,-9 6 1-15,-18 5 2 0,-6 6 2 16,-18 6 0-16,-17 0-1 16,16 30 0-16,-23-4 0 15,-8 10-1-15,-5 9 0 16,-9 11-4-16,-8 9 0 15,-4 8 4-15,-11 2-6 16,-2 4 5-16,-5 4-4 16,0-1 4-16,2-5-4 15,5-6 5-15,3-6-5 16,9-10-3-16,9-12 1 16,8-6-3-16,13-13 2 15,10-24 0-15,10 17 1 16,21-22-1-16,13-11-2 0,17-6 3 15,13-4 3-15,16-5 0 16,11-6-2-16,14-4 3 16,1-1-1-16,4 2 1 15,-7 1 1-15,-13 4 0 16,-15 4 0-16,-13 5 1 16,-20 5 2-16,-18 6 1 15,-20-1-54-15,-14 16-55 16,0 0-31-16,-40-21-25 15,6 19-3-15,-15-8-13 16,0 7 73-16</inkml:trace>
  <inkml:trace contextRef="#ctx0" brushRef="#br0" timeOffset="45983.83">18397 6881 323 0,'37'1'175'16,"18"-9"-7"-16,16-13-62 15,13-8-78-15,16-3 1 16,5-7-12-16,-1-5-19 16,-4 3-67-16,-13-1-63 15,-16-8-21-15,-12 5-5 16,-33-12-1-16,-10 3-2 0</inkml:trace>
  <inkml:trace contextRef="#ctx0" brushRef="#br0" timeOffset="46900.49">16057 5015 246 0,'-10'-23'126'15,"3"-1"-3"-15,2 7-12 16,1-2-8-16,4 19-20 16,-7-25-19-16,7 25-22 15,0-15-29-15,0 15-13 0,0 0 0 16,0 0 0-16,0 0 4 16,7 26-1-16,0 3 2 15,5 13-3-15,2 10 1 16,5 12 0-16,4 7-6 15,0 5 5-15,-1-5-7 16,1-4 5-16,3-8-4 16,-7-10 2-16,3-13-1 15,1-12 2-15,-1-13-1 16,-1-11 4-16,2-9-3 16,-1-12-1-16,-2-8 2 15,2-9-1-15,-3-9 2 0,0-8-2 16,-1-3 2-16,-3 0-5 15,-1-1 3-15,2 5 0 16,-4 7 1-16,-2 9-1 16,1 11 1-16,-11 27 1 15,28-14 0-15,-11 26-1 16,2 10 1-16,4 6 0 16,-1 7-1-16,8 1-1 15,-1 0-1-15,2 1 1 16,-5-10-2-16,0-4 3 15,-3-8-2-15,-6-4 3 16,-1-9-1-16,-16-2 1 16,26-16 1-16,-19-3 0 0,-4-9 0 15,-3-5-1-15,-3-10 1 16,-1-4-7-16,-2-3 1 16,2-2 0-16,-5 4 0 15,6 6 0-15,-1 9 0 16,1 6 0-16,3 27-19 15,0 0-106-15,19-6-29 16,0 27-3-16,-1-4-10 16,16 13-1-16</inkml:trace>
  <inkml:trace contextRef="#ctx0" brushRef="#br0" timeOffset="47335.8">15743 6178 516 0,'35'-5'178'0,"17"-14"-4"0,26-13-130 16,26 0-47-16,28-10 1 15,14-6-1-15,17-3-3 16,5 1 5-16,-3 0-5 16,-3 3 5-16,-13 4-4 15,-12 5 5-15,-14 7-108 16,-17 8-55-16,-28 2-1 16,-6 11-7-16,-20-2 3 15,-11 14 58-15</inkml:trace>
  <inkml:trace contextRef="#ctx0" brushRef="#br0" timeOffset="48231.43">19769 6626 469 0,'0'0'171'16,"0"0"-8"-16,0 0-91 16,46 11-53-16,0-15-23 15,11-1 1-15,9-2-1 16,10-2 3-16,2 1-2 16,-7-1 1-16,-5 0 0 0,-10-1 0 15,-18 0-10-15,-8 1-60 16,-22-7-21-16,-8 16-9 15,-15-29-9 1,-8 10-7-16,-6-4-1 0,-6 1 1 16,-2-1 15-16,-4 3 79 15,8 2 24-15,3 6 10 16,4 0 42-16,7 10 48 16,19 2 20-16,0 0-2 15,-7 16-4-15,7-16-12 16,30 31-8-16,-8-14-9 15,8 9-23-15,-1 0-41 16,4 4-16-16,-5 3-1 0,-2 3 2 16,-9 7-4-16,-8 4 2 15,-12 3 2 1,-13 6-6-16,-13 4 2 0,-17 3-60 16,-18 1-93-16,-10 10-25 15,-31-13-5-15,-7 1-7 16,-29-22 35-16</inkml:trace>
  <inkml:trace contextRef="#ctx1" brushRef="#br1">30254 12208 0,'0'0'0,"-27"28"16,-1-1-16</inkml:trace>
  <inkml:trace contextRef="#ctx0" brushRef="#br1" timeOffset="56264.14">20553 5338 163 0,'-15'-7'97'0,"15"7"8"16,0 0 8-16,0 0-10 16,0 0-10-16,-20-5-9 15,20 5-11-15,0 0-13 16,0 0-12-16,0 0-17 15,0 0-19-15,0 0-3 16,-13 5-1-16,13-5 0 16,0 0-2-16,0 0-4 0,0 0-2 15,0 0-3-15,0 0-1 16,0 0-2 0,0 0 0-16,17 14 1 15,-17-14-1-15,29 16 2 0,-9-6 1 16,6 2 0-16,1 0 0 15,6 2 0-15,4-2-1 16,4 1-1-16,1-3 1 16,7 0-1-16,-1-1 0 15,4-2 2-15,0-2-1 16,4-1 0-16,0-1 1 16,4-3 0-16,-1 0 1 15,9 0 0-15,0-3 0 16,3-1 0-16,3-1 0 15,1 0-1-15,0-2 2 16,6 0-1-16,1-4 1 16,-2 3 0-16,-2-1-1 0,0-1 2 15,4 1-2-15,-3 2 2 16,0-1-2-16,-8 2 2 16,-4 1-1-16,-4 2 0 15,-6-2 2-15,-10 3 0 16,-5 4 2-16,-13-2 1 15,-6 1 1-15,-8-1 2 16,-15 0 1-16,16 4 1 16,-16-4 1-16,0 0-1 15,0 0 1-15,0 0-3 16,0 0 0-16,0 0-2 16,0 0-2-16,0 0-2 15,0 0-1-15,0 0-1 0,0 0-2 16,0 0 1-16,0 0 0 15,0 0 0-15,0 0 1 16,0 0 2-16,0 0 0 16,0 0 0-16,0 0 1 15,0 0 0-15,0 0 0 16,0 0 0-16,0 0 0 16,0 0-2-16,0 0 1 15,0 0-1-15,0 0-2 16,0 0-46-16,0 0-104 15,0 0-31-15,0 0-5 16,0 0-2-16,0 0-8 16</inkml:trace>
  <inkml:trace contextRef="#ctx0" brushRef="#br1" timeOffset="57460.99">23664 5958 197 0,'0'0'127'16,"0"0"4"-16,0 0-10 16,0 0-25-16,0 0-12 15,0 0-15-15,5-24-11 16,5 8-15-16,-3-6-42 16,2-4-12-16,-2-5 0 0,3-4 13 15,-1-1-2-15,-5 1 2 16,2 2 1-1,-6 5 6-15,0 6 3 16,0 6-4-16,0 16-3 0,-6-20-1 16,6 20-1-16,0 0 0 15,-7 17-4-15,1-2-4 16,6 8-3-16,-3 3 4 16,3 9 6-16,0 4-1 15,0 6 1-15,0 6-3 16,0 0 3-16,0 1-4 15,3 6 4-15,-6 0-3 16,3-4 0-16,0 0 0 16,-4-1-1-16,1-4 2 15,3-2-1-15,-4-2 1 16,1-9-2-16,3-3 1 16,-3-4-2-16,3-5 2 0,-2-4-1 15,2-20 2-15,-4 25-2 16,4-25 2-16,0 0 0 15,0 0 0-15,-14 16 0 16,14-16 0-16,0 0 0 16,-19-2 0-16,19 2-1 15,-26 0 0-15,7 0 0 16,0 0 1-16,-3 4-1 16,-1-1 0-16,-3 1 0 15,0 1 1-15,5 0 0 16,-1-1 0-16,6-1 4 15,16-3 2-15,-16 2-3 16,16-2-1-16,0 0 0 0,32-2 0 16,0-1 0-16,5-3-1 15,12 1-2-15,1 0-3 16,12-2 4-16,3-2 0 16,-3 2 0-16,-5-1 0 15,-10 1 1-15,-5 2 6 16,-9 1 0-16,-11 1-5 15,-22 3-2-15,20-2 0 16,-20 2 0-16,0 0 0 16,0 0 0-16,0 0-7 15,0 0 3-15,0 0-44 16,0 0-79-16,0 0-46 0,0 0-14 16,22-21-6-16,-15-1 0 15</inkml:trace>
  <inkml:trace contextRef="#ctx0" brushRef="#br1" timeOffset="62299.43">20843 6102 182 0,'0'0'109'0,"0"-21"23"16,0 21-10-16,0 0-10 15,-3-17-18-15,3 17-12 16,0 0-18-16,0 0-19 0,-14-7-23 16,14 7-29-16,-19 12 2 15,19-12-1-15,-23 33 2 16,7-9 1-16,6 4 1 15,-2 8-1-15,1 4 3 16,1 3-1-16,8 4 1 16,-1 0-2-16,8-4 4 15,-2-2-2-15,8-1 2 16,5-9-1-16,1-3 1 16,-2-9 2-16,8-5 3 15,-4-9 2-15,4-1-1 16,-1-10 0-16,1-2 0 15,-2-8 1-15,-2-3-2 0,-4-7-3 16,1-7-2-16,-2-5-3 16,-7-5-2-1,-7-4 1-15,-7-5-1 16,0 0 0-16,-5 0-2 0,-6 4 1 16,-1 5-2-16,4 5 2 15,-4 6-1-15,1 10 0 16,6 5 0-16,12 17-1 15,-19-19-1-15,19 19-60 16,0 0-48-16,0 0-39 16,-3 19-14-16,3-19-4 15,26 20 1-15,-11-11 74 16</inkml:trace>
  <inkml:trace contextRef="#ctx0" brushRef="#br1" timeOffset="62779.77">21605 6029 180 0,'0'0'178'15,"-3"-16"-9"-15,3 16-57 16,0 0-24-16,0 0-15 15,-21 13-21-15,16 6-14 0,-6 3-11 16,4 11-19 0,-1 9-12-16,-3 3 3 15,2 6-2-15,2 0 2 16,4-3-2-16,6-5 2 0,1-5 0 16,5-5 2-16,1-10-1 15,6-8 4-15,3-8 1 16,5-5-2-16,2-7 3 15,2-5 1-15,-2-10-1 16,3-5 0-16,-6-10 0 16,0-3-4-16,-10-9 0 15,0-3-2-15,-13-6 1 16,-4-1-5-16,-5 2 3 16,-4 1-2-16,-3 8 0 15,-7 4 1-15,1 7 0 16,3 11 0-16,-2 7-17 15,2 6-68-15,19 11-46 0,-23 6-24 16,23-6-14-16,-7 22-1 16,7-22-5-16</inkml:trace>
  <inkml:trace contextRef="#ctx0" brushRef="#br1" timeOffset="63294.14">22690 5934 344 0,'-16'-12'177'0,"16"12"-50"0,-15-9-25 16,15 9-15-16,0 0-27 16,-14 16-33-16,7 3-28 15,-2 7-1-15,-1 8 0 16,1 10 1-16,-1 6-1 16,-1 5 2-16,6 2-1 15,2 0 0-15,6-1-1 16,2-6 0-16,6-5-1 0,4-9 2 15,3-8-1-15,4-6 2 16,-3-9 2-16,7-6 1 16,-3-11 1-16,0-6 0 15,3-13 1-15,-7-6-1 16,0-9 0-16,-5-9-3 16,-6-8-1-16,-4-4-3 15,-9-4 2-15,-6 3-3 16,-8 3 3-16,-7 6-2 15,-7 10 0-15,-2 6-57 16,2 16-60-16,-3 11-34 16,-2 1-18-16,5 12 3 15,1-2-8-15</inkml:trace>
  <inkml:trace contextRef="#ctx0" brushRef="#br1" timeOffset="67290.98">27816 4120 207 0,'-12'-23'84'0,"5"8"1"16,7 15-6-16,-23-35 11 15,13 19-3-15,-13-6-12 16,8 1-13-16,-8-5-9 16,4 4-17-16,-11-6-2 15,8 6-13-15,-15-1-11 0,6 2-11 16,-9-1 2-16,-1 6-4 15,-5-1 3-15,-2 3 1 16,-4 4 0-16,0 1-1 16,3-1 2-16,-3 3-2 15,7 1 1-15,0 1 0 16,0 5 0-16,1-3 0 16,3-1 0-16,-1 1 0 15,2 1-1-15,-2 0 1 16,1-1-2-16,-1-2 3 15,-5 0-3-15,2-2 1 16,0 0 1-16,0 0-2 0,-4 2 1 16,1-2-1-16,-1 0 2 15,0 2-2-15,4 1 2 16,2 2 0-16,1-1 0 16,0 1 0-16,6-1 0 15,-2 3 0-15,5-2 0 16,-2 2-1-16,2-3-1 15,0 1 1-15,-2 4-2 16,2 1 2-16,1 0-1 16,-3 1 1-16,5-1-1 15,-3 4 0-15,2-2-1 16,2 6 1-16,-1-2 0 16,4 1 0-16,3 2-1 0,-3 2 1 15,4 1 0-15,-4 5 0 16,3 2 3-16,-3 1 5 15,0 6-6-15,0 0 3 16,4 4-3-16,-8 0 4 16,4 3-5-16,0 1 4 15,-2 1-5-15,2 2-3 16,0-4 1-16,0 0 3 16,4 3 0-16,-1 0-2 15,2 3 0-15,2-1 2 16,3 6-3-16,3-2 1 15,0-2 0-15,3 2-1 16,1 0-2-16,6-1 4 0,-1-1-4 16,4-3 2-16,0-2-1 15,7 2 0 1,-2-2 6-16,2 2-5 16,4-4 5-16,1 0-5 0,-2-1 7 15,6-2-6-15,-6-2 7 16,6-2-5-16,1-1-1 15,-1 2 2-15,3-5-2 16,0 1 2-16,4 0-2 16,-1 0 1-16,4-1-2 15,-3 1 3-15,6-6-1 16,1 1 1-16,-4 0 0 16,4 0-2-16,4-2 1 0,-1-4 1 15,0 3 0 1,2-5-1-16,5 1 0 15,-2 0 0-15,-2-2-1 16,3-1 1-16,-3-1 0 0,2 0 0 16,1-1-1-16,-3 1 0 15,2-1 0-15,-1 0 1 16,1-1 1-16,2-1-1 16,-2 0-1-16,-2 2 1 15,6-2 1-15,-4 1 0 16,2-1-1-16,-2 0 0 15,-5-1 0-15,2 0 1 16,1 0-1-16,-6-3-1 16,1 2 0-16,2-1 0 0,-3-1 2 15,-1 2-1 1,1-1 1-16,1-1 0 16,2-1-1-16,5 2 1 0,-5-1 0 15,4 0-1-15,-3-1-1 16,3 2 3-16,-3-3-3 15,-1 1 1-15,0 0 0 16,-1 0 1-16,4-2 0 16,-5 0 0-16,2 0 0 15,0 0-1-15,0 0 0 16,-1 0 3-16,-3 0-2 16,1 0-1-16,-1 1 1 15,-1-1-1-15,-2-1-1 16,0-1 1-16,-3 2-1 15,-3-2 0-15,-1 0 0 16,1-1-1-16,-5-1-2 0,3-1-23 16,-3 4-6-16,-15 1-3 15,33-7 0-15,-33 7-1 16,31-11-2-16,-31 11-3 16,30-8-3-16,-30 8 19 15,26-13 7-15,-26 13 2 16,26-10 2-16,-26 10-1 15,26-12 2-15,-26 12 4 16,23-17 7-16,-23 17 0 16,22-16 3-16,-22 16-6 15,19-16-5-15,-19 16 0 16,23-17-1-16,-23 17 1 0,24-15-1 16,-24 15 2-16,19-19 0 15,-19 19 4-15,16-21 5 16,-16 21 1-1,15-21 0-15,-15 21 0 0,11-24-1 16,-11 24 0-16,12-21 0 16,-12 21 1-16,14-21 0 15,-14 21-1-15,15-22 1 16,-15 22-1-16,14-19 1 16,-14 19 0-16,16-21 0 15,-16 21 0-15,14-16 0 16,-14 16 0-16,9-15 0 15,-9 15 0-15,6-16 1 0,-6 16-1 16,7-15 1-16,-7 15 0 16,9-19 1-16,-9 19 0 15,4-21 1-15,-4 21 1 16,7-18 4-16,-7 18 9 16,6-24 6-16,-6 24 7 15,6-22 5-15,-6 22 3 16,7-24 5-16,-7 24 5 15,3-26-1-15,-3 26-10 16,4-26-4-16,-4 26-8 16,3-25-4-16,-3 25-4 15,5-22-4-15,-5 22-8 16,7-19 1-16,-7 19 0 0,7-18 3 16,-7 18-1-16,4-17 0 15,-4 17-2-15,3-15 2 16,-3 15-2-1,0-18-6-15,0 18 3 0,-3-19-10 16,3 19 8-16,-4-24-7 16,4 24 6-16,0-28-5 15,0 28 7-15,-7-26-2 16,7 26 3-16,-3-26-2 16,3 26 2-16,-4-20-3 15,4 20 3-15,-1-18-2 16,1 18-1-16,-7-15 1 15,7 15-1-15,-4-16 0 0,4 16 0 16,-3-19 1 0,3 19 0-16,-7-19-1 15,7 19 1-15,-4-22 0 16,4 22-1-16,-5-23 0 0,5 23 0 16,-3-24 1-16,3 24-1 15,-7-24 1-15,7 24-2 16,-7-28 2-16,5 12-1 15,-5 1 3-15,3-4-3 16,-2 1 1-16,-3-2-1 16,2-1 1-16,-3-2 1 15,1-1-1-15,-2 0-1 16,4-2 1-16,-1 2-1 16,-3-1 1-16,4 1-1 15,-5 2 1-15,2 3 0 16,1 1 1-16,-5 3-1 15,14 15 0-15,-31-24 0 0,14 22-66 16,-9-2-66-16,-4 3-40 16,4 2-2-16,-5-1-5 15,5 6 0-15</inkml:trace>
  <inkml:trace contextRef="#ctx0" brushRef="#br1" timeOffset="68910.13">28253 6498 126 0,'-8'-22'124'0,"8"3"-26"0,3-4-2 16,2-1 6-16,-1-11-12 16,6 2-17-1,-3-10-8-15,5 2-10 0,-8-6-6 16,6 5-15-16,-5-1-14 16,-1 1-21-16,-1 6 2 15,1 8-1-15,-1 4 1 16,-3 7-1-16,0 17 2 15,-3-21-1-15,3 21 0 16,0 0 0-16,0 0-1 16,0 0 0-16,0 0 0 15,-11 23 0-15,11-6-3 16,0 5 1-16,0 6 0 16,0 5 1-16,7 3 0 15,-3 1 0-15,3 6-1 16,1-3 0-16,-1 3 1 0,4-1 1 15,-3-3-2-15,3-2 3 16,-2-1-3-16,-3-1 1 16,1-4-1-16,0 0 2 15,-1-5-1-15,1-2-1 16,-4 0 0-16,-3-3 0 16,3 0 1-16,-3-4 1 15,0-17-1-15,0 28 1 16,0-28 0-16,0 19 1 15,0-19 0-15,0 0-1 16,-6 17 0-16,6-17-1 16,0 0 1-16,0 0 2 15,-13 19-4-15,13-19 4 0,0 0-3 16,0 0 4-16,-20 19-5 16,20-19 5-16,-20 9-3 15,20-9 0-15,-19 9-1 16,19-9 2-16,-19 10-2 15,19-10 1-15,-14 9-1 16,14-9 2-16,0 0-2 16,-19 14 2-16,19-14-2 15,0 0 1-15,0 0 2 16,-19 12-2-16,19-12 1 16,0 0 0-16,-26 10-1 15,26-10-1-15,-22 9 1 0,22-9 0 16,-26 8-1-16,6-6 0 15,3 3 1-15,1-1-1 16,-3 1 1-16,0-2 1 16,2 1-2-16,1-2 2 15,16-2 0-15,-26 5 0 16,26-5-1-16,0 0-1 16,0 0 0-16,0 0 1 15,0 0-1-15,33-9-1 16,2 7 0-16,5-3 0 15,8 2 1-15,10-1 2 16,8-1-1-16,1 0 0 16,5 1 3-16,2-1 0 0,-6 2 3 15,-6-2-3-15,-8 1 0 16,-7 2 0-16,-16 2 2 16,-5 0 0-1,-26 0-3-15,19 2-1 0,-19-2-2 16,0 0 0-16,0 0-9 15,0 0-106-15,0 0-41 16,0 0-12-16,-5-17 2 16,5 17-8-16,5-40 32 15</inkml:trace>
  <inkml:trace contextRef="#ctx0" brushRef="#br1" timeOffset="77761.37">28234 6398 99 0,'7'-18'40'0,"-7"18"-10"16,7-32-8-16,-2 12-6 16,-1-4 3-16,3-2 4 15,-4-1 6-15,1-5 5 16,-1 1 3-16,2 0 15 15,-1 5 5-15,-4-2 10 16,7 9 9-16,-11-3-4 16,4 22-7-16,4-24-5 15,-4 24-7-15,0 0-13 16,0 0-11-16,0-16-14 16,0 16-13-16,0 0 0 15,-4 17-1-15,4-17-1 16,-3 30 0-16,-1-6 0 0,4 7 0 15,4 6 0-15,-4 2 0 16,3 6-1-16,-3 2 2 16,4 2-2-16,-1 1 1 15,1-2-2-15,-4-1 1 16,0 0-1-16,0-2 1 16,-4-4-2-16,4-3 6 15,-7 0-6-15,4-1 6 16,-1-4-6-16,-1-2 6 15,2-5-6-15,-4-2 6 16,7-5-4-16,-7 0 1 16,7-19 4-16,-5 21-4 0,5-21 6 15,0 0-6-15,0 0 0 16,-7 15 0-16,7-15 6 16,0 0-7-16,0 0-5 15,0 0 5-15,0 0-6 16,0 0 6-16,0 0 0 15,0 0 1-15,0 0-2 16,0 0 1-16,0 0 0 16,0 0 1-16,0 0 6 15,0 0-6-15,0 0 0 16,0 0 0-16,0 0 0 16,0 0-1-16,0 0 6 15,0 0-8-15,0 0 1 0,0 0 0 16,0 0 7-16,0 0-6 15,0 0 1-15,0 0 1 16,0 0 0-16,0 0 1 16,0 0-7-16,0 0 6 15,0 0-8-15,0 0 7 16,26-10-5-16,-26 10 3 16,26-7-4-16,-7 2 3 15,0 2-27-15,-3-4-51 16,1 1-34-16,2 3-43 15,-19 3-21-15,23-17-10 16,-20-2 31-16</inkml:trace>
  <inkml:trace contextRef="#ctx0" brushRef="#br1" timeOffset="82484.72">29026 4274 134 0,'0'0'74'0,"3"-21"4"16,-3 21 8-16,4-21 7 15,-4 21 3-15,0-22-10 16,0 22-9-16,-4-26-7 16,4 26-10-16,0-35-10 15,0 20-16-15,-7-8-18 16,4 4-13-16,-4-3 0 15,2-1-1-15,-2 1 1 0,0 2-2 16,-2 0 1 0,-1-1-2-16,-2 2 1 15,1-2-9-15,1 6 6 16,-6-1-6-16,6 0 4 16,-2-1-2-16,12 17 3 0,-23-26-4 15,23 26 5-15,-23-19 2 16,23 19-4-16,-22-21 4 15,22 21-1-15,-30-19 0 16,11 12 0-16,-3-3-1 16,-4 0 1-16,3-1 2 15,-6 1-1-15,-1-2-1 16,1 3 1-16,-1-3 0 16,-1 2 1-16,5 1-1 15,-4 0 1-15,4 1-1 16,0-1 1-16,0 2 0 15,0 0 1-15,0 0-3 0,3 2 1 16,1-2 1-16,-1 2 0 16,1 0-1-16,-1-1 0 15,-3 3-1-15,0-4 0 16,0 2 1-16,0 0 0 16,-3 1-1-16,2 2 0 15,-4 1 0-15,5-3 2 16,-3 3-1-16,-1 2-1 15,4-1 1-15,0 2 0 16,4 0 0-16,-4-1 0 16,6 1-1-16,-2 2 0 15,3-1-1-15,1-3 2 16,-1 2-1-16,-3 1 0 0,3-1 1 16,0-2-1-16,-4 4 1 15,2-3-1-15,2 3 1 16,0 3 0-16,0 0-2 15,0-1 2-15,1 0-2 16,3 1 2-16,-4 0-1 16,1 1 0-16,3 1 1 15,-1-2-1-15,-1 0 2 16,1 1-2-16,16-8 2 16,-29 19-1-16,29-19 1 15,-26 18-1-15,26-18 1 16,-26 20-2-16,26-20 0 15,-20 20 0-15,20-20 1 0,-22 20-1 16,22-20 1-16,-19 23 1 16,19-23-2-16,-23 24 2 15,23-24 8 1,-19 33-7-16,9-14 2 0,-1 0-4 16,3 3 4-16,-3-2-5 15,4 0 6-15,-1 3-7 16,4-2-3-16,-3-4 5 15,4 0-1-15,-3 0 1 16,3-1 1-16,0 1-2 16,-1 1 1-16,1-1 1 15,-1 0-2-15,4 4 1 16,-3-2 0-16,1 2-1 0,-2 0 1 16,4 3-2-16,-3 0 2 15,0 2-1-15,3 0 2 16,-4-2-3-16,4 2 3 15,0 0-3-15,-3-2 2 16,3 2 0-16,0-1-1 16,-4-3 0-16,4 1 1 15,0 1-1-15,-3 0 1 16,3-3 0-16,-2 3-1 16,2-1 0-16,-4-1 1 15,4-1-1-15,-3 1 2 16,-1-3-2-16,4 1 1 15,-3 0 0-15,3-2-3 16,-3-1 2-16,3 2-2 0,0-3 8 16,3 1-7-1,0-2 8-15,-3-15-6 16,7 28 6-16,-7-28-4 0,6 28 5 16,-6-28-4-16,10 24-2 15,-10-24 1-15,10 23-2 16,-10-23 0-16,13 22-1 15,-13-22 2-15,13 21-2 16,-13-21 1-16,16 21 0 16,-16-21 0-16,23 20 1 15,-23-20-1-15,26 19 0 0,-26-19 0 16,26 19 0 0,-26-19 0-16,29 21-1 15,-13-10 1-15,0-1-1 16,-3 4 1-16,3-2 1 0,3 2-2 15,-2-2 0-15,-1 0 1 16,0 0 0-16,1-1 0 16,-1-1-1-16,-16-10 0 15,26 19 0-15,-26-19 1 16,29 17-1-16,-13-8 1 16,-2 0 0-16,1 1 1 15,4 0-2-15,1 2 1 16,0 1 0-16,6-3-1 15,-3 4 1-15,3-4-1 16,0 1-1-16,-2 1 1 16,2-4 0-16,0-2 1 15,-3 0-1-15,-2 1 3 0,-2-3-2 16,0 1 0-16,0-1 0 16,-2-3 0-16,3 3 0 15,-5-1 0-15,4-1 0 16,-1 0-2-16,-3 1 2 15,1-1 0-15,1 1 1 16,-1-1-1-16,3 3 0 16,-2-1 0-16,-1-1-1 15,3 2 1-15,0 1 0 16,-2-3 0-16,3 2-1 16,-1 0 1-16,3-3 0 15,-3 2 0-15,-1-4-1 16,1 1 1-16,-4 1-1 0,3 1 2 15,-18-3-1-15,28 2-1 16,-28-2 1-16,29 2 0 16,-29-2 0-16,30 2 0 15,-15-2 1-15,-1 0-1 16,5 0 1-16,-3 1 0 16,1-1-1-16,-1 0 4 15,-1 0-2-15,-1 0-1 16,2-1 0-16,-16 1 0 15,26 0-1-15,-26 0 1 16,26-2-1-16,-26 2-2 16,26-2 2-16,-26 2 1 15,23 2 0-15,-23-2-1 0,29 2 2 16,-29-2-2-16,26 1 2 16,-26-1-2-16,26 2 0 15,-10-2 1 1,-16 0-2-16,26 0 2 0,-26 0-2 15,26-2 1-15,-26 2-1 16,22-1 1-16,-22 1 1 16,26 0 0-16,-26 0-1 15,23-4 0-15,-23 4 2 16,23-2-2-16,-23 2 1 16,22-1-1-16,-22 1 0 15,19-4 0-15,-19 4 1 16,21-5-1-16,-21 5-1 0,16-5 1 15,-16 5 0 1,19-5-1-16,-19 5 1 16,17-7-1-16,-17 7 0 15,16-5 1-15,-16 5 0 0,15-7 0 16,-15 7 0-16,18-7 0 16,-18 7 0-16,15-7 1 15,-15 7 0-15,16-7-2 16,-16 7 0-16,0 0 1 15,17-9 0-15,-17 9 0 16,0 0-1-16,19-10 0 16,-19 10 1-16,0 0 0 15,16-11 0-15,-16 11 0 16,0 0 0-16,14-15 1 16,-14 15-1-16,0 0 1 15,19-21 0-15,-19 21 0 16,12-15-1-16,-12 15 1 0,14-19-1 15,-14 19 0-15,12-16 0 16,-12 16 0-16,7-16-1 16,-7 16 1-16,0 0 0 15,11-20-1-15,-11 20 2 16,0 0-1-16,8-16 0 16,-8 16 0-16,0 0 1 15,11-21-2-15,-11 21 1 0,0 0 0 16,8-21 1-16,-8 21-1 15,7-19-1 1,-7 19 1-16,4-15-1 16,-4 15 2-16,7-16 0 0,-7 16-1 15,3-19-1-15,-3 19 1 16,2-21 0-16,-2 21 0 16,3-22 1-16,-3 22-1 15,4-28 0-15,-4 28 0 16,3-26 2-16,-3 26-3 15,4-27 2-15,-4 27-1 16,3-26 1-16,-3 26-1 16,4-25 1-16,-4 25-2 15,0-26 2-15,0 26-1 16,0-26-6-16,0 9 6 16,-4 2-5-16,4-3 5 15,-3-1-5-15,-1 0 8 0,1 0-10 16,-4 0 10-16,2 0-2 15,-2 2 1-15,3-2-2 16,1 1 4-16,-2 3-2 16,1-1-3-16,1 1 4 15,-1-1-2-15,4 16 0 16,-7-29 1-16,7 29 0 16,-3-25-3-16,3 25 1 15,0-27 1-15,0 27-1 16,-4-28 0-16,4 28 1 15,-1-26-2-15,1 26 3 16,-4-26-3-16,4 26 2 16,-3-26-1-16,3 26 1 0,-4-19-1 15,4 19 1-15,0-24-1 16,0 24 1-16,-7-24 0 16,7 24-1-16,-8-28 0 15,8 28 0-15,-14-31 0 16,7 13 1-16,-5 1-2 15,1-2 0-15,-1 0 1 16,-2-2 0-16,-1 2-1 16,-5-3 1-16,1 1-2 15,2 0 1-15,-6 4 0 16,4-2 0-16,0 2-1 16,0 4-65-16,-2-2-66 15,2 1-33-15,0 5-3 16,0-1-4-16,0 6-1 0</inkml:trace>
  <inkml:trace contextRef="#ctx0" brushRef="#br1" timeOffset="84039.83">28922 5416 39 0,'0'0'24'15,"0"0"-3"-15,0 0-1 16,0 0 1-16,0 0 3 0,0 0 2 16,-16-12 2-16,16 12 0 15,0 0-1-15,0 0-3 16,0 0-3-16,0 0-2 16,0 0-6-16,0 0-2 15,0 0-2-15,0 0-2 16,0 0-1-16,-10-15-1 15,10 15-16-15,0 0-30 0,0 0-25 16,0 0-28 0,3-23-11-16,11 23 50 15,-14 0 55-15</inkml:trace>
  <inkml:trace contextRef="#ctx0" brushRef="#br1" timeOffset="85839.11">29989 6406 150 0,'-3'16'67'0,"3"-16"10"15,0 0 5-15,-4 17 2 16,4-17 5-16,0 0-9 16,0 0-10-16,0 0-8 15,0 0-10-15,0 0-12 16,0 0-10-16,0 0-7 0,0 0-13 16,0-17 1-16,0 17-2 15,4-29-1-15,-4 6 0 16,0-3-4-1,0-3 1-15,3-3-1 0,-3-2-2 16,4-3-1-16,-4 1 1 16,1 2-3-16,-1 2 2 15,-1 5-3-15,1 2 1 16,-4 5-2-16,4 4 2 16,0 16-1-16,-3-24 1 15,3 24 1-15,0-16-2 16,0 16-1-16,0 0 0 15,0 0-1-15,0 0-1 0,-7-15-1 16,7 15-1-16,0 0-1 16,0 0 1-1,0 0 2-15,0 0 0 16,-7 20 1-16,7-20 1 0,0 28 0 16,0-7 1-16,0 5 2 15,0 3-3-15,0 6 2 16,0 3-1-16,0 0 1 15,0 4 0-15,0 1 0 16,0 2 0-16,0 0 1 16,0 0-1-16,0-2 1 15,0-1-2-15,-4 1 2 0,4-3-2 16,-1-4 1 0,1-1-1-16,-4-4 6 15,4-2-6-15,0 1 7 16,4-4-5-16,-4 0 5 0,5-5-6 15,-2-2 6-15,1-4-5 16,-1 1-1-16,-3-16-1 16,7 17 2-16,-7-17-1 15,0 0 0-15,0 0 0 16,4 16 1-16,-4-16 0 16,0 0-1-16,0 0 7 15,1 19-6-15,-1-19 6 16,0 0-6-16,4 22 6 15,-4-22-7-15,0 0 6 16,0 21-5-16,0-21-1 16,0 0 0-16,0 0-1 15,0 0-4-15,0 0 4 0,0 0-2 16,0 0 2-16,0 0 2 16,0 0-2-16,-16 10 2 15,16-10 0-15,-15-3 5 16,15 3-5-16,-23-2 5 15,23 2-4-15,-30 2 0 16,13 0 0-16,2-1-5 16,-1-1 3-16,16 0 1 15,-26 4 0-15,26-4-5 16,-19 2 4-16,19-2-4 16,0 0 4-16,-18 1 4 15,18-1 0-15,0 0 2 16,0 0 1-16,0 0 7 0,0 0-5 15,0 0 5-15,0 0-3 16,18-15 1-16,-18 15-5 16,26-9-2-16,-7 2-8 15,3 0 5-15,13-1-7 16,5-3 6-16,5-3-7 16,4 0 7-16,6-1-6 15,3-1 8-15,-3 1 0 16,-3-1 0-16,-3 2 0 15,-11 2-1-15,-5 3 0 16,-10 1-2-16,-4 3-1 16,-19 5-3-16,14-6-2 15,-14 6-1-15,0 0-2 0,0 0-72 16,0 0-59-16,0 0-26 16,-30 2 4-16,30-2-5 15,-33-8 5-15</inkml:trace>
  <inkml:trace contextRef="#ctx0" brushRef="#br1" timeOffset="86766.77">29123 6233 154 0,'-7'-31'130'16,"7"12"-9"-16,0 19-6 16,-3-28-11-16,3 28-19 15,-9-22-11-15,9 22-11 16,0 0-18-16,-23-14-18 16,23 14-23-16,-26 5-7 15,26-5-1-15,-26 23 3 0,12-4 1 16,6 5-1-1,-3 7 1-15,8 6 0 16,-1 2-2-16,8 8 2 16,-1-2-1-16,8 4 0 0,1-3 0 15,7-1 2-15,-2 0-1 16,9-3 2-16,-3-2-1 16,6-2 6-16,3-4-6 15,1-1 6-15,0-5-5 16,1-4 3-16,-1-3-6 15,-3-4 6-15,-2-8-5 16,-2-2 0-16,-6-5 0 16,0-4 0-16,-5-5 0 15,-15 7 1-15,26-30 2 16,-19 10-7-16,2-8 8 16,-2-1-8-16,-4-6 8 15,-3-7-7-15,0-1 8 0,-7-4-8 16,2-3 7-16,-9-2-3 15,-1 0 1-15,-5-1-1 16,0 1-2-16,-6 3-1 16,-2 4 0-16,-2 5-1 15,-3 8 0-15,0 0 0 16,2 8 1-16,-2 3-1 16,4 6 3-16,3 3-1 15,3 1 1-15,7 4 1 16,16 7-70-16,-15-8-50 15,15 8-43-15,0 0-6 16,19-11-5-16,0 13 2 16</inkml:trace>
  <inkml:trace contextRef="#ctx0" brushRef="#br1" timeOffset="91508.14">28234 6283 103 0,'0'0'38'16,"0"0"0"-16,0 0-3 0,0 0 0 15,0 0 1-15,0 0-2 16,0 0-2-16,0 0-5 16,0 0-3-16,0 0-3 15,0 0-2-15,0 0-3 16,0 0-6-16,0 0-6 15,0 0-2-15,0 0 0 16,0 0-1-16,0 0 0 16,0 0-1-16,0 0-1 15,0 0 0-15,0 0 0 16,0 0 1-16,0 0-2 16,0 0-1-16,0 0-13 15,0 0-18-15,0 0-17 0,0 0-22 16,14 6-17-16,-14-6-19 15,0 0 13-15,0 0 96 16</inkml:trace>
  <inkml:trace contextRef="#ctx0" brushRef="#br1" timeOffset="94803.48">28290 5949 225 0,'0'0'124'0,"0"0"-11"0,0 0-3 15,0 0-12-15,0 0-9 16,0 0-14-16,0 0-21 16,7 35-34-16,-4-9-22 15,6 7 2-15,-2 7-1 16,3 5 1-16,2 5-2 16,-1 2 1-16,1-2-1 15,4-3 2-15,-6-4-3 16,2-5 2-16,-1-7-2 15,-5-5-2-15,3-3-32 16,-9-23-33-16,11 26-29 16,-11-26-33-16,-4 17-24 15,4-17-15-15,0 0 1 0,0 0 118 16</inkml:trace>
  <inkml:trace contextRef="#ctx0" brushRef="#br1" timeOffset="100799.53">28861 4282 127 0,'-7'-20'63'0,"7"2"4"15,0 18 4-15,-7-27 6 16,7 27-1-16,-9-16 2 15,9 16 4-15,0 0-13 16,0 0-9-16,0 0-8 16,0 0-11-16,0 0-10 0,0 0-10 15,-3 28-10-15,6-6-12 16,2 9 1-16,-1 8 1 16,3 7-2-1,0 8 1-15,-2 1-2 0,5 6 1 16,-3-1-2-16,2 3 1 15,-2-4 6-15,0-4-5 16,0-5 5-16,-2-5-5 16,-1-7 6-16,-1-3-5 15,1-9 7-15,-4-5-5 16,-4-6-2-16,4-15-1 16,0 0-2-16,0 0-3 15,0 0 2-15,0 0-2 0,-12-17 0 16,8-6-2-16,1-4-5 15,0-11 7 1,-8-6-3-16,2-6 10 16,2-5-5-16,-5-8 6 0,2-2-7 15,-1-5 8-15,-1 3 1 16,-2 3-1-16,6 5 1 16,-3 5-3-16,3 8 0 15,1 9-1-15,0 8 3 16,3 8-2-16,4 21 3 15,-3-15 2-15,3 15 0 16,3 22-1-16,4 9-1 0,0 14 2 16,5 12-2-1,6 13 0-15,-3 11-5 0,8 9-1 16,-4 3 7 0,4-3-7-16,-4-6 6 15,-2-7-6-15,-1-9 6 0,-1-7-6 16,-1-13 7-16,-7-8-5 15,-2-7-2-15,-1-11-16 16,6 1-87-16,-10-8-42 16,0-15-31-16,0 0-12 15,0 0-3-15,0 0 90 16</inkml:trace>
  <inkml:trace contextRef="#ctx0" brushRef="#br1" timeOffset="102983.08">29937 6368 134 0,'0'0'68'15,"0"0"0"-15,0-15 7 0,0 15 0 16,-3-16 2-16,3 16 3 16,-4-26 5-16,4 26-10 15,0-36-10-15,4 17-9 16,-4-12-14-16,3 3-11 16,-3-8-7-16,4 3-11 15,-4 0-10-15,0 0 0 16,0 3 1-16,0 6-1 15,0 5 1-15,0 4-2 16,0 15 0-16,0 0-6 16,-4-16-1-16,4 16 3 15,0 0 0-15,-3 19-2 16,3-19-1-16,0 30 3 0,0-11-1 16,-4 1 6-16,1 5-2 15,-1-3 1-15,-1 2-2 16,-2-3 0-16,0 0 1 15,0-4-1-15,-2 0 0 16,9-17 0-16,-13 28 0 16,13-28 0-16,-16 23-1 15,16-23 1-15,-10 20-1 16,10-20 1-16,-9 16-1 16,9-16 0-16,0 0 0 15,0 0 0-15,0 0 0 16,0 0 0-16,0 0-1 15,0 0 0-15,0 0-2 0,0 0-3 16,0 0-3-16,0 0 1 16,0 0-1-16,0 0 1 15,0 0-1 1,9-16 2-16,-9 16 3 0,13-26 1 16,-4 9 4-16,2-5 0 15,-1-4 1-15,-1-2-1 16,1 0 1-16,-3 4-2 15,2 2 2-15,-6 3 0 16,1 1 0-16,-4 18-1 16,3-19 0-16,-3 19 0 15,0 0 2-15,0 0 0 0,0 0 1 16,0 0 2-16,0 0 1 16,0 0 0-16,0 0 1 15,-3 26 0 1,3-26-2-16,0 33 0 15,3-9-1-15,-3 4-3 0,4 3-1 16,1 0 0-16,-2 4-1 16,1 0 1-16,3-1-1 15,-4 4 0-15,1-3-2 16,1-4-7-16,2 4-56 16,-4-4-39-16,1-2-26 15,-1 4-18-15,1-5-14 16,-3 5-12-16,-1-6 43 0</inkml:trace>
  <inkml:trace contextRef="#ctx0" brushRef="#br1" timeOffset="103280.29">29920 7215 196 0,'0'0'83'16,"0"0"-8"-16,0 0-27 0,0 0-51 15,0 0-45-15,-9-18-37 16,9 18-19-16,0-26-9 16,7 11 65-16</inkml:trace>
  <inkml:trace contextRef="#ctx0" brushRef="#br1" timeOffset="112354.74">24049 5833 164 0,'0'0'65'0,"0"-17"13"16,0 17 7-16,4-17 11 15,-11 1 2-15,7 16-10 16,0-27-8-16,0 27-6 16,-4-28-13-16,4 28-13 15,-7-26-13-15,7 26-19 16,-8-28-13-16,8 28-1 16,-11-29 2-16,2 13-2 0,3-1 1 15,-1 0-2-15,-2-3 0 16,-2 1 0-16,1 0 0 15,1 0-1-15,2 0 2 16,-3 0-1-16,1 2 1 16,2 1 2-16,-5-1 1 15,12 17-2-15,-21-26-3 16,21 26 0-16,-31-28 0 16,17 16 0-16,-5 2 0 15,0 1 0-15,2 1 0 16,1 2 0-16,0 1 0 15,16 5 0-15,-26-3 0 16,26 3 0-16,-19 0 0 0,19 0 0 16,-17 3 0-16,17-3 0 15,0 0-2-15,-23 11-11 16,23-11 0-16,0 0 3 16,-22 10 2-16,22-10 4 15,-16 9 1-15,16-9 0 16,-19 5 2-16,19-5 0 15,-21 5 0-15,21-5 0 16,-27 10 0-16,27-10 1 16,-26 14-1-16,8-5 0 15,3 0 0-15,-1 3 0 16,2 0 0-16,-5 2 1 16,3 1 0-16,2 3-2 0,-1-1 1 15,1 4 1-15,-2-1-1 16,6 1 1-16,-6 2-1 15,4 1 1 1,2 0-2-16,-2 0 3 0,1 4-2 16,1 0 1-16,-2 1 4 15,1 2-4-15,4 2 2 16,2 0-1-16,-2 0 3 16,4 0-4-16,-1 0 3 15,4 0-3-15,0-2-1 16,4 0 0-16,-1 0 1 15,-3-3-1-15,4 3 0 16,-1 0 1-16,0-3-1 0,3 1 2 16,-3 2-2-16,1-1 2 15,-1 1-2-15,4 0 2 16,-4-1-2-16,3-1 1 16,1 2 0-16,-4 0 0 15,4-1-1-15,-2-3 2 16,2 1 0-16,0-2 0 15,2 2 0-15,1-4 1 16,1 0 0-16,1-3 1 16,2 3-2-16,-2 1 3 15,3-5-3-15,3 1 3 16,-3 0-2-16,5-2 1 16,-3-2 1-16,5 1-2 0,-2-5 2 15,-1-1-9-15,0 1 7 16,3-5-5-1,-4 1 3-15,1-2-9 16,0-4 4-16,0-1-1 0,-2-2-2 16,2-3 6-16,-3-1-4 15,1-1 0-15,2-2-2 16,1-3 8-16,-1-1-7 16,0-3 5-16,-2 1-2 15,2-5 3-15,0 1-3 16,4-2 3-16,-6-2 1 15,-1 2-1-15,3-3 2 0,-5 1-2 16,-2-3 2-16,4 3-2 16,-6-3 2-1,0-1-1-15,3-2 1 16,-3 1 0-16,-1-2 0 16,-2 0-1-16,0 1 2 0,1-3-2 15,-1 4 1-15,0 0 0 16,0 2 0-16,2 0 0 15,-2 0 0-15,-4 1 0 16,4-3 1-16,-2 0 0 16,-1-2 2-16,-1 1-2 15,1-4 1-15,-4-1 0 16,0-2 0-16,0 3-2 16,0-2 0-16,0 0 1 15,-4 2-4-15,4-2 3 16,-3 0-2-16,-1 2 3 15,1 1-1-15,3-1 4 0,-5 3-3 16,-2 2 3-16,0 2 1 16,3 3-2-16,-8 2-2 15,2 4 0-15,1-1-3 16,-1 1-36-16,10 15-85 16,-16-14-53-16,16 14-3 15,0 0-7-15,-10-17 3 16,10 17 83-16</inkml:trace>
  <inkml:trace contextRef="#ctx0" brushRef="#br1" timeOffset="113608.64">28167 7386 237 0,'0'0'175'0,"38"4"-1"15,-9-3-66-15,1-4-22 16,15 6-5-16,-5-6-37 15,8 5-35-15,-2-2-7 16,-1 0-1-16,-4 1 1 16,-1 1 0-16,-9 0-2 15,-1-1-1-15,-7 1 1 0,-4 0 2 16,-19-2 4-16,17 3 5 16,-17-3 2-1,0 0 0-15,0 0 1 16,-26 0 0-16,3-5-1 15,1 2-2-15,-11-1-5 0,-4 1-6 16,-8-2 0-16,-3 1 0 16,-4 2 0-16,-2 1 0 15,-5 1 0-15,3 0 0 16,-1 1 0-16,8 1-1 16,6 2 1-16,8-4-7 15,13 3-4-15,4-3 1 16,18 0-1-16,0 0-1 15,26 9 1-15,7-8-1 16,12 5-1-16,8-3 5 16,6 1 5-16,8-3-1 15,4 1 1-15,-3 0 1 0,0-4 1 16,-6 2-1-16,-10-2 4 16,-10 1 2-16,-12-1 10 15,-8 4 3-15,-22-2-1 16,0 0-2-16,0 0-1 15,-29-6 0-15,-4 5-1 16,-2-1-6-16,-7 0-6 16,-6 2-1-16,-1 0-2 15,2 4 3-15,5-4 0 16,4 0-1-16,12 1-22 16,0-2-84-16,26 1-47 15,0 0-25-15,26-16-4 16,23 7-3-16,12-8 1 0</inkml:trace>
  <inkml:trace contextRef="#ctx0" brushRef="#br1" timeOffset="114360.17">29993 7338 246 0,'-33'0'119'15,"7"3"8"-15,0-3-10 0,10 5-15 16,-1-5-14-16,17 0-14 16,0 0-11-16,17 18-28 15,14-11-28-15,6-2-15 16,15 2-2-16,8 0 3 15,12-1 5-15,-1-2-1 16,3-2 1-16,-4-2 1 16,-13-2 2-16,-5 2 1 15,-12-2 7-15,-12-1 4 16,-28 3-2-16,17-5 0 16,-17 5 1-16,-29-7 0 15,-4 5-5-15,-5 0-7 16,-8 2 0-16,-6 2 0 0,0 3 0 15,0 0 0-15,0 4 0 16,7 0 0-16,3-1 0 16,9 1 0-16,14-2-4 15,19-7-5-15,0 0-2 16,0 0 0-16,0 0-22 16,42 12-68-16,0-14-46 15,6 4-27-15,1-7 2 0,10 5-2 16,-4-11 0-16</inkml:trace>
  <inkml:trace contextRef="#ctx0" brushRef="#br1" timeOffset="118560.15">5193 8859 515 0,'8'-26'181'16,"-8"4"-45"-16,-1 3-48 16,1 19-17-16,1-18-39 0,-1 18-32 15,0 0 0-15,0 0 0 16,-27 28 0-16,9-4 0 16,-1 13 0-16,-10 9-6 15,-1 15-7-15,-5 10 0 16,-1 10 7-16,1 2 3 15,-1 2-2-15,10-3 3 16,0-6-1-16,10-12 1 16,6-7 1-16,10-9 0 15,14-10 3-15,8-5 0 16,11-8 2-16,16-3-3 16,8-3 3-16,6 0-2 15,11-3 0-15,6 3-2 0,2 5 0 16,-1 4-1-16,3 8-2 15,-6 9 2-15,-7 5-3 16,-5 9 3-16,-12 5-3 16,-11 4 3-16,-8 3-4 15,-16 0 4-15,-9 1-3 16,-13-1 0-16,-9-2 5 16,-6-1-5-16,-8-4 6 15,-2-3-6-15,-1-4 5 16,3-5-5-16,3-7 5 15,6-9 0-15,8-3 0 16,9-7 1-16,7-5 2 16,9-6 1-16,6-4 0 0,8-3 0 15,5-1 0-15,8-2-1 16,6 1-1-16,4 1-1 16,6-2-2-16,9 3-1 15,3 8-1-15,7 1 1 16,1 7-2-16,6 8 1 15,-2 2-2-15,2 4 3 16,2 7-5-16,-6 2 4 16,-6-2-1-16,-11 0 2 15,-5-2 2-15,-7-5-1 16,-10 2 2-16,-13-5-4 16,-2-2 4-16,-12-6-3 0,-4-2 3 15,-3-5-3-15,-1-4 0 16,-7-16 1-16,7 21 3 15,-7-21 3 1,0 0-2-16,0 0-6 16,0 0-97-16,23-5-53 0,-15-16-20 15,6 2-5-15,-5-16-2 16,8 2-3-16</inkml:trace>
  <inkml:trace contextRef="#ctx0" brushRef="#br1" timeOffset="119099.53">7274 11109 495 0,'0'0'178'0,"-19"16"-34"16,19-16-77-16,-17 16-18 15,17-16-40-15,-4 22-11 16,8-6 0-16,-1 3 2 15,4 1 4-15,0 8 0 16,5 2-4-16,2 3 1 16,2 1-3-16,-1 2 2 15,6 3-4-15,-2-1 1 16,0 1 4-16,0-4-3 16,-5 1 3-16,-2-3-3 0,-1 0 2 15,-3-5-2-15,-4-4 2 16,-1-1 0-1,-3-4-3-15,-3 1 2 16,-4-2 0-16,2-1 2 0,-6 2-2 16,-8 0 3-16,0 2-1 15,-10 3-1-15,-1 2 0 16,-12 4 1-16,-3 2 1 16,-7 3-1-16,-10 5 2 15,-2 1-1-15,-4 1-1 16,-3 1 2-16,-2-1-2 15,5-4 0-15,4 0-3 16,8-3 2-16,8-9-1 0,13-6 6 16,5-4-2-1,17-4-4-15,13-12-2 16,0 0 1-16,26-5-90 16,7-9-58-16,12-9-16 0,10-1-12 15,10-10 3-15,13-3 1 16</inkml:trace>
  <inkml:trace contextRef="#ctx0" brushRef="#br1" timeOffset="121293.09">8956 11142 132 0,'-26'-12'177'16,"-9"-2"-36"-16,-5-3-26 15,2 5-8-15,-7-4-14 16,0 9-16-16,-11 2-13 15,1 9-20-15,-9 1-37 0,-4 7-10 16,-3 9 0-16,-7 8 1 16,-1 9 0-16,-6 9 3 15,-1 5-2 1,1 7 1-16,1 12 2 0,3 7-3 16,3 8-1-16,6 8 1 15,5 10-1-15,4 8 0 16,13 8 0-16,3 2 1 15,12 5 2-15,2 1 0 16,14 0 1-16,4-3 0 16,15-6-1-16,1-6 1 15,13-4 0-15,5-7-2 16,11-7-4-16,8-7-5 0,11-1 0 16,6-8 3-16,16-2-1 15,7-5 3 1,13-3-2-16,13-4 2 15,7-5-1-15,9-6 9 0,15-7-3 16,7-9 1-16,11-7-2 16,7-9 1-16,8-8-1 15,4-12 0-15,12-9-1 16,-2-10 0-16,6-13 2 16,-6-6-3-16,-1-11 2 15,-3-10 0-15,-6-11 4 16,-7-6-3-16,-12-6 3 0,-7-11-2 15,-9-8 1-15,-12-7-2 16,-11-8 5 0,-9-7-6-16,-15-5-3 15,-12-6 0-15,-10-5 2 16,-16-1-3-16,-11 1 3 0,-11 2-1 16,-14 4 1-16,-13 4-2 15,-10 8 1-15,-16 8 0 16,-11 7-2-16,-6 12 3 15,-21 6-1-15,-10 8 2 16,-14 7-3-16,-12 5 3 16,-13 7 5-16,-13 0-2 15,-11 6 2-15,-15 3-1 16,-9 3 0-16,-17 5-1 16,-13 6 2-16,-13 10-1 15,-11 12 3-15,-8 16 0 16,-13 22-1-16,-6 23 1 0,-3 26-2 15,-1 20 1-15,7 26-75 16,12 15-64-16,11 11-34 16,27 14-13-16,18-6-7 15,32 1-4-15</inkml:trace>
  <inkml:trace contextRef="#ctx0" brushRef="#br1" timeOffset="122112.68">8467 11926 389 0,'-20'40'186'16,"-9"9"-2"-16,6 15-71 15,8 21-54-15,-4 12-41 16,5 10-14-16,2 7 0 15,1 2 0-15,-1-5 0 16,2-11 0-16,-1-11 0 16,3-17-1-16,1-15-6 15,0-15 0-15,1-14-4 0,6-28 2 16,0 0-1-16,0-19 0 16,2-21 2-16,2-14-1 15,-1-13-5-15,4-16 7 16,0-16-2-16,2-5 2 15,-2-7-2-15,3 2 2 16,2 4-1-16,2 8 0 16,2 10 7-16,-1 14-5 15,3 15 4-15,1 14 0 16,3 15 1-16,1 17-2 16,3 12 0-16,3 14 1 15,6 15-2-15,5 14 1 16,2 14-2-16,-1 9 1 0,5 10-2 15,-1 9 4-15,2 2 4 16,-6 1-1 0,1-1 2-16,-9-4-1 15,2-9 2-15,-6-6-1 0,-6-10 1 16,-1-13-2-16,-8-7-5 16,-2-13-63-16,-12-25-70 15,21 20-31-15,-21-20-7 16,-7-24-5-16,-7-7-5 15</inkml:trace>
  <inkml:trace contextRef="#ctx0" brushRef="#br1" timeOffset="122376.86">8489 12645 460 0,'-19'0'179'15,"19"0"-6"-15,0 0-87 16,0 0-44-16,0 0-47 16,0 0-2-16,36-19 0 15,-1 12-5-15,7-4 11 16,13 5-5-16,8-3 7 16,5 4 1-16,3 1-1 15,3 6-93-15,-2 10-61 16,-17-7-14-16,-3 16-10 15,-29-7 0-15,-4 10 38 16</inkml:trace>
  <inkml:trace contextRef="#ctx0" brushRef="#br1" timeOffset="123872.93">9744 11433 359 0,'11'-24'124'16,"1"1"-10"-16,-5 3-8 16,-4 1-19-16,-3 19-19 0,4-23-31 15,-4 23-33-15,0 0-1 16,0 0-1-16,0 0-2 15,-18 24 2-15,10 7-2 16,-3 16 6-16,-1 21-1 16,2 18-3-16,-1 27 1 15,-1 22-1-15,2 17 10 16,-3 11-6-16,-2 6 2 16,1 5-5-16,-2-7 0 15,-6-6 3-15,4-13-1 16,-8-17 0-16,4-10-12 15,-4-8 4-15,0-15-2 16,-2-9 1-16,5-11-2 0,-3-13 2 16,4-7-1-16,1-12 2 15,5-15 3-15,1-8 0 16,15-23-1-16,-11 17 0 16,11-17-1-16,7-26-86 15,5-5-62-15,14-9-19 16,0-15-8-16,14-6-5 15,-1-18 18-15</inkml:trace>
  <inkml:trace contextRef="#ctx0" brushRef="#br1" timeOffset="124583.43">10058 12399 303 0,'0'0'135'16,"-15"-5"-13"-16,15 5-17 0,-16 5-11 16,16-5-19-16,0 0-17 15,0 0-38-15,0 0-28 16,0 0 0-16,0 0 1 16,16-2 0-16,3-3 1 15,10-2 1-15,1-3 2 16,4 3 1-16,-1 0 0 15,-3-2 1-15,-4 4 2 16,-7 3 1-16,-3 6 2 16,-16-4 1-16,10 29 0 15,-10 1-1-15,-3 8 4 16,-4 10 3-16,-5 8-2 0,1 4-1 16,-4 4-2-16,-5 2 1 15,1-4-2-15,-1-8 2 16,-3-2-6-16,4-11-2 15,0-6 1 1,1-7-1-16,6-7 0 0,12-21 0 16,-15 22-3-16,15-22-2 15,0 0 1-15,0 0-1 16,0 0 0-16,0 0 1 16,15-17 1-16,-15 17-3 15,26-18 5-15,-7 12 2 16,4-3-1-16,3 7 1 15,4 0-1-15,-4 2 0 16,3 2 2-16,2 2 2 16,-1 1-2-16,-1-2 1 15,-6 1-29-15,3-4-79 16,-4 3-43-16,-2-8-11 0,2-2-11 16,-11-15-4-16,11 3 63 15</inkml:trace>
  <inkml:trace contextRef="#ctx0" brushRef="#br1" timeOffset="124861.63">10503 12641 453 0,'-23'12'174'15,"23"-12"-43"-15,0 0-56 0,0 0-24 16,19 4-19-16,2-6-36 16,2 0-1-16,3 1 2 15,0-1 0-15,-2 0 3 16,2 1 1-16,-5 2-41 16,-2 3-47-16,-19-4-37 15,22 15-17-15,-22-15-17 16,7 23 0-16,-7-23-3 15</inkml:trace>
  <inkml:trace contextRef="#ctx0" brushRef="#br1" timeOffset="125063.77">10520 12879 472 0,'0'0'137'0,"-17"17"-19"15,17-17-26-15,0 0-29 16,0 0-33-16,22 8-32 15,-4-11 0-15,4-4 1 16,4-3 0-16,0-6-38 16,9-3-58-16,1-3-34 15,-1-11-23-15,9 3-7 16,-13-8-13-16,10 4 25 16</inkml:trace>
  <inkml:trace contextRef="#ctx0" brushRef="#br1" timeOffset="125541.11">11070 12297 465 0,'0'0'164'0,"0"0"-37"0,0 0-34 16,-15 0-24-16,15 0-57 15,-18 12-16-15,18-12-2 16,-19 23 0-16,19-23-1 15,-19 31 3-15,12-9 0 16,2 2 1-16,1 8-2 16,4 2 5-16,6 3 3 15,1-1-2-15,0 0 3 16,5 2-2-16,2-5 3 0,1-3-3 16,1-4 3-16,5-6-6 15,1-2 2 1,1-4 0-16,6-8-2 15,-3-2 2-15,2-4 0 0,5-5 1 16,-3-7 0-16,-1-4-1 16,-6-5-2-16,-1-6 2 15,-3-6-6-15,-3-5 0 16,-6-7-2-16,-6-4 4 16,-1-3-4-16,-6 0 2 15,-4 0 0-15,-9 2 4 16,-6 5 6-16,-11 7 2 0,-9 10-1 15,-13 15-97 1,-17 9-66-16,-9 23-22 16,-25 0-4-16,-9 23-6 15,-34-4 89-15</inkml:trace>
  <inkml:trace contextRef="#ctx0" brushRef="#br1" timeOffset="137980.97">11862 12257 128 0,'0'0'70'15,"0"0"5"-15,-19 5-4 16,19-5-8-16,0 0-7 16,0 0-8-16,0 0-7 15,0 0-7-15,0 0 1 16,0 0 1-16,0 0 6 16,0 0-2-16,0 0 0 15,0 0-1-15,0 0-2 16,0 0-2-16,0 0-11 15,0 0-10-15,0 0-12 16,-14 0-1-16,14 0-1 16,0 0 1-16,-19 5 0 0,19-5 1 15,-16 0-2-15,16 0-2 16,-21 2-44-16,21-2-39 16,0 0-32-16,-15 4-27 15,15-4-27-15,0 0-5 16,0 0-14-16</inkml:trace>
  <inkml:trace contextRef="#ctx0" brushRef="#br1" timeOffset="141631.57">11739 12240 102 0,'0'0'65'0,"0"0"11"15,0 0 15-15,0 0 26 16,-16-21-7-16,16 21-8 16,0 0-9-16,0 0-11 15,0 0-12-15,0 0-18 16,0 0-24-16,0 0-34 16,16-2 0-16,-16 2-1 15,26-1 2-15,-7-3 4 16,3 1 1-16,8-3 0 15,3 0 1-15,5-1-1 0,4 0 0 16,-2-2 0-16,8 2 1 16,4 2-1-16,-1 0 1 15,1 3-1 1,3 0 0-16,1 6 1 0,4 1-2 16,-1 0 2-16,6 4-2 15,1-1 1-15,5 1-2 16,3 1 2-16,6-1-1 15,2 0 0-15,3-2 0 16,5-2 1-16,4-2-1 16,7-1 0-16,-1-2 1 15,8-3 0-15,8 1 0 16,1-2 0-16,2-1 0 0,8 2 1 16,0-2-1-16,3 1 1 15,2 2 1 1,-2 1-2-16,0-1 0 15,2 0 2-15,-2-1-1 0,1 1-1 16,-6 2 0-16,1-2 0 16,1 1-3-16,0-3 3 15,3 1-1-15,-2-3 0 16,3 1-1-16,-1-5 0 16,5 1 2-16,2-3-3 15,-1-4 3-15,1 3-1 16,2-1 1-16,3-5 0 0,0 1 1 15,-1 3-1 1,-6-2 1-16,-5 1 1 16,-6 4-2-16,-8-2 0 15,-15 2 0-15,-8 3 1 0,-14 2-1 16,-15 2 0-16,-16 2 1 16,-11 1 1-16,-11 0-1 15,-7 2 0-15,-19 0 1 16,0 0-1-16,0 0-1 15,0 0 1-15,0 0-1 16,-16-3-3-16,16 3 0 16,-26-16-2-16,26 16-14 15,-29-28-22-15,18 13-20 16,3-6-12-16,4 2-2 0,-3-5 0 16,0 1 2-1,-1-1 0-15,-3 3 18 16,-1-3 23-16,-5 2 29 0,-6 1 16 15,-6 3 22-15,1 3 14 16,-5 1 16-16,3 5 9 16,-4 2-5-16,8 6 1 15,-4-3-9-15,8 6-5 16,2-4-19-16,20 2-13 16,-20 4-11-16,20-4-9 15,0 0 2-15,22 22-1 16,-1-13 1-16,7 6-1 15,5 1 2-15,5 3-2 16,9 0-4-16,10-2 2 16,-5 2-3-16,7-3 0 15,-1 1 0-15,-3-3 0 0,1 4-2 16,-4-5-1-16,-11 6-2 16,-4 0 1-16,-9 7-1 15,-11 2 1-15,-8 5 0 16,-13 7 0-16,-11 7 0 15,-12 3 3-15,-11 5-1 16,-7 4 3-16,-14 0-2 16,0 0 3-16,-5 1-1 15,0-3-2-15,1-6 4 16,2-8-3-16,13-7 4 16,4-8-5-16,17-7 7 15,6-13-45-15,21-8-72 16,0 0-42-16,21-29-16 0,17 5-1 15,7-18-5-15,17 1 33 16</inkml:trace>
  <inkml:trace contextRef="#ctx0" brushRef="#br1" timeOffset="142563.23">20104 11033 300 0,'-33'-33'205'0,"0"6"-49"16,-2 6-43-16,-7-3-9 16,-1 15-27-16,-9-1-37 15,-2 6-15-15,-12 6-22 16,-2 3-6-16,-6 7-8 16,-4 0 4-16,-9 7 0 15,-4 2-1-15,-1 5-3 0,-1 7-1 16,2 9 0-16,-2 4 2 15,8 10-3-15,1 8 3 16,6 5-2 0,4 7 11-16,11 7 1 15,6 4 5-15,10 1-5 0,12 2 6 16,9 0-6-16,14 2 6 16,9-2-6-16,8-4 2 15,9 1-5-15,5-6 3 16,10 1 2-16,9-4-5 15,2-4 5-15,12-3-3 16,6-4 3-16,8 1-2 16,5-7 3-16,9-3-3 0,8-9 3 15,3-4 2 1,6-7-2-16,3-5 2 16,12-7 0-16,-7-7 2 15,6-11-1-15,2-1 1 0,-5-8-2 16,5-10 0-16,-2-6 0 15,-2-4-1-15,-1-8-1 16,-7-4-2-16,-4-3 2 16,-7-8-1-16,-3 1 0 15,-9-2 0-15,-10 0-3 16,-13-5 3-16,-3-4-3 16,-7 0 3-16,-5-3-5 15,-5-2 4-15,-5 1-2 16,-4-6 0-16,-4 1 3 0,1 3-4 15,-8 1 2 1,-4 0-3-16,-4 0 1 16,-2 4-3-16,-5-2 1 0,-2 3-3 15,-8-1 0-15,-2-3 1 16,-9 1-1-16,-5 2-3 16,-9-2 5-16,-5 1-2 15,-14 4 4-15,-8 2-2 16,-9 2 7-16,-13 8-6 15,-15 5 7-15,-7 4-1 16,-8 7 0-16,-11 1-4 16,-2 4-69-16,-6 4-84 15,-6-8-16-15,15 4-12 16,-6-19-12-16,10 9 41 16</inkml:trace>
  <inkml:trace contextRef="#ctx0" brushRef="#br1" timeOffset="143825.13">13395 10805 302 0,'-6'-19'146'15,"6"19"-25"-15,-3-16-9 0,3 16-12 16,0 0-17-16,-7-15-24 15,7 15-24-15,0 0-38 16,0 0-3-16,0 0 2 16,-10 32-1-16,13-2-5 15,0 11 5-15,4 6 3 16,2 12-1-16,2 3 1 16,4 6-1-16,-1-4 1 0,5-5-1 15,0-6 2 1,-1-9 0-16,1-8 4 15,-4-12 0-15,4-5 4 16,-1-12 1-16,-3-3 1 0,1-11-1 16,1-7-1-16,-1-7 0 15,3-7-2-15,-2-8-1 16,-1-4-3-16,0-5 0 16,1-5-2-16,-5 0 2 15,4 0-1-15,-6 3 1 16,1 4-2-16,-3 6 1 15,3 8-1-15,-4 6 1 16,-2 8-1-16,-5 15 0 16,0 0-4-16,0 0-1 15,17 0 0-15,-8 19 0 16,1 5 0-16,9 6-1 16,1 6 2-16,6 5-1 0,3 4 5 15,1 0-1-15,3-3 2 16,1-4 1-16,-1-5 2 15,-2-7 2-15,-1-7 2 16,-4-7 1-16,-3-7 0 16,-6-6 0-16,-1-6-1 15,-6-9-1-15,-8-5-2 16,1-6-2-16,-6-10-2 16,1-6 1-16,-5-7-3 15,-3-2 4-15,-3 0-2 16,3-2 2-16,-2 7 6 15,2 2-3-15,-1 11 2 16,6 4-4-16,-2 11 3 0,7 19-5 16,0-24-1-16,0 24-100 15,26 2-54-15,-26-2-23 16,38 12-5-16,-15-5 2 16,10 7-2-16</inkml:trace>
  <inkml:trace contextRef="#ctx0" brushRef="#br1" timeOffset="144120.34">14368 10942 185 0,'-14'19'164'0,"14"-19"6"15,0 0-60-15,0 0-24 16,7-23-3-16,-7 23-17 15,20-16-17-15,-20 16-17 16,26-19-18-16,-26 19-14 16,19-15 1-16,-19 15-1 15,0 0 2-15,17-14-1 16,-17 14-2-16,0 0-1 16,0 0-38-16,0 0-50 15,0 0-38-15,0 0-21 16,0 0-15-16,-10 21-8 15,10-21-3-15</inkml:trace>
  <inkml:trace contextRef="#ctx0" brushRef="#br1" timeOffset="144359.51">14313 11199 420 0,'0'0'139'15,"0"0"-15"-15,0 0-21 16,0 0-25-16,0 0-30 16,33-12-34-16,-14 0-10 15,3 2-1-15,1-4-1 16,3 2-2-16,0-2-1 0,0-2-63 16,0 3-67-16,-3 0-33 15,-4-4-4-15,0 3 0 16,-9-6-4-1</inkml:trace>
  <inkml:trace contextRef="#ctx0" brushRef="#br1" timeOffset="144807.81">14821 10704 325 0,'0'-26'188'15,"4"6"-41"-15,-1 2-36 16,-3 1-18-16,0 17-20 0,4-19-49 16,-4 19-14-16,0 0-3 15,0 0-1-15,0 0-2 16,0 0 0-16,3 26 2 15,-1-7-5-15,5 5 0 16,0 7-12-16,0 6 11 16,5 8-8-16,-2 1 9 15,3 5-8-15,0 1 5 16,0 0-5-16,-3-2 4 16,-1-4 3-16,-2-1-3 15,0-5 1-15,-4-7 0 16,1-7 2-16,-3-5 0 15,3-5 3-15,-4-16-1 0,3 19 1 16,-3-19-58-16,0 0-72 16,0 17-40-16,0-17-5 15,-7 22-3-15,6 3-18 16</inkml:trace>
  <inkml:trace contextRef="#ctx0" brushRef="#br1" timeOffset="145899.6">19649 11019 348 0,'17'-10'133'16,"6"12"-13"-16,6-4-10 15,16 11-13-15,9-4-23 16,12 7-56-16,2 2-91 15,3 1-76-15,-3-1-28 16,3 5-8-16,-16-8-11 16,1 8 77-16</inkml:trace>
  <inkml:trace contextRef="#ctx0" brushRef="#br1" timeOffset="146535.04">19039 11663 277 0,'-29'-22'190'15,"29"22"-34"-15,-23-5-44 16,23 5-17-16,-15 19-17 16,11 1-35-16,-3 12-53 15,7 11 2-15,4 11 1 16,3 10 10-16,3 12-1 16,2 3-5-16,1-1 4 15,0 0-4-15,3-7 3 16,-2-9-1-16,2-8 1 0,-6-9-33 15,-5-15-71 1,2-13-49-16,-7-17-14 16,0 0-13-16,0 0-5 15,4-28 83-15</inkml:trace>
  <inkml:trace contextRef="#ctx0" brushRef="#br1" timeOffset="147259.57">18968 11855 397 0,'-3'-15'173'16,"3"15"-45"-16,-4-33-20 0,8 17-14 16,3-8-23-1,5 5-32-15,5-3-48 0,6-3 4 16,-1-1 1-16,8 1 0 15,1 0 0-15,6 5-2 16,-4 2-1-16,-2 6-2 16,-2 7 3-16,-3 7-5 15,0 11 7-15,-3 7 3 16,-7 5-1-16,-9 8 2 16,0 5-1-16,-11 4 5 15,-3 5-1-15,-9-1 2 0,-3-1-8 16,-7 2 2-1,-3-4-3-15,-1-3 2 16,-3-3 0-16,6-4 0 16,1-6-2-16,3-6 3 0,6-7-1 15,17-14 2-15,-19 14 3 16,19-14 4-16,0 0 1 16,0 0-1-16,0-18 0 15,0 18-1-15,6-24 3 16,-6 24-3-16,20-29-2 15,-10 11-5-15,2 1 2 16,2 0-1-16,9 1 1 16,-1 2-1-16,8 4-1 15,-3 3 0-15,6 4-2 16,0 4 0-16,6 5-3 16,-3 4 1-16,6 2-1 15,-8 4 2-15,-1 4-2 0,0 3 2 16,-3 5-1-16,-4 1 2 15,-7 2 1-15,-3 2 0 16,-6 2-1-16,-6 1 2 16,-4 0 0-16,-11 1 2 15,-5-4-2-15,-6 1 3 16,-8 1-3-16,-10 1 0 16,-8-3 5-16,-4-2-4 15,-2-7 2-15,-5-6-65 16,3-10-67-16,8-8-31 15,3-13 1-15,10-5-5 16,2-11-10-16</inkml:trace>
  <inkml:trace contextRef="#ctx0" brushRef="#br1" timeOffset="148451.41">19902 11296 238 0,'0'-24'173'15,"0"3"-35"-15,0 2-21 16,0 19-13-16,0-20-26 15,0 20-19-15,0 0-18 16,0 0-32-16,0 0-13 16,0 0 0-16,0 0-1 15,0 0 0-15,0 0 2 16,0 0 0-16,0 0 0 16,0 22 2-16,0-6-1 15,4 4 1-15,-1 6-2 16,-3 7 2-16,4 9-1 15,-3 6 2-15,3 11 1 16,-4 10 4-16,0 11-5 0,0 12 5 16,-5 12-5-16,1 10 6 15,-3 5-7-15,-3 8 1 16,-2-1 0-16,-2 2 0 16,-2-3 2-16,1-6-1 15,-3-15-1-15,3-12 0 16,-1-13 2-16,2-13 3 15,5-16-7-15,2-15 3 16,4-14 0-16,3-21 4 16,0 17-2-16,0-17-2 15,0 0-35-15,7-26-86 16,-7 2-43-16,12 1-9 16,-9-13-12-16,8 3-4 0</inkml:trace>
  <inkml:trace contextRef="#ctx0" brushRef="#br1" timeOffset="149047.84">20116 12003 376 0,'-16'-28'182'16,"16"28"-44"-16,-14-16-16 15,14 16-15-15,0 0-29 16,0 0-58 0,-12-15-20-16,12 15 0 0,0 0 0 15,19-7-14-15,-19 7 2 16,30-16 2-16,-8 6 3 15,4 0 6-15,4-1 5 16,-1-1-1-16,3 2 0 16,-6 3-1-16,-4 5-3 15,1 5-1-15,-23-3 1 16,21 28-1-16,-21-2 0 0,0 7-4 16,-11 7 1-16,1 8 0 15,-6 2 3 1,-3 6-1-16,-4-1 2 15,-3-1-2-15,0-4 2 0,0-3 0 16,4-4 0-16,3-7-1 16,1-4 1-16,6-5 1 15,5-8 0-15,0-3 3 16,7-16 1-16,4 19 1 16,-4-19-1-16,19 10 1 15,-2-10-1-15,2 0 1 16,7-1-2-16,0-3-2 15,0 1-4-15,4-4-33 0,-2-5-75 16,5-7-44 0,0 3-19-16,-4-13 0 15,2 4-3-15,-5-9 22 16</inkml:trace>
  <inkml:trace contextRef="#ctx0" brushRef="#br1" timeOffset="149275">20479 12108 467 0,'0'0'182'0,"0"0"-34"16,0 0-51-16,32 0-23 16,-12-7-46-16,2 4-29 15,-1-2 0-15,5 1-3 16,-3 4-55-16,-8-3-49 15,-15 3-35-15,19 1-16 0,-19-1-9 16,-7 18-2-16,-8-8-2 16</inkml:trace>
  <inkml:trace contextRef="#ctx0" brushRef="#br1" timeOffset="149407.09">20451 12312 166 0,'26'4'74'15,"-4"-11"-35"-15,10-5-45 16,8-5-30-16,-6-9-26 16,11 1-16-16,-5-11-18 15</inkml:trace>
  <inkml:trace contextRef="#ctx0" brushRef="#br1" timeOffset="149751.34">20998 11920 401 0,'0'0'149'0,"0"0"-14"16,-20 3-21-16,20-3-29 16,-19 19-38-16,19-19-47 15,-19 31 0-15,9-7 1 16,6 2-1-16,4 2 1 16,0 2 0-16,7-1 1 15,0-1 1-15,5-2 2 16,2-4 0-16,2-6 4 15,-16-16-2-15,26 15-1 0,-26-15 1 16,23-7-1-16,-23 7 1 16,22-29-2-16,-15 8-1 15,0-7-4-15,-5-4 0 16,-2-5-2-16,-6 1-2 16,-4 3-4-16,-9 5 1 15,-7 6-86-15,-4 6-70 16,-4 20-10-16,-13 6-2 15,-2 18 1-15,-18 3-1 16</inkml:trace>
  <inkml:trace contextRef="#ctx0" brushRef="#br1" timeOffset="160047.66">21235 12105 253 0,'-14'-4'202'15,"14"4"-37"-15,0 0-29 16,0 0-10-16,-22-3-19 16,22 3-73-16,0 0-34 15,0 0 0-15,0 0 0 16,0 0 0-16,-12 17 0 15,12-17-12-15,0 0-11 16,0 0 4-16,22 14 4 16,-22-14 5-16,32 10 9 15,-12-4 5-15,12 0-1 16,8 1 1-16,8-3-1 0,13 1-2 16,7 0 1-16,6-5-1 15,15 4 1-15,11-3-1 16,10-1 0-16,10 0 1 15,10-3-1-15,9-2 0 16,6 0-1-16,8-2 1 16,3 0-1-16,2-4 0 15,2 3 1-15,-4-1-1 16,-1-1 0-16,-2-1 0 0,-8-1 0 16,5 2 1-1,-8-1 0-15,4 1-1 16,-7 1 0-16,-2-1-1 15,-2 5 1-15,-1-2 1 0,1 5 3 16,-5-3-5-16,4 1 1 16,-2 3 2-16,2-3-1 15,1 3 0-15,-1-1 0 16,-4 0-2-16,2 0 0 16,-2 1 0-16,-7-1 1 15,-6 0-1-15,-10 2 1 16,-10 0-1-16,-6 0 1 15,-17 0 0-15,-9 0 0 16,-13-2-1-16,-16 4 1 16,-10 2-1-16,-7-4-1 15,-19 0 0-15,0 0-1 16,0 0-1-16,0 0 1 0,0 0 0 16,0 0 0-16,0 0 1 15,0 0 1-15,0 0 2 16,0 0 2-1,0 0 0-15,0 0 1 0,0 0 0 16,0 0-74-16,-10-19-79 16,-6-9-20-16,4 4 0 15,-18-16-6-15,4-2-1 16</inkml:trace>
  <inkml:trace contextRef="#ctx0" brushRef="#br1" timeOffset="161183.46">22765 10935 544 0,'-16'-7'175'0,"16"7"-36"16,0 0-70-16,0 0-40 15,0 0-32-15,0 0-2 0,0 0 1 16,-14 19-1 0,14 3 0-16,0 8 0 15,7 8 2-15,3 7-1 16,-1 7 4-16,5 1-3 0,5-1 1 15,0-5 0-15,0-4 3 16,2-10 1-16,-2-9 3 16,-3-8-1-16,-2-6 1 15,-14-10-1-15,26 4 3 16,-26-4-3-16,26-30 0 16,-14 3 0-16,-2-10-4 15,3-4 2-15,-3-11-2 16,2-4 1-16,-5-4-2 0,3 3 1 15,-4 3-2 1,1 7 2-16,0 11-1 16,-4 7 1-16,-3 10-2 15,0 19-1-15,0 0 0 0,19 19 1 16,-10 5 0-16,5 9-1 16,1 5 1-16,4 5-2 15,6 4 4-15,2 0-2 16,0-6 2-16,-1-5 0 15,0-6 2-15,-4-4-2 16,-3-7 3-16,-5-7 0 16,-14-12 0-16,23 12 1 15,-23-12-1-15,0 0 0 16,10-26-1-16,-10 2 0 16,0-6-1-16,-3-6 0 15,3-7-2-15,0-4 3 16,-4 0-2-16,8 4 3 0,-4 3-2 15,5 9 1-15,2 3-2 16,0 9-2-16,-7 19-90 16,22-20-63-16,1 20-11 15,-4-2-7-15,10 7 2 16,-3-5-4-16</inkml:trace>
  <inkml:trace contextRef="#ctx0" brushRef="#br1" timeOffset="161389.61">23624 11061 471 0,'-9'21'171'16,"9"-21"-38"-16,23 5-59 16,3-7-15-16,5-3-37 15,5 0-23-15,6 1-77 16,0 1-53-16,-9 1-32 15,0 6-6-15,-18-1-2 16,-15-3 0-16</inkml:trace>
  <inkml:trace contextRef="#ctx0" brushRef="#br1" timeOffset="161894.97">23537 11414 342 0,'0'19'171'0,"16"-22"-10"15,17-11-63-15,8-5-25 16,11-7-80 0,7-9-65-16,2-3-14 15,-2-7-1-15,2 2 2 0,-6-7-1 16,-2 3 2-16,-8 0 28 16,-7 4 90-16,-5 7 50 15,-11 3 4-15,-2 8-2 16,-14 5-1-16,-6 20 0 15,7-18-2-15,-7 18-18 16,0 0-33-16,-17 23-34 16,12-2-3-16,-2 8 2 0,0 4 1 15,3 7 0-15,3 8-1 16,2 2 2 0,3 2-1-16,6 0 4 15,3-7 0-15,4-7 2 0,5-6 2 16,4-7 2-16,4-11 0 15,1-7 1-15,2-10-1 16,2-6-1-16,1-10-2 16,-3-7 0-16,-5-12-1 15,-2-7-3-15,-5-10 0 16,-9-4-3-16,-8-2 0 16,-15 2-1-16,-11 6 5 15,-13 8-5-15,-14 12 0 16,-10 14-2-16,-8 19-73 15,-1 15-73-15,-7 4-22 16,16 16 0-16,4-6-5 16,20 6 2-16</inkml:trace>
  <inkml:trace contextRef="#ctx0" brushRef="#br1" timeOffset="163278.94">27936 10971 333 0,'0'0'140'0,"7"-17"-13"0,-7 17-9 16,0 0-14-16,-13-18-16 15,13 18-27 1,-26-1-53-16,6-1-3 0,-8 4-1 16,-5-1-3-16,-5 3-1 15,-6 3-1-15,-4 1 0 16,-4 5 0-16,-2 2-1 16,-5 2 2-16,0 2-2 15,-2 6 2-15,5 2-3 16,-1 3 3-16,2 4-2 15,3 4-1-15,6 2-1 16,3 7 2-16,5 2-2 0,5 2 2 16,2 5-2-16,5 6 3 15,-1 4 1-15,8 1 0 16,-1 8 0 0,4 3 0-16,4 3 0 0,1 4 1 15,4 1 0-15,7 4-1 16,4 1-2-16,3-1 3 15,2-2 1-15,8-3-2 16,2-2 3-16,7-4-2 16,10-4 2-16,3-6-2 15,9-3 3-15,13-7-3 16,5-4 1-16,12-3 1 16,5-7-3-16,6-5 2 0,5-9-3 15,-1-5 1-15,1-9-1 16,-9-6 0-1,2-8-1-15,-9-12 1 16,-7-6-1-16,-3-6 1 0,-6-8 1 16,3-8-1-16,-6-6 1 15,5-2 0-15,0-3 2 16,-1-3-3-16,4 1 2 16,1-2 1-16,-5 2-5 15,1-4 5-15,2 2-5 16,-6 0 3-16,-4 1-2 15,1-3 3-15,-5 0-2 16,-3-3 1-16,0-2 3 16,-6 0-3-16,-1 1 4 15,-8-1 0-15,-1 0 2 16,-7-2-2-16,-10 2 2 16,-2 2-3-16,-11 0-3 0,-10-3 2 15,-8-3-3-15,-11 3 2 16,-11-1-2-16,-8 0 1 15,-10-1-1-15,-13 3 0 16,-7 2 6-16,-8 5-4 16,-16 6 2-16,-3 2-2 15,-9 6 0-15,-9 5 0 16,-4 7-1-16,-2 4 1 16,-3 8-1-16,6 4 0 15,9 6 1-15,4 2-1 16,13 6-1-16,12 5-3 15,17 8-77-15,9 9-74 16,11-2-17-16,16 12-2 0,6-1-3 16,19 10-3-16</inkml:trace>
  <inkml:trace contextRef="#ctx0" brushRef="#br1" timeOffset="163835.34">27427 11740 502 0,'0'0'198'0,"-7"-28"3"15,-2 9-110-15,9 19-60 16,-17-24-31-16,17 24 0 16,-22-16 0-16,22 16 0 15,-28-7 0-15,10 9 0 16,-1 3 0-16,-3 4 0 15,-1 4 0-15,-3 5 0 16,0 8 0-16,-3 3 0 0,3 11 0 16,-1 5 0-16,8 7-9 15,4-2 2 1,8 7 0-16,7-1 3 0,7-3-2 16,15-1 3-16,8-7-2 15,12-7 2-15,6-1-1 16,4-10 2-16,5-6-1 15,2-9 1-15,-3-7 1 16,1-6 1-16,-5-8 2 16,-3-5 1-16,-9-5 2 15,-5-5-2-15,-6 0-11 16,-6-6-113-16,-9-4-43 0,-2 4-4 16,-12-8-5-16,0 5-2 15</inkml:trace>
  <inkml:trace contextRef="#ctx0" brushRef="#br1" timeOffset="164195.61">27965 11277 405 0,'4'-29'187'0,"-4"29"-6"16,19-23-91-16,-19 23-25 16,0 0-25-1,0 0-37-15,-4 45 1 16,-1-1-2-16,2 13 0 0,-8 19-2 16,4 19-1-16,-1 18 1 15,1 11 1-15,0 8-1 16,-2 1 0-16,-1 0 4 15,1-4-2-15,2-13 0 16,0-14-1-16,0-16 1 16,2-13-3-16,1-16-101 15,4-10-43-15,0-23-24 16,9-5-3-16,-9-19-3 16,17-14 2-16</inkml:trace>
  <inkml:trace contextRef="#ctx0" brushRef="#br1" timeOffset="164675.94">28234 12036 540 0,'0'0'174'15,"0"0"-2"-15,0 0-99 16,0 0-50-16,11-25-24 15,8 11 2-15,7 1-2 16,0-5 2-16,7 3-1 16,-2-1 1-16,5 4-2 15,-6 3-2-15,-2 4 1 16,-7 7 2-16,-6 5 4 0,-15-7-3 16,16 33 2-16,-16-9-2 15,-9 7 2-15,-1 7 1 16,-9 4-1-16,-7 3-4 15,0 1 0-15,-7 1-1 16,-2 0 1-16,2-4-2 16,3-1 2-16,4-9-3 15,7-4 1-15,4-6 0 16,8-3-1-16,7-20 0 16,7 23 1-16,-7-23-1 15,31 7 2-15,-7-7 1 16,7-5 2-16,-1-4 2 15,6-5-1-15,3-2-1 0,-3-3-24 16,6 0-77-16,-4-1-47 16,-5-8-18-16,2 4-4 15,-6-7-1 1,1 6-1-16</inkml:trace>
  <inkml:trace contextRef="#ctx0" brushRef="#br1" timeOffset="164876.09">28689 12146 407 0,'0'0'172'0,"0"0"-8"0,0 0-77 16,0 0-23-16,23-7-17 16,-8 2-74-16,-1 3-66 15,-14 2-28-15,23-3-21 16,-23 3-10-16,0 0-4 15,0 19 3-15</inkml:trace>
  <inkml:trace contextRef="#ctx0" brushRef="#br1" timeOffset="165016.19">28604 12290 365 0,'0'0'133'0,"3"24"-15"15,-3-24-13-15,26 11-54 16,-3-13-77-16,0-12-65 0,13 4-45 15,-8-15-29 1,12-2-4-16,-6-13 1 16</inkml:trace>
  <inkml:trace contextRef="#ctx0" brushRef="#br1" timeOffset="165359.43">29152 11830 328 0,'0'0'151'0,"-10"19"-24"15,-9 3-17-15,0 6-24 16,-7-2-18-16,3 8-15 16,1-2-34-16,1-3-20 15,5 4-2-15,4-2 1 0,5-3-1 16,4-4 2-16,6-2 0 16,1-3 4-1,3-3 2-15,-7-16 3 16,19 23 0-16,-19-23 1 0,29 1 0 15,-13-2-2-15,-1-10 1 16,3-4-2-16,-3-6-2 16,4-5-3-16,-5-7 0 15,-1-3 0-15,-3-2-2 16,-5-1 3-16,-10 3-7 16,-21 5-119-16,-14 2-49 15,-9 9-16-15,-37 0-4 16,-12 14-3-16,-39-7 75 15</inkml:trace>
  <inkml:trace contextRef="#ctx0" brushRef="#br1" timeOffset="169438.33">29347 11952 333 0,'0'0'146'0,"-16"-5"-14"16,16 5-13-16,0 0-13 15,0 0-16-15,0 0-18 16,0 0-47-16,0 0-25 16,0 0 0-16,0 0 0 15,0 0 0-15,0 0 0 16,0 0 0-16,0 0 0 0,0 0 0 16,23-8 0-16,-4 6 0 15,7 0 0 1,5-3 0-16,16-2 0 15,10 0 0-15,18-3 0 0,14-1 0 16,9-3 0-16,17 1 0 16,12 0 0-16,15-2 0 15,7 3 0-15,9 1 0 16,11 1 0-16,6 1 0 16,4 1 0-16,0 1 0 15,1 0 0-15,-1 2 0 16,0 1 0-16,-11-1 0 15,-10 3 0-15,-5-1 0 16,-13 3 0-16,-11-2 0 16,-11 4 0-16,-12-2 0 15,-12 0 0-15,-9 2 0 16,-11-1 0-16,-10-1 0 0,-8 2 0 16,-11-2 0-16,-12 2 0 15,-7-2 0-15,-7 0 0 16,-19 0 0-16,19 3 0 15,-19-3 0-15,0 0 0 16,0 0 0-16,0 0 0 16,0 0 0-16,0 0 0 15,0 0 0-15,0 0 0 16,0 0 0-16,0 0 0 0,0 0 0 16,0 0 0-1,0 0 0-15,0 0 0 16,0 0 0-16,0 0 0 15,0 0 0-15,0 0 0 0,0 0 0 16,0 0 0-16,0 0 0 16,0 0 0-16,0 0 0 15,0 0 0-15,0 0 0 16,0 0 0-16,0 0 0 16,0 0 0-16,0 0 0 15,0 0 0-15,0 0 0 16,0 0 0-16,0 0 0 0,0 0 0 15,0 0 0 1,0 0 0-16,0 0 0 16,0 0-54-16,-12-26-115 15,12 26-9-15,-36-40-6 0,10 13-7 16,-13-15 1-16</inkml:trace>
  <inkml:trace contextRef="#ctx0" brushRef="#br1" timeOffset="170495.08">30407 10831 369 0,'0'0'180'0,"-17"-4"-3"16,17 4-56-16,0 0-33 15,0 0-41-15,0 0-45 16,0 0 0-16,0 0-2 0,-9 26-3 15,9-5 1-15,4 10-1 16,-2 4 0 0,5 6-1-16,0 6 5 15,-1 0-4-15,3-4 3 0,2-5-1 16,1-5 3-16,-2-7 0 16,2-5 2-16,-12-21-1 15,21 19 1-15,-21-19 1 16,16-2-1-16,-16 2 1 15,22-29-2-15,-15 3 0 16,5-5-2-16,-1-9 3 16,1-4-4-16,-5-4 2 15,3-4-2-15,-1 2 1 16,1 5-2-16,-3 2 1 16,2 10-1-16,-2 5 1 15,0 9-1-15,-7 19-3 16,0 0-2-16,19-5 0 0,-12 20 2 15,5 10-1-15,-1 1 0 16,4 6 1-16,4 3 2 16,4 1 3-16,3-3 2 15,0-2-1-15,-4-6 2 16,4-6-1-16,-3-2 0 16,-4-8-2-16,-1-4 1 15,-3-3 0-15,-15-2 1 16,26-14-2-16,-26 14 1 15,16-35 1-15,-9 7-1 16,-4-6 0-16,4-4-1 16,-3-4 0-16,-1-1 2 15,-1 1 1-15,-2 6 0 0,3 5-7 16,-3 5 8-16,4 7-7 16,-4 3 6-16,0 16-73 15,0 0-69-15,0 0-36 16,22-5-6-16,-22 5 0 15,30 12-6-15</inkml:trace>
  <inkml:trace contextRef="#ctx0" brushRef="#br1" timeOffset="170721.24">31170 10881 398 0,'0'0'181'16,"-14"14"-1"-16,14-14-57 16,0 0-61-16,40-2-24 15,-13-3-38-15,3-4-60 16,6 2-50-16,2 0-32 16,-8-1-26-16,-1 8-10 15,-29 0-4-15,23 8 41 16</inkml:trace>
  <inkml:trace contextRef="#ctx0" brushRef="#br1" timeOffset="170907.37">31159 11137 388 0,'0'17'172'0,"19"-17"-35"0,4-6-23 15,10 4-19-15,1-14-27 16,13 2-39-16,-2-5-29 15,-3-5-55-15,7 0-73 16,-11 0-37-16,-5-6-13 16,0 3-2-16,-14-8-2 15</inkml:trace>
  <inkml:trace contextRef="#ctx0" brushRef="#br1" timeOffset="171556.84">31697 10445 381 0,'0'-21'140'16,"0"21"-13"-16,0 0-11 16,-3-21-19-16,3 21-17 0,0 0-29 15,0 0-44-15,0 0-5 16,0 0-2 0,0 0-1-16,0 0 1 15,0 0 0-15,0 0 0 0,0 0 0 16,0 0-1-16,0 0 1 15,0 0 1-15,0 0-2 16,0 0 0-16,0 0 0 16,0 0 0-16,0 0 1 15,0 0-1-15,0 0 0 16,0 0-1-16,0 0-1 16,0 16-1-16,0-16-2 15,0 0 0-15,7 21-2 16,0-6 0-16,-2 4 0 15,2 7 1-15,-4 10 6 16,8 4-4-16,-3 9 6 16,-1 4-6-16,4 5 8 0,-3 0-6 15,3 3 4-15,-3 0-6 16,-1-6 2-16,0-5 0 16,2-3-1-16,-5-6 3 15,-1-6-2-15,0-6 3 16,-3-6 1-16,4-7 1 15,-4-16 2-15,0 19 3 16,0-19 1-16,0 0-76 16,0 0-78-16,0 0-18 15,-4-23-2-15,4 23-4 16,-6-19-3-16</inkml:trace>
  <inkml:trace contextRef="#ctx0" brushRef="#br1" timeOffset="173011.87">34395 11177 342 0,'-4'-26'178'16,"8"3"-43"-16,-4 3-18 15,-4-3-17-15,1 6-34 16,-9-4-36-16,1 0-39 16,-4 2-1-16,-5 2 0 0,-6 0-2 15,-3 3 1-15,-8 2 1 16,-4 3 3-1,-4 6 2-15,-7 1 3 16,0 9 1-16,-4 5 1 0,-1 7-1 16,-2 3 2-16,3 11-2 15,2 5 2-15,2 11-3 16,0 6 3-16,4 6-4 16,2 6 5-16,1 10 3 15,5 9 1-15,-1 4 0 16,4 9 2-16,3 3-1 15,4 5 1-15,1 1 0 16,6 1 2-16,4-4-8 16,5-3 7-16,9-5 1 15,5-2-2-15,12-6 3 16,5-4-2-16,8-2 3 16,11 0-3-16,13-4-3 0,10-1-6 15,12 0 0-15,16-3 0 16,13-6 0-16,13-3 0 15,14-9 0-15,7-5 0 16,8-9 0-16,7-8 0 16,4-11 0-16,1-9 0 15,-4-8 0-15,-8-8 0 16,-1-10 0-16,-11-8 0 16,-14-9 0-16,-7-8 0 15,-11-12 0-15,-13-10 0 16,-14-9 0-16,-12-11 0 15,-14-10 0-15,-7-7 0 0,-12-6 0 16,-10-4 0-16,-13-1 0 16,-8-3 0-16,-12 3 0 15,-6-1 0-15,-12 3 0 16,-8-1 0-16,-9 1 0 16,-5-2 0-16,-11 1 0 15,-1-1-1-15,-6 0-10 16,-5 3 0-16,-5 4-1 15,-5 4-3-15,-4 3 8 16,-3 7-7-16,0 9 7 16,-4 5-1-16,-3 10 2 15,0 11-2-15,3 9 2 16,-5 11 1-16,5 15 1 0,-6 13-1 16,6 16 2-16,7 13 1 15,8 15 0-15,11 10-88 16,12 12-64-16,25 16-7 15,5-1-5-15,26 8-3 16,7-8 14-16</inkml:trace>
  <inkml:trace contextRef="#ctx0" brushRef="#br1" timeOffset="173457.19">33707 11790 459 0,'0'0'166'0,"0"15"1"16,4 13-85-16,-8 7-33 0,8 17-19 16,-4 8-24-1,3 13 1-15,-3 5-4 0,4 3 0 16,1 0-2-16,-2-1 2 15,4-11 3-15,0-6-3 16,-3-15 2-16,1-6-1 16,2-15 10-16,-4-6-15 15,-3-21-77-15,0 0-48 16,0 0-33-16,23-12-8 16,-23-16-7-16,7 1-3 15</inkml:trace>
  <inkml:trace contextRef="#ctx0" brushRef="#br1" timeOffset="174027.59">33581 11987 353 0,'0'0'181'16,"-16"-21"-12"-16,12 6-53 15,4 15-18-15,11-25-25 16,-11 25-40-16,26-24-33 16,-10 10 0-16,3 2 0 15,3 0 0-15,-3 2 0 0,2 1 0 16,2 2 0-16,-1 4 0 16,4 1 0-1,-3 5 0-15,3 4 0 16,0 4 0-16,5 3 0 15,-1 5 0-15,-1 5 0 0,1 4 0 16,1 3 0-16,-2 2 0 16,-2 3-4-16,-1 2 0 15,-4 4-3-15,-8 1 2 16,5-2-2-16,-7 3 1 16,2-1 1-16,-5 2 2 15,-2-2-1-15,-4-1 3 16,1-1 1-16,-4-1-3 15,-7-2 3-15,-2 0-3 16,-8 0 4-16,-2-3-3 16,-7 0 3-16,-9 1-6 15,-5-1 2-15,-5-3 2 0,-7 3 0 16,3-4 0-16,1-1 0 16,-1-4 2-16,7-4 2 15,6-6 8-15,10-9 3 16,3-7-18-16,23 0-101 15,-15-30-45-15,11-3-13 16,15-1-1-16,1-16-6 16,10-4-7-16</inkml:trace>
  <inkml:trace contextRef="#ctx0" brushRef="#br1" timeOffset="174507.93">34410 11359 491 0,'0'0'179'0,"0"0"-50"15,0 0-36-15,0 0-22 0,0 0-56 16,0 0-21-16,-1 29-4 16,1-1 0-16,1 15 5 15,-1 12 1 1,0 18 2-16,0 19 3 0,-5 17 0 15,2 14 3-15,-8 12 3 16,-1 9-2-16,-5 1-4 16,-2 4 1-16,-4-4 0 15,0-6 0-15,1-9 0 16,-4-11 0-16,3-15-3 16,1-11 5-16,4-17-5 15,3-15-21-15,3-18-87 16,8-13-48-16,4-30-4 0,0 0-5 15,-3-28-2-15,18-12-3 16</inkml:trace>
  <inkml:trace contextRef="#ctx0" brushRef="#br1" timeOffset="175131.37">34447 12480 503 0,'0'0'173'0,"19"-10"-25"16,-5-2-55-16,14 5-26 0,-6-7-46 15,8 2-15-15,-1 0 0 16,1 3-1-16,-4-1-4 16,-7 3-4-16,-4 3-4 15,-15 4-4-15,23-1 1 16,-23 1-2-16,0 0-2 16,7 19 3-16,-7-19 0 15,0 29 2-15,-4-8 2 0,-1 3 6 16,-2 6 2-16,0 4-1 15,-5 3 4 1,-5 4-3-16,-2 2 3 16,-7 4-2-16,0-2 1 15,-4 0-4-15,-1 2 0 0,1-7-1 16,4-2 0-16,4-5 1 16,3-7 1-16,8-6 2 15,11-20 6-15,-7 28 3 16,7-28 0-16,0 0 2 15,30 4-1-15,-11-4 1 16,3-2-2-16,5-2-4 16,2 3-7-16,1-6 0 15,-1 5 0-15,1-1 0 16,-8-1 0-16,1-3 0 16,-1 0 0-16,-6-1 0 15,6 1-45-15,-22 7-68 0,26-28-40 16,-6 16-16-16,-7-9-5 15,3 4 0-15,-6-6-3 16</inkml:trace>
  <inkml:trace contextRef="#ctx0" brushRef="#br1" timeOffset="175372.55">34806 12735 447 0,'0'0'173'0,"17"-4"-37"0,-1 4-38 15,-16 0-17-15,33-5-18 16,-17 2-38-16,6-1-25 16,-6 4-7-16,-16 0-72 15,26-5-55-15,-26 5-28 16,0 0-13-16,0 0 0 15,0 21-2-15</inkml:trace>
  <inkml:trace contextRef="#ctx0" brushRef="#br1" timeOffset="175551.68">34764 12972 321 0,'20'7'176'0,"-20"-7"-11"0,32-12-43 16,-9 0-86 0,3-7-91-16,9 5-71 0,-9-12-48 15,7 5-1-15,-7-10-3 16</inkml:trace>
  <inkml:trace contextRef="#ctx0" brushRef="#br1" timeOffset="176399.28">35202 12780 493 0,'0'0'182'15,"0"0"-11"-15,3-26-60 0,13 3-45 16,-6-8-66-16,9-9 0 15,-5-5 0-15,5-1 0 16,-3-1 0-16,0 4 0 16,-2 3 0-16,-7 7 0 15,1 7 0-15,-8 9 0 16,0 17-9-16,0 0-5 16,0 0-1-16,0 0 1 15,0 0-1-15,-15 10 3 16,15-10 8-16,-7 29 4 15,3-9 0-15,4 2 2 16,-5 4 4-16,5 2-1 16,-4 3 1-16,4 0-4 0,4 2 1 15,-4 2-4-15,0-1 5 16,2 2-5-16,1 1-1 16,-3-3-1-16,0 5 4 15,4-1 1-15,-1-2 0 16,-3 2-1-16,4-2-1 15,-1-4 1-15,1-1 0 16,-1-4 0-16,-1-4-2 16,1-8 2-16,1 1-2 15,-4-16 2-15,0 16 1 16,0-16-1-16,0 0 1 16,0 0-1-16,0 0-1 0,0 0-1 15,0 0 1-15,0 0-1 16,0 0-1-16,0 0 4 15,0 0-2-15,0 0 0 16,-23 5 1-16,23-5 0 16,-22-2 0-16,6 2 0 15,-1 0 1-15,1 2-4 16,-3 1 1-16,0 1-1 16,1-1 0-16,18-3 0 15,-22 7-2-15,22-7 3 16,0 0 9-16,0 0 2 15,0 0 1-15,0 0 0 16,19-5 2-16,2 0-9 0,1-4-4 16,10-1 0-16,1-1 0 15,8 1 0-15,8-4 0 16,3 2 0-16,0 0 0 16,0 0 0-16,-3 0 0 15,-4 5 0-15,-5 0 0 16,-16 0 0-16,-7 5 0 15,-17 2-145-15,-3-15-27 16,3 15-4-16,-37-23-4 16,6 6-2-16</inkml:trace>
  <inkml:trace contextRef="#ctx0" brushRef="#br2" timeOffset="214472.04">7484 13166 170 0,'0'0'132'15,"-19"-23"-5"-15,19 23-3 16,-26-24-10-16,7 3-20 15,0 11-5-15,-11-9-1 16,4 7-17-16,-7-9-57 16,-2 7-14-16,-1-3 0 15,-9 3 0-15,-4 0 0 16,-3-3 0-16,-9 5 0 0,-4 3 0 16,-7 2 0-16,-2 5 0 15,-4 2 0-15,-2 6 0 16,-2 4 0-16,1 2 0 15,-3 4 0-15,6 1 0 16,0 9 0-16,0 3 0 16,-2 8 0-16,5 3 0 15,1 5 0-15,-1 5 0 16,7 9 0-16,2 8 0 16,6 8 0-16,4 6 0 15,4 9 0-15,4 7 0 16,6 10 0-16,5 6 0 15,8 4 0-15,1 5 0 0,2-1 0 16,9 2 0-16,5-2 0 16,1-3 0-16,11-6 0 15,0-1 0-15,14-6 0 16,2-4 0-16,6-8 0 16,8-6 0-16,4-4 0 15,6-3 0-15,9-11 0 16,7-3 0-16,-3-9 0 15,10-5 0-15,1-6 0 16,7-4 0-16,4-9 0 16,3-7 0-16,4-7 0 15,1-11 0-15,-2-8 0 0,8-12 0 16,1-12 0-16,1-14 0 16,6-14 0-1,3-14 0-15,1-10 0 16,0-14 0-16,3-9 0 15,-2-8 0-15,-1-5 0 0,-4-3 0 16,-5-2-2-16,-5-3 4 16,0 3-4-16,-2 1 3 15,-7 3-4-15,-3 6 3 16,-8 6-4-16,-11 10 6 16,-11 11-1-16,-7 9-2 15,-12 10 2-15,-12 13 0 16,-10 10 3-16,-8 10-4 15,-10 6 0-15,-1 6 0 0,-5 4 0 16,-2 5 0-16,-1 5 0 16,-3 4 0-1,0 2 0-15,-3 4 0 0,3 3 0 16,3 2 0-16,-3 3 0 16,-3 1 0-16,3 2 0 15,-4 6 0-15,2 1 0 16,-5-1 0-16,4 5 0 15,-4-2 0-15,-2-1 0 16,6-2 0-16,-1-5 0 16,4-2 0-16,7-5 0 15,3-4 0-15,16-9 0 0,-14-3 0 16,14 3 0 0,7-28 0-16,4 5 0 15,8-4-5-15,3-6 3 16,5-2 1-16,7-1 2 0,3 0-2 15,1 1 1-15,2 2 0 16,1 4 1-16,-4 3-2 16,1 3 1-16,-1 8 1 15,-6-1 0-15,-2 7-1 16,4 6 1-16,-7 1 0 16,0 6 2-16,2 4-2 15,-2 6-1-15,0 3 0 16,0 9 0-16,0 6 0 15,0 7 0-15,0 8 0 16,4 10 0-16,-8 7 0 16,4 5 0-16,0 8 0 15,-3-3 0-15,3 1 0 0,0 8 0 16,0-7-100-16,0-7-72 16,4 2-10-16,-8-16-7 15,1-1-7-15,-8-14 13 16</inkml:trace>
  <inkml:trace contextRef="#ctx0" brushRef="#br2" timeOffset="-214069.01">5701 17062 411 0,'-22'-7'190'0,"-4"-8"-1"0,0-1-74 15,7 6-34-15,3-4-44 16,16 14-37-16,-14-19 0 16,14 19 0-16,0 0 0 15,33 16 0-15,-3 3 0 16,4 8 0-16,11 6 0 16,4 3 0-16,7 4 0 15,-4 2 0-15,0-4 0 16,-7-3 0-16,-3-6 0 0,-9-8 0 15,-7-4 0-15,-7-7 0 16,-19-10 0-16,19 6 0 16,-19-6 0-16,0-33 0 15,-9 3 0-15,-5-6 0 16,-1-9 0-16,-8-5 0 16,0-7 0-16,-3 0 0 15,4 5 0-15,1 7 0 16,5 5 0-16,4 7 0 15,5 7 0-15,4 9 0 16,3 17 0-16,3-23 0 16,-3 23 0-16,30-9 0 0,-8 13 0 15,8 5 0-15,12 1 0 16,-1 7 0 0,4 2 0-16,7 2 0 15,0 3 0-15,-6-1 0 0,-1-4 0 16,-9-2 0-16,-6-1 0 15,-4-8 0-15,-7-1 0 16,-19-7 0-16,22-1 0 16,-22 1 0-16,-3-32 0 15,-8 8 0-15,-1-12 0 16,-10-4 0-16,-1-8 0 16,-3-4 0-16,-3 1 0 15,3 1 0-15,3 4 0 16,4 0 0-16,5 10 0 15,5 2 0-15,9 4 0 16,4 2 0-16,11 8-60 16,5 2-91-16,2 1-22 0,11 10-15 15,-3-8-2-15,8 9-1 16</inkml:trace>
  <inkml:trace contextRef="#ctx0" brushRef="#br2" timeOffset="-213823.83">6703 16344 324 0,'0'0'170'0,"-12"16"11"16,12-16-61-16,0 0-39 15,0 0-20-15,15-14-28 0,-15 14-15 16,33-23-10-16,-10 11-40 15,0-4-50-15,3 6-29 16,0 1-25-16,-7 6-17 16,0 12-18-16,-19-9 2 15,19 39 28-15</inkml:trace>
  <inkml:trace contextRef="#ctx0" brushRef="#br2" timeOffset="-213649.72">6774 16681 476 0,'-3'21'146'0,"3"-21"-13"16,7 18-22-16,-7-18-23 16,33-14-27-16,-11-7-53 0,4-5-8 15,9-7 0-15,-6-10-57 16,11-4-70-16,-2-3-25 16,-5-7-20-16,2 1 0 15,-5-4-4-15,-1 3 10 16</inkml:trace>
  <inkml:trace contextRef="#ctx0" brushRef="#br2" timeOffset="-213152.36">7232 15802 425 0,'-17'-22'180'16,"17"22"-26"-16,-19-2-28 0,19 2-26 15,0 0-62-15,-19 22-38 16,15-6 0-16,4 3 0 15,4 5 0-15,3 7 0 16,1 2 0-16,3 5 0 16,1 0 0-16,11 2 0 15,-3 0 0-15,3-4 0 16,0-1 0-16,3-4 0 16,0-5 0-16,0-3 0 15,-2-4 0-15,2-5 0 16,-5-2 0-16,1-5 0 15,-3-6 0-15,1-2 0 16,-5-5 0-16,3-6 0 0,-3-5 0 16,-4-4 0-16,1-5 0 15,2-3 0-15,-6-6 0 16,3 1 0-16,-4-6 0 16,-2 0 0-16,-5-2 0 15,-5 1 0-15,-2 1 0 16,-7 2 0-16,-2 3 0 15,-6 2 0-15,-1 8 0 16,-10 4 0-16,2 9 0 16,-6 8 0-16,-1 6 0 15,-2 8 0-15,2 6 0 16,9 6-50-16,-1 4-116 16,4 0-11-16,7-3-1 0,19-23-8 15,-19 24 0-15</inkml:trace>
  <inkml:trace contextRef="#ctx0" brushRef="#br2" timeOffset="-173221.66">20531 11407 288 0,'0'0'185'0,"-9"-29"-57"15,9 29-42-15,-11-33-3 16,3 12-12-16,-3-1-41 16,-2-4-28-16,0 1-1 15,-2-1-2-15,-3 0-1 16,-1 2 1-16,-3 0 0 16,-1 3 0-16,-3 2 1 0,0 2-1 15,-3 1 1-15,-3 1 0 16,3 3 2-1,-4-2-1-15,0 3-1 16,-2-1 0-16,-1 0 1 0,-3 0 0 16,-2 2 0-16,1 3 0 15,-2 0-1-15,1 3 0 16,1 1 2-16,-2 3-2 16,0 0 0-16,6 2 0 15,-2-1-1-15,5 3 1 16,-4-2 0-16,-1-1 0 15,3 3-1-15,-1-1 0 16,-1 1 0-16,-1 1 0 16,0 2 0-16,-2 1 1 15,-5 1-1-15,7 1 0 16,-6 3 0-16,3 0 1 16,-1 0-1-16,-1 0 1 0,5-1-2 15,-4 1 1-15,5-1 1 16,6 2 0-16,-2-1-1 15,0 0 1-15,4 0 0 16,1-1 0-16,5 2 0 16,-3 0 1-16,6 0-2 15,0 0 0-15,-2 0 1 16,-1 1-2-16,1 3 0 16,-1-1 1-16,1 0 0 15,-1 4-1-15,0-2-1 16,-3 2 2-16,4 1 0 15,1-1 2-15,-2 2-3 0,4-1 1 16,0 2-1-16,0 1 2 16,2 1 2-16,1 3 3 15,6 0-3-15,-2 4 4 16,1-2-3-16,6 2 3 16,-5 2-3-16,3 1 2 15,3-1-5-15,-1-2 1 16,1 3-3-16,1-1 3 15,0-1-3-15,-4 3 2 16,7 1-2-16,0 0 2 16,-4 0-1-16,4 2 1 15,4-2-2-15,-1 2 2 16,1 0-1-16,-1-1 1 0,4-2-1 16,2-3 0-16,-2 1-1 15,0-4 3-15,1 4-2 16,3-1 1-16,-1-1 3 15,2 0-5-15,-5-2 5 16,9 2-4-16,-2-3 4 16,1 1-5-16,1-4 5 15,1-1-4-15,2 0 1 16,0-1 1-16,7 1-1 16,-6 0 2-16,6-1-2 15,0 1 1-15,-4 0-1 16,4 0 2-16,0 0-2 15,0-1 1-15,0-1-1 0,0-2 1 16,0 1 0-16,-3-2 1 16,3-1-1-16,0 1 0 15,0-4 0-15,5 2 2 16,-1-3-2-16,3 0 1 16,-4-4-1-16,3 0 1 15,1 0-1-15,3 0 1 16,-5-3 0-16,2 1 0 15,0-1-1-15,2 1 1 16,5-1-1-16,-5-4 0 16,6 0-1-16,3-1 1 15,4-1-1-15,1 1 0 16,-1-4 0-16,5-2 1 0,-3 2-1 16,5-4 1-16,1 1-2 15,0-1 2-15,-4-2 0 16,1 0 0-1,3-1-1-15,-1-3 0 0,1 0 0 16,1-2 1-16,-1-2 1 16,-1-2-2-16,3-1 1 15,-3-2-1-15,1 0 2 16,-4-2-1-16,-4-2 0 16,-2 6-1-16,-5-5 1 15,-1 4-1-15,-9 1 1 16,-1 0-1-16,-4-1 1 15,0 1-1-15,-3 0 1 0,-4-2-1 16,2 0 2-16,-6-4-2 16,4-3 2-1,0 2-3-15,0-4 1 16,2 2 1-16,-5-3-1 0,3 1-1 16,-2 1 1-16,-1-3 0 15,0 2-4-15,-3 1 6 16,0-4-6-16,-3 1 4 15,2 1-4-15,-5-1 5 16,4 1-5-16,-3-1 4 16,-1-1 0-16,0 2-1 15,-2-1 3-15,2 1-2 16,0-2 0-16,-3-2 0 16,-1 2 2-16,2 0-3 15,2-2 2-15,-3-2-2 16,-1 2 1-16,1 0-2 15,-1 2 2-15,-1 0-1 0,-2 0 0 16,0-2-1-16,-2 4 1 16,-1-1-1-16,-4 2 1 15,0-1-1-15,-2 1 1 16,2 1 0-16,-7 1-4 16,2-2 3-16,2 0-2 15,-6 1-2-15,0-1 2 16,-1 2-2-16,2 2 2 15,-8-2 0-15,7 1 4 16,-8 3-5-16,1-1 5 16,1 1 1-16,-1 1-1 15,1-1 0-15,-1-1 1 0,4 2-1 16,-3 1 1-16,-1-3-1 16,0 2 0-16,1 1-1 15,1-1 1-15,2-2-1 16,-7 1 2-16,0-1-2 15,0-1 1-15,-2 0 0 16,-5 0 1-16,4-2-1 16,-6 1 1-16,-2 1-1 15,4 0 0-15,2 1 1 16,-2 3 0-16,4 2-1 16,-4 3 1-16,5 1 0 15,2 2 0-15,0 1 0 16,0 6 1-16,0 0-1 0,0 3-1 15,0 1 0-15,-4 4 0 16,-5 0 0-16,-1 3 0 16,-2 2-1-16,-6 1 0 15,-4 1-1-15,-6 4 1 16,-2 0 0-16,1 0 1 16,3-2 0-16,3 2 2 15,1-5 2-15,9-3-1 16,6-7 2-16,18-4-114 15,15 5-50-15,3-25-6 16,20 18-5-16,3-8-4 16,12 17 72-16</inkml:trace>
  <inkml:trace contextRef="#ctx0" brushRef="#br2" timeOffset="-143742.72">18901 11154 118 0,'0'0'72'0,"0"0"7"16,0 0 12 0,0 0 11-16,0 0-8 0,0 0-6 15,0 0-10-15,0 0-9 16,0 0-14-16,0 0-14 16,0 0-22-16,0 0-17 15,0 0-1-15,-18-5 0 16,18 5-1-16,0 0 2 15,0 0-2-15,0 0 0 16,-19-5 0-16,19 5 0 16,0 0 0-16,-15-2 0 0,15 2-1 15,0 0 0 1,0 0-1-16,-20-3 2 16,20 3 0-16,0 0-1 15,0 0 0-15,0 0 0 0,0 0 1 16,-17-4 0-16,17 4 0 15,0 0-2-15,0 0 2 16,-19-7 0-16,19 7 0 16,-16-10-1-16,16 10 2 15,-22-17-2-15,22 17 1 16,-23-28 0-16,23 28-1 16,-26-33 0-16,12 18 0 15,-1-4 0-15,1 0 0 16,2 0 0-16,0-1 0 15,-2 5 0-15,1-2 0 16,13 17-1-16,-26-28 1 16,26 28 0-16,-22-24 0 0,22 24-1 15,-21-19 1-15,21 19 0 16,-16-16 0-16,16 16 0 16,0 0 1-16,-19-16-1 15,19 16 1-15,0 0-1 16,-19-12 1-16,19 12 0 15,0 0 0-15,0 0 0 16,0 0 1-16,-10-17 5 16,10 17-6-16,0 0 0 15,0 0 0-15,-4-21 6 16,4 21-6-16,-12-17 5 16,12 17-15-16,-7-19 10 15,7 19-9-15,-10-26 15 0,10 26-16 16,-5-28 9-16,1 11-7 15,1 0 4-15,-1-2 5 16,1 1-6-16,-1-1 5 16,1 4-5-16,-2-3 7 15,1 3-7-15,4 15 4 16,-3-24 0-16,3 24 0 16,-4-21 1-16,4 21-1 15,-7-21 0-15,7 21 1 16,-3-16 0-16,3 16 1 15,-2-15 0-15,2 15-1 16,0 0 0-16,-7-19 0 16,7 19 1-16,0 0-2 0,-3-19 1 15,3 19-1-15,0 0 1 16,-4-18 0-16,4 18 0 16,0 0 0-16,0-20 0 15,0 20 2-15,0 0-3 16,-3-18 1-16,3 18 0 15,0 0 0-15,0-19 0 16,0 19 1-16,0 0-1 16,3-17 0-16,-3 17 0 15,0-16 0-15,0 16 0 16,0-17 0-16,0 17 0 16,7-21 0-16,-7 21-1 0,0-26 1 15,0 26 0-15,7-29 1 16,-2 13-1-16,-1-1 1 15,-1-4-2-15,4 1 2 16,-3-3-1-16,1 1 1 16,-2-3-2-16,-3 3 1 15,4-1 0-15,-4 2 0 16,3 2 0-16,-3 0-1 16,4 4 0-16,-4-2 1 15,0 1 0-15,0 16-1 16,3-29 0-16,-3 29 2 15,0-28-1-15,0 28 1 16,4-28-1-16,-4 28 0 0,1-24 0 16,-1 24 0-16,7-30 1 15,-7 30-3-15,11-31 2 16,-4 14-1 0,-2 0 1-16,5-2-1 0,-3-2 3 15,5 2-2-15,-1 2 0 16,1-3 1-16,2 5 0 15,-2-1-1-15,2 1 1 16,-2-1-1-16,-12 16-1 16,23-28 2-16,-23 28-1 15,26-29 0-15,-16 10 0 16,6 2 0-16,-1-1 0 16,3 1 0-16,-3-2 1 0,4 0-1 15,-1 0-1-15,1 2 1 16,-4 1 0-1,1 0 0-15,1 1 0 16,-4-1 0-16,0 1 0 0,-13 15 0 16,26-26 1-16,-26 26-1 15,27-24-1-15,-15 8 2 16,-12 16-2-16,26-23 2 16,-26 23-2-16,29-22 1 15,-29 22 1-15,30-21-1 16,-30 21 0-16,31-19 0 15,-31 19-1-15,23-17 2 16,-23 17-1-16,22-14 0 16,-22 14 0-16,21-14 0 15,-21 14 0-15,19-10 0 16,-19 10 0-16,19-14 0 16,-19 14 0-16,26-12 0 0,-26 12 0 15,26-14 2-15,-10 7-3 16,1 0 0-16,-1-2 1 15,6 1 1-15,1 1-2 16,3-2 2-16,0-1-1 16,0-1-1-16,4 5 2 15,-4-1 1-15,0 0-2 16,0 1 1-16,0 3 0 16,-7 1 0-16,3 2-1 15,1 0 0-15,-4 0 1 16,0 2-2-16,2 1 2 15,-2 1-2-15,0 1 2 16,4 0-1-16,-1-1 0 0,1 3 1 16,-1 0 0-16,1 1 0 15,0-1 0-15,-3 2 0 16,3 1 0-16,0-1-1 16,-1 3 1-16,1 0-1 15,-1-1 0-15,4 2-1 16,-3-1 1-16,-1 4-1 15,1-4 1-15,0 2-1 16,-1 2 1-16,-5-1 0 16,6 1 0-16,-7 3 0 15,6 0 1-15,-3 0-1 16,-1 3 1-16,1 3-1 16,0-5 0-16,0 5 0 0,-2-1 0 15,-1 2 0-15,3 0 1 16,-2 0 0-16,-1 0 0 15,0 3-1-15,-3-1 2 16,0 1-1-16,1 1 0 16,-2 1-1-16,-2-2 0 15,-1 2-2-15,-2 1 4 16,3-5-1-16,-5 3-2 16,6-4 3-16,-8 1-3 15,6-2 3-15,-6-1-1 16,8-2 1-16,-8 1-3 15,4-1 1-15,-2 1 1 0,-1-1-2 16,-1 3 2-16,-3-1-1 16,0 0 2-16,0 0-1 15,-3 1 1-15,3 1-2 16,-4 1 2-16,-4 1-2 16,1 0 1-16,0 1-2 15,0 0 1-15,-5 1-1 16,1-1 2-16,-1-1-2 15,2 1 0-15,1-3 0 16,-5 0 1-16,6 0-1 16,-6-1 2-16,5-1-2 15,-1-2 0-15,-1 1 0 16,2-2 1-16,-4 1-1 0,4-1 5 16,2-2-4-1,-3 2 4-15,4-1-5 0,-4-1 6 16,3-1 3-1,-2 1-3-15,2-2 3 0,0 2-11 16,0-2 12-16,-5-1-13 16,2 1 12-16,1 1-12 15,-1 1 4-15,1-4-6 16,-5 1 5-16,4-1 0 16,10-15 0-16,-19 28 0 15,19-28 1-15,-16 26-1 16,16-26 1-16,-16 23 1 15,16-23-1-15,-13 15 1 16,13-15-2-16,0 0 0 0,0 0-2 16,0 0-1-1,0 0 0-15,0 0 0 16,0 0 0-16,0 0-1 0,0 0 3 16,-20-26-1-16,17 7 1 15,-4-5 2-15,-2-4 0 16,-1-5 5-16,3-1-11 15,-2-6 11-15,6-2-13 16,-4 3 9-16,7 0-7 16,-4 1 7-16,4 4-8 15,7 1 2-15,-7 2 5 16,4 3-4-16,3 4 5 16,-2 0-1-16,-1 3 0 15,-1 2-1-15,-3 19 2 16,7-28-2-16,-7 28 1 15,0 0 0-15,7-17-1 0,-7 17 1 16,0 0 1-16,0 0-1 16,-7 19 2-16,7-4-1 15,-4 6-1-15,4 5 2 16,0 9-2-16,0 8 4 16,0 2-5-16,0 2 5 15,0 1 3-15,-3 1-7 16,3-3 8-16,-3 1-8 15,-1-7 8-15,4-2-11 16,-5-3 11-16,1-4-12 16,4-2 4-16,0-4 1 15,0-6-3-15,0-2 2 16,0-17-2-16,0 22 2 0,0-22-2 16,0 0 0-16,0 0 0 15,0 0 1-15,0 0 0 16,0 0 0-16,19 12 0 15,-19-12 0-15,20-5 1 16,-5 0 0-16,6-4 0 16,5-1-1-16,5-4 0 15,6-1 1-15,4-4 2 16,5 0-2-16,6-2 0 16,-4 0 0-16,4 0 2 15,-3 4-2-15,-7 0 1 16,-3 1-1-16,-4 2-1 0,-5 4 2 15,-8 3-2-15,-3 0 0 16,-1 3 0-16,-18 4 1 16,19-3 1-16,-19 3 0 15,0 0 1 1,0 0-1-16,0 0 2 0,0 0 1 16,0 0 0-16,0 0 1 15,0 0-20-15,0 0-123 16,7-21-29-16,-7 6 6 15,-7-20-14-15,3 0 2 16</inkml:trace>
  <inkml:trace contextRef="#ctx0" brushRef="#br2" timeOffset="-142684.96">19921 8544 376 0,'-22'-5'173'15,"22"5"-8"-15,0 0-80 16,-16-9-20-16,16 9-25 16,0 0-41-16,0 0 0 15,0 0-1-15,0 0 1 0,0 0-1 16,9 25 1-16,1-5-1 16,1 3 0-1,8 10 0-15,3 5-1 16,1 2 1-16,-1 1-1 0,4 1 1 15,0-3-1-15,-6-4 2 16,2-5-2-16,-8-8 2 16,-2-5 2-16,-1-1-2 15,-11-16 0-15,12 15 1 16,-12-15-2-16,0 0 1 16,0 0 0-16,0 0 0 15,7-22-1-15,-4 5 0 16,-3-9 5-16,0-5-3 15,0-4 2-15,0-5-2 16,0-1 2-16,4 1-1 16,-4 0 2-16,3 4-2 15,-1 6-4-15,1 6 3 0,1 3-1 16,-1 6 0-16,-3 15 0 16,7-18 1-16,-7 18-2 15,0 0 2-15,16 14 0 16,-1 3 1-16,6 4-1 15,2 7 0-15,6 0 2 16,6 6-3-16,-2 3 0 16,5-3 1-16,-5-3-1 15,-3-3 0-15,-4-4-2 16,0-5 2-16,-11-3-1 16,-15-16 2-16,23 15-1 15,-23-15 1-15,0 0 1 16,0 0-1-16,0 0 4 0,12-25-2 15,-12 2 3-15,-5-8-5 16,-2-5 2 0,0-8-1-16,-2-4 0 0,-1-1 0 15,0 1-3-15,-3 5 2 16,3 3-2-16,5 9 4 16,-2 5-2-16,3 7 1 15,1 3 1-15,3 16 1 16,-4-21-1-16,4 21 2 15,0 0-1-15,11-21 1 16,-11 21-1-16,22-12-17 16,-6 5-85-16,7 4-44 0,10 6-16 15,-11-3-3-15,11 9-4 16,-7-2 15-16</inkml:trace>
  <inkml:trace contextRef="#ctx0" brushRef="#br2" timeOffset="-142392.76">20697 8726 203 0,'0'0'160'0,"0"0"-47"15,16-16-7-15,-1 2-7 16,5 4-15 0,0-6-17-16,6 6-33 0,2 0-35 15,-2-1-11-15,0 8-46 16,-12-2-27-16,5 8-17 16,-19-3-18-16,7 17-2 15,-10-1-4-15,-8 7-1 16,-1 4 15-16</inkml:trace>
  <inkml:trace contextRef="#ctx0" brushRef="#br2" timeOffset="-142204.62">20746 8942 379 0,'2'19'125'0,"-2"-19"-11"16,26-1-16-16,-9-8-16 15,6-1-19-15,3-10-28 0,8 3-35 16,3-4 1-16,-3-5 3 15,3-1-6-15,-4-3-63 16,-2 1-63-16,2 3-35 16,-10-4-3-16,-4 5-3 15,-9-7-1-15</inkml:trace>
  <inkml:trace contextRef="#ctx0" brushRef="#br2" timeOffset="-141905.41">21173 8181 280 0,'0'0'174'16,"7"-16"-4"-16,-7 16-56 15,0 0-17-15,3 26-28 16,2 5-38-16,2 11-26 15,4 10-1-15,1 10-3 16,5 5 0-16,-1 11-2 16,3 2-1-16,0-2 1 15,-2-2 1-15,6 2-20 16,-7-7-97-16,-6-2-50 16,2 6-20-16,-12-11-8 15,0 5-2-15,-12-7 139 0</inkml:trace>
  <inkml:trace contextRef="#ctx0" brushRef="#br2" timeOffset="-82368.88">21105 12591 77 0,'0'0'40'0,"0"0"2"15,0 0 6-15,0 0 9 16,0 0 3-16,0 0 2 15,0 0 0-15,0 0 8 16,0 0 10-16,0 0 1 16,0 0-9-16,0 0-14 15,0 0-9-15,0 0-11 16,0 0-2-16,0 0-13 16,0 0-20-16,0 0-59 0,0 0-31 15,0 0-23-15,0 0-25 16,7-15-13-16,-7 15-21 15,16-25-2-15,-16 25 90 16</inkml:trace>
  <inkml:trace contextRef="#ctx0" brushRef="#br2" timeOffset="-81872.52">21166 12361 72 0,'0'0'39'0,"0"0"1"15,0 0-3-15,0 0-3 16,0 0-7-16,0 0-4 16,0 0-8-16,0 0-5 15,0 0-6-15,0 0-14 16,0 0-5-16,0 0-9 16,0 0-1-16,0 0-4 15,17-2-7-15,-17 2-12 16,26-7-7-16,-7 6-1 15,4-10 54-15,10 9 2 0</inkml:trace>
  <inkml:trace contextRef="#ctx0" brushRef="#br2" timeOffset="-80429.49">27882 12648 72 0,'0'0'43'0,"0"0"-1"0,0 0 5 16,0 0 1-16,0 0 4 15,0 0 4-15,0 0 12 16,0 0 8-16,0 0 9 15,0 0-5-15,0 0-5 16,0 0-9-16,0 0-5 16,0 0-11-16,0 0-18 15,0 0-15-15,0 0-16 16,0 0 1-16,0 0-1 16,0 0 1-16,0 0-1 15,0 0 0-15,0 0-1 16,0 0 0-16,0 0 1 0,0 0-1 15,0 0-1-15,0 0 0 16,0 0 1-16,0 0-2 16,0 0 1-16,0 0 2 15,0 0-2 1,0 0 0-16,0 0-1 0,0 0 1 16,0 0 0-16,0 0 0 15,0 0 1-15,0 0-3 16,0 0 3-16,0 0-1 15,0 0 2-15,0 0-2 16,0 0 1-16,0 0-1 16,0 0 1-16,0 0 0 15,0 0-1-15,0 0 0 0,0 0 0 16,0 0 0-16,0 0 1 16,0 0-1-16,0 0 1 15,0 0-1-15,0 0 1 16,0 0 1-16,0 0-1 15,0 0 0-15,0 18 0 16,0-18 1-16,0 0-2 16,0 0 1-16,2 15 0 15,-2-15 0-15,0 0 0 16,0 0 0-16,0 0 0 16,0 0 1-16,0 0-1 15,0 0-1-15,0 0 1 16,0 0 1-16,0 0 0 0,0 0 1 15,0 0 1-15,0 0 2 16,0 0-14-16,0 0-60 16,0 0-45-1,17-2-34-15,-17 2-22 0,7-17-12 16,-7 17-6-16,9-17 99 16</inkml:trace>
  <inkml:trace contextRef="#ctx0" brushRef="#br2" timeOffset="-66293.45">26623 11798 31 0,'-33'-3'102'0,"14"3"-38"0,-3-2-6 16,3 2 27-16,1 4 26 15,-1-8-4 1,19 4-5-16,-29-3-2 16,29 3-12-16,-23-7-9 0,23 7-12 15,-16-9-38-15,16 9-29 16,-22-10 0-16,22 10 0 15,-23-14 0-15,23 14 0 16,-22-16 0-16,22 16 0 16,-23-12 0-16,23 12 0 15,-14-10 0-15,14 10 0 16,0 0 0-16,0 0 0 16,0 0 0-16,4 15 0 0,-4-15 0 15,26 32 0 1,-7-13 0-16,7 3 0 15,3 4 0-15,4 0 0 16,2-2 0-16,2 1 0 0,-3-3 0 16,3-3 0-16,-8-2 0 15,-3-1 0-15,-3-2 0 16,-7-6 0-16,-16-8 0 16,22 16 0-16,-22-16 0 15,0 0-1-15,0 0-5 16,7 19 2-16,-7-19-1 15,0 0 2-15,-23 28 0 0,10-9 2 16,-7 3 0-16,-2 8 0 16,-8 4 0-16,-1 8 0 15,-5 1 1 1,-6 2 0-16,2 0-2 16,2-2 2-16,-2-1-2 0,5-6 4 15,6-5-4-15,3-5 3 16,7-5-1-16,19-21 3 15,-26 23 1-15,26-23 4 16,0 0-1-16,0 0 0 16,0 0-6-16,0 0-1 15,0 0-88-15,0 0-73 16,22-18-25-16,-6 8-13 16,-6-11 1-16,13 6 8 15</inkml:trace>
  <inkml:trace contextRef="#ctx0" brushRef="#br2" timeOffset="-45547.08">26851 12849 25 0,'15'-10'11'16,"-15"10"-6"-16,0 0-5 16,16-7-2-16,-16 7 0 15,0 0 1-15,17-5 2 16,-17 5 2-16,0 0 3 16,0 0 2-16,0 0 4 15,0 0 3-15,0 0 2 0,0 0 1 16,0 0 1-16,0 0 0 15,0 0-1-15,0 0 1 16,0 0-1-16,0 0-2 16,0 0-3-16,0 0-2 15,0 0 0-15,0 0-2 16,0 0 1-16,0 0-1 16,0 0 0-16,0 0 0 15,0 0-1-15,0 0-1 16,0 0 0-16,0 0-1 15,0 0 1-15,0 0-2 16,0 0 0-16,0 0 1 16,0 0-1-16,0 0-2 0,0 0 0 15,0 0-2-15,0 0-1 16,0 0 0-16,13 15 0 16,-13-15 1-16,0 0-1 15,0 0-1-15,0 0 1 16,0 0-2-16,0 0 1 15,0 0 1-15,0 0 0 16,0 0-1-16,0 0 0 16,0 0-15-16,0 0-20 15,0 0-30-15,15 12-19 16,-15-12-14-16,0 0 38 16,4-24 61-16</inkml:trace>
  <inkml:trace contextRef="#ctx0" brushRef="#br2" timeOffset="-24517.35">27613 11151 102 0,'0'0'48'16,"0"0"-4"-16,0 0 2 16,0 0 8-16,0 0 9 15,0 0 6-15,0 0 2 0,0 0 2 16,-14 7 1-16,14-7-6 16,0 0-11-1,0 0-13-15,0 0-13 16,0 0-9-16,0 0-5 15,0 0-8-15,0 0-8 0,0 0 0 16,0 0-1-16,0 0-1 16,0 0 0-16,0 0 1 15,0 0 0-15,0 0 1 16,0 0-1-16,0 0-1 16,0 0 1-16,0 0 0 15,0 0 0-15,0 0 0 16,0 0-1-16,0 0 1 0,0 0-1 15,-7 15 0 1,7-15 0-16,0 0 0 16,0 0 0-16,0 0 0 15,0 0 0-15,0 0 1 0,0 0 0 16,0 0-11-16,0 0-68 16,0 18-42-16,0-18-24 15,0 0-16-15,0 0-5 16,0 0-7-16</inkml:trace>
  <inkml:trace contextRef="#ctx0" brushRef="#br2" timeOffset="-14913.43">27446 11004 49 0,'0'0'84'15,"0"0"-30"-15,0 0-3 16,0 0 8-16,0 0 4 15,0 0-3-15,0 0 12 16,-15-9 8-16,15 9 12 16,0 0-8-16,0 0-11 15,0 0-15-15,-20-24-5 16,20 24-3-16,-3-16-11 16,3 16-37-16,-4-26-2 0,1 9 0 15,0-5 0-15,-3-1 0 16,-1-3 0-1,0-2 0-15,-1-3 0 16,-6-2 0-16,2-3 0 0,-6 0 0 16,-1-1 0-16,0-2 0 15,0-1 0-15,-3 0 0 16,-8-2 0-16,4 1 0 16,-4-1 0-16,1-1 0 15,-4-2 0-15,-2 2 0 16,2-4 0-16,-5 0 0 15,2 1 0-15,-3-3 0 0,-2 1 0 16,-6-1 0 0,-2 1 0-16,1-1 0 15,-6-1 0-15,-2 0 0 16,-3-2 0-16,-5 3 0 0,0-1 0 16,-2 0 0-16,-5 0 0 15,0-2 0-15,-4-2 0 16,0 1 0-16,-6-1 0 15,1-2 0-15,-5 1 0 16,-5-2 0-16,-4 2 0 16,0 1 0-16,-10 2 0 15,0 2 0-15,-4 3 0 16,-1 0 0-16,-2 4 0 16,1 2 0-16,-4 1 0 15,1 3 0-15,-3 1 0 16,-4 0 0-16,4-1 0 15,-6 3 0-15,2-3 0 0,1-4 0 16,-1-3 0-16,0-1 0 16,0 0 0-16,0-1 0 15,-3-1 0-15,3-1 0 16,-3 3 0-16,0 1 0 16,0 4 0-16,-4 1 0 15,4 2 0-15,-4 3 0 16,4 6 0-16,-4 2 0 15,4 4 0-15,-4-1 0 16,4 4-18-16,0 3 8 16,3 3-5-16,-3 0 17 15,3 1-6-15,0 2 4 16,4 3-2-16,-4 2 1 0,4 1 0 16,-2 3 0-16,5 1 0 15,0 1 0-15,-2 1 0 16,-1 2 0-16,3-3 1 15,-1 3 1-15,1 1 1 16,0 0-1-16,-2-1-1 16,3 1 2-16,1 0-2 15,1 0 2-15,-1 2 0 16,5-2-3-16,2 2 3 16,0-2-3-16,3 1 4 15,1-1-11-15,-1 2 10 16,-2 1-9-16,3-1 7 15,-1 4-6-15,0-1 5 0,-3 2-5 16,0 0 5-16,2 0 2 16,-6 4-2-16,0 0 1 15,-4-1 0 1,1 2 2-16,1-1-1 0,-3 1 1 16,-1 2 0-16,4-3 0 15,-1 1 1-15,2 1 1 16,1 1-2-16,-4 0 0 15,0 0-1-15,3 0 1 16,-5 3 0-16,1 2 2 16,-4-1-4-16,3 3 2 15,-2 0-1-15,3 0 2 16,-5 2-3-16,-2 1 3 0,4-3-3 16,-4 3 2-16,0-1-1 15,0 0 1-15,1-2-2 16,0 0 1-1,3 0-1-15,3 0 1 0,-1 3-2 16,1-3 0-16,0 5 0 16,2 0 0-16,-2 0-1 15,6 1 1-15,-6 1 1 16,5-1-1-16,-1 1 0 16,5 2 0-16,-1-2-1 15,1 0 3-15,4 1-3 16,1 1 2-16,-2 0-3 0,4 1 3 15,-4 0-1 1,9 2 0-16,-5 0 0 0,3 2 3 16,4 0-4-1,1-2 3-15,6 4-3 16,-5-1 1-16,4-1 0 0,-6 0 1 16,5 3-1-16,-2-1-5 15,2 1 6-15,0 0-3 16,2 1 3-16,1-1-3 15,-1 0 3-15,5 4-2 16,0-4 0-16,3 4 4 16,0-2-3-16,1-2 2 15,-1 4-3-15,4 0 2 0,0-1-1 16,3-1 1 0,2-1 0-16,2-6 0 15,5 1-1-15,5 1 1 16,5-5-1-16,-3-2 2 0,7-4-3 15,2 1 2-15,5-1 0 16,1-3 0-16,2 2-1 16,2-4-1-16,7-2 2 15,4-1 0-15,3-2 3 16,3-3-4-16,16-16 2 16,-29 24 0-16,29-24 0 15,-18 14 0-15,18-14 0 16,0 0-7-16,-19 14 5 15,19-14 0-15,0 0 1 16,0 0-1-16,0 0 0 16,0 0 0-16,0 0 1 15,0 0 0-15,0 0-1 0,0 0 1 16,0 0-1-16,0 0-3 16,0 0 5-16,0 0-6 15,0 0 4-15,0 0 2 16,0 0-1-16,0 0-5 15,0 0 4-15,0 0-1 16,0 0 1-16,-19 21 0 16,19-21 1-16,0 0-1 15,-19 19 1-15,19-19-1 16,0 0 1-16,-19 15 3 16,19-15 5-16,0 0 2 15,0 0-3-15,0-15 3 16,2-3-5-16,5-8 7 0,-1-10-6 15,7-6 5-15,1-6-11 16,1-9 5-16,4-5-4 16,2-3 2-16,2 1 1 15,-4 11-2-15,0 3 1 16,0 8-2-16,-5 11 0 16,-6 5-3-16,-8 26-1 15,14-23-3-15,-14 23 0 16,0 0-1-16,0 0 0 15,0 0 0-15,0 0 0 16,0 0 1-16,-7 26 5 16,-1-8 1-16,4 9 0 15,-3 8 3-15,-3 8-4 0,-2 7 3 16,1 11-3-16,-8 1 2 16,4 4 0-1,-4 0-6-15,-2-4 6 16,-2-3-7-16,4-7 7 0,-4-5-6 15,8-13 5-15,-3-6-4 16,6-7 6-16,12-21 3 16,-14 22-2-16,14-22 3 15,0 0 0-15,18-1-2 16,4-8 2-16,8-1-1 16,15-3-3-16,12 0-4 15,9-6 3-15,18 1-1 16,4-3-1-16,9 2 6 0,4 0-7 15,0 0 7 1,-8 2-6-16,-6 1 8 0,-9 4-6 16,-13-3 4-1,-6-3-7-15,-14-4-87 0,-4-6-66 16,-1-8-19-16,-2-14-3 16,11-11-15-16,0-24-2 15</inkml:trace>
  <inkml:trace contextRef="#ctx0" brushRef="#br2" timeOffset="-13129.16">25096 8181 173 0,'0'0'143'0,"0"0"-31"16,-16-19-5-16,16 19-8 15,0 0-16-15,-3 32-18 16,3-6-18-16,3 11-7 16,-3 4-8-16,9 15-3 0,-2 1-22 15,3 3-8-15,6 6 1 16,-6-5 0-16,9-4 1 16,-6-7-2-16,0-7 1 15,0-5 0-15,0-8 3 16,-4-8-4-16,-2-6 0 15,-7-16-2-15,0 0 1 16,0 0 1-16,0 0 0 16,17-12 1-16,-15-11-4 15,2-4 2-15,-1-8-1 16,1-5 1-16,-1-5-1 16,1 0 1-16,1-2-2 15,-2 6 0-15,4 3 3 0,0 5-2 16,2 7 2-16,-2 3-1 15,-7 23 2 1,15-22 1-16,-15 22 1 0,26 5 1 16,-8 9-1-16,1 7 2 15,3 7-2-15,4 6 2 16,0 4-3-16,4 2 0 16,-4 7 3-16,2-2-4 15,-2-5 2-15,-5-2-2 16,1-7 2-16,-6-5-3 15,-1-5 3-15,-4-4-2 16,-11-17-2-16,15 10 0 16,-15-10 1-16,0 0 1 0,7-24-4 15,-7 3 5-15,0-8-4 16,-3-8 1-16,-1-6 1 16,-1-4 1-1,2-3-1-15,-4 0-1 0,3 2 4 16,-3 4-4-16,2 4 4 15,2 6-1-15,-1 8 0 16,1 2 0-16,-1 5 0 16,4 3 1-16,0 16 1 15,-3-21-2-15,3 21 1 16,0 0 0-16,3-17-1 16,-3 17-23-16,19-5-62 15,-19 5-41-15,33-5-26 0,-3 8-17 16,-1-6-2-1,10 8-3-15</inkml:trace>
  <inkml:trace contextRef="#ctx0" brushRef="#br2" timeOffset="-12792.93">25771 8648 311 0,'0'0'152'0,"0"0"-10"15,0 0-22-15,0 0-17 0,9-17-23 16,10 15-25-16,2-3-49 15,5 0-5-15,1-1-2 16,6 3-1-16,-3-1 1 16,3 3-1-16,-7-1-2 15,-3-3-75-15,-1 5-53 16,-3 3-34-16,-19-3-7 16,16 4-4-16,-16-4 2 15</inkml:trace>
  <inkml:trace contextRef="#ctx0" brushRef="#br2" timeOffset="-12560.76">25813 8896 381 0,'0'0'160'15,"0"0"-31"-15,26 17-19 16,-11-21-17-16,15 3-27 15,-8-8-33-15,11-5-36 16,9-1-62-16,-5-13-48 16,4-3-38-16,4 0-19 15,0-9-5-15,4 3-8 16,-4-6 72-16</inkml:trace>
  <inkml:trace contextRef="#ctx0" brushRef="#br2" timeOffset="-12101.43">26542 8314 255 0,'0'0'177'15,"0"0"-30"-15,-19 7-35 16,19-7-20-16,-12 26-25 16,8-4-22-16,-3 1-21 15,0 8-17-15,-2 2-9 16,3 3 2-16,-1 6-3 15,3-1 3-15,-1 4 2 16,5 2-2-16,2-4 3 0,5 1-3 16,3-3 1-16,2-3-1 15,11-3 3 1,-1-4-3-16,4-9-2 16,7-4 0-16,6-6 1 0,-3-9 1 15,6-4 0-15,-2-6 0 16,-6-5 1-16,3-4 0 15,-6-6 1-15,-2-6 3 16,-9-7-6-16,-7-3 3 16,-6-7-2-16,-7-3 2 15,-7-4-2-15,-6-2 1 16,-3 4-1-16,-14 3 0 16,-1 7 5-16,-5 7-1 0,-9 9-1 15,-1 10 0-15,-2 11-51 16,-8 1-62-16,4 6-49 15,7 6-12 1,-3-1-2-16,9 3-5 0,-1-7 65 16</inkml:trace>
  <inkml:trace contextRef="#ctx0" brushRef="#br2" timeOffset="1021.89">10088 10131 129 0,'3'-17'45'16,"-3"17"-7"-16,0 0-7 16,0 0-8-1,0 0-5-15,0 0 0 16,0 0 0-16,0 0 2 16,0 0-1-16,0 0 0 0,0 0-1 15,0 0-1-15,0 0-4 16,0 0-8-16,-15-7-3 15,15 7-2-15,0 0 2 16,-7 21-1-16,3-4 1 16,-3 4 1-16,-1 8 0 15,1 8 1-15,-5 4 1 16,-2 4 7-16,-5 2 13 16,3 5 8-16,-5-2 3 15,2 2 2-15,0-5 2 16,0 0-3-16,-2-6 5 15,5 1-9-15,1-6-6 0,4-1-11 16,-4-8 4-16,8-4-6 16,-2-6 2-16,9-17-2 15,-10 21-2-15,10-21-2 16,0 0-3-16,0 0-1 16,0 0-3-16,26-2-2 15,-26 2 0-15,29-12 0 16,-6 3-1-16,3 1-1 15,5-1 0-15,6-1 0 16,1-1 2-16,2 1-2 16,1 0 1-16,8-1 0 15,3 3 0-15,-3-3 4 16,6 1-3-16,-1 1 3 0,1-1-7 16,1 1 8-16,-4 0-7 15,4 1 7-15,-6 1-7 16,2-3 3-16,-9 3-3 15,-1-2 3-15,-4 4-1 16,-5-4 1-16,-3 6-1 16,-8-3 0-16,-6 5-1 15,-16 1 1-15,17-4 0 16,-17 4-1-16,0 0 0 16,0 0 1-16,0 0 3 15,0 0 1-15,0 0 3 16,0 0-1-16,0 0 3 15,-21 16-2-15,21-16 0 0,-27 8-2 16,1-4 0-16,0 1-2 16,-7 0 1-16,-9 2-3 15,-3 0 2 1,-7 4-7-16,0-3 8 0,-4 3-7 16,1-1 5-16,-3 0-6 15,6 1 3-15,4-3-5 16,4 3 4-16,3-1 0 15,2 2 0-15,6 0 0 16,-1 1 0-16,4-1 0 16,4 0 0-16,0-2 1 15,4 1 0-15,2-5 2 16,3 0-1-16,-2-1 1 0,3-2-2 16,-1-1 2-16,17-2-1 15,-28 2-2-15,28-2 0 16,-26-4 0-16,26 4-1 15,-17-5-2-15,17 5-1 16,0 0 0-16,-9-21 1 16,9 21 1-16,4-27 0 15,1 6 4-15,5-5-6 16,6-7 9-16,1-5-5 16,2-5 6-16,7-6-5 15,0-1 6-15,-3-4-6 16,3-1 1-16,-3 0 2 15,-4 3-1-15,0 5 0 16,-5 2-1-16,-2 7 2 16,-5 7 1-16,-4 5 1 15,1 7-1-15,-4 19 3 16,-4-21 0-16,4 21 0 0,0 0 0 16,0 0-1-16,-17 7-3 15,8 8 0-15,-1 6-1 16,-6 10-1-16,2 7-1 15,-8 11-2-15,-1 6 3 16,-3 11-4-16,-3 5-1 16,-3 3 4-16,-1-1-6 15,4-2 5-15,-2-3-4 0,5-6 5 16,0-7-6 0,8-10 7-16,3-7-1 15,4-6-1-15,6-10 0 16,5-5 0-16,0-17 1 15,19 16-1-15,0-16 0 0,11-5 0 16,4-4-1-16,10-5 2 16,4 0 1-16,8-3-1 15,1-2-1-15,2 0 0 16,5 0 0-16,-1-2 2 16,5-1-2-16,3-1 1 15,0 2 0-15,7-1 1 16,5-1 4-16,-4 3-3 15,-1-1 2-15,-7 4-5 16,-4 3 7-16,-11 2-5 16,-7 3 3-16,-13 2-6 15,-10 4 5-15,-7 1 2 0,-19 2 0 16,16 2 4-16,-16-2-1 16,0 0 1-16,0 0-1 15,0 0 1-15,-19 10-38 16,19-10-51-16,0 0-43 15,-19 3-31-15,19-3-15 16,-19-3-1-16,19 3-4 16</inkml:trace>
  <inkml:trace contextRef="#ctx0" brushRef="#br2" timeOffset="5415.11">9669 14156 126 0,'0'0'77'0,"0"0"8"0,0 0 17 16,0 0 13-16,0 0-7 16,0 0-11-16,0 0-11 15,0 0-12-15,0 0-15 16,0 0-19-16,0 0-20 16,-8 22-25-16,8-22 2 15,5 26 2-15,-2-7 1 16,-3 6-1-16,7 1 1 15,-3 5-1-15,5 0-1 0,-2-3 1 16,-4-2-1-16,4-6 0 16,-4-2 1-1,-3-18-1-15,9 24 0 16,-9-24-3-16,0 0-1 0,0 0 2 16,0 0 1-16,0 0 0 15,17-3 1-15,-17 3 0 16,23-30 1-16,-7 8 4 15,6-6-1-15,4-7 0 16,7-5-1-16,5-5-1 16,4-3 0-16,1-2 1 15,3 0-3-15,6 1 2 0,-4 2-2 16,1 4 1 0,-4 7 0-16,-3 3 0 15,-2 3 1-15,-6 8-1 16,-1 5 0-16,-7-1 2 0,-3 6-1 15,-4 4 0-15,-3 1-1 16,-16 7 2-16,20-7-2 16,-20 7 3-16,0 0 0 15,0 0 0-15,0 0 0 16,0 0 1-16,0 0 0 16,0 0 0-16,0 0 0 15,0 0 0-15,0 0 1 16,0 0 0-16,0 0 0 15,0 0-5-15,0 0-84 16,0 0-63-16,2 15-19 16,-2-15-26-16,0 0-1 15,0 0 8-15</inkml:trace>
  <inkml:trace contextRef="#ctx0" brushRef="#br2" timeOffset="6912.17">19185 13699 128 0,'0'0'64'16,"0"0"13"-16,0 0 21 16,0 0 11-16,0 0 10 0,0 0-14 15,0 0-9-15,0 0-12 16,0 0-12-16,0 0-18 16,0 0-37-16,0 0-17 15,0 0 0-15,0 0 0 16,0 0-24-16,0 0-3 15,4 17 1-15,-4-17 1 16,0 0 0-16,3 25 5 16,-3-25 3-16,12 27 8 15,-5-8 6-15,4 0 2 16,-3 7-2-16,6-3 0 16,-2 1 2-16,2-3-2 15,2 0 1-15,0-4 1 0,1-3 2 16,-1-2 0-16,3-5 5 15,3-6 4-15,-1-7 0 16,2-5 1-16,4-10-1 16,10-6 0-16,-1-13-1 15,9-7-2-15,8-10-4 16,4-4 0-16,9-6-2 16,5 1 0-16,0 0 1 15,0 2-1-15,4 5 2 16,-4 4-1-16,-7 8 0 15,-1 6-3-15,-6 4 0 16,-8 6-2-16,-6 11 1 16,-12 0-4-16,-1 10-1 0,-13 3-1 15,-1 7 1-15,-16 0 2 16,0 0 2-16,0 0 2 16,0 0 2-16,0 0 3 15,0 0 2-15,0 16-1 16,0-16-3-16,0 0-3 15,0 0-70-15,0 0-53 16,0 0-40-16,7-23-4 16,-14 2-2-16,10 6-1 15</inkml:trace>
  <inkml:trace contextRef="#ctx0" brushRef="#br2" timeOffset="8296.16">26922 13600 102 0,'0'0'125'16,"0"0"-29"-16,0 0 10 15,-10-17-1-15,10 17-2 16,0 0-3-16,0 0-5 16,0 0-13-16,0 0-23 15,0 0-18-15,0 0-32 16,0 0-9-16,0 0 0 15,0 0 0-15,-7 16 0 16,7-16-22-16,0 0-5 16,0 0-1-16,3 20 1 15,-3-20 1-15,7 26 3 16,-4-10 6-16,1 5 9 16,1 1 8-16,2 4-2 0,0 0 2 15,-4-2-3-15,4-3 2 16,-1-2-1-16,1-3 1 15,-7-16 0-15,10 21 3 16,-10-21 3-16,0 0 4 16,23 1 2-16,-23-1 1 15,26-21 1-15,-4 6-3 16,1-9 2-16,6-4-5 16,6-8-1-16,5-4-2 15,2-5-4-15,3-2 2 16,3-1-1-16,1 1 0 15,3 2-1-15,-7 3 0 16,0 4-1-16,-5 7-1 0,2 5-2 16,-9 4-3-16,2 6 1 15,-13 2 0-15,1 7-1 16,-23 7-2 0,26-8 1-16,-26 8-1 0,0 0 3 15,0 0 2-15,0 0 2 16,0 0 3-16,0 0 4 15,0 0-2-15,17-7-86 16,-17 7-50-16,0 0-24 16,16-14-3-16,-16 14-4 15,3-17-5-15</inkml:trace>
  <inkml:trace contextRef="#ctx0" brushRef="#br2" timeOffset="17811.92">32942 11385 233 0,'-23'-2'125'16,"4"2"-9"-16,-3 2-9 15,2 1-8-15,3-1-12 16,17-2-12-16,-26 7-23 16,26-7-51-16,-19 3 1 15,19-3-1-15,0 0-2 16,0 0 1-16,-16 9-1 15,16-9-2-15,0 0 1 16,0 0 0-16,0 0-1 16,16 10 0-16,-16-10 0 15,23 21-1-15,-10-5 0 16,3 1 1-16,3 7 1 16,4-1 4-16,3 3-5 0,3-6 5 15,4 3 4-15,-3-2-4 16,4-6 4-16,3-1-3 15,-6-5 2 1,2-1-6-16,-3-4 7 0,-1 1-6 16,-6-5 0-16,-1 0 1 15,-6 2-1-15,-16-2 0 16,26 2 1-16,-26-2-2 16,16 3 1-16,-16-3 0 15,0 0 0-15,0 0 2 16,0 0 0-16,0 0 1 15,0 0 0-15,0 0 1 16,0 0 0-16,-9 23 0 0,-5-6-1 16,2 5 0-16,-11 11-3 15,-3 10 3-15,-7 9-5 16,-8 9 3-16,-5 7-3 16,-2 2 2-16,-4 0-3 15,-4-3 4-15,8-8-2 16,3-4 2-16,-1-10-3 15,10-6 3-15,5-12-1 16,8-4 0-16,2-9 0 16,21-14 0-16,-19 17-2 15,19-17 1-15,0 0-1 16,0 0 0-16,0 0-1 0,0 0 0 16,0 0 0-16,0 0 0 15,0 0 0-15,0 0 1 16,0 0 2-1,0 0-1-15,0 0 0 16,0 0 1-16,0 0 0 0,0 0 0 16,0 0 0-16,0 0 0 15,0 0-1-15,0 0 1 16,0 0 0-16,0 0 1 16,0 0-2-16,0 0 2 15,0 0-1-15,0 0 0 16,0 0-1-16,0 0 1 15,0 0 1-15,0 0-2 16,0 0 0-16,0 0 1 16,0 0-1-16,0 0 2 15,0 0-2-15,0 0 1 16,0 0-1-16,0 0 0 0,0 0 2 16,0 0-3-16,0 0 2 15,0 0-1-15,0 0 1 16,0 0-1-16,0 0 1 15,0 0 1-15,0 0-1 16,0 0 0-16,0 0-1 16,0 0 0-16,0 0 0 15,0 0 0-15,0 0 0 16,0 0 0-16,0 0 0 16,0 0 2-16,0 0 0 15,0 0-1-15,0 0 2 16,0 0-1-16,0 0 0 15,0 0 0-15,0 0 0 0,0 0 0 16,0 0 0-16,0 0-69 16,0 0-73-16,0 0-23 15,14-33-3-15,-9 14-7 16,-8-21 3-16</inkml:trace>
  <inkml:trace contextRef="#ctx0" brushRef="#br2" timeOffset="54011.41">24315 22257 586 0,'0'0'212'15,"-16"5"-34"-15,16-5-173 0,-22 28 0 16,11 0-1-16,4 15-2 16,4 19-4-16,1 16 2 15,2 12-1-15,5 9 2 16,2 5-4-16,4 5 6 16,4 1-5-16,1-13-3 15,-2-14 2-15,1-22-81 16,4-16-73-16,7-14-25 15,-3-26-2-15,10-20-6 16,-7-27 8-16</inkml:trace>
  <inkml:trace contextRef="#ctx0" brushRef="#br2" timeOffset="54386.67">24947 22485 520 0,'0'0'204'0,"3"33"-13"16,-3 7-86-16,-3 10-108 16,6 9-3-16,4 7 2 15,0 10 4-15,5 2-5 16,4 0 5-16,6 2-1 0,4-13 1 16,7-13-6-1,0-18 5-15,5-10-3 16,4-21 3-16,5-15 1 15,-2-13-1-15,4-16 0 0,-4-10 1 16,-4-12 6-16,-8-3-5 16,-7-13 5-16,-6 0-6 15,-17-1 3-15,-10 2-5 16,-15 2 2-16,-4 8 0 16,-16 9 3-16,-3 12-2 15,-7 12 1-15,-7 12-96 16,10 16-74-16,4 12-22 15,0 5-7-15,15 11-1 16,4-9 39-16</inkml:trace>
  <inkml:trace contextRef="#ctx0" brushRef="#br2" timeOffset="54778.95">25894 22124 670 0,'16'-12'208'15,"-16"12"-70"-15,16 0-131 16,-10 19-7-16,8 12 0 16,-5 14 0-16,1 14 0 15,3 17 0-15,1 14 0 16,1 8 0-16,1 3 0 16,-2-6 0-16,1-3 0 15,-1-11 0-15,2-13 0 16,3-18 0-16,-9-21-74 15,9-4-89-15,4-13-28 16,-4-16 1-16,7-8-4 16,0-14 1-16</inkml:trace>
  <inkml:trace contextRef="#ctx0" brushRef="#br2" timeOffset="55276.31">26662 22591 577 0,'0'0'193'15,"0"0"-9"-15,0 0-115 16,0 0-69-16,0 0 0 16,3 16 0-16,4-1 0 15,0 3 0-15,2 7 0 16,1 7 0-16,9 4 0 0,0 6 0 15,7 3 0-15,0-4 0 16,4-3 0 0,3-5 0-16,1-7 0 15,3-9 0-15,1-5 0 0,2-10 0 16,2-9 0-16,-1-10 0 16,4-9 0-16,1-9 0 15,0-6 0-15,0-11 0 16,-8-4 0-16,-5 1 0 15,-4-5 0-15,-13-3 0 16,-9 4 0-16,-11 6 0 16,-15-4 0-16,-3 10 0 15,-11 5 0-15,-9 8 0 16,-1 11 0-16,-6 13 0 16,0 8 0-16,-3 12 0 15,4 11 0-15,3 5 0 16,6 11 0-16,3-5-92 0,13 3-86 15,8-4-3-15,8-3-22 16,14-2 0-16,-7-26 38 16</inkml:trace>
  <inkml:trace contextRef="#ctx0" brushRef="#br2" timeOffset="55576.52">28099 21765 623 0,'-7'28'204'16,"-4"17"-8"-16,-1 16-196 15,2 11 0-15,1 11 0 16,6 13 0-16,6 8 0 15,6 5 0-15,5 0 0 16,5-4 0-16,0-6 0 16,7-9-25-16,-9-21-89 15,2-10-57-15,1-11-16 16,-10-20-8-16,2-11 1 16,-12-17 58-16</inkml:trace>
  <inkml:trace contextRef="#ctx0" brushRef="#br2" timeOffset="58962.93">27135 23443 57 0,'0'0'74'0,"7"19"-45"15,-7-19-16-15,7 21-7 16,-7-21-4-16,6 32-3 15,-3-11 2-15,-3 9-10 16,0-4-4-16,3 0 1 16,-3-2 1-16,0-3 10 15,-3-4 12-15,3-17 30 16,0 22 46-16,0-22 30 16,0 0 2-16,0 0-1 15,0 0-4-15,0 0-7 0,0 0-15 16,-7-17-26-16,7 17-50 15,0 0-20-15,-2-17 1 16,2 17 4-16,0 0 2 16,0 0 0-16,0 0-3 15,0 0 0-15,0 0 0 16,0 0 0-16,0 0 0 16,0 0 0-16,-7 17 0 15,7-17 0-15,0 0 0 16,0 0 0-16,0 0 0 15,0 0 0-15,0 21 0 16,7-2 0-16,-1 10 0 16,0 11 0-16,5 9 0 0,-2 13 0 15,1 5 0-15,-3 8 0 16,-2-1 0-16,2-6 0 16,0-8 0-16,-4-4 0 15,-1-4 0-15,2-16 0 16,-1-8 0-16,-3-28 0 15,4 22 0-15,-4-22 0 16,0 0 0-16,0 0 0 16,0 0 0-16,0 0 0 15,0 0 0-15,19-8-128 16,-19 8-61-16,3-18-10 16,-3 18-8-16,0-17 5 0,0 17 105 15</inkml:trace>
  <inkml:trace contextRef="#ctx0" brushRef="#br2" timeOffset="62092.15">29258 23481 386 0,'7'-24'134'0,"-7"8"-3"15,0 16-17-15,7-21-12 0,-7 21-21 16,0 0-32-16,0 0-47 16,0 0 1-16,0 0 2 15,0 0 3-15,0 0 0 16,0 0-8-16,11 17 0 15,-10 6 0-15,6 5 0 16,0 12 0-16,5 5 0 16,2 5 0-16,2 7 0 15,-2 9 0-15,-2 1 0 16,-2-3 0-16,-1 4 0 16,-2-8 0-16,-4-6 0 15,1-6 0-15,-4-8 0 16,3-10 0-16,-3-6 0 15,0-24 0-15,0 17 0 0,0-17 0 16,0 0-8 0,0 0-5-16,0-26 3 15,0 7-4-15,-3-9 6 0,-1-4 0 16,-2-15 7-16,-1-10 0 16,-6-6 1-16,0-4 3 15,0-6-5-15,-2 0 3 16,-3-1-3-16,3 10 3 15,-1 14 0-15,6 10 6 16,-2 9 3-16,1 10 4 16,11 21-3-16,0 0 2 15,-15 9-7-15,15 15-6 0,1 5 0 16,6 11 0 0,4 14 0-16,1 8 0 15,5 7 0-15,6 6 0 16,-4-2 0-16,3-8 0 0,-2 5 0 15,-1-10 0-15,-6-10 0 16,0-10 0-16,-6-9 0 16,0-8 0-16,-4-4 0 15,-3-19-2-15,0 0-13 16,0 0 4-16,0-33 2 16,-7 2-1-16,-3-14 3 15,-3-5-3-15,-2-11 8 16,-2 0 3-16,1-6 1 15,2 1 0-15,2-3-3 16,5 8 3-16,-2 11-4 16,6 7 4-16,-1 8-1 15,1 11 4-15,3 7 3 0,0 17 3 16,0 0 0-16,0 0 2 16,7 29-2-16,1-1-11 15,3 8 0-15,4 11 0 16,3 10 0-16,1 7 0 15,0 2 0-15,0-6 0 16,-2 1 0-16,-1-4 0 16,-4-5 0-16,-1-14 0 15,-4-7 0-15,1-10-78 16,-8-21-99-16,0 0-4 16,0-31-5-16,-8-12-4 15,4-16 6-15</inkml:trace>
  <inkml:trace contextRef="#ctx0" brushRef="#br2" timeOffset="63983.49">27259 23503 220 0,'-19'-22'173'0,"19"22"-31"15,-20-14-22-15,20 14-8 16,0 0-20-16,-22-17-11 16,22 17-26-16,0 0-40 15,0 0-7-15,0 0-3 16,-7 27-5-16,14 1 0 16,-2 10 0-16,12 9 0 15,-1 13 0-15,10 13 0 16,0 7 0-16,5 1 0 15,-1 4 0-15,-1-7 0 16,-3-4 0-16,-3-10 0 0,-7-12 0 16,-2-10 0-16,-7-13 0 15,1-3 0 1,-8-26-9-16,0 0-1 16,0 0-2-16,-3-17 1 0,-6-7-2 15,-5-11 3-15,-1-12 3 16,-5-8 3-16,-2-2 5 15,-4-7 0-15,0-2 2 16,3-2 2-16,-3-1 0 16,7 7-4-16,2 5-3 15,1 15 7-15,6 2 1 16,-2 14 5-16,8 9 0 16,4 17-2-16,0 0 0 15,-10 30 1-15,13 9-9 16,4 6-1-16,0 19 0 0,9 11 0 15,-1 8 0 1,3 5 0-16,1 4 0 0,0-2 0 16,-5-4 0-16,-2-15 0 15,-2-3 0-15,-1-16 0 16,-6-11-15-16,4-11-78 16,-7-30-60-16,0 0-18 15,-22-42-8-15,4 3-1 16,3-22-3-16</inkml:trace>
  <inkml:trace contextRef="#ctx0" brushRef="#br2" timeOffset="64823.09">24520 23462 163 0,'-27'15'152'16,"-5"1"-20"-16,-7-4-12 15,10 7-16-15,-8-10-14 16,10 11-9-16,-10-9-3 16,11 8-19-16,0-10-31 15,3-3-28-15,23-6-6 16,-22 18 0-16,22-18 1 0,0 0-3 16,10 17 2-16,9-8-1 15,13 5-1-15,8-2 4 16,12 2 2-1,8-6 2-15,15 6-2 0,3 0 3 16,12-2-1-16,2-7 3 16,7-1 0-16,2-4-4 15,7-2 2-15,-1-2-1 16,-1-8 3-16,-2-7-4 16,-6 4-1-16,-5-13-1 15,-8 2 2-15,-3 0-1 16,-11-8 3-16,-10-1 1 15,-6 0-3-15,-3 2-1 0,-3-1 5 16,-4 6 3-16,-7-3-8 16,-8 7 8-16,-1 3-6 15,-9 7 1-15,-20 14 4 16,26-14 9-16,-26 14-11 16,0 0 2-16,0 0 5 15,0 0-3-15,0 0 1 16,0 0-5-16,0 0-3 15,0 0 0-15,0 0 0 16,0 0 0-16,0 0 0 16,0 0 0-16,0 0-31 15,0 0-106-15,0 0-43 16,10 28-13-16,-10-28-14 0,3 40-3 16</inkml:trace>
  <inkml:trace contextRef="#ctx0" brushRef="#br2" timeOffset="65738.73">26097 23837 317 0,'-19'-7'202'0,"19"7"-50"16,0 0-42-16,0 0-21 15,0 0-19-15,0 0-28 16,11 26-18-16,4-13-28 15,8-1 1-15,6 0 7 16,10 7-3-16,7 0-2 16,8 3 2-16,2-3-1 15,3 0 1-15,2-1-2 16,-2-1 3-16,-2 2-5 16,-2-3 5-16,-9 1 0 15,2-1 0-15,-4-3-2 16,-6 1-1-16,0-2 1 15,-2 2-2-15,-6-3 3 0,-4-6-6 16,-3 0 2-16,-4-7-2 16,-4 7 1-16,-15-5-5 15,21 2 6-15,-21-2-1 16,0 0-2-16,-3-19 7 16,3 19-4-16,-18-26 0 15,3 7 3-15,-4 0 2 16,-4-3-5-16,-3 1 3 0,-4-2 0 15,1-6-4 1,-4 5 3-16,2 1 1 16,1 2 0-16,1 2 2 15,6 2-1-15,1 5-1 16,2 3 2-16,20 9 2 0,-22-7-3 16,22 7 0-16,0 0 0 15,0 0 0-15,-17-5 1 16,17 5 3-16,0 0 0 15,0 0-1-15,0 0 1 16,26 17-3-16,-13-6 2 16,10 4 2-16,0-1-3 15,3-2-1-15,3 4-2 16,2 1 0-16,-1 1 0 16,-1-6 1-16,-6 0 0 15,-4 3-4-15,-19-15 5 16,23 32-1-16,-20-13-1 0,-3 0 1 15,-9 1-3-15,-4 12 0 16,-10-1 2-16,-3-2-5 16,-9 6 3-16,-5-1-2 15,-1-1 2-15,-1 5-3 16,-5-12 5-16,5-5-31 16,8-2-77-16,1-8-65 15,0-17-2-15,10-8-7 16,4-15 0-16,9-14 45 15</inkml:trace>
  <inkml:trace contextRef="#ctx0" brushRef="#br2" timeOffset="67266.83">25842 21807 69 0,'-7'22'89'15,"-8"-4"-27"-15,4 1 3 0,11-19 15 16,-22 24 3-16,15-8 8 16,7-16 2-16,-16 15-5 15,16-15-10-15,-16 11-7 16,16-11-17-16,0 0-17 15,-17 13-15-15,17-13-9 16,-15 18-12-16,15-18 0 16,-20 26 0-16,10-11 1 15,-2 1 0-15,12-16 0 16,-18 26 1-16,18-26-1 16,0 0-2-16,-19 17 1 15,19-17-1-15,0 0-4 16,0 0-1-16,0 0 1 0,0-21-1 15,0 21-1-15,0-22 2 16,0 6-3-16,4-3 5 16,-1-5 0-16,1-4 3 15,4-1-2-15,-1-2 4 16,9-7-2-16,1 1 1 16,3-4-1-16,6-1 1 15,7 1 2-15,1-3-1 16,8 3-1-16,1-2 1 15,6 3-2-15,3-2 4 16,5 4-4-16,-1-2 2 16,8 0 1-16,-1 6-4 0,1 1 5 15,3 0-5-15,-1 2 6 16,-1 5-6-16,-6 5 6 16,-2 4-6-16,-5 3 0 15,0 4 0-15,-3 3 0 16,-4 2 0-16,0 3 0 15,4 0 0-15,3 0 0 16,3 2 0-16,4 2 0 16,2 2 0-16,7 1 0 15,-2 2 0-15,1-2 0 16,-2 3 0-16,1 1 0 16,-2 0 0-16,-5-1 0 15,-2 1 0-15,-5 0 0 0,-3-1 0 16,-1 1 0-16,-6 0 0 15,-2 1 0 1,-5-1 0-16,1 3 0 16,-6-2 0-16,1 2 0 0,-2 4 0 15,4 1 0-15,-3 1 0 16,5-1 0-16,-6 4 0 16,4-2 0-16,-2 3 0 15,-1-1 0-15,-1 1 0 16,-3-1 0-16,-3 0 0 15,-1 2 0-15,-2-1 0 16,-7-1 0-16,0-2 0 16,-3 0 0-16,-10-19 0 0,16 24 0 15,-16-24 0-15,7 17 0 16,-7-17 0 0,0 0 0-16,0 0 0 15,0 0 0-15,0 0 0 0,0 0-18 16,0 0-129-16,0 0-27 15,10 16-8-15,-10-16-2 16,23 29-6-16</inkml:trace>
  <inkml:trace contextRef="#ctx0" brushRef="#br2" timeOffset="68466.68">28517 23432 335 0,'0'0'165'0,"-14"-8"-32"15,14 8-17-15,0 0-18 16,-19-7-16-16,19 7-24 0,0 0-40 16,0 0-14-16,0 0 1 15,0 0-3-15,0 0 4 16,0 0-5-16,0 0-1 16,19 22 0-16,0-8 0 15,7 5 0-15,4-3 0 16,6 4 0-16,6 3 0 15,3 1-1-15,0 2-1 16,4-2 0-16,-1-5 2 16,-4 0-1-16,-2 1-1 15,-1-3 2-15,-8-5-1 16,-3-2 2-16,-8-1-1 16,-6-2-1-16,-16-7 1 0,19 3-4 15,-19-3 3-15,0 0-1 16,0 0-1-16,3-15-1 15,-3 15-1 1,-15-26 3-16,4 9-1 0,-4-1 0 16,-4-9 0-16,-2-1 0 15,-3 0 4-15,-2-1-2 16,-1 1 2-16,5 4-2 16,-4 3 2-16,9 2 1 15,1 7 2-15,16 12 1 16,-23-16 0-16,23 16-2 15,0 0 3-15,0 0 0 16,-15-5-1-16,15 5-2 0,0 0-1 16,0 0-2-16,8 17 0 15,-8-17 0-15,19 26 0 16,-1-10 0-16,1 5 0 16,0 1 0-16,7-3 0 15,0 4 0-15,0-2 0 16,4 1 0-16,-4 1 0 15,-4-4 0-15,1-2 0 16,-4 0 0-16,-3-3 0 16,-16-14 0-16,20 23 0 15,-20-23 0-15,0 0 0 16,13 20 0-16,-13-20 0 16,0 18 0-16,0-18 0 0,-16 29 0 15,2-15 0 1,-5 7 0-16,-4 5 0 15,-3 0 0-15,-3 3 0 16,-2-1 0-16,-2-1 0 0,3 5 0 16,1-1 0-16,3-11 0 15,6-2-6-15,-2-10-112 16,22-8-55-16,-19 0-2 16,19 0-6-16,-7-22-3 15,7 6-1-15</inkml:trace>
  <inkml:trace contextRef="#ctx0" brushRef="#br2" timeOffset="82659.77">26885 22307 112 0,'-15'21'117'0,"-15"-7"-52"16,11 5-19-16,0-4-26 15,19-15-44-15,-26 33-49 16,26-33-35-16,0 30-16 16,0-30 94-16,19 12 30 15</inkml:trace>
  <inkml:trace contextRef="#ctx0" brushRef="#br2" timeOffset="84624.16">33883 13367 127 0,'0'0'69'16,"0"0"0"-16,0 0 0 16,0 0 0-16,-7 24-6 0,-5-9-9 15,-2 10-15-15,-2 1-14 16,-3 1-7-16,2-1 1 16,-3-3-5-1,5 1 31-15,1-8 4 0,14-16-1 16,-19 12-2-16,19-12 2 15,3-18-2-15,-3 18-1 16,19-38-6-16,-1 11-35 16,-3-1-6-16,5-1 1 15,-1 1 0-15,-2 5-1 16,-5 4 5-16,-12 19 5 16,19-20 0-16,-19 20-3 15,0 0-5-15,-15 25 0 0,-1-4 0 16,-5 3 0-1,-5 6 0-15,4-2 0 16,-6 3 0-16,5-2 0 16,2-6 0-16,2-4 0 0,7-4 0 15,12-15 0-15,0 0 0 16,0 0 0-16,0 0 0 16,0 0-11-16,16-27-2 15,-6 8 5-15,6 0 2 16,-1-2 4-16,3 0-1 15,-6 5 2-15,-12 16 2 16,22-20 4-16,-22 20 5 16,0 0 1-16,0 0 3 15,0 0-11-15,-15 34-3 16,-4-8 0-16,1 4 0 16,-4-1 0-16,-1 4 0 15,1 0 0-15,-1-7 0 0,4-4 0 16,5-6 0-16,14-16 0 15,0 0 0-15,0 0 0 16,0 0-5-16,7-26-7 16,12 7 2-16,4-7 2 15,-1-2 5-15,-1 1 2 16,-2 4 1-16,0 4 5 16,-19 19 8-16,16-19 1 15,-16 19-7-15,0 0-7 16,-23 28 0-16,4-8 0 15,-3 5 0-15,-4 2 0 16,0 3 0-16,-4 1 0 0,4-5 0 16,0-4 0-16,10-1 0 15,1-10 0-15,15-11 0 16,0 0 0-16,0 0-4 16,15-19-6-16,11-4-1 15,4-5 1-15,5-3 8 16,-2 0 2-16,0 2 0 15,-4 6 4-15,-10 4 9 16,-19 19-2-16,16-9-2 16,-16 9-9-16,-16 25 0 15,-1-3 0-15,-6 2 0 16,1 8 0-16,-4-1 0 16,0 0 0-16,0-3 0 0,3-6 0 15,4-3 0-15,19-19 0 16,-19 19 0-16,19-19-1 15,0 0-11-15,12-21 1 16,5 6-2-16,-1-3 4 16,0 3 6-16,-2-1 4 15,-14 16 5-15,19-17 8 16,-19 17 1-16,0 0-2 16,0 0-13-16,-23 10-43 15,23-10-81-15,-19 33-38 16,2-17-12-16,4 8-8 15,-2 0-5-15</inkml:trace>
  <inkml:trace contextRef="#ctx0" brushRef="#br2" timeOffset="100071.14">24172 23579 74 0,'0'0'37'0,"0"0"-2"16,16 19 3-16,-16-19 2 15,19 2 0-15,-19-2-3 16,30 0 6-16,-8 2 2 16,1-2 4-16,6 2 0 15,1-4-2-15,3 2 0 16,1-2 1-16,6 9-3 15,-5-5-1-15,10 1-11 16,-8-1-4-16,4 3-7 16,1-5-2-16,1 0-10 0,-1-1-4 15,3-5-1-15,-3 1-4 16,5 0 3-16,-2 0 0 16,0-4-2-16,0 0 1 15,0 4-3-15,0-2 0 16,-1 2 1-16,1 2 3 15,0-1-3-15,0-1 1 16,-3 2 0-16,1 1-2 16,-5-2 2-16,4 1 3 15,-6-6-3-15,3-3-2 16,-3 2 3-16,-1-2 1 16,1 0-3-16,-3-6 0 0,2 3 1 15,1-3 3-15,-1 4-1 16,2 2 3-16,-3-3-5 15,-4 1 0-15,-1 5 2 16,-6 1 0 0,-1-1-34-16,-6 7-60 0,-16 2-39 15,17-3-37-15,-17 3-5 16,0 0-15-16,9 15 44 16</inkml:trace>
  <inkml:trace contextRef="#ctx0" brushRef="#br2" timeOffset="100870.71">26892 23164 48 0,'0'0'60'15,"-15"-12"-27"-15,15 12-10 16,-14 0-3-16,14 0-5 0,-16-7-7 16,16 7-3-16,0 0 7 15,-19 17 2-15,19-17 13 16,0 0 5-16,0 0 12 16,0 0 2-16,0 0 6 15,0 0-6-15,0 0-6 16,0 0-4-16,9 19-2 15,-9-19-7-15,0 0-4 16,17 19 2-16,-17-19 4 0,16 12 3 16,-16-12-2-1,22 18-2-15,-6-4-5 16,-2-9-1-16,8 12-3 16,-2-10-7-16,6 5-7 0,0-7 3 15,7 4-1-15,-2-6 1 16,5 1-2-16,3-4 2 15,0 0 0-15,3-2 0 16,3-1-1-16,0-2-5 16,1-6 2-16,6 4-3 15,0-8 5-15,3-3-4 16,4 1 0-16,-1-4 2 16,4 1-2-16,-1-3 4 15,3 6-2-15,5-9 2 16,-1 7-5-16,-4 1 2 15,-1-2-1-15,1 2-1 16,-1-1-1-16,-6 0 0 0,-5 4-4 16,-7-1 3-16,0-1 1 15,-5 5-2-15,-5 0-1 16,-6 3 2-16,-3 2-10 16,-3 7-54-16,-23 0-35 15,33-2-35-15,-14 9-24 16,-19-7-16-16,33 23-4 15,-33-23 39-15</inkml:trace>
  <inkml:trace contextRef="#ctx0" brushRef="#br2" timeOffset="102231.68">29310 23870 217 0,'4'42'70'15,"3"-6"2"-15,-4-3-5 16,1-14-12-16,-4 4-17 16,0-23 0-16,5 22 15 15,-5-22 6-15,0 0 4 16,0 0 11-16,0 0-10 16,-12-19-4-16,12 19-4 15,-7-31-19-15,3 8-37 16,-4-11 0-16,1 1 0 15,-4-10 0-15,6-1 0 16,-2-4 0-16,-3-4 0 0,1-2 0 16,2 8 0-16,4 2 0 15,-1 1 0-15,4 10 0 16,0 5 0-16,4 9 0 16,-4 19-2-16,3-19-11 15,-3 19 4-15,0 0-3 16,7 21 0-16,-2 0 10 15,2 7 7-15,0 6-2 16,5 9-4-16,2 4-4 16,2 2 1-16,-2 4-2 15,1-1 6-15,1 2-1 16,-2-6 3-16,-2-4-5 0,2-6 5 16,-5-4 1-16,-2-4-2 15,0-8-1-15,-1-6 0 16,-6-16 2-16,6 19-2 15,-6-19 1-15,0 0-1 16,0 0 2-16,0 0 6 16,0 0 12-16,0 0-5 15,-4-16-9-15,4 16-6 16,-2-19 0-16,-1 4 0 16,0-6 0-16,-1-3 0 15,1-2 0-15,-1 1 0 16,1 5 0-16,3-1-5 0,0 5-7 15,0 16 0-15,0 0 1 16,0 0 2-16,7 21 2 16,0 9 6-16,-1 6 1 15,3 11 1-15,2 1-12 16,-4 4-64-16,5 2-41 16,-2-2-38-16,-5-14-23 15,2 2-14-15,-7-40-7 16,-7 20 154-16</inkml:trace>
  <inkml:trace contextRef="#ctx0" brushRef="#br2" timeOffset="107647.22">28267 13223 265 0,'9'-21'135'0,"-9"21"-6"0,0 0-12 16,0 0-7-16,0 0-12 16,0 0-9-16,0 0-20 15,0 0-58 1,-16 0-11-16,16 0 0 0,-15 14 0 16,15-14 0-16,-23 26 0 15,9-9 0-15,2 9 0 16,-5 4 0-16,-2 4 0 15,3 4 0-15,-3 4 0 16,0 0 0-16,1-3 0 16,-1 1 0-16,4-5 0 15,1-4 0-15,-2-7 0 16,6-3 0-16,10-21 0 0,-12 24 0 16,12-24-1-16,0 0-7 15,0 0 1 1,0 0 0-16,0 0-1 15,8-19-1-15,-1 4 3 0,4-10 7 16,-3-4-1-16,3-4 1 16,1-5-2-16,-2-5 2 15,6-2-1-15,1 0 2 16,-5-2-1-16,2 4-2 16,-2 6 2-16,4 4 0 15,-9 7 1-15,3 7-3 16,-10 19 1-16,0 0 3 15,20-8-3-15,-20 8 1 0,26 31-1 16,-11-7 1 0,8 4-1-16,3 3 3 15,7 4-1-15,0 1-1 16,1-3 0-16,3-2 1 0,-6-3 0 16,2-2 0-16,0-2 0 15,-7-5-3-15,0 2 0 16,-7-13-56-16,0 4-68 15,-3 1-24-15,-16-13-26 16,17 10-3-16,-17-10-3 16</inkml:trace>
  <inkml:trace contextRef="#ctx0" brushRef="#br2" timeOffset="111010.61">28088 13226 184 0,'0'0'121'0,"0"0"6"15,0 0-12-15,0 0-9 16,0 0-10-16,0 0-10 15,0 0-16-15,0 0-24 16,0 0-31-16,0 0-13 16,0 0 0-16,0 0 0 15,0 0 0-15,0 0 1 16,0 0-1-16,0 0 0 16,0 0 0-16,-3 16 1 15,3-16-1-15,0 0 0 0,7 24 0 16,-7-24 1-16,7 24-1 15,-7-8 1-15,3 1-1 16,-3-1 1-16,4 3-1 16,-4 0 0-16,0 2-1 15,1-4 0-15,-1 2-1 16,0-2 0-16,4 1 0 16,-4-3-1-16,3 1 1 15,-3-16 0-15,4 29-1 16,-4-29-2-16,7 30 2 15,-2-15-1-15,2 1 2 16,-4 1-2-16,1-1 1 16,-1 1-2-16,1 2 3 0,-1 0 0 15,-1 0 0-15,2 0 0 16,-4 0-1-16,3 2 1 16,1 0-1-1,-1-4 2-15,0 2-2 0,1-1 1 16,1 1 0-16,-1-2 1 15,-1 0-2-15,-3-17 1 16,7 28-1-16,-7-13 0 16,0-15 1-16,9 26-1 15,-9-26-1-15,10 26 2 16,-3-8-2-16,2-3 2 16,1 4-1-16,2 0 0 15,-1 4-1-15,4-1 0 0,-1 3 0 16,-2 1 2-16,6-2-2 15,-3 0 1 1,1 0-2-16,1-1 3 16,-1-1 0-16,0-1 0 0,1-2-2 15,-1 2 2-15,-1-2 0 16,-1 0 0-16,2 0 0 16,-2 0 1-16,1-2 0 15,-3 2 0-15,6 4 2 16,-6-6-6-16,2 4 4 15,1 1-5-15,1-1 6 16,-2 0-5-16,2 2 2 16,1-3-3-16,-2-1 4 15,1 4 0-15,1-4 1 0,-1 2-1 16,3-1 1-16,-3 1-2 16,-2 2 1-1,5-4 0-15,-5 2-1 0,-2-2 1 16,3 1-1-16,-1-1 2 15,2 2-1-15,1 2 1 16,2-3-1-16,1 1 0 16,-1 2-1-16,0-1 1 15,3 2-1-15,-1 1 1 16,5-3-2-16,0 2 2 16,0 1 0-16,-1 1 1 15,7 0-3-15,-2 0 2 16,3-2-1-16,-2 2 0 15,6-2 1-15,-3 2-1 16,3-4-1-16,1 1 3 16,-2-1 0-16,3-1-1 0,-3 3 2 15,2-3 0-15,2 0-1 16,-2 0 1-16,4 0 1 16,1 1-2-16,-1-1 1 15,3 1 0-15,4-6-1 16,-1 5-1-16,1-4 0 15,3 0 0-15,4-1 0 16,-1-1 1-16,6 1 0 16,-2-4 0-16,2 2-1 15,1-4 1-15,-1-1 0 16,-2 0 0-16,5-4 0 16,-1-2-1-16,-2-1 1 15,3-2-1-15,-2 0 1 0,2-2 0 16,-1 1 0-16,5-3 1 15,-4-1-1-15,2 1 1 16,2-1 0-16,-4-2 0 16,2 0-1-16,-6 1-1 15,5-5 1-15,1 4-1 16,-9-1 2-16,2-3-2 16,-3 1 0-16,1 1 0 15,-2 0 1-15,1-1-1 16,-4 0 1-16,0-1-1 15,5 1 0-15,-1-2 1 16,-1 0-1-16,-3-4 0 0,2 2 0 16,2-1-1-16,-8-3-1 15,5 1 1-15,-8 0-3 16,0 1 4-16,2-1-3 16,-2 0 3-16,-4-2-4 15,1-1 4-15,1 1-1 16,-1-1-1-16,3-3 2 15,0-3-2-15,-3 2 1 16,5-5-1-16,-2-1 2 16,0-3-1-16,4 0 1 15,-1-1-1-15,1-1 1 16,0 0 0-16,-1-3 0 16,-3 0 0-16,0 0 0 0,-1 2 0 15,-2-2 0-15,-4 0-1 16,-2-2 1-16,2 5-1 15,-1-3 1 1,-6 2 4-16,-1-1-3 0,-1-1 4 16,-3 2-4-16,0-2 4 15,-3-2-5-15,-4-1 6 16,0-1-5-16,2 1-1 16,-6-3 1-16,4-1-3 15,1 0 3-15,-7 0-2 16,7 0 1-16,-5 0 0 15,3 2-1-15,-6 1 1 16,5 3 0-16,-5 4-1 0,-1-1 2 16,-3 3-2-16,3 0 2 15,-3 3-2 1,-1 1 2-16,0 3-3 16,0 0 3-16,2-2-1 0,-6 6 0 15,1 1 0-15,-1 4 0 16,1 1 0-16,-4 16 0 15,5-22 1-15,-5 22-1 16,0 0 0-16,0 0 0 16,-2-16 1-16,2 16-1 15,0 0 0-15,0 0 0 16,0 0 0-16,0 0 0 16,0 0 0-16,0 0 2 15,0 0-5-15,0 0 5 16,0 0-1-16,0 0 1 15,0 0 0-15,0 0-1 16,0 0 0-16,0 0-2 0,0 0 5 16,0 0-4-16,0 0-1 15,0 0 2-15,0 0-3 16,0 0 2-16,0 0 2 16,0 0 2-16,0 0 4 15,0 0-5-15,0 0-9 16,-17-9-128-16,17 9-32 15,-42-10-2-15,9 7-8 16,-19-8-1-16</inkml:trace>
  <inkml:trace contextRef="#ctx0" brushRef="#br2" timeOffset="112462.64">30128 14980 465 0,'0'0'201'0,"3"-35"-22"16,1 13-76-16,1 6-37 0,-1 1-57 16,-4 15-9-16,14-23 0 15,-14 23 0 1,0 0 0-16,15-3 0 15,-15 3 0-15,23 36 0 0,-9-3 0 16,1 5 0-16,4 9 0 16,4 3 0-16,-2 4 0 15,1-2 0-15,-6-6 0 16,3-4 0-16,-5-11 0 16,1-5 0-16,-4-9 0 15,-11-17 0-15,16 18 0 16,-16-18 0-16,0 0 0 15,0 0 0-15,0 0 0 16,15-16 0-16,-11 0 0 16,-1-4 0-16,1-8 0 15,3-7 0-15,-2-6 0 16,-2-6 0-16,4-3 0 0,0 0 0 16,2 1 0-16,-2 2 0 15,0 9 0-15,1 5 0 16,-1 11 0-16,-3 3 0 15,-4 19 0-15,0 0 0 16,15-4 0-16,-8 20 0 16,9 7 0-16,-2 6 0 15,8 6 0-15,8 6 0 16,1 6 0-16,2-2 0 0,0-2 0 16,-2-3 0-1,-1-4 0-15,-4-6 0 16,-7-8 0-16,-2-4 0 15,-17-18 0-15,19 19 0 0,-19-19 0 16,0 0 0-16,0 0 0 16,0 0 0-16,11-32 0 15,-15 6 0-15,1-6 0 16,-4-8 0-16,0-5 0 16,-2-4 0-16,2 3 0 15,0 1 0-15,-1 5 0 16,1 7 0-16,3 9 0 15,1 6 0-15,3 18 0 16,-4-17 0-16,4 17 0 16,0 0 0-16,0 0 0 15,0 0 0-15,18 0-86 16,-3 9-77-16,1-8-17 0,14 6-3 16,-1-8-2-16,13 7 0 15</inkml:trace>
  <inkml:trace contextRef="#ctx0" brushRef="#br2" timeOffset="112850.92">31069 15120 461 0,'0'0'184'16,"-14"4"-37"-16,14-4-35 16,0 0-26-16,0 0-53 15,0 0-33-15,0 0 0 16,19-14 0-16,-19 14 0 15,21-4 0-15,-21 4 0 16,26-5 0-16,-26 5 0 16,28-3 0-16,-7 1 0 15,-6-2 0-15,4 3 0 0,-3-3-1 16,5 4-94-16,-6-1-53 16,-15 1-26-16,26-7-2 15,-26 7-2-15,19-9-2 16</inkml:trace>
  <inkml:trace contextRef="#ctx0" brushRef="#br2" timeOffset="113124.11">31123 15333 470 0,'-13'26'177'0,"-2"-9"-20"0,15-17-46 15,-14 28-32-15,14-28-53 16,0 0-25 0,0 0-3-16,23 7 1 15,-4-16-1-15,7-3 0 0,3-3-1 16,4-4 1-16,5-2 0 16,-5-7-48-16,6 2-70 15,0 4-46-15,-9-8-7 16,5 4-5-16,-13-8 1 15,8 6 35-15</inkml:trace>
  <inkml:trace contextRef="#ctx0" brushRef="#br2" timeOffset="115723.96">31742 14751 447 0,'0'0'173'0,"0"0"-35"15,0 0-19-15,0 0-21 16,0 0-50-16,0 0-48 16,0 0 0-16,0 0 0 15,0 0 0-15,0 0 0 16,-15 0 0-16,15 0 0 16,0 0 0-16,0 0 0 0,0 0 0 15,-19-13 0-15,19 13 0 16,0 0 0-16,0 0 0 15,-14-4 0-15,14 4 0 16,0 0 0-16,-16 7 0 16,16-7 0-16,0 0 0 15,-22 23 0-15,22-23 0 16,-23 24 0-16,16-7 0 16,-3 2 0-16,4 2 0 15,-1 1 0-15,4 1-1 16,0 1-3-16,3 4 0 15,0 0 2-15,3 1 0 16,4 0 1-16,-4 1 0 0,6-2 0 16,-2-3-1-16,5 3 2 15,-5-5 0 1,4-3-1-16,-3-1-1 0,3-3 2 16,-1 0-1-16,-10-16 0 15,19 24 1-15,-19-24-2 16,19 14-1-16,-19-14 2 15,19 10 0-15,-19-10 0 16,14-2-1-16,-14 2 1 16,19-7 1-16,-19 7 1 15,16-8-1-15,-16 8 0 16,14-16 1-16,-14 16 0 16,12-19 0-16,-12 19-1 15,10-22 1-15,-10 22-1 16,9-26 1-16,-9 26-1 15,4-26 1-15,-4 26-1 16,3-28 0-16,-3 28 0 0,3-26 0 16,-3 26 1-16,0-26 0 15,0 26-2-15,0-29 3 16,0 29-1-16,4-30 1 16,-8 13-1-16,4 0 0 15,-3 1 0-15,3-1 0 16,-3-1 1-16,-1 1-2 15,1 0 1-15,-3 1-1 16,3 1 0-16,-1-1 0 0,4 16 0 16,-10-29-1-1,10 29 0-15,-9-26 2 16,9 26-2-16,-10-19 0 16,10 19 1-16,-9-18 2 0,9 18-1 15,0 0 1-15,0 0 0 16,-17-15 1-16,17 15 1 15,0 0-1-15,0 0-3 16,-16-7 0-16,16 7 0 16,0 0 0-16,-15-4 0 15,15 4 0-15,-21-1 0 16,21 1-99-16,-19 7-74 16,3-6-15-16,16-1 1 15,-19 9-4-15,19-9 7 16</inkml:trace>
  <inkml:trace contextRef="#ctx0" brushRef="#br2" timeOffset="119186.42">34820 13245 296 0,'0'0'182'0,"-23"30"-39"15,13-11-27-15,0-3-20 16,4 4-19-16,6-20-18 15,-3 30-11-15,3-30-42 16,22 19-6-16,4-14 0 16,4-5 0-16,15-4 0 0,0-1 0 15,14-2 0-15,-1 0-1 16,4-3 1 0,-5 1-1-16,-1-1 2 15,-4 1-1-15,-7 4 1 16,-12 0-1-16,-10 2 0 0,-23 3 0 15,19-4 0-15,-19 4 0 16,-19 7 0-16,-4 0 0 16,-6 0 0-16,-8 1-5 15,-8 1-1-15,-4 2 3 16,-3 1 2-16,4-2 1 16,3 0-1-16,6-1 6 15,6-2-3-15,14-4 0 16,19-3-1-16,0 0 0 15,0 0 1-15,38-13-1 16,2 2 0-16,6-3-4 16,6-1 2-16,5-1 1 0,-2 1 0 15,1 1 0-15,-14 2 0 16,-6 3 3-16,-13 6-7 16,-8 1 1-16,-15 2 1 15,0 0-1-15,-29 24 1 16,-6-10 1-16,-5 7 0 15,-8 1-2-15,-10 4 6 16,3 0 0-16,-1 4-1 16,4-4 0-16,3-4 1 15,15-3 2-15,4-3-2 16,11-8-3-16,19-8 0 16,0 0 0-16,0 0 0 15,4-15 0-15,-4 15 0 0,26-25 0 16,-14 10 0-16,0-1-18 15,-12 16-53-15,24-24-20 16,-24 24-8-16,16-16-15 16,-16 16-15-16,0 0-18 15,0 0-15-15,0 0 6 16,0 0 121-16</inkml:trace>
  <inkml:trace contextRef="#ctx0" brushRef="#br2" timeOffset="120395.28">34324 13516 27 0,'3'27'26'0,"-10"3"5"16,7 6-7-16,-3 2 2 16,-4 7-7-16,-2 7 1 0,-5 3-6 15,-2 3-1-15,-3 7 2 16,-7 3-7 0,-3 1-2-16,-6 2 0 15,-8-2 18-15,-11 0 17 0,-9 1 15 16,-4 2 12-16,-11-6 9 15,-4 3 5-15,-12-1 12 16,-3 6-5-16,-7-3-15 16,-5 7-19-16,-8-5-14 15,-1 5-12-15,-9 0-11 16,3 0 0-16,-10 1-13 16,-2-1 0-16,-1-3-2 0,-5-1 1 15,0-1-1-15,-4-4-1 16,4-3-2-1,-8 0 0-15,-3-9-2 16,4-7 3-16,0-2-2 0,0-6 2 16,-4-6-2-16,2-6 0 15,-5-8 1-15,-1-6-2 16,5-4-1-16,-6-10-21 16,5-4-10-16,0-12-1 15,2-3-2-15,-5-14-14 16,10-2-22-16,-3-12-1 15,10-2 1-15,-5-9 20 16,12-4 9-16,2-11-2 16,10-9 13-16,12-6 16 15,6-15 31-15,13-11-2 16,11-9 5-16,14-13 0 16,9-9 1-16,9-1 5 0,8-3 0 15,9 5 4-15,3 7-4 16,7 10 19-16,1 6 12 15,6 18-2-15,-2 10 2 16,9 18-4-16,-2 6-5 16,7 16-11-16,-3 6-1 15,3 12-18-15,0 7-13 16,3 6 0-16,1 2-2 16,-4 18 2-16,12-26-4 15,-12 26 4-15,14-20-3 16,-14 20 0-16,12-21 0 15,-12 21-1-15,10-17 1 16,-10 17 0-16,0 0-1 0,7-19 1 16,-7 19 0-16,0 0 1 15,0 0-1-15,0 0 0 16,0 0 1-16,0 0 0 16,0 0-1-16,0 0 2 15,0 0-1-15,0 0-16 16,0 0-61-16,0 0-53 15,9-18-27-15,10 4-15 16,-5-19 0-16,12-8-3 16</inkml:trace>
  <inkml:trace contextRef="#ctx0" brushRef="#br2" timeOffset="121302.43">28611 11980 175 0,'19'-5'84'16,"7"5"11"-16,7-2 12 15,2-1-1-15,10 6-14 16,10-5-14 0,17 4-12-16,9-7-8 0,20 2-9 15,15-8-15-15,18 3-24 16,20-6-11-16,13-4 2 15,17-2 1-15,7-1-1 16,7 0 1-16,10 4 1 16,-1 1-1-16,4 4-1 15,-4 5 2-15,-6 5-3 16,-10 4 1-16,-5 5 0 16,-11 5-1-16,-13 4-1 15,-16 3 0-15,-8 0 1 16,-18 3 1-16,-12 1-1 15,-11-1-1-15,-15 1 3 16,-11-2-3-16,-10-2 2 0,-16-4-1 16,-5-4 0-16,-11-3-1 15,-3-1 2-15,-10-3-1 16,-16-4 2-16,19-2-1 16,-19 2 1-16,0-23 1 15,-7 4-3-15,-5-8 2 16,0-8-2-16,-6-5 1 15,-1-7-2-15,0-4-6 0,0-1 4 16,-2-2-4-16,2 4 0 16,-4 1 0-1,4 4 1-15,-3 5-1 16,-8 6 4-16,1 6 8 0,-4 9-3 16,-2 4 5-16,2 6 3 15,-5 5-1-15,5 6-2 16,7 2-6-16,3 4-3 15,23-8-4-15,-22 30-1 16,25-8 0-16,13 2-2 16,10 11 6-16,10 3 0 15,9 4 8-15,8 3-1 16,2 1 1-16,2 3 0 16,2 1 0-16,-1 2-1 15,-15-2-4-15,-5 4 4 16,-8 6-1-16,-15 8 4 15,-15 6-3-15,-12 11 4 0,-17 7-9 16,-9 1-68-16,-2 4-54 16,-2 0-32-16,-3-15-15 15,22-8-3-15,6-20 2 16</inkml:trace>
  <inkml:trace contextRef="#ctx0" brushRef="#br2" timeOffset="121818.34">35164 13477 179 0,'0'0'95'0,"-23"0"11"16,23 0 8-16,-17 0-6 15,17 0-11-15,0 0-4 0,0 0-13 16,0 0-14-16,0 0-24 16,0 0-20-16,0 0-22 15,7-17-4 1,-7 17 1-16,22-12-1 0,-22 12 3 16,19-9 0-16,-19 9 1 15,18-7 1-15,-18 7 0 16,0 0 0-16,0 0 0 15,0 0 2-15,0 0-2 16,0 0 1-16,0 0-79 16,0 0-46-16,0 0-24 15,-18 13-22-15,3-15-3 16,-1 7-7-16,-13-3 48 0</inkml:trace>
  <inkml:trace contextRef="#ctx0" brushRef="#br2" timeOffset="122658.93">34216 13503 97 0,'-4'18'95'16,"4"-18"-39"-16,-8 22-12 15,4-4-17-15,-3 1-11 16,-1 0-9-16,-6 3 0 16,5 2-4-16,-5 6-3 15,2 3-10-15,-2 5-12 16,-1 3-7-16,1 4-6 15,-5 5 0-15,6 8-2 16,-9 0 2-16,1 6 1 16,-10 1 10-16,1 4 2 15,-11 3-1-15,-8 6 26 0,-10 2 10 16,-12 1 15-16,-4 8 10 16,-10-1-1-16,-5 7 0 15,-11 0-10-15,0 2 23 16,-8-3-24-16,5 3-13 15,-4-4-19-15,-1-5-23 16,1 1-5-16,-4-11-1 16,0-4 13-16,0-6-11 15,-5-6 4-15,-2-10 12 16,1-5 13-16,-2-6 19 16,-7-10 8-16,4-1 5 15,-6-10 4-15,-1-4-1 16,0-9-9-16,-2-7-25 0,2-7-16 15,-6-7-13-15,-1-3-2 16,-2-9-6-16,2-2-3 16,-5-8-3-16</inkml:trace>
  <inkml:trace contextRef="#ctx0" brushRef="#br2" timeOffset="123534.55">28260 13422 292 0,'0'0'132'16,"-7"-22"0"-16,7 22-9 15,0 0-9-15,-22-16-17 0,22 16-16 16,-23 9-37-16,8 1-48 16,-8 7-1-16,0 8-3 15,-6 6 5-15,-4 9 0 16,-5 3 4-16,-7 9-4 15,-4 3 5-15,-7 4-1 16,1 0-3-16,-1 0 5 16,3-7-4-16,4-6 1 0,6-4 0 15,8-9 1 1,9-11-3-16,7-8 1 16,19-14 4-16,-18 7 0 15,18-7 1-15,11-33-2 0,-1 2 0 16,9-5-1-16,4-9 2 15,3-6-5-15,3-6 2 16,3-5 0-16,1 0-2 16,3-1 1-16,-5 1 0 15,2 3 0-15,-3 6 0 16,1 4 2-16,-8 6-2 16,1 8-1-16,-8 7 2 15,-1 8 0-15,-15 20 0 16,19-23-1-16,-19 23-1 15,0 0 1-15,0 0-2 16,0 0 1-16,0 0 0 16,18 21 0-16,-3-5 1 0,8 1 2 15,10 4-1-15,15-1 1 16,10 3-1-16,16-4 0 16,11-2 1-16,9-1 0 15,3-6 0-15,4-1-1 16,-4 0 1-16,-12-4-2 15,-5 0-81-15,-17-2-68 16,-22-4-17-16,-4-1-5 16,-22-10 0-16,-15 12-8 15</inkml:trace>
  <inkml:trace contextRef="#ctx0" brushRef="#br2" timeOffset="125430.9">35283 13394 126 0,'0'0'64'0,"-29"12"0"16,29-12-7-16,-19 9-1 16,19-9-5-16,0 0 8 15,0 0 24-15,22 0-6 16,-6-7-9-16,10 4-1 16,0-6-2-16,4 4-3 15,3-4-8-15,1 6-17 16,-4-2-36-16,-4 1 0 15,-7 1 3-15,-3 3 0 16,-16 0-3-16,0 0-2 0,0 0 0 16,-23 8 0-16,-3 1 1 15,-9 0-1-15,-6 1-3 16,-3 2 1-16,-4 2 4 16,-1 0 1-16,4 0 0 15,7 0-1-15,8-6 3 16,8-1-3-16,22-7-3 15,0 0 0-15,0 0 1 16,0 0 0-16,34-15-1 16,-4 4-1-16,3-1 0 15,2 0 1-15,-3 0 3 16,1-2-1-16,-1 4 0 16,-8 1-1-16,-5 2 1 0,-19 7 5 15,23-5-1-15,-23 5-1 16,0 0-2-16,0 0 0 15,0 0 0-15,-14 22 1 16,14-22-1-16,-16 12-3 16,16-12-1-16,0 0 2 15,-22 19 3-15,22-19 1 16,0 0-1-16,0 0 0 16,0 0 0-16,0 0-1 15,0 0 1-15,0 0-3 16,0 0-2-16,0 0-2 15,0 0 1-15,0 0 1 16,22 6-2-16,-22-6 2 0,16 5-1 16,-16-5 2-16,22 7 0 15,-22-7 1-15,26 5 0 16,-26-5 1 0,21 5 1-16,-21-5 0 0,16 2 0 15,-16-2 0-15,0 0 1 16,0 0 2-16,0 0 0 15,0 0 0-15,0 0-1 16,0 0 1-16,0 0 0 16,0 0-1-16,-19-4-2 15,19 4 0-15,0 0-3 16,0 0 0-16,0 0-1 16,0 0-1-16,0 0-2 0,0 0 1 15,0 0 2-15,0 0 1 16,22-15 0-1,-22 15 0-15,32-11 1 16,-15 4 1-16,2 2-80 0,0-2-59 16,-19 7-25-16,19-17-17 15,-19 17-7-15,-2-21-4 16</inkml:trace>
  <inkml:trace contextRef="#ctx0" brushRef="#br2" timeOffset="126507.67">30020 24367 283 0,'0'0'172'16,"0"0"-33"-16,0 0-20 0,0 0-16 16,0 0-13-1,0 0-25-15,0 0-42 16,0 16-24-16,0-16 0 15,7 19 1-15,0 0 0 0,0 5-1 16,5 0 2-16,-1 6-3 16,1 2 3-16,-2-6-3 15,2-1 2-15,2-6 0 16,-14-19 5-16,32 8 2 16,-15-16-2-16,9-6 2 15,5-16-5-15,6-11 6 16,11-14-8-16,4-10 0 15,9-4 0-15,5-5 0 16,5-1 0-16,-3 1 0 16,0 8 0-16,-6 9 0 15,-5 14 0-15,-4 5 0 16,-14 12 0-16,-7 8 0 0,-13-2 0 16,-2 11 0-16,-17 9-2 15,16-10-119-15,-16 10-56 16,-16-19-16-16,-1 10-1 15,-11-7-5-15,-1 15 63 16</inkml:trace>
  <inkml:trace contextRef="#ctx0" brushRef="#br2" timeOffset="128342.97">12232 1412 320 0,'-68'21'203'0,"68"-21"-7"16,0 0-82-16,0 0-51 15,0 0-11-15,0 0-2 16,106 71-25-16,-106-71-25 16,120 14 0-16,-120-14 0 0,133 7 0 15,-133-7 0-15,113 2-105 16,-113-2-74-16,97-5-10 16,-97 5 1-16,78-28-11 15,-78 28 37-15</inkml:trace>
  <inkml:trace contextRef="#ctx0" brushRef="#br2" timeOffset="129650.9">13726 1092 561 0,'0'0'200'15,"-88"94"-16"-15,88-94-133 16,-58 79-24-16,58-79-27 16,-40 99 0-16,40-99 0 15,-12 118 0-15,12-118 0 16,26 112 0-16,-26-112 0 16,52 95 0-16,-52-95 0 15,75 64 0-15,-75-64 0 16,87-6 0-16,-87 6 0 15,90-52 0-15,-90 52 0 16,78-90 0-16,-78 90 0 0,59-111 0 16,-59 111 0-16,30-102 0 15,-30 102 0 1,-11-87 0-16,11 87 0 16,-48-71 0-16,48 71 0 0,-75-47 0 15,75 47 0-15,-87-13 0 16,87 13 0-16,-81 8 0 15,81-8 0-15,0 0 0 16,0 0 0-16,-68 40 0 16,68-40 0-16,0 0 0 15,0 0 0-15,109-24 0 16,-109 24 0-16,101-35 0 16,-101 35 0-16,116-38 0 0,-116 38 0 15,111-28 0 1,-111 28 0-16,98-8 0 15,-98 8 0-15,100 24 0 16,-100-24 0-16,104 59 0 0,-104-59 0 16,110 81 0-16,-110-81 0 15,107 85 0-15,-107-85 0 16,87 71 0-16,-87-71 0 16,0 0 0-16,82 54 0 15,-82-54 0-15,0 0 0 16,0 0 0-16,0 0 0 15,0 0 0-15,29-85 0 16,-29 85 0-16,-14-71 0 0,14 71 0 16,-15-69 0-1,15 69 0-15,0 0 0 16,0 0 0-16,-4-77 0 16,4 77 0-16,0 0 0 0,0 0 0 15,0 0 0-15,97-13 0 16,-97 13 0-16,101-11 0 15,-101 11 0-15,146-19 0 16,-64 5 0-16,1-6 0 16,2-1 0-16,-7-2 0 15,-7 1 0-15,-71 22 0 16,94-38 0-16,-94 38 0 16,0 0 0-16,0 0 0 15,0 0 0-15,0 0-9 16,0 0 1-16,0 0 6 15,0 0-11-15,-82 12 2 16,82-12 9-16,0 0 17 0,-74 99-12 16,74-99 9-16,-26 74-12 15,26-74 15-15,0 0-15 16,26 92 0-16,-26-92 0 16,0 0 0-16,85 38 0 15,-85-38 0-15,74-2 0 16,-74 2 0-16,79-21 0 15,-79 21 0-15,0 0 0 16,93-55 0-16,-93 55 0 16,0 0 0-16,0 0 0 15,68-75 0-15,-68 75 0 16,0 0 0-16,0 0 0 0,0 0 0 16,0 0 0-16,0 0 0 15,78-5-2-15,-78 5 4 16,0 0-2-16,104 50 0 15,-104-50 0-15,84 56 0 16,-84-56 0-16,81 64 0 16,-81-64 0-16,0 0 0 15,75 86 0-15,-75-86 0 16,0 0 0-16,0 0 0 16,0 0 0-16,0 0 0 15,83 14 0-15,-83-14 0 16,63-72 0-16,-63 72-59 15,104-108-113-15,-104 108-21 0,135-126 0 16,-53 55-9-16,5 3 1 16</inkml:trace>
  <inkml:trace contextRef="#ctx0" brushRef="#br2" timeOffset="132070.62">16984 1123 210 0,'0'0'176'0,"0"0"12"16,0 0-75-16,-71 26-8 15,71-26-1-15,0 0-25 16,9-98-40-16,-9 98-39 15,10-111 9-15,-10 111-9 16,7-126 0-16,-7 126 0 16,-10-122 0-16,10 122 0 15,-19-88 0-15,19 88 0 16,0 0 0-16,0 0 0 16,0 0 0-16,0 0 0 15,-75 23 0-15,75-23 0 16,-7 102-2-16,7-102-8 15,17 121 4-15,2-52 6 0,-19-69 0 16,65 118 7-16,-65-118 4 16,97 83-11-16,-97-83 0 15,123 50 0-15,-48-38 0 16,-1-10 0-16,5-9 0 16,-5-7 0-16,-3-5 0 15,-71 19 0-15,124-53 0 16,-124 53 0-16,81-66 0 15,-81 66 0-15,0 0 0 16,35-82 0-16,-35 82-6 16,0 0 0-16,0 0-2 15,-87-8-4-15,87 8-8 16,-75 36 13-16,75-36 3 0,0 0-1 16,-85 76 6-16,85-76-4 15,0 0 1-15,0 0 8 16,0 0 5-16,0 0-5 15,0 0-2-15,0 0-1 16,92 31-2-16,-92-31 3 16,0 0-8-16,98 13 4 15,-98-13-10-15,0 0 7 16,86 27 7-16,-86-27-3 16,0 0 6-16,85 21 0 15,-85-21 4-15,0 0-8 16,103-10 10-16,-103 10-7 0,75-30-4 15,-75 30-2-15,78-47 0 16,-78 47 0-16,0 0 0 16,93-98 0-16,-93 98 0 15,40-71 0-15,-40 71 0 16,0 0 0-16,23-75 0 16,-23 75 0-16,0 0 0 15,0 0 0-15,0 0 0 16,0 0-9-16,0 0-3 15,-4 75-3-15,4-75 20 16,23 112-7-16,-4-36 9 16,-2 9-9-16,3 9 4 15,-1-2-2-15,-4-1 5 0,-1 4 2 16,-7-1-15-16,-5-9 6 16,1-18 0-1,-3-10-1-15,0-12 6 0,-3-12 11 16,3-33-2-16,0 0-12 15,0 0 0-15,-5-109 0 16,5 33 0-16,0-14 0 16,3-14 0-16,-1-7 0 15,8 1 0-15,6 16 0 16,1 8 0-16,2 13 0 16,-19 73 0-16,52-109 0 15,-52 109 0-15,72-54 0 16,-72 54 0-16,78-7-4 0,-78 7-10 15,71 30 2-15,-71-30 8 16,0 0-10 0,64 79 9-16,-64-79-4 15,0 0-1-15,-23 85 8 0,23-85 3 16,0 0-2-16,-93 49-3 16,93-49 4-16,-85 20-10 15,85-20 14-15,-84 12-3 16,84-12-1-16,0 0-1 15,-88 16 7-15,88-16 14 16,0 0-10-16,0 0 5 16,0 0-4-16,0 0 11 15,81 35-22-15,-81-35 0 0,94 0 0 16,-94 0 0 0,108-26 0-16,-108 26 0 15,113-40 0-15,-113 40 0 16,97-61 0-16,-97 61-14 0,74-71 16 15,-74 71-5-15,53-71 8 16,-53 71 2-16,0 0-6 16,36-86-3-16,-36 86 6 15,0 0-4-15,0 0-8 16,0 0 4-16,0 0-6 16,0 0 2-16,0 0-4 15,0 0 4-15,-14 86-2 16,14-86 18-16,11 118-10 15,-3-31 8-15,-4 13-9 16,3 16 9-16,-4 21 1 16,-3 12 2-16,4-2-12 15,-8 0-14-15,1-3 12 0,-1-27-9 16,1-15 13-16,3-24-2 16,0-38 3-16,0-40 9 15,0-54 0-15,3-27 15 16,-3-31-1-16,0-20-16 15,0-20-7-15,4-11 0 16,3 0 0-16,1 16 0 16,3 29 0-16,4 16 0 15,8 17 0-15,-23 85-7 16,48-109 8-16,-48 109-4 16,0 0 7-16,85-67 1 15,-85 67-8-15,75 5-3 16,-75-5-4-16,75 33 5 0,-75-33-11 15,0 0-1-15,87 78 4 16,-87-78 10-16,0 0 0 16,3 80 2-16,-3-80 1 15,0 0 6-15,-71 65-4 16,71-65 14-16,-78 42-9 16,78-42-7-16,-78 34 2 15,78-34 6-15,0 0 0 16,-87 52-3-16,87-52-3 15,0 0 7-15,0 0 0 16,0 0-6-16,0 0-3 16,0 0 0-16,0 0 0 0,97 35 0 15,-97-35 0-15,94-21 0 16,-94 21 0-16,104-40 0 16,-104 40 0-1,90-46 0-15,-90 46 0 0,75-57 0 16,-75 57-1-16,0 0-5 15,0 0 6-15,74-84-10 16,-74 84 6-16,0 0-2 16,0 0-1-16,0 0-3 15,0 0 6-15,0 0 3 16,0 0-7-16,0 0 12 16,27 85 1-16,-27-85 13 15,0 0-8-15,67 87 4 0,-67-87-12 16,75 41 2-16,-75-41-4 15,85 19 0-15,-85-19 0 16,90-10 0-16,-90 10 0 16,68-50-99-16,-68 50-61 15,52-88-28-15,-52 88-5 16,23-122-1-16,-23 50 8 16</inkml:trace>
  <inkml:trace contextRef="#ctx0" brushRef="#br2" timeOffset="132234.74">20071 672 356 0,'-82'12'180'0,"82"-12"5"15,0 0-76-15,0 0-35 16,0 0-52-16,-71 40-108 16,71-40-89-1,0 0-8-15,0 0 1 0,0 0-5 16,0 0 75-16</inkml:trace>
  <inkml:trace contextRef="#ctx0" brushRef="#br2" timeOffset="133430.59">20178 969 395 0,'0'0'205'0,"26"-83"-45"16,-26 83-59-16,0 0-4 15,0 0-53-15,0 0-42 16,71 30-3-16,-71-30 2 16,26 69-8-16,-26-69 5 15,13 93-11-15,-13-93 11 16,13 82 4-16,-13-82 11 16,0 0-8-16,23 71 8 15,-23-71-6-15,0 0-17 16,0 0 13-16,80-35-7 15,-80 35 1-15,0 0-15 16,88-99 16-16,-88 99-2 0,0 0 5 16,82-95 11-16,-82 95-7 15,0 0-14-15,0 0 13 16,68-38-3-16,-68 38-5 16,0 0-3-16,0 0 2 15,87 78 2-15,-87-78-2 16,67 49 6-16,-67-49 1 15,85 46-1-15,-85-46 1 16,101 18-7-16,-101-18 9 16,123-26-15-16,-123 26 13 15,130-56 6-15,-130 56-10 16,132-95 3-16,-132 95 0 16,108-111 11-16,-108 111-7 0,64-90 6 15,-64 90-16-15,0 0 1 16,7-72-2-16,-7 72 8 15,0 0-7 1,-97 45-2-16,97-45-7 0,-85 76 6 16,85-76 3-16,-78 83 5 15,78-83 0-15,-49 69-4 16,49-69 10-16,0 0-3 16,0 0 3-16,0 0-6 15,0 0 5-15,0 0 1 16,101-9-2-16,-101 9 5 15,0 0-7-15,100-36 1 16,-100 36-3-16,0 0 5 0,86 2-7 16,-86-2-5-16,0 0 3 15,78 90 1 1,-78-90-5-16,60 107 6 0,-34-34 3 16,4 8 4-16,-8 9-7 15,-2 17 7-15,-3 16-10 16,-5 11-9-16,-8 8 6 15,-4 5-6-15,-11 0 2 16,-1-16-3-16,-7-6 11 16,-5-26-7-16,-4-30 16 15,-5-26 8-15,-5-36-2 16,-6-29-1-16,3-35 7 16,-1-42 2-16,5-28 5 15,6-18-7-15,7-9-11 16,15-2-2-16,16 6-4 15,12 9 0-15,13 15 0 16,14 34 0-16,12 13-46 0,-58 79-85 16,126-116-37-16,-54 71-23 15,-72 45 4-15,138-75-20 16</inkml:trace>
  <inkml:trace contextRef="#ctx0" brushRef="#br2" timeOffset="135802.27">23388 956 590 0,'0'0'188'16,"0"0"-62"-16,0 0-64 15,-85-11-33-15,85 11-34 16,-80-2 5-16,80 2-7 16,-78 32 4-16,78-32-2 15,0 0-6-15,-85 86 16 16,85-86 8-16,0 0-11 16,-30 78 12-16,30-78-12 15,0 0-6-15,0 0 7 16,0 0-2-16,101-5-7 15,-101 5-8-15,75-42 14 16,-75 42-9-16,74-36 17 0,-74 36-5 16,0 0-4-16,97-7-3 15,-97 7 2-15,0 0 10 16,75 64-7-16,-75-64 6 16,0 0-6-16,82 85 13 15,-82-85-12-15,0 0 13 16,93 52-15-16,-93-52 0 15,0 0 0-15,101-16 0 16,-101 16-4-16,0 0-15 16,87-86 16-16,-87 86-1 15,43-97 7-15,-43 97-3 16,19-120 12-16,-19 120 3 0,4-121-15 16,-4 121 0-16,-23-100 0 15,23 100 0-15,0 0 0 16,-55-76 0-16,55 76 0 15,0 0-10-15,0 0-6 16,-82 86 6-16,82-86 1 16,-16 113 7-16,16-113-3 15,7 136 14-15,-7-136-12 16,42 125 11-16,-42-125-6 16,68 111 13-16,-68-111 3 15,78 71-15-15,-78-71-3 16,85 21 0-16,-85-21 0 15,76-30 0-15,-76 30 0 0,70-78 0 16,-70 78 0-16,48-126 0 16,-32 51 0-16,-6-1 0 15,-8 5 0 1,-2 0 0-16,0 71 0 0,-16-100 0 16,16 100 0-16,0 0 0 15,0 0 0-15,0 0 0 16,-67 50-15-16,67-50-1 15,-23 130 2-15,16-52 7 16,11 1 2-16,3-8 7 16,5-1 1-16,-12-70 5 15,45 100 0-15,-45-100 10 16,0 0-1-16,82 69-16 0,-82-69-1 16,0 0 0-16,90-26 0 15,-90 26 0 1,0 0 0-16,78-88 0 15,-78 88 0-15,0 0 0 0,59-76-2 16,-59 76-17-16,0 0 17 16,0 0 4-16,0 0-5 15,0 0 4-15,0 0-5 16,61 71 9-16,-61-71-11 16,0 0 24-16,74 90-8 15,-74-90-10-15,71 43 0 16,-71-43 0-16,79 9 0 15,-79-9 0-15,74-31 0 16,-74 31 0-16,0 0 0 16,59-106 0-16,-59 106 0 15,-7-97 0-15,7 97 0 16,-45-85 0-16,45 85 0 0,-78-46-1 16,78 46-14-16,-108-7-10 15,108 7 11-15,-109 48 6 16,109-48 1-16,-92 71 0 15,92-71 14-15,0 0 14 16,-57 94-5-16,57-94 4 16,0 0-16-16,0 0 3 15,109 13-5-15,-109-13-2 16,108-41 0-16,-108 41-1 0,123-62-4 16,-123 62 5-1,130-63 6-15,-130 63-6 16,117-40 0-16,-117 40 0 15,93-12 0-15,-93 12 0 0,0 0-3 16,91 42-8-16,-91-42-2 16,0 0-13-16,26 95 17 15,-26-95 15-15,0 0-3 16,-6 87 2-16,6-87-4 16,0 0 6-16,0 0 3 15,0 0 17-15,0 0-24 16,0 0-3-16,0 0 0 15,0 0 0-15,0 0 0 16,0 0 0-16,0 0 0 16,0 0 0-16,80-59 0 15,-80 59 0-15,0 0 0 16,85 3 0-16,-85-3 0 0,97 14 0 16,-97-14 0-16,110 12 0 15,-110-12 0-15,111 9 0 16,-111-9 0-16,90-11 0 15,-90 11 0-15,0 0 0 16,0 0 0-16,71-67 0 16,-71 67 0-16,0 0 0 15,-29-78 0-15,29 78 0 16,0 0 0-16,0 0 0 16,0 0-2-16,-71-69-3 15,71 69 2-15,0 0 13 16,0 0-10-16,0 0 0 0,0 0 0 15,0 0 0-15,0 0 0 16,0 0 0-16,71-28 0 16,-71 28 0-16,0 0 0 15,0 0 0-15,73-38 0 16,-73 38 0-16,0 0 0 16,0 0 0-16,0 0 0 15,0 0 0-15,0 0 0 16,0 0 0-16,0 0-2 15,0 0-12-15,0 0 0 16,0 0 8-16,0 0 8 16,0 0-1-16,-40 71-3 15,40-71 6-15,0 0-3 0,0 0-2 16,0 0 11 0,0 0-2-16,62 73-1 0,-62-73-1 15,0 0-6-15,103-6 0 16,-103 6 0-16,100-15 0 15,-100 15 0-15,124-24 0 16,-124 24 0-16,130-26 0 16,-130 26 0-16,107-16 0 15,-107 16 0-15,72-9 0 16,-72 9 0-16,0 0 0 16,0 0 0-16,0 0 0 15,0 0-5-15,0 0-6 16,-89 44 15-16,89-44-22 0,0 0 11 15,-90 34 5-15,90-34-2 16,0 0 14 0,0 0-4-16,0 0 3 15,0 0-1-15,0 0 2 0,87 45-10 16,-87-45 0-16,92-19 0 16,-92 19 0-16,93-43 0 15,-93 43 0-15,82-83 0 16,-82 83 0-16,64-102 0 15,-64 102 0-15,45-106 0 16,-45 106 0-16,16-86 0 16,-16 86 0-16,0 0 0 15,0 0 0-15,0 0 0 16,0 0 0-16,-57 86-5 16,57-86-4-16,-23 137 3 15,23-54 5-15,4 4-5 16,4 6 4-16,3-8-4 0,1-9 5 15,2-7-35-15,-14-69-47 16,15 108-32-16,-15-108-54 16,0 0-4-16,0 0 6 15,0 0 3-15,0 0 85 16</inkml:trace>
  <inkml:trace contextRef="#ctx0" brushRef="#br2" timeOffset="136650.87">14153 1909 568 0,'26'-22'170'16,"26"8"-3"-16,7 21-154 15,25-12-37-15,13 8 46 16,17 8-6-16,18-6 3 16,14 3-8-16,21-4 8 0,10-8-3 15,15-1 3-15,18 7-12 16,18-9-7-16,11-9-1 16,15 6 0-1,20-14 3-15,9 3-2 0,19 9 0 16,16-11 0-16,15-1 0 15,7 0 0-15,11-2 0 16,8 5 0-16,4 0 0 16,2 1 0-16,4 1 0 15,3-2 0-15,1 5 0 16,4-1 0-16,1 8 0 16,6-8-3-16,-6 7 4 15,-5-1-1-15,-6-4 0 0,-10 6 1 16,-8-1 0-16,-14 4-1 15,-14-4 0-15,-14 5 0 16,-15 0 0-16,-19-1 0 16,-17 3 0-16,-16 3 0 15,-23-2 0-15,-19-5 0 16,-23 9 0-16,-17-5 0 16,-28-1 0-16,-13 4 0 15,-29 4 0-15,-88-4 0 16,120 5 0-16,-120-5-22 15,0 0-111-15,0 0-41 16,0 0 0-16,0 0-5 16,22-97-23-16</inkml:trace>
  <inkml:trace contextRef="#ctx0" brushRef="#br2" timeOffset="141630.53">25865 23079 134 0,'0'0'162'0,"0"0"-26"15,0 0-38-15,0 0 1 16,0 0-17-16,0 0-13 16,0 0-18-16,0 0-6 15,3 16-10-15,-3-16-9 16,5 15-16-16,-5-15-21 16,18 33 0-16,-9-14 7 15,4 4 5-15,3 4 0 16,3-1 0-16,2-1-5 0,5 1 6 15,-3-7-7-15,4-7 9 16,3-2-3-16,-1-6 1 16,4-13-2-16,6-3-2 15,-3-7 9-15,6-9-10 16,-1-3 9-16,3-2-8 16,-6-7-2-16,0-1 1 15,-8 3-1-15,-4-6 6 16,-4 8-6-16,-8 3 5 15,-5 5-1-15,-6 6 7 16,-3 5 3-16,0 17-2 16,0 0 0-16,-22-4 0 15,9 20 2-15,-4 3-3 0,-5 3-1 16,-1 8-6-16,-7 1-1 16,-4 3-1-1,-3-2 0-15,-4 4 0 16,-4-8 2-16,-1 1-2 0,-2-8 2 15,-4-2-3-15,3-12 1 16,4-7-4-16,-4-4 1 16,3-11-4-16,0-1-2 15,5-11 1-15,3-1-2 16,1-3 3-16,8-2 0 16,6 2 4-16,4-1 1 15,8 5 2-15,3 4 1 16,4 6 0-16,4 17 0 15,-3-19 3-15,3 19-1 0,7 16 0 16,1 3 1-16,3 3-2 16,-1 6 1-1,2 1 0-15,8 4 1 0,2 3-2 16,-3-6 2-16,7 1-3 16,4-10 4-16,-1 0-4 15,4-9 6-15,5 0-4 16,4-12 2-16,-2-11-2 15,9-1-1-15,-1-8 1 16,4-1-2-16,0-9 4 16,2 3-7-16,-5-10 6 15,-1 4-4-15,-4 2 3 0,-6 0-1 16,-5 2 3 0,-10 4-3-16,-8 8 3 15,-15 17 3-15,18-7 2 16,-18 7-1-16,-7 28-1 0,-4-2 0 15,-4 5-1-15,-5 5 3 16,-2-1-6-16,-4-2 0 16,-4 5-3-16,-3-3 3 15,-1-6 0-15,-3-3 1 16,-1-4-7-16,2-4 4 16,-3-6-3-16,-1-12-1 15,6-12-3-15,-3-7-2 0,6-6 0 16,-2-7-2-1,7-6 8-15,0-6-6 16,7 1 6-16,0 5-5 16,5 3 8-16,-2 4-3 15,6 9 3-15,3 1-1 0,7 21 4 16,0 0-2-16,0 0 0 16,0 0 3-16,-9 28-1 15,18-6 0-15,-2 6-3 16,7 3 0-16,1 0-3 15,8-2 3-15,3-3-2 16,0-5-2-16,7-2 2 16,2-7 2-16,5-3-1 15,-2-9 3-15,7-7-1 16,4-3-2-16,-1-8 2 16,1-1 2-16,-4-7-2 15,3-5-1-15,-4-2 1 0,-6-1-1 16,-5-1 1-16,-7 0 0 15,-7 8-1-15,-7 3 3 16,-5 6 5-16,-7 18-1 16,0 0 1-16,0 0-2 15,-19 24 1-15,2 6-1 16,-6 5 0-16,-3 4-1 16,-2 3-6-16,-8-1 2 15,-2 4-4-15,-2-3 6 16,-2-6-2-16,1-6 2 15,-5-8-6-15,7-10 2 16,0-3-3-16,3-9 0 16,1-14 0-16,2-7-5 0,4-1-1 15,-1-8 0-15,8-2 6 16,-1 0-5-16,4-2 5 16,3 1-1-16,6 5 3 15,-1 6 0-15,6 4 2 16,2 3 0-16,3 15 0 15,0 0 1-15,0 0-2 16,12 26 2-16,-2-4-1 16,3 1 1-16,7 4-1 15,3 1 1-15,8 5-2 16,-1-9 4-16,10 1-4 16,-2-13 4-16,7-5-3 15,0-4 0-15,7-6 1 0,0-6-1 16,4-8 0-16,-4 1-3 15,0-6 5-15,-4 2-4 16,-2-2 3 0,-8 1 0-16,-9 0 0 0,-6 4 0 15,-23 17 6-15,22-22 0 16,-22 22 0-16,0 0 3 16,0 0-2-16,-26-4-49 15,26 4-49-15,-34 26-41 16,16-12-28-16,-1 3-19 15,0 1-1-15,5 1 14 16</inkml:trace>
  <inkml:trace contextRef="#ctx0" brushRef="#br2" timeOffset="147555.15">26283 23095 70 0,'0'0'44'15,"0"0"6"-15,0 0-6 0,0 0-8 16,0 0-2-16,0 0-4 15,0 0-4-15,0 0-7 16,0 0-27 0,0 0-35-16,0 0-30 0,19 7-15 15,-19-7-12-15,0 0 60 16</inkml:trace>
  <inkml:trace contextRef="#ctx0" brushRef="#br2" timeOffset="154605.17">29340 11767 1 0,'-42'5'53'0,"9"6"-27"16,7-6-7-16,7 2-4 0,19-7-3 16,-19 10 0-16,19-10 0 15,0 0 0-15,26 5 0 16,-3-3 4-16,3-4 7 15,3 4 7-15,9-5 3 16,8 1 5-16,-1-3-1 16,10 0-1-16,8-1-4 15,1-2-4-15,7-1-6 16,4-1 2-16,6-1 11 0,6-2 2 16,7-3-5-1,0 2 3-15,1-1-3 16,7-1-3-16,-1 0 4 15,0 3-8-15,3 0-11 0,-3 6-9 16,-1 4 7-16,1 1-7 16,0 7 8-16,-8 1 5 15,1 8-8-15,-4-2 3 16,1 3-6-16,-3 1 4 16,-6 3-6-16,-6-5 11 15,2 0-8-15,-3-2 0 16,3-4 0-16,-3-1 0 15,3-2 0-15,-4-3-2 16,5 0-1-16,-5 0-5 16,-3-2 1-16,-3 1-2 15,-7 1-1-15,-9 3 1 16,-7 0-1-16,-9 1 3 0,-6 1-1 16,-7 1 2-16,-8-1-2 15,-15-7-2-15,16 17 1 16,-16-17 0-16,7 16-1 15,-7-16 0-15,0 0 0 16,3 17-2-16,-3-17 4 16,0 0 2-16,0 0 0 15,0 0 0-15,0 0-1 16,0 0 1-16,0 0-1 16,0 0-1-16,0 0 0 15,0 0 0-15,0 0-1 16,0 0-72-16,7-20-30 15,-14 2-10-15,-5-6 4 0,-2-5 10 16,-12-13 10-16,4-1 1 16,-8-9 4-16,-1 0 75 15,-2 0 31-15,3 5 11 16,1 1-3-16,1 7-11 16,-1 7-8-16,6 6 5 15,0 5 9-15,6 7 16 16,1 5 16-16,16 9 3 15,-22-12 3-15,22 12-2 16,0 0 1-16,0 0-1 16,0 0-8-16,0 0-18 15,0 28-15-15,0-28-5 0,29 35-1 16,-10-13-1-16,11 4 0 16,-2 0-8-16,8 2-3 15,6 3-2 1,6-4 3-16,1 3-6 0,3-1 6 15,4-1 3-15,-4 0-2 16,3-4 2-16,-4-2-2 16,-8-4 4-16,-1 3-6 15,-6-9 6-15,-5 0-6 16,-5-2-1-16,-3-1-1 16,-9-2 1-16,-14-7-4 15,19 19-2-15,-19-19 2 16,-3 29-2-16,-10-5 1 0,-4 8-1 15,-9 4 1-15,-9 11-1 16,-6 6 4 0,-15 10-1-16,-3 2 1 15,-9 3-1-15,1 1 3 0,-5 0-27 16,1-3-64-16,2-9-35 16,1-3-16-16,0-19-18 15,6-8-2-15,1-20 0 16</inkml:trace>
  <inkml:trace contextRef="#ctx0" brushRef="#br2" timeOffset="156990.84">32796 12094 133 0,'3'18'52'0,"-3"-18"-4"16,-12 17-8-16,12-17-8 0,-22 22-7 16,1-6-7-16,2 3-11 15,-7 2-7-15,-4 3-1 16,-4 2-1-16,1-3-4 16,-6 3-24-16,3-7-26 15,10 8-26-15,-9-15-18 16,14 11 23-16,-3-16 77 15</inkml:trace>
  <inkml:trace contextRef="#ctx0" brushRef="#br2" timeOffset="157711.37">29130 15369 35 0,'-120'-129'12'16,"6"-1"1"-16,9-2-1 15,12 8 5-15,6-1-1 16,12 11-1-16,1 6 2 15,11 5-1-15,9 4-1 0,9 7-5 16,5 7-7-16,7 7-7 16,11 6-1-16,-1 2-6 15,11 8-4 1,-2 3-11-16,9 7-4 0,-2 0 0 16,7 7-1-16,-4 2 3 15</inkml:trace>
  <inkml:trace contextRef="#ctx0" brushRef="#br2" timeOffset="160207.15">28102 13469 78 0,'0'0'106'0,"-10"24"-26"0,-2-3-39 15,-6 12-16-15,-4 5-4 16,-4 17-7-16,-4 13 2 16,-4 16 8-16,-3 12 7 15,-5 4 16-15,4 7 26 16,-5-1 1-16,8 0-5 15,-5-16 2-15,12-9-7 16,-1-20-6-16,12-13-17 16,1-19-15-16,6-13-31 15,10-16 2-15,-2-19 5 16,4-10-8-16,4-13 7 16,5-12-5-16,1-11 6 15,2-10-3-15,5-10 3 0,4-3-4 16,6 0-4-16,1-2 7 15,1 3-6-15,5 6 4 16,-1 3 0 0,5 9 0-16,-5 8 0 0,5 7-2 15,-6 11 3-15,3 9-5 16,-3 8 4-16,-1 8-1 16,4 11 0-16,5 13 1 15,-1 4 1-15,4 9 1 16,2 7-2-16,7 2 3 15,2 3-1-15,6 0-1 16,2 0-2-16,1-5 2 16,2-2-1-16,-1-5-1 0,2-3-71 15,-4-2-53 1,6 3-31-16,-22-10-11 16,6 7 0-16,-14-11-5 15</inkml:trace>
  <inkml:trace contextRef="#ctx0" brushRef="#br2" timeOffset="163772.68">34431 13616 66 0,'0'0'101'0,"2"21"-11"16,-2-21-92-16,0 0-53 0,3 20-14 15,-3-20-13-15,0 0 34 16,0 0 48-16</inkml:trace>
  <inkml:trace contextRef="#ctx0" brushRef="#br2" timeOffset="182031.68">27984 13389 99 0,'0'0'30'15,"0"0"-3"-15,0 0-9 16,0 0-7-16,0 0-1 0,0 0-3 16,0 0-1-1,0 0 0-15,0 0-1 16,0 0 0-16,0 0-2 15,0 0 1-15,0 0-2 0,0 0-1 16,0 0 0-16,0 0 0 16,0 0 1-16,0 0 1 15,0 0 0-15,0 0 1 16,0 0-1-16,0 0 1 16,0 0-1-16,0 0 0 15,0 0-1-15,0 0-2 16,0 0-1-16,0 0 1 0,0 0-1 15,0 0 0 1,0 0-1-16,0 0 1 16,0 0-1-16,0 0-4 15,0 0 0-15,0 0-2 16,0 0-1-16,0 0-1 0,0 0 0 16,0 0 1-16,0 0-2 15,0 0 2-15,0 0-3 16,14-9-6-16,-14 9-3 15,0 0-3-15,0 0-2 16,0 0-2-16,16-10 0 16,-16 10 9-16</inkml:trace>
  <inkml:trace contextRef="#ctx0" brushRef="#br2" timeOffset="196599.62">28189 13280 9 0,'0'0'15'16,"0"0"-4"-16,0 0-1 16,0 0 1-16,0 0-1 15,0 0-1-15,0 0 1 0,0 0 1 16,0 0 0-16,0 0-1 15,0 0-4-15,0 0-2 16,16-5-2-16,-16 5-2 16,0 0 1-16,0 0-1 15,0 0-1-15,0 0-3 16,0 0-6-16,0 0-24 16,0 0-13-16,0 0 14 15,-6-19 33-15,6 19 0 16</inkml:trace>
  <inkml:trace contextRef="#ctx0" brushRef="#br2" timeOffset="196870.81">28208 13271 20 0,'0'30'28'16,"0"-30"-8"-16,0 24-11 16,0-24-5-16,4 17 2 15,-4-17 4-15,0 0 8 16,0 0 5-16,0 0-5 16,0 0-5-16,0 0-20 0,14-13-15 15,-14 13-15-15,8-23-11 16,-8 4-6-1,0 19 54-15</inkml:trace>
  <inkml:trace contextRef="#ctx0" brushRef="#br2" timeOffset="201587.17">28059 13368 56 0,'0'0'37'15,"0"0"-2"-15,0 0-4 0,0 0 0 16,0 0-5-16,0 0-6 16,-19 18-5-16,19-18-1 15,-23 26-6 1,8-9 0-16,-3 12-4 0,-8 9-2 15,2 13-1-15,-9 6 2 16,0 12 0-16,-5 11 5 16,-2 8 6-16,2 0 4 15,-1-1 1-15,3-9 1 16,7-7 1-16,2-11 2 16,5-13 3-16,10-12 8 15,1-15 23-15,8-2 5 0,3-18-2 16,0 0 2-16,0 0-1 15,0 0 0-15,0 0-4 16,0 0-13 0,0 0-34-16,14-19-34 0,-14 19-51 15,12-33-39-15,-5 2-35 16,8 1-22-16,3-17-4 16,10 2-2-16,1-12 112 15</inkml:trace>
  <inkml:trace contextRef="#ctx0" brushRef="#br2" timeOffset="-212675.6">2582 19501 372 0,'4'-15'187'15,"-4"-1"-47"-15,0 16-33 16,3-22-18-16,-3 22-21 15,0 0-48-15,0 0-14 16,0 0-1-16,0 0-1 16,0 0 0-16,0 0-1 15,-3 17 0-15,3-17-1 16,6 35-2-16,-2-6-1 0,5 7 0 16,-2 13 1-16,3 10 1 15,-1 8 0 1,1 8 1-16,-6 4-2 15,1-3 5-15,-5-1-3 16,-5-8 1-16,1-4-2 0,-3-11-2 16,4-11 1-16,-6-12-5 15,6-8 1-15,3-21-5 16,0 21 3-16,0-21-2 16,0 0 2-16,3-35 5 15,-3 6-4-15,2-4 6 16,-2-8-2-16,0-6 3 15,-2-9-1-15,2 1 2 0,0-2-3 16,0 2-3 0,2 3 3-16,1 0-3 15,1 5 3-15,3 4-3 16,0 3 3-16,-2 5-3 0,5 4 4 16,-3 3 0-16,5 2 0 15,-5 6-1-15,4-1 3 16,1 5-3-16,-2 1 3 15,-10 15-2-15,23-18 1 16,-23 18-1-16,29-1-1 16,-13 6 2-16,3 5-1 15,0 9 0-15,7 6 0 16,0 7 2-16,7 6-2 16,-3 7 2-16,1 6-1 15,2 4 2-15,-4 2-1 16,-3 0 3-16,-3 2-2 15,0-2 1-15,-8-5-3 0,-1-2-2 16,-9-5-13-16,-1-12-59 16,3-2-54-16,-7-8-27 15,0-23-22-15,0 0-5 16,0 0 3-16,-23-12 51 16</inkml:trace>
  <inkml:trace contextRef="#ctx0" brushRef="#br2" timeOffset="-212398.41">2742 19986 374 0,'-26'14'178'0,"7"0"-35"16,5 1-34-16,14-15-22 15,-16 14-18-15,16-14-30 16,0 0-40-16,0 0 0 15,31-24-1-15,-1 5-3 16,10-9 2-16,12-1 3 16,5-3-1-16,11-4-1 15,-2 0 1-15,5-1-2 16,-7 3-77-16,-1 8-73 16,-9 14-23-16,-11-2-3 15,-8 9-1-15,-13 3-6 16</inkml:trace>
  <inkml:trace contextRef="#ctx0" brushRef="#br2" timeOffset="-211202.55">3068 21215 384 0,'0'0'197'0,"0"0"-32"0,0 0-57 0,0 0-37 16,4 24-16-16,-4-24-30 16,7 37-36-1,-1-10 4-15,3 11 0 0,2 11 5 0,1 8 0 0,2 9 0 32,1 8 1-32,-1 1 4 0,-2-1 2 15,-1-1-2 1,-3-6 0-16,-4-8 0 0,-1-12 0 15,1-9-2-15,-4-14-2 0,0-24-5 16,3 16 3-16,-3-16-1 16,-7-26 0-16,4-5 1 15,-6-8-1-15,2-6 4 16,-3-10-2-16,-2-6 3 16,-2-4-3-16,2-3 3 15,1 1 0-15,2 3 0 16,6-4 0-16,3 6-1 15,9 5 6-15,1 3-4 16,6 6 2-16,6 6-4 16,1 6 3-16,6 8-4 15,4 12 4-15,-3 11-3 0,1 10 1 16,2 11 1-16,-7 10-1 16,0 9 3-16,-10 10-4 15,-2 1 3-15,-7 6-3 16,-11 2 2-16,-3-2-4 15,-7-4 4-15,2-1-1 16,-7-7 0-16,0-7 2 16,2-7-3-16,4-11-2 15,13-15-1-15,-13 9-1 16,13-9 2-16,0 0-3 16,-4-16 2-16,4 16-4 15,14-26 1-15,-14 26 4 16,26-22-2-16,-7 11 3 0,7 1-3 15,4 5 1-15,4 1 0 16,6 8 3-16,2 6 2 16,-4 4-1-16,2 9 3 15,-7 3 2-15,-5 5-1 16,-11 9 1-16,-8 5-1 16,-13 5 0-16,-11 7-2 15,-15 5 1-15,-15 2-4 16,-7 0-7-16,-9-8 4 15,2-17-1-15,4-4-51 16,4-21-77-16,11-17-33 16,14-13-7-16,14-20 0 15,18-11 1-15</inkml:trace>
  <inkml:trace contextRef="#ctx0" brushRef="#br2" timeOffset="-210666.18">3243 21146 485 0,'-8'-18'172'16,"8"18"-36"-16,-18-17-41 0,18 17-27 0,-8 16-43 15,4 3-23-15,4 14 0 16,4 13-4 0,1 8 4-16,5 13-3 0,-3 11 2 0,5 14-4 15,-1 9 4 1,-2 2-2-16,-3-4 2 16,1-4 2-16,-7-5-5 15,0-12-2-15,0-14 1 16,0-17-5-16,0-14 4 0,0-14-4 15,0-19-67-15,0 0-66 16,19 2-25-16,-19-2-3 16,23-33-2-16,-13 17 2 15</inkml:trace>
  <inkml:trace contextRef="#ctx0" brushRef="#br2" timeOffset="-208460.61">2433 21840 101 0,'-26'-12'131'0,"26"12"-36"0,-19-9-32 15,19 9-8 1,0 0-3-16,-16-19 4 15,16 19 7-15,0 0 16 16,0 0-1-16,0 0-4 0,0 0-9 16,-19 0-11-16,19 0-6 15,0 0-39-15,0 0-9 16,-17 5 0-16,17-5 0 16,0 0 0-16,0 0 0 15,0 0 0-15,-16-3 0 16,16 3 0-16,0 0-21 15,0 0-103-15,0 0-50 16,0 0-26-16,0 17-4 16,0-17-3-16,7 23 115 15</inkml:trace>
  <inkml:trace contextRef="#ctx0" brushRef="#br2" timeOffset="-208048.32">4301 21417 605 0,'36'-3'194'0,"-1"-7"-50"15,8-3-130-15,7 1-13 16,3 4 1-16,-1 1-2 15,-7 3 2-15,-2 3-1 16,-8 1 1-16,-6 1 0 16,-6 1-3-16,-4-5-65 15,-5-1-89-15,5 4-24 16,-12-15-15-16,12 2 3 0,-10-14 11 16</inkml:trace>
  <inkml:trace contextRef="#ctx0" brushRef="#br2" timeOffset="-207244.75">5448 21063 576 0,'7'-21'183'15,"-11"2"-56"-15,-3-9-65 0,6 4-50 16,-3 0-9-16,1 1 1 16,-1 4 1-1,1 3 0-15,3 16 0 16,0 0-2-16,0 0-1 0,-16 18 0 16,16 9-1-16,0 13 2 15,0 11-4-15,4 11 0 16,1 14-1-16,2 7-4 15,3 5 5-15,-1 4-1 16,-2-5 1-16,3-6-2 16,-1-10 2-16,-6-12-1 15,1-16 0-15,-1-13 2 16,1-13-1-16,-4-17-1 0,3-19-1 16,-3-12 0-16,-3-9 1 15,-1-14-2-15,1-8 7 16,-4-9-3-1,-2-7-1-15,2 2 2 0,-3-6 1 16,1 10 2-16,2 3-5 16,-3 8 3-16,5 11-4 15,-2 12 3-15,3 10 0 16,-3 9 1-16,7 19-2 16,0 0 1-16,0 0 1 15,-8 35 0-15,11-1 0 16,2 9 0-16,2 13-2 15,4 6-4-15,1 7 3 0,2-1-5 16,1-1 4-16,1-4 0 16,-2-6 0-1,-5-9-1-15,1-15-1 16,-3-7 2-16,-2-10 0 0,-5-16 2 16,0 0 0-16,4-30-3 15,-4-8 2-15,-4-12-1 16,-1-11 5-16,-6-10 2 15,-1-5-4-15,2-3 1 16,-1 8-3-16,-1 7 5 16,2 13-5-16,-2 15 7 15,8 19-6-15,4 17 1 16,0 17 1-16,7 18 0 16,5 13 3-16,-1 11-6 15,8 14-80-15,-3 10-84 16,-6 3-14-16,2 11-14 15,-12-5-1-15,-5 5 36 0</inkml:trace>
  <inkml:trace contextRef="#ctx0" brushRef="#br2" timeOffset="-206338.1">3762 22993 300 0,'4'24'183'0,"-4"9"-56"16,7-4-29-16,-7 2-15 16,9 1-16-16,-6-8-20 15,4-3-16-15,-7-6-28 0,0-15 2 16,0 0-3-16,0 0 2 16,7-28-2-1,-11 8 0-15,-3-12 2 16,1 5-1-16,-3-10-2 0,-5 6-5 15,-2 2 3-15,1-1-4 16,-3 6 5-16,-1 7-2 16,4 5 2-16,-3 8 0 15,3 6 1-15,-1 5 0 16,-1 9 1-16,5 3-1 16,-6 8-1-16,6 10 0 15,-4 9-1-15,6 5 2 16,3 6-2-16,2 2-7 0,5 5 7 15,5 3-4-15,5-3 5 16,6-3-4-16,7-9 3 16,3-2-3-1,7-10 4-15,5-4 3 0,2-15-5 16,5-4 1-16,3-10-1 16,5-4 2-16,-1-8 1 15,0-3-3-15,-4-6 2 16,1-4 1-16,-4 6-3 15,-7-7-95-15,-5-1-73 16,0 6-2-16,-10-12-15 16,5 7 4-16,-8-11 66 15</inkml:trace>
  <inkml:trace contextRef="#ctx0" brushRef="#br2" timeOffset="-205989.85">4648 23252 508 0,'-7'35'185'0,"7"-35"2"16,0 0-123-16,-19 7-63 15,19-7-1-15,0 0 0 16,19-14 0-16,-2 2 2 15,6-7-2-15,8-4 1 16,9-4-1-16,8-3-1 16,5 1 1-16,0-6-2 15,6 2 1-15,-3 7-1 0,-11 6 1 16,0 6 0-16,-12 5 3 16,-10 2 1-16,-4 7 0 15,-19 0-38-15,0 0-101 16,15 24-39-16,-15-24-11 15,0 0-8-15,-19 0 0 16</inkml:trace>
  <inkml:trace contextRef="#ctx0" brushRef="#br2" timeOffset="-205228.31">5675 22688 356 0,'0'0'145'15,"-26"-28"-15"-15,26 28-16 16,-22-22-14-16,22 22-17 15,-16-21-26-15,16 21-31 16,0 0-28-16,-7-21 1 16,7 21-2-16,0 0-4 0,0 0-1 15,0 0 3 1,0 0 0-16,0 0-1 16,11 21 2-16,-3-2-1 15,3 5 1-15,8 6 4 0,0 10-33 16,3 1-94-16,8 4-52 15,-1 4-11-15,-3-13-2 16,4 4-3-16</inkml:trace>
  <inkml:trace contextRef="#ctx0" brushRef="#br2" timeOffset="-204850.04">6146 22685 423 0,'0'0'189'0,"0"-16"1"16,0 16-85-16,0 0-62 15,0 0-35-15,0 0-1 16,0 0-2-16,-7 28 0 15,7-1-1-15,7 11 1 16,0 7-4-16,5 13 0 16,-2 11-5-16,6 9-2 15,-1 5 7-15,-1-5-4 16,2 0 3-16,-2-6-5 16,-2-3 7-16,-2-10-6 15,3-15 4-15,-10-17-6 0,7-8-4 16,-10-19-82-16,0 0-57 15,23-29-23-15,-19-7-13 16,11-6 6-16,-8-15 6 16</inkml:trace>
  <inkml:trace contextRef="#ctx0" brushRef="#br2" timeOffset="-204353.69">6590 22866 469 0,'0'0'177'0,"0"0"-42"0,0 0-30 16,0 0-55-16,0 0-46 15,12 18-1-15,-12-18-1 16,14 20-1-16,-5-4 2 16,1 5-1-16,2 5 0 15,2 1-1-15,2 8 0 16,-2 3-1-16,1 2 4 15,1 0-2-15,1-4 0 16,2-3-4-16,4-4 4 16,-4-4-5-16,7-5 3 15,-3-11-2-15,3-7-2 16,0-2-1-16,3-11 4 16,-3 1-1-16,-3-14 1 0,-1-2 1 15,-2-5 2-15,-7-6-2 16,-4 1-2-16,-5-7 4 15,-4 1-5-15,-7-5 5 16,-9 6-5-16,-7-4 5 16,-3 5-4-16,-7 4 3 15,2 3 1-15,-5 3 1 16,1 11 2-16,-1 5 0 16,3 8 0-16,1 7 1 15,3 6-3-15,6-2 1 16,1-1-76-16,22-4-67 15,-19 24-33-15,19-24-10 16,0 0-6-16,0 0-4 0</inkml:trace>
  <inkml:trace contextRef="#ctx0" brushRef="#br2" timeOffset="-203669.2">7271 22299 315 0,'0'0'132'16,"0"0"-14"-16,0 0-10 16,0 0-17-16,-20-2-12 15,20 2-16-15,0 0-24 16,0 0-31-16,0 0 1 15,0 0-4-15,0 0 0 16,0 0 1-16,0 0 0 16,0 0-2-16,0 0 0 15,0 0-3-15,-6 15-2 16,6-15 2-16,0 0 1 16,0 0 1-16,0 0-2 0,0 0-3 15,0 0 3-15,0 0 2 16,0 0-2-16,0 0 0 15,0 0-1-15,0 0-3 16,0 0 4-16,0 0 1 16,0 0-1-16,0 0-3 15,0 0 2-15,0 0-2 16,0 0 2-16,0 0-1 16,0 0-3-16,0 0 1 15,0 0-1-15,0 0 3 16,0 0 0-16,0 0-1 15,0 0 2-15,0 0 2 16,0 0 0-16,0 0 5 0,0 0 0 16,0 0-4-16,0 0-76 15,0 0-73-15,-11 21-37 16,9-4-6-16,-8-1-7 16,6 13-1-16</inkml:trace>
  <inkml:trace contextRef="#ctx0" brushRef="#br2" timeOffset="-203321.95">7166 22271 523 0,'0'0'194'0,"0"0"-56"16,0 0-50-16,-3 38-40 15,3-2-38-15,3 13-2 0,-3 15-70 16,0 2-82-16,4 8-41 16,-1 7-11-16,-10-10-4 15,4 2-4-15</inkml:trace>
  <inkml:trace contextRef="#ctx0" brushRef="#br2" timeOffset="-202609.45">3960 24729 432 0,'-7'-16'171'0,"7"16"-21"16,-8-24-45-16,8 24-27 15,0 0-30-15,0 0-27 16,-18 3-3-16,22 23-18 15,3 6 0-15,5 13 0 0,-12-45 0 16,40 135 0-16,-14-52 0 16,3 5 0-16,3 0 0 15,-3-6 0 1,1 1 0-16,-30-83 0 0,41 119 0 16,-41-119 0-16,33 69 0 15,-33-69-1-15,0 0-118 16,0 0-50-16,0 0-11 15,0 0-10-15,0 0 16 16,16-81-11-16</inkml:trace>
  <inkml:trace contextRef="#ctx0" brushRef="#br2" timeOffset="-202206.16">3879 24978 486 0,'-26'-28'185'0,"26"28"-17"16,-9-20-57-16,6 1-38 15,3 19-73-15,22-21 0 16,-3-2 0-16,11 3 0 16,8 6 0-16,5-14 0 15,11 16 0-15,9-4 0 16,4 4 0-16,1 12 0 0,1-2 0 15,-1 13 0-15,-7 11 0 16,-2 11 0-16,-11 0 0 16,-48-33 0-1,72 100 0-15,-72-100 0 0,29 120 0 16,-29-40 0-16,-10-9 0 16,-9 1 0-16,-7 11 0 15,26-83 0-15,-75 142 0 16,33-73 0-16,42-69 0 15,-81 92 0-15,81-92-29 16,0 0-108-16,-78 75-55 16,78-75 8-16,0 0 2 15,0 0-7-15</inkml:trace>
  <inkml:trace contextRef="#ctx0" brushRef="#br2" timeOffset="-201925.96">5179 25027 658 0,'17'1'187'16,"-17"-1"-9"-16,26-12-178 0,-3 12 0 15,3-3 0-15,5-1 0 16,2-10 0-16,0 1-8 16,2 6-148-1,1-4-26-15,-10-1 0 0,6-7-22 16,-15-2 2-16</inkml:trace>
  <inkml:trace contextRef="#ctx0" brushRef="#br2" timeOffset="-201457.63">6078 24180 426 0,'-14'-22'216'0,"2"4"-15"0,12 18-80 16,-23-19-62-16,23 19-63 16,0 0-6-16,0 0-3 15,-3 24 0-15,10-1-5 16,5 6 0-16,0 3-5 15,9 7-38-15,-2 1-83 16,0-3-30-16,11 4-15 16,-8-15-1-16,4 7 25 15</inkml:trace>
  <inkml:trace contextRef="#ctx0" brushRef="#br2" timeOffset="-201044.34">6616 24308 443 0,'0'-15'172'15,"0"15"-34"-15,-10-19-29 16,10 19-31-16,0 0-53 16,0 0-19-16,-4 27-3 0,4 3 1 15,0 11 0-15,4 4-6 16,3 12 3-16,0 7 15 16,1 4-11-16,3 13 15 15,-3-3-19-15,3-14-1 16,-1-3 0-16,-1-1 0 15,1-9 0-15,-3-8 0 16,-7-43 0-16,0 0 0 16,23 74 0-16,-23-74-19 15,19 25-114-15,-19-25-39 16,19-18-8-16,-3-11-14 16,-2-13 10-16</inkml:trace>
  <inkml:trace contextRef="#ctx0" brushRef="#br2" timeOffset="-200427.9">7128 24538 547 0,'0'0'179'16,"0"0"-42"-16,0 0-64 15,0 0-72-15,0 0-4 16,0 16-1-16,0-16-2 16,4 29 6-16,1-11 9 0,2 4 12 15,0 8-9 1,3-1 6-16,-1-3-7 0,1 10 9 16,2-6-12-1,2-1-8-15,2 1 0 0,0-4 0 16,1-2 0-16,5 2 0 15,1-4 0-15,0-16 0 16,-1 4 0-16,-3 5 0 16,0-6 0-16,2-5 0 15,-5-11 0-15,-4-9 0 16,2-1 0-16,-14 17 0 16,19-33 0-16,-9-3 0 15,-4 1 0-15,1 4-10 0,-4-2-1 16,0-2-8-1,-3 4 11-15,0-5-11 16,0 5 15-16,-3-4-15 16,0 2 19-16,-6 4 1 0,-2-4 0 15,1 0 1-15,-9 2 0 16,0 0-2-16,-4 6 0 16,1-1 0-16,-4 7 4 15,-4 0-3-15,4 5 0 16,0 8-4-16,4 4 2 15,-1 5 1-15,7 2-4 16,-1 8 0-16,17-13-5 0,-23 31-93 16,23-14-47-1,7 0-30-15,-7-17 1 16,23 23-7-16,-4-21 55 16</inkml:trace>
  <inkml:trace contextRef="#ctx0" brushRef="#br2" timeOffset="-200041.62">7767 24000 564 0,'0'0'180'0,"0"0"-39"15,0 0-77-15,0 0-66 16,0 0-3-16,0 0 3 0,3 21-1 16,-3-4 3-16,6 2-3 15,1 9 3-15,0 5 1 16,1 14-3-16,6-1 2 16,-2 13-6-16,6 9 4 15,-3 4-3-15,4-4 15 16,-1 3 6-16,-3-11-4 15,1-1 7-15,-2-7-11 16,-2-5 12-16,-2-19-5 16,-3-8-12-16,2 1-3 15,-9-21-52-15,17 16-88 16,-17-16-30-16,13-21-9 16,-7-2-24-16,-2-13 15 0</inkml:trace>
  <inkml:trace contextRef="#ctx0" brushRef="#br2" timeOffset="-199650.35">8256 23796 324 0,'0'-19'178'0,"0"19"-38"16,-10-33-29-16,10 33-14 0,-12-21-23 15,12 21-35-15,0 0-36 16,-7-19-2-16,7 19-2 15,0 0 1-15,0 0-2 16,0 0-1-16,0 0-3 16,-12 17 2-16,12-17 3 15,0 32-1-15,5-8-1 16,-1 7-2-16,6 7-125 16,2 14-48-16,-12-5-17 15,14 10-3-15,-14-5-8 16</inkml:trace>
  <inkml:trace contextRef="#ctx0" brushRef="#br2" timeOffset="-198741.7">4472 25381 236 0,'0'0'181'16,"0"0"-30"-16,-71 64-47 16,71-64-2-16,0 0-12 15,0 0-23-15,0 0-16 16,7 85-25-16,-7-85-44 16,0 0 17-16,23 82-30 15,-23-82-87-15,0 0-47 16,0 0-24-16,0 0-6 15,0 0-6-15,0 0 112 16</inkml:trace>
  <inkml:trace contextRef="#ctx0" brushRef="#br2" timeOffset="-197138.56">1811 18575 627 0,'0'0'196'0,"-14"-7"-13"16,14 7-181-16,-26 2-2 15,26-2-3-15,-22 14-2 0,22-14 1 16,-30 33-3-16,11-6 1 16,0 13-2-16,-7 10 0 15,-3 16-2-15,-3 9 9 16,-4 8-2-16,3 5 4 15,-2 9-3-15,2 0 1 16,4 0 0-16,6-2 1 16,1-5 0-16,9-5-2 15,6 0 0-15,7-4-2 16,7-8 2-16,6-4 2 16,13-3-3-16,3-4 2 15,9-1 0-15,7 3 0 16,8-2 0-16,-1 4-1 0,7 6 2 15,-2 6-3-15,-2 9 5 16,-9 8-2-16,-10 12-1 16,-10 2 2-1,-14 11 0-15,-15 6-2 0,-13 2 1 16,-17 0-1-16,-9-1 0 16,-10-8-2-16,-12-8 4 15,-7-5-5-15,0-16 3 16,-4-11 1-16,-3-13 0 15,0-14 1-15,7-12-3 16,0-14 6-16,8-11-1 16,9-8 1-16,9-8 2 15,9-6-2-15,10-11 0 0,14 3-2 16,5-4 3-16,10-2-4 16,9 2-2-16,7 2-3 15,7 3 1-15,7 3 1 16,9 8-1-16,3 5 2 15,7 8-3-15,0 6 2 16,4 11 1-16,-1 4-1 16,3 7 3-16,-3 9-4 15,1 5 4-15,-1 7-2 16,-1 10 2-16,2 4-2 16,-4 5 3-16,-4 5 1 15,1 5-2-15,0 2 3 16,-4 9 0-16,0 5-6 0,-5 3 6 15,-2 0-3-15,-2 11 2 16,-1 7-3 0,-5 5 1-16,-4 1 0 15,0-3-3-15,-7 5 0 0,-4 8 2 16,3 4 13-16,-6-15-5 16,-5 1 8-16,3-1-9 15,-1 2 12-15,1-16-5 16,-1 7-14-16,5-26 0 15,-2 1 0-15,2-9 0 16,2-3 0-16,6-13 0 16,1-2 0-16,-1-2 0 15,-22-69 0-15,49 111 0 0,-49-111 0 16,49 104 0 0,-49-104 0-16,48 79 0 15,-48-79 0-15,47 71 0 16,-47-71 0-16,49 71 0 0,-49-71 0 15,0 0 0-15,79 80 0 16,-79-80 0-16,66 78 0 16,-66-78 0-16,80 73 0 15,-80-73 0-15,92 67 0 16,-92-67 0-16,103 57 0 16,-103-57-143-16,144-15-47 15,-144 15-25-15,146-115 6 16,-93 17-21-16</inkml:trace>
  <inkml:trace contextRef="#ctx0" brushRef="#br2" timeOffset="-161546.03">34443 13680 135 0,'0'0'83'16,"0"0"4"-16,0 0 9 15,0 0 4-15,0 0 2 16,0 0-12-16,0 0-9 16,0 0-13-16,0 0-11 15,0 0-15-15,0 0-15 16,0 0-16-16,0 0-8 15,0 0-3-15,0 0-3 16,0 0-1-16,0 0-2 16,0 0 1-16,0 0 0 15,0 0 0-15,0 0-1 0,0 0 2 16,0 0 2-16,0 0 1 16,0 0 0-16,0 0 0 15,0 0 0-15,0 0 1 16,0 0 0-16,0 0 0 15,0 0 0-15,0 0 0 16,0 0 0-16,0 0 1 16,0 0-1-16,0 0 0 15,0 0-1-15,0 16 0 16,0-16-1-16,0 0 1 16,0 22 0-16,0-22 0 15,4 19-1-15,-4-19 1 16,0 19 0-16,0-19 0 0,0 23 0 15,0-23 1-15,-4 29-1 16,4-13 2-16,-3 4-2 16,3 1 1-1,-4 2-2-15,4 3 2 0,-3 0 0 16,1 1 0-16,-1 3-2 16,-1 1 2-16,1 2-1 15,-1 0 2-15,-3 3 0 16,2-3 0-16,2 2-2 15,-4-3 0-15,0 0 1 16,2-1 0-16,-2-4-1 16,0 1 0-16,0-2 1 15,1 0-1-15,0 2 2 0,2 1-6 16,-3-3 6-16,-2 2-6 16,6 0 5-16,-4 1-5 15,0-1 4-15,-2 3-3 16,2-4 3-16,-3 3 1 15,-2 1-1-15,2 2 2 16,-3 0-1-16,-1 1 0 16,-1 1 0-16,-1-2 1 15,-1 5-3-15,1-3 4 16,1 1-3-16,-3 0 1 16,-1 2-1-16,0 1 2 15,0-1-3-15,2 3 3 16,-6-3-1-16,4 4 1 0,0-4-2 15,0 2 2-15,-4 1 3 16,2 1-1 0,2-2 2-16,-3 1-4 15,-1 1 2-15,1-1 0 0,-1 1 2 16,-3 1-2-16,3-1-4 16,1 1 2-16,-4 0-2 15,0 2 3-15,-4 4-2 16,1 1 1-16,-1 0-3 15,-1 2 3-15,-5 2-2 16,1-2 2-16,-2-1-3 16,-4 1 2-16,1 0 0 0,2-1-3 15,-4-3 4-15,-3 0-3 16,5-1 3 0,-5 0-3-16,3-2 4 15,-3 2-2-15,-4-2 0 0,2 0 1 16,-1-2 0-16,-1 0 0 15,1 4 0-15,-6 0 0 16,2 3 0-16,0-2 0 16,-4-1-1-16,1 2 3 15,-3 2-3-15,-1 0 1 16,2-5 3-16,-5 1-1 16,-3 2 0-16,-1 1-2 15,-1-2 3-15,-1 2-5 16,-3-1 4-16,0-1-3 15,-1 3-1-15,3 1 0 16,-7-4 0-16,3 0 2 16,0 1-1-16,-5-1 1 0,0 1-1 15,0-1 2-15,-4-1-3 16,-1 0 3-16,1-2-3 16,-1-2 3-16,-2 0-2 15,0-5 0-15,1 2 1 16,-1-2-4-16,2-3 4 15,-2 1-2-15,2-3 2 16,-6 4-3-16,2-8 2 16,2 6 1-16,-2-4-1 15,2 2 1-15,-5 0 0 16,2-2 1-16,1 2-2 16,0-1 2-16,-2 1-1 15,3 0 2-15,-3 2-2 0,-5 0 1 16,8-4-1-16,-6 2 0 15,1-1-1-15,-2 1 1 16,2-2-1-16,-1 2 0 16,2-5-1-16,0 2 1 15,1-5-1-15,-1 1 2 16,0-3-4-16,5-1 4 16,-2-3 1-16,2 1-2 15,1-5 2-15,3 2-4 16,-1-3 3-16,2 0-4 15,-1 0 6-15,-1-4-5 16,1 4 0-16,-6-2-1 16,5 2 2-16,-1-5-2 0,1 3 3 15,-3 0-4-15,2-2 4 16,-2 3-3-16,5-5 2 16,-1-1 0-1,-4 2 2-15,1-1-1 0,-1-2 0 16,2-1 0-16,1 0 0 15,1-3-1-15,1-1 1 16,-2-1-1-16,4 0-2 16,0 0 2-16,3-3 0 15,1-2 0-15,3 0 0 16,-8-2 1-16,3 0-2 16,1-5 2-16,-3 3 1 15,0-7-2-15,0 6 2 0,0-4-1 16,3-1-1-16,-5-4 4 15,6 1-5-15,-4 1 5 16,0-2-7-16,-4-2 7 16,2-1-7-16,-5 1 6 15,2-2-5-15,-2-1 0 16,0-2 1-16,1-5 0 16,-1 0 0-16,-1-6 0 15,4 1-1-15,-5-5-1 16,6-4 3-16,-6-4-2 15,-2-3 0-15,-1 2 0 16,5-4 3-16,-2 1-3 0,-1-1 3 16,1-1-1-1,2-2 1-15,5-1 4 0,-2 1-1 16,4 0 1 0,0-3-1-16,-2-3 0 15,2-1 1-15,0 0-1 0,0 0-1 16,0 0-4-16,3 2 2 15,4-2-2-15,0 0 2 16,3 1-2-16,0 1 2 16,2-4-4-16,2 0 3 15,0-1 2-15,-2-2-2 16,2-2 2-16,-4-2-1 16,6-1 0-16,-3-3 1 0,1 3 1 15,-2-2 0-15,2 1-3 16,1 3 2-1,3 2-2-15,1-2 2 16,-2 1 1-16,2 2-1 0,2 1 2 16,-2 2-3-16,3-1 2 15,-1-2-1-15,1-2 1 16,1 7-1-16,3-4-2 16,3 4 1-16,0-4-1 15,4 3 1-15,4 2-2 16,-4 3 3-16,8-3-3 15,-1 1-2-15,1 3 2 16,8 0-1-16,-2 1 2 16,1-1-2-16,8-4 1 15,-4 3-1-15,6-1 2 16,0 1 3-16,-3-4-4 16,4 0 3-16,0 0-3 0,0 1 2 15,-2 1-1-15,5 1 3 16,-3-1-2-16,5 1-3 15,2 4 5-15,0 0-6 16,2 2 6-16,-4 1-5 16,5 0 5-16,-1 3-6 15,-2 2 4-15,1 4-1 16,-1 2-1-16,-2 1 3 16,-2-1-3-16,3 3 2 15,0 4-1-15,-2-1 1 16,-3 3-1-16,3-1 1 15,1 1-2-15,2 1 2 16,-2 2 0-16,2 1 0 0,1 2-2 16,3 4 1-16,-3 3 0 15,3 2 2-15,1 4-2 16,7 15 0-16,-14-19 1 16,14 19-1-16,0 0 0 15,0 0 0-15,0 0-1 16,0 0 1-16,-12-18 1 15,12 18-2-15,0 0 1 16,0 0-1-16,0 0 1 16,0 0-2-16,0 0 1 15,0 0 1-15,-16 25-2 16,9-10 0-16,0 4 2 16,-5 7 0-16,-5 5 2 0,-3 9-1 15,-2 4 2-15,-4 6-3 16,0 0 2-16,-4 4-1 15,-1-3 1 1,5 1-2-16,-4-5 1 0,4-4-1 16,4-4 0-16,-1-8 0 15,6-5 1-15,5-9 0 16,12-17 1-16,-16 19 2 16,16-19 0-16,0 0 1 15,0 0 2-15,0 0-1 16,0 0-2-16,5-21 1 15,-5 21-2-15,11-31-1 16,-8 9 0-16,4-4-2 0,-2-6-1 16,2 0 2-1,0-3-2-15,2-1 2 16,-2-3-1-16,3 1 1 16,-1 2-1-16,1 1 1 0,1 4-1 15,1 2 0-15,2 1 0 16,-2 2 2-16,4 4-3 15,-2 3 3-15,1 0-2 16,-1 3 2-16,-14 16-1 16,26-24 0-16,-26 24 1 15,16-14-1-15,-16 14 0 16,19-5 0-16,-19 5-1 0,22-2 0 16,-22 2 1-16,30 10-1 15,-1 1-1-15,3 6 1 16,11 6 1-1,6 11 0-15,15 10 2 16,7 14 1-16,14 12 1 0,9 11-1 16,13 6 2-16,13 9-85 15,12 5-79-15,9-16-7 16,6-2-18-16,-6-31-4 16,8-4 66-16</inkml:trace>
  <inkml:trace contextRef="#ctx0" brushRef="#br2" timeOffset="-159963.34">24763 18553 622 0,'0'0'190'16,"-20"-4"-73"-16,20 4-100 15,0 0-16-15,0 0-1 16,0 0-3-16,0 0 1 16,0 0 2-16,0 0-3 15,23 24 3-15,-14-5-2 16,8 9 2-16,-1 5 0 0,6 3-1 15,1 4 0-15,-4 5-1 16,3 2 2 0,-1-2-2-16,-2-3 5 15,-3-4-4-15,0-6 2 0,1-4 2 16,-5-2-1-16,-12-26 1 16,19 24 0-16,-19-24-1 15,21 6-1-15,-21-6 1 16,19-21-2-16,-7 0-2 15,-1-7-1-15,4-5 2 16,-4-6-2-16,4-10 4 16,-1-1-3-16,-2-2 1 15,2 2 0-15,2 1 2 16,-6 10-1-16,3 2 2 16,-3 11-2-16,-1 7 1 15,-9 19-1-15,10-15 2 16,-10 15 0-16,16 17 0 0,-6 2-1 15,6 5 0-15,6 6 1 16,1 4-2-16,10 4 1 16,0 0-2-16,1-1 3 15,3-6-3-15,-6-3 2 16,2-6-2-16,-3-6 2 16,-8-6-1-16,1-6 1 15,-8-4 1-15,-15 0-2 16,21-19 1-16,-16-2 0 15,-5-7 1-15,-1-5-1 16,-6-8 1-16,-4-3-2 16,-1-4 1-16,-2-1-3 15,2 4 2-15,-2 4-2 0,2 5 2 16,2 3 0-16,3 8 0 16,2 3 1-16,-2 3 1 15,3 2 4-15,4-1-5 16,4 1 1-16,-4 17-115 15,26-24-46-15,-7 8-7 16,10 9-6-16,1-8-3 16,15 9-5-16</inkml:trace>
  <inkml:trace contextRef="#ctx0" brushRef="#br2" timeOffset="-159486">25877 18546 547 0,'-9'29'181'15,"-1"-10"-39"-15,10-19-76 0,0 19-60 16,0-19-9-16,29 0-2 16,-3-10 3-16,7-4-2 15,2-3 0-15,2-2 2 16,1 0 1-16,-2 0 0 15,-5 5-10-15,-8 2-28 16,-2 8-5-16,-21 4 2 16,0 0 2-16,0 16 5 15,0-16 34-15,-33 33 5 0,7-14 9 16,3 5 31-16,-6-2 4 16,6 4 0-1,-3-5-2-15,7 5-5 16,2-3-36-16,8-3-3 0,6-2-3 15,3-18-1-15,6 22 0 16,-6-22-4-16,27 12 2 16,-5-12 0-16,4-3 0 15,4 1 1-15,1-5 1 16,2 0 1-16,0-3 0 16,-5-2 1-16,1-4-1 15,-3-1-14-15,0-4-87 0,-7-3-35 16,0-7-23-16,2 1-4 15,-2-11-5-15,7 3-6 16</inkml:trace>
  <inkml:trace contextRef="#ctx0" brushRef="#br2" timeOffset="-159224.81">26582 17999 556 0,'0'-16'170'16,"0"16"-40"-16,0 0-33 15,0 0-51-15,-4 31-44 16,4-1-4-16,4 8 3 16,-1 10-5-16,2 9-2 0,2 11 2 15,4 5 0-15,1 5 1 16,4 1 2 0,4-1 1-16,-4-5-2 15,3-11 2-15,4-8 2 0,-4-4-68 16,-5-19-48-16,-2-12-36 15,-12-19-19-15,17 2-3 16,-8-19-1-16,-13-20 40 16</inkml:trace>
  <inkml:trace contextRef="#ctx0" brushRef="#br2" timeOffset="-156560.92">3091 22238 43 0,'10'22'32'0,"-10"-22"6"16,10 19 1-16,-10-19 7 15,0 0-1-15,23 21 6 16,-23-21-1-16,16 12 7 16,-16-12-10-16,29 9-3 15,-13-4-5-15,6-3-1 16,4 1-2-16,4-4-8 16,3-1-2-16,5-3-8 15,4 1 10-15,-2-8 12 16,5 4 2-16,-4-8-6 15,8 7 2-15,-12-5-4 0,4 4-1 16,-8-2-7-16,-2 3-8 16,-5 4-16-1,-8 3-1-15,-18 2 0 16,22-1-2-16,-22 1 0 0,0 0-4 16,0 0 5-16,-17 8-6 15,-2-4 2-15,-4 3-3 16,-8-2 4-16,-5 2-2 15,-3-4 5-15,-7 4 1 16,0-3-1-16,5 4 2 16,-1-6-1-16,2 0 3 15,9 1-3-15,5-1-1 16,3-2 1-16,9 0-1 0,14 0-1 16,-15 0 1-16,15 0 1 15,0 0-3-15,0 0 5 16,0 0-1-1,22 9-1-15,-6-4-2 0,7-3 0 16,6-6-46-16,13 8-70 16,1-4-37-16,6-7-22 15,8 0 3-15,-5-4-6 16,11-3 70-16</inkml:trace>
  <inkml:trace contextRef="#ctx0" brushRef="#br2" timeOffset="-155153.92">5863 21926 285 0,'-23'-3'158'16,"-12"-9"-1"-16,3 5-77 16,5 3-14-16,-2-3-20 15,3 4-19-15,-2-2-13 16,2 7-4-16,0-2 4 16,0 3 5-16,0-3-2 15,3 3-17-15,1 1 10 16,-1 1-2-16,2 0-4 15,6 2-2-15,15-7 0 16,-26 11-2-16,26-11-2 16,-16 7-6-16,16-7-7 15,0 0 0-15,0 0 0 16,0 0 4-16,0 0-2 0,26 15-1 16,-10-11 3-16,6-1 8 15,4 2 7-15,1 0 2 16,5-1 0-16,3 1 4 15,2-1 8-15,4 1 1 16,-3-4 0-16,2 6-1 16,-1-3 0-16,1-1-1 15,-6 1-1-15,-1 1-5 16,-3-3-9-16,-4-1 0 16,-4 3-1-16,-6-4 0 15,-16 0-1-15,19 2 2 16,-19-2 0-16,0 0-1 0,0 0 1 15,-16-11-2-15,1 4 2 16,-8 2-2-16,-6-4-1 16,-4 1-1-16,-9-1-2 15,-3 4 0-15,0 2-1 16,-2 1-1-16,-2 4 0 16,1-1 2-16,3 6 0 15,-4 0 1-15,7 3-1 16,1 1 3-16,4-1 0 15,4-1 1-15,6-2 1 16,2 0 0-16,10-2 2 16,15-5 1-16,-20 2 0 15,20-2-1-15,0 0 2 0,30-9-2 16,-7 6 0-16,3-4-2 16,5-2 0-16,9 0 0 15,1 1 0-15,5-3 0 16,-3-1 0-16,2-2 1 15,4 2 0-15,-8 2 0 16,4-1-2-16,-5 3-1 16,-5-1 0-16,-5 2 1 15,-4 2-1-15,-7 5-2 16,-19 0 0-16,22 0-1 16,-22 0 0-16,0 0-1 15,0 0 2-15,-29 17-1 16,6-8 0-16,-8-2 2 0,-5-2-2 15,-3 4 3 1,-8-1 1-16,-1 1-1 16,-1 0 1-16,1-1 0 15,-1 1 0-15,0 1 0 0,1-1 1 16,6-2-1-16,4-2 0 16,9 0 4-16,2-5 5 15,8 2-3-15,19-2 0 16,-17-5 0-16,17 5 0 15,0 0 0-15,26-21-2 16,-3 11-2-16,3-2-5 16,7-4 1-16,8-1 2 15,3-1-2-15,4 1 1 16,4 0-1-16,-1-2 3 0,1 3 1 16,0 4-2-1,-4 2 2-15,1 3 0 16,-9 3 0-16,-5-1-1 0,-6 5-3 15,-6 2-1-15,-23-2-2 16,22 7-1-16,-22-7-1 16,0 0 0-16,-7 19 0 15,7-19 1-15,-34 22-61 16,15-6-56-16,-11-2-35 16,-3-7-11-16,-5 0-4 15,-5-16-3-15</inkml:trace>
  <inkml:trace contextRef="#ctx0" brushRef="#br2" timeOffset="-148105.91">25880 19304 459 0,'46'10'200'15,"-7"-15"-1"-15,14-5-98 16,14-4-95-16,15-2-6 15,8-3 9-15,14-2-7 16,6-3-1-16,6 0-1 16,-2 0-1-16,-1 1 0 15,-5-1 0-15,-11 7 1 16,-7-2 0-16,-15 5-2 16,-16 5 2-16,-10 1 6 15,-18 4 1-15,-14 2 3 16,-17 2 0-16,0 0-3 0,-40 19 2 15,-1-7-7-15,-11 6-2 16,-16-1 0-16,-3 2 0 16,-14 2 0-16,-2 1 0 15,-2-1 0-15,6 0 0 16,1-4 0-16,11-1 0 16,7-2 0-16,9-4 0 15,16-1 0-15,10-6 0 16,11-1-9-16,18-2-3 0,0 0-2 15,7-19-1 1,16 7 0-16,10-6 3 16,9 3 2-16,3-4 8 15,14-2 3-15,5 0-2 0,7-1 1 16,4-2-1-16,-1 3 2 16,-2 0-2-16,-6 2 1 15,-6 2-1-15,-11 5 0 16,-13 3 6-16,-10 2 8 15,-10 7-1-15,-16 0 1 16,0 0 1-16,-29 0-1 16,-6 9 1-16,-14-1-6 15,-10 6-8-15,-9 0 0 16,-10 3 0-16,-8 4 0 16,-6 3 0-16,1 2 0 15,5-1 0-15,4-5 0 16,14 1 0-16,13-5 0 0,13-6-3 15,9-1-10-15,17-6 0 16,16-3 1-16,0 0 0 16,23-5 1-16,5-2 0 15,15-2-1-15,6 1 6 16,8-4 8-16,6-1-2 16,4 1 2-16,4 0-3 15,-3-2 1-15,-2 4-2 16,-5 0 2-16,-13 3 0 15,-8 2 1-15,-5 3 7 16,-18 0 6-16,-17 2 0 16,0 0 0-16,0 0 0 15,-10 23-2-15,-23-8 1 0,-9-1-11 16,-3 5-2-16,-10 0 0 16,-10 0 0-16,0 0 0 15,-7-3 0-15,12-2-83 16,-3-13-60-16,6-11-27 15,13-7-7-15,3-18 0 16,18-10-5-16</inkml:trace>
  <inkml:trace contextRef="#ctx0" brushRef="#br2" timeOffset="-146874.04">26445 17936 238 0,'0'0'152'15,"0"0"-8"-15,0 0-13 16,0 0-7-16,3-15-13 16,-3 15-20-16,0 0-59 15,0 0-32-15,-7 21 0 16,7-21 0-16,-3 27 0 15,-3-9 0-15,6 4 0 16,-3-1-1-16,-1 1 0 16,1 3 2-16,-4-6-1 0,7-2-2 15,0-17 1-15,-5 24-3 16,5-24 1-16,0 0-2 16,3 16 0-16,-3-16 0 15,0 0 1-15,0 0 3 16,0 0 0-16,16-19 1 15,-16 19-1-15,12-26 2 16,-5 8 1-16,-3-4-1 16,2-2 1-16,0-6-5 15,1 1 3-15,0 3-2 16,-4 2 3-16,2 1-1 16,-1 6-1-16,-4 17 0 15,7-19 1-15,-7 19-1 0,0 0 1 16,0 0 1-16,0 0-2 15,3 29 2-15,1-4 1 16,4 6 1-16,-1 7-1 16,7 7 3-16,-2 8-4 15,4 8-1-15,1 1-1 16,2 1-2-16,4-3 0 16,-4 3-1-16,7-6 2 15,0-4-2-15,0-1 2 16,0-5 1-16,0-2 0 15,-3-3 3-15,-1-4-2 16,1-4 0-16,-9-4 0 16,1-6 0-16,-4-3 1 0,-3-6 2 15,-8-15 2-15,7 18 4 16,-7-18 0-16,0 0 1 16,0 0-8-16,0 0-2 15,-22 5 0-15,22-5 0 16,-26-5 0-16,7 1 0 15,1 1 0-15,-4-3 0 16,-4 3 0-16,3 3 0 16,1 0 0-16,3 0 0 15,-4 3 0-15,4-1 0 16,2 0 0-16,17-2 0 16,-28 7 0-16,28-7 0 15,-18 5 0-15,18-5 0 0,0 0 0 16,0 0-7-16,0 0-4 15,0 0-2-15,0 0 2 16,19-7-1-16,-1 4 2 16,1-1 4-16,3 1 5 15,5-2 3-15,6-6 0 16,5 1-1-16,-2-8-4 16,-1-4-63-16,5-1-45 15,-2-4-31-15,-9-4-24 16,1 3-2-16,-11-3-4 15,-3 8 44-15</inkml:trace>
  <inkml:trace contextRef="#ctx0" brushRef="#br2" timeOffset="-132128.56">32463 11753 1 0,'291'108'73'16,"-37"4"-12"-16,-29 11-85 16,-27 16-5-1,-35 11-8-15,-20 18-7 0,-49 3 44 16,-27 20 0-16,-48-13 0 15</inkml:trace>
  <inkml:trace contextRef="#ctx0" brushRef="#br2" timeOffset="-130996.75">19645 13438 99 0,'0'0'58'0,"-12"17"-14"0,12-17 10 16,-14 26-6-16,2-2 1 15,2 11-13-15,-6 10-10 16,0 10-19-16,-3 13 0 16,-1 10 0-16,-7 3-4 15,5 2 1-15,-4-3 1 16,3-6 16-16,1-6 36 15,-4-17 0-15,10-6 3 16,0-17-1-16,6-4 1 16,10-24-1-16,-10 18 2 15,10-18-15-15,0 0-33 16,0 0-2-16,7-25-3 16,-7 25 1-16,10-25-1 0,-10 25-60 15,19-37-74-15,-12 4-46 16,5-1-9-16,-8-18 0 15,8-5-2-15</inkml:trace>
  <inkml:trace contextRef="#ctx0" brushRef="#br2" timeOffset="-128357.88">20451 9680 324 0,'0'0'129'0,"0"0"-2"0,19-6-14 16,14 3-12 0,5-9-24-16,14 3-26 15,12-8-47-15,14 0-4 0,9-9 1 16,9-2-1-16,3-3 1 16,5-2-1-16,0 0 1 15,0 0-1-15,-10 4 1 16,-13 3-1-16,-13 5-3 15,-12 5-3-15,-22 9 0 16,-15 4 0-16,-19 3 0 16,-22 19-1-16,-16 0 0 15,-21 7 1-15,-16 3 1 16,-12 6 5-16,-13 3-1 16,-8 0 1-16,-5 2 1 15,0-2-1-15,9-2 3 16,10-4-1-16,20-8 2 0,15-3 1 15,10-13 5-15,27-2-2 16,22-6-2-16,7-26 1 16,31-2-1-16,17-7 0 15,16-3-1-15,14-5-3 16,9-2-2-16,7 0 0 16,5 3 1-16,-2 3-2 15,-3 4 2-15,-8 5-1 16,-11 6 1-16,-14 3-2 15,-9 6-2-15,-18 4-4 16,-11 8-1-16,-30 3 2 16,0 0-1-16,-14 29-1 15,-21-6 0-15,-13 5 1 0,-15 1 1 16,-8 2 6-16,-11 6-1 16,-11-1 1-16,-1 0-1 15,-7-1 1-15,1 0-2 16,6-1 3-16,12-1 1 15,6-5-3-15,17-6 3 16,14-3 1-16,15-8 4 16,15-3-1-16,15-8 2 15,19-1-3-15,14-6-1 16,15-5 3-16,10-7-3 16,9-1-1-16,8-4-4 15,10-2 2-15,2-1-3 16,1-6 3-16,-1 2-1 0,-2 1 0 15,-7 4-1-15,-7 0 1 16,-10 5 0-16,-12 4-5 16,-13 5 0-1,-13 5-1-15,-23 7-1 0,-16 0 3 16,-20 9-1-16,-16 5-1 16,-16 5 0-16,-10 3 4 15,-16 6 2-15,-10 3 1 16,0 9 1-16,-2 1-3 15,2-1 1-15,6-2-1 16,13-3 2-16,14-6-2 16,14-8 9-16,21-7-3 15,20-11 2-15,16-3-1 0,22-17 0 16,24-2 1-16,13-9-1 16,17-3 1-16,9-2-8 15,9-1 2-15,3-3-1 16,7-1 0-16,0 2 1 15,-7 3-1-15,-6 5 1 16,-17 6 0-16,-9 4-7 16,-22 6-1-16,-12 7-1 15,-31 5 0-15,0 0 0 16,-26 23 1-16,-19-3-2 16,-12 5 2-16,-18 2 4 15,-6 6 3-15,-17 5 1 16,-6 2-1-16,0 2 1 15,2-3-1-15,4-2 2 0,10-4-3 16,13-7 4-16,20-7 3 16,17-11 1-1,15-4-1-15,23-4 1 0,3-21 1 16,20 2-3-16,15-10 4 16,11-9-2-16,10-4-8 15,9 0-57-15,-6-8-46 16,6 2-42-16,-1 1-30 15,-11-7-3-15,0 15-2 16,-22-6 91-16</inkml:trace>
  <inkml:trace contextRef="#ctx0" brushRef="#br2" timeOffset="-66537.39">12244 19775 388 0,'-6'-26'214'16,"6"26"-39"-16,0 0-43 15,0 0-35-15,0 0-80 16,0 0-17-16,-3 45 0 16,8-2 0-16,6 11 0 15,-4 10 0-15,5 3 0 16,-2 13 0-16,2-2 0 0,-1-7 0 15,-4-7 0-15,-2-12 0 16,2-11 0-16,-4-10 0 16,-3-10 0-16,0-21 0 15,0 0 0 1,0 0-6-16,-3-29 5 0,-1-9-3 16,-4-12 5-16,-3-13-5 15,-4-15 5-15,4-8 0 16,-1-6 1-16,5 0 0 15,0 7-3-15,4 6 1 16,6 6-4-16,4 13 5 16,0 9-4-16,9 12 4 15,-1 9 2-15,11 11-1 0,4 10 3 16,3 9-1-16,2 9-4 16,4 7 0-16,-4 8 0 15,-2 9 0 1,-7 7 0-16,-10 5 0 0,-16 1 0 15,-9 3 0-15,-12-1 0 16,-5 2 0-16,-12-6 0 16,0-6 0-16,1-11 0 15,8-1-112-15,6-12-37 16,23-14-23-16,-15 14-12 16,15-14-3-16,34-3-2 15</inkml:trace>
  <inkml:trace contextRef="#ctx0" brushRef="#br2" timeOffset="-66101.08">13009 19860 568 0,'19'-26'186'0,"-5"-7"-42"16,5 5-40-16,-7-12-83 15,2 9-21-15,-7-4 0 16,2 6 0-16,-6 1 0 15,-3 8 0-15,0 20 0 16,-19-20 0-16,0 24 0 16,-3 6 0-16,-4 8 0 15,-4 2 0-15,1 8 0 0,3 2 0 16,0 1 0-16,10 0 0 16,9 3 0-1,7 1 0-15,10 0 0 16,9-1 0-16,11 4 0 0,1 0 0 15,9 1 0-15,-5 0 0 16,1 3 0-16,-6-2 0 16,-11-2 0-16,-10 3 0 15,-9-1 0-15,-13 0 0 16,-16-2 0-16,-13-3 0 16,-10-8 0-16,-9-2 0 15,-8-10 0-15,5-13-3 16,5 0-88-16,1-16-45 15,15-9-42-15,15-3 7 16,11-8-4-16,20-3 0 16</inkml:trace>
  <inkml:trace contextRef="#ctx0" brushRef="#br2" timeOffset="-65406.59">13521 19280 601 0,'19'-44'181'0,"-5"5"-1"15,-10 6-119-15,8 12-61 16,-12 21 0-16,14-19 0 16,-14 19 0-16,5 21 0 15,2 6 0-15,3 15 0 16,6 13 0-16,7 21 0 16,3 18 0-16,0 20 0 15,7 21 0-15,-6 16 0 16,6 13 0-16,-3 9 0 15,-4 11 0-15,0 3 0 16,0 1 0-16,0 1 0 16,0-5 0-16,5 6 0 0,-1 2 0 15,-1 2 0-15,1 7 0 16,-1 10 0-16,-1 0 0 16,-2 6 0-16,0 6 0 15,-3 2 0-15,-2 0 0 16,1-4 0-16,1-1 0 15,-1-15 0-15,1-3 0 16,-1-6 0-16,-3-16 0 16,4 0 0-16,-6-26 0 15,-1-2 0-15,-4-24 0 16,2-3 0-16,-5-11 0 16,5-17 0-16,-7-10 0 15,-7-87 0-15,12 128 0 0,-12-128 0 16,7 100 0-16,-7-100 0 15,0 71 0-15,0-71 0 16,0 0 0 0,-4 88 0-16,4-88 0 0,0 0 0 15,-10 71 0-15,10-71 0 16,0 0-129-16,-28-88-70 16,7 0 20-16,2-30-9 15,-3-41-13-15</inkml:trace>
  <inkml:trace contextRef="#ctx0" brushRef="#br2" timeOffset="-64630.04">15321 19214 591 0,'-3'-28'177'0,"3"28"-12"15,3-19-89-15,-3 19-73 16,0 0 4-16,0 0-3 16,23 7-4-16,-16 16 0 0,8 13 0 15,-2 7 0-15,4 7 0 16,-1 6 0-16,3 3 0 16,-2-6 0-16,-5-2 0 15,-1-10 0-15,-6-8 0 16,-2-11 0-16,-3-22 0 15,4 19 0-15,-4-19 0 16,-9-22 0-16,-1-2 0 16,-1-11 0-16,-4-12-6 15,-1-6 0-15,-1-6 3 16,5 0 0-16,1 0 4 16,2 7-2-16,6 4 1 15,3 10-1-15,3 10 7 0,6 9-6 16,8 10 1-16,6 9 3 15,8 9 0-15,9 8 0 16,5 8-4-16,4 2 0 16,6 4 0-16,-1 6 0 15,2-4 0-15,-8 1 0 16,-8-6 0-16,-5-6 0 16,-5-6-1-16,-8 0 0 15,-6-8-6-15,-16-8 6 16,17-1-1-16,-17 1 2 15,0-39 3-15,-7 8-2 16,-3-5 3-16,-2-11-5 0,1-5 5 16,-1-3-4-16,-2 3 1 15,2 2-3-15,2 6-2 16,6 12-1-16,2 4 0 16,4 12-82-16,-2 16-63 15,17-19-24-15,3 23-7 16,6-6-2-16,8 7 0 15</inkml:trace>
  <inkml:trace contextRef="#ctx0" brushRef="#br2" timeOffset="-64209.74">16559 18890 605 0,'0'0'184'16,"10"-15"-40"-16,-10 15-58 15,-15-14-82-15,15 14-4 16,-21-9 0-16,5 9 0 16,1 4 0-16,-3 4 0 15,3 3 0-15,-4 8 0 16,1 0 0-16,-1 7 0 16,7 0 0-16,2 5 0 15,6-4 0-15,4 1 0 16,11-2 0-16,4-3 0 15,4-4 0-15,11 0-8 16,3-2 3-16,5 0 1 0,-2-1 4 16,6 0 4-16,-5 1 1 15,-6 0 3-15,-5 4-8 16,-9-4 0 0,-5 4 0-16,-15 3 0 0,-6 4 0 15,-13 1 0-15,-11-1 0 16,-9 1 0-16,-7-4-12 15,2 2-110-15,-3-2-50 16,-2-12-10-16,9 3-5 16,1-11-14-16,16 4 55 15</inkml:trace>
  <inkml:trace contextRef="#ctx0" brushRef="#br2" timeOffset="-63230.04">14417 20701 591 0,'-10'-17'186'0,"10"17"-51"15,-7-20-63-15,7 20-75 16,0 0 3-16,0 0 4 16,7 28 3-16,-1 3-1 15,10 13 3-15,0 6-3 16,1 9 1-16,2 5-4 15,4 0-3-15,-4-5 0 16,-5-4 0-16,1-13-5 16,-4-11-2-16,1-9-7 15,-12-22 4-15,26 9-2 16,-26-9 2-16,26-31 4 0,-12 0 0 16,-2-9 5-16,4-12 0 15,-6-5 5-15,2-4-4 16,-1 2 1-16,-4 6-3 15,1 8 2 1,-4 5-2-16,3 14 3 0,-7 26 1 16,0 0 2-16,22-4 0 15,-6 25 3-15,1 7-1 16,2 3-1-16,7 7-1 16,4 0-2-16,-4-2-3 15,2-3-1-15,-2-5-1 16,-9-7-2-16,2-7-1 15,-19-14 3-15,23 3 1 0,-23-3-1 16,10-31 1-16,-8 3 3 16,-2-10-2-16,-2-10 2 15,2-1-1-15,-3-4 2 16,3 2-2-16,0 6 0 16,0 4-1-16,8 6-1 15,3 9 0-15,4 11-73 16,-1 3-58-16,5 3-33 15,0 5-6-15,1 4-3 16,0 7 1-16</inkml:trace>
  <inkml:trace contextRef="#ctx0" brushRef="#br2" timeOffset="-62685.66">15198 20675 378 0,'4'22'143'0,"-4"-22"-23"16,19 14-24-1,-4-5-17-15,3-7-18 0,1 6-17 16,-4-3-27-16,1 4-22 16,1 1-6-16,-17-10-4 15,12 28 0-15,-12-12 0 16,-5 5 1-16,-5-1 5 16,-4 3 11-16,2-2 5 15,-4-2 4-15,9-4 3 16,7-15-1-16,0 0 0 15,0 0-2-15,0 0-4 0,33-31-11 16,-5 0-2 0,8-9 3-16,3-3 2 15,1-7 2-15,1 1 0 16,1 1 1-16,-6 6-2 0,-1 6 4 16,-12 10 2-16,-6 8 5 15,-17 18-1-15,19 2-1 16,-12 14 0-16,-7 8-2 15,4 7 0-15,-3 4-3 16,10 1-4-16,3 2-7 16,5-7 2-16,3-3-3 15,8-7 1-15,-3-6 2 16,3-9 1-16,-4-6 1 16,0-11 0-16,-7-6 3 15,-1-6 0-15,-13-6 2 16,-2-7-1-16,-8-4 3 15,-5 0-3-15,-6-2 6 0,-1 6 4 16,-9 3-1-16,0 2-95 16,-2 9-79-16,10 6-4 15,-1-3-11-15,16 3-1 16,3-8-7-16</inkml:trace>
  <inkml:trace contextRef="#ctx0" brushRef="#br2" timeOffset="-61874.08">16965 20493 613 0,'16'-9'186'0,"-16"9"-12"16,26-3-168-16,-7 15 3 16,-2 7-1-16,2 5 3 15,-3 8-3-15,0 0 0 16,-2 1-8-16,-4-3 0 16,-1-6-2-16,-2-8-9 15,-7-16-1-15,0 0 1 16,22 3-1-16,-15-20 3 15,-2-2 1-15,6-7 2 16,-4-4 5-16,1 4 2 16,-1-1 1-16,0 6-2 15,-3 2 2-15,-4 19 0 0,0 0 1 16,22-11 1-16,-22 11 2 16,26 23-2-16,-26-23-1 15,32 29 2-15,-15-15-3 16,2-2-2-16,-3-3-4 15,-16-9-1-15,26 10 2 16,-26-10-1-16,19-7 2 16,-19 7-1-16,17-26 2 15,-8 7-1-15,-2-5 3 16,3-2 0-16,-1 0-2 16,1-3 2-16,6 3-3 15,1 3 2-15,2 3-2 16,4-1-7-16,3 12-38 0,-4-5-13 15,11 13-7 1,-10-8 1-16,8 12 1 16,-10-4 0-16,2 8 0 15,-4-2 11-15,0 2 48 0,-4 1 17 16,3-4 6-16,-3 3-1 16,5-4-3-16,-1 2-34 15,1-3-38-15,0 5-24 16,-5-5-26-16,8 8-14 15,-23-10 7-15</inkml:trace>
  <inkml:trace contextRef="#ctx0" brushRef="#br2" timeOffset="-61676.94">17788 20602 433 0,'-19'14'164'15,"19"-14"-22"-15,-14 17-30 16,14-17-38-16,24-3-53 0,4-6-31 15,2-6-1-15,9-1-63 16,0-6-53-16,2-10-42 16,3 1 1-16,-10-10-6 15,3 1 10-15</inkml:trace>
  <inkml:trace contextRef="#ctx0" brushRef="#br2" timeOffset="-61481.8">18277 20138 564 0,'0'0'177'15,"0"31"-17"-15,-3-6-82 0,3 13-80 16,3 8 5-16,-3 8-6 16,4 10 2-16,-1 5-2 15,1 4 0-15,-4-4-88 16,7-5-74-16,-2 0-17 15,-5-17-3-15,7-7-3 16,-7-40 30-16</inkml:trace>
  <inkml:trace contextRef="#ctx0" brushRef="#br2" timeOffset="-60734.27">18949 18556 546 0,'4'-21'188'16,"-4"21"2"-16,22 0-121 15,-22 0-59-15,30 44 1 16,-15 1-2-16,4 19-9 15,-5 21 0-15,5 15 0 16,-6 21 0-16,4 19 0 16,-1 23 0-16,-4 17 0 15,2 17 0-15,-4 9 0 16,-1 12 0-16,1 13 0 16,2 4 0-16,-5 2-2 15,4 4-4-15,-3 1-4 0,3 0 8 16,1 1-6-16,-2 3 0 15,6-7-2 1,0-1 8-16,4 0-6 16,-1-5 7-16,4-3-5 0,3-10 2 15,4-7-2-15,-4-17 7 16,0-8-3-16,0-21-2 16,-4-8 18-16,4-24-10 15,-3-10 6-15,-4-16-5 16,4-12 13-16,-1-14-10 15,-3 0 10-15,4-11-17 16,-23-72-1-16,36 125 0 16,-36-125 0-16,26 87 0 0,-26-87 0 15,0 0 0 1,19 74 0-16,-19-74 0 16,0 0 0-16,0 0 0 15,0 0 0-15,0 0-21 0,-19-76-152 16,-7 14-24-16,7-15-14 15,-21-23-4-15,5-26 10 16</inkml:trace>
  <inkml:trace contextRef="#ctx0" brushRef="#br2" timeOffset="-60041.78">19692 18947 545 0,'0'0'214'0,"0"0"-2"15,0 0-160-15,0 0-52 16,0 0 0-16,-26 26 0 16,16 4 0-16,-1 3 0 15,3 8 0-15,1 6 0 16,3 5 0-16,8-2-3 15,6 2-3-15,2-5-2 16,7-4 1-16,7-8-3 0,4-9 1 16,-1-9-2-16,6-12 6 15,2-8-2-15,-1-11 3 16,-1-7 5-16,-6-8 0 16,1-8 3-16,-11-8 1 15,-4-7 3-15,-11-5-2 16,-8 0 5-16,-8 0-1 15,-7 3-1-15,-7 9-1 16,-3 4-1-16,-11 11-7 16,-2 13 0-16,0 12 0 15,1 6-62-15,8 10-86 16,3 3-28-16,8-4-1 16,22-10-4-16,-7 17-2 0</inkml:trace>
  <inkml:trace contextRef="#ctx0" brushRef="#br2" timeOffset="-59781.59">20369 18807 557 0,'7'16'182'0,"-2"3"-1"15,-6 7-90-15,2 14-87 16,-1 10-3-16,0 12 2 15,0 11-6-15,-5 5-1 16,5 5-1-16,-10-2 0 0,6-5-1 16,-8-8-27-16,9-8-53 15,-8-16-31 1,8-17-23-16,3-27-15 16,0 0-11-16,26-10 2 0,-4-23 30 15</inkml:trace>
  <inkml:trace contextRef="#ctx0" brushRef="#br2" timeOffset="-59384.32">20624 19174 551 0,'25'-41'155'16,"-6"11"-24"-16,-7 11-42 15,-12 19-37-15,0 0-47 16,14 36-2-16,-14 1-3 16,3 11 2-16,-1 6-7 0,5 6-2 15,3 1 3 1,-1-2 0-16,-2-5 0 15,0-8-3-15,0-9 6 16,2-11 1-16,-9-26 2 0,3 15-1 16,-3-15 0-16,0-34 2 15,-3 2 1-15,-1-11 1 16,-1-9 0-16,1-5-4 16,4-2 1-16,0 4 2 15,4 3-1-15,1 7 0 16,2 7-1-16,0 14 3 15,-7 24-3-15,22-18 3 16,-22 18 0-16,27 19-3 16,-19 0-3-16,-1 6 1 15,-3 4-5-15,-11 4 1 16,-5 8-4-16,-15-2-33 16,-9 4-82-16,-13 0-45 0,-15-5-5 15,-3-1-2-15,-12-13-2 16,5 2 42-16</inkml:trace>
  <inkml:trace contextRef="#ctx0" brushRef="#br2" timeOffset="-58410.43">10940 21750 609 0,'40'12'203'16,"-10"-17"-22"-16,15 1-179 15,19-3-2-15,17 0-5 0,20-5 1 16,15 2 2-16,18-6-1 16,14 2-1-16,15 1 1 15,9-5 1-15,19 1 1 16,6 0-2-16,8 1 2 16,9 1 0-16,10-3 1 15,8 1 0-15,3 0-2 16,1-1 4-16,7 1-3 15,0 0 1-15,0 1-1 16,0 1-4-16,3 1 4 16,-3 2-1-16,4 1 2 15,-1 3-2-15,1 1 1 16,-1 0-1-16,1 1 1 0,-4-2 5 16,0-4-7-16,-2-4 4 15,-1 1-1 1,-13-4-2-16,2-4 3 15,-5-1-2-15,-10-2 4 0,-3 2-4 16,-9-1 5-16,-3 3-3 16,-6-2 4-16,-2 1-1 15,-7 1 0-15,-2 1 1 16,-3-2-4-16,-5-1 0 16,-3 2 0-16,-7 1 0 15,-6 2-1-15,-13 1 1 16,-4 1 0-16,-13 3 0 15,-10 0 1-15,-15 6 0 16,-11 1 0-16,-14 2-1 16,-14-2-3-16,-8 7 1 15,-18-4 7-15,-9-3-101 16,-20-8-59-16,-18-13-4 0,-20-13-8 16,-23-25-7-16,-16-21-5 15</inkml:trace>
  <inkml:trace contextRef="#ctx0" brushRef="#br2" timeOffset="-56367.98">13094 21864 447 0,'0'0'194'0,"5"-16"-18"15,-5 16-72-15,0 0-93 16,-15 25-2-16,11 9 0 16,4 13-2-16,0 15-2 15,-3 9 3-15,3 12-10 16,0 4 1-16,0 1-4 16,0-8 4-16,0-13-5 15,0-8 0-15,0-21-4 16,3-10 0-16,-3-28 1 0,0 0 1 15,0-31-2 1,4-12 2-16,-4-13 5 16,3-10 0-16,-6-8 10 0,-1-9-5 15,1 2 3-15,-1 6-5 16,3 6 7-16,-3 12-5 16,1 12 0-16,-1 12-2 15,1 10-1-15,3 23 0 16,0 0 0-16,0 0 2 15,0 0-3-15,26 37-1 16,-7-6 1-16,7 7 0 16,3 5 4-16,10 9 0 15,1 2-6-15,-2-2 5 16,2 0-4-16,-9-6 8 16,-2-4-9-16,-2-7-24 15,-12-11-77-15,-1-9-41 0,-14-15-20 16,0 0-9-16,0 0 2 15,-23-22 66-15</inkml:trace>
  <inkml:trace contextRef="#ctx0" brushRef="#br2" timeOffset="-56168.84">13013 22330 516 0,'0'0'159'0,"-7"24"-45"16,7-24-47-16,22 7-46 15,4-7-27-15,11-5 2 16,8-2 1-16,4-9 2 16,6 4 0-16,2-4-92 0,2 3-61 15,2 13-13-15,-17 0-11 16,-6 17-7-16,-16-2 101 16</inkml:trace>
  <inkml:trace contextRef="#ctx0" brushRef="#br2" timeOffset="-55590.43">13316 22885 434 0,'-12'45'185'16,"-3"-10"-3"-16,4 1-102 16,8 4-83-16,6 9 1 0,1 1 5 15,-1 0 0-15,6 2-8 16,-6-7 10-16,4-5-8 15,-3-7 5-15,-1-9-6 16,-3-24 9-16,0 0-2 16,0 0-7-16,-10-35 16 15,3-3-15-15,2-10 9 16,-2-9-5-16,0-2 5 16,0-5-9-16,5 0-2 15,4-2 7-15,5 5-10 16,7 9 7-16,1 6-3 15,1 11 0-15,1 6 2 16,2 13 1-16,-19 16 3 0,26-2-2 16,-22 21 4-16,-4 9-3 15,-7 8 3 1,-3 4-1-16,-3 7-1 16,-6-4-2-16,2 2-2 0,-2-7-1 15,3-5-1-15,9-10 1 16,4-4 2-16,3-19-2 15,26 26 1-15,-4-19-2 16,11 1 2-16,6 1 0 16,0 0-1-16,0 8 2 15,-3-5 6-15,-8 7-2 16,-2-7 5-16,-12 7-6 16,-7 4 7-16,-14 1 0 0,-7 2 3 15,-12-7-5 1,-5 9-14-16,-6-1 2 15,-4 3-95-15,-1 1-45 16,5 9-30-16,-1-7-6 0,9 8-6 16,-1-5 70-16</inkml:trace>
  <inkml:trace contextRef="#ctx0" brushRef="#br2" timeOffset="-55190.14">13417 23981 549 0,'0'0'192'0,"0"-21"-33"16,-5 2-156-16,1 2-2 16,4 17-1-16,-6-26-2 0,6 26 0 15,-13-19 0-15,13 19 1 16,-17-4 0-16,17 4 0 15,-23 28 1-15,8-11 0 16,1 6-1-16,-2 6 0 16,6 4 2-16,-2 4-2 15,5-4 0-15,7-2-1 16,3 3 1-16,4-8-2 16,9 0 0-16,3-7 2 15,3-1-2-15,8-6 1 16,0 0 1-16,6-2 0 15,-1-10 2-15,1 2 0 16,-1 1 2-16,-6 6-40 0,-3 0-84 16,-3 1-40-16,-4 13-8 15,-15-6 0-15,-4 11-7 16</inkml:trace>
  <inkml:trace contextRef="#ctx0" brushRef="#br2" timeOffset="-54621.74">13492 24635 465 0,'0'0'171'0,"-16"23"6"15,16-23-93-15,-10 21-85 16,10 5 12-16,3 1 4 16,1 4-4-16,3 13 5 0,1 11-8 15,3-1 6-15,-11-54-4 16,22 116 8-16,-22-116-10 15,19 102-1-15,-19-102-8 16,14 71-11-16,-14-71-40 16,0 0-33-16,9 17-9 15,-9-43-20-15,0-3-8 16,-5-9 0-16,-2 0 14 16,-4-18 31-16,-1 4 68 15,-2-14 51-15,-5 13 38 16,4 6 12-16,-4 2 8 15,5-7-4-15,-2 12-1 0,9 11-26 16,0 1-21-16,7 11-23 16,0 17-23-16,14-19-2 15,-14 19 1-15,33 9 2 16,-10 3-2-16,8 1 3 16,2 5-3-16,8 8 2 15,-1 7 14-15,6-2 3 16,-8 10-4-16,-2 1 5 15,-5 8-2-15,-5 2 2 16,-26-52-5-16,18 119-3 16,-18-119-13-16,-37 120 0 15,37-120 0-15,-93 102 0 16,93-102 0-16,-143 83 0 0,65-53 0 16,-3-8 0-16,13-8-77 15,68-14-71 1,-120 17-17-16,120-17-8 15,-71-47-20-15,61 8-4 0</inkml:trace>
  <inkml:trace contextRef="#ctx0" brushRef="#br2" timeOffset="-48098.1">19743 20140 202 0,'-23'14'116'0,"23"-14"1"16,-16 26 6-16,16-26-23 15,-12 21-9-15,12-21-16 0,0 19-10 16,0-19-15-16,16 7-14 15,-1-11-25 1,8-1-13-16,13-2 6 16,6-3-5-16,3-4 1 15,7-2-2-15,4 1 3 0,-4 1-2 16,-3 2 2-16,-8-1-3 16,-8 7 3-16,-10 0-3 15,-8 8 1-15,-15-2 1 16,7 19-2-16,-14 0 3 15,-8 11-4-15,-8 6-2 16,-3 5 1-16,-3 6-1 16,-10 5 3-16,0 0-6 0,-7 0 6 15,8 2-5-15,2-9 5 16,3-6 1-16,2 0-1 16,8-8 1-1,9-7 2-15,5-7 4 0,9-17-3 16,0 16-1-16,0-16 0 15,16-4 1-15,-16 4 0 16,33-15-3-16,-5 4 2 16,5 1-2-16,7-2 0 15,5 2 1-15,3-1 1 16,4 1-2-16,6-2 2 16,-3 3 3-16,-3 0-2 15,-6 2-3-15,-8 2 1 0,-9-3-39 16,1 4-53-1,-15-1-34-15,-15 5-36 16,0 0-13-16,-15-19-12 16,-1 12 12-16</inkml:trace>
  <inkml:trace contextRef="#ctx0" brushRef="#br2" timeOffset="-47829.9">19775 20448 540 0,'20'16'180'15,"-20"-16"-26"-15,36 3-77 0,-10-6-67 16,9-4-19-16,13-2-3 15,4-8-86-15,11 1-57 16,8-1-18-16,-3-4-6 16,3 11-1-16,-12-4 26 15</inkml:trace>
  <inkml:trace contextRef="#ctx0" brushRef="#br2" timeOffset="-47114.4">19954 21494 465 0,'-14'-28'220'15,"2"0"-45"-15,-3-6-67 16,15 13-53-16,-14-7-55 15,14 28 0-15,-7-15 0 16,7 15 0-16,-9 15 0 0,-1 8 0 16,6 13-13-16,-4 7-14 15,4 18-4 1,-3-1 0-16,7 8 19 16,0-1 10-16,7-3 1 0,5-8 5 15,6-9 1-15,1-13-1 16,7-13 0-16,3-14 1 15,2-14 2-15,6-14-1 16,-6-8-1-16,2-9-3 16,-3-11-1-16,-4-3 0 15,-4-7 3-15,-3 2-5 16,-12 4 1-16,-3 6-3 16,-11 7-1-16,-12 9-3 0,-4 12 1 15,-10 5-69 1,4 19-56-16,-13 11-40 15,-3 5-22-15,3 17-7 16,-10 3 38-16</inkml:trace>
  <inkml:trace contextRef="#ctx0" brushRef="#br2" timeOffset="-46621.05">19883 22376 491 0,'19'0'182'0,"-19"0"-44"16,0 0-136-16,-22 2-88 15,22 21-17-15,-11-1 7 16,11 18 4-16,-12 1 36 16,9 11 50-16,3 7 64 15,-4-5 16-15,15 3 6 16,-3-8 1-16,15-3 0 16,-2-16-3-16,10-6-22 15,2-17-25-15,5-5-24 16,-2-15-2-16,3-9 0 15,-3-9 2-15,-1-9-2 16,-2-7 0-16,-7-3-3 0,-11-5 2 16,-1 1-1-16,-10 2 0 15,-8 7-8-15,-10 7 1 16,-12 9-1-16,-5 13 0 16,-12 9-56-16,5 21-60 15,-14 10-38-15,-1 16-32 16,5 17-3-16,-9 4-8 15,13 15 191-15</inkml:trace>
  <inkml:trace contextRef="#ctx0" brushRef="#br2" timeOffset="-46141.71">19958 23425 549 0,'0'0'209'16,"-11"19"-30"-16,4 0-112 15,-1 4-79-15,-6 3 0 16,2 9 4-16,-2 6 2 15,5 4 0-15,2 5 1 16,4-1 9-16,6 3-1 0,11-7-4 16,5-11 2-16,7-6-8 15,5-5 2-15,6-15 1 16,1-4 3 0,2-15 4-16,5-10-3 0,-7-8 6 15,-1 1-4-15,-3-10 4 16,-4-5-4-16,-11 3 1 15,-5-7-4-15,-7 4 1 16,-14 0-2-16,-7 7 0 16,-14-3-3-16,-5 10-1 15,-8 8 3-15,-3 6 0 16,-4 3-60-16,6 12-57 0,-3 8-34 16,8 4-30-16,11 20-9 15,-1-5-8 1,16 16 172-16</inkml:trace>
  <inkml:trace contextRef="#ctx0" brushRef="#br2" timeOffset="-45449.22">20138 24772 618 0,'0'0'196'15,"23"-22"5"-15,-9-15-193 16,-2 6-8-16,2-9 0 0,-2 4-9 16,2-4-8-16,-6 5 6 15,3 4 9-15,-1 2 3 16,-4 12-1-16,-3 1-1 15,-3 16 0-15,0 0-4 16,0 0 3-16,0 0-5 16,7 33 1-16,0-2 2 15,-2 0 1-15,2 4 9 16,0 5 7-16,9 8-4 16,-6-6 2-16,2 4-2 15,-1-2 6-15,-4-5-11 16,1 0-4-16,-1 2 0 15,-3 1 0-15,-4-18 0 0,3 10 0 16,-3-4 0-16,0-2 0 16,0-9 0-16,0-19 0 15,0 0 0-15,0 0 0 16,-17 88 0-16,17-88 0 16,0 0 0-16,0 0 0 15,0 0 0-15,-68 54 0 16,68-54 0-16,0 0 0 15,0 0 0-15,-75 7 0 16,75-7 0-16,0 0 0 16,0 0 0-16,0 0 0 15,0 0 0-15,0 0 0 16,0 0 0-16,0 0 0 0,0 0 0 16,0 0 0-16,11-26 0 15,27 1 0-15,11 13 0 16,10-3 0-16,8-6 0 15,8-2 0-15,7 15-13 16,-3-18-159-16,-4 3-27 16,-6 2-9-16,-34-13-1 15,-16-3 4-15</inkml:trace>
  <inkml:trace contextRef="#ctx0" brushRef="#br2" timeOffset="-40161.46">31425 20457 473 0,'0'0'223'16,"-4"-30"-5"-16,4 4-109 16,14 0-109-16,-2-10 0 15,11 3 0-15,6-3 0 16,8 3 0-16,1 3 0 15,7 5 0-15,4 5 0 16,-4 12 0-16,3 11 0 16,-1 6 0-16,-9 17 0 15,-8 9 0-15,-7 10 0 16,-11 8 0-16,-9 8 0 16,-11 3 0-16,-13 3 0 15,-5 1 0-15,-6-2 0 0,-4-6 0 16,-2-1 0-16,-2-5 0 15,2-9 0-15,5-9 0 16,7-7 0-16,7-8 0 16,19-21 0-16,-16 18 0 15,16-18 0-15,16-9 0 16,6-3 0-16,4-2 0 16,11 0 0-16,1-1 0 15,7 2 0-15,7 1 0 16,0 2 0-16,0 1 0 15,0 8 0-15,-3-1 0 16,-4 4 0-16,-10 1 0 16,-6-1 0-16,-6 1 0 0,-9 2-36 15,-14-5-58-15,0 0-61 16,8-17-18-16,-13 0-2 16,2-1-2-16,-4-11-1 15</inkml:trace>
  <inkml:trace contextRef="#ctx0" brushRef="#br2" timeOffset="-39626.08">32249 20040 514 0,'-3'-51'175'15,"-8"1"2"-15,-4-2-54 0,1 9-89 16,-12 1-34-16,-2 4 0 15,-12 4 0 1,-5 4 0-16,-11 6 0 16,-1 7 0-16,-9 8 0 0,-8 9 0 15,-5 9 0-15,0 10 0 16,-3 9 0-16,-3 11 0 16,2 10 0-16,1 10 0 15,7 10 0-15,4 7 0 16,7 7 0-16,8 9 0 15,11 8-5-15,12 8-1 16,14 8 2-16,9 0 1 0,17 0 1 16,12-2 2-1,14-3-2-15,8-6-2 0,12-11 4 16,9-13-4-16,9-15 4 16,9-16-5-16,9-14 4 15,4-15-3-15,8-17 8 16,7-18 4-16,1-14-1 15,7-14 5-15,-1-13-4 16,-2-7-7-16,-6-13-1 16,-3-6 0-16,-17-9 0 15,-9-4 0-15,-17-2 0 16,-16-1 0-16,-15-2 0 16,-27 4 0-16,-22 5 0 0,-26 3-109 15,-26 6-70-15,-26 15-16 16,-44-7-1-1,-36 13 2-15</inkml:trace>
  <inkml:trace contextRef="#ctx0" brushRef="#br2" timeOffset="-32120.6">31312 21961 346 0,'0'0'170'0,"0"0"-9"16,0 0-19-16,0 0-14 16,-7-17-52-16,7 17-76 15,0 0 0-15,0 0 0 0,0 0 0 16,0 20 0-16,-4 6 0 16,1 6 0-16,3 14 0 15,-5 10 0-15,-2 9 0 16,0 10 0-16,-4 3 0 15,3-6 0-15,-3-4 0 16,-1-7-3-16,5-13 0 16,0-12 4-16,2-10 1 15,5-26-1-15,-3 19-2 16,3-19-2-16,3-17 1 16,-1-4 0-16,1-10 1 15,1-7-2-15,-1-7-1 16,-3-7 6-16,4-8-2 0,-1-3 5 15,1 3-5-15,1-1 5 16,2 4-3-16,0 5 2 16,-4 7-4-16,6 9 0 15,-6 8 0-15,1 9 0 16,-4 19 0-16,7-24 0 16,-7 24 0-16,0 0 0 15,0 0 0-15,0 0 0 16,0 0 0-16,8 17 0 15,3-1 0-15,5 6 0 16,1 8 0-16,2 6 0 16,7 9 0-16,-3 5 0 15,3 2 0-15,-7 2 0 0,0 1 0 16,-2-3 0-16,-5-2 0 16,-1-8 0-16,-3 1-65 15,-11-14-76 1,3-3-41-16,-2-5-3 0,2-21-3 15,-21 11-1-15</inkml:trace>
  <inkml:trace contextRef="#ctx0" brushRef="#br2" timeOffset="-31857.42">30883 22491 639 0,'0'0'179'0,"0"0"-3"0,33 0-175 16,5-12-3-16,7-4-1 16,18-5-1-16,8-8 6 15,11-1-11-15,-3-6-99 16,10 0-60-16,-2 4-10 15,-9 1-3-15,-10 14 0 16,-16 0 19-16</inkml:trace>
  <inkml:trace contextRef="#ctx0" brushRef="#br2" timeOffset="-30897.74">31227 22975 735 0,'0'0'219'0,"0"0"-150"16,0 0-69-16,-16 0 0 15,23 23 0-15,-7 6 0 16,5 16 0-16,-1 4-13 16,3 8-3-16,-4 3 10 15,1-2 8-15,-4-3-5 0,0-7 4 16,0-8-5-16,0-16 2 15,0-6-1-15,0-18-6 16,0 0 2-16,0 0 1 16,-7-35 8-16,3 2-11 15,-3-12 11-15,4-7-5 16,1-8 5-16,-1-3-1 16,6-1 3-16,6 2-4 15,5 1-4-15,5 6 6 16,7 8-7-16,3 11 4 15,6 10 0-15,-2 9 5 16,2 12 2-16,-6 8 1 16,-3 13 2-16,-10 6 0 0,-6 11 3 15,-10 3-2-15,-7 6-1 16,-12 1-2-16,-3-1-4 16,-4-1-4-16,0-4 2 15,0-1-1-15,3-15-2 16,4-1-7-16,19-20-1 15,-16 21-1-15,16-21 3 16,0 0 0-16,16-8-1 16,0-5 0-16,4 5 1 15,3-4 7-15,5 5-1 16,1-7 1-16,4 9-1 16,5 5 2-16,2 5 2 15,2 9 2-15,-6 7 5 0,-8 1 4 16,-2 9-6-16,-12 0 6 15,-9 7-7-15,-17-10 6 16,-14 10-9 0,-12-5 4-16,-11-2-11 0,-10-1 2 15,-5-4 5-15,2 1-56 16,-10-9-55-16,12 1-50 16,8-4-22-16,0-13-25 15,22 3 1-15,1-8 97 16</inkml:trace>
  <inkml:trace contextRef="#ctx0" brushRef="#br2" timeOffset="-30469.43">31390 23957 653 0,'0'0'214'16,"19"-28"-58"-16,-12 9-156 16,-10-2 0-16,-1-1 0 15,-6 3 0-15,10 19 0 16,-30-21 0-16,11 23 0 16,-4 6 0-16,-3 4 0 0,0 16 0 15,-3 2 0 1,1 6 0-16,-1-1 0 15,10 8 0-15,1 0 0 16,9-1 0-16,9-4 0 0,9-7 0 16,14-2 0-16,6-6 0 15,8-9 0-15,11-4 0 16,1-8 0-16,8-4 0 16,2-8 0-16,0-4 0 15,-5-3 0-15,-5-1 0 16,-9 6 0-16,-6 10-85 15,-16-3-69-15,-18 5-25 16,5 19-20-16,-28 0-1 16,-3 18-5-16</inkml:trace>
  <inkml:trace contextRef="#ctx0" brushRef="#br2" timeOffset="-30195.23">31260 24672 649 0,'3'27'209'0,"-3"-11"-44"15,0-16-165-15,4 48 0 16,4-6 0-16,-1 10 0 16,0 0 0-16,-7-52 0 15,16 133 0-15,-9-64 0 16,-4 4 0-16,-3-73 0 15,9 118 0-15,-9-118 0 16,10 78 0-16,-10-78-137 0,0 0-43 16,0 0-5-16,0 0 12 15,-3-71-1-15</inkml:trace>
  <inkml:trace contextRef="#ctx0" brushRef="#br2" timeOffset="-29862">31268 24755 536 0,'-19'-14'182'16,"19"14"-10"-16,0 0-51 15,-8-21-109-15,8 21-12 16,0 0 0-16,27-2 0 16,-2 6 0-16,6 5 0 0,5 11 0 15,10 15 0-15,2-2 0 16,4 8 0-16,0 4 0 15,-7-1 0-15,-6 4 0 16,-39-48 0-16,45 106 0 16,-45-106 0-16,-9 121 0 15,9-121 0-15,-71 118 0 16,71-118 0-16,-134 110 0 16,51-66 0-16,-9-22 0 15,2-3 0-15,-4-22-89 16,9-13-76-16,5-10 1 15,80 26-18-15,-115-114 0 16,81 45-12-16</inkml:trace>
  <inkml:trace contextRef="#ctx0" brushRef="#br2" timeOffset="-29085.45">31876 22459 327 0,'0'0'156'16,"-14"-15"-16"-16,14 15-7 15,0 0-14-15,-19-17-19 16,19 17-52-16,0 0-48 16,0 0 0-16,0 0 0 15,0 0 0-15,0 0 0 16,0 0 0-16,0 0 0 15,0 0 0-15,0 0 0 0,14-18 0 16,-14 18 0-16,28-15 0 16,-6 6 0-16,4 0 0 15,7-3 0-15,4 0 0 16,4 0 0-16,5-4 0 16,-1 4 0-16,-5 0 0 15,-2 0 0-15,-5 2 0 16,-7 5 0-16,-7-1 0 15,-19 6-65-15,0 0-79 16,7 21-39-16,-14 3-16 16,-16 1-3-16,6 13-6 15</inkml:trace>
  <inkml:trace contextRef="#ctx0" brushRef="#br2" timeOffset="-28734.2">31899 23072 401 0,'-20'23'206'0,"20"-23"-11"16,0 0-84-16,0 0-57 16,0 0-28-16,32-4-20 15,1-1-28-15,5-7-2 16,14 0 9-16,4-2 10 16,6-2 5-16,2 4-4 15,0 0 1-15,-8 0-59 16,5 3-72-16,-13 9-40 15,-15-3-14-15,-3 15-6 16,-30-12 21-16</inkml:trace>
  <inkml:trace contextRef="#ctx0" brushRef="#br2" timeOffset="-28320.9">31933 23952 653 0,'-12'20'211'0,"12"-20"-64"15,0 0-135-15,0 0-12 16,0 0 0-16,0 0 0 16,23-13 0-1,-4 7 0-15,10-2 0 0,8 1 0 16,4 0 0-16,11-5 0 16,9 3 0-16,2-1 0 15,4 4-5-15,1 5 3 16,0 2 1-16,-6-4 0 15,-6 5 1-15,-11 6 1 16,-3 3-76-16,-13-1-66 16,-13 1-31-16,-6 9-20 15,-13 1-7-15,-8 21 0 0</inkml:trace>
  <inkml:trace contextRef="#ctx0" brushRef="#br2" timeOffset="-28000.68">32034 25274 612 0,'0'0'201'16,"0"0"2"-16,0 0-196 16,104-21-7-16,-55-3 0 15,13-5 0-15,6 8 0 0,7-17 0 16,-4 17 0-16,0-12 0 16,0 12-50-16,-12-5-120 15,-10-5-22-15,-11-3 0 16,-19-15-3-16,-5-5-19 15</inkml:trace>
  <inkml:trace contextRef="#ctx0" brushRef="#br2" timeOffset="-27230.13">32836 21902 577 0,'5'-24'185'16,"-1"1"-50"-16,-4 23-67 16,0-31-38-16,0 31-13 15,-7-17-6-15,7 17-11 16,-16-2 0-16,16 2 0 16,-23 23 0-16,11-4 0 15,-2 5 0-15,-1 9 0 0,4 7 0 16,-1 6 0-16,5 3 0 15,0-4 0 1,7 5 0-16,4-10 0 16,10 0-4-16,-2-7-17 15,10-6 6-15,1-9-5 0,6-5 6 16,1-4-1-16,5-9 8 16,-2-5 7-16,0-9-5 15,-2-3 8-15,-2-4-4 16,-3-2 8-16,-6-4-1 15,-3-4 8-15,-8-4-4 16,-2-1 3-16,-11-9 3 16,1 0-1-16,-10-6 1 0,0 3-14 15,-10-1-2-15,4 6 0 16,-7 3 0-16,0 8 0 16,0 9 0-1,-4 7 0-15,3 15-2 0,-3 1-91 16,4 14-44-16,0 5-35 15,3 5-16-15,9 7-2 16,-1-7-11-16</inkml:trace>
  <inkml:trace contextRef="#ctx0" brushRef="#br2" timeOffset="-26720.77">33431 21667 533 0,'0'0'211'0,"0"0"-6"16,0 0-131-16,0 0-74 15,0 0 0-15,0 0 0 16,0 0 0-16,0 0 0 15,-8 27 0-15,1-2 0 16,0 6 0-16,0 9 0 16,-2 5 0-16,6 3 0 15,3 2 0-15,0-1-4 16,7-4 0-16,5-5 0 16,2-9 1-16,5-9 0 15,3-6 1-15,1-6 7 0,6-8 0 16,-3-4 1-16,6-6-2 15,1-10-4-15,3-1 0 16,-1-5 0-16,1-5 0 16,-1-8 0-16,-6-4 0 15,-2-4 0-15,-8-2 0 16,-6 0 0-16,-9 0 0 16,-8 2 0-16,-9 4 0 15,-6 6 0-15,-8 8 0 16,-6 6-4-16,-5 5-100 15,5 9-54-15,-5 14-23 16,-4 5-8-16,9 11-3 16,-8 6-2-16</inkml:trace>
  <inkml:trace contextRef="#ctx0" brushRef="#br2" timeOffset="-25962.23">32885 22719 272 0,'0'0'220'15,"0"0"-30"1,0 0-52-16,0 0-35 16,0 0-24-16,0 21-58 0,0-21-21 15,-18 17 0-15,9-1 0 16,-1 8 0-16,-6 7 0 15,3 7 0-15,0 4 0 16,0 3 0-16,7 3 0 16,-1 1 0-16,7 1 0 15,0-5 0-15,9-3 0 16,5-11 0-16,5-5 0 16,4-6 0-16,6-9 0 15,4-13-1-15,2-15 2 16,1-6-1-16,-1-10 0 15,-2-3 0-15,0-7 0 16,-11-13 0-16,-6-1 0 0,-2 2 0 16,-14 1 0-16,-3 2 0 15,-11 0 0-15,-5 2 0 16,-7 10 0-16,-7 6 0 16,1 11-2-16,-4 6-6 15,-2 12 4-15,5 1-1 16,3 16 0-16,-1 6-16 15,14 13-65-15,-3-2-42 16,10 4-32-16,10 3-18 16,4-10-3-16,6 6-4 15</inkml:trace>
  <inkml:trace contextRef="#ctx0" brushRef="#br2" timeOffset="-25653.01">33393 22485 555 0,'16'-24'204'0,"-16"24"-19"15,0 0-106-15,10-19-79 16,-10 19 0-16,0 0 0 15,4 17 0-15,-4 3 0 16,0 7 0-16,0 10 0 0,3 9-8 16,-1 13-5-16,1 2 11 15,4 3-1-15,0-4-48 16,5 6-82-16,-1-2-44 16,-8-3-9-16,6-2-13 15,-9-16-4-15</inkml:trace>
  <inkml:trace contextRef="#ctx0" brushRef="#br2" timeOffset="-25166.67">33036 23642 448 0,'0'0'228'0,"0"0"-41"16,-9-16-57-16,9 16-100 15,0 0-30-15,0 0 0 16,-14 30 0 0,9-4 0-16,-2 0 0 0,3 6 0 15,1 10 0-15,-1 8 0 16,4 4 0-16,0-4 0 15,0-2 0-15,4-4 0 16,-1 3 0-16,1-8 0 16,-1-6 0-16,-3-12 0 15,9 0-66-15,-9-21-98 16,7 19-24-16,-7-19-5 0,10-26 0 16,-1 10-7-16</inkml:trace>
  <inkml:trace contextRef="#ctx0" brushRef="#br2" timeOffset="-24858.44">33400 23647 514 0,'16'-19'193'15,"-16"19"-6"-15,7-16-65 0,-7 16-115 16,0 0-7 0,0 0 0-16,15 14 0 15,-11 3 0-15,-1 6 0 16,-3 10 0-16,4 7 0 0,-1 1 0 16,2 8 0-16,-1 6 0 15,3 7-11-15,-11-3-123 16,11 4-44-16,-3 4-30 15,-8-6 0-15,4 3-6 16,-10 3 145-16</inkml:trace>
  <inkml:trace contextRef="#ctx0" brushRef="#br2" timeOffset="-24517.2">32956 24793 834 0,'0'0'189'0,"0"0"-189"16,0 0 0-16,3 31 0 15,2-3 0-15,2-6 0 16,0 20 0-16,2-9 0 16,-9-33 0-16,17 102 0 15,-17-102 0-15,12 104 0 16,-12-104 0-16,11 83 0 0,-11-83-122 16,0 0-72-16,0 0-9 15,29 36-2-15,-29-36-10 16</inkml:trace>
  <inkml:trace contextRef="#ctx0" brushRef="#br2" timeOffset="-24077.89">33438 24757 643 0,'0'0'173'16,"14"-20"2"-16,-14 20-143 15,2 18-32-15,-2-18 0 0,3 27 0 16,1-4 0-16,-4 5 0 16,0 3 0-16,3 3 0 15,4 5 0-15,-3-12 0 16,4 16 0-16,-8-43 0 16,33 70 0-16,-33-70 0 15,42 46 0-15,-42-46 0 16,0 0 0-16,94 44 0 15,-58-43 0-15,2-2 0 16,2-10 0-16,2-11 0 16,-4 8 0-16,-1-15 0 15,-4-8 0-15,-11-3 0 0,-6-15 0 16,-9-4 0 0,-11 6 0-16,-10 16 0 0,-5-10 0 15,-10 13 0-15,-6 6 0 16,-10 13 0-1,-4 16 0-15,-3 6 0 0,-10 7-25 16,10 7-131-16,-9-2-8 16,2 5-10-16,2-1-3 15,8-1-13-15</inkml:trace>
  <inkml:trace contextRef="#ctx0" brushRef="#br2" timeOffset="-15564.84">33633 23358 156 0,'0'0'69'16,"0"0"-15"-16,0 0-8 15,0 0-6-15,0 0-12 16,0 0-28-16,0 0-32 16,0 0-35-16,0 0-25 15,0 0-27-15,0 0 37 0,0 0 82 16</inkml:trace>
  <inkml:trace contextRef="#ctx0" brushRef="#br2" timeOffset="-14987.25">31321 24563 117 0,'0'0'84'0,"0"0"-79"0,0 0-80 16,0 0-21-16,13-9 62 15,-6-14 34 1</inkml:trace>
  <inkml:trace contextRef="#ctx0" brushRef="#br2" timeOffset="-14352.78">33756 24151 145 0,'0'0'106'16,"0"0"-30"-16,0 0-22 15,0 0-8-15,0 0 9 16,0 0 7-16,0 0 16 15,0 0-4-15,0 0-10 16,-16 3-8-16,16-3-1 16,0 0-7-16,0 0-10 15,0 0-15-15,0 0-18 16,0 0-5-16,0 0 1 16,0 0 0-16,0 0 0 15,0 0-3-15,0 0-15 0,0 0-69 16,0 0-43-16,0 0-25 15,0 0-6-15,-10-22-5 16,10 22-8-16</inkml:trace>
  <inkml:trace contextRef="#ctx0" brushRef="#br2" timeOffset="-13834.41">31192 25541 272 0,'0'0'156'16,"35"81"-4"-16,-35-81-39 15,0 0-50-15,0 0-34 16,0 0-18-16,0 0-38 15,0 0-45-15,0 0-35 16,0 0-36-16,0 0-20 0,0 0-7 16,52-71 57-16</inkml:trace>
  <inkml:trace contextRef="#ctx0" brushRef="#br2" timeOffset="-12965.8">33730 25385 234 0,'0'0'162'16,"0"0"-43"-16,0 0 12 15,0 0-21-15,0 0-10 16,0 0 1-16,0 0-35 16,0 0-66-16,0 0 0 0,0 0 0 15,0 0 0-15,0 0 0 16,0 0 0-16,0 0 0 15,0 0 0-15,0 0 0 16,0 0 0-16,0 0 0 16,0 0 0-16,0 0 0 15,0 0 0-15,0 0 0 16,0 0 0-16,0 0 0 16,0 0 0-16,0 0 0 15,0 0 0-15,0 0 0 16,0 0 0-16,0 0 0 15,0 0 0-15,0 0 0 16,0 0 0-16,0 0 0 0,0 0 0 16,0 0 0-16,0 0 0 15,0 0 0-15,0 0 0 16,0 0 0-16,0 0 0 16,0 0 0-16,0 0 0 15,0 0 0-15,0 0 0 16,0 0 0-16,0 0 0 15,0 0 0-15,0 0 0 16,0 0 0-16,0 0 0 16,0 0 0-16,0 0 0 15,0 0 0-15,0 0 0 16,0 0 0-16,0 0 0 0,0 0 0 16,0 0 0-16,0 0 0 15,0 0 0-15,0 0 0 16,0 0 0-16,0 0-13 15,0 0-145-15,0 0-17 16,0 0-1-16,0 0 7 16,0 0-22-16</inkml:trace>
  <inkml:trace contextRef="#ctx0" brushRef="#br2" timeOffset="39175.25">825 15523 106 0,'0'0'95'16,"-15"-29"-40"-16,15 29 1 15,-18-28-4-15,18 28 9 16,-12-17 7-16,12 17 5 16,0 0 12-16,-14-19-8 0,14 19 4 15,0 0-18-15,0 0-22 16,0 0-24-16,0 0-45 15,0 0-36-15,0 0-41 16,4 16-43-16,6 6-30 16,-1 4-7-16,12 16 16 15,-9 1 117-15</inkml:trace>
  <inkml:trace contextRef="#ctx0" brushRef="#br2" timeOffset="40426.65">1035 4876 130 0,'26'42'118'0,"-12"-6"-44"16,12 16-72-16,9 16 1 15,5 18 2-15,5 13 0 16,7 15 2-16,2 9-1 15,-2 5-2-15,0 2-1 16,-7-6-18-16,0-8-41 16,-12-20-31-16,0-5-16 15,-20-37 8-15,0-12 95 0</inkml:trace>
  <inkml:trace contextRef="#ctx0" brushRef="#br2" timeOffset="41127.15">904 5056 164 0,'-33'-27'191'0,"10"9"-17"16,23 18-79-16,-23-15-7 16,23 15-11-16,19-2-11 15,14 9-11-15,9-4-19 16,17 4-36-16,16 2-11 0,12 5 11 15,6 6 0-15,8 8 1 16,-4 9-5-16,-12 13 3 16,-10 15-3-1,-21 13 0-15,-21 19-23 0,-19 9 5 16,-21 12-2-16,-23 3 4 16,-12 7-1-16,-13-5 6 15,-9-6 6-15,-6-11 9 16,-1-18 27-16,3-10 0 15,8-22-4-15,11-15 2 16,9-24-3-16,18-18-6 16,15-27-3-16,17-13-5 15,13-18-7-15,15-12-1 0,10-9 1 16,11-6-1-16,0-4-4 16,6 6 3-1,-3 5-2-15,-8 10 1 16,-5 10-3-16,-10 9 3 0,-7 10 0 15,-15 9 0-15,-5 8 4 16,-12 4 0-16,0 19 0 16,-19-23-1-16,0 15 0 15,0 3 0-15,-2 5 0 16,-1 0-1-16,2 7-1 16,1 5 1-16,9 7 0 15,1 5-1-15,9 7-1 16,5 2 3-16,6 2-5 15,4 1 6-15,8-3 0 16,7-7 0-16,-1-7-2 0,8-9 3 16,-3-11-4-1,3-5-1-15,-3-6 3 0,-4-5-4 16,-1 0 0-16,-6-4-3 16,3 4-50-16,-10-3-58 15,-2 3-32-15,-14 17-28 16,22-31 2-16,-22 31-5 15,16-29 92-15</inkml:trace>
  <inkml:trace contextRef="#ctx0" brushRef="#br2" timeOffset="42763.33">2037 5472 245 0,'0'0'167'16,"0"0"-44"-16,10-18-20 15,-10 18-3-15,16-39-10 16,-2 14-12-16,-5-9-34 16,4-3-44-16,0-3 2 15,-6 1-3-15,0-3 2 16,-4 4 0-16,-6 7 0 16,-1 3-2-16,-3 6 2 15,-2 4-3-15,9 18-1 16,-20-12 2-16,20 12-3 15,-28 25 2-15,14 2-2 16,2 8 1-16,5 6-1 16,0 10 5-16,3 4-2 15,8 2 3-15,6 0-1 0,6-5 0 16,7-5 0-16,6-7 3 16,1-11-2-1,8-8 0-15,5-14-1 0,2-12-2 16,4-16 0-16,3-12 0 15,-2-14-1-15,2-8-2 16,-8-11 3-16,-3-7-1 16,-6-3 1-16,-5 0 1 15,-16 2-6-15,-6 3 7 16,-4 7-3-16,-8 12 5 16,-4 8-7-16,1 11 6 15,-6 11-8-15,13 22 6 16,-20-14 1-16,20 14-2 15,-9 30 4-15,9-6-4 16,5 3 6-16,6 8-5 16,8 1 7-16,3 4-7 0,8-3 6 15,6 1-6-15,9-2 0 16,0-1 1-16,4-2-3 16,0-1 2-16,-4 0-1 15,-9-3 1-15,-1 2-4 16,-16 0 3-16,-9-1-3 15,-13 1 2-15,-9-3-1 16,-14-2 1-16,-11 0-1 16,-4-6 2-16,-4-4 3 15,5-7-2-15,-2-11-2 16,9-10 0-16,9-11 1 16,6-10-2-16,11-12 2 0,14-8-3 15,11-10 1-15,4-2 0 16,13-3 4-16,10 2-2 15,4 6-3-15,3 3 4 16,3 10-3-16,1 10 7 16,-4 17-8-16,-3 11 6 15,-4 14 0-15,-7 14 1 16,-2 12 6-16,-6 16-6 16,-8 7 4-16,1 3-6 15,-7 0 5-15,-1-8-67 16,-1-4-81-16,2-13-30 15,-16-32-6-15,19 7 0 16,-12-34-1-16</inkml:trace>
  <inkml:trace contextRef="#ctx0" brushRef="#br2" timeOffset="43694.98">3662 4559 324 0,'-9'-24'217'0,"-8"3"-60"16,-6 6-52-16,4 11-12 15,-7 6-34-15,7 19-43 16,-4 13-38-16,4 8-2 16,5 10 2-16,-1 0 8 15,4-4 21-15,11-3-6 16,0-10 6-16,11-13-3 15,4-13 2-15,8-16-5 16,3-17 1-16,3-7 3 0,6-9-7 16,-2-5 8-16,4-2-7 15,-6 2 3 1,2 5-4-16,-7 11 4 16,0 8-1-16,-4 13-2 0,1 16 0 15,0 15-1-15,3 17-3 16,0 15 0-16,7 11 8 15,5 15-8-15,2 13 4 16,-2 6-4-16,0 4 3 16,-5-2-3-16,-3-9 6 15,-11-6-4-15,-4-11-2 16,-8-15 1-16,-10-18 2 16,-6-14 6-16,-8-22 0 15,-9-21 2-15,-9-24 1 16,-5-20-1-16,-5-24 3 15,-4-13-2-15,4-19-3 16,4-6-2-16,15-3-1 0,6 2 2 16,14 9-4-16,16 13 3 15,9 16-4-15,16 10 4 16,10 23-1-16,3 10-1 16,1 18 1-16,7 15 0 15,-4 14-3-15,-4 10-2 16,-3 9-2-16,-8 7 4 15,-8 0-3-15,-9 0 1 16,-5-6-2-16,-4-6 4 0,-8-5 3 16,-3-16 1-1,0 0 2-15,-3-24 0 16,-4-9 3-16,3-7-2 16,4-7 1-16,7-1-5 0,0 1-1 15,9 4 0-15,6 10-1 16,11 14 1-16,9 17 0 15,10 16 0-15,0 13-1 16,5 12 0-16,2 11-2 16,-7 9-51-16,-3 13-91 15,-11 15-33-15,-20-4-8 16,-10 7-7-16,-23-10 14 16</inkml:trace>
  <inkml:trace contextRef="#ctx0" brushRef="#br2" timeOffset="44130.28">699 7592 623 0,'-30'52'189'0,"21"-31"-14"16,36-23-178-16,37-26 0 0,40-30 3 16,31-26-2-16,44-28 1 15,31-25-1-15,37-27-2 16,25-16-4-16,30-14 5 15,16-7-2-15,19-1-5 16,10-4 6-16,3 3 2 16,-6 9-4-16,-11 16 6 15,-18 17-1-15,-36 21 1 16,-29 22-2-16,-47 24 2 16,-47 25-5-16,-43 28 4 15,-50 20-23-15,-41 28-99 16,-48 22-33-16,-48 20-23 15,-43 23 2-15,-46 17-2 0</inkml:trace>
  <inkml:trace contextRef="#ctx0" brushRef="#br2" timeOffset="44498.56">268 7734 598 0,'-71'48'179'0,"24"-25"5"15,47-23-178-15,26-24-2 16,44-20 0-16,36-20 1 0,39-22-3 16,34-23-4-16,35-24 0 15,32-18-2 1,34-19 1-16,27-15-4 15,24-9 5-15,13-7 0 0,15 1-6 16,8-1 5-16,-1 7 1 16,-3 5 0-16,-16 14 2 15,-23 20-1-15,-25 18-5 16,-30 23 4-16,-45 22-2 16,-40 19 2-16,-42 32-51 15,-41 18-102-15,-42 11-39 16,-21 17-6-16,-38-5-2 15,-28-12 77-15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50:43.40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context xml:id="ctx1">
      <inkml:inkSource xml:id="inkSrc55">
        <inkml:traceFormat>
          <inkml:channel name="X" type="integer" max="3520" units="cm"/>
          <inkml:channel name="Y" type="integer" max="1984" units="cm"/>
          <inkml:channel name="T" type="integer" max="2.14748E9" units="dev"/>
        </inkml:traceFormat>
        <inkml:channelProperties>
          <inkml:channelProperty channel="X" name="resolution" value="127.53623" units="1/cm"/>
          <inkml:channelProperty channel="Y" name="resolution" value="128" units="1/cm"/>
          <inkml:channelProperty channel="T" name="resolution" value="1" units="1/dev"/>
        </inkml:channelProperties>
      </inkml:inkSource>
      <inkml:timestamp xml:id="ts1" timeString="2022-01-10T06:53:10.479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8940 836 540 0,'0'0'210'0,"0"0"2"16,-52-78-151-16,52 78-61 15,0 0 0-15,0 0 0 16,0 0 0-16,0 0 0 16,0 0 0-16,0 0 0 15,-64 92-3-15,64-92 5 16,9 102-7-16,-9-102 5 15,21 113 4-15,-21-113-3 16,27 103 0-16,-27-103-85 16,56 78-66-16,-56-78-19 15,75 44-5-15,-75-44-10 16,100 7-13-16</inkml:trace>
  <inkml:trace contextRef="#ctx0" brushRef="#br0" timeOffset="520.29">10088 891 528 0,'0'0'200'0,"0"0"-3"15,-26-71-99-15,26 71-98 16,0 0 0-16,0 0 0 15,0 0 0-15,-71-22 0 0,71 22-1 16,0 0-6-16,-56 88-2 16,56-88 8-16,-38 127 0 15,15-48-1 1,8 8 3-16,1 10 3 0,2 3-11 16,8 6 6-16,4-2 3 15,9-4-4-15,8-3-12 16,6-5 10-16,6-13-9 15,6-22 13-15,5-17 3 16,2-28 6-16,-42-12-10 16,97-33 5-16,-97 33 13 15,90-116-11-15,-48 33 6 16,-6-5-11-16,-6-14 3 0,-8 7-5 16,-13-2 2-1,-2 0-11-15,-14 10-2 16,-2 4-1-16,-10 11 6 15,19 72 3-15,-52-104 3 0,52 104-9 16,0 0 12-16,-108-70 3 16,108 70-2-16,-78-1-71 15,78 1-75-15,0 0-40 16,-67 27-13-16,67-27 9 16,0 0-11-16</inkml:trace>
  <inkml:trace contextRef="#ctx0" brushRef="#br0" timeOffset="920.63">10980 822 555 0,'0'0'193'0,"0"0"2"0,0 0-124 16,0 0-70-16,0 0 0 16,0 0-5-16,0 0 5 15,0 0-4-15,0 0 2 0,-7 82 2 16,7-82-6-16,14 135 3 16,-9-51-4-1,-1 19 8-15,-4 7-1 16,-4 8 0-16,1 3-9 0,1 12 6 15,-5-1-3-15,4-11-7 16,-1-8 7-16,4-23-7 16,4-12-1-16,-4-21-1 15,3-16 15-15,-3-41-3 16,19-40-87-16,-19 40-57 16,19-138-17-16,0 46 0 15,-1-12-7-15,8-3 10 16</inkml:trace>
  <inkml:trace contextRef="#ctx0" brushRef="#br0" timeOffset="1212.83">11582 582 593 0,'18'-73'191'0,"-18"73"-10"16,0 0-123-16,0 0-58 15,0 0 0-15,0 0 0 16,0 0 0-16,-21 81 0 16,21-81-1-16,0 0-4 15,-5 99 6-15,5-99-7 16,-7 69-56-16,7-69-90 0,0 0-28 15,-14 90-7-15,14-90-1 16,0 0-2-16</inkml:trace>
  <inkml:trace contextRef="#ctx0" brushRef="#br0" timeOffset="1668.16">8996 3138 545 0,'-71'21'175'16,"12"-11"-2"-16,29 1-173 16,30-11-4-16,52 3-1 15,26-17 0-15,42-8 1 16,30-2-2-16,32-6 6 0,17-4-2 15,18-11 1 1,11-2 4-16,-1-5-2 16,-13 5 5-16,-13 1-8 15,-26 4 7-15,-22 6-5 0,-24 6 3 16,-29 16-93-16,-34 6-53 16,-31 8-31-16,-16 12 2 15,-19-12-5-15,-42 34 52 16</inkml:trace>
  <inkml:trace contextRef="#ctx0" brushRef="#br0" timeOffset="2018.63">8720 3232 505 0,'0'0'197'16,"0"0"-1"-16,68-9-199 15,32-3 0-15,37-5 2 16,32-2-2-16,29-7 2 16,22-11-2-16,23-3 4 15,9-6-3-15,1-8 4 0,-6 4 4 16,-8-7-5-1,-15 10 5-15,-15-5-2 16,-22 5 4-16,-31 8-6 16,-24 14 2-16,-31 10-90 0,-23 13-73 15,-33 12-32-15,-19 11-6 16,-36 2-8-16,-6 8 128 16</inkml:trace>
  <inkml:trace contextRef="#ctx0" brushRef="#br0" timeOffset="64448.63">4342 4769 383 0,'-22'-17'148'0,"6"-6"-30"16,16 7-15-16,7-11-19 15,19 4-17-15,0-4-39 16,16 2-33-16,10 5 7 16,5 6 3-16,6 12 1 15,4 11 1-15,1 18-1 16,-6 22-2-16,-6 18 2 15,-7 22-4-15,-11 21 2 16,-5 15-4-16,-11 12-1 0,-3 1-2 16,-12 1 7-1,2-8-5-15,-2-11 3 16,3-15-4-16,6-20 1 16,7-17-4-16,13-20 4 0,9-15-6 15,19-17 1-15,8-11 0 16,16-9 1-16,9-8 2 15,13-3 2-15,6 2 1 16,2 1 1-16,-2 7 0 16,1 7 0-16,-10 10 4 15,-6 9-2-15,-7 13 3 16,-13 11-2-16,-4 7 3 16,-11 14-3-16,-2 9 3 15,-9 4-6-15,1 8 3 16,-2 8 2-16,-2 2-7 15,0 0 4-15,3 3-5 16,3 1 4-16,4-3-5 0,9-1 6 16,4-2-4-16,7-3-3 15,-3-9 4-15,6-1-3 16,-3-6 11-16,-2-10-3 16,-11-6-2-16,-11-6-24 15,-13-14-55-15,-9-8-54 16,-13-7-21-16,-23-25-15 15,0 0-14-15,7-23-4 16</inkml:trace>
  <inkml:trace contextRef="#ctx0" brushRef="#br0" timeOffset="64848.91">7850 6893 475 0,'0'0'158'15,"0"0"-28"-15,0 0-27 16,-5 15-23-16,14 11-45 16,1 4-29-16,9 6-4 15,4 6-2-15,6 4-3 16,10 1-2-16,0 0 3 16,3 0-1-16,-4-1 3 15,-1-4-1-15,-8-2 1 16,-10-2-2-16,-8 0 3 15,-15 2-3-15,-10 5 2 0,-12 3-3 16,-15 4 10-16,-15 7-2 16,-8 7-3-16,-14 5 2 15,-9 5-2-15,-5 3 2 16,-5 1-4-16,3 0 5 16,7-4-11-16,13-5 5 15,11-9 3-15,11-12-3 16,17-12-33-16,22-8-66 15,13-15-50-15,20-16-31 16,22-8-3-16,7-20 0 16,22-3 26-16</inkml:trace>
  <inkml:trace contextRef="#ctx0" brushRef="#br0" timeOffset="65560.42">9333 6945 450 0,'-37'-11'185'15,"-11"17"1"-15,-13 7-93 16,-17 8-37-16,0 14-41 15,-9 10-21-15,-3 7 4 16,-6 13-3-16,2 10 4 16,-3 17-4-16,7 8 6 15,5 14 2-15,5 13 0 16,11 13 1-16,4 7-2 0,13 9 1 16,14 3 3-16,12-1-2 15,19-1 0-15,14-5-6 16,16-6 3-16,22-11-6 15,14-9 5-15,24-10-8 16,14-10-2-16,20-13 0 16,16-11 1-16,17-15-1 15,14-13 0-15,12-16 2 16,11-14-2-16,15-15 5 16,-1-16 1-16,7-14 1 15,2-15 3-15,-1-9-1 16,-13-16 2-16,-4-10-1 15,-15-9 3-15,-13-10-1 0,-15-6 0 16,-21-7 0-16,-20-7-3 16,-18-8 4-16,-19-3-5 15,-18-6 6-15,-20-4-5 16,-23-4 5-16,-17 0 3 16,-19-4-4-16,-14 1-1 15,-14-2 3-15,-12-2 2 16,-17 0 2-16,-7 5 3 15,-14 7-1-15,-4 7-2 16,-12 11-2-16,-3 13 1 16,-11 18-6-16,-5 20 1 15,-3 23-9-15,3 19 3 16,2 22-3-16,2 25-3 0,4 26 6 16,8 17-77-16,16 26-66 15,20 19-34-15,2 10-9 16,24 13-4-16,5-13 5 15</inkml:trace>
  <inkml:trace contextRef="#ctx0" brushRef="#br0" timeOffset="66156.84">9517 7923 535 0,'0'-26'198'16,"0"26"-26"-1,0 0-115-15,-5 24-53 16,5 11-2-16,-4 15-1 0,1 14-2 16,-4 12-5-16,0 14-1 15,-2 9 3-15,-1 3 5 16,-6-7-5-16,0-8 6 15,-1-13-4-15,1-13 4 16,1-18-1-16,1-10 4 16,14-33-4-16,-19 14-1 15,19-14 0-15,-7-42 0 0,7 4 3 16,3-11-5-16,-3-9 1 16,7-12-4-16,2-6 7 15,5-2-5-15,1 0 6 16,5 4-5-16,2 3 3 15,2 7-1-15,-1 9 3 16,3 8-2-16,-3 11 2 16,-1 6-1-16,-3 9 4 15,4 7-1-15,-4 11-1 16,3 8-1-16,8 11-2 16,-4 13 0-16,7 13-2 15,5 10 1-15,2 12-6 16,-2 12 2-16,7 9-2 0,-6 1 4 15,1 9-1-15,-8-3 5 16,-4-2-5 0,-7-7 5-16,-5-5-5 15,-9-12 5-15,-2-5-65 0,-10-16-57 16,-6-23-40-16,11-22-11 16,-33 9-12-16,11-18-1 15</inkml:trace>
  <inkml:trace contextRef="#ctx0" brushRef="#br0" timeOffset="66390">9423 8740 405 0,'0'0'192'0,"-31"-7"-7"15,31 7-74-15,0 0-38 16,31-28-41-16,5 14-41 0,13-3 4 15,12-2-1-15,8-2 4 16,4 0-3-16,5 1 3 16,-3 2-29-16,3 6-91 15,-3 5-46-15,-16-1-14 16,1 11-8-16,-11-6 1 16</inkml:trace>
  <inkml:trace contextRef="#ctx0" brushRef="#br0" timeOffset="67364.7">10723 7641 212 0,'11'-23'189'16,"-5"-1"-29"-16,-4 7-42 15,-2 17-23-15,0 0-12 16,0 0-23-16,0 0-35 15,-2 48-22-15,-8 2-5 16,-6 18-6-16,-1 23 3 16,-5 18 5-16,-8 21 1 0,-1 14-4 15,-6 5 3 1,-1 5-4-16,-2-4 0 16,2-4 6-16,2-15-6 15,1-13 5-15,5-17-4 0,8-18 8 16,3-19-7-16,5-18 1 15,5-14-3-15,9-32-58 16,0 0-57-16,0 0-32 16,19-35-18-16,0 4-3 15,-5-18 1-15</inkml:trace>
  <inkml:trace contextRef="#ctx0" brushRef="#br0" timeOffset="68693.65">10846 8624 152 0,'-7'-18'172'16,"7"18"-36"-16,-15-13-30 15,15 13-1-15,0 0-13 16,-16-7-15-16,16 7-26 16,0 0-27-16,0 0-23 15,-17 1-2-15,17-1 1 16,0 0 0-16,0 0 0 16,0 0-2-16,0 0 1 15,0 0 0-15,0 0-1 0,0 0 0 16,0 0 1-16,0 0 0 15,0 0-1-15,0 0 2 16,0 0-1-16,0 0 0 16,0 0 3-16,0 0-2 15,0 0 1-15,0 0 0 16,0 0 0-16,0 0-1 16,0 0 1-16,0 0 0 15,17-5 0-15,-17 5-1 16,0 0 0-16,0 0 1 15,0 0-1-15,16-2 2 16,-16 2 0-16,0 0 2 16,0 0-2-16,19-12 0 0,-19 12 1 15,22-12 0-15,-22 12 1 16,33-17-2-16,-13 8-1 16,-3 2-1-16,2 0 0 15,0 1-1-15,-3 0 0 16,-16 6-2-16,21-3 1 15,-21 3-2-15,0 0 3 16,0 0-1-16,0 0 2 16,0 0-1-16,0 0 0 15,0 0 2-15,0 0-2 16,0 0 1-16,0 0-1 16,0 0 1-16,0 0-2 0,0 0 1 15,0 0 2-15,0 0-1 16,0 0 0-16,0 0 0 15,0 0 0 1,0 0 0-16,0 0 0 0,0 0 1 16,0 0-2-16,0 0 1 15,0 0 1-15,-18 12-1 16,18-12 1-16,0 0 0 16,0 0 0-16,0 0-1 15,-15 9 0-15,15-9 1 16,0 0-2-16,0 0-2 15,0 0 2-15,0 0-1 16,0 0 0-16,0 0-1 0,0 0 2 16,0 0 0-1,0 0 1-15,0 0 2 16,0 0 1-16,0 0-1 16,10-18-1-16,-10 18 2 0,0 0-2 15,0 0-1-15,0 0-2 16,0 0 0-16,0 0 2 15,0 0 0-15,0 0 1 16,0 18-2-16,0-18 2 16,-14 26 1-16,4-7-1 15,-2 5 1-15,1 7-3 16,-5 5 0-16,4 2-2 16,2 6 4-16,-1-1-3 15,6 0 1-15,7 1 0 16,5-3 2-16,7-6-2 15,1-6 3-15,12-3-1 16,2-9 1-16,6-4 1 0,5-8 2 16,1-9 0-16,1-6 1 15,-2-9 1-15,2-4-1 16,-4-6 2-16,-5-4-1 16,-7-2-1-16,-7-4-2 15,-2-1-1-15,-5 0-5 16,-8 0-1-16,-4 2-2 15,-4 0-1-15,-8 3-2 16,-2 2 2-16,-8 8-2 0,-4 2 5 16,-7 7-1-1,-2 6 5-15,-7 7 0 16,2 8 0-16,-5 3 1 16,0 6-1-16,0 4-1 0,2 1-42 15,8-4-78-15,5-4-45 16,30-11-7-16,-26 3 1 15,26-3-3-15</inkml:trace>
  <inkml:trace contextRef="#ctx0" brushRef="#br0" timeOffset="73053.73">21876 3552 407 0,'24'-14'186'0,"-15"-5"-25"16,-9 19-99-1,10-19-9-15,-10 19-16 16,-26 16-46-16,7 15-2 0,-10 12 4 16,-1 14 3-16,4 12 5 15,-7 9-3-15,7 7 6 16,3 0-6-16,8-2 4 15,8-9-6-15,7-11 4 16,14-11-4-16,8-18 1 16,17-13-1-16,6-16 0 15,10-12 2-15,8-12 0 16,11-12 2-16,6-5 0 0,2-13 1 16,-1-4-2-16,-9-6 1 15,-5 2-4-15,-15-2 4 16,-13 2-3-1,-17 3 4-15,-15 2-3 0,-23 5 5 16,-13 11-2-16,-16 8 5 16,-11 8-1-16,-8 6 1 15,-2 7-3-15,-5 7-2 16,7 3-7-16,12 8-88 16,6-3-42-16,17-4-26 15,29-4-9-15,0 0 4 16,19 8 32-16</inkml:trace>
  <inkml:trace contextRef="#ctx0" brushRef="#br0" timeOffset="73388.98">23112 3491 318 0,'0'0'174'16,"0"0"-8"-16,-19 2-71 15,19-2-29-15,-11 23-20 16,8 3-47-16,3 8 0 16,-5 8-1-16,5 15 5 15,-4 10-4-15,4 15 2 16,4 3-4-16,-4 1 5 15,0 2-1-15,3-1 3 0,-1-6-6 16,-2-10 1-16,7-8-22 16,-7-15-80-16,7-13-50 15,8-9-10-15,-15-26-5 16,40 3 3-16,-9-22 76 16</inkml:trace>
  <inkml:trace contextRef="#ctx0" brushRef="#br0" timeOffset="73981.39">24120 3730 244 0,'-19'-17'132'0,"19"17"-4"15,-29-23-20-15,29 23-9 16,-30-8-21-16,30 8-14 0,-35 27-29 15,13 6-35-15,-4 14-6 16,0 9 2-16,-4 11 0 16,4 7 4-16,7 6-3 15,5-2 3 1,7-4-7-16,11-11 1 0,6-10 2 16,9-15 2-16,11-10 0 15,8-14 0-15,5-14 2 16,6-12 1-16,3-11 1 15,2-8-1-15,1-9 0 16,-6-5 0-16,-4-7 1 16,-12-10-1-16,-10-2 2 15,-11 0-6-15,-14 0 4 0,-15 5-2 16,-14 2 7-16,-9 5-3 16,-16 11 4-16,-1 15-2 15,-6 7 1-15,-4 12 1 16,6 5-3-16,2 5-46 15,17 13-56-15,9 0-39 16,14-1-17-16,23 2-20 16,11-4 5-16,18-1 49 15</inkml:trace>
  <inkml:trace contextRef="#ctx0" brushRef="#br0" timeOffset="74364.68">24921 3602 289 0,'10'-15'173'0,"-10"15"-10"16,0 0-61-16,0 0-28 15,0 0-18-15,0 0-52 16,0 0-1-16,0 0 1 15,0 27-1-15,0-9-1 16,3 4 1-16,-3 8 0 16,4 8 8-16,-4 12-8 15,0 10 3-15,-4 6-5 16,1 5 4-16,3 2-5 16,-4 3 6-16,4 2-6 15,-3-2-2-15,3-12 2 16,0-3 1-16,3-8-2 0,-3-4-1 15,4-8-8-15,-1-9-73 16,4-10-50-16,2-6-29 16,-9-16-6-16,30-6-2 15,-15-16 1-15</inkml:trace>
  <inkml:trace contextRef="#ctx0" brushRef="#br0" timeOffset="74938.08">25858 3886 267 0,'-23'-26'137'16,"4"5"-19"-16,0 7-4 16,2 16-21-16,-6 3-13 15,4 21-21-15,-7 7-21 16,3 14-22-16,-3 14-16 0,0 6 2 15,4 8-7-15,3 1 4 16,5-9-9-16,9-5 2 16,5-8-1-16,12-12 0 15,7-16 0-15,10-14 2 16,13-14 2-16,1-14 1 16,10-9 2-16,0-14 2 15,-1-9 0-15,-6-6 1 16,-7-6 2-16,-9-8-2 15,-14 1 3-15,-13 6 2 16,-13 2 3-16,-9 11-4 16,-18 6 3-16,-5 13-4 0,-3 6 3 15,0 15-4-15,0 13-12 16,2-3-62-16,15 11-22 16,7-6-18-16,21-7-16 15,26 7-11-15,14-8 3 16,21-5-7-16,13-9 63 15</inkml:trace>
  <inkml:trace contextRef="#ctx0" brushRef="#br0" timeOffset="76100.89">28297 3599 327 0,'0'0'169'0,"0"0"-27"16,0 0-33-16,0 0-19 15,0 0-36-15,0 0-42 16,0 0-12-16,3 36 0 16,-3-1 0-16,2 11 7 15,1 15-9-15,4 10 5 16,0 7-6-16,-3 5 6 16,-1 2-5-16,-1-2 5 0,-2-4-6 15,-2-11-1-15,-8-7 0 16,-1-9 1-16,3-6-83 15,-3-13-52-15,-1-16-27 16,12-17-4-16,0 0-1 16,0 0 1-16</inkml:trace>
  <inkml:trace contextRef="#ctx0" brushRef="#br0" timeOffset="76487.19">28922 3739 380 0,'0'0'170'0,"-9"-16"-43"16,9 16-28-16,0 0-17 15,0 0-39-15,0 0-44 16,0 0 0-16,-7 40 11 16,10-2-12-16,-3 12 4 15,4 14-4-15,-4 7 5 16,0 14-7-16,0 4 8 16,0-1-8-16,0-5-3 0,0-7 3 15,-4-8 5 1,1-11-3-16,0-11 3 15,3-9-30-15,-4-16-77 16,4-21-47-16,0 0-13 0,19-4 0 16,4-17-5-16,-1-20 68 15</inkml:trace>
  <inkml:trace contextRef="#ctx0" brushRef="#br0" timeOffset="76821.42">29852 3800 326 0,'0'0'177'0,"0"0"-47"0,0 0-25 15,-5 22-13-15,10 4-33 16,-5 7-43-16,3 10-11 15,4 13-6-15,2 11 4 16,2 11-10-16,-1 8 11 16,2 1-10-16,-5 1 4 15,2-3-3-15,-2-9 3 16,-7-3-1-16,0-9 1 16,0-14 0-16,-4-10-12 15,1-7-60-15,-3-11-62 16,6-22-24-16,0 0-10 15,0 0 3-15,20-27 2 16</inkml:trace>
  <inkml:trace contextRef="#ctx0" brushRef="#br0" timeOffset="77177.67">30508 3915 279 0,'5'-17'169'0,"-5"17"-12"16,0 0-47-16,0 0-21 0,0 16-20 16,-3-1-36-16,3 18-28 15,0 5-8-15,-2 16 4 16,2 10-3-16,0 12 2 15,0 4-5-15,2 1 3 16,1 2-3-16,1-3 4 16,3-4-3-16,-4-5 1 15,2-10 6-15,2-4-6 16,-3-12 7-16,3-9-33 16,0-7-83-16,1-6-53 15,-8-23 1-15,23 5-7 16,-6-24-1-16</inkml:trace>
  <inkml:trace contextRef="#ctx0" brushRef="#br0" timeOffset="77641">31518 4153 246 0,'-31'13'167'0,"10"5"-51"15,-1 11-28-15,-9 6-1 16,1 15-9-16,-3 0-13 0,10 13-24 16,-3-3-36-16,11 1-2 15,4-4-3 1,8-9 1-16,6-8-2 15,8-9 0-15,4-8-1 0,8-9 2 16,3-7-1-16,7-9 0 16,5-7 0-16,7-5 1 15,4-8 2-15,0-9-1 16,-1-7 3-16,-1-7-2 16,-5-9 2-16,-8-1-1 15,-13-4 3-15,-12-2-3 16,-14 6 0-16,-20 4 0 15,-13 8-2-15,-7 10-1 0,-14 9-1 16,-2 7-2 0,2 10-41-16,2-2-45 15,14 6-41-15,11-1-21 16,32 4-17-16,-7-17 1 0,30 1-1 16</inkml:trace>
  <inkml:trace contextRef="#ctx0" brushRef="#br0" timeOffset="77932.2">32228 4009 414 0,'-8'31'126'0,"-3"9"-4"15,-1 14-13-15,-2 8-26 0,6 16-25 16,-10 0-46-16,10 5-12 16,-3 5-4-16,8 0 3 15,3-5 5-15,3-5-6 16,8-12 5-16,-3-9-18 16,6 0-64-16,-5-8-43 15,-2-13-29-15,0-5-17 16,-18-10-6-16,-1 2 6 15</inkml:trace>
  <inkml:trace contextRef="#ctx0" brushRef="#br0" timeOffset="80344.92">18125 3798 328 0,'-12'-21'132'16,"12"21"-15"-16,-30-36-8 15,30 36-21-15,-26-32-12 16,26 32-20-16,-19-27-37 15,19 27-17-15,-16-14 1 16,16 14-2-16,0 0-1 16,0 0 2-16,-10 28-1 0,13 1 3 15,1 11-6 1,5 3 3-16,-3 6-4 16,5 3 3-16,1-2-2 15,-2-7 3-15,-3-7-4 0,2-4 2 16,-2-13 0-16,-7-19 1 15,3 24-1-15,-3-24 0 16,0 0-2-16,0 0 1 16,0 0 0-16,0 0-1 15,0 0 1-15,0 0-1 16,0 0 2-16,0 0 1 16,0 0 1-16,0 0 0 15,0 0 0-15,0 0 1 0,0 0 1 16,0 0-1-1,0 0 0-15,0 0-1 16,0 0 0-16,0 0-1 16,0 0 0-16,4 21 0 0,-4-21 0 15,2 27 1-15,1-9-3 16,1 2 2-16,-1 5-1 16,4-1 1-16,0 2-1 15,-2-7 0-15,-1 0-1 16,3-4 2-16,-7-15-1 15,7 23 1-15,-7-23 0 16,0 0 0-16,0 0 0 16,0 0 2-16,0 0 0 15,0 0-1-15,-21-21 0 16,5 14 0-16,0 4-2 16,-6 5 1-16,-4 1-1 15,-4 6 0-15,-3 1-2 0,2 4 2 16,-2 1-1-16,4 3 0 15,-1-4 1-15,4-1 0 16,7-2 0-16,3-4 1 16,16-7-2-16,0 0 0 15,0 0 0-15,0 0-1 16,30 2 0-16,-2-9 0 16,12-2-1-16,5-7 0 15,10-1 1-15,-1-7 1 16,5-2 0-16,-7-5-20 15,4 0-94-15,-4-4-44 16,-21-8-5-16,-5 5-1 0,-16-7-3 16</inkml:trace>
  <inkml:trace contextRef="#ctx0" brushRef="#br0" timeOffset="80597.11">17649 3884 381 0,'26'4'167'0,"16"-4"1"16,10-2-96-16,0-12-14 16,16 2-15-16,-1-9-43 0,-1-3-7 15,5-4-38-15,-3-8-37 16,7 3-16-16,-4-3-20 15,0 1 2 1,0-1-5-16,4 5 2 0,-9-2 0 16</inkml:trace>
  <inkml:trace contextRef="#ctx0" brushRef="#br0" timeOffset="80773.23">18882 3528 391 0,'12'40'120'0,"-2"17"-2"16,-1 8-23-16,5 20-12 15,-2 0-32-15,5 17-14 16,-1 4-40-16,3 1 6 0,0-5-10 16,-2-10-3-1,6-14-86-15,-7-14-32 16,-1-23-31-16,11-13-7 16,-5-30-2-16,10-11 8 0</inkml:trace>
  <inkml:trace contextRef="#ctx0" brushRef="#br0" timeOffset="81173.52">19461 3976 185 0,'0'0'158'16,"-3"35"-29"-16,-4-4-31 16,7 10-13-16,-5 3-10 0,6 8-11 15,-2-2-17-15,1 0-13 16,0-10-23-16,1-6-9 15,-1-8-3 1,-1-10 0-16,1-16-1 0,0 0 0 16,0-17 2-16,0-11-1 15,-7-10 1-15,3-7-1 16,-3-14 3-16,2-10 1 16,-5-9 2-16,3 2-5 15,0 3 5-15,5 4-7 16,2 8 4-16,5 9-5 15,2 12 3-15,4 18-6 16,8 15 5-16,0 10-1 0,0 10 1 16,-2 7 4-1,-1 6-2-15,-6 6 7 16,-8 9-5-16,-4 4-49 16,-12 5-93-16,-8 7-21 0,-20-3-10 15,-1 5 3-15,-11-7-9 16</inkml:trace>
  <inkml:trace contextRef="#ctx0" brushRef="#br0" timeOffset="81564.78">18489 5776 168 0,'-36'73'132'16,"13"-7"-5"-16,8-6-45 16,4-15-2-16,18-8-1 15,-7-37-24-15,42 15-4 16,-6-34 3-16,13-5-20 15,5-14-20-15,1-9-13 16,1-5 0-16,-4-3 2 16,-14-4-3-16,-8 5 4 15,-20 2 0-15,-10 7 2 16,-21 9-1-16,-10 10-2 0,-14 9-3 16,-18 8-62-16,2 13-52 15,-1 6-41-15,-2-3-10 16,8 7-4-16,8-9 1 15</inkml:trace>
  <inkml:trace contextRef="#ctx0" brushRef="#br0" timeOffset="81789.95">19111 5350 359 0,'17'47'173'0,"-5"12"-12"0,-5 15-63 16,-7 4-23 0,0 12-24-16,-3 2-49 0,-4 0-4 15,0-4-1 1,2-10-51-16,1-7-63 0,8-12-37 16,-4-25-12-16,3-9 0 15,-3-25-4-15</inkml:trace>
  <inkml:trace contextRef="#ctx0" brushRef="#br0" timeOffset="82232.27">19451 5724 407 0,'10'49'166'15,"1"11"-50"1,1 4-18-16,3 13-22 15,-1-3-35-15,5 4-35 0,-3-7-6 16,-2-5 1-16,-2-9-2 16,-5-12 1-16,-3-9 1 15,-4-10-3-15,0-26-1 16,0 0 0-16,-7-22 0 16,-2-16-1-16,-1-16 1 15,-1-14-2-15,2-11-1 16,-1-11 5-16,3-5 2 15,7 3 0-15,7 4 0 16,3 8 3-16,10 9-2 16,2 12 2-16,8 12 0 15,4 18 0-15,-1 13-1 16,4 13 0-16,-3 15 1 0,-1 10-2 16,-3 11 0-16,-11 5 1 15,-7 9-1-15,-8 3-2 16,-13 2 2-16,-12-3-5 15,-7-2-65-15,-12-8-58 16,-8-11-37-16,-1-7-3 16,-3-21-2-16,11-5-4 15</inkml:trace>
  <inkml:trace contextRef="#ctx0" brushRef="#br0" timeOffset="85516.6">23216 3448 297 0,'-7'-29'135'0,"0"-4"-26"16,2 0-1-16,-9-5-18 0,5 5-21 15,-5-10-17-15,2 10-27 16,-5-7-21-16,-6 4-1 16,-3-2 1-16,-12 3-2 15,-4-3 0-15,-6 0 0 16,-11-2 0-16,-5 7 4 16,-11 2-5-16,-3 3 6 15,-7 2-7-15,-2 5 7 16,-3 2-6-16,-2 12 5 15,-2 6-5-15,0 4-1 16,0 6 1-16,6 10 0 16,1 5-1-16,2 7-7 15,2 9 5-15,1 3-6 0,8 11 5 16,-1 1-4-16,7 15 4 16,6-1-5-16,4 11 3 15,3-1 4 1,3 9-2-16,10 2 3 0,1 6-1 15,4 2 5-15,4-4-7 16,5 3 8-16,2 1-4 16,5 1 5-16,6 3-8 15,3-3 7-15,8-2-8 16,4-2 3-16,5 2 2 16,9-4-4-16,9-3 1 15,3-3 0-15,7-6 3 0,9-1-5 16,3-7 5-16,10-4-4 15,6-9 0-15,5-4 2 16,9-6-2-16,4-7 1 16,3-5 0-1,8-8 1-15,2-8 0 0,5-6 0 16,4-6-1-16,2-8 1 16,4-9-1-16,6-2 0 15,-2-8 1-15,-2-4-1 16,-1-3 1-16,0-2-2 15,-6-1 2-15,-5-1-1 16,-5-2 2-16,-5 3-1 16,-2-3 0-16,-5 3 1 15,-9 1-1-15,-1-4 2 16,-6 1 0-16,-12-1 0 16,-3-1 1-16,-11-3-2 15,-5-6-4-15,-7-7 4 0,-11-8-4 16,-1-4 2-16,-5-5-2 15,-6-11 1-15,-3-1-3 16,-3-7 4-16,-2-2 3 16,1 0-3-16,-3 2 3 15,-3-7-4-15,1 4 1 16,-1-1-3-16,-2 4 4 16,-6 2-4-16,3 1 4 15,-11-3-3-15,0 5 5 16,-6 2-6-16,-8 3 8 15,-1 7-3-15,-11 4 4 16,-4 9-1-16,-8 8 2 16,-4 17-4-16,-3 16-81 0,-7 12-65 15,0 12-20-15,3 14-7 16,1 8-2-16,9 22 17 16</inkml:trace>
  <inkml:trace contextRef="#ctx0" brushRef="#br0" timeOffset="86664.42">24061 5790 397 0,'0'0'179'0,"-12"-17"-59"15,16 1-36-15,-4-15-8 16,5 0-39 0,2-11-37-16,-4-3-3 0,4-3 3 15,-3-2-1-15,1 1 2 16,-2 3-1-16,1 6 2 16,-4 7 0-16,0 5 1 15,0 11 0-15,0 17-1 16,-7-16 0-16,7 16-1 15,-5 24 1-15,1 2-3 16,4 9 0-16,4 10-2 0,-1 5 3 16,2 9-3-1,-1 2 3-15,6 3 1 16,-3 0-2-16,-2-4 2 16,2-4-1-16,0-4 1 0,-2-6-2 15,2-4 3-15,-3-4-3 16,-1-10 0-16,4-6 1 15,-7-4-1-15,0-18 1 16,5 22 0-16,-5-22 1 16,0 0 2-16,0 0 0 15,0 0-1-15,0 0 0 16,-19 10 0-16,19-10 0 16,-29 2 0-16,10-2-2 15,-7 2-1-15,0 1 1 16,-6 3-2-16,-1 0 3 15,0 1-1-15,-1 2 0 16,1 1-1-16,0 3 1 0,7-5 0 16,3 1-3-16,4-2 1 15,19-7-1-15,-16 8 0 16,16-8 1-16,16 6-2 16,7-5 1-16,6 3 1 15,4-1 2-15,5 1 0 16,7-1 0-16,4 2-1 15,3-3 2-15,0 2-2 16,-3-3 1-16,-4-1-2 0,-9-1 0 16,-1-1-1-1,-9-2-1-15,-3-1 0 16,-9-5-31-16,1-2-90 16,-1-4-37-16,-5-12-6 0,10 2 2 15,-2-17-4-15</inkml:trace>
  <inkml:trace contextRef="#ctx0" brushRef="#br0" timeOffset="87948.33">25167 3687 204 0,'0'-33'170'16,"-3"11"-52"-16,3-1-14 15,-9-5-8-15,9-1-19 16,-11-13-22-16,8 3-18 15,-9-6-34-15,-2-2 0 0,-2-3 1 16,-3 3-2-16,-3-3 2 16,-8 6-1-16,-6 3 1 15,-9 6-3-15,-4 1 2 16,-8 6-3 0,-9 5 0-16,-2 3 0 0,-7 4 2 15,1 6-1-15,-4 3 0 16,3 3 1-16,0 6-1 15,1 2 1-15,6 2 1 16,4 7-2-16,1 4-1 16,6 5 2-16,1 3-2 15,4 6 0-15,4 9-2 16,-1 3 1-16,1 9-2 0,-1 5 2 16,0 5-1-16,4 4-1 15,0 5-1 1,0-2 3-16,2 2-1 15,1 2 5-15,5 0-4 0,6-6 3 16,5 1-4-16,4-3 5 16,8 5-5-16,2-3 3 15,8 1-5-15,4-1 2 16,10 1-4-16,3-4 4 16,6 0-1-16,10-4 2 15,4-4-1-15,5-3 4 16,4-4-4-16,7-6 2 15,3 0 5-15,7-3-4 16,2-5 3-16,4-2-6 16,3-6 6-16,7-2-5 15,3-8 5-15,-3 0-5 16,8-6-1-16,-5-4 1 0,0-4 0 16,-3-3 1-16,-8-2 0 15,1-3-1-15,-5-2 0 16,-6-3 0-16,-2-1-1 15,-2-1 2-15,-5-3-5 16,-6-3 4-16,1 1-5 16,-5-4 6-16,2 1-5 15,-1-5 7-15,-6 1-5 16,-2-2 5-16,5-2-2 16,-1 2 4-16,-2-5-2 15,3-2 2-15,-4-1 0 16,1-4-3-16,-4-6 2 15,-3-6 0-15,-3-5 2 0,-8-7-3 16,-8-6 3-16,-10-8-5 16,-8-7 2-16,-4 0-4 15,-11-6 3-15,-9 5-5 16,-5 2 7-16,-2 6-6 16,-6 9 5-16,-1 8-6 15,1 21-76-15,-4 8-61 16,-1 16-23-16,8 16-8 15,4 7 1-15,8 18 15 16</inkml:trace>
  <inkml:trace contextRef="#ctx0" brushRef="#br0" timeOffset="89226.83">25742 5937 308 0,'0'0'130'15,"-14"-15"-10"-15,8-6-11 16,6 0-13-16,0-13-25 16,6-1-22-16,-3-8-34 15,4-9-14-15,0-4-3 16,2-3 2-16,-6 2 3 0,4 2-3 15,-3 3 3-15,-1 7-2 16,-6 5 1-16,3 11-1 16,-4 6 4-1,1 8-2-15,3 15 0 0,0 0-1 16,0 0-2-16,-16-7 3 16,16 7-4-16,-7 31 2 15,7-9-4-15,0 6 2 16,0 3-1-16,0 6 1 15,4 4 1-15,-1 1-1 16,0-2-1-16,3 1 3 16,-3 1-2-16,4-3-1 15,0 3 5-15,-2 0-4 0,2-1 3 16,0-1-2 0,0 0 3-16,-2-1-4 15,-1-2 5-15,-1-3-3 16,1-2-2-16,-4-6 2 0,-4 0-1 15,1-7 0-15,-4-2-1 16,7-17 1-16,-16 26-1 16,16-26 2-16,-26 21-2 15,26-21 0-15,-31 15 1 16,10-6 1-16,2-2-1 16,-4 1 0-16,-3-2-1 15,0 1 0-15,0-2 1 16,-3 3 0-16,1-4 0 15,2 3 0-15,3-4 0 16,3 2-1-16,4-1-1 16,16-4-2-16,-16 2 1 15,16-2 1-15,0 0-2 0,32-4 0 16,1-1 0-16,5 0 2 16,14 0 2-16,10-2 0 15,10 3 1-15,6 1-1 16,0-1 0-16,5 3 2 15,-5-3-1-15,0 4 0 16,-10 0-1-16,-9 2 2 16,-10 0-1-16,-8-2-1 15,-11 1 1-15,-8 3-1 16,-6-3 1-16,-16-1-1 16,0 0 0-16,19 6 0 15,-19-6 0-15,0 0-1 16,0 0-2-16,0 0-1 0,23-4-81 15,-23 4-68-15,17-21-14 16,-17 21-1-16,19-38-3 16,-7 14 22-16</inkml:trace>
  <inkml:trace contextRef="#ctx0" brushRef="#br0" timeOffset="99801.35">26658 4156 339 0,'-2'-17'131'0,"8"1"-9"16,-10-1-8-16,4 17-19 15,-2-33-18-15,2 33-29 16,0-26-45-16,0 26-2 15,-7-17 0-15,7 17-2 16,0 0 0-16,-19-11-2 16,19 11 1-16,-21 14 0 0,9 3 0 15,-3 4-1-15,-3 10-1 16,-1 6 3-16,0 4-1 16,4 4 2-16,-3 6-3 15,6-3 3-15,2-3-3 16,6-5 3-16,1-7-2 15,6-4 1-15,8-5-2 16,1-6 3-16,5-11-1 16,6-6 1-16,3-4 0 15,5-8 0-15,5-6 2 16,6-7-1-16,-6-5 2 16,3-8-2-16,-3-1 0 15,-5-5-1-15,-5-4 1 0,-8 0-1 16,-6 2 0-16,-9 2-1 15,-3 3 3-15,-7 6-3 16,-1 2 3-16,-10 10 1 16,-1 5-2-16,-3 5 1 15,-1 6-1-15,1 5 1 16,-1 2-3-16,-3 3-63 16,12 10-57-16,2 1-31 15,12-15-16-15,-7 28 0 16,7-28-5-16</inkml:trace>
  <inkml:trace contextRef="#ctx0" brushRef="#br0" timeOffset="100280.69">27538 3834 350 0,'19'-22'169'16,"-19"22"-48"-16,-7-16-21 16,7 16-18-16,-26-3-34 15,7 4-27-15,-3 3-21 16,-8 4 9-16,-3 13-9 16,-2 5 2-16,-5 7-4 15,6 5 5-15,-3 5-5 0,10 8 5 16,0 1-6-16,10 1-3 15,8-6 2 1,6-4 3-16,15-1-2 0,2-9 1 16,12-6 1-16,2-8 0 15,8-7 0-15,6-6 2 16,3-12 1-16,4-2 1 16,-2-11 1-16,1-5-2 15,-3-9 0-15,-7-2 0 16,-1-8 0-16,-11-4-2 15,-7-1 1-15,-9-6-3 16,-13 2 3-16,-7 4-4 16,-13 6 3-16,-6 6-4 0,-10 10 4 15,-4 7-43 1,1 19-72-16,1 8-39 16,-1 6-18-16,9 10-2 15,3-3-16-15</inkml:trace>
  <inkml:trace contextRef="#ctx0" brushRef="#br0" timeOffset="103024.64">28637 3706 226 0,'0'-31'82'0,"-4"12"5"15,-2-4-1-15,6 4 3 16,-9-12-10-16,2 5-4 16,-4-5-12-16,6 2-8 15,-12-4-13-15,5 2-11 16,-2-2-17-16,-5 0-12 16,0 3 0-16,-4 4-2 0,1-1 0 15,-1 6-2-15,-3-2 2 16,3 6-2-16,-3 0-1 15,0 6-1 1,0 3 1-16,4-1 0 0,-4 2 1 16,3-1 1-16,-3 8-1 15,3-4 0-15,-3 2 2 16,-3-3-1-16,-1 5 0 16,1-2 0-16,-2 2-1 15,-2 2 1-15,-4-4 1 16,3 4 0-16,1 2-1 15,-2 1 2-15,2 2-1 16,0 0-1-16,2 1 0 0,1-3 2 16,1 4-3-1,-1 0 1-15,4 1-1 16,0 1 1-16,3-5 0 16,1 1 1-16,3 4 0 0,0-4-1 15,0 5-1-15,-2-2 1 16,2-5-1-16,0 4 1 15,3 3-1-15,-1 0 0 16,1-1 1-16,16-11 0 16,-30 24 1-16,15-9-1 15,4 1 1-15,-1 1-1 16,12-17 1-16,-22 32 0 16,11-15 0-16,1 2-1 0,1-4-1 15,2 1 1-15,-3 1 0 16,1 1 0-1,2 2 0-15,0-1 2 16,-1 1-3-16,-3-5 3 0,3 6-1 16,-3-2 1-16,1-2-2 15,1 1 1-15,9-18-1 16,-17 27 1-16,8-11-2 16,-1 1 2-16,10-17-2 15,-16 28 1-15,16-28 2 16,-14 24-1-16,5-8 2 15,9-16-2-15,-10 31 2 0,10-31 2 16,-7 27-3-16,2-7 4 16,1-3-6-1,1 2 5-15,3-4-6 16,-4 3 7-16,4-18-6 16,-7 29 1-16,7-29-1 0,-5 28 0 15,5-28 0-15,-10 28 2 16,6-13-2-16,-3 1 1 15,2-1-2-15,2 1 2 16,-4-1 0-16,3 1 0 16,-3 1-1-16,2-1 0 15,-2 1 0-15,4 1 1 16,-4 1-1-16,5 0 1 16,-5 3-2-16,4-1 1 15,3 1 0-15,-4 1 2 16,4 1-1-16,0-1 0 15,4-1-1-15,-4 2 0 0,3-3 2 16,1 0-1-16,1 1-2 16,-2-1 2-16,4-2-2 15,0 0 2-15,-3 0-1 16,4 2 1-16,-1-2-2 16,4 0 1-16,-3-2 0 15,-1 3 0-15,5-1 1 16,-1 0 0-16,1 0 0 15,2-2-3-15,-2 0 3 16,-2 2-3-16,10-1 3 16,-7-3-3-16,7 1 9 15,2-2-9-15,4-2 8 16,-3 2-4-16,6-4 5 0,2-3-4 16,-1 0 5-16,3 0-4 15,0-2-4-15,-2 0 3 16,-1-1-3-16,3-3 4 15,-4 3-5-15,-1-2 1 16,5 3 1-16,0-2-2 16,2 1 3-16,-2-3-1 15,0 3 1-15,1-2-2 16,-1-1 1-16,2 1 0 16,-5-2 2-16,-1 0-2 15,-3-2 1-15,0 1-1 16,0-1 0-16,-3 0 0 15,3 0 0-15,-7-3 0 0,3 3 0 16,-3-1 0-16,2-2 0 16,-5 1-2-16,3 1 2 15,0-4 0 1,-2 3 1-16,-1 1-1 0,0-4-6 16,-16 7 5-16,26-10-5 15,-9 1 6-15,-17 9-8 16,23-14 7-16,-23 14-6 15,22-12 6-15,-22 12 1 16,23-10 0-16,-23 10-1 16,19-9 0-16,-19 9 2 15,22-10-1-15,-22 10 0 16,20-14 3-16,-20 14-4 0,17-19 3 16,-17 19-1-1,19-23 1-15,-19 23-2 16,19-26 2-16,-19 26 0 15,14-26-2-15,-5 9 1 0,-6 0-1 16,4-2 0-16,-3 0 1 16,1 0 1-16,-2 0-2 15,1 0 1-15,-4 1-2 16,3 1 2-16,1 0 0 16,-4 17 0-16,0-30-2 15,3 15 2-15,-3 15-2 16,4-28 1-16,-4 12 0 15,0 16 0-15,5-24-1 16,-5 24 2-16,3-24-2 16,-3 24 2-16,0-24-1 15,0 24 1-15,0-25-1 16,0 25 0-16,-3-26-1 0,3 26 1 16,0-26 1-16,0 26-2 15,0-24 1-15,0 9 0 16,0 15 1-16,0-30 1 15,3 15-1-15,-3-3 1 16,0 3-1-16,4-3 2 16,-1 3-1-16,1-2 1 15,-4 17-2-15,7-28 0 16,-7 28 0-16,5-28 0 16,-5 28-1-16,7-26 0 15,-7 26 0-15,3-24-1 16,-3 24 1-16,0-24 1 0,0 6-1 15,0 18 1-15,0-26 1 16,-3 9-2-16,3 0-4 16,-4 0 4-16,1-6-6 15,-1 4 6-15,3-2-5 16,-3-5 5-16,1 5-7 16,-4 1 6-16,3 1 0 15,1 1 2-15,-2 1-1 16,1 1 1-16,4 16-1 15,-10-15 0-15,10 15 1 16,0 0 1-16,-7-17 0 16,7 17-1-16,0 0 0 15,0 0-69-15,0 0-67 0,0 0-21 16,21 1-11-16,-21-1-11 16,22 21 7-16</inkml:trace>
  <inkml:trace contextRef="#ctx0" brushRef="#br0" timeOffset="104421.63">28821 5780 289 0,'0'0'125'0,"0"0"-7"15,7-24-9-15,-7 24-15 16,10-33-14-16,-1 15-24 16,-2-9-23-16,0 4-32 15,2-3 1-15,-3-2-2 16,1-1 1-16,-3-2 0 16,1 0 0-16,-1 0-2 15,-1-1 1-15,1 5-1 16,-4 1 2-16,0 3-1 0,3 4-1 15,-3 19 1-15,-3-24 0 16,3 24-1-16,0-16 1 16,0 16-1-16,0 0 0 15,0 0 1-15,0 0 0 16,0 0-1-16,0 0 0 16,-11 32 1-16,11-10-1 15,4 6 1-15,-4 6-1 0,3 6 0 16,1 3-2-16,2 2 3 15,-2 2-2 1,1-2 2-16,-1 2 0 16,3 0 2-16,-4-2 2 0,0-2-4 15,3-3 3-15,-3-2-3 16,1-2 3-16,-1 1-5 16,-3-8 4-16,0-1-6 15,0-4 2-15,0-3 1 16,0-4 0-16,-3-1 0 15,3-16 0-15,-4 19 2 16,4-19-2-16,0 0 2 16,-15 12-2-16,15-12 0 15,-20 5 0-15,20-5 0 16,-29 2 1-16,10 1-1 16,-2 1 0-16,-2-1 1 15,1 0 0-15,-1-1 0 0,1 2 1 16,3-1-2-16,19-3-1 15,-30 4 0-15,30-4 1 16,0 0 0-16,0 0 0 16,18-6 0-16,6 1 0 15,12-2 1-15,9 2 1 16,11 0 0-16,5-2 1 16,5 2-2-16,5 0-1 15,-3-1 1-15,-4 1 0 16,-5 2-1-16,-11-1 0 15,-11 3-1-15,-6-1 0 16,-12 0 2-16,-19 2 1 16,18 2-1-16,-18-2 2 0,0 0 0 15,0 0 2-15,0 0-1 16,0 0-59-16,0 0-64 16,0 0-36-16,0 0-2 15,-4-30-6-15,11 15 1 16</inkml:trace>
  <inkml:trace contextRef="#ctx0" brushRef="#br0" timeOffset="106120.84">32355 4516 331 0,'10'-24'124'0,"-10"24"-7"16,4-31-10-16,1 15-15 16,-7-8-18-16,8 3-19 15,-10-10-25-15,4 2-29 16,-2-4 1-16,-1 0 1 16,-4-4-1-16,0 3-1 15,-2-3 1-15,-1 1-2 16,-2 3 2-16,-2-1 0 15,-5-1 1-15,0-1-5 16,-2-1-1-16,-2 1-3 0,-3 1 4 16,-1 1-5-16,-3 3 4 15,1-1-5-15,-4 6 3 16,-6 2-2-16,3 3 6 16,-2 4-1-16,0 3 3 15,-6 6-4-15,2-1 2 16,1 5 0-16,-3 4-1 15,3 4 2-15,-1 5 0 16,2 1-1-16,2 2-2 16,-4 4 3-16,6 1 2 15,-2 7-2-15,5 4 2 16,-2 3 3-16,2 4-5 16,0 1 6-16,0 2-5 0,2 2 5 15,1 1-8-15,1-1 7 16,-1-2-7-16,4 0 1 15,4 4-1-15,-1 0 2 16,4 1-3-16,0 0 2 16,5 4-2-16,2 0 1 15,-2-1 1-15,5 1 0 16,2 0-1-16,0 0 0 16,2-4 0-16,5 0 1 15,0 2-2-15,5 2 1 16,2-2 5-16,7 2-5 15,5-2 7-15,4 1-7 16,3 1 7-16,3 0-5 0,6-4 5 16,5 0-3-16,2-1-3 15,-1-1 1 1,8-3-2-16,-4-1 3 16,7-4-1-16,-3-2 0 0,3-5 0 15,0-4-1-15,0-1 1 16,-3-7 2-16,3-5-1 15,-4-4 0-15,-6-5 0 16,0-5 1-16,-2-7 0 16,-2-4 0-16,2-5 1 15,-2 0-2-15,-2-5 2 16,-1-3-2-16,-2-2 2 16,2-4-1-16,-2-1-1 0,0-4-1 15,-7-3 1-15,-4-4-1 16,1-3-5-1,-7-7 4-15,-3-4-5 16,0-3 5-16,-7-3-3 0,-2-4 4 16,-4 0-4-16,0-6 4 15,-10 5 4-15,-1 3-3 16,-8 6 3-16,-4 4-2 16,-6 7 1-16,-6 9-1 15,-5 5 2-15,2 9-1 16,0 8 0-16,2 5-1 15,3 6-1-15,-2 3-54 0,12 12-61 16,6 6-38 0,17-11-13-16,-16 34-1 15,16-11-5-15,14 6 57 16</inkml:trace>
  <inkml:trace contextRef="#ctx0" brushRef="#br0" timeOffset="107269.65">32546 6015 210 0,'0'0'169'0,"0"0"-31"16,23-14-21-16,-10-1-2 15,10-3-21-15,-7-8-25 16,6-1-32-16,-1-10-37 16,-2-2 1-16,-7-3-3 15,2-1 3-15,-5 0-3 16,-2-1 2-16,-4 4 1 15,1 8-2-15,-4 2 2 0,0 9-1 16,0 6 1-16,0 15-3 16,0 0 0-16,0 0 0 15,0 0 0 1,-19 15 0-16,12 8-1 0,3 3 0 16,-3 7 0-16,4 8 3 15,1 4 2-15,-1 4-3 16,3 1 1-16,3 2-2 15,2 0 4-15,-1-2-3 16,3 2 1-16,0-7-2 16,-2-4 0-16,5-2 0 15,-3-5 1-15,-2-4 0 16,2-4-1-16,-3-9 1 0,-1 0 1 16,-3-17-1-16,4 24-1 15,-4-24 2 1,0 0-1-16,-4 16 0 0,4-16 2 15,0 0-1-15,0 0 0 16,-19 16 1-16,19-16-1 16,-19 10 1-16,19-10-2 15,-33 12 2-15,11-3-2 16,-1-1 2-16,-3-1-1 16,0 2-1-16,3 0 2 15,-3-2-1-15,4-2 0 16,4-2 0-16,18-3-1 15,-22 5-1-15,22-5 0 0,0 0 0 16,0 0 1-16,0 0-1 16,17-17 0-1,9 8 0-15,12-1 1 16,8-2 0-16,9 2 2 0,13-1-2 16,10 1-1-16,9-1 0 15,1 6 2-15,3 0-1 16,-3 0 1-16,-5 1 0 15,-8-1-1-15,-7 3 2 16,-13-3 0-16,-13 5 0 16,-13-3-3-16,-9 3-72 15,-20 0-69-15,20 1-18 16,-20-1-4-16,0 0-4 16,-26-8 1-16</inkml:trace>
  <inkml:trace contextRef="#ctx0" brushRef="#br0" timeOffset="112789.58">11407 9133 124 0,'-16'-7'40'0,"16"7"0"16,-22-5-2-16,22 5-1 15,0 0-2-15,-16-2-3 16,16 2 4-16,0 0 9 16,0 0 23-16,0 0 23 15,-17 3-3-15,17-3-6 0,0 0-10 16,-23 5-8-16,23-5-8 15,-15 7-13-15,15-7-29 16,0 0-28-16,0 0 0 16,0 0-1-16,0 0 5 15,-4 19 2-15,4-19 0 16,26 11-1-16,-7-4 3 16,7-2 3-16,4-2 2 15,12-1 0-15,3-2 0 16,7-3 0-16,7-3 0 15,5 0 1-15,7-5 1 16,7 1 0-16,11-6 0 0,5 1 1 16,15-4-1-16,11 0 0 15,13-4 0-15,17 1 0 16,8-1-2-16,17 1 0 16,14-3 0-1,11 3 2-15,8 1-3 0,12 0 2 16,1 0-2-16,8 1 2 15,5 1 2-15,2 0-2 16,-5 1 0-16,2 3-1 16,-6-3 2-16,-3 6-4 15,-7-2 3-15,-8 2-2 16,-6-2-3-16,-11 4 3 16,-4 1-4-16,-9 1 4 0,-8 1-3 15,-2 0 3-15,-8 0-2 16,-5 2 3-16,-6 1 0 15,-4 1-1-15,-4-1 3 16,-7 1-1-16,-1-2 1 16,-7 0-1-16,-8 1 1 15,-2-1 0-15,-3 0 0 16,-8 0 0-16,-9-1-1 16,-3 1 1-16,-5 2 0 15,-18-1-1-15,-7 3 0 16,-8-1-2-16,-15 2 1 15,-11 0 0-15,-8 0 0 16,-22 0 2-16,19 3 3 0,-19-3 6 16,0 0 8-1,0 0-1-15,-15 2-4 16,15-2-69-16,-33-3-91 16,-2-11-23-16,-1 2-18 0,-18-16-8 15,-9 5 5-15</inkml:trace>
  <inkml:trace contextRef="#ctx0" brushRef="#br0" timeOffset="114255.62">14037 8165 356 0,'-4'-35'190'15,"4"13"-42"-15,0-1-35 16,-8-1-8-16,8 7-15 15,-14-7-69-15,5 8-21 16,9 16 0-16,-21-24 0 16,21 24 0-16,-31-14 0 15,31 14 0-15,-33-3 0 16,14 6 0-16,0 2 0 0,2 4 0 16,-6 5 0-16,0 5-9 15,4 7 6-15,0 1 0 16,2 10 1-16,8 3-2 15,2 3 0-15,7 4-2 16,4-1 2-16,11-1-1 16,4-3 0-16,7-4-1 15,7-7 3-15,4-5-2 16,5-7 3-16,3-7 0 16,0-7 0-16,3-8 0 15,1-4 2-15,-4-5 1 16,-5-5-1-16,2-8 0 15,-9-1 1-15,-7-3 0 0,-4-4 0 16,-6-2 1-16,-6-1-2 16,-6-2 3-1,-8-2-2-15,-6 0 3 16,-6 2-1-16,-3 2 3 0,-10 1-2 16,-8 6 3-16,-1 5-1 15,-7 3 0-15,-4 5-1 16,-6 6 1-16,-1 5-3 15,-3 3 1-15,5 2-1 16,6 7-25-16,-1-2-85 16,13 4-54-16,13 5-13 15,23-14-5-15,-7 27-1 16,25-16-5-16</inkml:trace>
  <inkml:trace contextRef="#ctx0" brushRef="#br0" timeOffset="116012.87">20041 8149 470 0,'4'-29'134'0,"-8"1"-17"15,-5 1-22-15,-4 8-20 16,-7-2-32-16,-6 9-38 16,-3 5-2-16,-6 7-2 15,-1 3 1-15,-9 11 0 0,-4 7-1 16,-7 10-2-16,-1 11-1 16,-5 13 0-16,-3 12-3 15,3 11 4-15,1 14-5 16,6 9 1-16,6 6 0 15,7 5 0-15,13 4-1 16,6-3 2-16,13 1-2 16,10-7 1-16,14-4-2 15,12-5 6-15,19-3-4 16,10-8 1-16,17-6 0 16,14-6 1-16,19-6 2 15,7-3 0-15,12-9 1 0,6-7-1 16,9-8 1-16,1-11 2 15,3-10 0-15,-4-11 1 16,-6-15-1-16,-1-13 0 16,-9-14 2-16,-8-13 0 15,-9-13-1-15,-9-11 0 16,-8-12-1-16,-15-9 1 16,-10-9 0-16,-8-3 0 15,-18-5 0-15,-8-1-3 16,-15 1 3-16,-8 3 1 15,-14 2-2-15,-8 7-1 16,-11 1 1-16,-7 6 1 16,-6 2 0-16,-9 4 2 0,-11 4 1 15,-5 7-6-15,-8 4 6 16,-9 5-3-16,-9 10 2 16,-8 10-3-16,-6 11 1 15,-9 10-3-15,-1 11 2 16,-6 13 0-16,-3 11-1 15,0 14-1-15,3 10-1 16,3 7 0-16,13 14-54 16,4 3-54-16,13 7-39 15,16 11-27-15,15-1-2 16,23 5 2-16,14-13 57 16</inkml:trace>
  <inkml:trace contextRef="#ctx0" brushRef="#br0" timeOffset="116869.48">20064 8733 611 0,'0'0'176'0,"-35"22"-33"15,21 1-140-15,2 13-7 16,5 13 2-16,0 9-3 16,2 8 1-16,5 5-2 0,3 0 1 15,2-2 3 1,-1-5-2-16,3-6 2 16,-7-10-2-16,3-12 3 15,1-10-1-15,-4-7 1 0,0-19 0 16,0 0 1-16,0 0 0 15,2-27 0-15,-4-15 2 16,-2-10-1-16,-3-12 1 16,0-8-1-16,2-12 2 15,-2-4 1-15,7 2-2 16,4 6-1-16,4 7 1 16,6 9 0-16,9 9 0 15,3 10 1-15,3 10-1 16,6 13-4-16,2 10 3 15,-3 6 0-15,-1 10-1 16,-3 8 1-16,-4 5 0 16,-4 9 1-16,-9 5-1 0,-10 7-1 15,-3-1 2-15,-12 1-1 16,-5 2 0-16,-9 0-2 16,-6-1 0-16,-1-1-2 15,-3-5 1-15,1-5 1 16,2-2-1-16,4-5 1 15,10-7-2-15,-1-4 0 16,20-10 0-16,-15 10-1 0,15-10-1 16,0 0 1-1,0 0-1-15,19-17 1 16,-19 17 2-16,31-17 0 16,-7 5 1-16,4 1 1 15,9 4 2-15,4 2-1 0,8 5 0 16,0 5 0-16,6 9 0 15,-3 3-1-15,0 8 0 16,-10 6 3-16,-9 5-2 16,-11 4 1-16,-13 3-1 15,-11 2 2-15,-15 2-1 16,-12 0 1-16,-17 1-2 16,-6-1 0-16,-8-5-1 15,-8-4 1-15,-3-7 0 16,-2-9-1-16,9-10-2 15,3-10 0-15,9-7-29 16,8-14-62-16,22-9-47 0,13-3-27 16,13-14-2-16,22 2-2 15,1-13 43-15</inkml:trace>
  <inkml:trace contextRef="#ctx0" brushRef="#br0" timeOffset="117264.76">20814 8418 334 0,'0'0'171'0,"15"-23"1"16,-15 23-57-16,0 0-50 0,0 0-14 15,0 0-48-15,0 18-1 16,-7 4 0-16,-1 9-3 15,-3 7 0-15,2 14-2 16,-4 11 0-16,-3 13-1 16,-1 9 2-16,1 11-2 15,0 8 1-15,-3 7 0 16,2 3 2-16,-2-1 0 16,0-2 0-16,5-6 0 15,-2-8-1-15,6-9 1 16,-2-10 0-16,5-8 1 15,0-6-1-15,5-12 1 16,-1-9 1-16,-1-9 0 0,4-9-24 16,4-8-82-16,-4-17-42 15,0 0-18 1,12-31-2-16,-9-9-2 16,11-2 62-16</inkml:trace>
  <inkml:trace contextRef="#ctx0" brushRef="#br0" timeOffset="117786.13">21121 8999 369 0,'0'0'214'0,"0"0"-59"0,-19-3-55 16,19 3-16-16,-16 12-21 15,16-12-25-15,-23 33-38 16,6-7-26-16,5 12 0 16,-7 4 8-16,5 8 4 15,-2 3 7-15,9 1-2 16,0 0 1-16,7-1-1 15,4-8 4-15,3-5-1 16,5-9 3-16,5-6-1 16,3-8 2-16,2-5 1 15,4-7 1-15,4-7 1 16,-1-4-1-16,2-10 2 16,6-5-2-16,-2-8 2 0,-2-8-2 15,-1-8 1-15,-5-8-2 16,-1-6 2-16,-11-3-2 15,-4-1 2-15,-10 1-1 16,-9 5 5-16,-6 8 4 16,-14 6 2-16,-5 14-1 15,-12 8-1-15,-4 12-89 16,-6 7-68-16,-1 15-20 16,-8-1-9-16,8 10-5 15,1-4 3-15</inkml:trace>
  <inkml:trace contextRef="#ctx0" brushRef="#br0" timeOffset="118932.93">22020 9140 176 0,'-14'1'122'0,"-9"5"0"16,4-3-10-1,0 2-6-15,-3-3-12 0,4 5-12 16,-1-9-14-16,19 2-25 16,-22 5-42-16,22-5-5 15,0 0-2-15,0 0 0 16,22 12-1-16,1-12 0 16,10 2 0-16,12 0 5 15,10-4 2-15,17-3-2 16,14 0 2-16,15-6 0 15,22 1 1-15,15-2 0 0,19 1 1 16,19-1 0 0,11 4 1-16,8-1-1 15,13 0 1-15,12 2-1 16,1 1 0-16,10-1 0 0,-2-2 1 16,2 2-2-16,5-3 0 15,3 1-1-15,-1-1 2 16,-2-1-2-16,4-1 1 15,-6 0-1-15,-5 0 0 16,-8 0 0-16,-6 0 0 16,-12 1-1-16,-12 1 1 15,-12 1 2-15,-16 1-3 16,-9 2 2-16,-11-1 0 16,-10 2 0-16,-9 2 1 15,-8-2 2-15,-12 3-3 16,-7 0-1-16,-15-1 1 15,-11 1-1-15,-15 0-1 0,-11 0 1 16,-16 2 1-16,-10 0 1 16,-19 0 7-16,0 0 3 15,0 0 0-15,0 0 1 16,-17-8 1-16,-9-4-39 16,-5-2-69-16,-21-5-43 15,-7-7-35-15,-9 5-9 16,-22-8 0-16,-4 3-8 15</inkml:trace>
  <inkml:trace contextRef="#ctx0" brushRef="#br0" timeOffset="119940.66">28521 8776 250 0,'0'0'131'0,"0"0"1"15,5-21-13-15,-5 21-12 16,0 0-20-16,10-26-22 16,-10 26-23-16,4-20-22 15,-4 20-14-15,0-28-7 16,-7 12-1-16,-4-3 0 16,-1 2-1-16,-7-2-1 15,-3 0 4-15,-4-2 0 16,-11 2 0-16,2 2 1 0,-5 3-1 15,-1 2 1 1,3 1 1-16,-2 4 0 0,1 2 0 16,6 0 0-1,4 3 1-15,10 2 0 0,0-1-3 16,19 1 0-16,-19-2-2 16,19 2 0-16,0 0-2 15,12 15-1-15,3-4-1 16,6 4-2-16,11 6 3 15,4 3 1-15,13 2 0 16,3 7 3-16,5-3 0 16,5 1 2-16,-1-2 1 15,5-1 0-15,-5-4 2 16,-2-3-1-16,-10-2 0 16,-8-5-2-16,-4-2 2 15,-11-5 2-15,-7 0 1 16,-19-7 1-16,0 0 0 0,8 19 1 15,-8-19 0-15,-31 28-2 16,5-6-1-16,-14 9-3 16,-8 9 1-16,-13 9-3 15,-14 2 1-15,-3 7 0 16,-5-1 1-16,-2 0 0 16,3-7 2-16,11-5-71 15,0-16-68-15,10-13-36 0,12-9-4 16,-3-24-1-1,7-2-7-15</inkml:trace>
  <inkml:trace contextRef="#ctx0" brushRef="#br0" timeOffset="120770.25">18878 8406 323 0,'-17'-2'182'16,"17"2"-17"-16,-28 3-59 15,28-3-23-15,-21 0-17 16,21 0-29-16,0 0-38 15,0 0-3-15,-16-3-2 16,16 3 1-16,0 0 0 16,0 0 0-16,27 17 0 15,-8-5 0-15,0 2 2 16,10 4 0-16,4 1 1 16,5 0-1-16,-1 0 1 15,1-2 0-15,-2-1 2 0,-4-1-1 16,-3-5 1-16,-8 1 1 15,-21-11 5 1,23 15 1-16,-23-15 0 16,0 16 1-16,0-16 0 0,-21 24-3 15,-2-3 4-15,-8 3-5 16,-5 4-4-16,-10 5-1 16,-9 7-1-16,-6 3 1 15,-5 4-2-15,-5 1 2 16,0-1-5-16,3 0 4 15,4-2 2-15,5-2-2 16,10-8 0-16,13-4-4 16,8-9-2-16,18-1-45 0,10-21-87 15,15 9-31 1,25-15-3-16,5-16-2 16,23-1-1-16</inkml:trace>
  <inkml:trace contextRef="#ctx0" brushRef="#br0" timeOffset="121768.96">24886 8516 460 0,'0'0'171'16,"7"-27"-3"-16,5 1-74 16,0-9-80-16,9-5-12 15,-2-3 0-15,0-2-1 16,0 4 3-16,-5 2-3 15,-2 7 1-15,-1 7-2 16,-4 8 1-16,-7 17 0 0,0 0 3 16,0 0-1-16,0 0 0 15,0 19 0-15,0 7-2 16,-4 7 1-16,4 7-3 16,0 6 1-16,4 8-4 15,1 0 2-15,-2-1-4 16,4 1 3-16,0-9 0 15,2-3 2-15,-2-3 2 16,3-6 0-16,-1-7 1 16,-2-1-1-16,0-6 3 15,-4-2-2-15,-3-17 4 16,2 26-2-16,-2-26 1 16,-5 17-4-16,5-17 3 0,-23 17-1 15,9-8 0-15,-5 0-2 16,-3-1 0-16,-4-1-2 15,0 0-1-15,-7-2 0 16,7 1 1-16,-1-3 0 16,5 1-1-16,-1-4-2 15,23 0-1-15,-22 0 0 16,22 0 0-16,0 0 1 16,0 0-1-16,29-9 0 15,-6 4 0-15,10-2 2 16,5 0 1-16,11 0 2 15,6 0 1-15,1-2-1 16,8 1 2-16,0-1-1 0,-1 0 0 16,-6-3-74-16,2 0-79 15,0 7-12 1,-10-14-2-16,8 7-5 16,-9-11 0-16</inkml:trace>
  <inkml:trace contextRef="#ctx0" brushRef="#br0" timeOffset="122858.29">29444 8271 225 0,'16'-16'169'0,"-6"0"-31"16,-3-1-27-16,-7 17-1 15,-3-28-22-15,3 28-21 16,-30-13-25-16,4 11-37 16,-10 5 0-16,-6 3-2 0,-7 9-2 15,-6 6-3-15,-2 10-2 16,-9 5 2-16,5 11-2 15,2 5 0-15,1 7 0 16,10 8-2-16,1 4 1 16,12 4 4-16,9 4-3 15,11 1 4-15,8 0-4 16,14 1 4-16,8 0-4 16,8-3 8-16,13 0-7 15,9-7 3-15,7-5-4 16,9-4 4-16,14 2-2 15,0-5-1-15,6-5 2 0,9-6-1 16,4-1 3-16,7-5-1 16,-1-6 2-16,8-3-3 15,5-7 3-15,0-5 1 16,5-6-1-16,2-4 0 16,-1-5-1-16,-2-4 0 15,-1-5 0-15,-2-8-1 16,-1-6 2-16,-5-5-2 15,-2-11 1-15,-5-5 3 16,-13-7-1-16,-1-2 1 16,-9-5-2-16,-10-2 2 15,-6 1-4-15,-8-5 2 16,-7 3-1-16,-6 0-3 0,-6-2 4 16,-5-1-3-16,-4 0 3 15,-4 0-2-15,-8 1 4 16,-2 4-1-16,-8-1 3 15,3 0-3-15,-7 4 1 16,-4 2-1-16,-3-3 1 16,-5 1 0-16,-5-3-2 15,-6-3-1-15,-6-1 2 16,-6 0 0-16,-3-2 0 16,-9-1-3-16,-7 2 3 15,-8 1-3-15,-9 2 4 16,-8 5-5-16,-4 3 2 15,-9 5-3-15,-10 6 3 0,-6 3-2 16,-5 5 2-16,-5 6-3 16,-5 6 2-16,-2 4 0 15,-2 7-1 1,1 5 1-16,2 7 0 0,8 7-2 16,1 8 0-16,15 8 2 15,6 6-1-15,7 4 1 16,13 7-1-16,6 5-2 15,12 8-59-15,8 1-78 16,11-2-31-16,15 5-4 16,-1-9-1-16,16 4-5 15</inkml:trace>
  <inkml:trace contextRef="#ctx0" brushRef="#br0" timeOffset="123422.7">29369 8660 436 0,'0'0'172'15,"16"-31"0"-15,-16 15-105 16,0 16-16-16,7-19-14 0,-7 19-33 16,0 0 1-16,-12-15-1 15,12 15 0-15,-26 0-2 16,8 3 1-16,-4 6-1 15,-8 3-4-15,3 9-2 16,-6 6 5-16,0 6 0 16,1 7 0-16,3 5 1 15,6 5-3-15,9 1 1 0,11-1 0 16,3-2 3 0,14-6-6-16,8-4 2 15,8-7-2-15,8-7 1 16,4-6-1-16,6-8 1 15,8-10 1-15,-4-7-1 0,7-7 1 16,-2-7-1-16,-1-5 3 16,-8-3-1-16,-6-2 2 15,-5 1-1-15,-11 1-40 16,-11 1-77-16,-8-1-46 16,0 8-3-16,-7-8-4 15,2 6-3-15,-4-8 52 16</inkml:trace>
  <inkml:trace contextRef="#ctx0" brushRef="#br0" timeOffset="123772.95">30116 8331 363 0,'35'-24'168'0,"-9"-4"0"16,-11 8-65-16,3 9-23 15,-18 11-30-15,15-12-43 16,-15 12-1-16,-7 28 0 16,-8 3-1-16,-4 12 0 15,-4 13 0-15,-7 16-7 16,-9 17 1-16,-3 14 3 16,-3 12-3-16,-4 8 2 15,1 1-2-15,-8-1 4 16,11-7-6-16,0-12 9 0,3-9-9 15,6-14 0-15,10-18 1 16,3-17-2-16,11-13-2 16,1-15-1-16,11-18-65 15,0 0-74-15,23-18-17 16,0-9-5-16,3-15-1 16,7-3 0-16</inkml:trace>
  <inkml:trace contextRef="#ctx0" brushRef="#br0" timeOffset="125228.98">30229 8987 136 0,'0'0'152'16,"0"0"-33"-16,0 0-7 16,15 0 0-16,-15 0-19 15,0 0-12-15,18-7-16 16,-18 7-18-16,0 0-30 16,22-24-14-16,-22 24-2 15,26-24 1-15,-10 8-1 16,0-1 1-16,-3-2 0 0,0 0 0 15,-3-4 0 1,-1 1-1-16,-2-1-2 16,-4 6 1-16,1 0-2 15,-1 1 3-15,-3 16-1 0,-3-21 2 16,3 21-2-16,0 0 1 16,0 0 0-16,0 0 0 15,0 0 0-15,0 0-2 16,0 0 0-16,0 0 0 15,0 0-4-15,0 0 5 16,0 0 1-16,0 0 0 16,-7 19 1-16,7-19-2 15,3 16 1-15,-3-16-1 16,0 0 5-16,0 16-6 16,0-16 0-16,0 0 0 15,0 0 0-15,0 0 2 16,0 0-3-16,0 0 3 0,0 0-1 15,0 0 1-15,0 0 0 16,0 0 0-16,0 0 0 16,0 0-1-16,0 0 2 15,0 0-3-15,0 0 0 16,0 0 0-16,0 0 1 16,0 0-2-16,0 0 1 15,0 0 0-15,0 0 0 0,0 0 1 16,0 0 0-16,0 0-1 15,0 0 1 1,0 0-1-16,0 0 1 16,0 0 0-16,0 0-1 15,0 0 1-15,0 0-1 0,0 0-1 16,0 0 2-16,0 0-1 16,0 0 0-16,0 0 1 15,0 0-1-15,0 0 1 16,0 0 0-16,0 0 0 15,0 0 0-15,0 0 0 16,0 0-1-16,0 0 2 16,0 0-1-16,0 0-1 15,0 0 0-15,0 0 1 16,0 0 0-16,0 0-1 16,0 0 1-16,0 0 0 15,0 0 0-15,0 0 1 0,0 0-1 16,0 0 2-16,0 0-1 15,0 0 0-15,0 0 1 16,0 15-1-16,0-15 0 16,0 30-1-16,0-4 1 15,0 6-3-15,0 13 4 16,4 9-1-16,-4 5 0 16,3 9-1-16,0 1 1 15,3 2-2-15,-3-4 3 16,1-4-2-16,-1-8 1 15,-3-8-2-15,4-8 2 16,-4-9-2-16,0-9 1 16,0-6-1-16,0-15 1 0,0 19-1 15,0-19 2-15,0 0-1 16,0 0 1-16,0 0 1 16,0 0 0-16,0 0 1 15,0 0-1-15,0 0 0 16,-14-7-2-16,14 7 2 15,-23-12-1-15,23 12 0 16,-31-15 0-16,8 6 0 16,-3 2 1-16,0 0-1 15,-3 2 1-15,3 0 0 16,3 1-1-16,1 3-1 16,4-1 0-16,18 2-1 15,-19-2-2-15,19 2 0 0,0 0-3 16,0 0-2-16,0 0 1 15,0 0 1-15,0 0-1 16,19-7 2 0,-1 2 1-16,11-2 1 0,6 0 2 15,10-1 2-15,7-3-1 16,10 2-2-16,10-1 1 16,-5 0 1-16,5-1 0 15,-8 3 2-15,-5-1 1 16,-7 2 0-16,-11 0 1 15,-8 5-49-15,-10 2-105 16,-23 0-13-16,16-5-5 16,-16 5-5-16,0 0-4 0</inkml:trace>
  <inkml:trace contextRef="#ctx1" brushRef="#br1">28886 17261 0,'0'0'16</inkml:trace>
  <inkml:trace contextRef="#ctx0" brushRef="#br1" timeOffset="147985.62">20451 10303 268 0,'0'0'189'0,"0"0"-32"16,0 0-38-16,0 0-22 15,0 0-13-15,0 0-32 16,0 0-54-16,0 0-6 0,0 0 2 15,-4 24-2 1,8-3-4-16,-4 5 6 16,5 12 6-16,2 10 6 15,0 13 3-15,5 13-9 0,2 16 6 16,-5 7-7-16,-3 9 8 16,-6 3-7-16,-3-2 5 15,-6 1-9-15,-8-1 5 16,-2-3 4-16,-11-6-5 15,1-2 4-15,-2-6-4 16,-2-4 5-16,-2-4-5 16,5-8 4-16,1-8-8 15,6-11 3-15,4-10 0 16,2-10-1-16,8-11-1 16,9-24 1-16,-3 16 2 15,3-16 0-15,0 0 5 16,0 0 1-16,0 0-1 0,15-14 1 15,-15 14 1-15,0 0-3 16,0 0-1-16,0 0 1 16,0 0-5-16,0 0-1 15,0 0 1-15,0 0 0 16,0 0-1-16,0 0 1 16,0 0 1-16,0 0-2 15,0 0-2-15,0 0-1 16,0 0-2-16,4-18-2 15,-4 18-14-15,0 0-95 16,7-26-53-16,-7 26-6 16,22-41-2-16,-3 11 2 15,1-15 60-15</inkml:trace>
  <inkml:trace contextRef="#ctx0" brushRef="#br1" timeOffset="150233.22">20975 11373 391 0,'0'0'180'0,"-23"-2"-2"15,23 2-96-15,0 0-23 16,0 0-14-16,-7-16-56 16,7 16-1-16,0 0-1 15,21-10-1-15,-21 10 1 16,28-16 8-16,-7 6 2 15,1 1 2-15,4-3 3 16,2-2 0-16,2 4 1 16,-1 0 1-16,-6 3 1 15,-1 1 4-15,-4 5 4 0,-18 1-2 16,19 3-1-16,-19-3-1 16,9 24 0-16,-9-24-1 15,0 35-2 1,-2-14-5-16,-2 3-3 0,1 2 0 15,-4 2 2-15,0-1-1 16,-5-1 1-16,-2 2-1 16,2-2 1-16,-4 0-1 15,2-2 5-15,-1 0-2 16,1-1 2-16,2-4-2 16,-2 0 2-16,5-2-1 15,-1 1 0-15,10-18 0 0,-16 29-2 16,16-29-1-16,-14 28-2 15,14-28 2-15,-9 22 0 16,9-22-1 0,-6 21 1-16,6-21 0 15,-4 16-1-15,4-16-1 0,0 0 2 16,-7 17-1-16,7-17 0 16,0 0 1-16,0 0-1 15,0 0 1-15,0 0-1 16,0 0 3-16,0 0-2 15,0 0 0-15,0 0 1 16,0 0 0-16,0 0 0 16,0 0 1-16,0 0 1 0,0 0-1 15,0 0 0 1,0 0 0-16,0 0 0 16,0 0 0-16,0 0-1 15,0 0-2-15,0 0-2 0,0 0 0 16,0 0-1-16,0 0-2 15,0 0 1-15,0 0-2 16,0 0 1-16,0 0 0 16,0 0 1-16,0 0 1 15,0 0 1-15,0 0 1 16,0 0 0-16,0 0 1 16,0 0 0-16,0 0 1 15,0 0-1-15,0 0 0 16,17 0-1-16,-17 0-1 15,0 0 1-15,0 0-1 16,0 0 1-16,0 0 1 16,0 0 0-16,0 0-1 0,0 0 2 15,0 0-1-15,0 0 0 16,0 0-1-16,0 0-1 16,0 0-1-16,0 0-1 15,0 0 1-15,0 0-1 16,0 0 1-16,0 0 0 15,0 0 2-15,0 0-1 16,0 0 2-16,0 0 1 16,0 0 1-16,0 0 0 15,0 0 0-15,0 0 0 16,0 0-1-16,0 0 1 16,0 0-1-16,0 0 0 15,0 0-1-15,0 0 1 0,0 0 0 16,0 0-1-16,0 0 1 15,0 0-1-15,0 0 1 16,0 0-1-16,0 0 2 16,0 0-2-16,0 0 1 15,0 0 1-15,0 0 0 16,0 0 0-16,0 0 0 16,0 0 1-16,0 0-2 15,0 0 0-15,0 0 0 16,0 0 0-16,0 0-1 15,0 0 1-15,0 0 0 16,0 0 0-16,0 0 0 16,0 0 0-16,0 0 0 0,0 0 0 15,0 0 0-15,0 0 0 16,0 0-1 0,0 0 0-16,0 0-2 0,0 0 1 15,0 0 0-15,0 0 2 16,9-17 1-16,-9 17 0 15,0 0 0-15,17-21 2 16,-17 21 0-16,20-26 0 16,-8 9 0-16,2-4-3 15,1-5-3-15,-4 0-1 16,4-4 2-16,-4-2-3 16,1-3 5-16,-5 0-3 15,0-1 5-15,-2 1-3 0,-2 4 7 16,-3 0-2-16,0 2 2 15,-3 1-2-15,3 4 0 16,-5 1 0 0,1 4-1-16,1 2 0 0,-1 1-1 15,4 16-1-15,-3-24 1 16,3 24-2-16,0 0 0 16,-4-19 1-16,4 19-1 15,0 0 0-15,0 0 2 16,0 0 0-16,0 0 1 15,0 0 4-15,0 0 1 16,0 0 1-16,0 0-1 0,0 0-2 16,0 0-2-1,-3 24 1-15,6-1-3 0,1 10 0 16,3 8-4 0,0 6 2-16,1 8-3 0,-1 6 9 15,0 1-4-15,-2-1 2 16,-1-4-2-16,3-4 1 15,-7-4-2-15,3-4 0 16,-3-5 1-16,4-6-3 16,-4-2 0-16,0-6 2 15,0-4-1-15,-4-6 2 16,4-16 0-16,0 20 0 16,0-20 0-16,0 0 0 0,0 0 0 15,-15 9 0 1,15-9-2-16,-21-2 0 15,21 2-1-15,-31 2 0 16,13 1-2-16,-4 1 2 0,3 1-1 16,0 2 1-16,-4-3-1 15,4 4 2-15,2-1-2 16,1 2 2-16,2-2-2 16,-2 1 1-16,16-8 0 15,-22 11 0-15,22-11 0 16,0 0 3-16,0 0-2 15,0 0-4-15,0 0 2 16,19 1-2-16,7-9 2 16,7-4-1-16,12-6 2 15,7-2-2-15,12-3 2 16,2-3 4-16,6 0 1 16,-1 0-1-16,-7 4 1 0,-9 3 1 15,-9 3 2-15,-10 6-3 16,-13 1-2-16,-23 9-15 15,0 0-90-15,0 0-43 16,-23-7-25-16,-3 11-3 16,-10-10-14-16,6 8 2 15</inkml:trace>
  <inkml:trace contextRef="#ctx0" brushRef="#br1" timeOffset="151006.77">21173 11544 395 0,'-19'-14'185'0,"19"14"-22"15,-23-29-76-15,13 3-23 16,5-4-10-16,-2-6-50 16,0-7-19-16,7-1 7 15,-4-1 2-15,4 2 4 16,4 2-1-16,-1 6 1 16,1 2 0-16,-1 11 3 0,2 4 1 15,-5 18 6-15,4-17 2 16,-4 17-3-1,0 0-1-15,0 17 0 0,3 7 0 16,1 8-2-16,3 7 0 16,1 8-8-16,6 12 1 15,-2 5 0-15,2 5 4 16,2 2 0-16,-2 2 3 16,-2-4-3-16,2-1 3 15,-6-1-2-15,-1-6 0 16,-3-2-1-16,-4-9 2 15,0-7-5-15,-4-5 2 0,1-7 0 16,-1-6 1-16,-2-8 0 16,6-17 2-1,-6 22-1-15,6-22 0 16,0 0-2-16,0 0 1 16,-22-3 0-16,22 3-1 0,-26-9-1 15,8 6 0-15,-1-2 0 16,-3 3-1-16,-4 0 2 15,3 4-1-15,1 0 1 16,-1-1-1-16,6 3-1 16,17-4 4-16,-19 0-2 15,19 0 0-15,0 0-1 16,0 0 0-16,33-12-1 0,-11 5 2 16,15-2 1-16,1-1-3 15,10-1 2-15,1-2 1 16,3-1 3-1,0-2-2-15,-3 4 1 0,-8 0-1 16,-4 0 1-16,-15-2-85 16,-3 4-74-16,-19 10-16 15,7-25-6-15,-7 25-5 16,-22-27-2-16</inkml:trace>
  <inkml:trace contextRef="#ctx0" brushRef="#br1" timeOffset="151653.22">21232 11490 495 0,'0'0'171'16,"-11"-36"-59"-16,3 6-42 15,4-1-15-15,-3-7-49 16,4-3-5-16,-4-1 1 16,2 2 1-16,-2 4 2 15,3 7-1-15,-3 4 2 16,4 10 1-16,3 15 4 16,-5-18-8-16,5 18-1 15,0 0 0-15,0 30-2 16,5-2 2-16,2 10-4 15,3 7-2-15,6 10-4 0,-2 6 9 16,1 8 0-16,4 4 2 16,-5-2-2-16,2-2 2 15,-4-3-3-15,-1-6 4 16,-5 1-2-16,-2-6 1 16,-4-8-3-16,-4-6 2 15,-6-3-1-15,1-3 2 16,-8-7-1-16,-2-6 0 15,-4-3-2-15,1-5 1 16,-4-2-1-16,0-3 0 16,-4-4-1-16,4-3 0 15,4 1 0-15,-1-1 1 16,4-2 0-16,0 2 0 0,19-2-1 16,-21 2 0-16,21-2 3 15,0 0 0-15,0 0-1 16,0 0 1-16,21-11 0 15,1 6-1-15,10-4 2 16,4 1-2-16,9 1 1 16,4 2-2-16,3-2 1 15,0 0-1-15,0 1-139 16,-7 3-32-16,-12-9-5 16,2 0-1-16,-13-18-11 15</inkml:trace>
  <inkml:trace contextRef="#ctx0" brushRef="#br1" timeOffset="152660.94">30296 9780 563 0,'-15'-17'174'0,"15"17"-36"16,0 0-75-16,-4 26-34 16,8 3-30-16,4 16-4 15,3 11 1-15,-1 16-1 16,6 15 5-16,-6 11-3 16,-1 10 3-16,-6 6 3 15,-3 4-5-15,-10 3 6 16,-9 4-7-16,-7-3 6 15,-9 0-4-15,-5-1 4 16,-8-2-6-16,-4-3 6 16,-9-3 2-16,5-3-2 15,1-7 2-15,1-10-2 0,5-6 1 16,9-15 0-16,2-15-1 16,12-10-6-16,11-16 0 15,4-10 0-15,11-21 3 16,-7 16-1-16,7-16 0 15,0 0-1-15,0 0 1 16,0 0-2-16,0 0 0 16,14-16 3-16,-14 16-3 15,9-24 0-15,-2 0-33 16,0-2-94-16,8-4-37 16,-4-13-3-16,4 1-1 15,-3-10-7-15</inkml:trace>
  <inkml:trace contextRef="#ctx0" brushRef="#br1" timeOffset="153472.51">29866 11719 228 0,'-17'-5'168'0,"17"5"-35"0,-16-23-26 15,16 23-5-15,-12-26-14 16,12 26-8-16,-11-24-36 16,11 24-28-16,-10-19-10 15,10 19 5-15,0 0 1 16,-19-7-3-16,19 7-10 15,0 0-4-15,-19 19 6 16,12-2-7-16,-2 4 3 16,-5 8-3-16,6 4 2 15,-6 7-1-15,2 2 9 16,-2 3-4-16,-2-2-3 16,6 2 2-16,-3 0 0 15,3-3 0-15,3-4 0 0,-2-2 2 16,2-5-2-16,7-3 2 15,0-6 2-15,4-3 1 16,-4-19 1-16,26 21 0 16,-3-17-1-16,6-6 0 15,9-3 0-15,4-6-1 16,5-1-3-16,7-5-1 16,-2 1 0-16,0-1 0 15,-7 1 1-15,-5 6-3 16,-2-2-1-16,-12 1-8 15,0-1-119-15,-10 5-40 16,-9-10-5-16,0 0-2 16,-7-13-5-16</inkml:trace>
  <inkml:trace contextRef="#ctx0" brushRef="#br1" timeOffset="154702.37">31074 10950 587 0,'0'0'198'15,"0"0"-36"-15,0 0-91 16,-19-14-66-16,19 14-5 16,0 0 0-16,0 0 0 15,-12 16 0-15,12-16-14 16,-14 21-1-16,5-2 0 16,-5 7-1-16,-1 5 4 15,1 9 7-15,-2 3 4 16,1 5-1-16,4 4 2 15,4-1-1-15,2-1 3 16,5-5-1-16,5-2 1 16,9-7-1-16,2-4 2 0,6-8 0 15,4-5-1-15,11-7 1 16,1-3 0-16,4-9-2 16,5-9-1-16,1-3 1 15,-3-9-2-15,4-3 1 16,-4-7-1-16,-3-6 1 15,-9-4-3-15,-4-4 2 16,-6-4 0-16,-11-3 1 16,-2-1-1-16,-6-3 1 15,-8 1-1-15,-6 3 1 16,-2 4-2-16,-6 2 4 16,-1 8-3-16,-3 6 2 0,-4 6 0 15,0 7 0-15,-4 5-1 16,2 3 0-1,-1 6 1-15,-4 3-1 0,3 6-1 16,-1 4 0 0,-2 5 0-16,4 6-1 0,-1 3 0 15,-1 9 0-15,5 6 0 16,3 6 0-16,2 5 2 16,6 6-3-16,3 1 3 15,5 3-3-15,3-3 3 16,8-1-3-16,3-4 2 15,5-5-2-15,3-5 3 16,6-7-2-16,2-6 2 0,3-6 1 16,5-4 0-16,6-6 1 15,1-6 1 1,2-9-1-16,1-3 1 16,1-6-2-16,-2-6 2 0,-2-7 0 15,-5-6-1-15,-3-7 1 16,-4-8-3-16,-7-5 3 15,-4-5-4-15,-4-5 3 16,-6-2-2-16,-2 3 0 16,-6 6-2-16,-2 3 1 15,-6 7 0-15,-4 8 2 16,-3 8-1-16,-8 5 1 16,-5 8 0-16,-2 4 0 15,-9 3-2-15,1 6 2 16,-6 6-2-16,-2 8 0 15,1 6-1-15,3 9-1 16,-1 7 1-16,8 8-1 0,9 8 2 16,6 10-2-16,6 1 2 15,12 4-2-15,5 0 2 16,8-1-1-16,10-4 1 16,4-8-2-16,8-4 3 15,4-10-1-15,3-8 2 16,1-8 0-16,4-6 3 15,-6-8-2-15,2-7 2 16,-1-7-1-16,-2-7 0 0,-6-8 0 16,1-7-2-1,-4-10 1-15,-4-7-3 16,-3-10 2-16,-5-1-4 16,-5-2 3-16,-6 0-1 0,-6 8 2 15,-9 4-102-15,-11 5-68 16,1 16-14-16,-18-3-7 15,1 12 1-15,-13-8 71 16</inkml:trace>
  <inkml:trace contextRef="#ctx0" brushRef="#br1" timeOffset="156950.99">9060 9842 330 0,'0'0'152'15,"-19"-13"-8"-15,19 13-18 0,-14-4-21 16,14 4-28-16,0 0-28 15,0 0-34-15,-19 14-17 16,19 3-1-16,-3 11-2 16,-1 13-1-16,-1 17-1 15,1 14 5-15,-6 18-2 16,1 12 3-16,-4 13-2 16,-7 8-3-16,-2 3 5 15,-8-5-2-15,-3-3 3 16,-1-9-4-16,1-7 4 15,-2-10-4-15,-2-11 3 16,5-10 3-16,-3-9-4 16,9-6 3-16,3-11-3 0,1-9 2 15,4-10-1-15,3-5-1 16,15-21 0-16,-16 22 0 16,16-22 1-16,0 0-1 15,0 0 1-15,0 0 2 16,0 0 2-16,0 0 0 15,0 0 0-15,0 0 0 16,0 0-1-16,0 0 0 16,0 0 0-16,0 0-2 15,16-15 0-15,-16 15-1 16,0 0 1-16,0 0 1 16,0 0 0-16,0 0 1 15,0 0 1-15,0 0 0 0,0 0 0 16,0 0-1-16,0 0-2 15,0 0 1-15,-7-24-1 16,7 24-2 0,-12-26-1-16,5 8-1 0,-2-6 1 15,-5-2 0-15,-2-3 1 16,3-1-1-16,-3-1 3 16,0 2-2-16,-1 3 3 15,5 1 0-15,1 8 1 16,11 17-1-16,-12-22 0 15,12 22 0-15,0 0-3 16,0 0 0-16,0 0 0 16,0 0-1-16,9 26-2 0,-2-9 1 15,0 7 0-15,1 2 1 16,3 5 1 0,-4 2 1-16,1 2-1 15,-4 1 2-15,-1-3 4 0,1-2-3 16,-1 0 3-16,-3-6-2 15,4-3 5-15,1-6-2 16,-5-16 5-16,21 15-3 16,1-17-10-16,4-6 7 15,13-8-6-15,9-3 3 16,8-5-5-16,5-2 2 16,5-2-4-16,-2 4 4 0,0 5-12 15,-12 3-139 1,-7-3-22-16,-8 6-6 15,-22-8 0-15,3 9-3 16</inkml:trace>
  <inkml:trace contextRef="#ctx0" brushRef="#br1" timeOffset="157850.63">9647 10734 435 0,'14'-33'178'0,"-6"-7"-42"16,-1-8-54-16,4 1 0 16,-9-2-35-16,5 6-47 15,-4 7 1-15,-3 8-1 16,0 7-1-16,0 21 0 15,-3-17-1-15,3 17 1 16,0 21 0-16,0 1 1 0,0 11-1 16,3 7 0-16,7 10 1 15,-1 9-6-15,5 5 7 16,-2 4-6-16,5 1 4 16,-4-2-5-16,2-6 6 15,-1-6-5-15,-2-6 3 16,-1-6 2-16,-3-5-2 15,3-10 1-15,-4-6 1 16,-4-6 1-16,-3-16 0 16,5 21 2-16,-5-21 2 15,0 0-3-15,0 0 0 16,-19 1 0-16,19-1-1 16,-26-6 0-16,7 2 0 0,0 1-2 15,-3 1-1-15,-5 0 2 16,1 2 0-1,0 2-1-15,0 0 1 0,-3 3-1 16,6 0 0-16,1-2 0 16,-1 3-1-16,8-3 0 15,15-3-1-15,-21 4 1 16,21-4 0-16,0 0 1 16,0 0 1-16,0 0 0 15,21-14-1-15,-2 9 2 16,7-4 0-16,5 0 1 15,9-3-1-15,5 3-2 16,11-3 0-16,-1 0 1 0,2 0 0 16,-1 2 0-1,-4-1 1-15,0 3 0 16,-7 2-1-16,-7-2 0 16,-5 4 1-16,-10-1 1 0,-23 5 1 15,22-2 1-15,-22 2 1 16,0 0 1-16,0 0-69 15,-3 16-99-15,3-16-13 16,-30 10-16-16,-1-15-5 16,-5 5 33-16</inkml:trace>
  <inkml:trace contextRef="#ctx0" brushRef="#br1" timeOffset="174001.11">21069 11464 175 0,'-16'-7'196'0,"-3"-5"-23"15,2-2-49-15,17 14-14 0,-19-27-18 16,19 27-20-16,-13-26-27 16,13 26-45-16,-7-21-1 15,7 21 1-15,0 0 2 16,0 0-4-16,0 0-4 15,-19-9-2-15,19 9 1 16,-10 19-1-16,1-1 0 16,2 2-1-16,-3 10-2 15,1 1 3-15,2 9 8 16,4 5 2-16,-1 2-2 16,4 1 4-16,4-1-3 15,3-2 2-15,8-2-2 16,3-5 3-16,-3-8-4 0,8-6 2 15,3-5 0-15,3-9 0 16,3-6 1-16,1-8 0 16,3-10 1-16,-1-5-2 15,5-8 1-15,-6-5-3 16,-1-4-2-16,-3-9 1 16,-2 0-2-16,-7-3-3 15,-13-3 2-15,3 3-2 16,-15 0 0-16,-3-1 0 15,-1 6 5-15,-13 5-5 16,-2 7 5-16,-8 3 1 16,1 9 1-16,-6 5-1 15,-2 9 1-15,-4 7 0 0,-1 4-1 16,1 10 0-16,-3 5 0 16,3 8-1-16,-1 6-1 15,8 6 1 1,2 8 2-16,7 4 2 0,7 5-3 15,9 2 3-15,10 1-2 16,7-2 3-16,12-4-3 16,7-3 2-16,7-5-4 15,8-7 2-15,8-9-1 16,3-9 2-16,4-6-1 16,1-13 1-16,-2-6 1 15,1-11 0-15,-4-10 0 16,-3-6 1-16,-8-6-2 0,-8-6 0 15,-7-4-3 1,-10-6 0-16,-6-2-1 16,-13-3-3-16,-11 0 1 15,-9 0-3-15,-4 3 3 0,-10 2-2 16,-8 5 7-16,0 9-6 16,-7 7 6-16,7 9-2 15,-4 8 1-15,-3 9-1 16,3 8 2-16,1 7-1 15,4 9-2-15,6 9 1 16,2 8-1-16,5 8 1 16,8 6 2-16,9 9 1 0,5 3-1 15,9 0 2 1,9 2-3-16,5 1 4 16,12-5-3-16,5-4 3 15,9-10-6-15,2-4 3 16,6-9-1-16,5-7 1 0,2-11 0 15,-1-8 1-15,1-9 0 16,-2-10 1-16,-1-8 1 16,0-12-2-16,-7-6 2 15,-7-8-2-15,-9-5-2 16,-6-8 0-16,-9-5-2 16,-9 2-4-16,-14-2 3 15,-4 2-3-15,-15 3 2 16,-9 4-2-16,-4 8 6 0,-4 7-5 15,-8 9 6 1,5 10 0-16,-8 7-1 16,4 11 0-16,4 8 0 0,-4 9 0 15,6 8 0-15,1 9 0 16,4 9-1-16,4 9 1 16,8 10 1-16,6 5 4 15,8 5-4-15,8 4 2 16,7 3-3-16,10-4 3 15,13-2-2-15,6-11 2 16,6-8-6-16,6-7 2 16,8-11 1-16,3-9 1 15,7-12 0-15,2-12 1 16,-2-9 2-16,-4-10-1 16,6-8 2-16,-5-10-2 15,-4-11 1-15,-4-8-2 0,-13-6-1 16,-2-5-1-16,-14-3-3 15,-8-2-4-15,-11-1 4 16,-11 4-4-16,-11 5 3 16,-4 6-3-16,-9 7 6 15,-10 11-5-15,0 9 7 16,-7 10-1-16,-4 9 0 16,-3 10 0-16,2 9 0 15,-2 12 0-15,0 9-1 16,5 8 1-16,2 12-2 15,7 8 5-15,8 4-2 16,11 10 3-16,7 2-4 16,16 1 5-16,10 0-5 0,12-4 3 15,14-5-2-15,5-5 0 16,7-9-3-16,7-7 2 16,7-8-1-16,2-9 1 15,-2-10 1-15,-4-10 1 16,3-11 0-16,-3-9 0 15,-3-10 1-15,-7-10 0 16,-3-13 1-16,-5-7-3 16,-11-8 1-16,-7-6-3 15,-9-3-1-15,-10-3-3 16,-7 3 1-16,-15 2-4 16,-8 5 4-16,-6 8-1 15,-6 6 2-15,-7 9-1 0,-3 9 7 16,0 10-4-16,0 6 3 15,7 8 0-15,-4 9-2 16,11 6 2 0,-3 9-3-16,8 6 1 0,3 11-2 15,1 5 3-15,9 13 0 16,1 6 3-16,5 7-3 16,9 5 2-16,5 4-3 15,9-4 3-15,5-5-3 16,5 0 3-16,3-14-5 15,11-8 2-15,-1-9-1 16,4-13 3-16,2-7 0 16,6-8 0-16,-3-9 1 0,5-13-1 15,2-6 0 1,-3-8 0-16,0-7 0 16,-5-3-2-16,-5-10 0 15,-5-6-1-15,-8-3-2 0,-8-1-3 16,-9-1 2-16,-10-2-2 15,-9 3 2-15,-8-1-2 16,-8 7 3-16,-5 3-3 16,-1 8 7-16,-6 5-2 15,-6 7 3-15,2 10-2 16,-2 6 2-16,-1 11 1 16,1 7-3-16,-1 12 3 0,0 12-2 15,4 13 0 1,2 17-2-16,8 10 3 15,9 13-1-15,4 11 4 16,11 9-7-16,11 0-79 16,16-1-60-16,17 1-18 0,3-18-6 15,13-1-1-15,3-23-8 16</inkml:trace>
  <inkml:trace contextRef="#ctx0" brushRef="#br1" timeOffset="184038.26">31623 8986 18 0,'0'0'105'0,"0"0"-33"16,0 0-15-16,-4 15 15 15,4-15 34-15,0 0-6 0,26 10-6 16,-26-10-5-16,42 6-4 16,-13-5-3-16,15 8-13 15,4-4-19-15,13 4-43 16,14 3-5-16,11 2 0 16,6 1-4-16,6 5 1 15,8 5-1-15,-2 0 0 16,0-1-1-16,-7 2 2 15,-7-2-1-15,-8 2 1 16,-7 0-3-16,-11-3 2 16,-9-6-2-16,-13 0-1 15,-2-3 2-15,-11 0-1 16,-9-4 0-16,-5-3-1 0,-15-7 2 16,19 9 0-16,-19-9 1 15,0 0 1-15,0 0 2 16,0 0 0-16,0 0 4 15,0 0 4-15,0 0 0 16,0 0 0-16,0 0-13 16,0-23-41-16,0 23-15 15,-15-26-5-15,15 26-8 16,-23-38-7-16,9 21-1 16,-8-9 0-16,6 5 14 15,-7-1 42-15,1-1 23 16,3 2 15-16,-2 1 31 15,5 8 31-15,-3-9 6 0,19 21-3 16,-22-21-1-16,22 21-4 16,0 0-7-16,0 0-13 15,-14-17-23 1,14 17-30-16,0 0-7 0,0 0 0 16,0 0 1-16,7 22 1 15,-7-22-1-15,10 30 1 16,-1-11-1-16,-2 0 4 15,8 3 3-15,3 1 3 16,1-1 0-16,3 2 1 16,8-1 0-16,-4-1 2 15,5-1-3-15,-1 0-2 16,-1 0-5-16,-6 0-1 0,-1-1-1 16,-11-1-1-16,-3 4-2 15,-8 1 1 1,-8 2 0-16,-6 4 2 15,-16 2 2-15,-1 3-1 0,-11 1 3 16,-4 1-2-16,-8-3 2 16,-2-1-2-16,4-2 2 15,0-6-35-15,10-3-65 16,6-5-45-16,5-10-26 16,17 2-10-16,14-9-11 15,-9-17 100-15</inkml:trace>
  <inkml:trace contextRef="#ctx0" brushRef="#br1" timeOffset="185176.06">33846 9126 327 0,'0'0'193'0,"0"0"-46"15,0 0-26-15,7-21-15 16,-7 0-25-16,7-1-43 16,0-6-28-16,-2-5-10 15,2-7 0-15,0 2 0 16,0 0 0-16,-2 0 0 0,-1 3 0 15,-1 4 0-15,1 9 0 16,-1 1 0-16,-3 21-8 16,0-17 0-16,0 17 0 15,0 0-1-15,-7 24 3 16,4-2-4-16,-1 10 4 16,4 6 3-16,0 7 1 15,4 12 1-15,3 3-4 16,0 3 5-16,5 2-3 15,2 0 3-15,-2-3-3 16,7-7 3-16,-5-3-3 16,1-5 4-16,-4-7-1 15,1-4-1-15,-5-5-1 0,0-3 2 16,-2-6-1-16,-5-3-1 16,0-3 1-16,0-16-3 15,-9 23 4 1,9-23-2-16,-17 6 2 0,1-4 0 15,-6 0-1-15,-4-2 1 16,0 0-1-16,-7 0 1 16,2 2 0-16,-6-1-1 15,2 5 0-15,6 0-1 16,-1-2 2-16,8-2 1 16,3-1-2-16,19-1 3 15,-18 0 5-15,18 0 2 16,0 0-1-16,30-13-1 0,-1 0 1 15,10 3 1-15,13-4 0 16,7 2-2 0,12-2-7-16,3 0 1 15,11-1-1-15,-5 1 1 0,-2 2 0 16,-3-2-40-16,-11 5-76 16,-12 6-50-16,-19-6-11 15,-10 13-15-15,-23-4-4 16,0 0 78-16</inkml:trace>
  <inkml:trace contextRef="#ctx0" brushRef="#br1" timeOffset="188704.57">2209 15977 403 0,'3'-29'195'0,"-3"29"-10"16,0 0-58-16,0-20-63 15,0 20-19-15,0 0-41 16,0 0-4-16,0 0 0 15,0 0 0-15,0 0 0 16,0 0 0-16,0 0 0 16,0 0 0-16,0 0 0 15,0 0 0-15,0 0 0 16,0 0 0-16,0 0 0 0,0 0 0 16,0 0 0-16,0 0 0 15,0 0 0-15,0 0 0 16,0 0 0-16,0 0 0 15,0 0 0-15,0 0 0 16,0 0 0-16,0 0 0 16,0 0 0-16,0 0 0 15,0 0 0-15,0 0 0 16,0 0 0-16,0 0 0 0,0 0 0 16,-3 23 0-1,3 0 0-15,0 11 0 16,0 16 0-16,-2 14 0 15,-1 18 0-15,-4 11 0 0,-4 13 0 16,-1 3 0-16,-3-2 0 16,-6-5 0-16,-2-7 0 15,-3-13 0-15,7-15 0 16,0-15 0-16,3-10 0 16,6-18 0-16,10-24 0 15,0 0 0-15,0 0 0 16,-7-28-1-16,10-8-4 15,4-14-5-15,2-11 6 16,-2-8 1-16,3-9 4 16,3-5-2-16,0-4 1 15,0 3 2-15,6-1-2 16,-2 7 2-16,2 9 0 0,4 3 1 16,-1 9-1-16,4 8 0 15,0 10 0-15,-3 7-1 16,6 15 1-1,-3 12 0-15,9 12-2 0,-2 14 2 16,4 11-1-16,1 15-1 16,-2 10 0-16,2 11 0 15,1 6 0-15,1 2 0 16,-9 4 0-16,-5-2 0 16,0-2 0-16,-4-5 0 15,-4-9 0-15,-6-10-106 16,2-12-56-16,-6-5-16 15,-8-35-17-15,4 26-3 0,-4-26 15 16</inkml:trace>
  <inkml:trace contextRef="#ctx0" brushRef="#br1" timeOffset="188905.71">2164 16742 500 0,'-26'4'188'15,"0"-3"-10"-15,26-1-78 16,0 0-55-16,26-5-52 16,7-2 1-16,19-2-1 15,5-4-28-15,16-6-103 16,7 0-35-16,-6-13-17 0,11 6-2 16,-10-12-4-16</inkml:trace>
  <inkml:trace contextRef="#ctx0" brushRef="#br1" timeOffset="189168.9">3355 16626 642 0,'-4'28'192'0,"4"-28"-30"16,0 24-147-16,16-22-18 15,13-4 3-15,4-5-2 16,12-3-71-16,0-4-68 0,1-9-30 16,9 6-16-16,-10-11-3 15,7 9 2-15</inkml:trace>
  <inkml:trace contextRef="#ctx0" brushRef="#br1" timeOffset="190751.03">5021 16562 250 0,'29'19'191'0,"-29"-19"-8"15,0 0-57-15,-20 10-30 16,-12-18-10-16,3-3-14 16,-8-11-56-16,-1-8-13 15,-3-9-3-15,4-8 0 16,8-7 0-16,6-6 0 16,4-4 0-16,12 0 0 15,3 3 0-15,8 11 0 16,3 7 0-16,3 8 0 15,-1 11 0-15,-9 24 0 16,10-16 0-16,-10 16 0 16,0 21 0-16,-3-2 0 15,3 5 0-15,0 0 0 0,3 4 0 16,10 2 0-16,7-5 0 16,8-4 0-16,9 0 0 15,11-5 0-15,4 1 0 16,0-2 0-16,6 5-1 15,-10-1 2-15,-4 5-2 16,-10 9 2-16,-15 1-3 16,-5 8-2-16,-14 1 4 15,-7 2-2-15,-5-2 3 16,-2-1-5-16,2-7 3 16,2-8-2-16,6-9 2 15,4-18 2-15,23 7-2 16,3-20-1-16,14-11 0 0,10-10 3 15,13-10-1-15,1-6 3 16,5-5-2-16,-1-4 1 16,-4-2-3-16,-12 2 5 15,-7 4-3-15,-12 8 0 16,-13 7 0-16,-10 8-1 16,-17 9 2-16,-9 7-1 15,-4 15 0-15,-8 8-1 16,-5 10 0-16,-4 5 0 15,6 10-1-15,-2 7-1 16,7 1 0-16,10 2 0 16,6 3 0-16,14-7 1 15,8-2 1-15,12-3 0 0,7-9 1 16,9-8 0-16,9-9-1 16,5-7 1-16,1-11 0 15,4-4 2-15,-7-9-1 16,2-6 1-16,-2-4-2 15,-7-3-1-15,-5-3 0 16,-5 6 0-16,-2 1 0 16,-7 2 0-16,3 7 0 15,1 6 0-15,1 10 0 16,-1 8 0-16,3 7-3 16,5 6 3-16,-2 8 0 15,-4 2 0-15,-3 4-1 16,-6 3 3-16,-10-1-1 15,-4 2 0-15,-11 1-1 16,-11-3 0-16,-10 0 0 16,-3 1 0-16,-7-4 0 15,-5-2 0-15,1-3 0 0,3-6-1 16,1-3-1-16,10-3-4 16,7-4 4-16,16-5 1 15,0 0-1-15,0 0-1 16,32-8 0-16,1-8 4 15,8 0-4-15,6-4 5 16,10-6-5-16,6-7 4 16,1 0-3-16,0-3 4 0,2-2-4 15,-5 1 2-15,-2 1 1 16,-3 1 0 0,-15 2 2-16,-2 7-1 15,-13 6 1-15,-7 4 2 16,-19 16-1-16,0 0-1 0,0 0-1 15,0 0-2-15,-28 19 0 16,5 4 0-16,-3 3 0 16,4 5-3-16,1 3 0 15,2 1 2-15,12 3 1 16,7 0-2-16,10-3 3 16,9-4-6-16,11-5 6 15,3-5-5-15,9-9 2 0,-1-7 0 16,11-12-2-1,0-9 3-15,0-8-1 16,-3-9 4-16,0-8-4 16,-4-11 4-16,-7-7 0 0,-5-5-2 15,-11-5 2-15,-8-2-3 16,-5 1 3-16,-5 5-1 16,-8 4 0-16,-1 7-1 15,-6 13 2-15,4 10-2 16,-1 8 2-16,8 23 0 15,-18-22-1-15,18 22-1 16,0 0 0-16,-8 24 0 16,8-2 0-16,3 10-1 15,2 7 0-15,-1 10 2 16,3 10-3-16,3 1 3 16,-5 4-2-16,6 2 2 15,-4-2-2-15,2-5 3 0,1-2-4 16,-1-8 5-16,5-10-1 15,1-9-1-15,2-6-26 16,3-17-94 0,2-14-47-16,8-3-7 0,-8-20 1 15,4 1-11-15,-10-16 7 16</inkml:trace>
  <inkml:trace contextRef="#ctx0" brushRef="#br1" timeOffset="190962.17">7484 15953 534 0,'0'0'180'0,"33"10"-15"16,-3-15-78-16,11 1-49 16,11-4-36-16,4-4-1 15,5-2-39-15,-2-2-81 16,-7-3-47-16,-4 5-7 15,-16-3-10-15,-10 8-3 16,-22 9 45-16</inkml:trace>
  <inkml:trace contextRef="#ctx0" brushRef="#br1" timeOffset="192087.97">2619 18174 602 0,'-18'-9'191'15,"18"9"-10"-15,-28 14-132 16,21 7-49-16,4 15 0 16,-1 9-4-16,8 10 1 15,-1 9-4-15,1 11 3 16,5 1 0-16,-2 0 4 15,-4-3-1-15,0-7 1 16,1-8 1-16,-4-11-1 16,0-9 2-16,-4-12 1 15,1-10-1-15,3-16 1 16,0 0 0-16,-10-30 1 16,1-4-1-16,2-11-1 0,0-7-2 15,-2-9 0-15,2-6 0 16,4-6 0-16,3 0 0 15,10 1 0-15,2 6 0 16,11 4 0-16,3 8 0 16,7 9 0-16,-2 10 0 15,9 16-2-15,-7 11 0 16,2 11 1-16,-9 13 2 16,-7 11-1-16,-9 11-3 15,-10 6 2-15,-6 4-1 16,-10 1 2-16,-7 1-2 15,-3-5 0-15,0-4-2 16,4-11 1-16,3-8 1 0,19-22 2 16,-21 23-1-16,21-23 1 15,0 0 0-15,22-5 0 16,4 1-2-16,7-1 2 16,13 3 1-16,9 4-2 15,4 5 0-15,9 3-2 16,-4 8 2-16,-5 6-1 15,-3 3 5-15,-15 6-3 16,-11 5 4-16,-15 4-2 16,-18 1 1-16,-13 2 0 15,-17 0 0-15,-8-3-3 16,-15-6-1-16,-8-5-1 16,-6-6 0-16,3-12-2 0,2-9 1 15,6-9-6-15,11-14-80 16,17-7-54-16,17-4-26 15,7-10-1 1,21-1-4-16,12-11-8 0</inkml:trace>
  <inkml:trace contextRef="#ctx0" brushRef="#br1" timeOffset="192305.13">3650 18502 551 0,'34'13'189'16,"-4"-8"-6"-16,3-7-103 15,2 2-78 1,4-3-4-16,0-1-110 16,-3-5-61-16,2 3-6 0,-8-7-10 15,-1 5 3-15,-6-10 23 16</inkml:trace>
  <inkml:trace contextRef="#ctx0" brushRef="#br1" timeOffset="192685.4">5271 17611 708 0,'-17'-10'192'0,"17"10"-69"15,-16-16-123-15,16 16 0 0,0 0 0 16,12 24 0 0,-2 2 0-16,3 5 0 15,4 6 0-15,-1 4 0 16,-1 8 0-16,3 4 0 0,-3 6-49 16,-1 0-97-16,-2-7-25 15,2 2-10-15,-5-13 0 16,10 3-3-16</inkml:trace>
  <inkml:trace contextRef="#ctx0" brushRef="#br1" timeOffset="193241.79">6081 18177 627 0,'0'0'179'0,"0"0"-10"0,6-17-121 16,-6 17-48-16,0 0-3 16,-23-11-2-16,23 11 1 15,-22 14 1-15,22-14 3 16,-30 35-2-16,18-7-1 16,-2 10 0-16,2 8-2 15,1 8 1-15,6 1 0 16,2 4 1-16,6 2-1 15,6 1 3-15,5-5 0 16,5-7 0-16,7-6 1 16,0-6 0-16,9-9 1 15,1-6 0-15,2-6 3 16,6-13-1-16,-3-6 1 0,5-7 1 16,-1-10-1-16,-4-9-1 15,-1-4-1-15,2-8 1 16,-9-7-3-1,-4-3 3-15,-3-7-5 0,-10-4 4 16,-4-3 2-16,-8-2-2 16,-4-1 2-16,-12-1-4 15,-2 2 0-15,-5 4-4 16,-7 5 3-16,-4 10-3 16,-8 9-1-16,-4 9 3 15,-5 8 0-15,2 11 2 16,-3 8 2-16,-5 11 0 15,5 4 0-15,-1 5 0 0,8 1-58 16,11 5-71-16,4 4-37 16,10-9-3-16,16-2-4 15,0-17 0-15</inkml:trace>
  <inkml:trace contextRef="#ctx0" brushRef="#br1" timeOffset="193509.11">6894 17573 524 0,'0'0'174'0,"14"-23"-4"0,-14 23-56 16,0 0-111-16,3-17 0 15,-3 17 2 1,0 0-4-16,-10 28 2 15,3-9-1-15,-2 7 1 0,2 5 1 16,-3 5-2-16,5 9-76 16,-6 0-68-16,1-3-23 15,8-2-5-15,-5-9-2 16,14-5-3-16</inkml:trace>
  <inkml:trace contextRef="#ctx0" brushRef="#br1" timeOffset="199498.37">3360 20557 618 0,'0'0'204'0,"0"0"-26"15,7-21-155-15,-7 21-23 16,-7-29 0-16,2 12 0 0,-6-1 0 15,2-1 0-15,-4 4 0 16,-3 1 0-16,2 3 0 16,-9 3 0-16,4 3 0 15,-3 6 0-15,-4 8 0 16,0 3 0-16,-4 7 0 16,1 7 0-16,-3 10 0 15,-1 9 0-15,0 7 0 16,6 11 0-16,1 8 0 15,5 5 0-15,9 5 0 16,5 1 0-16,10-3 0 16,8 3 0-16,8-5 0 15,7-7 0-15,3-6 0 0,13-11 0 16,0-9 0-16,3-6 0 16,3-9 0-16,4-12 0 15,4-4 0-15,0-12 0 16,1-4 0-16,-2-6 0 15,-3-3 0-15,0-7 0 16,-3-12-31-16,-4 1-130 16,-7 1-17-16,-5-7-8 15,-3-1-14-15,-11-8-1 16</inkml:trace>
  <inkml:trace contextRef="#ctx0" brushRef="#br1" timeOffset="199747.55">4139 20844 548 0,'0'0'202'0,"-3"16"-3"16,3-16-125-16,0 0-74 15,0 0 0-15,19 10 0 16,0-6 0-16,0-2 0 15,7 1 0-15,3-3 0 16,8 2-118-16,-2-2-57 16,-6-9-19-16,4 2-1 15,-10-10-5-15,3-2 60 0</inkml:trace>
  <inkml:trace contextRef="#ctx0" brushRef="#br1" timeOffset="200376.99">5387 19735 538 0,'0'0'187'0,"-10"-16"-38"16,10 16-55-16,0 0-39 15,-12-17-55-15,12 17 0 16,0 0 0-16,0 0 0 16,0 0 0-16,0 0 0 15,0 0 0-15,0 0 0 0,-18 2 0 16,18-2 0-16,0 0 0 15,0 24 0-15,0-5 0 16,4 7 0-16,-1 5 0 16,4 11 0-16,-3 3 0 15,4 5 0-15,-4-2 0 16,3 1 0-16,-4-8 0 16,4-1 0-16,-5-7 0 15,1-7 0-15,1-7 0 16,-4-19 0-16,3 23 0 15,-3-23 0-15,0 0 0 16,0 0 0-16,0 0-121 16,16-4-59-16,-16 4-9 0,0 0-11 15,14-19 6-15,-14 19 56 16</inkml:trace>
  <inkml:trace contextRef="#ctx0" brushRef="#br1" timeOffset="201404.72">6061 20488 497 0,'-16'-7'173'15,"16"7"-29"-15,0 0-30 16,0 0-26-16,0 0-81 16,-12-16-7-16,12 16 0 0,0 0 0 15,-21 9 0-15,21-9 0 16,-26 26 0-16,10-7 0 16,1 7 0-16,-3 7 0 15,3 8 0-15,-1 10 0 16,6 2 0-16,-1 8 0 15,6 1 0-15,9 4 0 16,1-2 0-16,9-2 0 16,1-3 0-16,8-5 0 15,-1-6 0-15,11-4 0 16,0-10 0-16,2-6 0 16,2-6-7-16,4-8-1 0,4-12-2 15,-3-9 4-15,1-7 3 16,3-10-4-16,-8-4 6 15,2-8-5-15,-6-4 5 16,-4-7 0-16,-8-3 5 16,-2-3-5-16,-7-6 3 15,-6-4 0-15,-7-1 0 16,-3-3 3-16,-7 1-1 16,-10 0 3-16,-2 9-2 15,-11 3 3-15,-2 11-3 16,-8 7 2-16,-2 12-7 15,-4 8 0-15,0 11 0 16,1 5 0-16,-1 9 0 0,8 3 0 16,4 0 0-16,2 0 0 15,9 0-49-15,16 4-103 16,10-16-32-16,3 22-7 16,20-13-4-16,6-8-9 15</inkml:trace>
  <inkml:trace contextRef="#ctx0" brushRef="#br1" timeOffset="201941.11">6875 20422 567 0,'10'-33'189'16,"-3"14"-21"-16,-2-2-133 15,-1 1-35-15,3-1 5 16,-4 4-3-16,1 1 4 16,-4 16-3-16,5-23 5 15,-5 23-3-15,0 0 8 16,0 0-3-16,0 0 1 15,0 0-10-15,0 0-1 16,-16 23 0-16,9-4 0 0,-1 4 0 16,1 8 0-16,3 7 0 15,-6 10 0 1,5 11 0-16,1 9 0 16,-3 4 0-16,4 10 0 0,-1 1 0 15,-1 2 0-15,2-2 0 16,-1-2 0-16,4-5 0 15,0-8 0-15,0-11 0 16,0-5 0-16,4-11 0 16,1-6 0-16,2-9 0 15,0-7-7-15,-7-19 0 16,0 0-1-16,22 14-2 16,-22-14-1-16,19-21-61 0,-8-2-66 15,-3-6-34 1,6 1-9-16,-2-13-1 15,2 3 1-15</inkml:trace>
  <inkml:trace contextRef="#ctx0" brushRef="#br1" timeOffset="202668.62">7401 19802 445 0,'0'0'180'16,"0"0"-24"-16,-11-22-44 0,11 22-35 16,0 0-57-1,0 0-12-15,0 0-1 16,0 0 4-16,0 0-4 15,0 0-7-15,-12 24 0 0,12-1 0 16,-3 8 0-16,3 7 0 16,-4 7 0-16,4 3 0 15,0 4 0-15,0 2 0 16,-3-2 0-16,3-5 0 16,0-9 0-16,0-7 0 15,-4-7 0-15,4-24 0 16,0 21 0-16,0-21-9 15,0 0 1-15,0-35 1 16,0 13-5-16,-3-9 5 16,3-2-1-16,-4-2 7 15,4-3-3-15,0 2 4 16,4 6-3-16,-4 3 2 0,0 7 5 16,0 5 5-16,0 15 4 15,0 0-1-15,0 0 0 16,0 0-2-1,-16 24-10-15,13 4 0 0,-4 1 0 16,-2 6 0-16,6 6 0 16,-8 4 0-16,8-5 0 15,-2-2 0-15,1-1-3 16,-3-11-120-16,4-7-50 16,6 0-20-16,-3-19-5 15,0 0 1-15,-16-18 62 16</inkml:trace>
  <inkml:trace contextRef="#ctx0" brushRef="#br1" timeOffset="-189230.96">18744 8546 88 0,'0'0'40'0,"0"0"6"16,0 0 3-16,-7-17 6 15,7 17 8-15,0 0 12 16,0 0 8-16,0 0 7 15,0 0 4-15,0 0-2 16,0 0-9-16,0 0-8 16,0 0-16-16,0 0-28 15,0 0-31-15,0 0 0 0,0 0 0 16,0 0 0-16,0 0 0 16,-8-16 0-16,8 16 0 15,0 0 0-15,-18-14 0 16,18 14 0-16,-12-15 0 15,12 15 0-15,0 0 0 16,-19-19 0-16,19 19 0 16,0 0 0-16,-14-14 0 15,14 14 0-15,0 0 0 16,0 0 0-16,0 0 0 16,0 0 0-16,0 0 0 15,0 0 0-15,0 0 0 16,0 0 0-16,0 0 0 0,0 0 0 15,0 0 0-15,0 0 0 16,0 0 0-16,0 0-69 16,0 0-58-16,0 0-25 15,26 10-24-15,-3 6-20 16,3-1 0-16,7 9 90 16</inkml:trace>
  <inkml:trace contextRef="#ctx0" brushRef="#br1" timeOffset="-183798.58">21027 9927 92 0,'26'-3'39'16,"-7"-4"-17"-16,4 2-14 15,-9-2-7-15,-14 7-21 0,26-4-20 16,-26 4-19-16,0 0 17 15,0 0 42-15</inkml:trace>
  <inkml:trace contextRef="#ctx0" brushRef="#br1" timeOffset="-161964.06">9262 7178 90 0,'0'0'30'0,"-20"-10"3"15,20 10 1-15,0 0 3 16,0 0 3-16,0 0-2 16,0 0 8-16,0 0 3 15,0 0 5-15,0 0-3 0,9-16-4 16,-9 16-8-16,23-10-10 15,-1 3-9-15,8-3-7 16,3-1-5-16,12-3-3 16,3-1 1-16,5-6 17 15,6 4 5-15,1-6 3 16,5 4-1-16,-6-1 1 16,5 4-1-16,-12-1 1 15,3 6-5-15,-13 3-15 16,-5 1-7-16,-11 1 0 15,-7 3-1-15,-19 3 0 16,19-2 0-16,-19 2-1 0,0 0 2 16,0 0 0-16,0 0 2 15,0 0-3-15,0 0 0 16,-16 11 1 0,16-11 0-16,-19 8-1 15,19-8-1-15,-33 7-3 0,7-2-1 16,-3 2 2-16,-6 2 0 15,-2 1-2-15,-1 3 2 16,-5 2-1-16,-2 1-1 16,3 1 2-16,0 2 0 15,6 0-13-15,-2-3-80 16,12-1-64-16,7 3-17 16,1-13-7-16,18-5-11 0,0 0 49 15</inkml:trace>
  <inkml:trace contextRef="#ctx0" brushRef="#br1" timeOffset="-156872.45">9045 9823 140 0,'-7'-15'66'16,"7"15"24"-16,0 0 28 16,0 0-6-16,0 0-14 15,0 0-6-15,0 0-11 16,0 0-11-16,0 0-13 15,0 0-28-15,0 0-36 16,-16 21 1-16,16-21 4 16,-7 17 0-16,7-17 0 15,-14 29 2-15,9-8-1 16,-5 3 0-16,3 2 1 16,-2 4-2-16,-1 3 1 15,1 5-1-15,-2 1 2 16,1 5-2-16,1 1 2 0,-1-4-2 15,3 4 2-15,-2-1-2 16,2-5 3-16,4-2 0 16,-1-1 0-16,1-5-2 15,1 2 1-15,4 0 0 16,-2 2-1-16,0-1 3 16,3 3-7-16,-3-3 5 15,-3 4-6-15,1 2 7 16,2 2-6-16,-7-1 5 15,4 2-5-15,-4 2 3 16,-2 2 1-16,-1 3-1 16,-2 4 3-16,-2 1-3 15,-2 3 3-15,-1 0-3 0,-2 1 2 16,-4 2-1-16,4-4 1 16,-4 0 4-16,1-2-2 15,-1-3 1-15,-3-1-2 16,7-5 3-16,-7-1-3 15,0-1 2-15,3-5-1 16,-6 0-4-16,3-5 1 16,-4 1 0-16,-8-6 2 15,-2 1-1-15,-1-3 3 16,-4-1-2-16,-8-5 1 16,1 0 0-16,-7-4 1 15,-1-3-2-15,-12 0 0 16,-2 1 0-16,-4-1 2 0,-4-2 1 15,2 0-2-15,-5-1 2 16,2-1 1-16,-2-5 3 16,14-1 0-16,-1-9 0 15,10-6-3-15,1-3 1 16,6-1-1-16,6-9-2 16,4-2-2-16,0-7-2 15,5 0-2-15,5-5-1 16,-1-4 0-16,6-4 1 15,2-6-1-15,2-4-3 16,4-3 3-16,1 1-2 16,5-5 3-16,-3 1-1 0,9-2 2 15,-2 0-2-15,1 2 3 16,4 1 4-16,6-3-4 16,1 0 3-1,1 0-3-15,10-2 4 0,-4 0-4 16,8 0-1-16,4 1 5 15,4-3-5-15,0 1 4 16,10 3-3-16,0-2 3 16,5-2-3-16,5-3 4 15,2 2-1-15,0-4-2 16,7 1 2-16,1-3-1 16,0-1 0-16,6 5-3 15,-7 2 2-15,1 3 0 0,-1 0-1 16,-4 8 1-16,1 2 1 15,-1 6 1-15,1 5-2 16,-4 3 3 0,-3 4-1-16,-1 7 1 0,-1 5-2 15,-1 5 1-15,-6 4-2 16,-7 3 1-16,-7 6-1 16,-19 8 1-16,26-11 1 15,-26 11-1-15,0 0 1 16,0 0-1-16,0 0 1 15,0 0 0-15,0 0 1 16,0 0-2-16,0 0-1 16,0 0-1-16,0 0 0 0,0 0 0 15,0 0-1-15,15-19 0 16,-15 19-1 0,21-26 2-16,-5 9 0 15,-1-2 1-15,5-4 2 0,0 3-2 16,-1 1 1-16,1 1-1 15,-5 4 2-15,-15 14-1 16,21-15 2-16,-21 15-2 16,0 0-1-16,0 0 0 15,0 0-2-15,0 0 0 16,0 0-1-16,0 0 0 16,0 0-2-16,0 0 2 15,0 0 1-15,0 0 0 0,0 0 2 16,0 0 0-1,0 0-2-15,0 0 1 16,0 0 0-16,0 0 0 16,0 0 1-16,0 0 0 0,0 0-1 15,0 0-2-15,0 0 1 16,0 0-1-16,0 0 0 16,0 0-1-16,-21 7 1 15,21-7-2-15,-31 8 2 16,5 1 1-16,-4 0 0 15,1 3 1-15,-9 2 0 16,-2 3 0-16,-2 0 0 16,0 2 1-16,3-3-1 15,0 1 0-15,6 0 1 16,4-3 0-16,3-3-1 16,7-3 1-16,19-8 1 15,-23 9 1-15,23-9 2 0,0 0 4 16,0 0 1-16,0 0-2 15,0 0 0-15,0 0-1 16,0 0 0-16,0 0-2 16,17-16-2-16,-17 16-3 15,25-13 0-15,-4 6 0 16,5 0 2-16,1-4 0 16,13 1-1-16,2-4 0 15,7 0 1-15,-1-3-1 16,1 1 1-16,-1-1-2 15,-2 0 2-15,-3 1-2 16,-8 2 1-16,-6 4 0 16,-6 1 1-16,-8 6 0 0,-15 3 0 15,18-5 1-15,-18 5-2 16,0 0 1-16,0 0-2 16,0 0-2-16,0 0 0 15,0 0 0-15,0 0-4 16,0 0 0-16,0 0 1 15,3 17 1-15,-3-17 0 16,-14 35 1-16,6-6-1 16,-13 7 2-16,-2 13 0 15,-8 6 3-15,-9 11-2 16,-9 8-1-16,-3 1 3 16,-1 3-2-16,-6-2 4 0,6-3-2 15,1-8 3-15,11-7-2 16,8-15 5-16,10-10 5 15,4-9-3 1,19-24-1-16,0 0-75 16,26-5-53-16,4-25-40 0,15 1-5 15,7-13-8-15,12 6-3 16</inkml:trace>
  <inkml:trace contextRef="#ctx0" brushRef="#br1" timeOffset="-154679.89">9027 10168 205 0,'0'0'89'16,"0"0"16"-16,0 0-6 16,0 0-12-16,0 0-3 0,0 0-8 15,-8 29-10-15,4-5-10 16,4 9-19-16,-7 7-26 15,7 10-2-15,-3 9-1 16,-3 7-8-16,6 1 2 16,-3 3-6-16,-4-1 5 15,4-2-6-15,-4 1 6 16,-2-2-6-16,-1-6 6 16,-6-4-1-16,2-1-1 15,-5 1 1-15,3-5-1 16,-6 1 1-16,3-1-3 15,-6-3 4-15,6-1-3 16,-3 0 2-16,-1-4-2 0,1-2 3 16,-1 1 3-16,-3-2-1 15,0-2 3-15,-4 0-5 16,-4-2 5-16,-3 1-4 16,-1-1 4-16,-2 0-4 15,-5-3-2-15,0-2 2 16,0 0-2-16,0-1 2 15,-4-1-2-15,4-1 1 16,-7-2-2-16,3-4 2 16,-3-1-1-16,3 0-1 15,1-4 1-15,-1-1 0 16,1-2 0-16,-1-2 0 16,0 0 1-16,4-2 0 0,-2 2-2 15,6-1 3-15,-4 3-3 16,3-2 1-16,-1 2-1 15,-3 0 2-15,1-1-1 16,4 3 1-16,-1-4-1 16,-1-2 0-16,4-1 1 15,3-4-1-15,5-3 0 16,1-4-2-16,1-5 0 16,3-5-1-16,3 0 1 15,1-3-2-15,2-4 0 16,-2-4 1-16,1-1 1 15,2-4 1-15,0-1 1 0,0-2-1 16,0-4 1-16,-2-1 0 16,2-3 2-16,3 1-2 15,-6-1 1 1,-1 0-2-16,-3 1 5 0,7-1-2 16,-2-5-4-16,2 1 2 15,3 0-1-15,2 0 1 16,6-4-1-16,4 0 2 15,4-1-5-15,0-1 1 16,0 1 4-16,4-4-1 16,-1 2 1-16,-1-4-2 15,5 0 2-15,0 1-3 16,0-5 3-16,5 3-3 0,-2-2 4 16,6 1 0-1,0 1-5-15,1 0 5 16,6-2-5-16,3 1 5 15,-4 3-5-15,8-1 6 0,1 0-6 16,-2 1 2-16,4-1 3 16,2 2-3-16,-2 2 2 15,4-2-2-15,-3 3 3 16,3-3-3-16,1 2 1 16,4 2-2-16,1-1 1 15,2 1-2-15,4 1 1 16,-1-3-1-16,8 0 1 15,-2 1 2-15,1 3-1 0,4 0 2 16,-1 1-2-16,1 4 4 16,0 1-2-1,-6 6 1-15,-4 2-1 16,-6 3-1-16,-4 3 2 0,-10 3-3 16,-6 8 2-16,-4 1-1 15,-19 14 1-15,15-14 0 16,-15 14 2-16,0 0-1 15,0 0 3-15,-5-15-1 16,5 15 3-16,-17-14 0 16,17 14 1-16,-31-23-2 15,8 9 0-15,-7 2-1 16,1 0 0-16,-4 2-1 0,-2 1-2 16,-1 2 0-1,-2-1 0-15,1 2 0 16,-1 3-1-16,5-1 0 15,-2 3-1-15,9-1 0 0,0 0 0 16,0 2-1-16,7 0 0 16,19 0-1-16,-23 2 0 15,23-2-2-15,0 0-1 16,-17-2-1-16,17 2 0 16,0 0 0-16,0 0-1 15,0 0 0-15,26-1 2 16,-26 1 0-16,37 0 2 15,-11 1 1-15,5-1 0 16,5 2 0-16,6-5 2 16,3 1 0-16,4-2-1 15,-6-1 1-15,2-2-1 16,-7-1 1-16,-1 1 0 0,-6-2-1 16,-10 0 1-16,-2 4 1 15,-19 5 1-15,19-5 2 16,-19 5 2-16,0 0 0 15,0 0 1-15,0 0 1 16,0 26-2-16,-3-7 0 16,-1 3-1-16,-1 4-3 15,-2 7-2-15,4 7 1 16,-4 5-3-16,-2 5 3 16,2 2-4-16,-3 5 3 15,1 4-1-15,-1 3 0 16,3 0 1-16,-6 4-2 0,6-1 2 15,-5 1-1-15,5-3 1 16,-3-4-1-16,5-4-1 16,1-7 2-16,1-6-3 15,-1-6 2-15,4-9-2 16,0-6 0-16,4-8-2 16,-4-15 1-16,9 16-19 15,-9-16-100-15,20-19-45 16,6 1-9-16,-7-11-14 15,16 8-2-15</inkml:trace>
  <inkml:trace contextRef="#ctx0" brushRef="#br1" timeOffset="-152680.47">9598 10668 366 0,'0'0'124'0,"0"0"-1"15,0 0-17-15,0 0-23 16,0 0-24-16,-3-17-15 0,3 1-25 15,0-1-16 1,3-4 0-16,1-3 0 16,-1-4-6-16,1-3 4 15,-1 0-1-15,-1 1 1 0,1 3-2 16,1 2 1-16,-1 5 0 16,1 2-1-16,-4 18 1 15,0-20 1-15,0 20 0 16,0 0 0-16,0 0-1 15,0 0 0-15,0 0 1 16,0 0-1-16,0 0-1 16,0 0-1-16,0 0 0 15,0 0-1-15,0 0 0 16,0 0 1-16,0 0-1 16,0 0 2-16,0 0 0 15,0 0 1-15,0 0 0 16,0 0 0-16,0 0 1 0,0 0-1 15,0 0 1-15,0 0-1 16,0 0 1-16,0-16 0 16,0 16 1-16,0 0 0 15,0 0 1-15,0 0 0 16,0 0-1-16,0 0-2 16,0 0 0-16,3-21-1 15,-3 21-1-15,0 0 1 16,4-21-1-16,-4 21-1 15,0-15 2-15,0 15 2 16,0 0-1-16,0 0 0 16,0 0 0-16,0 0-1 0,0 0 0 15,0 0 0-15,0 0 1 16,0 0 1 0,15 19 1-16,-8 0 0 15,2 5 0-15,1 9 2 0,6 5-2 16,1 9 1-16,2 1-1 15,1 3-6-15,2-1 4 16,-3-2-6-16,-1-1 6 16,1-4-4-16,0-3 6 15,-5-7-7-15,-6-2 5 16,6-1 0-16,-5-4 0 16,-2-2 2-16,-4-2 0 15,4-1 0-15,-5-2 1 0,1-3 3 16,-3-16 1-1,0 24 1-15,0-24 0 16,0 0-1-16,-8 21-2 16,8-21 1-16,-18 10-4 0,18-10 0 15,-27 14-2-15,6-4 0 16,2-1 0-16,-7 3 0 16,0-2 0-16,0 3-1 15,0 2 1-15,3-3-1 16,-3 2-1-16,7-4 1 15,0 3 0-15,19-13-1 16,-26 17 0-16,26-17-1 16,-16 9-1-16,16-9-2 0,0 0-1 15,0 0-2-15,0 0-2 16,0 0 3 0,0 0-1-16,23-2 1 15,-8-2 1-15,4-1 3 0,7-2 2 16,7-1 2-16,6-5 1 15,4 1-3-15,-1-3 3 16,3-1 0-16,-4 1-1 16,3-1 0-16,-9 4 2 15,-2 0-3-15,-7 5 1 16,-4-2-1-16,-6 6 0 16,-16 3-1-16,19-5 0 15,-19 5 1-15,0 0-1 16,0 0 2-16,0 0 2 15,0 0 1-15,0 0 1 16,0 0 5-16,0 0 2 16,0 0-2-16,-12 15 1 0,12-15 0 15,0 0 0-15,-23 14-3 16,6-9-1-16,1 4-3 16,-6-2-2-16,-1 0 1 15,-3 1 0-15,-3 1-2 16,-3 1 0-16,-1-3 0 15,7 2-1-15,-3-2 1 16,6 0-1-16,1 0 1 16,22-7-2-16,-26 7-1 15,26-7-4-15,0 0 0 16,0 0-3-16,0 0 0 16,0 0 0-16,0 0 1 15,15-7-1-15,-15 7 3 0,26-9 3 16,-3 4 2-16,-2 0 1 15,6-2 2-15,6-2-1 16,4 2 0-16,-6-5 1 16,2 2-1-16,-3 1 0 15,-4 0 0-15,-4 2 0 16,-3 2 0-16,-19 5 0 16,19-7 0-16,-19 7-39 15,0 0-89-15,0 0-35 16,-19 0-3-16,-10-8-3 15,-6 9-2-15</inkml:trace>
  <inkml:trace contextRef="#ctx0" brushRef="#br1" timeOffset="-148466.47">2936 16832 93 0,'0'24'28'0,"9"2"-5"0,-9-3-6 16,7-2-7-16,-4-4-5 15,-3-17-19-15,7 28-22 16,-7-28-14-16,0 0-10 16,0 0 45-16,16 10 15 15</inkml:trace>
  <inkml:trace contextRef="#ctx0" brushRef="#br1" timeOffset="-147371.69">1681 17228 1 0,'0'0'49'15,"0"0"-23"-15,7-15 0 0,-7 15 1 16,0 0 0-16,0 0 4 16,23-7 1-16,-23 7-2 15,22 3 0-15,-6-3 1 16,6 4-10-16,8-4-1 16,6 3-5-16,6-3-3 15,10 0-3-15,5-1 5 16,6-1 8-16,8-3 2 15,4-2-1-15,6 0 19 16,-4-5 6-16,8 1 1 16,0-1 2-16,2 0-4 15,-1-3-9-15,6 6-1 16,-1-5 1-16,-1 4-15 0,-5-2-2 16,2 3-2-16,-2 0-2 15,-4 4-1-15,-1 0-1 16,-2 0-3-16,-3-2-3 15,0 3-5-15,3-1-3 16,0-2-1-16,0 0 0 16,-2-3 0-16,6 1 0 15,-4-1 1-15,5-2-1 16,2-4-1-16,2 1 3 16,2 1-2-16,1-4 1 15,0 1-1-15,6 0 1 16,4-2 0-16,-2 0 0 15,-1 1 0-15,5 1 0 0,-1-2-2 16,0 2 2-16,-4-1-2 16,0 3 2-16,0 1-3 15,0 2 2-15,-3 0-2 16,-2 1 1-16,-2 1 1 16,1 3 0-16,-3-2-3 15,-1 2 4-15,-2 2-2 16,-2-2 1-16,2 2-1 15,-3-2 1-15,5 2 0 16,-6-2 0-16,3-2 2 16,-3 1-1-16,-3-1 0 15,2-1 0-15,-2-2 0 16,0-1 1-16,-3 0-2 16,3-1 0-16,-3-4 2 0,-4 5-2 15,4-3 2 1,-8 2-2-16,-1-3 3 15,-1 1-7-15,-6 2 6 0,-9 2-5 16,-1 4 1-16,-6-3-1 16,-8 3 1-16,-9 1-2 15,-4 3 4-15,-8 3 2 16,-14 1 0-16,16-2 2 16,-16 2 1-16,0 0 1 15,0 0 1-15,0 0 4 16,0 0-4-16,0 0-1 15,0 0 1-15,0 0-3 0,0 0-3 16,-7 15-98 0,7-15-60-16,-16-3-28 15,16 3-7-15,-41-5 2 16,11 6-5-16</inkml:trace>
  <inkml:trace contextRef="#ctx0" brushRef="#br1" timeOffset="-146175.84">2570 19295 172 0,'0'0'128'16,"0"0"-25"-16,-14 16 4 15,14-16-9-15,0 0-10 16,0 0-8-16,0 0-5 15,26 2-10-15,-3-8-20 16,13 1-18-16,9-2-30 16,11-1 6-16,11-5-1 15,5-2 1-15,9-2 0 0,3-1 1 16,1-4 0-16,-2 1 0 16,-8-1 2-16,-6 2-3 15,-15 3-2-15,-11 3-6 16,-8 7-6-16,-16 2-2 15,-19 5 1-15,0 0 1 16,-31 24-2-16,-9-6 2 16,-12 3 2-16,-16 3 5 15,-15 0 4-15,-9 4-1 16,-5 3 2-16,-4-3-5 16,4-1 5-16,-1-4-4 15,8-3 4-15,9-6-3 16,13-2 2-16,7-5-1 0,13-7 4 15,11 0 3-15,8-8 8 16,9 3 0 0,20 5-1-16,-15-14 2 15,15 14-5-15,19-16 5 0,4 7-5 16,13 3-8-16,6-1-2 16,6 1 0-16,8-1 0 15,8-3 0-15,4 1 0 16,3 1 0-16,-3-1-1 15,-2 2-1-15,-2 0-2 16,-9 0-1-16,-6 4-3 16,-11 3-3-16,-8 0 3 15,-13 2-4-15,-17-2 2 0,0 0-2 16,0 0 4 0,0 19 0-16,0-19-48 15,-17 12-61-15,17-12-42 16,0 0 1-16,0 0-5 0,0 0-3 15,19-21 52-15</inkml:trace>
  <inkml:trace contextRef="#ctx0" brushRef="#br1" timeOffset="-144507.55">5925 19117 249 0,'0'0'153'0,"-15"9"-34"15,15-9-34-15,-21 5-6 16,21-5-15-16,-19 5-2 16,19-5-5-16,0 0-14 15,0 0-26-15,0 0-11 16,0 0 0-16,22-3-1 15,8 1 0-15,11-3-2 16,8-1 0-16,10 0-1 16,5-3-1-16,7-3 0 15,4-2 1-15,0 0 0 16,-1-3 1-16,-8 1-1 16,-5-1 1-16,-5 3-1 0,-11 4-3 15,-12 3-3-15,-7 3-3 16,-26 4 0-16,0 0 0 15,0 0 1-15,-14 16-1 16,-16-4 1-16,-8 3 3 16,-3-1 2-16,-12 2 2 15,-2 1 0-15,-4-3-2 16,2 2 1-16,-2-4 0 16,7 0-1-16,3-7 0 15,4 2 0-15,10-4-1 16,6 1 2-16,6-2 0 15,9-2 3-15,14 0 1 16,0 0 3-16,-15-7 3 0,15 7 0 16,15-9 0-16,-1 2-1 15,9-1-2-15,3 2-2 16,5-2-3-16,9-1-2 16,1-1-1-16,5 1-1 15,-1 0 0-15,-2 1 1 16,-5 2 0-16,-1 1-1 15,-6 2-1-15,-8-1-5 16,-1 6-115-16,-1 7-47 16,-21-9-2-16,-7 24-8 15,-29-12-2-15</inkml:trace>
  <inkml:trace contextRef="#ctx0" brushRef="#br1" timeOffset="-143548.31">2868 22506 497 0,'0'0'177'16,"-17"14"-58"-16,17-14-44 15,0 0-24-15,23 9-36 16,6-2-10-16,8-6 0 16,11 1 0-16,6 0 0 15,5 0 1-15,12-8-2 16,4 1 1-16,0-3 0 16,6-6 0-16,-3-4 0 0,2 3 0 15,-9-6 0-15,-1 2-3 16,-13-2-1-16,-12 6-2 15,-8-1 4-15,-11 4-6 16,-26 12-5-16,3-16-3 16,-17 13 0-16,-17-2 1 15,-12 5 0-15,-10 0-1 16,-11 1 0-16,-7 1 3 16,0 3 8-16,0-1-1 15,5 1 2-15,5 4-1 16,9-4 1-16,10-2 2 15,16 1 0-15,7-2 3 0,19-2-2 16,-17 0 2-16,17 0 3 16,22 0 0-16,1-2 1 15,10 0-2-15,7 0-3 16,5 2-1-16,9-1 0 16,1-1 0-16,4-5-6 15,-1-3-88-15,1-3-73 16,8 3-10-16,-4-7-8 15,1-2 2-15,0-9-4 16</inkml:trace>
  <inkml:trace contextRef="#ctx0" brushRef="#br1" timeOffset="-140751.32">5918 22054 424 0,'7'19'177'15,"-7"-19"-1"-15,0 0-77 16,0 0-49-16,0 0-40 16,0 0-10-16,0 0 3 15,0 0 2-15,0 0 2 16,0 0 2-16,23 7 0 0,-4-5 0 15,7-2 0-15,10-3-1 16,10-4-2-16,6-2-2 16,12-3-3-16,10 0-4 15,5-5 2-15,11-6-1 16,0 2 1-16,7-3 0 16,4 3 1-16,-4-1-1 15,-1 3 1-15,-6 0 1 16,-7 5-1-16,-5 5-1 15,-15 4 2-15,-15 3-5 16,-6 2-2-16,-16 4-2 16,-7 1 1-16,-19-5-1 15,0 0-1-15,-8 22 1 0,-15-11 0 16,-10 3 4-16,-7 0 1 16,-14 5 3-1,-12-4-2-15,-8 2 3 16,-10 1-2-16,-6-3 3 0,-2-1-3 15,-2-5 1-15,4-1 0 16,5-6 2-16,10-2 1 16,8-2-2-16,8-3 1 15,14-3 0-15,6-1 4 16,10 0 3-16,10-3-1 16,19 12-3-16,-26-14 0 15,26 14 1-15,0 0 1 0,0 0-3 16,0 0-2-16,19-12-3 15,3 11 0 1,8-1 2-16,8 0-1 16,11-1 0-16,10-1-2 15,8 2 2-15,8-3-1 0,7 2-2 16,4 1 4-16,0-1-2 16,0-1 0-16,-1 4 1 15,-1 0 1-15,-10 0-1 16,-11 4 3-16,-8 1-5 15,-16 0-6-15,-10-2-24 16,-10 8-85-16,-19-11-54 16,0 0-6-16,-42 7-4 0,-3-28-4 15,-7-10 69-15</inkml:trace>
  <inkml:trace contextRef="#ctx0" brushRef="#br1" timeOffset="-139135.18">1688 17566 668 0,'0'0'176'16,"-3"-17"-55"-16,3 17-123 15,-26-28-1-15,10 16-2 16,-5-4 1-16,-7 6 1 16,-5 3 3-16,-3 5-1 0,-2 4 2 15,-4 7-1-15,-1 4 1 16,-2 8 0-16,-1 9 1 16,5 6-2-16,4 4-2 15,3 5 0-15,8 2 0 16,3 6 0-16,6-1 1 15,8 0-2-15,2 0 3 16,10-3-1-16,10-1 3 16,1-3-2-16,8 2 3 15,4-2-3-15,5 5-1 16,6 2 3-16,4 2-4 16,-1 1 1-16,6 5-3 15,-8 5 1-15,2 2-2 0,-9 4 4 16,-2 3 1-16,-10 6-2 15,-5 5 2-15,-10 3 0 16,-15 2 3 0,-8 5-3-16,-10 1 2 0,-9-3-3 15,-11-5 2-15,-10-3-1 16,-5-10 1-16,-7-11-2 16,1-7-1-16,-1-17 1 15,3-11 2-15,1-13 0 16,8-13 2-16,3-10 4 15,11-8-1-15,7-10 6 16,5-2-1-16,3-5 1 0,11 1-2 16,4-2 0-16,4 6-3 15,8-3-5 1,6 8-5-16,4 4-5 16,-7 18-2-16,30-20 1 0,-8 20-2 15,4 7 0-15,4 6 1 16,4 8 3-16,-1 3 2 15,2 11 2-15,-2 3 2 16,5 4-1-16,-1 6 2 16,-1 8-1-16,-1 2 1 15,-2 6 0-15,2 4 2 16,-2 3-2-16,3 9 2 16,-5 4-3-16,2 5-1 15,-7 6 2-15,4 9 0 16,-4 7-1-16,-4 8 0 15,1 7 3-15,-4 4-7 16,-3 5 7-16,1 7-3 0,-1 4 0 16,-4 1 0-16,-2 5 2 15,1-3-4-15,-3 1 1 16,-4 1 3-16,3 0-1 16,-7-6 1-16,0-5-1 15,0-8 1-15,-4-4-2 16,1-3-1-16,-1-4 5 15,1-9-1-15,3-3 1 16,-2-7-4-16,-1-6 4 0,3-5-4 16,3-16 4-1,2-11 3-15,2-14-3 16,4-5 3-16,-3-14 1 16,6-8 3-16,2-9 0 0,10-11-2 15,-4-5 2-15,8-6-5 16,8-10-1-16,11-13-2 15,6-5-2-15,10-11-1 16,9-8 0-16,8-2 0 16,8-1-1-16,2-2 1 15,2 1 3-15,-4 9 1 16,-5 0-6-16,-5 6 7 16,-11 13-7-16,-11-2 10 15,-10 12-9-15,-15 2 8 16,-10 11-6-16,-23 8 4 15,19-14-8-15,-19 14-123 16,-35-38-39-16,2 14-14 0,-19-25 0 16,-12-11-6-16,-18-39 14 15</inkml:trace>
  <inkml:trace contextRef="#ctx0" brushRef="#br1" timeOffset="-138423.66">624 15828 186 0,'0'0'147'0,"10"17"21"16,-10-17-62 0,4 16-40-16,-4-16 0 0,5 17 2 15,-5-17-1-15,4 23-5 16,-4-23-36-16,7 27-25 15,-4-9 0-15,0 4-1 16,3 6 1-16,1 5-3 16,0-2 2-16,0 7-1 15,-2 2 1-15,5-4-1 16,-1-3 4-16,1-7 4 0,1-5 1 16,-11-21 3-16,34 12-1 15,-8-28-1 1,14-13 0-16,9-18-4 15,15-12-5-15,14-15 0 0,13-13 0 16,13-11 0-16,5-3 0 16,9 4 0-16,-2 9-4 15,-6 7-2-15,-10 13 2 16,-8 16-1-16,-20 14-4 16,-12 16-4-16,-18 11 5 15,-12 18-60-15,-30-7-65 16,0 40-23-16,-23-3-12 15,-15 1-6-15,-6 8 7 16</inkml:trace>
  <inkml:trace contextRef="#ctx0" brushRef="#br1" timeOffset="-137851.26">945 15785 44 0,'-33'-17'78'0,"7"4"-39"16,-2-2-10-16,-1 6 17 16,-8 4 54-16,-1-4 4 15,2 6-2-15,-2-2-2 16,8 5-9-16,-3-6-7 15,11 8-10-15,-1-5-13 0,23 3-56 16,-16-7-2-16,16 7-2 16,0 0 0-16,0 0 1 15,9 15 0-15,-9-15-2 16,30 35 0-16,-8-7-2 16,4 3 1-16,0 5 1 15,7 7-1-15,-3-1 0 16,1-2 0-16,2-4 4 15,-4-5 3-15,6-8 5 16,5-9-1-16,9-11 2 16,6-18-1-16,16-15-1 15,16-13-10-15,17-16 0 16,16-14 0-16,15-11 0 0,15-12 0 16,6-4 0-16,9 0 0 15,-2-3-3-15,-5 6-2 16,-12 9 0-16,-13 10 0 15,-16 11 5-15,-20 15 1 16,-19 10-10-16,-22 16-4 16,-29 11-52-16,-27 15-56 15,0 0-31-15,-38 26-20 16,-17 10-5-16,-25 6 0 16,-12 11 58-16</inkml:trace>
  <inkml:trace contextRef="#ctx0" brushRef="#br1" timeOffset="-137467.99">673 15927 79 0,'0'0'107'0,"0"0"-12"15,15-12-31-15,-15 12 0 0,0 0 17 16,23 22 8 0,-23-22-7-16,21 17-8 0,-21-17-7 15,38 2-7-15,-9-14-10 16,20-7-9-1,7-16-21-15,18-15-16 0,16-12-1 16,15-13-6-16,7-9-2 16,19-13 1-16,4-5 0 15,7-2-42-15,-5 7-110 16,-5 21-18-16,-36 8-16 16,-35 32-10-16,-81 6 3 15</inkml:trace>
  <inkml:trace contextRef="#ctx0" brushRef="#br1" timeOffset="-120722.96">20161 10279 20 0,'0'0'12'15,"0"0"-1"-15,0 0 0 16,0 0 0-16,0 0 0 15,17-6 3-15,-17 6-2 16,0 0 0-16,19-10 0 0,-19 10 0 16,0 0 0-16,0 0 3 15,19-5 4-15,-19 5 2 16,0 0 3-16,0 0-1 16,19 21 1-16,-19-21 1 15,7 17 0-15,-7-17-3 16,0 0-2-16,7 21 0 15,-7-21 16-15,0 0 25 16,0 0-4-16,0 0-3 16,0 0-2-16,-17-7 0 15,17 7-4-15,-16-21-3 16,16 21-19-16,-26-29-29 16,26 29 4-16,-26-28 1 0,26 28 0 15,-26-21-1-15,26 21 2 16,-15-16 0-16,15 16-1 15,0 0 0-15,-19-8-2 16,19 8 1-16,0 0-1 16,0 0-1-16,0 0-2 15,0 0 1-15,0 0 1 16,0 0 0-16,0 0 1 16,0 0 0-16,0 0 0 15,0 0 1-15,0 0 1 16,7 15-1-16,-7-15 0 15,0 0 0-15,0 0 0 16,0 0-2-16,0 0-5 0,0 0-35 16,0 0-29-16,0 0-21 15,0 0-13-15,0 0-7 16,0 0 0 0,0 0-6-16,0 0-4 0</inkml:trace>
  <inkml:trace contextRef="#ctx0" brushRef="#br1" timeOffset="-117603.74">20168 10225 166 0,'3'-16'72'0,"-3"16"-1"16,0 0 2-16,0 0 3 16,0 0 3-16,0 0-7 15,0 0-7-15,0 0-7 16,0 0-10-16,0 0-7 16,0 0-13-16,0 0-17 15,0 0-12-15,0 0-1 16,0 0 0-16,19 12-1 15,-19-12 3-15,11 16-2 16,-11-16 1-16,15 19-5 16,-15-19-39-16,23 17-39 0,-23-17-37 15,19 4-31-15,2-1-17 16,-21-3-2-16,35-24 71 16</inkml:trace>
  <inkml:trace contextRef="#ctx0" brushRef="#br1" timeOffset="-114927.84">20156 10234 154 0,'0'0'49'15,"0"0"-2"-15,0 0-6 0,0 0-8 16,0 0-11-16,12-18-3 16,-12 18 4-16,0 0 10 15,10-17 16-15,-10 17 12 16,0 0 2-16,0 0-3 16,0 0-1-16,16-14-6 15,-16 14-9-15,0 0-13 16,0 0-20-16,0 0-15 15,0 0-4-15,0 0 2 0,3 24 0 16,-3-24-1 0,12 28 0-16,-5-11 1 15,4 1 3-15,1-1 2 16,-2 0 0-16,-10-17 1 0,16 25 0 16,-16-25 1-16,10 15-2 15,-10-15 1-15,0 0-1 16,0 0 1-16,0 0 2 15,0 0-1-15,0 0-1 16,0 0 0-16,-3-15 0 16,3 15 1-16,-10-21 0 15,10 21-1-15,-13-28 0 16,13 28 0-16,-14-22 0 16,14 22 0-16,0 0 0 15,-8-18 0-15,8 18-3 16,0 0-3-16,0 0 4 15,0 0 0-15,0 24 0 0,5-8 1 16,2 1-1-16,0 2 1 16,3 0 2-16,2 2 3 15,-1-3-3-15,-11-18 0 16,19 20 2-16,-19-20 1 16,0 0 0-16,19 4 0 15,-19-4 0-15,4-23 0 16,-4 6 0-16,-4-4-2 15,-3-1 0-15,2-6-2 16,-5-1 1-16,3 3 0 16,-6 0-1-16,3 5-1 15,1 4 0-15,9 17-1 16,-14-23 0-16,14 23-1 0,0 0 0 16,0 0 2-16,-3 31 0 15,6-10-1-15,4 1 1 16,-3-1 1-16,5 3 0 15,-3-1 1-15,1-7 0 16,-7-16-2-16,13 20 2 16,-13-20 0-16,0 0 1 15,0 0-2-15,0 0 2 16,0 0-1-16,0-19 1 16,0 19-1-16,-13-33 0 15,6 13-1-15,-3-3 1 16,5 2-2-16,-6 1 2 15,1 2-2-15,1 3 1 0,9 15-1 16,-10-19 1-16,10 19-1 16,0 0-1-16,-4 19 2 15,8 0 0-15,-1 1 0 16,4 5 0-16,0 1 1 16,2 1 0-16,-2-4 0 15,3-6-1-15,-10-17 0 16,12 24 0-16,-12-24 0 15,0 0 2-15,0 0-2 16,0 0 0-16,0 0 2 16,0 0-1-16,14-20 1 15,-17 4 0-15,-1-1-1 0,1-4 0 16,-4 0-1-16,4 2 1 16,-3 2-2-16,6 17 0 15,-14-24-1-15,14 24 0 16,0 0 0-1,0 0 0-15,0 0 0 0,0 0 1 16,0 0 0-16,-3 22 1 16,3-22 0-16,10 28-1 15,-3-13 2-15,-7-15 0 16,16 25 0-16,-16-25-3 16,0 0-42-16,16 15-44 15,-16-15-45-15,17-12-28 16,-1 3-4-16,-4-11-2 0,14 4 106 15</inkml:trace>
  <inkml:trace contextRef="#ctx0" brushRef="#br1" timeOffset="-114247.35">20402 10306 30 0,'0'0'6'16,"-14"-19"4"-16,14 19 1 16,0 0-8-16,0-19 0 15,0 19 0-15,7-15-3 16,-7 15 3-16,0 0-2 15,7-19 1-15,-7 19 15 16,0 0 15-16,0 0 18 16,0 0-2-16,0 0 12 15,0-16 10-15,0 16 8 0,0 0 11 16,-17-19-11-16,17 19-16 16,-12-16-17-16,12 16 4 15,-14-19-14-15,14 19-10 16,-12-19-8-16,12 19-12 15,0 0-4-15,-11-20-1 16,11 20-1-16,0 0 0 16,0 0 0-16,0 0 0 15,0 0 0-15,0 0 0 16,0 0 1-16,-3-16-1 16,3 16 1-16,0 0 1 15,0 0-1-15,0 0 1 16,0 0-2-16,0 0 1 0,0 0 1 15,-6-16-1-15,6 16-17 16,0 0-63-16,0 0-55 16,0 0-25-16,0 0-7 15,20 4-1-15,-20-4 68 16</inkml:trace>
  <inkml:trace contextRef="#ctx0" brushRef="#br1" timeOffset="-107124.29">19996 12063 42 0,'0'0'24'16,"0"0"-6"-16,0 0-9 16,0 0-4-16,0 0-4 15,-16-12-1-15,16 12-2 16,0 0 5-16,0 0 4 16,0 0 0-16,0 0-1 15,0 0-3-15,0 0-2 16,0 0 0-16,0 0-3 15,0 0-1-15,0 0-5 16,0 0-9-16,0 0-11 16,0 0-9-16,0 0 8 15,16-5 29-15,-16-12 0 16</inkml:trace>
  <inkml:trace contextRef="#ctx0" brushRef="#br1" timeOffset="-105960.47">20239 9882 56 0,'0'0'24'0,"0"0"-5"16,0 0-7-16,17 38-1 15,-17-7-3-15,2 9 3 16,-4 5 4-16,4 9 4 15,-4 0-2-15,2 1-1 16,0-5 1-16,-3-5-2 16,3-8 0-16,0-8-1 15,0-5-6-15,0-24-2 16,0 26 0-16,0-26 21 16,0 0 42-16,0 0-1 15,0 0 1-15,0 0-1 16,0 0-1-16,0 0 0 15,5-19-2-15,-7 0-22 0,4-2-42 16,-2-5-1-16,4-3-2 16,-4-1 2-16,3 4-2 15,0 2 1 1,1 3 0-16,-1 6 0 0,-3 15 0 16,0 0 2-16,0 0-1 15,0 0-1-15,16 38 1 16,-9-9 0-16,-4 1 2 15,1 3-1-15,5 1 0 16,-6-6-2-16,4-2 1 16,-4-9 1-16,-3-17-1 15,9 19 1-15,-9-19-1 0,0 0 1 16,0 0 0-16,11-22 0 16,-15 5 0-1,4-6-1-15,-3-5 0 16,-6-5 0-16,-1 1 0 0,-1-5 0 15,2 8 0-15,-1 1 0 16,1 7-1-16,-1 6 2 16,10 15-2-16,0 0 1 15,-7 24-2-15,14 12-61 16,0 11-59-16,5 8-42 16,7 23-3-16,-8 5-1 15,8 16 22-15</inkml:trace>
  <inkml:trace contextRef="#ctx0" brushRef="#br1" timeOffset="-81180.28">20265 11984 144 0,'0'0'78'0,"-16"-13"-1"16,16 13-1-16,-17-8 5 16,17 8 13-16,-19-4-9 15,19 4-10-15,-19 2-10 16,19-2-10-16,-19 14-7 0,19-14-10 16,-26 24-13-16,15-5-25 15,-1 2-1-15,-3 1 2 16,-3 3-2-16,-1 2 2 15,0-1-2-15,0 2 3 16,-5 0-2-16,1-4 1 16,-5 2-2-16,-1-2 2 15,3-1 0-15,-7-1-1 16,3-3 0-16,-1-1 1 16,-2-3-2-16,0 1 2 15,2-6-1-15,-2 0 2 16,0-3-1-16,2-1 2 15,-6-3-1-15,-5 2 0 0,-3-1 1 16,-3-3-1-16,-1 1-1 16,6-2 0-16,-6 0-2 15,4-2-1 1,0-4-1-16,7-5-2 0,-2-6-1 16,2-6 0-16,1-4 1 15,-1-10-1-15,-2-6 1 16,-2-4 0-16,4-3 3 15,2-4-1-15,3-3 3 16,5 0-2-16,-2 2 0 16,8 1 2-16,3 0 2 15,5-1-4-15,2-2 0 16,1 3-3-16,4-3 3 0,4 2-3 16,-2-2 6-1,1-2-6-15,1-2 3 16,3 2-3-16,-4 4 7 15,4-2-3-15,0 0 2 0,4 0-2 16,-1-2 2-16,4 2-2 16,-2 1 2-16,6 3 4 15,1-5-12-15,2 0 12 16,1-1-13-16,3 2 9 16,1-1-8-16,3 1 8 15,1-1-10-15,3-1 4 16,4 0 7-16,4 0-7 15,6 2 6-15,2-2-2 16,3 2 3-16,4 1-3 0,-4 3 3 16,3 4-2-1,-6 3 2-15,-2 6-1 16,-2 5-1-16,-8 4 1 0,-4 5-1 16,-4 2 0-16,-6 5-1 15,-2 1 1-15,-14 18-1 16,15-22 0-16,-15 22-1 15,0 0 2-15,7-17 3 16,-7 17 0-16,0 0 4 16,0 0 4-16,0 0-1 15,0 0 2-15,-22 3 1 0,22-3-2 16,-26 2-2 0,7 3-1-16,-7-3-3 15,-4 5-5-15,-3-2 1 16,-5 5-1-16,-4 2 1 0,2 2-3 15,-5 2 3-15,0 1-2 16,0 0 1-16,-4 4-1 16,4 0 0-16,2 0 0 15,1 0-1-15,0-4 1 16,6-2-1-16,6 1 0 16,3-2 1-16,6-4 1 15,5-1-3-15,16-9-1 16,-19 10-4-16,19-10-1 15,0 0 0-15,0 0-2 16,0 0 1-16,0 0-1 16,0 0 2-16,19-8 3 15,-3 2 3-15,5-1 1 0,5 1 2 16,5-3 0-16,2 0 1 16,9 1-1-16,-2-5 0 15,5 3-1-15,-4-4 2 16,1 2-2-16,-2 0 2 15,2 0-2-15,-6 0 0 16,-5 0 0-16,-1 3 1 16,-4 2 1-16,-4 0-2 15,-3 4 1-15,-19 3 0 16,23-4 0-16,-23 4 1 16,21 4 0-16,-21-4-1 15,15 7 0-15,-15-7 1 16,20 12 1-16,-20-12-1 0,26 15 0 15,-11-4-1-15,3 1 1 16,8 5 1-16,-4 7 1 16,1 9-1-1,3 7 2-15,0 14 1 0,-7 12 3 16,4 13-3-16,-11 15 2 16,-5 13 1-16,-4 11-90 15,-6 8-65-15,-1 14-22 16,-5-7 1-16,6 3-10 15,-4-17 16-15</inkml:trace>
  <inkml:trace contextRef="#ctx0" brushRef="#br1" timeOffset="-79602.11">20321 10225 167 0,'0'-30'59'0,"6"13"-2"0,0-2 1 16,-3 2 7-16,-3 17 5 16,11-30 1-1,-11 30-4-15,12-22-2 0,-12 22-6 16,0 0-6-16,14 2-13 15,-14-2-18-15,15 22-17 16,-1 2-7-16,-2 9-4 16,11 11-51-16,-6 4-35 15,6 7-36-15,3 11-22 16,-7 0-15-16,12 10-2 16,-10-10 77-16</inkml:trace>
  <inkml:trace contextRef="#ctx0" brushRef="#br1" timeOffset="-71355.74">5977 19195 61 0,'-14'-19'77'15,"14"19"-24"-15,-15-23-2 16,15 23-2-16,-23-20 3 15,23 20 6-15,-22-19 10 16,22 19 5-16,-23-14 12 16,23 14 4-16,-17-11 0 15,17 11-7-15,0 0-11 16,0 0-30-16,0 0-17 16,0 0-24-16,0 0 0 15,36-7 0-15,-10 4-17 16,16 3-5-16,-2-2 5 15,14 0 17-15,5-1-1 0,5-1 1 16,5 3 1-16,-1-3 0 16,3-1 0-16,-3 0-1 15,-6 0-1-15,-4 0 0 16,-10-1 1-16,-8 5 0 16,-12-1 1-16,-11 0 2 15,-17 2-1-15,0 0 2 16,0 0-1-16,-43 11-1 15,5-5 1-15,-14 1-1 16,-9 2-2-16,-10 0 1 16,-4-1-2-16,-3 3 1 15,0-4 1-15,3-2 0 0,8-2-2 16,11-3 1-16,11-3 0 16,12-2-6-16,10-4 3 15,23 9-1 1,-3-19 0-16,24 7 1 0,10-2 0 15,11 2 1-15,10 1 0 16,7-1 3-16,5 2-1 16,7 1-1-16,2 1 0 15,-2-1 0-15,-3 4-1 16,-11 0 0-16,-1-1 2 16,-16 6-1-16,-9 2 5 15,-9 0 0-15,-22-2 0 0,4 15 0 16,-4-15 1-16,-38 30-2 15,5-8 1-15,-5-1 0 16,-2 0-3 0,1 0-1-16,-2-6-74 0,15-6-65 15,8-6-32-15,18-3-3 16,-3-32-10-16,20-7-4 16</inkml:trace>
  <inkml:trace contextRef="#ctx0" brushRef="#br1" timeOffset="-70876.41">7621 18215 253 0,'0'0'185'16,"16"5"-17"-16,-16-5-62 15,0 0-20-15,0 23 1 16,0-23-31-16,0 24-17 16,-4-7-13-16,4 9-27 15,7 4 0-15,0 3-6 16,5 1 4-16,2 3-4 16,2-1 3-16,3-3 2 15,7-4-2-15,0-6 0 16,4-8-2-16,-1-6 2 15,2-6-1-15,6-9 2 16,4-8 3-16,5-11-2 16,9-11 3-16,13-14 5 0,6-12-2 15,11-13 1-15,20-10-1 16,11-5 1-16,11-1-2 16,1-1 1-16,2 11 0 15,-3 10-4-15,-7 12 3 16,-16 14 1-16,-21 14 5 15,-20 15-3-15,-25 16-42 16,-17 10-75-16,-28 13-47 16,-19 11-15-16,-23 5-8 15,-10 9-7-15,-21-3 25 16</inkml:trace>
  <inkml:trace contextRef="#ctx0" brushRef="#br1" timeOffset="-70396.06">7543 18203 137 0,'-19'-12'76'15,"19"12"28"-15,-7-23 27 16,7 23-14-16,7-26-7 15,-7 26-12-15,26-22-10 16,-10 13-18-16,10 11-15 16,-4 0-33-16,1 6-29 0,3 10 5 15,0 4 7-15,3 6-3 16,1 8-3-16,1 1 3 16,-1 1-5-16,3-4 2 15,1-3-4-15,6-8 1 16,-2-6-3-16,8-8 6 15,-1-16-1-15,14-12 2 16,8-10 4-16,8-13-3 16,19-17 1-16,13-10 1 15,13-12 0-15,14-6-1 16,8-1 1-16,-3 1-3 16,-5 6-1-16,-11 10 3 0,-14 12-2 15,-20 16 2-15,-25 13-3 16,-27 16-19-16,-37 14-84 15,0 0-46-15,-30 44-21 16,-29-6-4-16,-12 15-1 16,-26 1-1-16</inkml:trace>
  <inkml:trace contextRef="#ctx0" brushRef="#br1" timeOffset="-69927.73">7479 18187 511 0,'15'-17'176'15,"-2"-2"-19"-15,-3 4-100 16,6 6-22-16,-16 9-1 15,22 2-19-15,-11 13-10 16,-4 9 2-16,-2 9-6 16,2 9-4-16,3 3 2 15,2 0-1-15,2 2 1 16,5-8-1-16,4-4 0 16,3-11-1-16,12-15 3 0,14-18 0 15,11-13 2 1,20-15-1-16,14-16 1 15,18-15 1-15,20-11 0 16,14-10 0-16,8-4 0 0,1 3-1 16,1 2-2-16,-6 8-1 15,-11 12 3-15,-18 13-2 16,-18 12 3-16,-25 12-3 16,-22 17-17-16,-28 14-88 15,-31 0-55-15,-12 45-11 16,-36-12-6-16,-20 12 1 15,-21 0-4-15</inkml:trace>
  <inkml:trace contextRef="#ctx0" brushRef="#br1" timeOffset="-69471.4">7536 18130 649 0,'30'-22'176'15,"-11"11"-3"-15,3 6-179 16,11 5 1-16,5 9 5 16,-1 8 0-16,5 7 0 15,-3 9 2-15,0 9-4 16,-3 5 0-16,6 1 1 15,-7-1-2-15,4-7 1 16,-4-6-1-16,2-6 1 0,-3-11-2 16,13-13 4-16,2-16 0 15,5-13 2-15,8-9 3 16,13-11-1-16,12-11 1 16,10-13-2-16,14-7 1 15,9-4-2-15,6-5 0 16,3 1-2-16,4 2-2 15,-6 6 2-15,-11 7-2 16,-8 10 5-16,-21 14-3 16,-19 10 2-16,-22 15-3 15,-18 14-112-15,-28 6-47 16,-28 23-11-16,-24 3-1 16,-33 5-5-16,-12 11-1 0</inkml:trace>
  <inkml:trace contextRef="#ctx0" brushRef="#br1" timeOffset="-68900">7371 18186 349 0,'26'-16'158'15,"-7"-8"2"-15,7 5-75 0,4 3-43 16,-1 1 7-16,6 6-4 16,-9 4-21-16,4 10-3 15,-4 4 0-15,0 10-2 16,-4 5-6-16,4 9 1 16,0 8-10-16,0 6-4 15,0 2 0-15,0-1-1 16,2-1-1-16,-2-4-2 15,4-8 2-15,-1-6-3 16,1-15 3-16,5-9 1 16,10-13 0-16,14-15-1 15,12-13 4-15,14-15 0 16,19-11-1-16,16-12 1 0,12-11 0 16,10-3-1-1,7-1 1-15,1 3-1 16,-8 6-1-16,-8 9-2 15,-18 12 3-15,-15 13-2 0,-20 11 2 16,-23 11 1-16,-15 10-2 16,-14 10 1-16,-29 4-1 15,16 16 0-15,-23 1 0 16,-9 2 1-16,-3 4-1 16,-1 3 1-16,-6-2 0 15,1-1 1-15,-1-6 1 16,-3-8-1-16,6-4-93 15,-3-12-51-15,0-12-26 0,7-4-3 16,-7-11-3 0,9-4 0-16</inkml:trace>
  <inkml:trace contextRef="#ctx0" brushRef="#br1" timeOffset="-66467.74">6975 17530 250 0,'0'0'147'16,"0"0"-9"-16,0 0-22 15,-15-9-17-15,15 9-14 16,0 0-14-16,0 0-9 15,0 0-19-15,0 0-31 16,-7 19-18-16,7-19-8 16,0 29 0-16,-4-11-1 0,4 1 10 15,-3 2 2-15,3 1 3 16,-4-3 0 0,3 0 0-16,1-19 1 15,-7 24-1-15,7-24 2 0,0 0-2 16,0 0 2-16,0 0 0 15,0 0 1-15,0-29 1 16,7 5-2-16,-2-7 2 16,5-7-3-16,-1-7 1 15,5 1 1-15,-4 3-2 16,2 3-2-16,-1 6-4 16,-6 6 2-16,-5 26-1 15,7-15 2-15,-7 15-1 16,-3 31-1-16,-4-2 0 15,-2 6 2-15,2 3 3 16,0 4-1-16,-2-2 0 16,-1-2-1-16,3-9 2 0,2-5 1 15,5-3-82-15,0-21-69 16,0 0-24-16,0 0-7 16,-18-12-10-16,18 12 1 15</inkml:trace>
  <inkml:trace contextRef="#ctx0" brushRef="#br1" timeOffset="-65974.39">5358 17675 171 0,'-33'-24'151'0,"33"24"-30"0,-26-23-16 15,10 9-5-15,16 14-18 16,-26-15-9-16,26 15-6 16,0 0-13-1,-16-10-15-15,16 10-6 0,4 17-30 16,1 0-3-16,2 7 0 15,9 8-3-15,1 4 1 16,6 4 1-16,3 3 3 16,3 4-43-16,-1-2-69 15,5-4-49-15,8 6-21 16,-4-12-10-16,12 3-4 16,-8-14 74-16</inkml:trace>
  <inkml:trace contextRef="#ctx0" brushRef="#br1" timeOffset="-64852.6">6580 18075 63 0,'0'-30'127'0,"-16"-6"-12"15,2 2-7-15,-1 4 10 16,-8 1-9-16,0 10-11 15,-3-2-7-15,0 12-10 16,-7 1-18-16,6 8-23 16,-6 3-30-16,3 2-10 15,1 9 0-15,-1 0-1 16,2 5-3-16,6 3-1 16,-3 3 1-16,3 4 1 15,3 1 0-15,-4 6 0 16,8 0 1-16,-3 6 2 15,6 1-4-15,5 4 1 16,-2 1 1-16,9 4-3 0,6-2 2 16,1 1 1-16,8-5 0 15,3-1-1-15,4-5 5 16,4-4-1-16,0-3 0 16,5-7 3-16,2-3-3 15,4-6 0-15,1-6-2 16,-1-6 0-16,-3-5 0 15,3-5-1-15,-3-8 0 16,3-2-2-16,-2-6 0 16,-6-1 1-16,1-4 2 15,-1-2-2-15,-3-2 3 16,-7-2-2-16,0 0 4 16,-5 0 1-16,-9-7 1 0,-5 1 2 15,-5-3-2-15,-5-1 4 16,-6-3-4-16,-6 2 2 15,-4-2-4-15,-4 2 0 16,-3 5-2-16,0 0-2 16,-2 6 0-16,-1 5 0 15,1 8 2-15,-1 5-2 16,1 9 3-16,-1 5-1 16,1 7 0-16,-2 6 1 15,3 6-1-15,1 7 1 16,0 0-3-16,-2 6 1 15,6 0-1-15,-1 5 1 16,7 1-2-16,1 3 0 0,6 6 0 16,6 2-3-16,3 3 3 15,7 1 0-15,7-1 1 16,5 2-2-16,9-4 4 16,5 0 1-16,2-8-1 15,8-4 3-15,6-7-1 16,3-3-2-16,4-6 1 15,3-3 0-15,-4-7-2 16,1-5 0-16,-1-7 0 16,-2-7 0-16,-3-5 0 15,-5-3 1-15,-1-8-1 16,-3-3-1-16,-1-3 2 16,-7-4 0-16,-3-4 1 0,-4-2-1 15,-9-6 3-15,-10-6 2 16,-7-4 1-16,-8-6 2 15,-8-3-2 1,-3 4 0-16,0 4-2 0,0 6-1 16,0 9-3-16,4 8-3 15,8 12-129-15,14 21-41 16,-30-19-2-16,15 16-9 16,-8-18-5-16</inkml:trace>
  <inkml:trace contextRef="#ctx0" brushRef="#br1" timeOffset="-63715.79">20213 10234 122 0,'0'0'40'15,"0"0"-10"-15,0 0-12 16,0 0-8-16,0 0-7 0,0 0-3 16,0 0 0-16,0 0 1 15,0 0 2-15,0 0 1 16,0 0 3-16,0 0 0 15,0 0 0-15,0 0 1 16,0 0 0-16,0 0 0 16,0 0-1-16,0 0 0 15,0 0-1-15,0 0 0 16,0 0 1-16,0 0-1 16,0 0-1-16,0 0 0 15,0 0 0-15,0 0-2 16,0 0 1-16,0 0-1 0,0 0 0 15,0 0-1-15,0 0 0 16,0 0-2-16,0 0-1 16,0 0-2-16,0 0-6 15,0 0-24 1,0 0-25-16,0 0-29 0,22-7-15 16,-18-12 49-16,15 10 53 15</inkml:trace>
  <inkml:trace contextRef="#ctx0" brushRef="#br1" timeOffset="-61686.33">18777 12048 14 0,'-19'-64'19'16,"2"1"-1"-16,5 4-3 0,1 2 5 15,-1-3 0-15,5 3 3 16,0-4-5-16,2 0 13 16,2-3-1-16,3 0 10 15,0-1-3-15,3-5 7 16,2 1 10-16,2-5 31 15,9 3-6-15,-2-4-6 16,5 6-4-16,0-4-17 16,7 6 7-16,0-4-19 0,0 7-8 15,4 1-35 1,-1 5 5-16,2 0-8 16,-5 3 2-16,0 5 6 15,0 3-7-15,-6 4 7 0,-3 3-3 16,-5 4 1-16,-2-1-1 15,-1 3 1-15,-2 1-1 16,0 0 2-16,0 4-1 16,-2 1 0-16,2 2 0 15,-3 2 2-15,-1 6-3 16,-3 18 0-16,4-22-1 16,-4 22-1-16,0 0 0 15,0 0-1-15,-23-11 1 16,23 11-2-16,-30 11 2 15,11-1 0-15,-7 4 2 16,-7 7 2-16,-8 3-1 16,1 2-1-16,-5 2 1 0,-4 3-1 15,0 0 2-15,1 0-2 16,3-3 2-16,3-6-3 16,9-1 3-16,7-5 1 15,3-2 1-15,23-14 3 16,-19 7 1-16,19-7-1 15,7-16 1-15,5 0-2 16,4 1 0-16,7-6 0 16,6-3-3-16,4-4-2 15,5-1-3-15,6-1 3 16,1 3-2-16,3-3 2 16,5 2-1-16,-5-1 1 15,1 6 0-15,-4 4 0 0,-3 6 0 16,-9 2-1-16,-4 8-1 15,-3 6 0-15,-7 6-1 16,-3 10 0-16,-6 7 1 16,-1 8-1-16,-2 8 1 15,0 10 1-15,-4 7 2 16,-3 5-2-16,-3 7-4 16,6 5-87-16,-3 4-43 15,-7-6-27-15,4 11-6 16,-9-12 2-16,-2 8 42 15</inkml:trace>
  <inkml:trace contextRef="#ctx0" brushRef="#br1" timeOffset="-60675.62">7767 18089 130 0,'0'0'60'0,"0"21"-7"15,0-21-8-15,-7 15-11 16,7-15-9-16,4 24-7 16,-4-8-6-16,3 1-15 15,4 4-24-15,-2 0-26 16,9 5-16-16,-9-5-29 15,16 10-6-15,-21-31 82 16</inkml:trace>
  <inkml:trace contextRef="#ctx0" brushRef="#br1" timeOffset="-56564.7">9991 1643 63 0,'0'0'98'0,"0"0"-30"0,0 0-16 16,0 0 12-16,0 0-8 15,-79-37-15-15,79 37 7 16,0 0 10-16,0 0-2 16,-79-12-4-16,79 12-6 15,0 0-10-15,0 0 0 16,-70-7 0-16,70 7 3 15,0 0-11-15,0 0-8 16,0 0-1-16,0 0-5 16,0 0 6-16,0 0-8 15,0 0 5-15,0 0-18 16,0 0-3-16,0 0 4 16,0 0 1-16,92 56-4 0,-92-56 3 15,94 8-4 1,-94-8-2-16,113 7 7 0,-113-7-1 15,111-1-3-15,-111 1 4 16,90-7 0-16,-90 7 0 16,0 0 2-16,71-4 3 15,-71 4-8-15,0 0 1 16,0 0 1-16,0 0-3 16,0 0 4-16,-81 24-5 15,81-24 6-15,-71 23-9 16,71-23 11-16,-75 19 6 15,75-19-10-15,0 0 3 16,-71 14-4-16,71-14-6 0,0 0 6 16,0 0 6-16,0 0-6 15,0 0-3-15,71-7 1 16,-71 7 2 0,78-5-1-16,-78 5 2 0,89-14-3 15,-89 14-2-15,74-12 6 16,-74 12 3-16,0 0-4 15,0 0 0-15,0 0-1 16,0 0 4-16,0 0-1 16,0 0 6-16,-74 27-11 15,74-27 1-15,-120 32 0 16,120-32-36-16,-137 43-26 16,137-43-41-16,-113 38-47 0,69-24-35 15,44-14 3 1,0 0-7-16,0 0 151 15</inkml:trace>
  <inkml:trace contextRef="#ctx0" brushRef="#br1" timeOffset="-55549.97">10004 1998 1 0,'-32'19'35'16,"-10"3"54"-16,12-5-12 16,4-1 27-16,7 6 4 0,19-22 11 15,-14 21-9-15,32-21-16 16,4-5-6-16,20-12-15 15,7-6-34-15,15 6-28 16,3-12-6-16,12-4-5 16,2-9 10-16,-3 9-11 15,-3 2 12-15,-75 31-13 16,120-31 9-16,-120 31-8 16,74-24 9-16,-74 24-8 15,0 0-11-15,0 29 11 16,-29 2-13-16,-13-3 11 15,-10 15-9-15,-10 6 11 16,-10 8-9-16,1-7 7 0,0 9 2 16,10-16-12-16,9-10 15 15,7 0-13-15,16-12 13 16,11-6-14-16,18-15 14 16,0 0-11-16,26 12 9 15,7-10-1-15,4-5-1 16,8-4 11-16,0 3-12 15,0-8 11-15,0 2-11 16,-5-1 12-16,-12 1-11 16,-7 1 14-16,-21 9-13 15,0 0 2-15,0 0-1 16,-33-3-12-16,-4 12 11 0,-13 4-10 16,-9 5 9-16,-9-1-11 15,-3 5 12-15,-7-2-12 16,7 4 12-16,1 2 2 15,17-2-2-15,9-7 0 16,13-5 2-16,31-12-1 16,0 0 0-16,26-5-1 15,19-10 1-15,16-10-1 16,8-6 0-16,11 5 12 16,5-10-13-16,-2 5 11 15,-4 1-13-15,-12 3 15 16,-11 1-14-16,-11 10 12 15,-19 14-9-15,-26 2-5 0,0 16 4 16,-31 6-12-16,-16 11 13 16,-14 11-13-16,-17 8 12 15,-12-1-10-15,-11 0 9 16,0-1-8-16,8-3 11 16,8-8 0-16,13-7-2 15,15-15 1-15,21-10 2 16,36-7-2-16,-4-16 2 15,37-5-4-15,19-11 2 16,13-5-2-16,13-4 4 16,0 6-3-16,9-1-2 15,-9 5-1-15,-7 1 0 16,-16 11 2-16,-16 12 1 0,-13 12-2 16,-16 18 1-16,-13 3-5 15,-20 24-110-15,-13 11-54 16,-18 8-12-1,7 12-19-15,-17-12-3 0</inkml:trace>
  <inkml:trace contextRef="#ctx0" brushRef="#br1" timeOffset="-41691.09">30258 10050 198 0,'0'0'77'15,"0"0"-3"-15,0 0 3 16,0 0 4-16,0 0 5 15,0 0-11-15,0 0-12 0,0 0-9 16,-14-10-6-16,14 10-5 16,0 0-9-1,0 0-16-15,0 0-18 16,0 0 1-16,0 0 0 0,0 0 1 16,0 0-1-16,0 0-1 15,0 0 1-15,0 0 1 16,0 0-1-16,0 0 0 15,0 0-1-15,0 0 0 16,0 0 1-16,0 0-2 16,0 0 0-16,0 0-1 15,0 0-4-15,0 0-13 0,0 0-53 16,0 0-24 0,0 0-19-16,0 0-12 15,14 3-12-15,-14-3-8 16,0 0-5-16,30 17 91 0</inkml:trace>
  <inkml:trace contextRef="#ctx0" brushRef="#br1" timeOffset="-41051.64">30258 10059 160 0,'0'0'54'15,"0"0"-8"-15,0 0-8 0,0 0-11 16,0 0-10-16,0 0-9 16,0 0-8-16,0 0-24 15,0 0-28 1,0 0-17-16,0 0-17 0,0 0-9 15,0 0 72-15</inkml:trace>
  <inkml:trace contextRef="#ctx0" brushRef="#br1" timeOffset="-23212.97">30079 10209 171 0,'0'0'102'0,"0"0"19"15,0 0-12-15,0 0-12 16,0 0-11-16,0 0-11 15,0 0-11-15,16-8-13 0,-16 8-18 16,0 0-28 0,0 0-3-16,0 0 0 15,0 0 0-15,0 0-1 16,0 0 0-16,0 0 0 16,0 0 0-16,0 0-1 0,0 0 1 15,0 0-1-15,0 0 1 16,-12 17 0-16,12-17 0 15,-4 22-1-15,1-4 1 16,-1 3-2-16,1 3 2 16,-2 4-1-16,-2-3-3 15,3 3 2-15,-6 2-1 16,5-1 3-16,-6-1 0 16,4 1 1-16,-1 2-3 15,1 2 1-15,0 0 7 16,-2 0-9-16,6 0 7 15,-4 1-8-15,3-1 6 0,1 2-7 16,-2-4 9-16,1 2-8 16,1-2 2-16,-1 0 1 15,-3 4-2-15,4-4 1 16,-2 0-1-16,-2 2 2 16,3 0-2-16,-3 2 0 15,2-1-1-15,-2 1 2 16,0 0-1-16,4 3 0 15,-3 1 1-15,-1 3 0 16,4 0 0-16,0-1 3 16,-1 1-3-16,4-1 3 15,-3 2 4-15,3 1 2 16,-4-1-2-16,2-1-1 0,-1 1 2 16,-1 0-3-16,1 0 2 15,-4 4-2-15,-2-4-6 16,-1 1 2-16,-6 1-2 15,2 0 1-15,-1 0 0 16,-1-4 2-16,-5-1-3 16,-1 2 2-16,-1-4 0 15,-6 1 0-15,1 0 0 16,-5-3 2-16,0 2 0 16,-5 0-1-16,-2 0 5 15,-2-2-2-15,-3 1 1 16,-4-1-3-16,1-1 2 15,-8 1-4-15,4-3 4 0,-5 2-5 16,1-4 0-16,-3 0-1 16,-1 0 1-16,4-1 2 15,-8-1-1 1,1-3 1-16,3 2 0 0,-6-2 1 16,-2 0-2-16,0 0 1 15,-6-2-1-15,-5-2 1 16,1-1 3-16,-1 0-1 15,0-2-1-15,-2 0 1 16,-1-2 0-16,-1-3-1 16,1 0 0-16,-4-2-1 15,1 0-4-15,-6-1 0 16,-2-3 0-16,-5-1-2 16,1 0 1-16,2-2 2 0,1-1 0 15,0-3 0 1,0-1 1-16,1-1 0 15,4-1 1-15,-5-2 1 0,1-1-2 16,-1 0 0-16,-7-2 0 16,4-1 0-16,3-1 0 15,-6-2-1-15,-1-1-1 16,4-3 1-16,0-1 2 16,-4 2-2-16,0-6 1 15,1 4-1-15,-1-3 1 16,4-2 0-16,-1-1 1 15,1-3-1-15,7 1 1 0,1-5-1 16,6 1 2 0,-2-3-1-16,2 0 1 15,1 0-2-15,1-1 1 16,1 3 0-16,2-2-1 0,-1 0 4 16,5-2-6-16,-1 2 5 15,4 0-5-15,3-2 5 16,6 0-4-16,1 0 4 15,2-2-4-15,2 2 1 16,-2-1 2-16,3-3-2 16,-1 1 2-16,1-4-1 15,4-3 0-15,-3 0-1 16,-1-1 2-16,-1-1-2 16,5 0 1-16,0-1-2 15,0-3 2-15,3 4-2 16,1 0 2-16,-1 0 0 0,0 0-1 15,4 0 0-15,0 2 0 16,0 3-2-16,5 0 1 16,-2 2-1-16,1 2 2 15,1-1-3-15,-2 1 4 16,0 3-4-16,3-1 5 16,-3-3-2-16,0 1 2 15,-1-2-1-15,1-2 3 16,0 2-3-16,1 0 2 15,1-2-3-15,-2 2 2 16,2 0-1-16,2 0 1 16,0 1-2-16,-2 1 1 15,2-2 4-15,1 2-4 0,6-1 6 16,-5 3-13-16,3-4 11 16,-2 1-10-16,5-3 8 15,-3 2-9-15,-1 2 3 16,1-4-3-16,-2 2 2 15,2 0 5-15,0 3-4 16,-2 3 3-16,6-3 0 16,-1 4 0-16,4-2 0 15,4 3 1-15,-1 1-1 16,4 3 1-16,5 2-1 16,-1 1 2-16,15 23-1 15,-20-27-1-15,20 27 1 16,-10-16 0-16,10 16 0 0,0 0-1 15,0 0 0-15,0 0 0 16,0 0-1-16,0 0 2 16,0 0-1-1,0 0 1-15,0 0-1 0,0 0 1 16,0 0 1-16,0 0-1 16,0 0 1-16,0 0 0 15,0 0 0-15,0 0-1 16,-12 16 1-16,8 3 1 15,1 5-2-15,0 9 1 16,-4 1 0-16,3 10-1 16,-1 1 1-16,1 1-1 15,-3-2 1-15,4-1-4 0,0-10 8 16,3 0-7-16,-6-7 5 16,6-6-4-1,0-20 3-15,0 26-4 16,0-26 4-16,0 0-2 0,0 0-1 15,0 0 2-15,0 0-2 16,6-22 0-16,-6 6-3 16,0-8 5-16,0-4-6 15,-6-8 6-15,6-4-5 16,-7-6 4-16,4-1-4 16,-4 4 5-16,2-1-1 15,1 4 1-15,1 6-1 16,-4 4 1-16,3 6-1 0,4 5 1 15,-3 2-1-15,3 17 0 16,-4-21 0-16,4 21 0 16,0 0 0-1,-1-16-1-15,1 16 0 0,0 0 1 16,0 0 0-16,0 0 0 16,0 0-1-16,0 0 1 15,0 0 1-15,0 0-1 16,19 6 1-16,0-1 0 15,3 3-1-15,11 1 0 16,9 2 1-16,10-1-1 16,9-1 1-16,14-6-1 15,3-3 1-15,10-3-1 0,2-3-148 16,1-9-36 0,2 1-7-16,-14-17-4 15,6 7 5-15</inkml:trace>
  <inkml:trace contextRef="#ctx0" brushRef="#br1" timeOffset="-21424.69">31020 10966 235 0,'-3'-21'198'16,"-11"2"-11"-16,-2 3-84 15,1 13-32-15,-11 3-3 16,3 12-22-16,-6 11-22 16,-4 11-13-16,0 16-27 15,-6 11 8-15,6 8 3 16,-1 7 3-16,8 7-3 16,3 1 5-16,9-5 1 0,9-4 3 15,10-11 3-15,9-9-1 16,9-13 5-1,11-10-3-15,3-16 5 16,11-11-7-16,4-12-6 16,4-13 4-16,8-13-7 0,-3-9 1 15,1-12-3-15,-1-10-1 16,-5-7-2-16,-4-6 1 16,-7-3 5-16,-9 4-6 15,-6 6 5-15,-11 6 2 16,-7 9 4-16,-8 12 0 15,-11 10 2-15,-5 12-2 16,-11 9 1-16,-10 9 0 16,-5 4-1-16,-7 8-3 15,-4 8-3-15,-3 6-1 16,0 8-1-16,0 9 0 16,3 6 0-16,4 8 1 0,9 7-2 15,6 3 2-15,11 5-1 16,7 2 6-16,8-2 1 15,11-3 2-15,13-7 1 16,6-4 1-16,5-10 2 16,9-8-2-16,5-17 3 15,3-8-4-15,1-10-1 16,3-12-3-16,-3-9-6 16,-4-16 3-16,-3-10-4 15,-6-14 1-15,-10-8-3 16,-7-11 1-16,-8-5 1 15,-11 1 4-15,-7 1 8 16,-9 8-3-16,-10 9 5 0,-11 11-4 16,-4 13 1-16,-11 17-1 15,-4 13-2-15,-1 12-3 16,-6 12-4-16,4 12-1 16,2 15-1-16,9 8 0 15,8 8 0-15,8 5 1 16,10 4 0-16,11-2 3 15,11-2 0-15,14-7 6 16,11-6-3-16,11-6 6 16,6-12-4-16,3-8 6 15,10-9-4-15,1-13 4 16,-1-13-3-16,3-8-3 16,-3-17 2-16,-3-11-5 0,-3-8-56 15,-7-8-86-15,-20-15-22 16,1 11-27-16,-28-8-1 15,-6 12 6-15</inkml:trace>
  <inkml:trace contextRef="#ctx0" brushRef="#br1" timeOffset="-19204.11">7507 18236 163 0,'0'0'76'0,"0"0"0"16,0 0-10-16,7-16-3 15,-7 16-13-15,0 0-14 0,0 0-20 16,0 0-11-16,3 16-12 16,-3-16-1-16,10 24-5 15,3-7-3-15,-3 8-2 16,6 2 5-16,-1 3 2 15,-1-1 1-15,5 1 2 16,-3-3-3-16,-2-8 2 16,-2-1-2-16,-12-18 2 15,29 14 4-15,-9-18 3 16,0-5-2-16,12-6 1 16,7-9 1-16,7-8 13 15,14-7 15-15,12-8 19 16,16-3 20-16,-1-11 0 0,14-1 2 15,-1-6 0-15,8 4-1 16,-6-2-14-16,2 6-12 16,-10-1-17-1,-9 9-28-15,-10 9-46 0,-14 5-35 16,-13 9-26-16,-8 8-26 16,-17 0-22-16,-4 11-10 15,-16-9-7-15,-3 19 159 16</inkml:trace>
  <inkml:trace contextRef="#ctx0" brushRef="#br1" timeOffset="-15499.37">30206 9794 116 0,'23'-5'53'16,"-4"1"12"-16,3-4 8 0,8 1-2 16,3-2-12-16,2 0-6 15,1 2-8-15,-6 1-3 16,1 2-5-16,-9-1-9 15,-4 5-23-15,-18 0-33 16,0 0-31-16,0 0-35 16,0 0-17-16,-33 15-25 15,10 1-7-15,-13-9 68 16</inkml:trace>
  <inkml:trace contextRef="#ctx0" brushRef="#br1" timeOffset="-13828.18">30222 9919 145 0,'36'-4'45'16,"2"-6"-17"-16,4-4-37 16,5 3-26-16,-9-6-20 15,4 8-19-15,-20-8 30 0</inkml:trace>
  <inkml:trace contextRef="#ctx0" brushRef="#br1" timeOffset="-11992.87">30251 10183 140 0,'-26'-17'60'15,"26"17"0"-15,-22-7-5 16,22 7-3-16,-16-5-5 16,16 5-12-16,0 0-7 0,-21 0-6 15,21 0-10-15,0 0-6 16,-19 0-3-16,19 0-4 15,0 0 9-15,-19-4 22 16,19 4 3-16,0 0 3 16,0 0 12-16,-10-17-1 15,10 17 0-15,0 0-1 16,0 0-9-16,0 0-22 16,0 0-4-16,0 0-2 15,0 0-11-15,0 0 1 16,0 0 1-16,13 23-1 15,-9-6 1-15,-1 5 1 16,3 4 3-16,-3 6-2 0,4-1 0 16,3 2-2-1,-4-2 1-15,1 2 0 16,3 0 1-16,-5-2-3 16,6 0 1-16,-8 0-1 0,4 0 2 15,-2 2 6-15,-1 0-8 16,-1 0 9-16,-3 3-9 15,4 1 8-15,-4 2-7 16,-4 1 9-16,1 0-8 16,-4 0-1-16,2 0 1 15,-6 1 0-15,1-3 0 16,1-3-1-16,-1 0 1 0,-2-4-2 16,1-2 2-16,-5-3 0 15,6-3 1 1,1-4-1-16,2-4 1 15,7-15 0-15,-19 24 2 16,19-24 1-16,0 0-85 0,0 0-38 16,-14-17-23-16,14-7-12 15,4-6-16-15,-8-15-4 16</inkml:trace>
  <inkml:trace contextRef="#ctx0" brushRef="#br1" timeOffset="-11256.35">31133 11006 154 0,'0'0'99'16,"4"-26"17"-16,-8 10 22 16,4 16-6-16,-10-16-11 15,10 16-22-15,-16-5-23 16,16 5-21-16,-23 5-23 16,23-5-31-16,-33 18-14 15,11-4-9-15,-1 6 0 16,-6 3-2-16,6 6 5 15,-3 1 4-15,0 8 2 16,4 0 4-16,6 7-1 16,0 0 4-16,6 5 0 15,3 2 10-15,4 3 0 16,6 3 3-16,4-1 1 0,7-2-1 16,5-5 3-16,4-3 0 15,6-5 1-15,9-8-2 16,4-8 2-16,6-7-5 15,8-7 0-15,0-7-1 16,1-5-2-16,2-5-1 16,0-7 0-16,-7-3-2 15,-3-10-6-15,-8-6 3 16,-11-5-6-16,-11-4 4 16,-12-7-7-16,-11-1 1 15,-6-2-3-15,-16-1 4 16,-9 1 4-16,-10 5-1 15,-11 5-19-15,-10-3-76 0,-8 3-39 16,-1 9-25-16,-12-12-2 16,6 8-2-16,-13-11 58 15</inkml:trace>
  <inkml:trace contextRef="#ctx0" brushRef="#br1" timeOffset="-2027.79">33673 9984 325 0,'0'0'131'15,"-21"7"-16"-15,21-7-8 16,0 0-18-16,0 0-22 16,0 0-25-16,36-15-37 15,2 4-3-15,6-1 0 0,4-2-2 16,6 0-2-16,5-1-1 15,0 1 1 1,-5 2 1-16,-11 2 0 16,-8 1 0-16,-9 4-3 0,-10-1 2 15,-16 6 0-15,0 0-2 16,-31 0 3-16,-2 6-2 16,-13 1 1-16,-6 1 2 15,-7 3 1-15,-5 1 0 16,0 0 0-16,8 0 0 15,4 0-2-15,11-3 2 16,11-2 1-16,15-2-1 0,15-5 1 16,0 0 0-1,26-4 0-15,12-3-1 16,14-3 2-16,9-2 0 16,13-2-1-16,4 0-2 0,4-1-1 15,-4 3 0-15,-7 1 1 16,-10 4 0-16,-16 0-2 15,-8 4-1-15,-15 1-2 16,-22 2 2-16,0 0 0 16,0 0 0-16,-26 12 0 15,-7-7 0-15,-2 2 2 16,-6 2 0-16,-6 0 2 16,5-2 0-16,1 0 1 0,8-2-1 15,6 0-1-15,12-3 0 16,15-2 1-1,0 0 0-15,0 0 1 16,0 0-1-16,0 0 0 0,0 0 1 16,0 0 0-16,15 0-1 15,-15 0 0-15,0 0-1 16,0 0 0-16,0 0-1 16,0 0 1-16,0 0 0 15,0 0 0-15,0 0 0 16,0 0-1-16,0 0 2 15,0 0-1-15,0 0-1 16,0 0-1-16,0 0 0 0,0 0 0 16,0 0 1-1,18-2-1-15,-18 2-1 16,0 0 2-16,0 0 0 16,0 0 0-16,0 0 1 0,0 0 1 15,0 0-2-15,0 0 2 16,0 0-2-16,0 0 1 15,0 0 0-15,0 0 1 16,0 0 0-16,0 0-1 16,0 0 0-16,0 0 0 15,0 0 0-15,0 0 0 16,0 0 0-16,0 0 0 16,0 0 0-16,0 0-1 15,0 0 1-15,15 2 0 16,-15-2 1-16,0 0-2 15,0 0 1-15,20 3-1 16,-20-3 0-16,0 0 1 0,0 0 0 16,13 4 1-16,-13-4-2 15,0 0 2-15,0 0-1 16,0 0 1-16,0 0 0 16,0 0-1-16,0 0 1 15,0 0-1-15,0 0 1 16,0 0 0-16,0 0-1 15,0 0 0-15,0 0 1 16,0 0-1-16,0 0 0 16,0 0 0-16,0 0-1 15,0 0 1-15,0 0 1 16,0 0-2-16,0 0 1 16,0 0 1-16,0 0-1 0,0 0 0 15,0 0 1-15,0 0 0 16,0 0-1-16,0 0 2 15,0 0-3-15,0 0 2 16,0 0 0-16,0 0-1 16,0 0 0-16,0 0 0 15,0 0-1-15,0 0 1 16,0 0 1-16,0 0-2 16,0 0 1-16,0 0 0 15,0 0 0-15,0 0 0 16,0 0 0-16,0 0 1 15,0 0-2-15,0 0 1 16,0 0-1-16,0 0 1 0,0 0 0 16,0 0 0-16,0 0 0 15,0 0-1 1,0 0 1-16,0 0 0 16,0 0 0-16,0 0 0 0,0 0 0 15,0 0 0-15,0 0 0 16,0 0 0-16,0 0 0 15,0 0-1-15,0 0 1 16,0 0 0-16,0 0-1 16,0 0 2-16,0 0-2 15,0 0 1-15,0 0 0 16,0 0 0-16,0 0 0 0,0 0 1 16,0 0-2-1,0 0 1-15,0 0 0 16,0 0 0-16,0 0 0 15,0 0 0-15,0 0 0 0,0 0 0 16,0 0 0-16,0 0 0 16,0 0 1-16,0 0-2 15,0 0 1-15,0 0-1 16,0 0 1-16,0 0 0 16,0 0-1-16,0 0 1 15,0 0 0-15,0 0 1 16,0 0-1-16,0 0 0 15,0 0 0-15,0 0 0 16,0 0 1-16,0 0-2 16,0 0 2-16,0 0-2 15,0 0 1-15,0 0-1 16,0 0 1-16,0 0 1 0,0 0-2 16,0 0 2-16,0 0-2 15,0 0 2-15,0 0-1 16,0 0 0-16,0 0 1 15,0 0-2-15,0 0 2 16,0 0-1-16,0 0-2 16,0 0 3-16,0 0-2 15,0 0 1-15,0 0-1 16,0 0 1-16,0 0 0 16,0 0 0-16,0 0 2 15,0 0-3-15,0 0 2 16,0 0-3-16,0 0 2 15,0 0 0-15,0 0 0 0,0 0-1 16,0 0 1-16,0 0 0 16,0 0 0-16,0 0 1 15,0 0-1-15,0 0 0 16,0 0 0-16,0 0 0 16,0 0 1-16,0 0-2 15,0 0 1-15,0 0 1 16,0 0-1-16,0 0 1 15,0 0-1-15,0 0 0 16,0 0 0-16,0 0 1 16,0 0-1-16,0 0-1 15,0 0 1-15,0 0-1 16,0 0 2-16,0 0-2 0,0 0 2 16,0 0-1-16,0 0 0 15,0 0 0-15,0 0 0 16,0 0 0-16,0 0 0 15,0 0-1-15,0 0 1 16,0 0 0-16,0 0 0 16,0 0-1-16,0 0 0 15,0 0 1-15,0 0 0 16,0 0 1-16,0 0-1 16,0 0-1-16,0 0 2 15,0 0 0-15,0 0 0 16,0 0-1-16,0 0 1 15,0 0-1-15,0 0 1 0,0 0 0 16,0 0-1 0,0 0 0-16,0 0 0 0,0 0 0 15,0 0 0 1,0 0 0-16,0 0 0 0,0 0 0 16,0 0 0-16,0 0 0 15,0 0 0-15,0 0 0 16,0 0-1-16,0 0 1 15,0 0 0-15,0 0 0 16,0 0-1-16,0 0 1 16,0 0 0-16,0 0 0 15,0 0 0-15,0 0 1 0,0 0-1 16,0 0-1-16,0 0 1 16,0 0 0-16,0 0-1 15,0 0 1 1,0 0 1-16,0 0-81 15,0 0-75-15,0 0-8 0,23-38-3 16,-37-18 0-16,-8-11 41 16</inkml:trace>
  <inkml:trace contextRef="#ctx0" brushRef="#br1" timeOffset="-423.65">6184 18985 109 0,'0'0'59'15,"-12"-15"7"-15,12 15 14 16,0 0 8-16,-19-9 18 0,19 9-7 16,0 0-8-16,-26-3-9 15,26 3-11-15,0 0-9 16,-18 8-15-1,18-8-16-15,0 0-23 0,-19 7-2 16,19-7-3-16,0 0-3 16,0 0 2-16,0 0-4 15,0 0 0-15,0 0-6 16,0 0 3-16,0 0-1 16,14 12 1-16,5-3 1 15,0-2-2-15,11-2 0 16,3 2 1-16,5-2 3 15,4-3 0-15,-2-2-1 0,1-5 0 16,-3 0 1 0,-1-1 0-16,-8 0 2 15,-6 0-1-15,-4 1 0 16,-3 3 1-16,-16 2 1 0,0 0 3 16,0 0 1-16,0 0 0 15,0 0 0-15,0 0 2 16,-16 16-1-16,-3-11 0 15,-7 0-1-15,-7 1-3 16,-5-3-2-16,-2 2 0 16,-5 0 1-16,-1-1-3 15,1 1 2-15,4-1-1 16,1-1 1-16,10 0-1 16,8 1 0-16,3-2-1 15,19-2-2-15,-19 1 0 16,19-1-1-16,0 0 1 0,0 0 0 15,19-3 0-15,0 3 0 16,0 0 1-16,10 2 0 16,4-4 1-16,5 2-1 15,2 0 1-15,2-4 1 16,-2 3 0-16,-2-3 1 16,-5 1 0-16,-2-1 0 15,-5 3 1-15,-6-1 3 16,-20 2-2-16,26-4 0 15,-26 4 0-15,0 0 0 16,0 0 1-16,0 0 0 16,0 0-3-16,0 0 2 15,0 0-1-15,0 0 2 0,0 0 0 16,0 0 1-16,0 0-2 16,3 18-3-16,-3-18-102 15,0 17-59-15,7 4-8 16,-7 0 0-16,3 15-2 15,-13 5-11-15</inkml:trace>
  <inkml:trace contextRef="#ctx0" brushRef="#br1" timeOffset="661.12">6255 21925 257 0,'0'0'181'15,"-19"3"-44"-15,19-3-28 16,0 0-17-16,-16 2-14 16,16-2-17-16,0 0-25 15,0 0-34-15,0 0 0 16,-15 3-3-16,15-3 0 0,0 0-1 15,0 0 3-15,28 14-2 16,-6-7 1-16,4 2-3 16,11-2 0-1,1-2 3-15,10 3-1 0,4-1 1 16,1 0-3-16,2-3 4 16,-6-2-1-16,-4-2 1 15,-4 0-1-15,-11 1 1 16,-4-1 0-16,-7 0 2 15,-19 0 0-15,17-1 0 16,-17 1 0-16,0 0 1 16,-26-7-2-16,9 0 1 0,-9 1-3 15,-5 1-1 1,-9-2-1-16,-2 4 0 16,-3-2 0-16,-4 3 0 15,1 0 1-15,-1 2 0 16,-3 0 0-16,7 2-1 0,0-2 2 15,8 2-1-15,8 1 0 16,3-1 1-16,10-2 1 16,16 0-2-16,-19 0 1 15,19 0-1-15,0 0 0 16,16 3-1-16,-1-1 2 16,11 0 0-16,4 6-1 15,10-2 1-15,2-3 0 0,6 1 2 16,4 1 0-1,0-2-1-15,2 1 0 16,-2-3 1-16,-3 1-1 16,-9 0 1-16,1 1-1 0,-11 1-2 15,-4-2 1-15,-10-1 0 16,-16-1 1-16,19 4-1 16,-19-4 1-16,0 0 0 15,0 0 0-15,0 0 2 16,0 0-3-16,0 0 1 15,-19-2-1-15,19 2-1 16,0 0 1-16,-16-2 1 16,16 2-1-16,0 0-1 15,0 0 2-15,0 0-77 16,-17-14-92-16,4-12-4 16,1-5-7-16,-17-24-4 15,6-13 0-15</inkml:trace>
  <inkml:trace contextRef="#ctx0" brushRef="#br1" timeOffset="4575.42">31801 9107 86 0,'-14'-21'43'0,"2"-2"-1"16,5 4 3-16,-1 2-1 16,8 17-4-16,-7-21 6 15,7 21 3-15,0 0-2 16,0 0 3-16,19 0 4 15,-4 4 10-15,8 6-3 16,3-3-1-16,4 3-13 0,3 3-8 16,5-1-4-1,-2-2-5-15,-1 2-9 16,1 0-17-16,-1-1 0 16,2-1-1-16,-1 0-1 0,2 1 1 15,0 1 0-15,2-2-1 16,9 2-2-16,-1 4-1 15,8 0 1-15,-2 3 1 16,5 0 0-16,2 0 0 16,1 2-1-16,2 1 0 15,-1 2 1-15,-2 0-1 16,-2 1 1-16,1 1-2 16,-8 0 2-16,1 5-2 15,-5 0 2-15,-6 0-2 16,-2 5 2-16,-2 1-2 15,-5 1-3-15,0 0 4 16,-2 4-3-16,2-1 3 0,-3 2-4 16,1 6 3-16,2-1-4 15,0 4 4-15,-2 4 1 16,2 9-3-16,0 5 3 16,-2 4-3-16,2 4 3 15,0 5 3-15,-3 2-6 16,1 5 6-16,-5 3-5 15,0 1 5-15,-3 3-5 16,-1 3 5-16,-4 4-6 16,-3 0 0-16,-4 0 4 15,-3 5 2-15,-4 2 2 16,-1 1-2-16,-6 2 2 16,3 2-1-16,-7 2 3 0,-2 1-3 15,6 4 2-15,-4-3-2 16,-2-1-2-16,2-3 2 15,0 0-1-15,0 0 0 16,-2 0 0-16,-1 0 1 16,-6-2-2-16,-3 6-1 15,-1 3 2-15,-8 1-3 16,-2 1 4-16,-3 3-2 16,-8-2 0-16,-1 1-1 15,-5-3-4-15,-2-2 2 16,-1-3-1-16,-5-3 1 15,-4 0-2-15,-6 0 1 16,-2 0-1-16,-6-2 2 0,-4 2 4 16,-4 2-2-16,-4 0 3 15,-9-2 0 1,4 1-1-16,-4-3 0 16,-7-1 1-16,-3 1 0 0,-3 0-1 15,-6-3-3-15,0-2-1 16,-7-3 0-16,-7-6-1 15,1-1 2-15,-11-6-1 16,-2-4-1-16,-4-4 1 16,-2-8 0-16,-5 0 4 15,-3-6-3-15,-8-4 3 16,-2-6-3-16,1-6 5 16,-6-3 2-16,-4-2 2 0,-7-3-1 15,-5-2-5 1,-1-4 0-16,-6-1-3 15,-7-2 0-15,-3 0 0 16,-10-1 0-16,-2-1 0 0,-6-3 0 16,2 0 0-16,-8 0 0 15,-3-4 0-15,-3 2 0 16,2-1 0-16,-2-4 0 16,1-2 0-16,-3 0 0 15,2-5 0-15,-2-1 0 16,10 1 0-16,-5-7 0 15,4-2 0-15,4 2 0 16,-4 0 0-16,3-5 0 16,1 2 0-16,-1 0 0 15,-1-4 0-15,-2 2 0 16,-3-6 0-16,3 1 0 0,0-4 0 16,-3 1 0-16,1-3 0 15,6-1 0-15,-4-2 0 16,0-3 0-16,3-2 0 15,1-4 0-15,3-3 0 16,-4-7 0-16,6-5 0 16,2-5 0-16,3-8 0 15,1-2 0-15,3-3 0 16,11-3 0-16,3-5 0 16,8-2 0-16,8 0 0 15,11-3 0-15,2-2 0 16,9-2 0-16,8-5 0 15,-3-2 0-15,12 3 0 0,-6-3 0 16,4 0 0-16,1 2 0 16,0 0 0-16,3 4 0 15,1-1 0-15,1 4 0 16,4 2 0-16,3 5 0 16,2 0-3-16,4 1 1 15,1-1 2-15,-1 0-2 16,9 0 1-16,-5-2 1 15,4-5-4-15,0-2 5 16,4-1-4-16,2-4 4 16,2-6-3-16,0 0 0 15,0-1 0-15,6 0-1 16,1-2 0-16,0 1 0 0,0-3 0 16,3 1-1-16,0 1 3 15,1 1 1-15,-1-3-2 16,2 4 3-16,-2-3-3 15,4 0-2-15,1-1 5 16,3 3-4-16,-5 1 3 16,6-2-5-16,-2 0 4 15,-1-1-5-15,5-2 6 16,-6 2 0-16,2-1-4 16,2-1 4-16,2-3-2 15,1-6 3-15,1-2-4 16,4-4 3-16,-1-4-5 15,7-2 3-15,2-5-4 0,1-2 4 16,4 5-4-16,-2 1-2 16,2-3 0-16,-4 8 1 15,9 0 2 1,-5 3 0-16,5 2 3 0,-2-1-1 16,-2 1 1-16,6 2 6 15,2 1-1-15,-4-2-3 16,1 3 1-16,-4 2-2 15,4 5 0-15,-1 4 0 16,0 7 0-16,2 4-1 16,5 5 2-16,-3 5 4 15,-1 6-3-15,4 6 2 16,3 2-1-16,4 0 1 0,-3 1-1 16,2 3 0-16,1 3-3 15,7 2 3 1,2-3-2-16,3 1 4 15,1 2-2-15,-1 1-1 0,4 2 5 16,-1 2-7-16,-1-2 7 16,-2 4-8-16,0 1 8 15,-1 2-10-15,1 0 8 16,0 0-7-16,-2 0 3 16,2 2 0-16,0 3 0 15,5 1 0-15,2-1-1 16,3 2 2-16,1 3 0 0,1 4-1 15,5 0 0-15,16 12 0 16,-26-17 0 0,26 17 0-16,-15-12 0 15,15 12 0-15,0 0-1 16,-19-18 1-16,19 18 0 0,0 0 0 16,-18-22 0-16,18 22 0 15,-15-21 0-15,15 21 0 16,-14-26-1-16,14 26 0 15,-12-26 1-15,5 11 0 16,-2-1 1-16,9 16-1 16,-10-29 1-16,10 29 0 15,-7-26-1-15,7 26 1 16,-9-26-1-16,9 26 1 16,-10-26-2-16,10 26 1 15,-13-23 0-15,13 23 0 16,-10-21 1-16,10 21-1 0,-12-20 0 15,12 20-1-15,0 0 1 16,-17-21 0-16,17 21 0 16,0 0-1-16,-9-21 1 15,9 21 0-15,0 0-1 16,-17-19 1-16,17 19 0 16,-9-16 0-16,9 16 0 15,0 0 0-15,-14-17 0 16,14 17 1-16,0 0-1 15,-12-15 1-15,12 15-1 16,0 0 1-16,-14-16-1 16,14 16 0-16,0 0 0 15,-16-19 0-15,16 19 1 0,0 0 0 16,-10-16-1-16,10 16 1 16,0 0-1-16,0 0-1 15,0 0 1-15,0 0 0 16,0 0-1-16,0 0 0 15,0 0 1-15,0 0 0 16,0 0 0-16,0 0-2 16,-16-8 2-16,16 8 1 15,0 0 0-15,0 20 0 16,0-2 1-16,0 4-2 16,0 6 1-16,-3 3 3 15,3 5-1-15,-4 4-3 16,1-3 2-16,-2-1-2 0,-2-5 2 15,0-5 0-15,3-7-1 16,-1-3 0-16,5-16 1 16,-7 19-1-16,7-19 0 15,0 0-1-15,0 0-2 16,0 0 0-16,0 0-2 16,0 0 0-16,0 0-3 15,0 0 2-15,0 0-1 16,4-24 0-16,-4 6 3 15,0-4 0-15,3-4 2 16,-1-5 0-16,1-6 0 16,4 1 2-16,-3-2-2 15,4 1 3-15,3 3-3 0,-1 1 1 16,2 2-2-16,2 3 2 16,-2 4-1-16,4 1 1 15,1 4-3 1,2 0 1-16,1 2 1 0,6 1 1 15,0 4 0-15,0 5 3 16,0 4 0-16,3 3 2 16,1 9 1-16,-3 1-1 15,6 9 0-15,0 2-3 16,6 1 0-16,2 4-3 16,11-3 1-16,7-1-3 15,13-10-64-15,13-8-107 16,17-9-3-16,-1-33-3 0,10-11-5 15,-14-34 33 1</inkml:trace>
  <inkml:trace contextRef="#ctx0" brushRef="#br1" timeOffset="8883.48">10753 10147 128 0,'-13'-47'151'0,"3"-1"-23"16,3 3-13-16,-2-2-3 0,6 9-10 16,-7 2-5-16,10 13-17 15,-13 2-21 1,13 21-33-16,0 0-27 15,-7 37-2-15,4 4-1 16,-4 15 2-16,2 15-5 0,-9 10 7 16,2 12-2-16,-2 3 2 15,-2-5 2-15,-3-6-5 16,2-10 5-16,1-13-5 16,1-14 6-16,4-11-10 15,1-15 7-15,10-22-4 16,-5 16 3-16,5-16 4 15,0-17-7-15,5-8 8 0,2-8-6 16,0-8 8 0,3-9-3-16,-1-9 2 15,1-7-5-15,-1-3 1 16,5-4 3-16,-2 6-3 0,-2 8 2 16,2 7-2-16,-1 10 2 15,-4 11-1-15,-2 9 0 16,-5 22-1-16,21-21-1 15,-21 21-1-15,35-4 0 16,-13 6-2-16,11 2 0 16,9 1-2-16,3 5 2 15,0 2 0-15,7 2 0 16,-3 3 2-16,3 1-1 16,-4 1 3-16,-2-2-1 15,-7 0 2-15,0-3 0 16,-10 2 1-16,-3-2 0 15,-3-4 1-15,-23-10-2 0,22 19-4 16,-22-19-54-16,0 0-59 16,0 17-30-16,0-17-17 15,-29-5-6-15,6 0-1 16,-11-7 8-16</inkml:trace>
  <inkml:trace contextRef="#ctx0" brushRef="#br1" timeOffset="9456.84">10652 9991 269 0,'-52'0'137'0,"7"11"-11"15,0 6-9-15,12 18-7 16,-2 4-14-16,16 18-17 0,-2 4-27 16,12 10-49-16,-1 12-2 15,6 7-5-15,-4 2 5 16,4 0-4-16,-3-6 4 15,4-4-6-15,-4-10 6 16,5-11-6-16,-1-14 3 16,3-15 0-16,0-9 2 15,0-23 0-15,0 0 1 16,19-17-1-16,-7-18 2 16,-2-10 3-16,6-14-4 15,1-10 6-15,-1-16-7 16,-4-7 4-16,2-5-4 15,-2 0 5-15,-1 6-4 0,-4 2-1 16,1 8 3-16,-1 14-2 16,0 13 0-1,-3 12-1-15,1 13 0 16,-2 10-3-16,-3 19-1 0,0 0 1 16,23-4-1-16,-23 4 1 15,33 30 0-15,-7-8-1 16,7 6 1-16,12 2 2 15,7 2 1-15,5 0 0 16,6-5-1-16,4 1 1 16,5-6 0-16,-1-3 0 15,0-3 0-15,-9-4 0 16,-4-1 1-16,-6-3 1 0,-16 1 2 16,-6-2-4-16,-11 1-16 15,-19-8-78-15,-4 20-37 16,-15-7-18-1,-10-2-13-15,-9 1-12 0,-14-5-3 16</inkml:trace>
  <inkml:trace contextRef="#ctx0" brushRef="#br1" timeOffset="9983.26">10610 10114 257 0,'-19'-26'147'0,"9"7"-10"0,10 19-15 15,-7-15-18-15,7 15-19 16,14 26-17 0,-6 10-20-16,-1 9-25 15,0 12-20-15,-3 16-4 0,-8 15-3 16,-3 9 3-16,-5 5-4 16,-5 4 4-16,-2-4-3 15,-4-9 5-15,1-6-4 16,3-16 4-16,1-14 0 15,6-14-3-15,2-15 2 16,10-28 1-16,0 0 0 16,0 0 0-16,3-37-1 15,4-9 2-15,5-11-2 0,2-16 1 16,-2-10 5 0,6-11-8-16,1-3 6 15,0 6-4-15,3 4 3 16,-4 8-4-16,1 8 6 0,-4 13-4 15,1 13-1-15,-2 11 1 16,-2 8-4-16,-2 9 0 16,-10 17 1-16,23-13 0 15,-7 17 0-15,4 6 0 16,8 4 1-16,5 7 1 16,5 5 0-16,9 2-1 15,7 3 3-15,12 0-2 16,5 2 1-16,4-4-1 15,5-5-62-15,8-1-98 16,9 3-25-16,-3-11-10 16,7 6-8-16,-11-12 23 15</inkml:trace>
  <inkml:trace contextRef="#ctx0" brushRef="#br1" timeOffset="12311.91">33718 10095 176 0,'12'21'100'0,"10"-4"10"15,11 2-1-15,6-7-10 16,9 2-12-16,8-9-18 16,8-3-12-16,5-7-9 15,8 0-22-15,4-7-14 16,4-7-11-16,2-4 2 16,-5-3-3-16,-4-7 1 0,0-1 0 15,-7-6 1-15,-7-5 0 16,-8-5-1-16,-7-4 3 15,-11-5-1 1,-9-3 4-16,-10-6-2 0,-8-4-1 16,-8-6-1-16,-10 0-3 15,-7-2 2-15,-8 2-3 16,-6 2 0-16,-8 2-3 16,-6 3 3-16,-3 8-1 15,-4 6-2-15,-3 2 1 16,0 6 0-16,3 8-1 15,1 6 1-15,3 6 0 16,1 5 0-16,3 3 0 0,-4 5 3 16,3 4 0-1,-7 2 0-15,1 1 0 16,-8 2 0-16,1 2 0 16,-1 1 0-16,-5 3-1 0,-1-1 1 15,-2 4-1-15,5 1 1 16,-2 2 0-16,2 2 0 15,-2 0 1-15,2 2-1 16,7 1 1-16,0 2 3 16,7 4-2-16,3 3 1 15,6 7 0-15,4 7 1 16,3 12-1-16,3 19-6 16,0 12-91-16,3 14-58 15,13 16-15-15,-6-1-10 16,13 15-14-16,-1-8 60 15</inkml:trace>
  <inkml:trace contextRef="#ctx0" brushRef="#br1" timeOffset="39974.57">17746 18892 423 0,'0'-16'221'16,"-10"-1"0"-16,-2-4-86 0,12 21-112 15,-23-27-23-15,23 27 0 16,-19-21 0-16,19 21 0 15,-17-12 0-15,17 12 0 16,0 0 0-16,-16-7 0 16,16 7 0-16,0 0 0 15,0 0 0-15,0 0 0 16,0 0 0-16,0 0 0 0,0 0 0 16,0 0 0-1,0 0 0-15,0 0 0 0,0 0 0 16,0 0 0-1,23 3-93-15,-23-3-99 16,7 26-11-16,1-2-7 0,-13 2-4 16</inkml:trace>
  <inkml:trace contextRef="#ctx0" brushRef="#br1" timeOffset="41700.8">17633 19245 565 0,'-10'-16'203'15,"10"16"-27"-15,-29-24-118 16,29 24-61-16,-16 16 0 15,9 15 2-15,4 12-1 16,-4 14-6-16,1 11 5 0,3 6 0 16,-4 8 1-16,3-3 1 15,-4-6 1-15,4-12-3 16,-3-13 4-16,7-12 4 16,-3-15-3-16,3-21-1 15,0 0 1-15,-4-31-2 16,4-7 0-16,0-12 0 15,0-14 1-15,4-12-6 16,-1-9 6-16,4-2 2 16,5-1-1-16,8 1 1 15,9 8-2-15,4 4 1 16,5 9-3-16,7 13 6 16,7 13-4-16,1 14-2 0,2 10 2 15,-3 13-1-15,-7 12 0 16,-3 11 0-16,-9 8 0 15,-7 7 0-15,-14 3-1 16,-5 5 1-16,-16-1-3 16,-8-1 6-16,-9-1-4 15,-4-5 4-15,-1-1-4 16,-5-6-3-16,6-7 3 16,-1-7-4-16,8-2-59 15,3-11-43-15,20-1-23 16,0 0-15-16,3-17-24 15,20 8 5-15,3-3-10 16</inkml:trace>
  <inkml:trace contextRef="#ctx0" brushRef="#br1" timeOffset="42128.1">18378 19210 489 0,'23'-13'163'0,"-9"-1"-35"15,-2-5-33-15,2 7-23 16,-14 12-35-16,12-25-31 16,-12 25-3-16,0 0 0 15,0 0 0-15,0 0 1 16,-26 6-3-16,10 9 1 0,-1 6-4 16,-2 1 2-16,0 4-3 15,-1 4 1-15,7-3-1 16,4-2 3-1,5-3-3-15,11 1 3 16,9-3-2-16,7 0-4 0,3 0 7 16,3-1-5-16,6-1 5 15,-6 4-6-15,-3 1 7 16,-3 1-7-16,-9 0 6 16,-9 2 1-16,-14 4-3 15,-8 2 3-15,-11 5-2 16,-12-3 2-16,-5 3-1 15,-7-6 1-15,-3-3-3 0,4-6-3 16,8-1-91 0,1-11-54-16,13-11-24 15,13-5-17-15,6-14-4 16,20-1 17-16</inkml:trace>
  <inkml:trace contextRef="#ctx0" brushRef="#br1" timeOffset="42647.47">19741 18914 555 0,'41'-55'194'0,"-11"-4"0"15,-7 9-114-15,-11 12-80 0,-2 14-3 16,-10 24-3-16,0 0 1 16,12 31 2-16,-8 23-1 15,-8 20 1-15,4 28-1 16,4 26 1-16,-1 33 0 16,1 26 2-16,6 26-3 15,2 22-2-15,-1 20 1 16,8 17 0-16,0 13 0 15,7 11 1-15,0 2 5 16,3-2-11-16,3 5 9 16,1-5-1-16,3-5 4 15,-1-16-10-15,1-13 12 16,2-22-10-16,-5-22 5 0,2-19 2 16,-5-27-1-16,-4-15-5 15,0-22 2-15,-7-5 4 16,0-28 5-16,-2-3 9 15,-1-16-9-15,-2 2 8 16,-2-26-11-16,-2-9 17 16,-1-16-65-16,-9-34-54 15,0 0-42-15,-26-12-24 16,7-27 6-16,-11-31-16 16,-4-13 9-16</inkml:trace>
  <inkml:trace contextRef="#ctx0" brushRef="#br1" timeOffset="43161.84">17021 20872 472 0,'27'24'167'15,"26"-6"-3"-15,21-8-91 16,34 2-57-16,31-1 3 0,33 1 6 15,32-5-18-15,36-6-3 16,32-6-6-16,36-7 0 16,39-7 0-16,23-5-1 15,41-9 0-15,26-5 0 16,29-5 2-16,20-4 0 16,19 2 4-16,3 0 0 15,-1 0 1-15,-10-2 0 16,-25 2 6-16,-21 7-7 0,-36 0 6 15,-33 0-4-15,-42 1 1 16,-34 1 0-16,-48 3-2 16,-42 4 14-1,-48 3-62-15,-52-11-64 16,-53-2-40-16,-51 1-5 0,-61-9-8 16,-51-2-5-16,-53-9-3 15</inkml:trace>
  <inkml:trace contextRef="#ctx0" brushRef="#br1" timeOffset="43828.38">22042 19006 649 0,'-17'-10'188'0,"2"8"-49"15,15 2-92-15,0 0-47 16,-16 36 0-16,16-1-15 16,0 15-10-16,0 6-4 15,0 6 3-15,0 4 16 16,0-1 8-16,0-7-2 15,0-12 4-15,0-8-3 16,-4-17 7-16,4-21 2 16,0 0 2-16,-10-15 1 15,7-18 2-15,-3-7 2 0,3-14-3 16,-1-8 0 0,1-9-5-16,-1-3 0 0,8 1-4 15,3 4 1-15,2 8-5 16,1 7-2-16,0 15 0 15,6 13-2-15,7 12 2 16,-1 14-1-16,8 15 1 16,3 10 0-16,5 6 0 15,0 9 2-15,5 1 1 16,-4 1 2-16,2-1-1 16,-4-3 2-16,-8-10-2 15,-6-6 2-15,-8-4-1 16,-15-18 4-16,19 12-1 0,-19-12 1 15,-5-17-1-15,-5-6 1 16,-9-12 1-16,-4-6-1 16,1-11 2-1,-1-2-1-15,-1 1 2 0,5 6-2 16,3 4 0-16,2 10-4 16,9 12-2-16,5 21-48 15,0 0-74-15,0 0-34 16,16 16-19-16,3 6-5 15,3-5 0-15,15 4 52 16</inkml:trace>
  <inkml:trace contextRef="#ctx0" brushRef="#br1" timeOffset="44226.21">22843 18819 389 0,'38'-29'161'0,"2"-1"-23"15,-2 1-28 1,-5-2-27-16,0 5-33 0,-2 2-45 15,-8 5-5-15,-2 5 4 16,-6 3-4-16,-15 11 2 16,0 0-1-16,0 0-2 15,0 0 2-15,-15 23 1 16,1-8-1-16,-2 1-5 16,-1 3 6-16,5 2-4 15,-4 0 3-15,9 1-2 16,0 1 1-16,7 1-2 15,7-2 3-15,9 3-1 0,1-3 1 16,6 1-1 0,-1-1-1-16,4-1 1 15,0-2 0-15,-7 0 2 0,0-2 0 16,-12 1-2-16,-3 1 1 16,-11 0 1-16,-9 1 1 15,-10 3-1-15,-7-2 0 16,-8 3-2-16,-8-2-42 15,4 4-76-15,-5 2-36 16,4-7-19-16,15 3 0 16,5-10-4-16</inkml:trace>
  <inkml:trace contextRef="#ctx0" brushRef="#br1" timeOffset="44856.67">25611 18333 519 0,'-33'-30'178'15,"33"30"0"-15,-19-5-87 16,19 5-64-16,0 0-34 16,-12 23 2-16,16 8-1 15,-4 14 2-15,5 21 0 16,-2 20 0-16,1 23 1 15,3 25 3-15,0 18-4 16,-2 18 4-16,5 20 0 16,1 18-1-16,1 15-2 15,3 14 1-15,6 11 1 16,2 8-1-16,3 7 0 16,5 7 0-16,2-3 1 15,0-1-1-15,2-8 0 0,-2-7 2 16,5-12-4-16,-9-12 5 15,8-14-2-15,-9-14 3 16,1-11-6-16,1-16 5 16,-1-15-1-16,-3-20 1 15,-3-14-2-15,-1-21-1 16,-2-16 3-16,-1-16-3 16,-6-18 1-16,0-16 1 15,-6-15 0-15,-7-21 13 16,0 0 7-16,0 0-46 15,0 0-79-15,0-38-65 16,-13 1-17-16,-4-32-9 16,1-7 1-16,-13-35 113 0</inkml:trace>
  <inkml:trace contextRef="#ctx0" brushRef="#br1" timeOffset="45384.04">26854 18769 553 0,'-3'-29'218'0,"-1"10"0"16,4 19-184-16,-14-19-34 15,14 19 0-15,-12 19 0 16,-2 7 0-16,2 19 0 16,-3 6 0-16,4 10 0 15,-1 3-2-15,9 5-11 16,-1-5 12-16,11-6 4 15,5-13 1-15,4-14 0 16,10-14 1-16,0-15-5 0,7-11 0 16,2-13 0-1,-2-10 0-15,-4-11 0 0,-3-11 0 16,0-10 0 0,-10-7 0-16,-9 0 0 15,-7 1 0-15,-4 2 0 0,-11 9 0 16,-6 9-5-16,-4 10-1 15,-4 16 1-15,-7 14-1 16,1 15-43-16,-2 2-73 16,-1 5-44-16,9 7-8 15,6-9-19-15,23-10-2 16,0 0 94-16</inkml:trace>
  <inkml:trace contextRef="#ctx0" brushRef="#br1" timeOffset="45632.21">27625 18300 510 0,'19'16'190'16,"-12"1"0"-16,-4 11-78 16,-3 17-118-16,-3 13 2 15,-4 20 0-15,-2 19 3 16,-1 14-1-16,-2 10 2 15,-2 7 1-15,-2 4-2 16,2-4-3-16,2-7-87 16,-2-19-52-16,2-27-28 15,12-20-18-15,0-38-5 16,0-17 2-16</inkml:trace>
  <inkml:trace contextRef="#ctx0" brushRef="#br1" timeOffset="46068.53">28047 18563 586 0,'8'16'192'0,"-13"22"-10"16,-5 14-126-16,1 15-67 16,2 15 0-16,4 4 13 15,3 4-1-15,0-3-2 16,7-9 2-16,-2-13-1 15,-2-13 2-15,4-15-2 16,0-18 1-16,-7-19-1 0,0 0 0 16,12-37 3-16,-8-4-2 15,-4-15 2-15,3-13-3 16,1-11-1-16,-1-6 3 16,2-4-2-16,6 2 2 15,-1 6-3-15,2 10 1 16,2 13-2-16,2 10-2 15,0 15 2-15,1 15 1 16,-1 13-1-16,-1 12 1 16,-1 9 2-16,-5 13 0 15,-2 8 2-15,-7 9 1 16,-7 9-1-16,-5 10-4 16,-14 2-31-16,-4 10-87 0,-15 3-48 15,-7-2-3-15,-7 1-5 16,-12-13-4-16,-1 6 14 15</inkml:trace>
  <inkml:trace contextRef="#ctx0" brushRef="#br1" timeOffset="46463.81">26455 20206 504 0,'-14'19'178'0,"14"-19"-5"15,17-5-70-15,9-9-103 16,16-7-2-16,19-3 3 15,20-7 2-15,27-4 0 16,28-8-3-16,28-1 0 16,29 1-2-16,21 2 2 15,16-1-2-15,10 4 2 16,6 3 0-16,-2 4-1 0,-12 9 1 16,-17 3 1-16,-27 3 0 15,-27 2 0 1,-34 4-11-16,-33 1-112 15,-35 7-47-15,-59 2-2 16,0-22-3-16,-63 1-3 0</inkml:trace>
  <inkml:trace contextRef="#ctx0" brushRef="#br1" timeOffset="48740.43">20612 20076 426 0,'-19'-26'182'0,"19"26"-20"16,0 0-55-16,-19-23-54 15,19 23-52-15,0 0-1 16,-3 32 0-16,3-1-1 16,5 14 2-16,2 7-4 15,0 8-4-15,3 6 6 0,2 0-5 16,-1-4 2-16,1-8-1 16,2-13 0-16,-6-13-2 15,3-11 8 1,-11-17 1-16,19-1-1 0,-12-15 0 15,1-10 2-15,3-10-1 16,1-6 4-16,-2-5 3 16,3-3-6-16,0-3 2 15,7 4-5-15,-1 4 4 16,1 4-7-16,0 13 3 16,6 12-1-16,0 11-2 15,1 12-1-15,3 9 3 0,3 3-1 16,-4 5 1-16,1 7 3 15,1-3-8-15,-5-4 3 16,-3-7-5 0,-1-1 7-16,-8-9-4 15,-14-7 6-15,19-4 2 0,-19 4-1 16,7-31 7-16,-10 2-5 16,-1-6 4-16,-6-6-6 15,1-6 2-15,-1 4-2 16,1-1-3-16,-1 6 4 15,3 5-5-15,3 13-64 16,4 20-68-16,-5-19-34 16,5 19-13-16,12 15-6 0,2 6-5 15</inkml:trace>
  <inkml:trace contextRef="#ctx0" brushRef="#br1" timeOffset="49321.84">21322 20169 585 0,'0'0'186'16,"30"-3"-74"-16,-4 3-89 15,0 0-28-15,0 0 4 16,0 2 1-16,-7 1 1 16,-4 2-1-16,-15-5-14 15,18 23-20-15,-18-23-3 16,-7 36-2-16,-7-10-3 0,5 4 7 15,-5-6-1 1,6 4 10-16,-6-4 14 16,5-7 39-16,9-1 3 0,0-16 8 15,0 0-2-15,16-12-6 16,3-4-1-16,3-8-5 16,5-4 0-16,2-5-17 15,1-5 0-15,1 0-4 16,2 2 3-16,-7-2-2 15,0 5 2-15,-7 8-5 16,-5 5-3-16,-14 20 3 16,19-18-1-16,-19 18-1 15,7 19 3-15,-5 0-4 16,1 6 3-16,4-1-2 16,0 2 4-16,9-2-5 15,1-1 2-15,-1-8 2 0,3-6 1 16,0-6 1-16,3-6-1 15,-4-6 4-15,-3-6-2 16,-4-6 2-16,-3-5-4 16,-1-7 1-16,-7-9-7 15,0-4 3-15,-7 1-4 16,0 1 0-16,-1 6 0 16,-3 9-8-16,-4 3-77 15,15 26-51-15,-16-9-30 16,16 9-3-16,-7 33-10 15,4-14 31-15</inkml:trace>
  <inkml:trace contextRef="#ctx0" brushRef="#br1" timeOffset="49944.28">23855 19828 561 0,'19'4'199'0,"-19"-4"-45"16,-7 15-91-16,3 1-72 15,3 10-3-15,-6 5 2 16,7 7 2 0,-4 0 2-16,8 0 3 0,-1-1 0 15,2-6 0-15,2-9 3 16,4-6 2-16,-11-16 1 16,22 3-2-16,-22-3 2 15,30-31 1-15,-15 4 2 16,1-6 2-16,1-7-5 15,3-5 1-15,-5 0-4 16,4 5 0-16,-1 2-2 0,-3 9-2 16,1 6-3-16,5 14 0 15,-2 11 1-15,3 15 0 16,1 8 0 0,-1 6 0-16,8 5 4 15,-1 1-2-15,1 2 6 0,-2-4-3 16,-6-6 2-16,-4-8-1 15,-3-7 5-15,-15-14 0 16,23 5-1-16,-23-5 0 16,7-29 0-16,-11 3 0 15,-3-5-1-15,-1-7-1 16,1-6-3-16,-4-1 0 16,3 2-1-16,4 3-74 0,4 4-61 15,0 0-32 1,12 11-6-16,-1-1-3 15,8 12-3-15</inkml:trace>
  <inkml:trace contextRef="#ctx0" brushRef="#br1" timeOffset="50141.42">24665 19662 454 0,'0'0'183'16,"0"0"1"-16,12 21-88 15,-12-21-99-15,0 0 1 16,20 14-61-16,-20-14-45 16,0 0-31-16,17 17-21 15,-17-17-11-15,0 0-16 16,7 16 104-16</inkml:trace>
  <inkml:trace contextRef="#ctx0" brushRef="#br1" timeOffset="50321.55">24681 19860 485 0,'3'20'168'16,"-3"-20"-43"-16,11 16-46 15,-11-16-28-15,28 15-40 16,-11-11-9-16,9-2-2 16,5-11-28-16,6 2-73 15,-3-5-43-15,3-12-22 16,11 3-12-16,-11-19-9 15,5 6 71-15</inkml:trace>
  <inkml:trace contextRef="#ctx0" brushRef="#br1" timeOffset="50552.71">25245 19399 677 0,'-22'-15'205'15,"22"15"-64"-15,-11 20-141 16,6-1 0-16,-2 11 0 16,4 10 0-16,-4 13 0 15,3 15-2-15,-1 11-8 16,5 15 3-16,-7 3-88 16,3 15-78-16,1 8-7 0,-9-8-22 15,8 11-1-15,-15-14 53 16</inkml:trace>
  <inkml:trace contextRef="#ctx0" brushRef="#br1" timeOffset="51621.5">17732 19307 378 0,'-34'7'175'0,"34"-7"-50"0,-23 2-122 16,23-2-93-16,-19 12-47 16,5 4-44-16,7 17-18 15,-8 6 126-15</inkml:trace>
  <inkml:trace contextRef="#ctx0" brushRef="#br1" timeOffset="52174.87">18048 21707 495 0,'2'-25'201'0,"-2"25"-10"0,26 12-136 16,-15 20-66-16,-5 14-1 16,7 18-2-16,-6 9 7 15,-4 8 9-15,-3 4-5 16,0-7 9-1,-7-10-8-15,0-18 9 0,-2-16-1 16,-1-18 11-16,10-16-1 16,-16-33-6-16,13-10 8 15,-4-19-9-15,7-11 9 16,-3-14-10-16,6-3-2 16,4-5-10-16,0 7 0 15,5 6 0-15,2 11-5 16,5 14 0-16,0 18-4 15,4 19 0-15,6 19 3 0,4 18-1 16,2 12 2-16,5 20 1 16,1 12 4-1,5 11-2-15,-1 4 4 0,0 7-61 16,-12-6-42-16,-4-1-39 16,-6-5-29-16,-16-23-12 15,-2-1-7-15,-21-24 145 16</inkml:trace>
  <inkml:trace contextRef="#ctx0" brushRef="#br1" timeOffset="52369.52">18093 22044 365 0,'0'0'187'15,"0"0"-5"-15,0 0-85 16,16 5-53-16,10-8-35 0,11-6-23 15,11-1 14-15,1-2-52 16,12 3-66-16,1 2-43 16,-5-2-13-16,2 13-21 15,-10 1 26-15</inkml:trace>
  <inkml:trace contextRef="#ctx0" brushRef="#br1" timeOffset="52991.99">18291 22780 557 0,'-10'60'200'0,"10"6"-31"16,7-4-170-16,-7 4-5 15,7-4 9-15,-2-3 0 16,-1-5-5-16,-1-12 5 15,4-11 17-15,-7-14-5 16,0-17 6-16,0 0-6 16,0-40-4-16,-4-5-1 15,4-10-5-15,-6-18-5 16,6-10 0-16,-4-5 0 16,4-7 0-16,10 8 0 15,-1 0 0-15,8 10 0 16,-1 11-1-16,7 17-11 0,-6 15-7 15,6 16-1-15,-8 17 3 16,-4 16-3-16,-3 11 7 16,-4 17-2-16,-11 11 4 15,2 10 4-15,-9 4 7 16,-2 1 0-16,-1-5 0 16,-2-9-1-16,3-6 1 15,0-15 4-15,13-9 4 16,3-25 2-16,9 19 0 15,8-24-2-15,11-1 1 16,8-2-3-16,6-1 1 16,6 4-7-16,5 1-3 15,-5 3-4-15,1 2-3 0,-9 8 0 16,-9 1 1-16,-8 6 2 16,-17 1 1-16,-12 6 0 15,-14-2 1-15,-14 6 1 16,-6-1 4-16,-12 7-1 15,-6 2-57-15,6 5-53 16,0-2-33-16,4-4-25 16,11 8 0-16,9-9-4 15,15 8 117-15</inkml:trace>
  <inkml:trace contextRef="#ctx0" brushRef="#br1" timeOffset="53353.24">18807 23683 518 0,'0'0'192'16,"-14"-22"-1"-16,-5 15-115 16,-4-2-74-16,-3 7-8 15,0 6-6-15,-3 10 0 16,-1 13 1-16,-1 6-2 15,8 12 2-15,-3 7 8 16,9-1 2-16,1 2 5 16,6-3-1-16,10 2 3 0,7-8 3 15,10-6 1-15,6-9 0 16,12-8-3 0,6-7 3-16,11-4-3 15,11-8-1-15,1-9 1 0,4-3-6 16,1-8 4-16,-1-1-64 15,-7-7-72-15,-2-5-51 16,-4-4-3-16,-10-6-9 16,0 6-9-16</inkml:trace>
  <inkml:trace contextRef="#ctx0" brushRef="#br1" timeOffset="56737.65">27057 20311 477 0,'14'-19'210'0,"-5"4"-42"15,-9 15-51 1,7-16-66-16,-7 16-51 15,0 0 0-15,-12 28 0 0,-6 1 0 16,3 8 0-16,-4 11 0 16,1 11 0-16,-1 8 0 15,4 8 0-15,4 3 0 16,8-7 0-16,6-4 0 16,4-8 0-16,12-10 0 15,7-17 0-15,7-11 0 16,9-17 0-16,6-13 0 0,5-13 0 15,2-8 0 1,6-8 0-16,-6-10 0 16,4-6 0-16,-8-1 0 15,-8-3 0-15,-12 0 0 0,-5 2 0 16,-12-1 0-16,-10 3 0 16,-18 9 0-16,-9 9 0 15,-15 7 0-15,-7 15 0 16,-11 10 0-16,-11 13 0 15,4 20-61-15,-15 11-107 16,3 10-43-16,4 16-13 16,0 3 1-16,10 11 88 15</inkml:trace>
  <inkml:trace contextRef="#ctx0" brushRef="#br1" timeOffset="57163.95">27359 21270 636 0,'-7'31'211'15,"-8"2"-35"-15,-11 7-176 16,3 7 0-16,-3 3 0 15,4 11 0-15,-1 1 0 16,6 2 0-16,8-3 0 16,2-8 0-16,14-8 0 15,9-10 0-15,6-13 0 0,11-13-3 16,2-14 0-16,8-14 3 16,-1-7 4-16,3-10-2 15,-3-9-2-15,-6-6 0 16,-3-4 0-16,-7-4 0 15,-10 4 0-15,-4-2 0 16,-5 8 0-16,-11 8 0 16,-15 6 0-16,-3 9 0 15,-15 17-6-15,-11 6-94 16,-3 12-59-16,-4 16-26 16,-13 1-19-16,6 19-10 15,-3 2 60-15</inkml:trace>
  <inkml:trace contextRef="#ctx0" brushRef="#br1" timeOffset="57868.45">27667 22536 654 0,'0'0'211'0,"10"-30"-53"16,-7-1-158-16,-6-9 0 15,3-5 0-15,0-3 0 0,0 1 0 16,0 4 0-16,0 1 0 16,3 11 0-16,1 7 0 15,-4 24 0 1,0 0 0-16,16 7 0 0,-6 19 0 15,-5 12 0-15,6 10 0 16,-1 11 0-16,2 10 0 16,2 9 0-16,-2 2 0 15,-1 0 0-15,-3 1 0 16,3-2 0-16,-4-4 0 16,-2-8 0-16,2-6 0 15,-7-6 0-15,0-6 0 0,0-11 0 16,0-7 0-16,-4-10 0 15,1-2 0-15,3-19 0 16,-16 17 0 0,16-17 0-16,-26-5 0 0,4 2 0 15,3 3 0-15,-11 1 0 16,1-1 0-16,-4 2 0 16,-6 5 0-16,3-4 0 15,-2 11 0-15,1-7 0 16,6 2 0-16,5-4 0 15,3-1 0-15,23-4 0 16,-26 8 0-16,26-8 0 16,0 0 0-16,35-15 0 0,-2 1 0 15,12-2 0 1,14-3 0-16,12 2 0 16,11-2 0-16,8 1 0 15,7 8 0-15,1-2 0 0,-1 2 0 16,-10 6 0-16,-6 2-3 15,-10 1 0-15,-22-5-73 16,-6 6-61-16,-20 2-21 16,-23-2-2-16,0 0-7 15,-30 5-1-15</inkml:trace>
  <inkml:trace contextRef="#ctx0" brushRef="#br1" timeOffset="60144.07">16628 21964 195 0,'0'0'188'16,"0"0"9"-1,-17-15-95-15,17 15-38 0,0 0-4 16,0 0-10-16,23-11-12 16,-1 13-10-16,4-5-15 15,7-4-19-15,9 0 8 16,6-3 1-16,11-1 0 16,9 1-2-16,3-4 0 15,4-2 0-15,0 2 0 16,-1 2-2-16,-3 0 1 15,-3 2-1-15,-9 1 1 0,-10 2 1 16,-8 4 4 0,-8 1-1-16,-10 7-44 15,-23-5-81-15,0 0-43 16,-19 14-10-16,-21-12-4 0,-9 5-3 16</inkml:trace>
  <inkml:trace contextRef="#ctx0" brushRef="#br1" timeOffset="60794.54">14485 21464 422 0,'-4'-19'179'0,"4"4"-19"16,0 15-50-16,-7-25-44 15,7 25-31-15,0 0-29 16,0 0-1-16,-22-3-2 16,22 3-2-16,-19 28-1 15,12-1-6-15,1 11 2 16,3 13 3-16,6 13-2 0,3 8 3 16,4 8-3-16,2 0 5 15,9 1-4-15,2-7 3 16,4-11-2-16,3-13 5 15,3-16 2-15,0-11-3 16,2-13-1-16,-2-13-3 16,1-13 2-16,3-8-2 15,-8-11 2-15,2-13-5 16,-8-7 0-16,-2-8 2 16,-9-8 4-16,-5-1 0 15,-11-5 3-15,-6 5-3 16,-6 6 2-16,-10 11-4 15,-3 8 0-15,-13 12-3 0,1 18-1 16,-8 8 0-16,0 14-1 16,1 11-1-16,3 10-12 15,-2 5-55 1,12 11-47-16,9 1-31 0,3-3-21 16,20 7-14-16,3-15-5 15,19 0 135-15</inkml:trace>
  <inkml:trace contextRef="#ctx0" brushRef="#br1" timeOffset="61241.85">15136 21492 254 0,'26'-16'169'0,"-7"2"-28"0,5 8-19 16,-24 6-15-16,28-11-24 15,-28 11-23-15,26 7-35 16,-26-7-29-16,26 29-1 16,-12 1-1-16,1 8 3 15,4 10 0-15,4 8 3 16,0 4 1-16,3 1 0 16,0-2-1-16,0-5 2 15,0-8-2-15,-4-9 2 16,4-15 1-16,-3-8 4 0,0-14-1 15,-1-9 1 1,-1-11-1-16,5-10 1 0,-3-10 1 16,3-5-2-1,-4-7-3-15,-3-5-3 0,-3-3 2 16,-9-4-5-16,-7 3 2 16,-11 2-5-16,-8 11 1 15,-10 3-2-15,-9 14 4 16,-11 10-3-16,-3 16 0 15,-7 12-39-15,5 24-71 16,-1 17-37-16,-5 9-24 16,12 25-11-16,3 1-2 15,10 15 96-15</inkml:trace>
  <inkml:trace contextRef="#ctx0" brushRef="#br1" timeOffset="61812.25">15233 23174 535 0,'-16'-10'219'0,"-3"3"-21"15,-7-7-127-15,26 14-71 0,-36 14 0 16,17 7 0-16,-1 8 0 16,1 6 0-16,5 12 0 15,2 6 0-15,12 15-1 16,0 1-19-16,9 2 11 15,5-5-6-15,8 0 10 16,1-9 7-16,6-9 1 16,3-10 2-16,1-14-1 15,0-17-1-15,1-15-4 16,3-11 1-16,-4-14 2 16,-2-9-2-16,-5-15-1 15,0-5 5-15,-10-9-9 16,-6-4 12-16,-6 3-8 0,-11 1 5 15,-9 3-2-15,-3 15 2 16,-10 6-8-16,-1 11-4 16,-5 11 5-16,-1 15-7 15,-1 8 4-15,6 11-2 16,2 12-1-16,-1-2 5 16,11 8-77-16,-4-1-55 15,13 0-39-15,10-2-2 16,4-8-7-16,-4-16-9 15</inkml:trace>
  <inkml:trace contextRef="#ctx0" brushRef="#br1" timeOffset="62086.45">15733 22906 544 0,'19'-2'205'0,"-19"2"-42"16,10 21-85-16,-6-5-72 16,4 8 2-16,-1 7-4 15,9 14-1-15,1 7 2 16,2 14-4-16,4 5 4 16,3 5-6-16,0 5 3 15,0 1-21-15,4-3-91 0,-8-8-55 16,-3-17-31-16,4-4-4 15,-8-26-4 1,3-8 76-16</inkml:trace>
  <inkml:trace contextRef="#ctx0" brushRef="#br1" timeOffset="62412.68">16089 23443 417 0,'0'0'204'0,"0"0"-28"16,10 15-73-16,16-8-52 16,0-7-19-16,23 0-20 0,6 0-17 15,16-2-2-15,16-1 4 16,10-7 0 0,14-6 1-16,9-3 10 15,7-4-12-15,8 3 10 0,2-3-9 16,2-6 11-16,-5 6-13 15,-6-3 10-15,-11 12-9 16,-10-1 4-16,-16 8 2 16,-17-2 2-16,-22 9-5 15,-15 12-3-15,-11 2-96 16,-23 7-73-16,-23-5-11 16,-8 15-17-16,-21-2-1 15,-6 13 76-15</inkml:trace>
  <inkml:trace contextRef="#ctx0" brushRef="#br1" timeOffset="62827.98">15927 24360 496 0,'0'0'203'0,"-29"-17"-17"16,29 17-87-16,-16-21-61 16,16 21-37-16,0 0-1 15,-16-5 0-15,16 5 0 0,0 0 0 16,-3 28 0-16,6-3 0 15,3 21 0-15,1 0 0 16,3 8 0-16,2 3 0 16,4 11 0-16,1 3 0 15,2-4 0-15,4-6 0 16,-1-13 0-16,1 4 0 16,-23-52 0-16,45 100 0 15,-45-100-88-15,36 73-95 16,-16-54-15-16,-20-19-6 15,26 14-6-15,-26-14 71 16</inkml:trace>
  <inkml:trace contextRef="#ctx0" brushRef="#br1" timeOffset="63096.17">16300 24275 576 0,'0'0'176'0,"0"0"-55"16,0 0-54-16,19 30-53 15,-5-6-9-15,2 14 1 16,3 4-5-16,4 15 4 16,3 0 5-16,0 16 11 0,0-13-10 15,0 6-1-15,0-9-10 16,-7-3-58-16,0-11-81 15,0-22-23-15,-5-6-26 16,2-18-6 0,-16 3 0-16</inkml:trace>
  <inkml:trace contextRef="#ctx0" brushRef="#br1" timeOffset="63473.44">16854 24647 322 0,'26'13'180'0,"-3"-7"7"15,10-7-74 1,12 6-54-16,7-9-15 16,12 1-4-16,14-9-42 0,11-7-2 15,13-4 4-15,6-4-3 16,12-6 3-16,-1-9-3 15,5 4 3-15,-5 0-2 16,1 5 4-16,-12 0-1 16,-4 6 2-16,-7 1-2 15,-14 5 0-15,-8 4 0 16,-16 4 0-16,-10 7 2 16,-11 2 4-16,-9-1-1 0,-29 5 3 15,19 9-2 1,-19-9-1-16,0 0-93 15,-15 22-43-15,15-22-40 16,-23 19-7-16,13-3-23 0,-2-1-4 16</inkml:trace>
  <inkml:trace contextRef="#ctx0" brushRef="#br1" timeOffset="90555.77">32938 19827 457 0,'-15'-6'192'0,"-11"-2"1"15,0 1-97-15,3 9-46 16,-3 3-23-16,0 10-21 15,3 10-4-15,1 9-2 16,-1 6 0-16,8 3 0 16,1 4-6-16,5-2-1 15,6 2-4-15,6-11 1 16,6-6 1-16,1-10 0 0,9-9 2 16,4-11 1-1,-1-11 2-15,4-11 0 16,4-13 4-16,-1-10-1 15,-2-8 3-15,-1-13-2 0,-4-9 2 16,-3-1-2-16,-7-5 4 16,-5-2-3-16,0 3 2 15,-10 7 1-15,-1 9-2 16,-3 11 0-16,-1 11 0 16,1 11 6-16,-4 9 1 15,11 22 2-15,-19-7-8 16,12 24-1-16,2 14-1 15,5 12-1-15,4 14 0 16,4 14-5-16,6 13-3 16,5 7-1-16,4 4 7 15,3-1 2-15,3-8-4 16,3-6 5-16,1-5-7 0,-4-17-75 16,4-4-46-16,-2-7-26 15,-1-13-18-15,-1-1-3 16,-10-14 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04T06:05:17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30605 11771 366 0,'0'0'195'0,"0"0"-21"16,0 0-76-16,0 0-17 15,-14 14-20-15,14-14-40 16,-19 15-16-16,19-15-4 16,-10 17-1-16,10-17-2 15,-9 25 1-15,9-25-2 16,-3 22-1-16,6-6-1 15,-3-16 0-15,9 34 1 0,-6-13 1 16,4 2-1-16,4 1 2 16,1-2-1-16,-2 3 1 15,3-1 0-15,-3-2 1 16,2-3 0-16,2-1-2 16,-2-3 1-16,-12-15-1 15,19 21 0-15,-19-21 2 16,19 5 1-16,-1-15-1 15,4-9 1-15,11-11 1 16,9-11 1-16,13-9 0 16,13-11 2-16,10-8-3 15,9-7-4-15,7-2 0 0,10 0 0 16,0 2 1-16,-3 1-2 16,1 3 0-16,-1 2-1 15,0 6 2 1,-4 5 3-16,-5 2 0 0,-5 5 0 15,-6 4 2-15,-10 5-2 16,-3 5 0-16,-13 5 2 16,-9 8 0-16,-12 5-2 15,-8 6-1-15,-5 5 2 16,-21 9 2-16,16-5 3 16,-16 5 0-16,0 0 1 15,0 0 2-15,0 0 0 16,-11 17-2-16,11-17 0 0,0 0-3 15,-15 18-3 1,15-18-1-16,0 0-2 16,-11 20-1-16,11-20-2 15,0 0 2-15,0 0 0 0,0 0-4 16,0 0 1-16,0 0-14 16,-5-19-139-16,9-5-19 15,-18-23-5-15,2-5-1 16,-18-22-4-16</inkml:trace>
  <inkml:trace contextRef="#ctx0" brushRef="#br0" timeOffset="1271.42">30722 21887 327 0,'0'0'211'0,"0"0"-15"15,0 0-70-15,0 0-40 16,0 0-9-16,0 0-77 16,0 0 0-16,0 0 0 15,3 19 0-15,-3-19 0 16,12 22 0-16,-5-3 0 16,5 5 0-16,2 4 0 15,2 3 0-15,1 2 0 16,2 2 0-16,-3 3 0 15,3 0 0-15,-5-3 0 0,2-3 0 16,-1-6 0 0,-1-1 0-16,2-8 0 15,-2-3 0-15,5-9 0 16,0-14 0-16,10-5 0 0,4-10 0 16,9-7 0-16,7-12 0 15,6-13 0-15,9-8 0 16,7-10 0-16,11-6 0 15,-2-5 0-15,8-5 0 16,3 0 0-16,2 0 0 16,3 0 0-16,1 6 0 15,-3 2 0-15,0 10 0 16,-1 2 0-16,-4 6 0 0,-6 7 0 16,-8 5 0-1,-8 5 0-15,-4 9 0 16,-11 7 0-16,-7 5 0 15,-7 5 0-15,-12 8 0 0,-6 4 0 16,-20 9 0-16,22-3 0 16,-22 3 0-16,0 0 0 15,0 0 0-15,0 0 0 16,0 0 0-16,0 0 0 16,0 0 0-16,0 0 0 15,0 0 0-15,0 0-133 16,-19-35-38-16,-7 2-10 15,-26-10-5-15,-25-21-6 16</inkml:trace>
  <inkml:trace contextRef="#ctx0" brushRef="#br0" timeOffset="14662.93">10006 1961 523 0,'-12'-36'206'0,"12"36"-74"15,0 0-81-15,-16-43-22 16,16 43-5-16,0 0-17 16,0 0 4-16,0 0 10 15,0 0-5-15,0 0-13 16,-13 15-3-16,13-15 0 0,0 0 0 16,-16 7 0-16,16-7 0 15,0 0 0-15,-14 0 0 16,9 19 0-16,-2 9 0 15,3 10 0-15,4 0 0 16,0 7 0-16,0 2 0 16,0 8 0-16,7-3-6 15,-1-5 1-15,4-6-13 16,0-3 11-16,3-6-16 16,6-5 12-16,1-11 1 15,7-2 0-15,0-16 10 16,13-26-8-16,9-24 16 15,12-27-11-15,10-18 12 0,17-23-9 16,13-8 14-16,12-12-9 16,7 2-2-16,6 3 1 15,1 19-8 1,0 17 11-16,-8 16-9 0,-9 15 5 16,-9 13-7-16,-13 10 3 15,-8 7-9-15,-9 8 14 16,-71 30-80-16,123-69-86 15,-123 69-27-15,127-95-1 16,-56 33-6-16,-1-16 52 16</inkml:trace>
  <inkml:trace contextRef="#ctx0" brushRef="#br0" timeOffset="15471.51">17850 1766 295 0,'0'0'175'0,"0"0"-14"16,13 20-75-16,-6 27-16 16,12 19-1-16,-5 14-19 15,5 1-11-15,3 14-1 0,1-1-17 16,-1 2-6-16,1-9-11 16,-4-13-4-16,-2-16-14 15,2-8 9-15,1-14-2 16,2-12 0-16,1-13 1 15,6-16 0-15,13-28-3 16,10-21 1-16,16-29 14 16,13-24-7-16,9-18 11 15,15-15-8-15,11-4 11 16,4-1-4-16,6 15 5 16,-2 12-5-16,-1 21-9 15,-5 18 0-15,-5 16 0 16,-13 13 0-16,-6 12 0 0,-7 7 0 15,-16 7 0-15,-71 24 0 16,111-25 0-16,-111 25 0 16,0 0-61-1,97-19-61-15,-97 19-38 0,0 0-22 16,98-12-12-16,-98 12-3 16,112-21 91-16</inkml:trace>
  <inkml:trace contextRef="#ctx0" brushRef="#br0" timeOffset="16259.07">23731 1785 272 0,'-6'-85'175'15,"6"85"-28"-15,0 0-30 16,0 0-20-16,0 0-14 15,0 0-20-15,0 0-33 16,0 0-15-16,0 0-13 16,0 0 0-16,0 0 3 15,0 0 7-15,0 0-9 0,0 57-9 16,15 4 7-16,6 16-7 16,-2 8-3-16,4 0-4 15,-1-5 0-15,-3-9-2 16,0-9-5-16,-1-14 9 15,-3-22-12-15,8-33 7 16,3-27 20-16,-26 34-10 16,88-151 11-16,-16 49 1 15,11-16 3-15,18-10-1 16,11-5 10-16,19 1-12 16,6 13-20-16,9 17 22 15,8 14-18-15,-5 11 9 0,-3 12 2 16,-9 9 4-16,-5 10-6 15,-17 9 10-15,-13 6 6 16,-17 9-8-16,-85 22 3 16,120-26-9-16,-120 26 0 15,0 0 2-15,85-18-2 16,-85 18 1-16,0 0 0 16,0 0 2-16,0 0 4 15,0 0 1-15,0 0-2 16,0 0-4-16,0 0-1 15,0 0 2-15,0 0 1 16,0 0-7-16,0 0-4 16,0 0-15-16,0 0-143 0,0 0-33 15,0 0-3-15,9-81-5 16,-9 81 205-16,-23-88 0 16,23 88 0-1,-26-92 0-15,26 92 0 0,-29-71 0 16,29 71 0-16,0 0 0 15</inkml:trace>
  <inkml:trace contextRef="#ctx0" brushRef="#br0" timeOffset="19023.03">18423 7104 104 0,'-12'-21'57'15,"5"4"-14"-15,-12 0 1 0,-3-1-7 16,-8-1-6-16,-3-3 16 16,-9-1 14-1,-3-6 7-15,-3 1 20 16,-15-10-6-16,6 5-3 0,-18-7-5 15,8 4-1-15,-19-6-23 16,8 4-15-16,-12-5-9 16,0 5-23-16,-6 2 0 15,-1-1-3-15,-4 4 2 16,3 0 0-16,-7 6 0 16,1 3-8-16,0 5 2 15,-2 5-1-15,2 7 0 0,3 7 0 16,1 7 0-1,-1 8 0-15,0 11 1 16,4 7 6-16,3 7-1 16,-3 7 2-16,3 10-3 15,4 5 1-15,2 7 4 0,1 6-4 16,5 3 4-16,4 5-4 16,7 5 2-16,0 5-3 15,3-1 4-15,6 2-3 16,8 1-3-16,2-2 7 15,8-1-5-15,6 0-1 16,5-6 2-16,11 1-4 16,6-4 3-16,9 0-4 15,4-5 2-15,6 0-5 16,11-4 2-16,2-1 3 16,10-2-4-16,3-7 5 15,6 4-1-15,1-4-1 0,6-2 0 16,3-1-1-16,0 1 1 15,4-2 1-15,3 3-1 16,0 6 1-16,4 2-3 16,1 0 5-16,5 2-3 15,-1 1 3-15,5-1-3 16,-2-4 2-16,4 0-2 16,-2-8 0-16,2-6 1 15,3-6-1-15,3-6 0 16,5-5-1-16,4-5 2 15,5-5-4-15,3-8 4 16,6-9-3-16,4-3 2 16,-1-4 0-16,4-6 1 0,6-10-1 15,1-5-1-15,2-9 2 16,1-5-1-16,2-6 4 16,1-6-4-16,3-7 4 15,-4-4-2-15,2-3 0 16,-9-5 1-16,-1-2 0 15,-2-6 1-15,-9-2-2 16,-2-3 2-16,-1-3-2 16,-7-5 4-16,-5 0 0 15,-11-2 2-15,-7 1-1 16,-5-3 0-16,-14-3-1 16,-3-5 1-16,-9-4 0 15,-11-1-1-15,-6-4 2 0,-6-2-4 16,-6-4 4-16,-4-1-5 15,0 3 1 1,-11-1 0-16,-1 4 1 16,-7 3 0-16,2 3-4 0,-9-1 9 15,-9 4-5-15,-10 5 0 16,-14 2 5-16,-12 6-4 16,-11 5 2-16,-8 9-70 15,-21 5-43-15,-6 12-36 16,-9 14-23-16,-20 7-3 15,-3 19-3-15,-16 8 45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6:16.5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31380 18357 432 0,'0'0'201'16,"0"0"-39"-16,-23 2-25 15,23-2-46-15,0 0-91 16,0 0 0-16,0 0 0 15,23-7 0-15,-23 7 0 16,29-12 0-16,-6 8 0 16,-4-3 0-16,10 0 0 15,-6 1 0-15,6 2 0 0,-10-3-80 16,0 4-74 0,1 6-22-16,-20-3-1 15,0 0 0-15,0 0-3 16</inkml:trace>
  <inkml:trace contextRef="#ctx0" brushRef="#br0" timeOffset="185.13">31331 18487 506 0,'0'0'175'15,"16"17"-19"-15,1-13-65 16,-1-6-40-16,13 0-27 15,1 0-111-15,-3-3-48 16,6-9-34-16,4 4-2 16,-11-11-4-16,9 2 2 15</inkml:trace>
  <inkml:trace contextRef="#ctx0" brushRef="#br0" timeOffset="794.56">31876 18310 433 0,'0'0'179'0,"31"-15"-36"16,-5 6-28-16,4-5-15 0,10 2-47 15,-2-5-53-15,7-4 0 16,4-3 0-16,-4 0 0 16,-2-4 0-16,-5 2 0 15,-5-4 0-15,-7 1 0 16,-7 0 0-16,-6-1 0 16,-6 3 0-16,-7 4 0 15,-11 1 0-15,-1 6 0 16,-4 0 0-16,-4 8 0 15,0-1 0-15,1 7 0 16,4-1 0-16,15 3 0 16,-26 0 0-16,26 0 0 15,0 0 0-15,0 0 0 0,0 0 0 16,0 0 0-16,-14 28 0 16,10-8 0-16,4 10 0 15,0 10 0 1,0 8 0-16,-1 7 0 0,-3 13 0 15,4 5 0-15,-3 3 0 16,3 3 0-16,-4 1 0 16,4 0 0-16,0-4 0 15,0-3 0-15,0-8 0 16,0-8 0-16,0-5 0 16,4-10 0-16,-4-9 0 15,3-11 0-15,2 1-21 0,-5-23-77 16,0 0-45-16,0 0-24 15,0 0 1 1,-5-30-2-16,-2 4 1 0</inkml:trace>
  <inkml:trace contextRef="#ctx0" brushRef="#br0" timeOffset="1069.76">31853 18651 369 0,'-10'16'164'0,"10"-16"-3"0,0 0-40 15,26-4-33-15,-7-2-32 16,11 0-41-16,-1-1-11 16,4 0-4-1,5-1-1-15,4 1 0 0,-2-2 0 16,-2 2-1-16,-5 0 1 15,-3 2-12-15,-3-2-107 16,-1 6-40-16,-26 1-4 16,33-18 0-16,-26-1-3 15,12 2 1-15</inkml:trace>
  <inkml:trace contextRef="#ctx0" brushRef="#br0" timeOffset="1410">32810 17682 528 0,'0'0'184'0,"5"-16"-4"15,-5 16-71-15,-16 13-87 16,16-13-22-16,-19 31 0 15,5-7 0-15,2 11 0 16,2 13 0-16,-2 14 0 16,-2 9 0-16,5 12 0 15,2 7 0-15,4 6 0 16,6 1 0-16,8-6 0 16,4-6 0-16,4-10 0 15,7-6-5-15,-3-14-117 0,3-13-42 16,4-8-11-16,-8-18-3 15,4-6-1-15,-10-22 1 16</inkml:trace>
  <inkml:trace contextRef="#ctx0" brushRef="#br0" timeOffset="2062.01">33214 18087 507 0,'0'0'170'15,"0"0"-19"-15,0 0-40 16,0 0-47-16,0 0-51 15,0 0-6-15,-19 10-7 16,19-10 0-16,-19 25 0 16,5-8 0-16,-1 5 0 15,-1 10 0-15,2 2 0 16,2 6 0-16,2 3 0 16,-3 2 0-16,6 0 0 15,4 0 0-15,3-1 0 0,3-6 0 16,1-5 0-16,8-4 0 15,-2-5 0-15,10-5 0 16,-1-7-12 0,7-6-2-16,7-10-1 0,1-6 2 15,3-8 2-15,1-6 9 16,2-3 1-16,5-8 2 16,-3-3 1-16,-6-4 1 15,-1-1 1-15,-2-2-1 16,-7 0 2-16,-7-2 0 15,-3-1 1-15,-13 1-1 16,1 4 3-16,-13 3 5 0,-8 4-4 16,-6 4-5-16,-6 6-4 15,-6 7 0 1,-2 9 0-16,-8 5 0 16,0 8 0-16,3 4 0 15,-1 7 0-15,8 2 0 0,-1 4 0 16,10 5 0-16,0-1-3 15,10 5-105-15,4 3-45 16,5-7-19-16,7 7-5 16,4-10 1-16,8 4-2 15</inkml:trace>
  <inkml:trace contextRef="#ctx0" brushRef="#br0" timeOffset="2342.71">33270 18345 491 0,'0'0'178'16,"0"24"-29"-16,0-24-33 16,3 30-28-16,-3-15-87 15,7 9-1-15,-2 1 0 16,6 2 0-16,-2 3 0 15,1 3 0-15,4-2 0 16,-5-2 0-16,4 2-52 16,0-1-108-16,-6-8-18 15,5-3 1-15,-12-19-6 16,22 18 1-16</inkml:trace>
  <inkml:trace contextRef="#ctx0" brushRef="#br0" timeOffset="2583.38">33766 18575 607 0,'-10'19'176'16,"3"4"-42"-16,-5 6-44 15,-4 2-74-15,-5 4-16 16,2 1-28-16,-3-5-90 0,-4-5-40 16,3-1-14-16,-3-13-1 15,7-2-2-15,0-19-2 16</inkml:trace>
  <inkml:trace contextRef="#ctx0" brushRef="#br0" timeOffset="3766.34">34081 18130 403 0,'0'0'171'0,"8"-17"-16"16,-8 17-42-16,0 0-24 16,0 0-31-16,0 0-32 15,0 0-21-15,0 0-2 16,18 17-3-16,-15 4 0 16,6 10 0-16,1 9 0 15,-3 5 0-15,9 5 0 16,-4 4 0-16,2 1 0 15,-6-6 0-15,-1-6 0 16,0-7 0-16,-3-6 0 0,-1-8 0 16,1-6 0-1,-4-16 0-15,0 0 0 16,0 0 0-16,15-7-3 0,-8-12-6 16,2-9-2-16,1-6 1 15,3-8 7-15,0-3 8 16,3-3-2-16,3 1-1 15,-2 2 3-15,-1 7-3 16,0 5 3-16,-2 7-3 16,-2 10-1-16,-12 16 1 15,14-12 3-15,-14 12-1 16,0 0-4-16,19 18 0 16,-19-18 0-16,19 32 0 15,-9-4 0-15,6-2 0 16,3 5 0-16,-2-1 0 15,2 1 0-15,0 0 0 0,-3-2 0 16,-2-8 0-16,2-3 0 16,-6-3 0-16,-10-15 0 15,16 19 0-15,-16-19 0 16,0 0 0-16,0 0 0 16,19-21-3-16,-16-3 0 15,4-9 0-15,0-12 6 16,-3-12 2-16,4-9-4 15,-1-8-1-15,4-1 0 16,-6 6 0-16,2 7-1 16,0 7 1-16,-4 11-1 15,2 17 3-15,-5 11-2 16,0 16 0-16,0 0 0 0,0 0-20 16,0 0-96-16,0 0-42 15,0 0-10-15,-8 17-3 16,8-17-7-1,0 0-6-15</inkml:trace>
  <inkml:trace contextRef="#ctx0" brushRef="#br0" timeOffset="4093.07">34855 17431 514 0,'-12'-16'182'16,"12"16"-5"0,0 0-68-16,0 0-68 0,0 0-41 15,19 11 0 1,-19-11 0-16,33 34 0 0,-14-4 0 16,7 10 0-16,0 12 0 15,-4 12 0-15,1 10 0 16,-4 7 0-16,-5 6 0 15,-12 6 0-15,-11 10 0 16,-14 0 0-16,-17 5 0 16,-8 4-29-16,-16 1-138 15,-18-6-10-15,-5-3-3 0,-10-17-1 16,-4-8-1-16</inkml:trace>
  <inkml:trace contextRef="#ctx0" brushRef="#br0" timeOffset="5106.79">33259 18805 317 0,'0'0'134'0,"0"0"-7"16,0 0-12-16,18 2-10 16,-18-2-13-16,0 0-20 15,0 0-39-15,0 0-22 16,0 0 2-16,0 0-9 16,0 0-4-16,0 0 0 15,0 0 0-15,0 0 0 16,0 0 0-16,-7 17 0 0,7-17 0 15,3 16 0-15,1 1 0 16,1 8 0-16,2 7 0 16,0 7 0-1,-4 4 0-15,6 4 0 0,-2 4 0 16,0 3 0-16,0-4 0 16,-2-3 0-16,-1-4 0 15,-1-1 0-15,1-8 0 16,-4-2 0-16,0-6 0 15,3-2 0-15,-3-7 0 16,0-1 0-16,0-16 0 16,0 17 0-16,0-17-12 15,0 0-107-15,-19 5-44 0,19-5-8 16,-33-10-9-16,14 3 2 16,-11-9-1-16</inkml:trace>
  <inkml:trace contextRef="#ctx0" brushRef="#br0" timeOffset="5482.05">33091 19280 547 0,'14'-9'176'0,"-14"9"-39"16,0 0-35-16,0 0-41 15,16 17-61-15,-16-17 0 0,7 26 0 16,1-5 0-16,-1 2 0 15,4 3 0 1,-3 0 0-16,-1 1 0 16,4-1 0-16,-3 0 0 15,-1-5 0-15,0-4 0 0,-7-17 0 16,9 24 0-16,-9-24 0 16,17 9 0-16,-17-9 0 15,26-14 0-15,-7 0 0 16,7-8-4-16,6-1 0 15,4-4 3-15,2-4 3 16,6-1 3-16,-3 5-3 16,-6 2-2-16,-2 8-8 0,-7 3-104 15,-10 0-57 1,1 11 1-16,-17 3-7 16,0 0-3-16,0-17 4 15</inkml:trace>
  <inkml:trace contextRef="#ctx0" brushRef="#br0" timeOffset="6997.68">31925 19821 564 0,'15'16'180'0,"-15"-16"-2"16,0 0-77-16,0 0-101 16,0 0 0-16,0 0 0 0,0 0 0 15,0 0 0-15,0 0 0 16,0 0 0-16,0 0 0 15,0 0 0-15,0 0 0 16,0 0 0-16,0 0 0 16,0 0 0-16,0 0 0 15,0 0 0-15,0 0 0 16,0 0-46-16,0 0-111 16,0 0-19-16,-3 23-3 15,-2-4-4-15,-9 3-3 16</inkml:trace>
  <inkml:trace contextRef="#ctx0" brushRef="#br0" timeOffset="8012.4">31784 20512 501 0,'7'-31'171'0,"7"-11"-8"0,1-6-61 15,1-9-78-15,5-5-20 16,-2-1-2 0,4 3 3-16,-4 4-4 0,-4 8 3 15,-1 13 3-15,-5 9-1 16,-2 11 3-16,-7 15 4 15,0 0-2-15,0 0-11 16,0 0 0-16,0 0 0 16,0 0 0-16,0 0 0 15,-9 15 0-15,9-15 0 16,-7 17 0-16,7-17 0 0,-3 26 0 16,-1-6 0-16,4 4 0 15,4 7 0 1,-1 9 0-16,4 8 0 15,5 4 0-15,-1 5 0 0,4 4 0 16,1-1 0-16,-2 1 0 16,-2-6 0-16,-2-6 0 15,3-9 0-15,-10-9 0 16,4-10 0-16,-7-21 0 16,7 15-1-16,-7-15-8 15,-4-34-1-15,-3 1 1 16,-3-14-2-16,1-8 3 15,-6-11 9-15,1-5 4 0,-2 2 0 16,6 3 0 0,3 5 1-16,2 6-3 15,5 6 3-15,5 13-4 16,5 8-4-16,1 6 0 0,4 6 1 16,1 4 1-16,1 5 3 15,-1 5 6-15,3 6-1 16,0 5-8-16,-19-9 0 15,26 32 0-15,-22-7 0 16,-8 6 0-16,-1 2 0 16,-9 5 0-16,-8 5 0 15,-1-1 0-15,-7-1 0 16,4-1-5-16,0-7-73 16,11-2-44-16,1-7-22 15,9-8-16-15,5-16-9 16,19 10-8-16,3-13 10 15</inkml:trace>
  <inkml:trace contextRef="#ctx0" brushRef="#br0" timeOffset="8417.69">32452 20083 589 0,'7'-24'180'0,"-3"1"-37"16,-4 23-39-16,-7-29-97 15,7 29-7-15,-26-11 0 16,10 15 0-16,-1 4 0 16,-2 6 0-16,0 5 0 15,-1 4 0-15,1 3 0 16,5 0 0-16,2 1 0 0,9 1 0 16,6 0 0-16,6 1 0 15,8-3 0-15,2 0 0 16,7-3 0-16,1 1 0 15,2-3 0-15,-5-1 0 16,-3 0 0-16,-2-5 0 16,-7 2 0-16,-8-1 0 15,-4 0-3-15,0-16-2 16,-16 27 0-16,2-15 4 16,-5 4-1-16,-7-2 3 15,4 1-2-15,-4-3-32 16,3 4-69-16,4-4-35 15,19-12-28-15,-23 11-5 0,23-11-3 16,7-16 0-16</inkml:trace>
  <inkml:trace contextRef="#ctx0" brushRef="#br0" timeOffset="9128.19">32721 20252 448 0,'0'0'179'16,"0"0"-14"-16,0 0-39 16,-12 26-44-16,12-26-59 15,-22 25-23-15,15-10 0 0,7-15-4 16,-16 23 3-16,16-23 2 16,-14 19 0-16,14-19 2 15,0 0-3-15,0 0 0 16,0 0 0-16,0 0 0 15,0 0 0-15,19-5 0 16,-19 5 0-16,30-19-3 16,-13 10-3-16,-1-5 2 15,3 0-1-15,-4 0 8 16,-4-1-2-16,-1-3 4 16,-8 3-4-16,-4-1 5 15,-1-4-4-15,-8 2-2 16,-1-3 0-16,2-1 0 0,-2-1 0 15,-2-1 0-15,7 2 0 16,2-2 0 0,5-1 0-16,3 3 0 15,6 3 0-15,1 1 0 0,9 6 0 16,-3 5 0-16,7 7 0 16,-3 9 0-16,3 10 0 15,-1 12 0-15,-2 7 0 16,-1 14 0-16,0 9 0 15,-2 10 0-15,-5 5 0 16,-1 5 0-16,-3 1 0 16,-1-1 0-16,0-5 0 15,-3-8 0-15,4-8 0 0,-1-11 0 16,4-13 0 0,1-12 0-16,-12-24 0 15,29 12-3-15,-9-24-3 16,-5-8-1-16,-1-10-1 0,-2-10 0 15,-5-5 4-15,-3-3 3 16,-8-1 4-16,-3 6 2 16,-8 2 22-16,-1 9-25 15,-5 6-7-15,-7 6-75 16,6 9-38-16,1 4-26 16,-5 0-16-16,10 1-4 15,16 6-24-15,-8-23 25 16</inkml:trace>
  <inkml:trace contextRef="#ctx0" brushRef="#br0" timeOffset="9509.44">33322 20164 516 0,'19'-22'172'15,"-3"-6"-31"-15,-6-7-31 16,6 1-27-16,-9-10-82 15,0 6-1-15,-4-3 0 16,-3 8 0-16,-7 2 0 16,0 7 0-16,-5 6 0 15,12 18 0-15,-29-14 0 16,15 16 0-16,14-2 0 16,-32 23 0-16,22 1 0 15,3 9 0-15,2 10 0 16,8 7 0-16,2 16 0 0,2 5 0 15,6 5 0-15,4 7 0 16,-5-1 0-16,2-3 0 16,-2-1 0-16,-1-5 0 15,-5-11 0-15,-4-10 0 16,5-3-37-16,-10-22-74 16,3-8-47-16,0-19-15 15,0 0 0-15,-16-15 0 16,2-13 0-16</inkml:trace>
  <inkml:trace contextRef="#ctx0" brushRef="#br0" timeOffset="10033.83">33199 20472 266 0,'-11'-17'170'0,"11"17"3"16,0 0-47-16,18-24-21 15,-3 15-25-15,4-12-15 16,11 2-27-16,-1-5-38 15,10-4 0-15,2-3 0 16,8 0 0-16,-2 0 0 16,-2-2 0-16,-4 5 0 15,-2 2 0-15,-6 0 0 16,-4 2 0-16,-10 2 0 16,0-1 0-16,-5 2 0 15,-5-1 0-15,-6-1 0 0,1-1 0 16,-8 2 0-16,4-3 0 15,-5-1 0-15,2 4 0 16,-4 1 0-16,0 2 0 16,3 4 0-16,4 15 0 15,-12-21 0-15,12 21 0 16,0 0 0-16,-19-9 0 16,19 9 0-16,0 0 0 15,-21 12 0-15,21-12 0 16,-12 28 0-16,5-2 0 15,4 9 0-15,-2 10 0 16,5 10 0-16,5 9 0 16,-2 9 0-16,4 5 0 0,4-1 0 15,1 3 0-15,2-4 0 16,-6-5 0 0,3-7 0-16,-3-10 0 15,-4-7 0-15,-8-16-38 0,4-3-101 16,-5-11-31-16,5-17-6 15,-26 0-1-15,9-16-1 16</inkml:trace>
  <inkml:trace contextRef="#ctx0" brushRef="#br0" timeOffset="10201.94">33502 20519 311 0,'-1'-21'173'0,"6"2"-30"15,9 4-18-15,1-6-13 0,8 5-22 16,0-8-27-1,6 2-57-15,4-6-6 16,-3-5-63-16,1-2-77 16,2 1-27-16,-4-11-3 0,-1 0 0 15,-4-11-5-15</inkml:trace>
  <inkml:trace contextRef="#ctx0" brushRef="#br0" timeOffset="10397.09">33950 19461 666 0,'0'0'180'0,"0"0"-19"15,0 0-145-15,-3 30-16 16,-1 1 0-16,-1 4 0 16,2 13 0-16,-8 4-85 15,3 10-76-15,-3 6-16 0,-1-2-2 16,2-2-1-16,-1-11 0 15</inkml:trace>
  <inkml:trace contextRef="#ctx0" brushRef="#br0" timeOffset="10769.34">33924 20157 537 0,'18'-19'181'15,"-3"-5"-18"-15,1-4-40 16,3 6-104-16,-2-2-19 15,-5 6 0-15,-12 18 0 16,14-21 0-16,-14 21 0 16,0 0 0-16,0 0 0 0,-14 18 0 15,14-18 0-15,-15 26 0 16,15-26 0-16,-14 29 0 16,12-13 0-16,2-16 0 15,5 26 0-15,-5-26 0 16,26 19 0-16,-3-12 0 15,0 0 0-15,3-2 0 16,-4 0 0-16,-1 2 0 16,-5 2 0-16,-16-9 0 15,10 24 0-15,-17-9 0 16,-10 8 0-16,-2-1 0 16,-7 3 0-16,-9-3-13 0,2-3-124 15,0-3-37-15,-5-16-1 16,8-7-2-16,4-23-3 15</inkml:trace>
  <inkml:trace contextRef="#ctx0" brushRef="#br0" timeOffset="11385.79">34481 18920 639 0,'0'0'175'16,"0"0"-7"-16,0 0-127 16,0 0-41-16,14 29 0 15,-1-8 0-15,4 10 0 16,5 7 0-16,-2 7 0 15,2 5 0-15,4 2 0 16,-3-2 0-16,-4-1 0 0,-2-4 0 16,-1-9 0-1,-4-3 0-15,-2-5 0 16,-3-2 0-16,0 0 0 16,-7 5-45-16,-3 4-130 0,3 10-2 15,-7-2-4-15,3 4-2 16,1-2-3-16</inkml:trace>
  <inkml:trace contextRef="#ctx0" brushRef="#br0" timeOffset="12226.4">34962 19917 449 0,'-22'-21'193'0,"22"21"-4"15,0 0-57-15,-19-12-72 16,19 12-60-16,0 0 0 16,0 0 0-16,0 0 0 15,0 0 0-15,15-18 0 16,-15 18 0-16,23-15 0 15,-4 3 0-15,3-4 0 16,5 1 0-16,2-3 0 16,4 3 0-16,2-3 0 15,-2 6 0-15,-4 2 0 16,-6 5 0-16,-23 5 0 16,19-2 0-16,-19 2-42 0,-11 17-49 15,11-17-8-15,-24 21-2 16,24-21 5-16,-36 19 20 15,36-19 31-15,-30 19 77 16,11-19 39-16,19 0 17 16,-22 2 8-16,22-2 2 15,0 0-5-15,0 0-21 16,-16 2-72-16,16-2 0 16,0 0 0-16,9 22 0 15,-2-1 0-15,-1 1 0 16,7 10 0-16,-6-1 0 15,5 5 0-15,-2 0 0 0,-1-3 0 16,1 0 0-16,-3-3 0 16,0-6 0-16,-2-5 0 15,-5 0 0 1,0-19 0-16,-5 24 0 0,5-24 0 16,-14 12 0-16,14-12 0 15,-29 4 0-15,13-4 0 16,-3 0 0-16,2 1 0 15,-2 1 0-15,-4 3 0 16,7-1 0-16,-3 3 0 16,19-7 0-16,-26 12 0 15,26-12 0-15,-14 12 0 16,14-12 0-16,0 0 0 0,0 0 0 16,0 0 0-16,16-12 0 15,8 2 0 1,4-4 0-16,9-2 0 15,1-1-8-15,5-2 7 0,2 1 1 16,0-1-1-16,-3 0-2 16,-6 4-6-16,-13-3-91 15,-7 1-63-15,-16 17-6 16,14-33 2-16,-14 14-4 16,-7-8 3-16</inkml:trace>
  <inkml:trace contextRef="#ctx0" brushRef="#br0" timeOffset="12526.61">35400 19444 485 0,'3'-24'178'0,"-3"24"2"16,0 0-51-16,-7 17-78 15,7 4-51-15,-3 3 0 16,3 14 0-16,0 7 0 15,3 9 0-15,4 17 0 16,0 9 0-16,-2 6 0 16,2 6 0-16,-3 5 0 15,-4-2 0-15,0-8 0 16,-4-6 0-16,1-14 0 16,-2-11 0-16,1-13-9 15,1-17-83-15,3-26-50 16,0 0-28-16,15-14-7 15,-1-17 3-15,-2-12-1 0</inkml:trace>
  <inkml:trace contextRef="#ctx0" brushRef="#br0" timeOffset="13159.06">35672 19866 603 0,'0'0'182'15,"0"0"-13"-15,-14 25-100 16,14-25-69-16,-5 24 0 16,9-5 0-16,1 3 0 15,2 8 0-15,3 3 0 16,2 5 0-16,2 3 0 0,-2 4 0 16,4 2 0-16,-6-2 0 15,4-5 0-15,-5-4 0 16,-2-1 0-16,0-9 0 15,-5-4 0-15,-2-22 0 16,7 23 0-16,-7-23 0 16,0 0 0-16,0 0 0 15,-13-35 0-15,3 4 0 16,1-9 0-16,-8-10 0 16,1-14 0-16,2-5 0 15,-1-4 0-15,3 0 0 16,-2 1 0-16,7 8 0 15,-2 1-10-15,9 10-5 0,0 8 5 16,4 8 5-16,1 6 1 16,2 5 4-16,3 5 0 15,-1 4 1-15,-9 17-1 16,26-24 1-16,-9 19 1 16,-1 0 4-16,3 6 2 15,0 3 1-15,2 4 1 16,-5 3-3-16,-1 6-7 15,-4 4 0-15,-3 1 0 16,-4 4 0-16,-8 4 0 16,-1-1 0-16,-9 2 0 15,-1 1 0-15,-8-1 0 0,0-4 0 16,-3-1 0-16,0-3 0 16,0-2 0-16,4-1 0 15,-4-11-66-15,3 1-97 16,23-10-18-16,-29 9-2 15,29-9-4-15,-19-2-1 16</inkml:trace>
  <inkml:trace contextRef="#ctx0" brushRef="#br0" timeOffset="45758.86">30258 7919 245 0,'0'0'135'0,"0"0"-10"15,0 0-11-15,0 0-15 16,0 0-11-16,0 0-14 16,0 0-16-16,0 0-25 15,0 0-28-15,0 0-2 16,0 0 1-16,0 0 1 16,16-7 1-16,-16 7-1 15,0 0 0-15,22 0-1 0,-22 0-1 16,30 0 0-1,-14-1 0-15,6 1-1 16,-1 0-1-16,-2-2-1 16,4 2 0-16,-1 0 0 0,-3-2 1 15,0 0-1-15,-5 2 1 16,2-1-10-16,-1 2-78 16,-15-1-41-16,21 0-32 15,-21 0-15-15,0 0-12 16,19 14-8-16</inkml:trace>
  <inkml:trace contextRef="#ctx0" brushRef="#br0" timeOffset="46025.05">30394 8082 381 0,'0'0'162'0,"0"0"-38"15,0 0-15-15,0 0-16 16,0 0-23-16,0 0-35 16,0 0-30-16,19-7-3 15,-19 7-2-15,21-7-3 16,-21 7-1-16,27-3-1 16,-9 1-9-16,-3-3-83 15,4-2-56-15,7 5-12 16,-8-8-3-16,4 6-1 15,-6-10-5-15</inkml:trace>
  <inkml:trace contextRef="#ctx0" brushRef="#br0" timeOffset="46775.27">31152 7937 1 0,'0'0'25'16,"-35"19"28"-16,22-9-15 0,13-10 12 15,-23 10 27-15,23-10 27 16,0 0 17-16,0 0-17 15,0 0-6-15,0 0-7 16,0 0-10-16,19-19-15 16,-19 19-23-16,33-22-29 15,-10 8-16-15,3-2 8 16,3-1-6-16,4 0 4 16,-2-1-9-16,-5-2 10 15,0 1-9-15,1 0 8 16,-12-2-8-16,-1-3 2 15,-7-1-1-15,-5 1 0 16,-4-2 10-16,-5 4-5 0,-3 1 3 16,-6 2-8-16,2 2 4 15,14 17-5 1,-28-18 3-16,28 18-3 16,-21-5-4-16,21 5-2 0,0 0 3 15,-19-2 2-15,19 2 3 16,0 0 1-16,0 0 2 15,-8 18 2-15,4-3 1 16,1 3 6-16,-4 6-5 16,3 7 5-16,1 7-3 15,-2 5-3-15,1 6 1 16,4 3-3-16,4 5 1 16,-1 7-7-16,2 0 6 0,6 3-7 15,1 4 2 1,-2-1 2-16,6-1-3 15,-2-2 4-15,1-1-4 16,-1-7 3-16,2-5-1 0,-4-8-3 16,-5-2 5-16,3-11 0 15,-6-2-1-15,-2-5-1 16,-2-7 0-16,-6-4 2 16,6-15-39-16,-26 14-57 15,4-24-54-15,-1 3-18 16,-10-14 2-16,4 2-12 15,-13-14 22-15</inkml:trace>
  <inkml:trace contextRef="#ctx0" brushRef="#br0" timeOffset="47011.44">30916 8381 513 0,'0'0'186'0,"38"-20"-64"16,-1 11-40-16,4-8-41 16,15-2-39-16,5 0-1 15,5-2 2-15,1 0-2 16,-2-3-45-16,1 3-68 16,-6 4-43-16,-15-4-12 15,-1 5-2-15,-16-6-6 16,5 5 47-16</inkml:trace>
  <inkml:trace contextRef="#ctx0" brushRef="#br0" timeOffset="47417.71">32018 7441 257 0,'16'-10'177'0,"-16"10"1"15,3-19-71-15,-3 19-15 16,0 0-3-16,0 0-23 16,-15 4-38-16,15-4-30 0,0 0-1 15,-23 19-3-15,13-2-5 16,-2 4 3-16,-6 8 1 15,3 13 1-15,-1 8 4 16,-1 10 1-16,1 8 2 16,2 6-1-16,6 4 1 15,4-2-1-15,1 2 2 16,6-5-3-16,1-5 1 16,4-6 2-16,3-5 0 15,4-9 4-15,6-6-3 16,-2-9-97-16,11-9-49 15,4-5-22-15,-4-21-3 0,8-5-6 16,-8-22-1-16</inkml:trace>
  <inkml:trace contextRef="#ctx0" brushRef="#br0" timeOffset="48042.17">32395 7744 573 0,'0'0'175'16,"0"0"-8"-16,0 0-121 0,0 0-41 16,-23 6-8-16,23-6 0 15,-20 5 0-15,20-5 1 16,-26 14 1-1,26-14 4-15,-32 26-7 0,15-7 8 16,1 5-6-16,1 5 7 16,1 4-8-16,2 7 8 15,1 0-8-15,4 3 1 16,7 0 5-16,4-3-1 16,-1-5 3-16,8-2-3 15,4-7-1-15,1-6-4 16,1-6 1-16,2-5 0 15,4-6-2-15,0-4-2 0,3-6-1 16,3-4 2 0,1-6 2-16,4-4 2 15,-1-3 1-15,0-4 2 16,2-3 0-16,-2-2 0 0,-4-1-2 16,-1-3 0-16,-7 1 5 15,-5-2-4-15,-6 2 11 16,-10-4-5-16,-7 2 3 15,-7 1-9-15,-8 3 2 16,-4 6-2-16,-6 4-2 16,-8 8 2-16,-1 4-11 15,-1 10 3-15,2 4 4 16,2 7 2-16,2 6 6 16,1 1-4-16,5 5 4 15,8-1-3-15,-1 5-70 16,13 1-47-16,1 5-33 15,-1-4-17-15,10 6-7 0,-4-7 3 16,11 5 32-16</inkml:trace>
  <inkml:trace contextRef="#ctx0" brushRef="#br0" timeOffset="48385.41">32280 8053 368 0,'0'0'175'0,"0"0"-34"15,0 0-30-15,0 0-21 16,0 0-24-16,0 0-28 0,0 0-37 16,11 15-3-16,-2 6-1 15,8 7 1-15,-1 6 2 16,3 9-2-16,3 2-1 15,-1 6-3-15,2-3 2 16,-4-3-1-16,0-2 5 16,-4-6 1-16,3-6 2 15,-6-7 0-15,2-7-2 16,-14-17-2-16,22 20-3 16,-3-19-73-16,1-9-47 15,-1-10-35-15,10-4-12 16,-6-13-3-16,13-1 0 0</inkml:trace>
  <inkml:trace contextRef="#ctx0" brushRef="#br0" timeOffset="49033.87">32815 7454 125 0,'0'0'135'0,"0"0"-20"16,0 0-20-16,0 0 6 16,-16-7-4-16,16 7-11 15,0 0-19-15,0 0-15 16,0 0-12-16,0 0-9 0,0 0-12 15,23 7-14-15,-23-7-8 16,30 10-1-16,-11-1 1 16,3-1 2-1,1 3 0-15,6 1 2 0,1 2 1 16,-1 3-1-16,3 2 3 16,-3 2 0-16,1 5-1 15,3 1 3-15,-4 3-6 16,-1 1 4-16,-2 4-1 15,-4-1-4-15,4 3 1 16,-3 1-4-16,3 0 3 16,0 2-7-16,-3 3 7 15,-1 2-6-15,1 3 2 0,-6 4 0 16,-8 4 0 0,-9 3 4-16,-9 3-2 15,-13 4 4-15,-11 3-44 16,-13-7-88-16,-9-5-39 0,3 4-13 15,-16-23-2-15,13-5-5 16</inkml:trace>
  <inkml:trace contextRef="#ctx0" brushRef="#br0" timeOffset="52788.54">29463 8504 86 0,'0'0'156'0,"0"0"14"0,-15-7-33 0,15 7-17 0,0 0-14 15,15-5-12-15,-15 5-24 16,30-7-27 0,-1 0-30-16,9-1-24 0,11 3-8 15,3-6 5-15,7 2 10 16,5 3 2-16,7-1-1 16,-3 1 2-16,-5 5-1 15,-11-1 1-15,-4 4 0 16,-6-1 1-16,-12 3-1 15,-11-2 4-15,-19-2 4 16,0 0 0-16,0 0 0 0,0 0-1 16,-37 15 1-16,9-11-1 15,-8-1-1 1,-6 1-4-16,-3-1-3 16,2 1 1-16,-2-1-1 0,-1 2 0 15,1-1 0-15,7 1 1 16,9-2 0-16,3 1-2 15,7-1-1-15,19-3-4 16,-18 4 1-16,18-4 1 16,0 0-1-16,23-4 1 15,-1 1 1-15,11-2 2 16,5-2 2-16,15 0 2 16,-1 0 1-16,10 0-1 0,2-2 1 15,1 1-1 1,-3 1-1-16,-10 0-2 15,-14 3 4-15,-8 2 5 16,-11 2-1-16,-19 0 0 0,0 0 0 16,-42 20 1-16,-3-8 0 15,-3 2 3-15,-15 1-6 16,-1 2-2-16,-7 1-1 16,3-3-1-16,2-1 2 15,9-5-4-15,8-2-76 16,6-7-61-16,8-14-30 15,9 2-9-15,0-16 2 16,10 0-6-16</inkml:trace>
  <inkml:trace contextRef="#ctx0" brushRef="#br0" timeOffset="67229.87">26561 2351 125 0,'0'0'96'15,"0"0"9"-15,0 0 12 0,0 0-4 16,0 0-21-16,0 0 4 15,0 0-14-15,-9-16-11 16,9 16-17-16,0 0-29 16,-14-26-10-16,6 7-9 15,-3-5 11-15,-1-2-10 16,-2-4-5-16,-1 4-2 16,1 4 0-16,-2-1 0 15,16 23 0-15,-26-32 0 16,26 32 0-16,-9-18 0 15,9 18 0-15,0 0 0 16,2-15 0-16,-2 15 0 16,21 0 0-16,-2 5 0 0,4 0 0 15,6-5 0-15,9 9 0 16,4-2-1-16,7-6 2 16,-1 6-3-16,4-8-1 15,0 2-2-15,-3-2 4 16,-4 2 0-16,-2-6 1 15,-8-2 1-15,-5 9-1 16,-4-7 3-16,-11 3-1 16,-15 2 2-16,23-5-10 15,-23 5-85-15,0 0-53 16,-9 33-24-16,2-13-18 16,-12 6 8-16,2 7-10 0</inkml:trace>
  <inkml:trace contextRef="#ctx0" brushRef="#br0" timeOffset="67734.23">26458 2654 117 0,'0'0'65'0,"-20"-4"9"0,20 4 6 15,-16-2 19-15,16 2-2 16,0 0-2-16,0 0-12 15,-19 4-13-15,19-4-12 16,0 0-9-16,0 0-16 16,26-7-33-16,-10 2-5 15,6 1 2-15,4 3 0 16,7 1 4-16,2-2-2 16,8 4 1-16,6-2 0 15,3-2 0-15,0 2 0 16,2 0 0-16,-2 3 1 15,-3-4-2-15,-1 1 3 16,-8 1-2-16,-5-1-1 0,-9 4 0 16,-7-1 3-16,-19-3 0 15,0 0-58-15,0 0-80 16,0 0-27-16,0 0-8 16,0 0 5-16,0-24-9 15</inkml:trace>
  <inkml:trace contextRef="#ctx0" brushRef="#br0" timeOffset="68457.86">28199 1567 434 0,'0'0'183'16,"0"0"-33"-16,0 0-42 16,0 0-19-16,0 0-30 15,0 0-59-15,0 0 0 16,0 0 0-16,0 0 0 15,0 0 0-15,0 0 0 16,-10 90 0-16,10-25 0 0,0 17 0 16,4 11 0-16,-1 8 0 15,-3 2 0-15,3 6 0 16,3-8-10-16,-3-1 4 16,1-22-7-16,-1-9 9 15,1-15 6-15,-4-7-1 16,0-14 0-16,0-9-4 15,-4-9 5-15,4-15 1 16,0 16-4-16,0-16-3 16,-3-29 1-16,-1-6-1 15,1-15-1-15,3-18 6 16,-6-13 10-16,6-23-12 16,0-10 12-16,0-4-6 0,6 6 6 15,-3 1-5-15,4 16-6 16,0 12 0-1,-7 83 0-15,16-118 0 16,-16 118 0-16,0 0 0 0,26-92 0 16,-26 92 0-16,0 0 0 15,0 0 0-15,0 0 0 16,71-76 0-16,-71 76 0 16,0 0 0-16,85-24 0 15,-85 24 0-15,71-9 0 16,-71 9 0-16,83-5 0 15,-83 5 0-15,79 0 0 0,-79 0-36 16,0 0-79-16,78 7-44 16,-78-7-15-16,0 0 13 15,0 0-7 1,-23 81 1-16</inkml:trace>
  <inkml:trace contextRef="#ctx0" brushRef="#br0" timeOffset="68734.05">28043 2032 122 0,'-10'17'181'0,"10"-17"-35"0,22 21-25 16,4-24-6-16,11 3-2 15,5-12-13-15,13 8-14 16,-3-15-48-1,9-3-37-15,1-3-1 0,-1-2-2 16,-61 27-1-16,108-44-4 16,-108 44 5-16,85-29 1 15,-85 29-54-15,57-10-88 16,-57 10-31-16,26-4 1 16,-26 4-2-16,0 0-2 15</inkml:trace>
  <inkml:trace contextRef="#ctx0" brushRef="#br0" timeOffset="69448.56">29553 1612 296 0,'0'0'179'15,"0"0"-17"-15,0 0-31 16,11-77-17-16,-11 77-15 16,0 0-57-16,0 0-42 15,0 0 0-15,-82-67 0 16,82 67 0-16,0 0 0 15,-80-5 0-15,80 5 0 0,0 0 0 16,-95 33 0-16,95-33 0 16,0 0 0-16,-90 62 0 15,90-62 0-15,0 0 0 16,-61 76 0-16,61-76 0 16,0 0 0-16,-30 97 0 15,30-97 0-15,0 69 0 16,4-31 0-16,5 4 0 15,4 10 0-15,3-7 0 16,7 2 0-16,-1-8 0 16,11 6 0-16,4-7 0 15,-3-3-1-15,8-4-18 16,-6-5 13-16,3-5 4 0,-3 0 3 16,-1 1-13-16,-9 1 15 15,-4 1-12-15,-8 5 12 16,-2-3 4-16,-5 2 0 15,-7 3-16-15,-10 7 10 16,-6-5 3-16,-3-2-4 16,-10-1 4-16,-9-1-4 15,-11-3 0 1,-3-7 0-16,-4-2 0 0,-4-4 2 16,1-8-2-16,0 0 1 15,7 2-1-15,6-9 1 16,12 0 1-16,4 2-1 15,11-5-3-15,19 5-53 0,-17-14-46 16,17 14-55-16,17-22-19 16,-1 3-5-16,10-4 0 15,3-4 28-15</inkml:trace>
  <inkml:trace contextRef="#ctx0" brushRef="#br0" timeOffset="70567.36">30079 1426 527 0,'0'0'193'0,"0"0"-17"16,0 0-88-16,0 0-49 15,0 0-39-15,0 0 0 16,0 0 0-16,0 0 0 16,0 0 0-16,-7 94 0 15,7-94 0-15,14 126 0 16,-5-36 0-16,1 16 0 15,-3 5 0-15,2 13 0 16,-5 1 0-16,-1-4 0 0,0-10-12 16,-3-6-9-1,0-23 5-15,0-11 14 0,0-18-11 16,0-11 11-16,0-14-12 16,0-11 8-16,0-17 0 15,0 0 1-15,0-30-1 16,4-18 3-16,-4-13 9 15,5-22-9-15,2-19 25 16,4-21-16-16,-5-1 1 16,7-8 11-16,6 7-9 15,-2 10-1-15,6 14 5 0,-1 8 7 16,1 23-20 0,-23 70 0-16,45-90 0 15,-45 90 0-15,0 0 0 16,55-69 0-16,-55 69 0 0,0 0-9 15,0 0 9-15,0 0-2 16,0 0 6-16,72 45-4 16,-72-45 1-16,29 92 5 15,-13-23-6-15,6 25 0 16,1 6 0-16,-1 2 0 16,-2 4 0-16,2 4-6 15,-1-7-4-15,5-12-11 16,-3-14 4-16,-4-24 9 15,3-13-9-15,-6-7 13 16,1-12-1-16,-1-14 1 16,-16-7 2-16,26-28-1 15,-14-3 4-15,2-11 0 0,-2-22 13 16,2-12-9-16,5-21 8 16,-3-15 4-16,4-1-2 15,0-5-9-15,2 13 3 16,1-4-4-16,-4 20-5 15,3 8 5-15,-22 81-3 16,33-97 0-16,-33 97-6 16,0 0 10-16,0 0-6 15,30-78 0-15,-30 78 0 16,0 0 0-16,0 0 0 16,0 0 0-16,0 0 0 15,0 0 0-15,0 0 0 16,0 0 0-16,-4 80 0 0,4-80 0 15,4 95 0-15,-4-22 0 16,0 25 0-16,0 10 0 16,0 9 0-16,-4 13 0 15,-3-2 0-15,0 7-8 16,-5-8-3-16,-2-3 9 16,2-23-21-16,-3-6 23 15,1-14-10-15,-2-8 10 16,2-12-10-16,-1-6 11 15,-1-3-10-15,2 0-79 16,-1-9-68-16,-8-7-18 16,6-1-6-16,-6-11 1 0,4-5 6 15</inkml:trace>
  <inkml:trace contextRef="#ctx0" brushRef="#br0" timeOffset="71429.97">27128 3443 459 0,'0'0'115'0,"14"-17"-3"15,-14 17-19-15,32-18-26 16,-12 8-31-16,15 3-33 16,2 2-2-16,8-2-4 15,7 0 3-15,9 2 0 0,10-2 1 16,7 3-1-1,10 1 0-15,6-1 0 16,12-2-1-16,9-1 2 16,8 5 0-16,5 2-2 0,9-4 0 15,9-1 1-15,7 2 0 16,5-1-1-16,2-3 1 16,8 6-1-16,0-6 1 15,8-4-1-15,2 3 2 16,0-3-1-16,-3-1 0 15,0 0-1-15,-10 0 3 16,-5 0-3-16,-7 1 1 16,-11-1-1-16,-10 4 1 15,-9 1 0-15,-12 0 0 16,-10 2-1-16,-11 1 0 16,-12 2 0-16,-17-1 2 15,-9 1-1-15,-16 2 4 0,-9 2-11 16,-8 3-36-16,-19-5-59 15,0 0-38-15,-23 24-25 16,-10-17-3-16,-5 9-4 16,-14-11 88-16</inkml:trace>
  <inkml:trace contextRef="#ctx0" brushRef="#br0" timeOffset="72091.42">27314 3412 276 0,'26'-4'96'0,"9"3"11"15,8-5-9-15,15 10-6 16,8-11-19-16,13 7-17 16,7-7-15-16,14 5-8 15,6-3-12-15,9 0-11 16,8-6-8-16,9 3-2 16,5-6 0-16,9 0 1 15,8 0 1-15,6 4-2 16,5-7 1-16,0 3-1 15,7 3 0-15,-2 1-2 16,3 3 3-16,-3-2-2 0,-1-1-2 16,-4 1 2-16,-4 2 0 15,-8 1 2 1,-4-1-1-16,-7-2-1 16,-11 0 1-16,-12 4-1 0,-7-2 1 15,-14 0 0-15,-9 2 0 16,-14 0-3-16,-11 0 1 15,-12 1 2-15,-10 4 0 16,-13-2 2-16,-10 2 1 16,-19 0-68-16,21 2-86 15,-21-2-18-15,0 0-4 16,-26-14-2-16,0-12 8 16</inkml:trace>
  <inkml:trace contextRef="#ctx0" brushRef="#br0" timeOffset="88344.99">28913 3270 66 0,'106'7'28'15,"-2"-4"-10"-15,0 2-4 16,2 1-4-16,2 1-3 16,3-2-5-16,2 0-2 15,-1-3-1-15,8-2 0 16,-2-4 0-16,5 1 0 16,1-1 1-16,-1-3 0 15,0-1 1-15,-3 4-1 16,-4-3 0-16,1 4 0 15,-6-1 0-15,-2 4 0 16,-12-3 0-16,-3 3-1 16,-12 2 1-16,-4-4-2 15,-7 2 2-15,-12 0-1 0,-9 0 1 16,-10-2 1-16,-7 0 3 16,-10 2 4-16,-8-1 2 15,-15 1 6 1,0 0-2-16,0 0 1 0,0 0 1 15,-29 3-3-15,3-1-2 16,-9 0-3-16,-8-2-4 16,-8-2-4-16,-15 0 2 15,-5-1-2-15,-10-2-1 16,-10-1 2-16,-6 1-2 16,-7 0 0-16,-9 1 2 15,-3-1-1-15,-11 4 0 16,-3-1 1-16,-6 0 0 0,-1 0 0 15,-5 2 1-15,-7 0-1 16,-1 0 0 0,1 2 0-16,-5 0 0 15,1 3-1-15,-3-2 1 0,3 4 0 16,-2 2-2-16,6 1 1 16,0 1 1-16,7 4-1 15,4-2-1-15,12 4 1 16,2-2-1-16,8 3 0 15,7-3 1-15,5 1-1 16,10 1 0-16,5-1 0 16,6 1 0-16,8-3 0 15,9 2 1-15,13-4-1 16,8 0-1-16,8-5 0 16,15 0-4-16,6-4 0 15,16-3 0-15,0 0 1 16,22 7 0-16,10-9 0 0,13-1 1 15,10 1 2-15,11-1 2 16,18-6 1-16,13-1 1 16,14-3-1-16,9-4 2 15,15 2-3-15,7-5 2 16,15 1-2-16,4-3 2 16,14-2-1-16,4 3 1 15,3 0 1-15,6 6-3 16,3-1 3-16,3 2-3 15,1 4 3-15,-1 1-2 16,-1 2 1-16,-2 4 0 16,-7-6 1-16,-2 4 0 15,-14 1 2-15,-6-1 1 0,-9-3-2 16,-11 1 0-16,-12 1 0 16,-14-2 0-16,-11-1-1 15,-15 2 0-15,-12-1-1 16,-12 2-1-16,-16 1 2 15,-13 2 3-15,-8-1 16 16,-10 3 4-16,-19 1 1 16,0 0-2-16,0 0 1 15,-36-20-1-15,-6 15 0 16,-13 2-4-16,-17-4-17 16,-14 2-4-16,-22 1 0 15,-15 3 0-15,-9-1 0 0,-14 2 0 16,-3 0 1-16,-4 3-2 15,-3-1 1-15,-2 3 0 16,2 2-1-16,6 0 1 16,1 0 0-1,-4 0 0-15,6 2 0 0,3-1 1 16,-2 4-1-16,10-1 1 16,3 3-1-16,10-2 1 15,6 2-2-15,8-1-2 16,13 3 2-16,10-2 1 15,8 0-1-15,10-4-1 16,12 0 2-16,11-3 0 16,9-1 1-16,11-3-1 0,8-1-3 15,17-2-1-15,0 0 0 16,0 0 1-16,30-25-1 16,3 17 0-16,15 1-1 15,9-2 1-15,13-1 3 16,10 5-1-16,13 3 1 15,15 0-1-15,5 6 1 16,14-1-1-16,6 4 0 16,6 0 1-16,14 2 0 15,5-1 0-15,8 3 0 16,-1-1-1-16,11-1 1 16,-4-2 1-16,-1 0 1 15,1 1 0-15,-3 1-2 0,-4-2 1 16,-6 0 1-16,-4-2 0 15,-9 4 1-15,-6-3-3 16,-13-2 1 0,-11-1-1-16,-12 1-24 0,-6-1-58 15,-24-13-28-15,1 8-10 16,-27-34 15-16,10 3 106 16</inkml:trace>
  <inkml:trace contextRef="#ctx0" brushRef="#br1" timeOffset="147416.54">3235 7943 413 0,'0'0'182'0,"0"0"-4"15,0 0-59-15,0 0-57 16,12 16-19-16,-12-16-26 0,14 23-21 16,-2-8 5-16,2 4-1 15,1 2 0-15,8 1-2 16,7-1 2-16,1-2-2 15,5 0 1-15,2-7 0 16,-1-3-1-16,4-5 0 16,1-6 0-16,-2-5 2 15,-2-5-2-15,2-7 3 16,-2-4-3-16,-1-4 2 16,-6-5-1-16,-1-2 1 15,-1-4 6-15,-3-7-13 16,-7 0 12-16,4-6-10 15,-6 3 4-15,-1-2-3 16,-1-2 4-16,-1 2-5 0,2-1-2 16,-6 3 9-1,2 3-8-15,-1 3 8 16,-2 1-2-16,-2 3 1 0,-1-2-1 16,-2 4 2-16,-1-2 0 15,-1-1-1-15,-2 3 0 16,0 0 0-16,0-1 0 15,0 3 2-15,0 1-3 16,0 2 1-16,-2 1 3 16,-1 1-8-16,-1 0 9 15,-6 1-9-15,-2 0 11 0,-2 0-8 16,-5-1 5 0,-11 1-5-16,4 4 2 15,-8 0 4-15,-3 7-6 16,-1-1 5-16,-2 4-7 0,-5 6 4 15,7 3-2-15,-2 3 0 16,-2 2 0-16,7 3 0 16,-1 2 0-16,6 2-1 15,-1 4 2-15,2 1-1 16,-1 0 1-16,4 7-1 16,4 0 7-16,-4 4-6 15,3 3 5-15,-3 1 3 16,3 4-6-16,1 4 4 15,-1 1-6-15,6 2 0 16,-6 6 0-16,4 2 0 16,0 1 0-16,5 7 0 15,-1 1 0-15,3 4 0 0,-2 3 0 16,7 2 0-16,-2-1 0 16,2 3-4-16,4 1 8 15,3-3-4-15,0-2 0 16,7-3 0-16,-1 0 0 15,7-3 0-15,2-6 0 16,6-5 0-16,2-5 0 16,-1-2-3-16,8-7-1 15,1-5-1-15,5-6 0 16,10-4 1-16,-1-7 1 16,3-4 3-16,8-5-1 15,-4-5 1-15,0-2-102 16,-3-2-67-16,-4 6-2 0,-11-9-6 15,-1 6-3-15,-10-7-4 16</inkml:trace>
  <inkml:trace contextRef="#ctx0" brushRef="#br1" timeOffset="149116.54">30371 7864 252 0,'19'-19'172'15,"-15"3"-12"-15,-4-3-61 16,7 4-4-16,-11-8-7 16,4 2-18-16,-3-6-26 15,-1 2-43-15,-1 1 5 16,-6 0-6-16,1 1 7 15,-2 3-7-15,-2-1 6 16,-2 4-6-16,-3-1 4 16,0 3-1-16,-3-1-1 15,1 2-2-15,-5-1 2 16,3 1-2-16,-3 2 0 16,0 1-2-16,-2 1 2 15,-1 0-2-15,-1 3 2 0,1 0-1 16,-1 2 0-16,3 1 0 15,-3 1 0-15,4 1 0 16,-3 2 1-16,6 2 0 16,-3-1-2-16,3 3 3 15,1-1-1-15,-1 4-1 16,4-2 1-16,-7 4 2 16,4 0-3-16,-1 3 1 15,2 0-1-15,-1 0 0 16,-1 2-1-16,0 0 1 15,4 1 0-15,0 3-1 16,2-1 0-16,1 2 1 16,1 2-1-16,1 0 7 0,-2 1-7 15,6 2 7-15,-2 0-8 16,1 4 9-16,2 0-3 16,3 0-4-16,2-1 3 15,1 3-9-15,-1-1 9 16,1 2-9-16,3 2 10 15,0-2-10-15,3 6 5 16,-3-3 2-16,4-1-2 16,-1 0 2-16,4 2-2 15,-2-2 2-15,2-1-3 16,0 1 3-16,5-3-2 16,-5-1 2-16,7 1-1 15,-2-3 1-15,2-2 0 0,-2-5 0 16,4-1 0-16,-2-1 0 15,5-4-1-15,0 1 0 16,4-4 0 0,-1 1 1-16,4-4-1 0,4 1 0 15,-1 1 0-15,4-3 2 16,-5 0-3-16,5-3 2 16,0 1-2-16,-4-2 2 15,3-1-2-15,-3-2 1 16,4-2 0-16,-7-1 0 15,0-1-1-15,0-1 1 16,-3-2-1-16,-4-1 0 16,3-3 1-16,-6-3-1 0,3-1 0 15,-1-1 1 1,4-5 1-16,-6-3 0 16,3 0 2-16,2-5-1 15,-2-4 3-15,-4 0 0 0,-1-5 2 16,2-6-1-16,-6-2 0 15,2-5-1-15,-1-2 1 16,-2 4 3-16,-3 1-7 16,-2 1 8-16,-8 4-7 15,-2 5 8-15,-7 3-75 16,-6-1-97-16,-17-9-9 16,1-4-10-16,-17-20 2 0,0-5-11 15</inkml:trace>
  <inkml:trace contextRef="#ctx0" brushRef="#br1" timeOffset="153366.53">25585 6997 111 0,'0'0'35'0,"0"0"-3"16,0 0-4-16,0 0-6 16,-15-7-8-16,15 7-4 15,0 0-4-15,0 0-2 0,0 0 0 16,0 0 0-16,0 0-2 15,0 0-1-15,0 0 1 16,0 0-2 0,0 0 1-16,0 0-4 0,0 0-7 15,0 0-19-15,0 0-15 16,0 0-16-16,0 0-6 16,-16 8 3-16,16-8 63 15</inkml:trace>
  <inkml:trace contextRef="#ctx0" brushRef="#br1" timeOffset="-33830.19">29639 8691 141 0,'0'0'53'0,"0"0"6"16,0 0 11-16,0 0 12 16,0 0-2-16,0 0-5 15,0 0-3-15,0 0-4 0,0 0-5 16,15 4-16-16,-15-4-19 15,0 0-19-15,0 0-2 16,0 0-2-16,0 0-2 16,0 0 0-16,0 0-2 15,0 0 2-15,0 0 1 16,0 0 0-16,0 0 1 16,0 0 4-16,0 0-1 15,0 0 2-15,0 0-1 16,0 0-1-16,0 0-1 15,0 0-2-15,-19 1-5 16,19-1-2-16,0 0-4 16,0 0 0-16,-12-15-2 0,12 15 1 15,0 0 0-15,0 0 1 16,-4-16 2 0,4 16 2-16,0 0 1 15,0 0 3-15,0 0-1 0,0 0 1 16,0 0-4-16,0 0 0 15,0 0-3-15,0 0-1 16,4-17 0-16,-4 17-1 16,0 0 2-16,22-12-2 15,-6 7 3-15,0-1 2 16,1 1 1-16,2 0 2 16,4 0-2-16,-1-2 1 15,1 2 0-15,-1 1-1 0,-4 1 1 16,1 1 1-1,-19 2 1-15,22-3 1 16,-22 3 7-16,0 0 4 16,0 0 0-16,0 0 0 0,-19 1 1 15,2 1-1-15,-6-2-2 16,-3 4-3-16,-3-1-5 16,-6-1-5-16,-1 3 0 15,-2 0 0-15,1-1 0 16,2-1-1-16,2 1 0 15,11-4-7-15,6 1-4 16,16-1-1-16,0 0 0 16,0 0 0-16,0 0 0 15,30-7 0-15,4 4 2 16,3-2 8-16,8 0 2 16,7 1 2-16,5 2 1 15,-1-1-1-15,3 1 0 0,-7-1 0 16,-7 3 0-16,-3 0-1 15,-13 1 4-15,-6 1 5 16,-23-2 7 0,19 0 0-16,-19 0 0 0,-16 4-1 15,-6-6 1-15,-4 4 0 16,-4-2-4-16,-6 1-4 16,-6 1-8-16,0 0 1 15,1-2 0-15,4 2-2 16,8-2-1-16,3-2-6 15,10 4-4-15,16-2-2 16,0 0 1-16,0 0-1 0,0 0 1 16,19-18 0-16,4 15 2 15,-1-2 8-15,1 1 3 16,3 2 0-16,0 1 1 16,-7 1 0-16,-2 1-1 15,-17-1-10-15,23 9-59 16,-23-9-45-16,0 0-23 15,7 19-19-15,-7-19-6 16,0 0-5-16</inkml:trace>
  <inkml:trace contextRef="#ctx0" brushRef="#br1" timeOffset="-31550.19">31036 8847 175 0,'-23'-7'82'0,"23"7"3"16,-26-5 7-16,26 5 3 15,0 0-15-15,0 0-16 16,0 0-14-16,0 0-7 0,30-12-3 16,-1 7-7-16,13 3-21 15,13-3-12-15,13-2 1 16,14 3-2-16,8-3 1 16,11 2-1-16,8-3 0 15,6 2 1-15,4-2-1 16,5 3 1-16,4-2-1 15,2 1 2-15,0-1-2 16,2 2-2-16,2 0 1 0,-4 2 2 16,-7-1-1-1,-10 2 1-15,-9 1-1 16,-13 1 2-16,-13 0 0 16,-19 1 2-16,-14-1 1 0,-14 0 1 15,-13 4 9-15,-18-4-1 16,0 0 0-16,-18 0-1 15,-10 2 0-15,-15-2 1 16,-14 1-3-16,-9-1-2 16,-14 2-9-16,-16 0 1 15,-9 0 1-15,-10 3-1 16,-8-2 0-16,-9-1 0 16,-2 3 0-16,-8-1 0 15,-4-1 2-15,-3 1-2 16,3-1 1-16,0-1 1 15,0-1 0-15,7 1-1 16,6-2 0-16,6 0-1 0,4 0 0 16,10-2 1-16,9 2-1 15,14-3 0-15,12 1 0 16,13 1 1-16,13-1-5 16,16 0-5-16,10-1-5 15,26 3 0-15,0 0 1 16,0 0-1-16,21-4 1 15,17 4-2-15,14-2 6 16,9 1 4-16,17 1 4 16,15 0 1-16,15 0-1 15,12 1 0-15,13-1-1 16,6 0 2-16,7-1 0 0,10 2 0 16,6-2 1-16,-1-1 0 15,2 2-2-15,-1 0 2 16,-2-2 1-16,-6 2-1 15,-5 2-2-15,-8 0 2 16,-13-1-3-16,-10 1 1 16,-15 0 0-16,-11 1 0 15,-18-1-1-15,-16 0 1 16,-18 0 5-16,-18-2 10 16,-22 0 2-16,0 0-1 15,0 0 1-15,-26 1 0 16,-10 3 1-16,-22-6-2 15,-8 4-3-15,-17-4-10 0,-11 5-2 16,-17-3 0-16,-12 0 0 16,-12 2-2-16,-9-2 0 15,-11 2 0 1,-5 1 2-16,-4-1-1 0,-8 2 0 16,0-1 1-16,0 2 1 15,0-1 1-15,7-1 0 16,2 1 1-16,5-3 0 15,5 3-2-15,4-2 0 16,10-2-1-16,6 1 1 16,9 1-1-16,8 0 0 15,8 1 0-15,11-1-1 16,14 1 0-16,12 1 1 0,15-1-2 16,11-1-6-16,16 1-5 15,9-4-3 1,20 1 0-16,0 0 1 15,16-2 0-15,14-3 0 0,8 3 1 16,14-3 5-16,16 0 7 16,13-2 3-16,13 2-2 15,13-4 0-15,17 2 1 16,11-2-2-16,9 1 2 16,14-3-1-16,7-1 2 15,10 0-3-15,8 0 0 16,4 2 2-16,4-3-1 15,3 3 1-15,-4 1-2 16,-6 2 1-16,-9 4-2 16,-10 1 2-16,-9 2 0 15,-14 2 0-15,-18 0 0 16,-13-1-1-16,-18-1 2 0,-13 0-1 16,-17 2 1-16,-18 0 5 15,-19-4 12-15,-10 2-1 16,-16 0-1-16,-16-2 1 15,-17 1 1-15,-12 2 0 16,-16-2 0-16,-17 1-7 16,-12 1-11-16,-21 1 2 15,-13 2-1-15,-14-3 0 16,-15 5 0-16,-9-1 0 0,-9 2 3 16,-5-2-2-1,-6 5 3-15,-2-3-2 16,2 5 0-16,1 0 1 15,2 1 0-15,8 0-1 0,2 0-3 16,9-1 3-16,8-5-2 16,9 3 0-16,17-3 0 15,6-2 0-15,16 0 0 16,13 0 0-16,17-1 0 16,13-1 1-16,9-1-1 15,16 0 0-15,9 1-8 16,8-3-4-16,19 0-6 15,0 0 1-15,0 0 1 16,0 0-2-16,19 2 1 16,8-5 2-16,9 1 6 15,6 0 4-15,13-3 5 16,16 0-1-16,11-2 2 0,15-4-1 16,9 1 0-16,14-2-1 15,13-2 1-15,13-1-1 16,10-1 0-16,6 2 2 15,13 0-3-15,1 4 2 16,8-1 0-16,1 3 1 16,3 3 0-16,-1 3 2 15,-1 2-1-15,-6 2 0 16,-8 5 4-16,-5-1-2 16,-13 7 1-16,-16-3-5 15,-19 2 3-15,-18-2-5 16,-23 1 4-16,-17-4 0 0,-21-5 9 15,-18-4-47-15,-22 2-74 16,0 0-49-16,-43-33-6 16,-2 17-2-16,-26-15 0 15</inkml:trace>
  <inkml:trace contextRef="#ctx0" brushRef="#br1" timeOffset="-29060.2">34226 7308 126 0,'0'0'98'0,"0"0"26"16,0 0-8-16,0 0-8 15,0 0-7-15,-3-15-8 16,3 15-6-16,-12-23-18 16,-2 8-33-16,2-4-33 15,-2-6-2-15,-5-1 1 16,-4-5 0-16,-3 2-2 16,-3-2 1-16,-4-2 0 15,-6-2 2-15,-6 4 1 16,-7 0-7-16,-3 1 5 15,-10 3-7-15,-6-3 8 16,-7 2-8-16,-3 1 5 16,-10 1-5-16,1 2 2 0,-7-1 2 15,0-1-3-15,-8 2 3 16,1 2-3-16,-3-1 3 16,-3 1-2-16,3-3 2 15,-3 3-3-15,-1-1 3 16,-2 3-2-16,2 1 2 15,2 3-1-15,1 0 3 16,-1 4-2-16,1 0 3 16,4 4-2-16,-2-1 0 15,6 2-1-15,-4 4 2 16,-1-1-3-16,-1 2 1 16,6 2-1-16,-1 4-1 15,0 3 2-15,4 1-1 0,0 1 2 16,3 3-2-16,2 2 1 15,2 2-1-15,0 1 0 16,5 2 1-16,1 3 0 16,3 1-1-16,3 1 1 15,7 0 1-15,-1 4-2 16,8 3-2-16,2 2 7 16,1 3-8-16,5 1 7 15,4 6-2-15,4 2-3 16,-1 7 1-16,0 3-2 15,8 3 4-15,-3 0-8 16,6 3 9-16,2 3-9 16,1-2 2-16,-1-1 4 0,8 0-3 15,-2-4 3-15,8-2-2 16,-4 2 9 0,3-3-5-16,6-1-2 15,1 1 2-15,6 0-2 0,1 1 3 16,6-1-2-16,-1 3 1 15,8-3-7-15,3 3 4 16,1-2 2-16,10 1-1 16,1-1 2-16,3 0-2 15,4 1 2-15,9-4-2 16,5 1 3-16,2-1 0 16,6-2-4-16,4 4 4 15,0-2 3-15,6 2-3 16,1-4 4-16,5 0-2 15,5-3 2-15,-1 0-2 16,10-4 7-16,5-5-7 16,6-7 1-16,8-3-1 0,9-6 0 15,5-3-3-15,5-5 2 16,8-5-1-16,-1-6 1 16,11-3-1-16,-3-1-1 15,7-8 1-15,0 2 0 16,5-3 0-16,3-4-1 15,6 0 0-15,5 0 0 16,-3-2-1-16,2 1 1 16,6-1-1-16,-3 1-1 15,-1-3 3-15,-1 1-2 16,-8-2 1-16,-3-3-1 16,-4-3 1-16,-3-6-1 15,-5-3-2-15,-1-3 1 0,-4-3-1 16,1-3 0-16,-7-2 1 15,-7-2-2-15,-1 1 3 16,-9-1-1-16,-5 2 2 16,-16-5 0-16,-7-1 1 15,-18 3-2-15,-7-4 2 16,-12-2 0-16,-15-1 2 16,-8-2-1-16,-13-5 3 15,-5 1 3-15,-12-6-6 16,-2-1 5-16,-12-3-2 15,-5 4 1-15,-6-3-3 16,-5 3 3-16,-6 3-2 0,-1 1-3 16,-6 5 6-16,-1 0-3 15,-5 5 2-15,2 1-2 16,-1 3 1-16,-3 3-2 16,-1 2 0-1,1 1-1-15,-1 2 0 0,3 2 1 16,-5 3-7-16,2-2 7 15,-3 2-7-15,-3 1 4 16,-1 2-4-16,0 0 4 16,0 4-4-16,-8 1 2 15,5 0 2-15,-3 4-3 16,-1 3 2-16,0 1-1 16,-3 1 1-16,-3 3-1 0,-1 2 1 15,-2-1-1-15,2 3 2 16,-8-1-1-16,2 3 1 15,-4 1 0 1,-2 1 1-16,6-1-1 0,-2 0 1 16,-1 2 0-16,5 4 0 15,3 0 0-15,1-1 0 16,-2 2-1-16,5 6 1 16,-1 3-2-16,-2 5 1 15,3 5-2-15,-5 7-1 16,-3 8 0-16,-5 16-76 15,-11 11-68-15,-17 7-24 16,-11 13-5-16,-24 1-1 0,-5 8-4 16</inkml:trace>
  <inkml:trace contextRef="#ctx0" brushRef="#br1" timeOffset="-21190.2">1716 7950 67 0,'0'0'98'0,"0"0"12"15,14 23-70-15,-14-23-3 16,12 33 19-16,-2-11 15 16,6 11 5-16,1-3 0 15,2 6-2-15,0-5-12 16,8 2-8-16,-5-7-8 15,11-7-18-15,2-16-15 16,12-13-7-16,6-23 0 16,13-20 3-16,25-29-8 15,25-25-1-15,33-35 1 16,39-26-1-16,36-21-10 16,33-17 3-16,34-12-3 15,23-5-2-15,18 5 3 0,1 7-33 16,-8 12-127-16,-11 20-9 15,-33-2 0-15,-27 7-4 16,-50-14 49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08:00.6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28252 15314 142 0,'0'0'118'15,"0"0"24"-15,0 0-15 16,0 0-5-16,0 0-13 16,15 9-8-16,-15-9-18 15,0 0-20-15,0 0-47 16,0 0-16-16,12 22 0 15,-12-22 0-15,7 28 0 16,-3-4 0-16,-1 7-4 16,1 9-2-16,-1 7 0 0,-3 5 1 15,2 7 0-15,-2 1 1 16,-2-3-3-16,-1-1 3 16,-1-3 0-16,1-8 2 15,-1-8-3-15,-3-8 7 16,4-10 5-16,3-19 0 15,0 16 6-15,0-16 10 16,0 0-23-16,7-24 0 16,-4 1 0-16,4-3 0 15,-3-9 0-15,4-1 0 16,-4-7 0-16,3 0 0 16,5-2 0-16,-2 0 0 15,1 5 0-15,-3 0 0 0,3 5 0 16,1 4 0-16,-2 5 0 15,-3 2 0-15,6 5 0 16,-7 2 0 0,7-1 0-16,-13 18 0 0,19-24 0 15,-19 24 0-15,24-22 0 16,-24 22 0-16,28-21 0 16,-28 21 0-16,26-21 0 15,-26 21 0-15,26-17 0 16,-26 17 0-16,19-12 0 15,-19 12 0-15,0 0 0 16,17-6 0-16,-17 6 0 16,0 0 0-16,4 21 0 0,-4-5 0 15,3 8 0 1,-1 5 0-16,1 4 0 16,4 11 0-16,4 2 0 15,-2 4 0-15,4 9 0 0,-4 4 0 16,1-3 0-16,1 1 0 15,-2-2 0-15,1-4 0 16,-7-1 0-16,6-6 0 16,-5-5 0-16,-1-8-46 15,4-4-75-15,-3 0-41 16,-8-13-16-16,8-1-6 16,-4-17-11-16,-18 2 59 0</inkml:trace>
  <inkml:trace contextRef="#ctx0" brushRef="#br0" timeOffset="31308.44">7307 20670 413 0,'-7'-26'147'0,"4"10"-17"16,-1 1-15-16,1-6-22 16,3 21-26-16,0-33-36 15,3 17-32-15,4 1 6 0,-7 15 4 16,16-16-3-16,1 18-1 15,-1 8-2 1,10 11-3-16,-4 14 0 16,8 13 0-16,-1 13 0 0,-4 4 0 15,1 12-3-15,-6 1 0 16,-4-1 0-16,-4-4 0 16,-5-5 0-16,-3-15-3 15,-4-8 5-15,-4-14-7 16,4-6 9-16,0-10 2 15,0-15 1-15,0 0-5 16,-12-26-1-16,5-3 3 0,4-13-4 16,-1-10 6-16,1-13-7 15,3-8-3 1,7-8 1-16,3-1 5 16,6 4 4-16,6 4-1 0,4 10 1 15,4 10 1-15,-4 13 3 16,0 9 3-16,0 13 0 15,2 13-7-15,1 7-3 16,1 10 0-16,-1 9 0 16,4 12 0-16,2 11 0 15,1 7 0-15,-4 12-3 16,-6 6 1-16,-4 5-1 16,-1-1 3-16,-2-1-1 0,-3-8 1 15,-6-10-1 1,-1-11 6-16,-2-13-1 15,0-12-7-15,-7-17 2 16,0 0-2-16,8-22 3 0,-8-13-1 16,-1-13-1-16,-3-11-5 15,1-8-1-15,3-8 5 16,0-3 2-16,0 4-1 16,7 6 1-16,1 9-1 15,-1 13 5-15,5 13 1 16,-1 7 8-16,-11 26-2 15,29-17-4-15,-10 23-6 16,1 8 0-16,2 11 0 16,4 7 0-16,0 10 0 15,0 12 0-15,4 4-3 16,-4 8-2-16,-4 3 6 16,1 1-3-16,-1-4 3 0,-2-2-2 15,-3-11-21-15,5-4-73 16,-9-16-41-16,-3-18-29 15,6-15-16-15,-6-21-1 16,6-10-7-16</inkml:trace>
  <inkml:trace contextRef="#ctx0" brushRef="#br0" timeOffset="32445.3">9060 20126 624 0,'0'0'182'0,"0"16"-24"16,0-16-99-16,-19 29-59 15,9-5 0-15,-2 9 0 16,-2 7 0-16,1 5-5 16,7 7 4-16,-7 3-6 15,10 8 4-15,-1 2-1 16,8 1 3-16,-1-2 3 15,6-3-4-15,1-6 5 16,3-6 1-16,4-8 1 16,2-8-1-16,4-12-2 15,3-9-1-15,0-10-1 16,8-11-2-16,6-13-1 16,-1-10-4-16,6-11-1 0,-2-7 1 15,-1-9 0-15,-1-5 3 16,-4 0-1-16,-8-3 4 15,-10 1 4-15,-6 5 3 16,-10 8 9-16,-6 2-5 16,-10 10 2-16,-6 8-12 15,-5 7 0-15,0 9 0 16,-2 8 0-16,-4 9 0 16,1 3 0-16,6 10 0 15,1 2 0-15,-1 6 0 16,6 1 0-16,5 1 0 15,1-1 0-15,2-1 0 16,9 0 0-16,4-4 0 0,8 1 0 16,-12-18 0-16,33 24 0 15,-7-14 0 1,5-1 0-16,9-4 0 16,2-3-6-16,3-4-2 0,4-7 1 15,-1-1-1-15,-3-4 1 16,2-3-2-16,-5-6 6 15,-7 1-4-15,-6-1 8 16,-3 1-1-16,-12 1 8 16,-2 4-1-16,-8 1 11 15,-4 16-3-15,-4-21-9 16,4 21-6-16,0 0 0 0,-19-7 0 16,19 7 0-1,-14 18 0-15,9 3 0 16,2 6 0-16,3 8 0 0,0 5 0 15,0 8-5-15,6 2 2 16,0 2-1-16,4-3 2 16,2-8 3-16,-1-6 2 15,1-7 2-15,-2-11-4 16,-10-17-2-16,23 14-1 16,-23-14-5-16,26-28 5 15,-11-1 0-15,3-13-2 16,4-10-3-16,-3-14 8 15,4-10 6-15,-4-14-2 0,-2-8 4 16,-8-6-3 0,-5-2-5-16,-8 2-1 15,-8 9 0-15,-11 9 0 16,-3 13 0-16,-3 14 0 0,-4 16 0 16,-2 13 0-16,2 13 0 15,0 10 0-15,5 7 0 16,4 10 0-16,9 9 0 15,4 16 0-15,15 12 0 16,6 10 0-16,9 10 0 16,7 11 0-16,7 5 0 15,5 6 0-15,2 1 0 16,-2-5 0-16,1-6 0 0,-3-6 0 16,-6-6 0-1,1-8 0-15,-5-9 0 16,3-8 0-16,-10-13-77 15,11-4-57-15,-1-10-32 0,-2-10-19 16,2-6-1-16,-3-15-2 16</inkml:trace>
  <inkml:trace contextRef="#ctx0" brushRef="#br0" timeOffset="33207.84">10850 19609 561 0,'10'-30'186'15,"-5"9"-44"-15,-6 1-53 16,1 20-47-16,0 0-39 0,0 0-3 16,0 0 0-16,-14 20 0 15,10 13 0-15,-3 9 0 16,2 13 0-16,-2 11 0 15,4 7 0-15,-6 3 0 16,2 2 0-16,0-7 0 16,-3-6 0-16,5-9 0 15,-2-13 0-15,7-12 0 16,-4-6 0-16,4-25 0 16,4 24 0-16,-4-24-4 15,0 0-2-15,22-2 6 16,-22 2-8-16,26-7 8 15,-7 2-5-15,4 0 8 0,-1-2-3 16,5 3 8-16,-1 3-6 16,3-3 0-16,1 4-1 15,4 0 1-15,-1 4 0 16,0-1-8-16,-3 4 8 16,1 0-9-16,-5-2 5 15,0-1-3-15,-3 1 5 16,-6 2-10-16,-17-7 10 15,19 0-1-15,-19 0 1 16,0-16 9-16,0 16-5 16,-19-28 1-16,5 6-3 15,-5-2 5-15,0-6-6 0,-7 3 2 16,9-1-5-16,-3 0-6 16,5 4 3-16,1 1-3 15,2 4 3 1,5 0-1-16,7 19 3 15,-7-20 3-15,7 20 4 0,0 0 4 16,0 0 2-16,0 0 2 16,0 0-8-16,0 0-4 15,0 34 0-15,10-1 0 16,1 9 0-16,8 13 0 16,0 9 0-16,3 9 0 15,1 8 0-15,-4 2 0 16,2-3 0-16,-5-2 0 0,-6-4-39 15,-8-8-78-15,-2-9-39 16,0-5-19 0,-12-14-10-16,1-7-1 15,-8-12 22-15</inkml:trace>
  <inkml:trace contextRef="#ctx0" brushRef="#br0" timeOffset="33780.25">7277 22061 260 0,'-26'2'189'16,"13"2"-14"-16,13-4-60 16,0 0-29-16,0 0-13 15,13-9-22-15,20 4-26 16,9-6-12-16,14-1-17 0,18-7 1 15,20-7-1 1,15-8 2-16,22-10-2 16,14-8 4-16,20-6-1 15,21-8 1-15,12-5-3 0,19-4 6 16,7-3-2-16,15-1-1 16,4-1 3-16,7 4-1 15,-3 2 0-15,-4 3 1 16,-7 3 0-16,-16 8-3 15,-11 8-1-15,-25 7 2 16,-16 8-2-16,-26 8 1 16,-20 10 1-16,-28 3 3 15,-16 11 3-15,-24 0 4 16,-15 5 1-16,-16 3-6 16,-23-3-6-16,19 19-152 15,-15 7-39-15,-27-7-9 16,-6 9-8-16,-24-4-7 0</inkml:trace>
  <inkml:trace contextRef="#ctx0" brushRef="#br0" timeOffset="35233.28">8992 22241 657 0,'0'0'195'0,"0"0"-62"16,0 0-95-16,0 0-38 15,0 0 0-15,-10 16 0 0,10-16 0 16,-9 16 0-16,9-16 0 15,-13 26 0-15,4-6 0 16,2 10 0-16,0 1 0 16,0 7 0-16,7 7 0 15,3 3 0-15,4 8 0 16,9 1 0-16,-2 0 0 16,8-2 0-16,1-3 0 15,0-3 0-15,3-8 0 16,3-6 0-16,-3-9-3 15,0-7-7-15,2-7-6 16,2-8 2-16,-1-1 0 16,-3-8 0-16,4-6 1 0,-4-4 2 15,0-6 4-15,-4-8-2 16,1-2 4-16,-4-9 1 16,0-4 3-16,-5-4-2 15,-2-4 4-15,-5-3-1 16,-4-1 1-16,-3 1-1 15,0-1 3-15,-7 6 1 16,1-2-3-16,-3 11 3 16,-2 1-3-16,5 5 5 15,-7 8-3-15,-1 6 12 16,-1 2 2-16,15 19 3 16,-33-19 1-16,10 15 0 15,-4 1-15-15,-3 6-6 0,1 1 0 16,-1 4 0-1,0 1 0-15,1 5 0 0,6 5 0 16,4 0 0 0,7 9-41-16,2 1-135 0,3-5-23 15,7 8-7-15,-2-10-2 16,4 2 16-16</inkml:trace>
  <inkml:trace contextRef="#ctx0" brushRef="#br0" timeOffset="35713.61">9859 22532 451 0,'-21'5'202'15,"21"-5"-3"-15,-26 14-88 16,10-15-53-16,16 1-56 16,0 0-2-16,0 0-2 0,0 0-17 15,0 0-1-15,4-18-1 16,-4 18 3-1,22-21 1-15,1 4 3 16,6 2 8-16,6-6 3 0,12-3 3 16,10-2-2-16,6-4 1 15,4-1 2-15,1-2 0 16,3 2 2-16,-3 2-5 16,-6 3 7-16,-3 3-5 15,-13 4 8-15,-8 3-4 16,-12 9 2-16,-7 2 1 15,-19 5 3-15,22 4-64 16,-22-4-82-16,0 0-29 16,14 26-14-16,-14-26-3 15,12 17-9-15</inkml:trace>
  <inkml:trace contextRef="#ctx0" brushRef="#br0" timeOffset="36298.04">11496 21822 447 0,'-23'0'195'15,"6"4"-5"-15,-2-6-79 16,-1-10-67-16,20 12-47 15,-13-21-10-15,13 6-1 16,10-6 4-16,4 0-1 0,5 0 4 16,4 4 6-16,6 2 3 15,-1 1 2-15,5 5 0 16,0 9 4-16,-4 10-1 16,-1 9 2-16,-7 11-1 15,-5 10-1-15,-10 5 5 16,-2 7 0-16,-11 3-5 15,0-1-3-15,-5-1-1 16,-5-4 0-16,-3-9-2 16,5-7 1-16,4-11-9 15,-1-6-5-15,12-16 0 16,0 0 3-16,0 0 0 16,0 0 0-16,26 3-1 0,-3-10 1 15,8 2 3-15,6 3 5 16,8 4 1-16,0 3-1 15,0 7 1 1,-2 4-2-16,-4 5 11 0,-10 8-5 16,-6 4 7-16,-13 5-2 15,-13 2 8-15,-8 5-4 16,-8-5 2-16,-7-2-4 16,-10-4-11-16,-6-8-1 15,4-5-103-15,1-16-76 16,-1-20-10-16,12-10 0 15,7-26-2-15,24-15 27 0</inkml:trace>
  <inkml:trace contextRef="#ctx0" brushRef="#br0" timeOffset="37836.11">23280 18677 301 0,'0'-17'180'16,"0"17"-17"-16,-15-23-20 16,15 23-15-16,-37-27-20 15,15 18-108-15,-17-6 0 16,-6 1 0-16,-10 3 0 15,-8 4 0-15,-8 4 0 0,-5 6 0 16,-13 6 0-16,-5 7 0 16,-3 10 0-16,-7 5 0 15,0 12 0 1,1 7 0-16,3 16 0 0,3 5 0 16,8 10 0-16,6 4 0 15,13 12 0-15,13 2 0 16,8 5 0-16,13 1 0 15,13 1 0-15,11-1-2 16,16-1-2-16,11-3 1 16,11-10-3-16,13-6 0 15,13-5-2-15,7-11-5 0,15-8 1 16,13-11-2-16,14-9 1 16,3-6-3-16,12-11 7 15,4-6 1 1,10-13 8-16,6-10 3 0,-3-11 1 15,6-8 3-15,2-13-2 16,-2-8 3-16,-1-8-2 16,-4-10 0-16,-11-9-1 15,-3-3 0-15,-14-3 0 16,-7-3-3-16,-19 1 5 16,-6 1-2-16,-18 3 2 15,-14 1-4-15,-13 4 3 16,-13 2 6-16,-13 0 6 0,-11 5-18 15,-13-2 0 1,-7 4 0-16,-9-2 0 16,-8 8 0-16,-7 1 0 15,-7 1 0-15,-2 6 0 0,-6-1 0 16,-4 6 0-16,-8 5 0 16,-2 1 0-16,-9 3-1 15,-4 6-2-15,2 6-1 16,-5 6 0-16,3 4 0 15,0 3 0-15,4 6-2 16,5 10-124-16,7 12-45 16,3 3-6-16,7 18-1 15,4 0-1-15</inkml:trace>
  <inkml:trace contextRef="#ctx0" brushRef="#br0" timeOffset="38896.89">24296 19448 523 0,'0'0'140'16,"0"0"-8"-16,0 0-35 16,0 0-35-16,0 0-46 15,3-18-19-15,13 11-1 16,13 2-2-16,6 0-3 0,14 2-5 15,6 1 10-15,16 5 6 16,18 4 0-16,11 5 0 16,13 11 1-1,11 1-1-15,6 12 2 0,9 6-1 16,-1 8 3-16,3 7-3 16,1 6 2-16,-6 4-2 15,1 1 1-15,-9 1-1 16,-6-3 1-16,-9-2-3 15,-6-7-1-15,-9-4 0 16,-15-6-2-16,-12-11 2 16,-12-3-1-16,-17-10 2 15,-9-2 0-15,-14-9 15 0,-19-12 11 16,0 0-23-16,0 0-4 16,0-24-8-16,-23-6-82 15,4-3-24 1,-7-10-12-16,0-4-11 0,-3-12-14 15,6 6 2-15,-3-8 24 16,7 1 75-16,0 2 54 16,8 10 42-16,1 5 48 15,5 5 49-15,1 17 7 16,-6 4-18-16,10 17-12 16,0 0-13-16,0 0-8 15,0 0-44-15,-7 19-55 0,10 0 0 16,1-4 0-16,10 6 0 15,1 3 0-15,8 7 0 16,3 4-7 0,7 5-1-16,2 3 4 0,-2-1 5 15,0-1 8-15,-2-1 0 16,-5-4-9-16,-12-3 0 16,-9 0 0-16,-7 2 0 15,-15-1 0-15,-14 1 0 16,-13 3 0-16,-8 2 0 15,-16 5 0-15,-10 2 0 16,-5-2-2-16,-2-2 3 16,2 0 0-16,1-3-1 0,11-5 0 15,8-4-4 1,15-9-63-16,22 2-45 16,7-6-26-16,22-1-23 15,20 0-18-15,17-3 2 0,20 4-4 16</inkml:trace>
  <inkml:trace contextRef="#ctx0" brushRef="#br0" timeOffset="39604.39">27696 20640 182 0,'78'-36'130'16,"-10"-4"-1"-16,-9 0-9 15,-17-6 1-15,-6 4-6 16,-24-6 0-16,2 15-8 16,-24-9-103-16,-9 11-4 0,-14-2 0 15,-13 12 0-15,-16 4 0 16,-9 10 0-16,-13 7 0 16,-9 7 0-16,-11 12 0 15,-4 14 0-15,-5 14 0 16,-7 10 0-16,6 15 0 15,-2 12 0-15,11 14 0 16,3 8 0-16,17 11 0 16,7 5 0-16,22 2 0 15,18-1-1-15,26 4-19 16,17-6 5-16,21-4 5 16,23-4 0-16,22-6 3 15,17-8 8-15,22-2-1 0,17-11-4 16,18-8 3-16,15-10-6 15,15-13 5-15,9-13-2 16,11-16 7-16,3-11-4 16,3-22 9-16,6-15 4 15,-6-16-5-15,-3-14 5 16,-7-14-7-16,-9-12 3 16,-10-7-4-16,-7-8 4 15,-16-6-1-15,-22 2-2 16,-23-5-3-16,-21 2-2 15,-24-4 0-15,-26 5 0 16,-31-5 0-16,-21 7 0 16,-37-1 0-16,-17 6 0 0,-27 4 0 15,-20 8 0-15,-28 9 0 16,-13 9 0-16,-18 10 0 16,-12 7 0-16,-10 14 0 15,-6 8 0-15,-1 13 0 16,1 6 0-16,6 10 0 15,10 4 0-15,12 9 0 16,11 5 0-16,26 20-58 16,11 4-137-16,15 11-17 15,22 15-5-15,13 4 0 16,18 14 94-16</inkml:trace>
  <inkml:trace contextRef="#ctx0" brushRef="#br0" timeOffset="40360.93">27061 22369 366 0,'0'0'198'0,"0"0"-41"0,0 0-29 16,0 0-30-16,-4 20-28 15,-4 5-64-15,-13 10-6 16,2 14 0 0,-16 4 0-16,-5 13 0 0,-15 7 0 15,-10 5 0-15,-16 3 0 16,-10 9 0-16,-18-2 0 15,-5-1 0-15,-6-2 0 16,-3-2 0-16,-4 0 0 16,4-5 0-16,6-9 0 15,10-10 0-15,13-9 0 16,7-8 0-16,16-17 0 16,12-16 0-16,14-12 0 0,8-13 0 15,22-6 0 1,-1-16-35-16,20-2-1 15,4-12 4-15,6 5 13 16,2-5 16-16,6 5-3 0,1 2 12 16,3 4-2-16,3 4 4 15,-6 6-1-15,0 11 8 16,-10 2-9-16,-13 18 12 16,20-3 1-16,-20 3 2 15,-11 26-2-15,-5-4-11 16,-6 4-8-16,-8 5 0 15,-8 7 0-15,-2 4 0 16,-5 1 0-16,0 1 0 16,0 1 0-16,2 0 0 15,8 0 0-15,9-11-5 16,7-4-9-16,8-1 5 16,15-8 1-16,6-4 2 0,13-3 0 15,11-4 2-15,8 2 1 16,8-5 11-16,4-3-9 15,2-2-1-15,-1-6-6 16,-6-3-3-16,-4-1-19 16,-19-6-72-16,-7-5-59 15,-19 19-18-15,-26-23-1 16,-16 18 1-16,-25-9 57 16</inkml:trace>
  <inkml:trace contextRef="#ctx0" brushRef="#br0" timeOffset="41062.43">24513 23574 419 0,'0'-24'171'15,"0"2"2"-15,-7-1-79 16,-12-10-63-16,-7 2-25 15,-9 2 2-15,-12 8 3 16,-17 2 8-16,-7 12 0 16,-23 5-4-16,-14 12 0 15,-15 9 0 1,-12 16-2 0,-18 12-3-16,-7 17-6 0,-8 9-16 0,-8 11 1 15,3 10-2-15,-13 13 3 0,11 13-3 16,-1 11 1-16,12-1 9 15,11 3 12-15,17 1-1 16,17-3 5-16,27-10-5 16,27 2 10-16,27-24 0 15,31-9-18-15,30-9 0 16,-23-81 0-16,123 121 0 16,-22-72-2-16,22-8 1 15,16-9-8-15,21-13 2 16,11-9 1-16,13-7 1 15,11-6 1-15,-1-9 11 0,8-5-1 16,-1-16 2-16,5-5-11 16,-1 0-8-16,-7-7 5 15,-7-16 8-15,-12-1 4 16,-14-4-12-16,-9-10 0 16,-21 8-3-16,-11-8-1 15,-24-4 8-15,-11-8-7 16,-21 8 8-16,-16-10-9 15,-18 6 9-15,-23-8-7 16,-18 2 9-16,-16-7 7 16,-18 12-3-16,-15 0-1 15,-15 11 0-15,-11 10-5 16,-18 8-1-16,-6 13 3 0,-14 10 3 16,-14 13-2-16,-8 13-2 15,-7 12-7-15,-1 12-65 16,-6 4-53-1,2 5-32-15,4 8-3 0,5 10-11 16,4 2-4-16</inkml:trace>
  <inkml:trace contextRef="#ctx0" brushRef="#br0" timeOffset="42052.13">21267 24898 582 0,'-79'-3'182'15,"-4"-18"-4"-15,-7-8-104 16,-18-14-67-16,-8-13-7 15,-7-17 0-15,-11-10 0 0,-5 0-7 16,2-14-8-16,2 6 4 16,-4-6 8-16,9 14 2 15,6 5 0-15,12 19 3 16,4 12 3-16,14 14 3 16,9 11 2-16,14 11-3 15,10 8-1-15,13 5-6 16,15 3 0-16,7 3 0 15,26-8 0-15,-20 28-4 16,20-12-3-16,7-1-1 16,-1 1 2-16,1 1-4 15,3-1 6-15,-10-16 0 16,12 20 5-16,-12-20-1 0,0 0-2 16,0 0 0-16,0 0 1 15,4-20 1-15,-11 2-3 16,0-6 4-16,2-4-4 15,-2-8 2-15,0 0 0 16,1-1 3-16,-1-2-2 16,1 4 5-16,-1 0-2 15,1 15-1-15,3 2 1 16,3 18-1-16,-17-8-1 16,17 8 1-16,-23 20 2 15,11 3-2-15,-4 12-1 16,-1 8 0-16,-2 7 4 15,-4 5-3-15,1 8-1 0,-1-6 1 16,-3 3-3-16,3-11-3 16,-3-6-1-16,4-15 2 15,3-11-6 1,1-17 5-16,3-12 0 0,8-10-1 16,3-17 4-16,8-9 0 15,3-6 3-15,5-10-1 16,2 0 2-16,5 4-1 15,3 6-2-15,1 9 0 16,0 7-9-16,3 14 0 16,-7 3-1-16,10 17 0 15,-3 6 1-15,4 9-1 0,3-1 3 16,1 6 1-16,8-3 3 16,2 3 2-16,4-4-1 15,1-3-25-15,-8-9-91 16,5-12-55-16,-5-1-7 15,-11-21-9-15,-4-2 4 16</inkml:trace>
  <inkml:trace contextRef="#ctx0" brushRef="#br0" timeOffset="42711.6">18541 21876 432 0,'-74'2'198'16,"-15"5"-8"-16,-12 0-107 16,1 14-47-16,-13 4-9 15,-3 14-1-15,-11 12-10 16,4 14-12-16,-4 7 1 15,0 13-9-15,7 10 4 16,4 6-4-16,16 6 4 16,9 2-9-16,17-2 0 15,18 4 2-15,20 3-2 0,20-6-5 16,26-1 5 0,16-5-5-16,28 0 2 15,17-10 3-15,21 0 2 16,21-11 0-16,10-8 2 0,16-13 2 15,11-11 0-15,6-15 1 16,9-14 0-16,7-12 0 16,-1-15-1-16,1-17-1 15,-9-9 2-15,-1-17-3 16,-9-12 1-16,-14-11 6 16,-9-12-8-16,-21-14 8 15,-8-6-6-15,-20-8 2 16,-9-8-2-16,-20-2 4 15,-14 2-1-15,-19-2-5 16,-19 7 10-16,-16 7-6 16,-18 2 2-16,-10 6 6 15,-17 8-6-15,-13 8 5 0,-8 4-3 16,-12 10 8-16,-10 3-5 16,-2 16 6-16,-13 6 2 15,-8 13-4-15,-3 12 1 16,3 16-2-16,-3 8-5 15,5 6-27-15,7 10-95 16,12 0-60-16,9-3-15 16,22 4-4-16,4-18 0 15</inkml:trace>
  <inkml:trace contextRef="#ctx0" brushRef="#br0" timeOffset="43745.33">18116 22015 496 0,'-26'1'185'15,"19"-27"-64"-15,4-8-75 16,3-18-34-16,10-14-9 16,6-12-11-16,6-8 9 0,15-17 1 15,8-7 1-15,16-6 0 16,11-7 0-16,15-4 0 16,14 3 0-16,8-3 1 15,13 6 1 1,6 2 1-16,15 3 2 0,6 3-4 15,4 8 4-15,6 4-4 16,10 10 3-16,-1 2-4 16,4 11 3-16,-4 11-4 15,1 6-5-15,-10 9 4 16,-1 9-4-16,-12 9 2 16,-9 6-1-16,-10 7 2 15,-18 6-3-15,-11 1 2 0,-13 7 2 16,-21 2 0-16,-16 1 1 15,-11 4 2 1,-15 0 1-16,-22 0 0 16,20 2 4-16,-20-2-3 0,0 0 3 15,0 0 9-15,-14 5-1 16,14-5-5-16,-26-7-1 16,6 0-6-16,-2-1-5 15,-8-5 0-15,-4 1 0 16,-3 0 0-16,-4-2 0 15,-5 4 0-15,1 0 0 16,2 1 0-16,-2 4 0 16,7 1 0-16,-2 3 0 0,8-1 0 15,6 4 0-15,4-2 0 16,8 1 0-16,14-1 0 16,-19 2 0-1,19-2-3-15,0 0-1 0,0 0-1 16,0 0-1-16,0 0 0 15,0 0 0-15,0 0 2 16,0 0-2-16,0 0 1 16,0 0 1-16,0 0-4 15,15-3-3-15,-15 3 1 16,0 0 1-16,27-11-1 16,-8 6 3-16,5 1 1 15,4-1-1-15,5 4 8 0,5-1 1 16,5 0-1-16,-1 4 2 15,0 0 0 1,-3 3 2-16,-4 2 1 16,-5 1-2-16,-8 3-4 0,-3-1 1 15,-8 7 1-15,-8 2-1 16,-3 6 0-16,-10 4 1 16,-6 9-5-16,-6 7 5 15,-8 7 2-15,-6 9 0 16,-2-1-1-16,-4 4 2 15,-2-1-5-15,3-5 1 16,3-6 0-16,8-8 1 16,4-13-5-16,7-10-100 15,5-6-62-15,14-15-20 16,0 0-4-16,0 0-6 16,-19 5 79-16</inkml:trace>
  <inkml:trace contextRef="#ctx0" brushRef="#br0" timeOffset="50280.14">21050 24687 238 0,'0'0'184'0,"13"11"-51"16,-13-11-60-16,0 0-31 15,0 0 13-15,27-6 0 16,-12 8 7-16,8-4-17 15,6 9-31-15,6-1-4 16,5 4-11-16,2-7 16 16,3 13-19-16,3-4 19 15,-3-3-13-15,2 3 10 16,-9-3-11-16,-3 1-5 0,-2-1-26 16,-14-2-31-16,2-6-18 15,-21-1-27 1,0 0-24-16,0 0 0 15,-21-3 1-15,-1 3 9 0,-1 0 36 16,1 5 40-16,-5 0 47 16,5 6 79-16,3 1 46 15,19-12 4-15,-26 15-2 16,26-15-7-16,0 0-6 16,0 0-12-16,0 0-31 15,0 0-43-15,26-12-31 16,-11 9 3-16,3-1 4 15,8 8-3-15,-4-6 0 16,1-3 0-16,0 5-1 16,-4 0-3-16,-19 0 12 15,22 1-1-15,-22-1-44 16,0 0-35-16,-22 13-24 0,-4-10-22 16,0 9-30-16,-9-5-10 15,-9 12-14-15,-8-14 2 16,-5-5 99-16</inkml:trace>
  <inkml:trace contextRef="#ctx0" brushRef="#br0" timeOffset="64445.21">22742 19138 152 0,'0'0'88'0,"0"0"13"0,-7-21 12 16,7 21 13-16,0 0-11 15,4-16-9-15,-4 16-13 16,0 0-8-16,-6-20-41 15,6 20-44-15,0 0 0 16,-3-16 0-16,3 16 0 16,0 0 0-16,0 0 0 15,0 0 0-15,0 0 0 16,0 0 0-16,0 0 0 16,-17-10 0-16,17 10 0 15,0 0 0-15,0 0 0 16,0 0 0-16,-13 20 0 15,13-20-7-15,-7 25-2 0,0-8 2 16,6 5 4-16,-3 4 0 16,-3 2 4-16,4 5 2 15,3 2-4 1,-4 3-2-16,4 0 2 0,4 0-2 16,-1-2 2-16,1 1-1 15,4-1 5-15,3-1-3 16,-1-9 4-16,2-1 3 15,2-5 0-15,2-1 2 16,3-7-3-16,0-4-6 16,4-4 0-16,3-6 0 15,0-3 0-15,3-6 0 16,1-2 0-16,-1-5 0 0,1-2 0 16,-2-1 0-16,-2-3 0 15,-4-1 0 1,-1 1 0-16,-5-4 0 15,-4 2 0-15,-2-1 0 0,-3 1 0 16,-3-2 0-16,-3 2 0 16,-2 0 0-16,1 2 0 15,-7 1 0-15,0 1 0 16,-4 3 0-16,3-2 0 16,-3 2 0-16,-1 3 0 15,2 1 0-15,10 15 0 16,-26-28 0-16,26 28 0 15,-23-22-1-15,23 22-3 16,-22-14 0-16,22 14 3 16,-20-14-3-16,20 14 4 15,-15-12-1-15,15 12 1 16,0 0-1-16,-21-16-1 0,21 16 2 16,0 0-2-16,-23-14 1 15,23 14-1-15,-15-8-3 16,15 8 0-16,-19-7 0 15,19 7 1-15,-23-7-1 16,23 7 2-16,-29-7-1 16,10 4 3-16,1-1 0 15,-1 2 1-15,-3 1 1 16,2-1 0-16,-2 0-1 0,4 4-1 16,3-2 1-1,15 0 0-15,-26 2-1 16,26-2 1-16,-16 1-52 15,16-1-102-15,-17 16-23 0,1-14-1 16,-3 6-5-16,-14-8 0 16</inkml:trace>
  <inkml:trace contextRef="#ctx0" brushRef="#br0" timeOffset="67472.36">27852 21227 81 0,'0'0'94'0,"0"0"-2"15,0 0 23-15,0 0 3 16,0 0-2-16,0 0-3 16,0 0-4-16,0 0-12 15,0 0-26-15,0 0-54 16,9-24-17-16,-9 24 0 16,10-31 0-16,-3 8 0 15,-3-3 0-15,1-3 0 0,-1-2 0 16,2-1 0-16,1 1 0 15,-1 2 0-15,1 3 0 16,-4 5 0-16,0 6 0 16,-3 15 0-16,4-20 0 15,-4 20 0-15,0 0 0 16,0 0 0-16,0 0 0 16,0 0 0-16,0 0 0 15,0 0 0-15,0 0 0 16,0 0 0-16,0 0 0 15,0 0 0-15,0 0 0 16,0 0 0-16,0 0 0 0,0 0 0 16,0 0 0-16,0 0 0 15,0 26 0-15,3-8 0 16,6 6 0-16,-2 5 0 16,3 8 0-16,3 4 0 15,2 8 0-15,3 3 0 16,-3 1 0-16,1-1 0 15,-2-1 0-15,-2-5 0 16,-2-2 0-16,-3-6 0 16,-3-9 0-16,-3-6 0 15,-1-6 0-15,0-17 0 16,0 21 0-16,0-21 0 16,0 0 0-16,0 0 0 0,0 0 0 15,0 0 0-15,0 0 0 16,0 0 0-16,0 0 0 15,0 0-2 1,0 0-6-16,0 0 0 0,-19 10 1 16,19-10 0-16,-22 3-1 15,3-1 2-15,0 0 2 16,-4 3 3-16,0 0 0 16,1 4-1-16,-8 3-2 15,1 2 2-15,-1 0-1 16,4 0 3-16,0-1 1 15,11 0 6-15,-1-6 3 16,16-7 1-16,0 0 6 0,0 0 0 16,0 0-17-16,0 0 0 15,23-21 0-15,-4 9 0 16,7-4 0 0,3 2 0-16,3-3 0 0,7 0 0 15,10-2 0-15,-4-1 0 16,0 3 0-16,-3 3 0 15,-2 2 0-15,-12 2 0 16,1 6-96-16,-29 4-87 16,0 0-13-16,-15-5-1 15,-31 9-2-15,-9 9 48 16</inkml:trace>
  <inkml:trace contextRef="#ctx0" brushRef="#br0" timeOffset="68283.92">23171 24506 576 0,'-23'-7'193'0,"2"-6"-49"16,-1-7-85-16,13-5-62 15,2 3 3-15,7 1-1 0,7-7 4 16,5 8-5-16,7-8 3 16,2 6 1-16,2-1 0 15,3 6-2-15,0-1 2 16,0 10 1-16,-4 1 0 16,-2 5-1-16,-1 11-2 15,-19-9 0-15,29 31-2 16,-22-10 0-16,-2 10-2 15,-1 2 5-15,-8 5-3 16,1 5 3-16,-6-1-1 16,2 6 18-16,-5-8-12 15,-2 8 13-15,-1-6-15 16,1-2-4-16,-2-2 0 0,4-10 0 16,1 1 0-16,1-12 0 15,1 1 0-15,9-18 0 16,0 0 0-16,0 0 0 15,32-11 0-15,-12-4 0 16,6-6 0-16,9-2 0 16,7-6 0-16,5-6 0 15,3 4-3-15,-1-4-13 16,3 4 1-16,-4 4-1 16,-4-1-52-16,-13-3-73 15,-10-2-39-15,-12-2-19 16,-16-3 4-16,-19 5 6 15</inkml:trace>
  <inkml:trace contextRef="#ctx0" brushRef="#br0" timeOffset="69328.68">17489 22974 494 0,'0'0'194'0,"-15"-2"-41"16,15 2-56-16,0 0-49 15,0 0-28-15,0 0-10 0,7-19-4 16,-7 19-5-16,29-26-1 16,-6 10 0-16,-1-4 0 15,8 0 0-15,-2 3 0 16,5 2-1-16,-7 4-3 16,0 8-1-16,-7 4-2 15,-4 12-3-15,-4 4 2 16,-4 11 0-16,-7 3 1 15,-4 10 1-15,-6 4 1 16,1 9-1-16,-5 1 9 16,-1 1-1-16,-4-4-2 15,5-9 5-15,2-8-3 0,1-9 10 16,4-6 1-16,7-20-4 16,0 0-1-16,0 0-4 15,33-19 5-15,-7 4-9 16,7-8 0-16,9-3 0 15,6 2 0-15,8 3 0 16,5 2-5-16,1 4 2 16,-1 2-6-16,-9 15 7 15,-3 12-5-15,-13 9 4 16,-10 4-5-16,-14 8 5 16,-15 5-3-16,-9 5 6 15,-14 1-6-15,-11-1 6 16,-8 0-7-16,-10-1 8 0,-10-13-59 15,1 0-75-15,-5-15-36 16,-8-16-13-16,8-9 6 16,5-26-8-16</inkml:trace>
  <inkml:trace contextRef="#ctx0" brushRef="#br0" timeOffset="87636.69">11667 20739 39 0,'0'0'24'0,"0"0"-5"15,0 0-4-15,0 0-5 16,0 0-4-16,0 0-1 16,0 0 3-16,0 0 1 15,0 0 2-15,0 0 2 16,0 0 3-16,0 0 1 16,0 0 2-16,0 0 1 15,0 0-2-15,0 0 2 16,0 0-2-16,0 0 0 15,0 0-2-15,0 0-1 16,0 0-2-16,0 0-1 16,0 0-4-16,0 0-4 15,0 0-1-15,0 0-1 0,0 0-1 16,0 0 1-16,0 0 3 16,0 0 1-16,0 0 5 15,0 0 0 1,0 0 1-16,0 0 1 0,0 0-2 15,0 0 0-15,0 0-4 16,0 0-4-16,0 0-2 16,0 0-2-16,0 0-1 15,0 0-20-15,0 0-34 16,0 0-44-16,-13 7-35 16,13-7-4-16,-27-16 123 15,1 8 16-15</inkml:trace>
  <inkml:trace contextRef="#ctx0" brushRef="#br0" timeOffset="110783.8">9683 24466 312 0,'0'0'132'15,"0"0"-12"-15,0 0-16 16,0 0-11-16,0 0-21 16,0 0-22-16,0 0-29 15,-14 20-12-15,14-20-5 0,-15 11 3 16,15-11-3-16,-19 17-4 15,19-17-2-15,-21 16-1 16,21-16-2-16,-16 0-2 16,16 0-1-16,0 0-2 15,-15-24 1-15,11 3 1 16,1 2 5-16,-1-12-3 16,4 1 6-16,4-6-2 15,-1-2 4-15,4 5 2 16,5-2-1-16,2 7 0 15,2 4 0-15,3 5 4 16,0 9-5-16,4 12 8 16,-3 10-4-16,8 10-1 0,-7 8 2 15,2 4-1-15,-4 6-3 16,-7 10-3-16,-2-1-1 16,-3-3-1-1,-10-7-2-15,-1-7 4 0,-6-6-4 16,-2-3-4-16,12-23 1 15,-23 9 2-15,23-9 1 16,-26-25-2-16,12 3 0 16,5-9-3-16,-4-4 4 15,4-7 4-15,-1 10 1 16,3-13-1-16,1 3 1 16,3 4-3-16,3 3 4 0,-4 2 2 15,4 7-3-15,4 2 1 16,-1 5 2-1,-3 19 0-15,13-22 0 16,-13 22 6-16,22 5-4 16,-8 12 2-16,5 6 0 0,0 4-2 15,-3 3 2-15,1 8-2 16,-1 0 0-16,-2 5-3 16,-9-6-3-16,-2-1-2 15,-6-8 3-15,-2 5 0 16,-6-9-1-16,-4-3-2 15,1-6-2-15,-5-11-1 16,-4-6 0-16,0-9 0 0,1 1 0 16,-1-14 0-1,-3 5-4-15,0-7 5 16,4-2 4-16,3-5 0 16,1 7 2-16,6-1-1 0,2-5 2 15,6 5 2-15,4-1 0 16,7 0-1-16,0 4-1 15,9 7 2-15,-1 5-2 16,6 3 2-16,2 13-2 16,3 1-4-16,2 9 4 15,1 6-2-15,4 3 0 16,0 11 0-16,-5 3 2 16,5 11-1-16,-4-1 3 15,-3 5 2-15,-3-4-2 16,-1 4 5-16,-9 9 10 15,1-6 9-15,-8 8-11 16,-2-8 7-16,-4 4-10 0,-7 5-13 16,7-64-1-16,-26 126 0 15,26-126 0-15,-40 106 0 16,40-106 0-16,-49 83 0 16,49-83 0-16,0 0 0 15,-71 43 0-15,71-43 0 16,0 0 0-16,-52-29 0 15,52 29 0-15,-28-38 0 16,21 13 0-16,1-4 0 16,2-4 0-16,1-5 0 15,6 16-4-15,1-6-2 16,9-14 8-16,0 13-8 16,9-4 9-16,8 17-4 0,3 1 4 15,1 1 2-15,8 0-4 16,5 7-1-16,-2 14-2 15,0-3-1-15,4 8 3 16,-1-4 3-16,1 11-5 16,-4 0 4-16,-3 1 0 15,1 4-3-15,-5-9 1 16,2 1-4-16,-5-1-70 16,-6-15-38-16,4-6-30 15,-5-8-27-15,-2-16-5 16,4-15-23-16,-8-1 51 15</inkml:trace>
  <inkml:trace contextRef="#ctx0" brushRef="#br0" timeOffset="111264.14">10898 24100 336 0,'11'-27'159'15,"-6"9"-34"-15,-5 18-19 16,0 0-24-16,17 4-19 15,-13 13-34-15,5 13-23 16,-2 9-4-16,5 15 0 16,2-2-1-16,5 12-1 15,-4 4-1-15,3-1 0 16,-3-8 0-16,-1-5 3 16,-5-16-4-16,1-5 1 15,-3-9-2-15,-7-24-1 16,0 0-2-16,0 0 2 15,-3-28 1-15,-8-3-2 16,-1-9 3-16,-9-13-2 0,-1-3 4 16,-4-6-1-16,-6 1 2 15,3 4 0-15,-1 0 0 16,1 2-1-16,6 10 1 16,4 3 1-16,4 11 1 15,1 0-4-15,7 5 3 16,2 3-4-16,5 2 4 15,3 4-3-15,2-2 2 0,9 0-2 16,2 0-1-16,6 2 1 16,4-4 2-1,4 0-1-15,6 4-1 16,-1 1-66-16,10 11-55 0,0 2-24 16,-5 4-26-16,5 15 2 15,-12 6-3-15</inkml:trace>
  <inkml:trace contextRef="#ctx0" brushRef="#br0" timeOffset="111896.59">11200 24300 306 0,'-17'17'127'0,"17"-17"-16"16,7-16-19-16,-7 16-11 15,19-29-12-15,2 8-18 0,-5-5-23 16,10-7-25-16,-4-1-3 16,8-3-1-16,-4 6 2 15,3-5 0-15,-4 5 0 16,1 1-1-16,-4 6 0 16,-1 5 2-16,-5 5 1 15,-16 14-1-15,22-16 2 16,-22 16-2-16,23 14 0 15,-13 4 2-15,2 2 1 16,6 10-3-16,-3 3-2 16,1 1 1-16,3 3-1 15,-2 2 0-15,-4-2 0 16,-3-4 0-16,2-7 0 0,-8-2 1 16,3-7 4-16,-7-17-4 15,0 19-3-15,0-19-1 16,0 0 0-16,-11-15 2 15,-1-4-2-15,-2-7 1 16,-2-11-2-16,-3-11 1 16,-7-1 5-16,4-9 1 15,-1-5-2-15,1 1-3 16,3 3 4-16,1 4-3 16,6 6 1-16,2 11-1 15,6 5 2-15,-3 6-2 16,5 7 2-16,4 3-3 15,-2 17 2-15,7-29-3 0,-7 29 3 16,23-28-1-16,-6 19 0 16,6-1 1-16,3 3-1 15,0 4 1-15,8 4-46 16,-1 5-50-16,9 4-36 16,-6 6-14-16,-1-1-18 15,5 13-5-15,-9-9 43 16</inkml:trace>
  <inkml:trace contextRef="#ctx0" brushRef="#br0" timeOffset="112105.74">11751 24113 378 0,'0'0'148'0,"0"0"-23"16,-5-25-22-16,13-9-22 15,18-4-32-15,7-7-48 0,2-7-3 16,8-4 3-16,6-4-55 16,5 15-69-16,-2 3-40 15,-12 13-12-15,-2 22 1 16,-38 7-6-16</inkml:trace>
  <inkml:trace contextRef="#ctx0" brushRef="#br0" timeOffset="112796.23">9598 25665 252 0,'0'0'114'0,"0"0"22"15,0 0-21-15,0 0-14 16,0 0-9-16,0 0-20 16,0 0 0-16,130-59-24 15,-55 20-27-15,19-6-21 0,13-16 0 16,17 4 0-16,15-7 0 16,6-4 0-16,17 3 0 15,4-13 0-15,6 3 0 16,5 1-24-16,-1 5 11 15,-1-11-11-15,-14 14 1 16,-4 7 6-16,-18 2 5 16,-16 5-7-16,-12 16 5 15,-24 1 11-15,-21 13 1 16,-21 8 0-16,-16 7 1 16,-29 7-1-16,0 0-26 15,-22 17-69-15,-18 11-25 16,-16 3-35-16,-24 4 0 0,-8 10-3 15,-32-5 15-15</inkml:trace>
  <inkml:trace contextRef="#ctx0" brushRef="#br0" timeOffset="113188.51">9781 25554 331 0,'0'0'188'15,"0"0"-17"-15,0 0-56 0,90-62-54 16,-19 28 8-16,11-15-1 16,18-1-48-16,17-2-20 15,13-10 0-15,12 3 0 16,11-9 0-16,12 4 0 15,3-3 0-15,4-1-22 16,3 2-4-16,-6 2 15 16,-4 6-7-16,-9 0 5 15,-10 5-9-15,-8 3 9 16,-18 1-1-16,-19 20 14 16,-16 4-2-16,-17 6 2 15,-13 11 3-15,-20 4 3 16,-13 4-85-16,-22 0-57 0,7 25-36 15,-22-19-7-15,-11 10-18 16,-14 1 70 0</inkml:trace>
  <inkml:trace contextRef="#ctx0" brushRef="#br0" timeOffset="113316.6">12147 24675 38 0,'0'0'10'15,"-16"-3"-57"-15,16 3 47 16,-23-19 0-16,4 17 0 16</inkml:trace>
  <inkml:trace contextRef="#ctx0" brushRef="#br0" timeOffset="114799.65">6972 25757 385 0,'0'0'216'0,"0"0"-49"16,0 0-50-16,0 0-13 16,0 0-70-16,0 0-34 15,0 0 0-15,0 0 0 16,0 0 0-16,0 0 0 15,-78 66 0-15,78-66 0 16,0 0 0-16,-71 40 0 16,71-40 0-16,0 0 0 0,-80-19 0 15,80 19 0-15,0 0 0 16,-70-108 0 0,70 108 0-16,-31-88-2 15,31 88 4-15,-17-90-2 0,17 90 0 16,0-78 0-16,0 78 0 15,0 0-11-15,0 0-1 16,0 0 9-16,74-52-1 16,-74 52-3-16,0 0 0 15,105 92 3-15,-105-92 9 16,88 130 1-16,-46-54 8 16,-4 7-15-16,-5 7 8 0,-7 0-5 15,-7-2-7-15,-8-8 6 16,-3-11 6-1,-8-69-6-15,-7 123-5 16,7-123 0-16,-22 81-4 0,22-81 0 16,0 0 10-16,-68 40-8 15,68-40 8-15,0 0-4 16,-94-33 2-16,94 33 4 16,0 0-4-16,-71-76 4 15,71 76-4-15,0 0 3 16,0 0-3-16,16-86-2 15,-16 86-1-15,0 0 1 16,107-64 6-16,-107 64-10 16,104-14 14-16,-104 14-5 15,124-9-1-15,-124 9 4 16,116 0 3-16,-116 0-7 16,104-9-2-16,-104 9 6 0,90-39-8 15,-90 39-81-15,0 0-59 16,72-115-26-16,-72 115-16 15,0-114-11-15,0 114-9 16</inkml:trace>
  <inkml:trace contextRef="#ctx0" brushRef="#br0" timeOffset="115425.66">6897 24924 355 0,'0'0'191'16,"-22"-7"-5"-16,10-12-71 15,12 19-43-15,0 0-22 16,-7-20-23-16,7 20-25 16,0 0 0-16,0 0-6 15,0 0 10-15,0 0-1 16,-19-14-7-16,19 14 4 15,-26-14-2-15,6 9 0 16,0-9-3-16,-3 0 1 16,0-7-4-16,1 13-9 15,-1-10 15-15,4 6 1 16,5-7-22-16,6 4 21 16,8 15-22-16,-14-18 11 0,14 18-8 15,3-15 21-15,-3 15-23 16,0 0 6-16,26-5 13 15,-10 3-10 1,8-2 15-16,4 1 10 0,5 6-12 16,0-3 2-16,2 7 0 15,-2-2 11-15,-4 4 9 16,1 7-9-16,-3 4 9 16,-6 12-22-16,-2-3 21 15,-6 11-11-15,0-4 11 16,-7 2-22-16,1-8 3 15,0-3-6-15,-4 3 0 16,-3-30-1-16,3 33 1 0,-3-33 4 16,0 0-8-16,23-21 2 15,-11 5 4 1,6-18-2-16,8-11-17 16,5 0 9-16,9-19-11 0,1-4 7 15,5 4-98-15,2 16-40 16,1 1-45-16,-8 23 21 15,-1 19-9-15,-17 8 93 16</inkml:trace>
  <inkml:trace contextRef="#ctx0" brushRef="#br0" timeOffset="115929.57">7102 26628 239 0,'87'3'134'15,"-87"-3"-3"-15,59-85-11 16,-59 85-20-16,85-110-5 16,-31 40-39-16,-54 70-88 15,111-126-54-15,-111 126-58 16,106-97-25-16,-106 97-15 15,81-64-9-15,-81 64 127 0</inkml:trace>
  <inkml:trace contextRef="#ctx0" brushRef="#br0" timeOffset="117672.81">9930 25284 31 0,'0'0'60'0,"0"0"-11"15,0 0-14-15,0 0 2 16,0 0-2-16,0 0 1 16,0 0-14-16,0 0 0 15,71 4-3-15,-71-4-5 16,0 0-5-16,109-16 3 15,-109 16-12-15,115-24-10 16,-115 24 30-16,146-36 1 16,-63 13 8-16,6-8 4 15,8-7 34-15,0 3 1 0,12-10 14 16,-4 6 1-16,11-13-20 16,-5 3-10-16,9 6-22 15,-4 3-6 1,0 7-30-16,2-1-1 0,-8-4-14 15,-3 1 8-15,-9 13-5 16,-8-2 4-16,-9-2 11 16,-16 7-1-16,-10 2 4 15,-10 6-3-15,-12 0 4 16,-7 8-1-16,-10 2 0 16,-16 3 1-16,16-2-40 15,-16 2-46-15,0 0-47 16,0 0-19-16,-32 5-22 0,6-3-2 15,-7 1 51-15</inkml:trace>
  <inkml:trace contextRef="#ctx0" brushRef="#br0" timeOffset="118191.29">9904 25258 88 0,'0'0'57'16,"0"0"4"-16,0 0 2 15,0 0 13-15,0 0 10 16,0 0 14-16,0 0 8 16,0 0-21-16,94 20 2 15,-49-52-19-15,15-2-12 16,3 4-20-16,15-9-11 16,5 4-21-16,13 0-12 15,6-6 7-15,6-3-4 16,5 15-7-16,5-9 13 15,1-5-19-15,5 3 0 16,1 2 3-16,-2-2-4 16,0-3 4-16,0-2-5 0,-8-2 9 15,-6 9-9-15,-4 8 21 16,-8-4-3-16,-9 1 0 16,-17 5 1-16,-6 11 0 15,-17 3 0-15,-10 12-1 16,-12-1-88-16,-12 8-75 15,-1 12-31-15,-13-17 1 16,-35 51-10-16,-9-17 160 16</inkml:trace>
  <inkml:trace contextRef="#ctx0" brushRef="#br0" timeOffset="136581.57">8937 24113 227 0,'-4'-37'114'0,"1"1"13"15,10 12-6-15,-11 1-13 16,4 23-24-16,0 0-16 15,0 0-18-15,18 5-17 16,-6 23-19-16,7 14-26 16,7 11-2-16,14 27-1 15,9 17 28-15,8 10-3 16,5 16 9-16,3 3-10 16,-1-4 9-16,-5-6-8 15,-4-9 11-15,-13-28-3 16,-5-9-18-16,-37-70 0 0,45 88 0 15,-45-88 0-15,0 0 0 16,0 0 0-16,0 0 0 16,29 71 0-16,-29-71 0 15,0 0 0-15,0 0-7 16,0 0-34-16,0 0 0 16,-66-45-23-16,40 3 3 15,-3-4-7-15,-10-27-30 16,5-7 14-16,-13-20 9 15,2 5 15-15,0-18 1 16,0 13 24-16,3-13-2 16,2 20 20-16,5 1 27 15,9 19 14-15,4 8 12 0,4 13 8 16,6 8 15-16,2 8 1 16,6 10 9-1,-1 4-3-15,8 4-3 16,-3-1-6-16,0 19-6 0,25-29-12 15,1 10-8-15,10-7-9 16,16-2-7-16,13-12-1 16,16-1-7-16,20-6-8 15,15-10 0-15,23-7 3 16,10-4 5-16,18-8-5 16,10-5 3-16,12-2-4 15,2 0 4-15,0-4-4 16,-3 4 3-16,-6 7-6 0,-14 7-3 15,-8 15 3-15,-18 4 0 16,-19 13 1-16,-17 11-1 16,-17 9 2-1,-18 7 0-15,-14 3 0 0,-13 3 0 16,-10 3 0-16,-13 2-1 16,-5 1-1-16,-16-2 2 15,16-2-1-15,-16 2 1 16,0 0-1-16,0 0 1 15,0 0 0-15,0 0 0 16,0 0 1-16,0 0-3 16,0 0-2-16,0 0-1 0,0 0-1 15,10 26-3-15,2-1 2 16,5 9 2 0,6 11 0-16,6 12 1 15,6 21 6-15,10 16-6 0,4 4 8 16,3 8-4-16,0 3 5 15,-3 0-5-15,3-5 4 16,-4-5-4-16,-6-13 2 16,-2-15 1-16,-9-7-4 15,-5-10 2-15,-3-9-2 16,-4-9 1-16,-5-8-1 16,-4-6 1-16,-10-22-3 15,9 19 3-15,-9-19-2 0,0 0 0 16,-4 18 2-1,4-18-71-15,0 0-63 16,-26 14-37-16,0-9-3 16,-5 12-6-16,-18-3 4 0</inkml:trace>
  <inkml:trace contextRef="#ctx0" brushRef="#br0" timeOffset="137035.91">9803 25468 28 0,'0'0'81'16,"0"0"-1"-16,0 0-17 15,0 0-12-15,0 0 29 16,90-81 23-16,-22 39 0 16,17-1 11-16,12 1-22 15,27-17-12-15,2 1-19 16,24-20 3-16,11 14-44 16,11-16-19-16,3 14 0 15,9-5-18-15,-2-5 7 16,1 5-10-16,-10 7 11 15,-1 5-10-15,-12 4 23 16,-11-4-4-16,-13 12 1 16,-17 7-2-16,-15 11 1 0,-13 3 1 15,-17 7 1-15,-15 5 0 16,-17 9-7-16,-12 3-4 16,-11 6-65-16,-19-4-77 15,0 0-32-15,-4 20-10 16,-11-13-9-16,15-7 64 15</inkml:trace>
  <inkml:trace contextRef="#ctx0" brushRef="#br1" timeOffset="142911.84">22200 19636 193 0,'0'0'86'0,"7"-26"13"16,-7 11 30 0,0 15-8-16,7-25-10 0,-7 25-14 15,9-15-13-15,-9 15-12 16,0 0-41-16,0 0-31 16,0 0 0-16,0 0 0 15,0 0 0-15,0 0 0 16,-9 24 0-16,2-5 0 15,-3 11 0-15,1 6 0 16,-1 12-5-16,1 6-5 16,2 8 3-16,0 4 3 0,7-2-2 15,7-7 2 1,2-5-14-16,5-8 2 16,8-10-3-16,-3-15-58 15,11-3-49-15,0-11-30 0,-1-7-16 16,6-3-7-16,-6-11 14 15</inkml:trace>
  <inkml:trace contextRef="#ctx0" brushRef="#br1" timeOffset="143384.17">22567 19742 526 0,'0'0'170'16,"-19"-26"-56"-16,6 10-54 16,13 16-46-16,-20-17-3 0,20 17-3 15,-19 7 0-15,12 9-3 16,1 3-3-16,-1 8-2 16,7 8-5-16,0 5-2 15,4 5-2-15,5 0 4 16,4-4-2-16,3-1 0 15,3-7 3-15,2-11 1 16,2-4-2-16,-1-11 3 16,1-11 2-16,-1-8 1 15,-3-9 1-15,4-10 3 16,-6-7 1-16,2-2-2 16,-6-5 3-16,-3 0-3 0,-7 2-3 15,-3 5-5-15,-3 3 5 16,-11 9 3-16,-2 7-1 15,-6 5 1-15,-4 7-1 16,0 9-1-16,-4 3 3 16,4 4 0-16,0 5-13 15,4-5-74-15,22-9-33 16,-19 20-21-16,19-20-18 16,13 0-13-16,3-8-3 15,14-1 86-15</inkml:trace>
  <inkml:trace contextRef="#ctx0" brushRef="#br1" timeOffset="143768.44">22940 19593 430 0,'19'5'134'0,"-19"-5"-16"16,0 21-21-16,-3-2-24 15,-6 3-24-15,2 8-39 16,-3 6-7-16,4 4-3 15,3 3-3-15,3-1-1 16,3-1-1-16,6-2-1 16,5-7-1-16,5-7 1 15,4-12-1-15,-1-7 1 16,4-12 1-16,-3-11 0 16,3-5 2-16,-7-9 2 0,2-9 1 15,-9-4-1-15,-5-4 1 16,-4 0 1-16,-6 3 2 15,-8 5 5-15,-4 5 1 16,-3 7-3-16,-4 8 1 16,-4 9 0-16,1 6 2 15,-1 8-4-15,6 4-62 16,-3 0-57-16,7 0-40 16,16-7-18-16,-19 7-1 15,19-7-1-15,0 0 109 16</inkml:trace>
  <inkml:trace contextRef="#ctx0" brushRef="#br1" timeOffset="144045.64">23126 19325 548 0,'0'0'170'0,"0"0"-35"15,0 0-92-15,0 0-42 16,34 1-5-16,-8 8-2 16,7 7 6-16,9 10-3 15,3 3 6-15,4 9-2 16,-4 7 1-16,-2 9 1 16,-11 5 0-16,-15 12 2 0,-12 10-72 15,-21 6-53 1,-20 3-45-16,-6 12 0 15,-18-9-10-15,1-1-1 16</inkml:trace>
  <inkml:trace contextRef="#ctx0" brushRef="#br1" timeOffset="144864.22">28354 21540 476 0,'0'0'179'16,"-16"6"0"-16,16-6-70 15,-26 13-75-15,11 3-31 16,1 5-3-16,-2 10 1 16,1 7-1-16,-3 10-1 15,6 11-1-15,5 5-1 16,4 6-3-16,6-1 2 15,8 2-2-15,4-7-5 16,11-7 3-16,4-12-3 0,4-7-55 16,3-21-44-16,-2-10-35 15,5-8-23-15,-11-22 1 16,2-3 2-16,-12-15 58 16</inkml:trace>
  <inkml:trace contextRef="#ctx0" brushRef="#br1" timeOffset="145308.54">28637 21689 475 0,'-4'-17'174'0,"4"17"-24"0,0 0-66 16,0 0-34-16,0 0-25 15,-15-7-20 1,15 7-3-16,0 0 1 15,-18 19 1-15,18-19 2 0,-12 28 0 16,5-11-7-16,7 7 1 16,0 2 0-16,0 4-1 15,7 1-3-15,2-4-3 16,5-2-1-16,2-4 1 16,1-6 0-16,-2-5-1 15,5-6 4-15,-1-4 4 16,-19 0 4-16,26-17 2 15,-16 1 1-15,-3-3 1 0,-7-9 12 16,5 1-10-16,-8-10 1 16,1 3 0-1,-1-1-5-15,-1 2-8 16,-3 5-3-16,-5 6 0 0,5 6-9 16,7 16 8-16,-22-17-4 15,6 10-64-15,16 7-32 16,-17-2-32-16,17 2-26 15,-7-19-3-15,7 2-5 16,0 17 16-16</inkml:trace>
  <inkml:trace contextRef="#ctx0" brushRef="#br1" timeOffset="145599.75">28970 21376 415 0,'0'0'168'16,"0"0"-9"-16,0 0-50 16,-3 17-39-16,3-17-36 15,-4 23-29-15,3-8 0 16,-3 6-2-16,4 7 3 16,0 3-2-16,0 5 3 15,4 6-5-15,1 3 2 16,5 2-3-16,-3-2 0 15,5-2-2-15,-1-7-1 16,1-5-5-16,-5-10-81 16,0-5-58-16,-7-16-39 15,0 0-7-15,0 0-2 0,5-44 17 16</inkml:trace>
  <inkml:trace contextRef="#ctx0" brushRef="#br1" timeOffset="145863.94">29194 21083 726 0,'19'21'201'15,"-15"-2"-105"-15,3 7-96 16,8 9 0-16,8 11 0 0,-1 13 0 15,4 11 0 1,0 11 0-16,-6 9 0 0,-7 7 0 16,-6 8-36-16,-27 1-112 15,-15 8-41-15,-24 2-9 16,-31-5-8-16,-23 5-3 16</inkml:trace>
  <inkml:trace contextRef="#ctx0" brushRef="#br1" timeOffset="146557.43">22798 24689 440 0,'0'0'180'16,"0"0"-29"-16,0 0-24 16,0 0-21-1,0 0-87-15,0 0-19 16,0 0 0-16,-16 16 0 0,9 1 0 15,-3 7 0-15,1 19 0 16,2-1 0-16,7-42 0 16,-7 121 0-16,7-121 0 15,19 128 0-15,-19-128 0 16,40 139 0-16,-40-139 0 16,64 98 0-16,-64-98 0 15,75 52-10-15,-75-52-131 0,75 16-29 16,-75-16-18-1,0 0 5-15,85-78-8 16,-63 38 52-16</inkml:trace>
  <inkml:trace contextRef="#ctx0" brushRef="#br1" timeOffset="146893.67">23145 24774 350 0,'0'0'194'0,"0"0"-51"15,0-19-31-15,0 19-14 16,0 0-6-16,0 0-58 16,0 0-34-16,3 15 0 15,-3-15 0-15,9 33 0 0,-2-5 0 16,5 5 0-16,5 10 0 15,-1 6 0-15,3-6 0 16,-19-43 0-16,43 99 0 16,-43-99 0-16,32 79 0 15,-32-79 0-15,0 0-52 16,0 0-83-16,48 61-31 16,-48-61-18-16,23-19-15 15,-6-6 1-15,-5-14 110 16</inkml:trace>
  <inkml:trace contextRef="#ctx0" brushRef="#br1" timeOffset="147343.99">23757 24810 406 0,'4'-15'166'0,"-4"-1"-23"16,0 16-14-16,0 0-17 15,-26-10-45-15,26 10-67 16,-17 10 0-16,17-10 0 16,-20 21 0-16,20-21 0 15,-12 29 0-15,9-5 0 16,3-3 0-16,3 3 0 16,6 8 0-16,5-6 0 15,5-7 0-15,-3 7-7 0,6-14 3 16,4-11 2-16,-3-2 0 15,-1-8 3 1,3-5-2-16,-6-5-1 16,0-2 5-16,-4-6 3 0,-4-4 1 15,1-4-6-15,-9 0-1 16,1-6-1-16,-8-3 0 16,1 6-9-16,-9 2 4 15,1 5-10-15,-4 7 8 16,-8 5-7-16,1 10 8 15,-1 7 7-15,4 11-24 16,-7-4-77-16,9 4-39 16,1-2-46-16,0-6-5 0,16-1-12 15,0 0 90 1</inkml:trace>
  <inkml:trace contextRef="#ctx0" brushRef="#br1" timeOffset="147628.19">24098 24222 509 0,'0'0'190'15,"12"22"-53"-15,-2-3-71 16,9 4-73-16,4 16 4 15,3 8 0-15,7 12 21 16,-4 7-5-16,6 3 4 16,-5 6-6-16,-11 2 4 0,-5 17-53 15,-25 1-55-15,-15-8-44 16,-22-3-23-16,-27-11-10 16,-22-7-5-16,-42-19-9 15</inkml:trace>
  <inkml:trace contextRef="#ctx0" brushRef="#br1" timeOffset="148395.73">18543 22588 558 0,'0'0'199'0,"0"0"-51"16,-28 8-63-16,18 15-52 15,-6 4-33-15,2 13 0 16,-1 9 0-16,-3 3 0 15,10 12 0-15,-3 0 0 16,11 8-13-16,0-1 3 0,11-1-5 16,4-8-3-16,11-1 4 15,4-8-2-15,6-8 3 16,-1-14-71 0,10-8-45-16,0-11-37 0,-8-9-13 15,1-4 7-15,-9-13-3 16</inkml:trace>
  <inkml:trace contextRef="#ctx0" brushRef="#br1" timeOffset="148695.94">18784 22771 424 0,'-7'-21'182'0,"7"21"0"16,-7-15-84-16,7 15-66 0,0 0-32 16,0 0-2-16,0 0-1 15,-6 19-1-15,12 2-3 16,5 8 0-16,-2 4 1 16,4 1-1-16,3 8 7 15,3 1-3-15,-2 1 1 16,3-3-5-16,-8-10-75 15,2 4-48-15,-2-7-30 16,-9-13-15-16,8 1-5 16,-11-16 38-16</inkml:trace>
  <inkml:trace contextRef="#ctx0" brushRef="#br1" timeOffset="148997.16">19039 22569 521 0,'0'0'163'16,"0"0"-50"-16,0 0-50 15,7 19-35-15,2-2-31 16,5 5 1-16,2 11-2 15,1 5 2-15,6 4-1 0,3 3 2 16,5 2-1-16,-5-2 1 16,3-2-3-16,-6-8-66 15,6-3-45-15,-6-4-37 16,-4-12-18-16,-2 1-1 16,-17-17-2-16</inkml:trace>
  <inkml:trace contextRef="#ctx0" brushRef="#br1" timeOffset="149320.37">19147 22243 399 0,'0'0'180'0,"0"0"-5"0,0 0-75 16,0 0-51-16,0 0-49 16,16 21-3-16,-2 0 4 15,8 12-5-15,4 8 3 16,9 14-3-16,5 13 4 16,2 13-5-16,3 9 3 15,-7 11 5-15,-2 13 0 16,-10 5 0-16,-10 13-76 15,-20 1-84-15,-18-8-15 0,-16-2-2 16,-33-14-3-16,-21-9 37 16</inkml:trace>
  <inkml:trace contextRef="#ctx0" brushRef="#br1" timeOffset="155667.9">32157 11928 650 0,'-31'2'176'15,"14"7"-24"-15,-2 8-113 16,-8 7-33 0,5 14-6-16,-4 14 0 15,-4 10-1-15,-1 20-3 0,-2 11 7 16,0 13-1-16,4 13-2 16,6 13-1-16,11 1-2 15,8 6-1-15,11-6 2 16,12-2-2-16,14-6 3 15,16-9 0-15,8-10 1 16,11-18 0-16,14-12 0 16,8-12 2-16,11-15 0 0,10-22 1 15,12-15 0-15,7-18 1 16,12-17-2 0,4-15-2-16,7-16 0 15,-7-15 0-15,0-11 0 0,-8-8 0 16,-11-5 0-16,-10-6 0 15,-13-1 0-15,-18-3 0 16,-14 5 0-16,-13 3 0 16,-18 1 0-16,-11 4 0 15,-20 4 0-15,-13 4 0 16,-16 3 0-16,-14-1 0 16,-12-1 0-16,-14 1 0 15,-9-1 0-15,-10 4 0 16,-9 0-7-16,-5 4-1 15,-9 4-6-15,-8 6-3 16,-7 6 4-16,-4 14 2 16,-7 5 8-16,-7 15-5 0,3 13 8 15,-7 12 0-15,-4 12 3 16,8 17 5-16,-1 14-5 16,8 14-21-16,4 13-66 15,14 10-44-15,17 13-36 16,8-3-6-16,25 3-4 15,11-10-1-15</inkml:trace>
  <inkml:trace contextRef="#ctx0" brushRef="#br1" timeOffset="156180.27">32504 12501 599 0,'0'0'199'15,"-26"-7"-1"-15,7 7-171 16,4 7-27-16,4 10 0 15,-4 9 0-15,4 11-5 16,-1 6-1-16,2 9 3 16,6 3 1-16,4-1 8 0,4 3-7 15,8-10-1-15,5-6 2 16,2-9-2-16,4-12 3 16,6-8-2-16,1-12 1 15,1-12 3-15,-1-7 1 16,-1-10 3-16,-3-7-6 15,0-11-1-15,-3-5 0 16,-8-7 0-16,-8 2 0 16,0 3-4-16,-10 4 0 15,-4 7-3-15,-9 6 0 16,-3 10-2-16,-4 6 3 16,-6 14 2-16,-1 4 2 15,4 9-56-15,-3 1-54 0,3 0-24 16,10 7-25-16,-3-7-6 15,19-7-9-15,0 0 7 16</inkml:trace>
  <inkml:trace contextRef="#ctx0" brushRef="#br1" timeOffset="156568.54">32819 12442 195 0,'0'0'112'16,"0"16"-25"-16,-4 8-18 0,2 6-12 16,-1 8-7-16,-1 5-5 15,4 9-6-15,4 0-15 16,-4 0-5 0,9 0 9-16,-3-13 16 15,14-4 2-15,-7-12 1 0,10-4 0 16,-7-12 0-16,10-4-4 15,-7-12-19-15,3-5-24 16,-4-10 0-16,1-3 0 16,-7-12 0-16,2-2 0 15,-11-9 0-15,-3-2 0 16,-7 2 0-16,-8 5 0 16,-6 7 0-16,-10 5 0 0,-6 14-16 15,-4 8-5-15,4 20-64 16,-1 10-47-1,0 5-30-15,12 12-1 16,0-4-3-16,15 9-14 0,-1-10 83 16</inkml:trace>
  <inkml:trace contextRef="#ctx0" brushRef="#br1" timeOffset="157344.09">33928 13188 165 0,'-7'-15'196'0,"-5"-6"-14"16,1-2-49-16,11 6-17 15,4-2-13-15,-4 19-21 16,29-22-36-16,1 22-46 16,4 3 0-16,3 11 0 15,15 8 0-15,5 11 0 16,6 12 0-16,11 9 0 16,1 14 0-16,3 8 0 15,-7 5 0-15,0 6 0 16,-10-1 0-16,-9-1 0 15,-10-4 0-15,-13-8 0 16,-9-11 0-16,-10-11 0 0,-3-10 0 16,-4-12 0-16,-6-11 0 15,3-18-2-15,0 0-38 16,-14-30-21-16,11-3-8 16,-6-15-4-16,9-4-1 15,-4-12-2-15,8 2 24 16,-4-6-5-16,9 6 51 15,-2 10 45-15,-4 4 43 16,7 13 0-16,-10 7 0 16,6 13-7-16,-6 15-3 15,0 0-4-15,0 0-58 16,0 0-10-16,0 0 0 16,0 0 0-16,7 20 0 0,3-2 0 15,9 2 0-15,4 3 0 16,3 5 0-16,7 3-1 15,1 0 0 1,-1 0 1-16,-7 0-2 0,-7 6 1 16,-12 6 0-16,-20 7 0 15,-17 12 0-15,-15 8 3 16,-19 9-4-16,-11 4 1 16,-15 6 0-16,-2-5-3 15,-2-6 3-15,7-8-3 16,9-18 5-16,10-14-11 15,20-14-60-15,11-19-33 16,22-14-21-16,15-10-14 0,12-15-22 16,21-1-6-16,9-10-6 15,13 2 111-15</inkml:trace>
  <inkml:trace contextRef="#ctx0" brushRef="#br1" timeOffset="157816.43">34955 14109 408 0,'0'0'174'0,"0"0"-26"16,-8 16-22-16,-17 6-24 15,-2 13-37-15,-6 10-76 16,-9 10 1-16,2 13 11 0,-2 13-4 16,4 11 6-16,5 8-3 15,7 2 3-15,11 2-4 16,8-5 4-1,19-6 3-15,9-9-3 0,13-12 3 16,15-13-6-16,17-10 0 16,5-11 0-16,12-11 0 15,-1-11 0-15,5-9 0 16,1-12 0-16,-1-11 0 16,-9-15 0-16,0-16 0 15,-13-13 0-15,-3-15 0 16,-8-6 0-16,-6-9 0 15,-11-5 0-15,-4-8 0 0,-11 1 0 16,-6 5 0-16,-9 6 0 16,-10 8 0-1,-8 8 0-15,-8 6 0 16,-11 12 0-16,-15 8 0 0,-7 16 0 16,-12 11 0-16,-4 15-6 15,-10 9-13-15,-3 15-69 16,-6 12-32-16,2 8-21 15,7 11-16-15,3-4-9 16,14 7-4-16,6-9 15 16</inkml:trace>
  <inkml:trace contextRef="#ctx0" brushRef="#br1" timeOffset="158200.71">34936 14532 491 0,'0'0'190'0,"19"-16"-20"0,-19 16-51 16,0 0-66-16,0 0-53 16,-7 26 0-16,-1 3 0 15,4 4 0-15,-6 7-11 16,10 2 6-16,0 4 4 16,7 1 1-16,7-5 3 15,1-9 2-15,8-9 3 16,3-7-7-16,0-8-1 15,-3-13 0-15,-1-4 0 16,-3-11 0-16,-1-6 0 16,-6-8 0-16,-5-1 0 15,-4-6 0-15,-1 2 0 16,-7 3 0-16,-2 4 0 0,0 7 0 16,-9-4-79-16,16 28-33 15,-29-29-3-15,29 29-12 16,-30-17-1-16,30 17-14 15,-9-18-4-15,9 18 52 16,4-19 37-16,-4 19 35 16,22-24 22-16</inkml:trace>
  <inkml:trace contextRef="#ctx0" brushRef="#br1" timeOffset="158342.79">35212 14431 253 0,'23'11'83'0,"-4"15"1"16,0 6-12-16,0 13-15 15,2 14-17-15,-5 11-23 0,-1 7-55 16,-1 7-42-16,-2 12-33 16,-12-2-19-16,4 10-4 15,-16-9 30 1</inkml:trace>
  <inkml:trace contextRef="#ctx0" brushRef="#br1" timeOffset="159094.34">35014 15667 297 0,'0'0'191'0,"-3"-19"-11"16,3 19-51-16,0 0-22 15,0 0-16-15,0 0-63 0,0 0-28 16,-11 17 0-16,6 4 0 16,2 3 0-16,-4 6 0 15,-4 4 0-15,3 6 0 16,1 7 0-16,-5 5 0 16,-2 3 0-16,-5 2 0 15,-4 1 0-15,-6 2 0 16,-4 8 0-16,-12 3 0 0,-11 7 0 15,-15 5 0-15,-9 8 0 16,-12 8 0-16,-9 8 0 16,-12 2 0-16,-3-1 0 15,0-8 0-15,1-6 0 16,6-10 0-16,12-11 0 16,8-18 0-16,15-13 0 15,9-16 0-15,13-14 0 16,14-12 0-16,9-5 0 15,9-12 0-15,7-6 0 16,9 1 0-16,4-6 0 16,4 0 0-16,-1 4 0 15,4 0 0-15,2 1 0 0,-2 4 0 16,0 4 0-16,-7 15 0 16,12-23 0-1,-12 23 0-15,0 0 0 16,0 0 0-16,-16 11 0 0,16-11 0 15,-29 31 0-15,9-11 0 16,-2 3 0-16,-1 1 0 16,4 0 0-16,2 4 0 15,5-2 0-15,5 0 0 16,10-2 0-16,9-3 0 16,6-2 0-16,11-5 0 15,6-4 0-15,7-6 0 16,1-4 0-16,2-2 0 15,-3-7 0-15,-6 8-41 16,-10-3-86-16,-26 4-36 16,0 0-3-16,-20-3-9 15,-22 11 0-15,-19-4 0 0</inkml:trace>
  <inkml:trace contextRef="#ctx0" brushRef="#br1" timeOffset="159573.68">32841 17473 379 0,'-64'-9'177'0,"5"-5"-33"15,5 4-12-15,7 3-21 16,2 3-31-16,10 13-80 16,-5 1 0-16,-1 8 0 15,-8 6 0-15,-3 5 0 16,-5 4 0-16,-6 9 0 16,-1 8 0-16,-7 4 0 15,5 13 0-15,2 6 0 16,5 6 0-16,10 6 0 0,14 9 0 15,13-1 0-15,15 2-7 16,14 1 2-16,24-5 4 16,9-4 2-16,24-11 2 15,18-5 3-15,12-12-3 16,18-7-3-16,6-16 0 16,14-13 0-16,2-16 0 15,1-16 0-15,-8-12 0 16,-4-17 0-16,-10-14 0 15,-12-12 0-15,-16-16-4 16,-14-8-2-16,-15-11 5 16,-18-6-1-16,-12-2 5 15,-16-4 0-15,-13 2 4 0,-11 5-7 16,-17 10 0-16,-6 11 0 16,-15 16 0-16,-5 15 0 15,-13 14 0 1,-6 15 0-16,-6 16 0 0,-6 9-100 15,1 12-71-15,0 17-9 16,-5 5-4-16,12 13-5 16,-1-6-6-16</inkml:trace>
  <inkml:trace contextRef="#ctx0" brushRef="#br1" timeOffset="159820.84">32310 17907 712 0,'0'0'201'16,"0"0"-91"-16,0 0-110 15,3 29 0-15,-3 1 0 0,0 11 0 16,4 8 0-16,-1 13 0 16,3 7 0-16,4 4 0 15,0 0 0-15,3-7 0 16,-3-11 0-16,2-8-85 15,2-16-60-15,-14-31-21 16,28 10-13-16,-14-30-3 16,5-15-1-16</inkml:trace>
  <inkml:trace contextRef="#ctx0" brushRef="#br1" timeOffset="160129.07">32664 17976 374 0,'9'-24'171'16,"-9"24"-21"-16,10-16-18 15,-10 16-21-15,4 21-26 16,-8 0-85-16,11 14 0 16,-5 1 0-16,5 7 0 15,3 1 0-15,6 1 0 16,3-7 0-16,3-9 0 16,5-10 0-16,-1-14 0 15,7-8 0-15,-7-15 0 16,3-9 0-16,-10-10 0 15,0-6-1-15,-8-7-9 16,-11 0 5-16,-4-2 3 16,-11 2 19-16,-10 10-16 0,-6 10-46 15,-14 6-80-15,-14 7-17 16,-5 13-6-16,-11 4-5 16,0 9-5-16,-10-5-22 15</inkml:trace>
  <inkml:trace contextRef="#ctx0" brushRef="#br1" timeOffset="160744.51">31735 18040 325 0,'-60'-34'173'15,"-12"-22"-36"-15,-6-8-61 16,-15-21-4-16,-5-8 4 16,-9-20 7-16,3 6-2 15,1-9-81-15,3 11 0 16,6 2 0-16,12 12 0 16,4 11 0-16,14 16 0 15,8 16 0-15,15 11 0 16,4 13 0-16,11 10 0 15,7 11 0-15,19 3 0 16,-19 27 0-16,12 1 0 16,7 14 0-16,-3 4 0 0,-1 8 0 15,-1 0 0-15,1 1 0 16,-3-5 0-16,4-8 0 16,-4-8 0-16,2-13 0 15,5-21 0-15,0 0 0 16,0 0 0-16,-14-31 0 15,14-5 0-15,0-11 0 16,3-7 0-16,-3-6 0 16,0-1 0-16,7 1 0 15,-3 2 0-15,5 10 0 16,-6 12 0-16,4 6 0 16,-4 11 0-16,-3 19 0 15,6-15 0-15,-6 15 0 0,0 0 0 16,26 6 0-16,-9-4 0 15,13 0 0-15,4-2 0 16,8-2 0 0,7-3 0-16,3-5 0 0,3-8-38 15,-3-1-98-15,0-3-33 16,-20-11-8-16,-3-2-2 16,-22-13 0-16</inkml:trace>
  <inkml:trace contextRef="#ctx0" brushRef="#br1" timeOffset="161248.87">30494 15337 579 0,'-38'-9'184'0,"-2"16"-6"15,-12 8-96-15,-2 6-82 16,-5 10 0-16,0 11 0 15,-8 13 0-15,-1 14 0 16,0 13-2-16,9 13-4 16,11 7 4-16,9 2-7 15,13 2 6-15,12-1-3 16,18-6 0-16,18-11 2 16,18-8 0-16,21-18 4 0,21-15-1 15,15-14 6 1,9-16-5-16,15-22 6 15,8-19 1-15,4-18 0 16,3-13 2-16,-9-15-4 0,-8-11-1 16,-15-12-4-16,-18-16 0 15,-19-6 0-15,-25-4 0 16,-23-6 0-16,-23 1 0 16,-23 2 0-16,-25 6 0 15,-14 16 0-15,-18 17 0 16,-16 21-1-16,-11 22 2 15,-13 24-1-15,-8 20 0 16,-6 18 0-16,0 18 0 16,3 19 0-16,-2 8-37 15,21 10-70-15,8 4-33 16,14-3-29-16,23 3-4 16,12-8-3-16,21 0 0 0</inkml:trace>
  <inkml:trace contextRef="#ctx0" brushRef="#br1" timeOffset="161497.04">29911 15691 355 0,'19'-5'179'15,"-19"5"-2"-15,4 23-53 16,-1 6-39-16,-3 7-28 15,9 13-26-15,1 5-27 16,6 4-2-16,1 1-5 0,-1-3-5 16,10-4-67-16,-7-11-40 15,3-13-32-15,4-7-22 16,-6-27-1-16,6-6-2 16,-4-22 18-16</inkml:trace>
  <inkml:trace contextRef="#ctx0" brushRef="#br1" timeOffset="161706.2">30460 15433 478 0,'0'0'182'0,"15"14"1"16,-15 14-68-16,9 17-50 16,-2 9-65-16,0 11 0 0,5 10 0 15,2 4 0-15,-2 3-36 16,2-9-80-16,-2-11-36 15,9-8-20-15,-9-27-1 16,7-11-2-16,-19-16-2 16</inkml:trace>
  <inkml:trace contextRef="#ctx0" brushRef="#br1" timeOffset="162527.78">30307 15420 565 0,'0'0'176'0,"-14"-38"-17"16,14-7-85-16,10-11-29 15,2-13-47-15,6-16 0 16,1-10 5-16,3-11-4 16,8-8 1-16,1-2 3 15,9 0-1-15,5-2-1 16,7 2-1-16,7 9 0 0,6 3 0 16,6 12 0-16,3 9 0 15,1 7 0 1,-4 10 0-16,-7 15 0 15,-8 11 0-15,-14 10 0 0,-9 9 0 16,-14 9 0-16,-19 12 0 16,0 0 0-16,0 0 0 15,-16-12 0-15,-6 12 0 16,-1-1 0-16,-7-1 0 16,-2-2 0-16,-3-1 0 15,2-2 0-15,-5 4 0 16,1-4 0-16,2 3 0 15,-1 1 0-15,6 1 0 0,1 2 0 16,1 2 0 0,2 1 0-16,4 1 0 15,-3 3 0-15,10-4 0 16,-4 2 0-16,3-1 0 0,16-4 0 16,-21 5 0-16,21-5 0 15,0 0-5-15,0 0 1 16,23-7 1-16,3-5 0 15,10-2 1-15,6-3 1 16,13-2 0-16,10-5 4 16,1-1-5-16,1-1 2 15,4 2-2-15,-3 3 0 16,-9 4-3-16,-14 5 6 16,-7 2 1-16,-11 6 1 15,-27 4 1-15,17 9 0 16,-17-9 0-16,-11 31 3 15,-1-5-5-15,-2 7-2 0,-1 7 0 16,-3 5 0-16,3 7 0 16,-1 3 0-16,-1 4 0 15,1 0 0-15,4-6 0 16,-2-4 0-16,7-6-69 16,2-15-66-16,5-28-33 15,0 0-2-15,31-12-4 16,6-25-1-16</inkml:trace>
  <inkml:trace contextRef="#ctx0" brushRef="#br1" timeOffset="170964.31">35235 14315 145 0,'0'0'48'0,"0"0"-1"15,3-15-5 1,-3 15-9-16,0 0-9 15,0 0-4-15,0 0-3 16,0 0-5-16,0 0-3 0,0 0-2 16,0 0-2-16,0-16-1 15,0 16 0-15,0 0-1 16,0 0 3-16,0 0 3 16,0 0 2-16,0 0-1 15,0 0 1-15,0 0-2 16,0 0-1-16,0 0-4 15,0 0-5-15,0 0-9 16,0 0-6-16,0 0-2 16,0 0-3-16,0 0 1 15,0 0 3-15,0 0 3 16,0 0 3-16,0 0 7 16,-7 16 2-16,7-16 0 0,0 0 4 15,0 0-2-15,0 0-1 16,4 17 2-16,-4-17 0 15,7 16 1-15,-7-16 4 16,8 24 1-16,-4-9 3 16,3 6 1-16,-2 3 1 15,2 2-2-15,3 5-1 16,-1 2 4-16,-2 2 10 16,0-2 17-16,5 5 9 15,-5-5 22-15,4 3 1 16,-6-6 1-16,2 4-2 15,-4-6-3-15,4 5-16 0,-3-4-14 16,1 2-14-16,-5-1-22 16,0-4-3-16,0 1-2 15,0-1 1-15,0-1 0 16,-5-5 0-16,5-2 0 16,0-18 2-16,-4 26-1 15,4-26 3-15,0 0 1 16,-3 15-1-16,3-15 4 15,0 0-2-15,7-15-3 16,-7 15-1-16,8-28 0 16,-8 7 0-16,4-5 0 15,-8-7 0-15,4-5 0 16,-8-1 0-16,1-6 0 0,0-2 0 16,-5-3 0-16,1-2 0 15,-5 0 0-15,6 3 0 16,-2 1 0-16,1 1 0 15,-1 4 0-15,5 1 0 16,-3 6 0-16,1 5 0 16,6 6 0-16,-4 5 0 15,3 4 0-15,4 16 0 16,-7-15 0-16,7 15 0 16,0 0 0-16,0 0 0 15,0 0 0-15,-1 26 0 16,6-9 0-16,2 4 0 15,7 8 0-15,-2 4 0 0,7 7 0 16,0 6 0-16,4 3 0 16,-2 5-3-1,1-1 3-15,-3 4-4 0,0 1 3 16,-1-3 2-16,-3 0-1 16,-3-3 1-16,2-3-3 15,-2-4 5-15,-5-5-3 16,4-8 2-16,-6-6-3 15,-5-8-52-15,3-3-54 16,-3-15-26-16,0 0-21 16,0 0-16-16,-8-24-7 15,-3 2-5-15</inkml:trace>
  <inkml:trace contextRef="#ctx0" brushRef="#br1" timeOffset="171847.95">34820 14582 38 0,'0'0'34'16,"0"0"2"-16,0 0 0 15,0 0-1-15,0 0-3 0,0 0-3 16,-17-2-2 0,17 2-6-16,-19 0-4 15,19 0-6-15,-20 0-4 16,20 0-6-16,-22 5 0 15,22-5-1-15,-23 18-3 0,23-18 1 16,-19 32 0-16,9-7-3 16,3 2 0-16,3 5 4 15,4 0 6-15,0 1 4 16,7 2 11-16,4-4 2 16,1 0 3-16,2-3 6 15,1-6 1-15,1-3 2 16,1-3 0-16,-1-6 3 15,3-3-5-15,-2-5-2 16,3-5 0-16,2-3 21 16,-3-4 2-16,4 0 4 15,-8-9-2-15,6 3-6 0,-9-6-4 16,4 1-3-16,-9-7-19 16,3 0-23-16,-10-3 0 15,0 2 0-15,-7-4 0 16,0 2 0-16,-8 0 0 15,3 1 0-15,-6 2 0 16,-1 3 0-16,0 2 0 16,0 2 0-16,5 4 0 15,14 17 0-15,-26-26 0 16,26 26 0-16,-16-12 0 16,16 12 0-16,0 0 0 15,0 0 0-15,0 0 0 16,0 0-18-16,0 0 5 0,0 0-1 15,0 0 1-15,0 0-19 16,0 0-53-16,-10 15-47 16,10-15-34-16,0 0-1 15,0 0 0-15,0 0-4 16</inkml:trace>
  <inkml:trace contextRef="#ctx0" brushRef="#br1" timeOffset="178332.2">32423 13266 64 0,'0'0'34'0,"0"0"-4"0,0 0-4 16,0 0 1-16,0 0 0 15,0 0 7-15,0 0 3 16,0 0 6-16,0 0 1 16,0 0 2-16,0 0-1 15,0 0 1-15,0 0 1 16,0 0-2-16,0 0-3 16,0 0-3-16,0 0-4 15,0 0 1-15,0 0 5 16,0 0 8-16,0 0-7 15,0 0-8-15,14-3-13 16,-14 3-8-16,0 0-1 16,0 0-3-16,22-12-7 0,-3 0-11 15,18-4 1-15,4-3 0 16,12-2 7-16,4-3 1 16,12 0 3-16,6 1-2 15,3 1 0-15,-5 4-1 16,-7 1 0-16,-5 7 0 15,-13 1 1-15,-8 4 2 16,-9 0 1-16,-8 3 0 0,-23 2-1 16,17 2 0-1,-17-2 1-15,0 0-2 16,0 0 3-16,0 0-2 16,0 0-2-16,-19 13-1 0,19-13 0 15,0 0 2-15,0 0 0 16,0 0-3-16,0 0-25 15,-17 11-54-15,17-11-54 16,0 0-20-16,0 0-20 16,33-4-13-16,-23-13-4 15</inkml:trace>
  <inkml:trace contextRef="#ctx0" brushRef="#br1" timeOffset="179688.16">34764 15148 79 0,'0'0'34'0,"0"0"-6"15,0 0-5-15,0 0-7 16,0 0-2-16,0 0-1 16,0 0 1-16,0 0 5 15,0 0 4-15,0 0 5 16,0 0 8-16,0 0 3 15,0 0-1-15,0 0 0 0,0 0-3 16,0 0-1 0,0 0 9-16,0 0-9 15,0 0-17-15,0 0-11 16,16-9-2-16,-16 9-4 16,0 0 3-16,0 0-5 0,0 0-12 15,21 0 3-15,-21 0 10 16,22 2 9-16,-6-4 3 15,3 2-1-15,7-2-1 16,0 1 3-16,7-3 1 16,-2 1 2-16,6-2 6 15,1-1 11-15,-1 3 5 16,-3-6 1-16,6 6-1 16,-10-6-3-16,1 4-3 15,-5-4-2-15,3 4-8 16,-2-2-12-16,-5 2-8 15,1-2-1-15,-4 0-1 0,-2 2 2 16,-17 5-1-16,26-7-1 16,-26 7 0-16,0 0-1 15,16-5 0-15,-16 5-2 16,0 0 2-16,0 0-2 16,0 0-1-16,0 0 0 15,0 0 1-15,0 0 1 16,0 0 1-16,0 0 1 15,0 0 0-15,0 0 0 16,0 0 1-16,0 0 1 16,0 0-2-16,0 0 1 15,0 0 0-15,0 0-1 16,0 0 1-16,0 0-1 0,0 0 0 16,0 0 0-16,0 0 3 15,0 0-9-15,0 0-83 16,0 0-66-16,0 0-12 15,-11-38-17-15,3 3-5 16,-22-29 69-16</inkml:trace>
  <inkml:trace contextRef="#ctx0" brushRef="#br1" timeOffset="183852.73">32579 19029 119 0,'0'0'61'16,"0"0"15"-16,0 0 12 15,0 0 20-15,0 0 6 16,0 0-7-16,0 0-12 0,0 0-10 16,0 0-15-16,0 0-17 15,0 0-18-15,0 0-23 16,0 0-15-1,0 0-6-15,0 0-1 0,0 0 1 16,7 19 1-16,-7-19 0 16,7 20 1-16,-7-20 0 15,5 26 2-15,-5-26 6 16,7 25-2-16,-7-25 2 16,7 17 0-16,-7-17 0 15,0 0 1-15,0 0 1 16,0 0 1-16,0 0-1 15,0 0 0-15,0 0 0 0,16-7-1 16,-16 7-1 0,0 0-2-16,0 0-1 15,0 0 1-15,0 0-1 16,0 0 1-16,0 0-1 0,0 0 1 16,0 0 0-16,0 0 2 15,0 0 0-15,0 0-1 16,0 0 1-16,0 0-1 15,0 0 1-15,0 0-2 16,0 0-29-16,0 0-67 16,3-17-59-16,-13-1-13 15,-2 3-7-15,-15-8 0 16,-2 3 8-16</inkml:trace>
  <inkml:trace contextRef="#ctx0" brushRef="#br1" timeOffset="184832.43">30562 16692 15 0,'0'0'15'0,"0"0"3"16,0 0 7-16,0 0 6 16,0 0 6-16,0 0 3 15,0 0 3-15,0 0 3 16,0 0 0-16,0 0 9 16,0 0 6-16,0 0 3 15,0 0 0-15,0 0 13 16,0 0-6-16,0 0-6 0,0 0-8 15,17 0-12-15,-17 0-13 16,0 0-7-16,19-2-10 16,-19 2-14-1,0 0 0-15,16 0 1 0,-16 0-2 16,0 0 0-16,0 0 0 16,0 0-1-16,0 0 0 15,0 0 1-15,0 0-1 16,0 0 0-16,0 0-24 15,0 0-75-15,0 0-37 16,0 0-29-16,0 0-6 16,-7-19-2-16,5-3 2 15</inkml:trace>
  <inkml:trace contextRef="#ctx0" brushRef="#br1" timeOffset="186605.69">30038 15610 155 0,'15'-23'53'16,"-15"23"4"-16,23-27 0 15,-23 27-1-15,0 0-5 0,14-19-3 16,-14 19-4-1,0 0 0-15,0 0-5 16,0 0-7-16,0 0-3 16,0 0 15-16,0 0 1 0,0 0-3 15,0 0-3-15,0 0-1 16,0 0-2-16,-11 15-17 16,11-15-5-16,0 0-21 15,0 18-7-15,0-1 1 16,4 9 0-16,-1 15 1 15,1 13 2-15,1 15 15 16,9 14 1-16,-5 11-5 16,1 5 4-16,0-2 1 15,-1-4 1-15,-2-19 3 16,-3-8-2-16,-1-21 4 16,-3-12-4-16,3-16 2 15,-3-17-6-15,0 0-2 0,-6-31 0 16,-5-2-5-16,2-12 4 15,-1-13-5-15,-2-13 2 16,-9-13-1-16,5-7 3 16,-3 2 1-16,0 1-4 15,-2 5 4-15,2 9-3 16,0 10 3-16,5 10-1 16,-1 16 0-16,6 8 2 15,-1 13 0-15,10 17 1 16,-11-17 0-16,11 17 0 15,0 0-1-15,-5 15 2 16,10 8 0-16,-1 11-3 16,10 10 0-16,1 15 1 0,4 6-2 15,4 15 3-15,3 3-4 16,0-2 2-16,-4-4-3 16,1-8 4-16,-2-10-3 15,-6-9 2-15,-2-12-1 16,-3-9 2-16,-3-8-6 15,-7-21-47-15,12 19-29 16,-12-19-26-16,0 0-12 16,0 0-15-16,19-15-11 15,-12-3-11-15,0-13 2 16,9-2 120-16</inkml:trace>
  <inkml:trace contextRef="#ctx0" brushRef="#br1" timeOffset="186879.87">30479 15420 148 0,'3'22'82'0,"-3"8"3"15,5 15 8-15,2 8 9 16,0 16-5-16,5 16-10 15,-1 4-28-15,4 9-4 16,-1-4-22-16,2 1-2 0,0-9-23 16,-6-9-15-1,2-13-37-15,-1-18-36 16,-5-14-39-16,1-15-31 16,-7-17-6-16,-7-31-5 0,-6-21 1 15</inkml:trace>
  <inkml:trace contextRef="#ctx0" brushRef="#br1" timeOffset="187875.59">31716 13299 74 0,'14'-2'85'16,"2"2"-30"-16,-16 0-50 0,0 0-6 15,19 14 2-15,-19-14 3 16,0 0 1-16,7 16 17 15,-7-16 2-15,0 0-1 16,0 0 3-16,0 0 9 16,0 0 10-16,0 0 4 15,-16 7-2-15,16-7-18 16,0 0 0-16,0 0-3 16,0 0-1-16,0 0-11 15,0 0-9-15,0 0-6 16,0 0-1-16,0 0 1 15,0 0 0-15,0 0 1 16,0 0 1-16,0 0 2 0,0 0-1 16,0 0 1-16,0 0 1 15,0 0 0-15,0 0 1 16,0 0 0-16,0 0 0 16,0 0 5-16,0 0 28 15,0 0 0-15,0 0-1 16,0 0-1-16,0 0 0 15,0 0 0-15,0 0-1 16,0 0-4-16,0 0-28 16,0 0-1-16,0 0 1 15,0 0-1-15,0 0 0 16,0 0-1-16,0 0 1 16,0 0-1-16,0 0-1 0,0 0 1 15,0 0-1-15,0 0 0 16,0 0 0-16,0 0 0 15,0 0 0-15,0 0-1 16,0 0 0-16,0 0 1 16,0 0-1-16,0 0 1 15,0 0 0-15,0 0-1 16,0 0 1-16,0 0 0 16,0 0 0-16,0 0 0 15,0 0 0-15,0 0 0 16,0 0-1-16,0 0 1 15,0 0 0-15,0 0-1 0,0 0 1 16,0 0 0-16,0 0 1 16,0 0-25-1,0 0-84-15,0 0-56 0,0 0-4 16,-17-37-4 0,8 11-16-16,-12-25 50 0</inkml:trace>
  <inkml:trace contextRef="#ctx0" brushRef="#br1" timeOffset="195860.46">32187 13249 68 0,'0'0'30'16,"0"0"-2"-16,0 0-4 15,0 0 0-15,0 0 0 16,0 0 1-16,19 9 4 16,-19-9 8-16,26 0 12 0,-7-2 15 15,7-2 10-15,7 1 2 16,3-4-3-16,10 0-3 15,6-3-7-15,5 1-7 16,2-1-10-16,2 3-15 16,1-4-8-16,2 6-8 15,-5-2-4-15,2 2-2 16,-12 0-2-16,-4 1-2 16,-2 1-3-16,-5-1 0 15,-8 1-2-15,-7 1 0 16,-4 2 1-16,-19 0-2 15,19-1 0-15,-19 1 1 16,0 0-1-16,0 0-9 0,0 0-79 16,0 0-58-16,0 0-22 15,0 0-4 1,7-33-2-16,-4 10-4 16</inkml:trace>
  <inkml:trace contextRef="#ctx0" brushRef="#br1" timeOffset="197940.2">34862 15158 66 0,'0'0'31'0,"0"0"-6"15,0 0-8-15,0 0-4 16,0 0-3-16,0 0 7 16,15-2 10-16,-15 2 14 15,18-1 11-15,1-1 9 16,0 0 9-16,10 1 8 0,1-5 4 16,11 1-8-16,-2-2-13 15,8 2-16-15,-9-2-11 16,7 2-10-1,-9-2-9-15,-1 2-8 0,-5 1-5 16,-4 1-1-16,-4-1 4 16,-6 4 12-16,-16 0 0 15,17-3 1-15,-17 3 0 16,0 0 1-16,0 0-1 16,0 0-2-16,0 0-6 15,0 0-12-15,0 0-3 16,0 0-1-16,0 0 1 15,0 0-2-15,0 0 2 0,0 0 1 16,0 0 2-16,-7 16 1 16,7-16 3-1,0 0 1-15,0 0 1 16,0 0 2-16,0 0 2 0,0 0-1 16,0 0 1-16,0 0 0 15,0 0-1-15,0 0-1 16,0 0-2-16,0 0-1 15,0 0-1-15,0 0-1 16,0 0-1-16,0 0 0 16,0 0 0-16,0 0-1 15,0 0 1-15,0 0 0 16,0 0 0-16,0 0 0 0,0 0 1 16,0 0-2-1,0 0 1-15,0 0 1 16,0 0-1-16,0 0 0 15,0 0 0-15,0 0 0 0,0 0 0 16,0 0 0-16,0 0 0 16,0 0 0-16,0 0 0 15,0 0 0-15,0 0 0 16,0 0 0-16,0 0 0 16,0 0 0-16,0 0 0 15,0 0 0-15,0 0 0 16,0 0 0-16,0 0 0 15,0 0-1-15,0 0-3 0,0 0 0 16,0 0 0 0,0 0-1-16,0 0 2 15,0 0 0-15,0 0 0 16,0 0 1-16,0 0 1 0,0 0-1 16,0 0 0-16,0 0 2 15,0 0 0-15,0 0 2 16,0 0 1-16,0 0 1 15,0 0 0-15,0 0 1 16,0 0-1-16,0 0 1 16,0 0-1-16,0 0-1 15,0 0-3 1,0 0 0-16,0 0 0 16,0 0-1-16,0 0 1 0,0 0 0 15,0 0-1-15,0 0 2 16,0 0-1-16,0 0 0 15,0 0 0-15,0 0-3 0,0 0-2 16,0 0-1-16,0 0 0 16,0 0 0-16,0 0-1 15,0 0 0-15,0 0 1 16,0 0 2-16,0 0 2 16,0 0 0-16,0 0 0 15,0 0 2-15,0 0 0 16,0 0 1-16,0 0 1 15,0 0-2-15,0 0 1 16,0 0 1-16,0 0 1 16,0 0-2-16,0 0 0 15,0 0 0-15,0 0 1 16,0 0-1-16,0 0 1 0,0 0-2 16,0 0 2-16,0 0-1 15,0 0 2-15,0 0-1 16,0 0-1-16,0 0 1 15,0 0-1-15,0 0 0 16,0 0-1-16,0 0 0 16,0 0-3-16,0 0 2 15,0 0-1-15,0 0 0 16,0 0-1-16,0 0 1 16,0 0 0-16,0 0-1 15,0 0 3-15,0 0-2 16,0 0 1-16,0 0 1 0,0 0 0 15,0 0 1-15,0 0 0 16,0 0 2-16,0 0 1 16,0 0 0-1,0 0 0-15,0 0 1 16,0 0-1-16,0 0 0 0,0 0-1 16,0 0 0-16,0 0-2 15,0 0 2-15,0 0-1 16,0 0-5-16,0 0-142 15,4-19-25-15,-20-14-10 16,-5-9-18-16,-20-36-7 16</inkml:trace>
  <inkml:trace contextRef="#ctx0" brushRef="#br1" timeOffset="203912.06">31862 10474 391 0,'11'-43'179'0,"-5"1"-21"16,-6 4-55-16,-6 0-20 15,2 7-17-15,-6 0-41 0,-3 5-31 16,0 7-1 0,0 3 1-16,13 16 2 15,-26-22-2-15,26 22-7 16,-15-7 0-16,15 7 0 0,-18 34 0 15,6 5-1-15,-3 9 2 16,1 14-1-16,-5 9 1 16,0 5 14-16,1 6-4 15,6-6 6-15,9-10-4 16,3-9 5-16,3-10-4 16,9-16 10-16,9-12-2 15,2-12 1-15,11-11 1 16,3-11-1-16,1-10 5 15,7-7-8-15,0-10 5 16,-1-6-11-16,1-1 3 16,-7-1-6-16,-5 7 5 15,-7 5-10-15,-7 6-2 0,-5 12-3 16,-14 20-1-16,12-16 1 16,-12 16 0-16,0 28 0 15,-7-4 0-15,7 5 7 16,0 6 0-16,4-2 10 15,3 2-6-15,3-6 8 16,2-3-5-16,-1-10 9 16,8-3-6-16,0-13 4 15,3-3 4-15,1-13-9 16,3-6 5-16,-4-11-6 16,5-9 3-16,-1-11-8 15,-4-10 4-15,1-4-8 16,-9-6-1-16,-2 4 2 0,-9 1-5 15,-6 13 2-15,-4 7-2 16,-9 16 1-16,-10 17 1 16,-3 17-1-16,-6 17 2 15,-2 17 2-15,-1 9 4 16,2 10-2-16,1 8 3 16,6 1-2-16,6 0 4 15,13-4-1-15,10-9 5 16,10-8 1-16,9-7 0 15,11-12 4-15,8-10-1 16,7-14-2-16,10-7 1 16,8-13-1-16,5-8-3 0,-1-12-1 15,5-10 2-15,-5-7-4 16,-1-4 0-16,-5 1 4 16,-6 4-4-1,-13 6 1-15,-9 7 0 16,-7 10-6-16,-7 9-8 0,-19 24-1 15,14-13 0-15,-12 33-1 16,-4 5 1-16,2 14-1 16,-7 2 0-16,7 9 3 15,0 2 8-15,0 2 1 16,4-4 3-16,1-10-1 16,5-7 4-16,6-11 1 15,1-6 4-15,6-13 0 0,8-4-1 16,6-13 0-16,1-7-1 15,5-8 0-15,-1-10-3 16,3-2 1-16,-3-8-3 16,-2 3 0-16,-6 6-2 15,-4 4-2-15,-11 6-7 16,-2 15-2-16,-17 15 0 16,19 10-3-16,-15 12 0 15,-4 11 0-15,0 2 1 16,3 3 3-16,1 4 8 15,4-8 0-15,-1-3 4 16,9-10 2-16,1-7 2 16,2-12 2-16,7-11-1 15,6-8 5-15,1-13-2 16,-4-11-2-16,4-6 1 16,-2-7 0-16,-1 2-5 15,-4 7 1-15,-7 4-8 0,-5 10-10 16,-5 12 0-16,-9 19 3 15,0 0-4-15,10 40-3 16,-17-2 3-16,4 8-2 16,-6 5 8-16,5 4 5 15,-2 0 2-15,-5-4-2 16,6-10 3-16,-2-6-2 16,3-11 4-16,4-24 7 15,0 17 1-15,0-17 1 0,23-29 0 16,-4-8 1-1,7-8-1-15,0-10 2 16,7-4-4-16,4-1-6 16,-3 2-3-16,-1 10 2 0,-3 10-11 15,-2 15-1-15,-2 20-2 16,-4 17-1-16,-1 10 1 16,2 12-1-16,-4 8 0 15,3 4-1-15,1 1 9 16,-1-4 1-16,1-7 4 15,3-7 1-15,4-9 3 16,-4-11 2-16,7-13 1 16,1-12 0-16,6-14-1 15,-5-13 1-15,3-16-3 16,-1-16 0-16,-4-8-6 16,1-11 0-16,-8-8 0 15,-7-4 0-15,-1 0-2 0,-6 7 3 16,-5 9-3-16,-7 10 0 15,0 12 1-15,-4 14-2 16,-3 16-1-16,2 15 0 16,5 21 0-16,-21-4 0 15,9 25 1-15,-2 16 1 16,2 9 1-16,-3 20 0 16,-3 9 0-16,3 9 0 15,-5 6 0-15,10 4 1 16,1-2 0-16,2-6-1 15,7-4 0-15,7-12 1 16,-1-7 1-16,7-8 0 16,10-8 3-16,0-12-1 0,6-9 1 15,6-11 4-15,5-11-1 16,8-11 1-16,4-11-1 16,9-11 1-16,2-11-2 15,-3-7 0-15,3-5-3 16,-9 0-1-16,-2 4 0 15,-12 6-2-15,-12 10-6 16,-8 7 1-16,-20 25-2 16,0 0 1-16,0 0-1 15,-3 26 1-15,-14 5-1 16,-3 11 5-16,1 3 3 16,4 3-1-16,-3 3 1 0,10-6 0 15,4-7 1-15,8-9 0 16,4-6 2-16,6-11 0 15,9-9 2 1,-1-8 2-16,4-5 3 0,0-8 2 16,0-1-1-16,-3-3 0 15,0-2-4-15,-1-1 0 16,-3 5-3-16,-5 4-2 16,-14 16-5-16,23-17-7 15,-23 17 2-15,26 0 2 16,-7 7 2-16,-4 3-2 15,5 2 2-15,0 0 3 16,6 0 2-16,0-5 4 0,-1-2 5 16,-4-3-1-16,-2-5 1 15,0-6 1 1,0-3-2-16,-5-7-10 16,1-4-56-16,1-1-36 0,-6-3-33 15,-3-5-27-15,0 5-14 16,-14-6-2-16,0 7 0 15</inkml:trace>
  <inkml:trace contextRef="#ctx0" brushRef="#br1" timeOffset="204128.22">35000 9957 464 0,'11'-19'170'0,"15"-9"-32"16,19-8-61-16,23-4-21 0,24-9-41 16,10-3-38-16,16 4-52 15,-5-1-30-15,0 4-23 16,-9 9-23-16,-26-4-24 16,-14 16-4-16,-38-2 96 15</inkml:trace>
  <inkml:trace contextRef="#ctx0" brushRef="#br1" timeOffset="205413.13">28734 8513 167 0,'23'-5'55'0,"-1"-4"-1"16,4 4 0-16,4-2 2 16,15 0-3-16,10 2 4 15,10-2 18-15,16 7-7 16,6-2-5-16,14 6-2 15,6-1-12-15,10 8-10 0,2-1-10 16,12 11-3-16,4 5-27 16,-1 3 2-16,8 9-2 15,-3 5 2 1,-5 2-1-16,-3 7 2 0,-7 2-2 16,-3 0 3-16,-11 1-2 15,-6-1 2-15,-7-2-3 16,-10-2 1-16,-9-3-1 15,-10-6 1-15,-9-4-1 16,-14-5 1-16,-12-9-1 16,-11-4 1-16,-22-19 0 15,23 22 2-15,-23-22 1 16,0 0 0-16,-16 0-2 0,-1-10-3 16,-6-2-13-16,-6-11-25 15,-2-3-10 1,-9-12-10-16,1-3-1 15,-6-9-2-15,2 1 3 0,1-1 2 16,4 5 13-16,2 2 26 16,6 6 11-16,4 6 9 15,10 9 5-15,1 6 1 16,15 16 2-16,-11-19 3 16,11 19 1-16,0 0 0 15,19 5 2-15,-1 7-1 16,1 2 0-16,7 5 3 15,3 4 0-15,6 4 1 16,2-1 2-16,1 7 2 16,2-2 1-16,-2-1 1 15,-2 1 1-15,-1 0 2 16,-5-5-4-16,-1 2-2 0,-10-4-3 16,0 2-3-16,-12 0-2 15,-7 5-1-15,-14 0-4 16,-8 4-4-16,-13 5-2 15,-10 1 2-15,-14 3-2 16,-4-3 1-16,-1 1-3 16,-3-6 1-16,-1-1-3 15,9-6-2-15,7-1 2 16,10-7-2-16,9-2-7 16,7-9-65-16,7 2-38 15,19-12-25-15,-16 11-3 16,16-11-13-16,0 0-1 15,32-20 30-15</inkml:trace>
  <inkml:trace contextRef="#ctx0" brushRef="#br1" timeOffset="-202456.62">24023 5724 296 0,'0'0'139'0,"-10"19"-14"0,10-19-12 16,0 0-20-16,0 0-14 15,0 0-23-15,0 0-15 16,0 0-29-16,0 0-17 15,3-29 0-15,4-7-2 16,9-16-1-16,6-21-1 16,15-19 7-16,8-20 2 15,14-22-3-15,9-18 3 16,10-16 0-16,8-8-1 16,8 1 0-16,3 2 0 15,-1 10-2-15,-2 12-2 16,-8 16 7-16,-4 18-8 15,-11 27 5-15,-10 19-3 0,-12 15 6 16,-13 22 0-16,-13 11 8 16,-8 11 3-16,-15 12-5 15,0 0-2-15,0 0-2 16,0 0-1-16,0 0-3 16,0 0-18-16,0 0-70 15,0 0-56-15,0 0-27 16,18-28-7-16,-6-6 3 15,7-6 7-15</inkml:trace>
  <inkml:trace contextRef="#ctx0" brushRef="#br1" timeOffset="-202072.35">25709 1631 625 0,'0'-82'188'0,"0"82"2"16,0 0-170-16,0 0-20 15,0 0 0-15,0 0 0 16,0 0 0-16,0 0 0 15,0 0 0-15,-4 87 0 0,15 22 0 16,1 21 0-16,5 20-8 16,2 13-7-1,7 8-7-15,-3-6 1 0,-1-15 11 16,1-32-5-16,-4-24 13 16,-2-30-5-16,-5-21 4 15,-5-19-103-15,-7-24-45 16,0 0-22-16,0-50-2 15,-3 1 7-15,-13-22 22 16</inkml:trace>
  <inkml:trace contextRef="#ctx0" brushRef="#br1" timeOffset="-201681.07">25420 1663 487 0,'0'0'179'0,"-86"-64"-5"15,86 64-70-15,0 0-44 16,0 0-41-16,0 0-19 16,79-34 0-16,-79 34 0 15,108-4 0-15,-33 6 0 16,6 7 0-16,6 6 0 16,7 6 0-16,0 15 0 15,-6 16 0-15,-1 19 0 16,-12 18 0-16,-11 8 0 0,-12 13 0 15,-16 8 0-15,-17 14 0 16,-19-6 0 0,-19 0-1-16,-14-15-27 15,-15-7 23-15,-13-11-10 0,-8-6 9 16,-8-16-5-16,-1-12 8 16,0-14-5-16,3-7 9 15,8-14-1-15,4-8 3 16,6-16-62-16,17-2-69 15,10-8-39-15,18-15-11 16,16-8-5-16,15-12-3 16</inkml:trace>
  <inkml:trace contextRef="#ctx0" brushRef="#br1" timeOffset="-200668.35">26413 2541 276 0,'28'-7'176'0,"-5"2"-47"16,-1-9-33-16,11 7-4 15,-3-17-7-15,8-2-35 16,-2-7-29-16,3 2-4 16,0-12-10-16,-4-2 14 15,-2-7-14-15,-7-5 13 16,-26 57-7-16,35-120 0 15,-35 120-13-15,7-111 0 16,-7 111 0-16,-19-83 0 16,19 83 0-16,0 0 0 15,0 0 0-15,-97-40 0 0,67 58 0 16,1 16 0-16,-3 11 0 16,10 18 0-16,1 9 0 15,9 1 0-15,5 9 0 16,7-5 0-16,7-6-4 15,12-15-14-15,10-8 7 16,6-24 6-16,8-11-5 16,6-15-2-16,3-15 3 15,-3-16 2-15,8-7 8 16,-5-12 15-16,-3-19-10 16,-4-7 12-16,-5-12 4 15,-6 0-9-15,-4 3-13 16,-4 6 0-16,-3-2 0 0,-23 83 0 15,29-118 0-15,-29 118 0 16,0 0 0-16,26-78 0 16,-26 78 0-16,0 0 0 15,0 0 0-15,0 0 0 16,71 23 0-16,-71-23 0 16,0 0 0-16,108 85 0 15,-59-45 0-15,-4 8 0 16,0 0 0-16,-7-1 0 15,-5 3 0-15,-10-1 0 16,-17 5 0-16,-12 3 0 16,-14-2 0-16,-16-12-13 0,-9 6 6 15,-4-1-12-15,-8-6 13 16,1-8-9-16,8-11 16 16,8-11 6-16,12-3-9 15,7-8 0-15,21-1 0 16,11-27 15-16,18 4-12 15,13-10 15-15,6-17-19 16,8-12 11-16,5 0-2 16,-61 62 10-16,133-132-15 15,-133 132-1-15,117-135 0 16,-117 135 0-16,90-102 0 16,-90 102 0-16,0 0 0 15,75-99 0-15,-75 99 0 0,0 0 0 16,0 0 0-16,0 0 0 15,0 0 0-15,0 0 0 16,0 0 0-16,0 0 0 16,0 0 0-16,0 0 0 15,0 0 0-15,62 45 0 16,-39 0 0-16,3 0 0 16,3 2 0-16,6 0 0 15,1-8 0-15,6-7 0 16,3-13 0-16,0-7 0 15,7-23-4-15,-52 11-146 16,85-60-19-16,-85 60-20 16,68-118 17-16,-68 118-13 0</inkml:trace>
  <inkml:trace contextRef="#ctx0" brushRef="#br1" timeOffset="-200506.25">28134 1120 469 0,'0'0'193'0,"0"0"-52"16,0 0-143-16,0 0-93 15,0 0-56-15,0 0-39 16,0 0 9-16,0 0-2 16</inkml:trace>
  <inkml:trace contextRef="#ctx0" brushRef="#br1" timeOffset="-199495.52">28809 1428 536 0,'0'0'222'0,"57"-83"-44"16,-57 83-91-16,0 0-87 15,0 0 0-15,0 0 0 16,0 0 0-16,0 0 0 16,-94-43 0-16,94 43 0 15,0 0 0-15,-100 72 0 16,100-72 0-16,0 0 0 16,-80 85 0-16,80-85 0 15,0 0 0-15,0 0 0 0,0 0 0 16,0 0 0-16,0 0 0 15,0 0 0-15,97 47 0 16,-97-47 0-16,0 0 0 16,97-49 0-16,-97 49 0 15,0 0 0-15,87-58 0 16,-87 58 0-16,0 0 0 16,0 0 0-16,0 0 0 15,68-42 0-15,-68 42 0 16,0 0 0-16,0 0 0 15,0 0 0-15,78 99 0 16,-78-99 0-16,55 98 0 16,-22-34 0-16,2 20 0 0,2 6 0 15,-6 5 0-15,-5 2 0 16,-5-2 0-16,-9-7 0 16,-5 0 0-16,-11-10-16 15,-6-22 3-15,-6-13-8 16,-6-14 13-16,-4-18 13 15,0-16 3-15,0-16 19 16,-1-28-11-16,1-27-14 16,4-12-2-16,3-9 0 15,5-14 0-15,2-5 0 16,12-3 0-16,3 6 0 16,9 15 0-16,6 18 0 0,-18 80 0 15,60-128 0-15,-60 128 0 16,82-83 0-16,-82 83 0 15,87-43 0 1,-87 43 0-16,88-11 0 16,-88 11 0-16,79 18 0 0,-79-18 0 15,0 0 0-15,83 76 0 16,-83-76 0-16,0 0 0 16,45 95 0-16,-45-95 0 15,0 0 0-15,0 0 0 16,19 78 0-16,-19-78 0 15,0 0 0-15,0 0 0 16,0 0 0-16,0 0 0 0,52-75 0 16,-52 75 0-1,44-83-5-15,-44 83 7 16,60-98-3-16,-60 98 5 16,63-87-4-16,-63 87 0 0,0 0 0 15,90-78 0-15,-90 78 0 16,0 0 0-16,78 5 0 15,-78-5 0-15,0 0 0 16,64 82 0-16,-64-82 0 16,52 76 0-16,-52-76 0 15,53 92-13-15,-53-92-141 16,38 110-23-16,-38-110-14 16,36 132-12-16,-20-56 2 0</inkml:trace>
  <inkml:trace contextRef="#ctx0" brushRef="#br1" timeOffset="-198531.83">27042 6216 250 0,'-42'14'191'0,"13"1"-53"15,2-11-44-15,27-4-4 16,0 0-3-16,0 0-23 16,33-14-36-16,13-2-36 15,14-1-1-15,22-7-11 16,15 0 23-16,23-4-2 15,15-1 2-15,22-1 0 16,7 1 1-16,12 1-2 0,3 2 3 16,5 4 2-16,-6 1-3 15,1 5 1 1,-10 2-8-16,-13 2 7 0,-14 4-7 16,-7 1 7-16,-16 3-10 15,-21 1 6-15,-12 1-6 16,-19-2 5-16,-18 4 1 15,-13-1-15-15,-10 1-83 16,-26 0-57-16,0 0-29 16,19-14-7-16,-26-9 2 15,11 4 91-15</inkml:trace>
  <inkml:trace contextRef="#ctx0" brushRef="#br1" timeOffset="-197984.44">30439 5094 379 0,'26'14'192'0,"-23"17"-57"15,-6 11-76-15,6 20 3 16,-6 7 5-16,-1 13-34 15,-1 8-27-15,-5 0 1 0,3-9-1 16,-2-8 1-16,2-13 1 16,0-13 0-1,-2-14 6-15,6-14-10 16,3-19-10-16,0 0-3 0,-10-43-7 16,6 0 1-16,4-13-1 15,0-15-1-15,0-12-3 16,4-12 7-16,-1-6 14 15,7 5-4-15,-1 0 8 16,5 8-4-16,5 7-5 16,0 10 4-16,4 15-4 15,-1 15 5-15,4 11-5 16,-3 13 6-16,3 12-6 16,4 10 8-16,-4 11 7 15,0 13-6-15,3 11 5 16,1 12-4-16,-3 10 2 15,3 14-2-15,-1 6 2 0,-3 4-3 16,-3 1-3-16,0-2 3 16,-8-9-3-16,-1-7 3 15,-5-7-34-15,-6-17-70 16,-3-14-36-16,0-5-41 16,0-26-13-16,-19 6-4 15,-3-24 72-15</inkml:trace>
  <inkml:trace contextRef="#ctx0" brushRef="#br1" timeOffset="-197344.99">30138 5541 75 0,'-20'29'191'15,"-3"-6"-32"-15,23-23-62 16,10 27-12-16,16-25 0 15,16-4-4-15,7-13-8 16,13-4-14-16,6-7-64 16,10-9 3-16,2-6 1 15,1-4 1-15,-6 0 2 16,3 1 1-16,-10 5 0 16,-4 6 2-16,-8 7 3 15,-8 10 1-15,-8 11 2 16,-5 10 1-16,-9 9 0 0,0 15-1 15,-10 6-2-15,-2 10-1 16,-2 2-6-16,-9 3-1 16,1 0-5-16,-4-1 1 15,-4-6-2-15,-3-7 1 16,2-6 0-16,-2-8 5 16,0-6-1-16,7-16-7 15,0 0-3-15,0 0 1 16,0 0 0-16,17-28 0 15,-1-3 1-15,3-9-4 16,7-7 1-16,4-4 7 16,4-3 6-16,10-2-2 15,1 5 1-15,4 2-1 0,6 11 2 16,-1 9 2-16,-2 11 7 16,-3 11-1-16,-9 9 3 15,-2 17-1 1,-9 9 1-16,1 12-2 0,-11 5 0 15,-7 5-3-15,2 2-5 16,-2-4 1-16,2-1-6 16,-2-7-1-16,5-9-8 15,-1-10 1-15,3-6-20 16,0-15-47-16,14-8-38 16,-3-11-24-16,11-9-6 15,5-8 0-15,2-4 8 16,8-4 2-16</inkml:trace>
  <inkml:trace contextRef="#ctx0" brushRef="#br1" timeOffset="-196843.63">32546 5157 336 0,'26'-30'146'0,"-12"8"-11"16,-11-3-12-16,-3 10-18 16,-17-2-23-16,-6 11-37 15,-8 5-38-15,-9 9-3 16,-5 10-10-16,-3 6 2 15,-4 9 1-15,-4 5 3 16,7 7-1-16,4 3 3 16,7-3-1-16,12-5-1 15,7-4-4-15,12-6 0 16,16-8-3-16,8-8-1 16,6-5-1-16,6-11 0 15,2-1-3-15,6-6 5 16,1-5 2-16,-2-5 2 0,-3-5 5 15,2 0 1-15,-2-4 0 16,-3 2-1-16,-4 2 2 16,-4 1-1-16,-6 6 1 15,-16 17 3-15,19-23 0 16,-19 23 2-16,0 0 1 16,0 0-1-16,3 16 1 15,-6 1-1-15,3 2-3 16,3 2-5-16,4 3-4 15,5-1-4-15,2-1-3 16,2-8 0-16,7-3-3 16,-1-10 2-16,4-4 0 15,4-11 3-15,-1-5 2 0,1-10 1 16,1-3-31-16,-2-7-46 16,1 2-36-16,-4 3-19 15,-3-3-26-15,-4 13 3 16,-12 0-7-16</inkml:trace>
  <inkml:trace contextRef="#ctx0" brushRef="#br1" timeOffset="-193840.5">32721 4810 192 0,'4'-38'108'16,"-1"-7"12"-16,4 2 13 16,-7-7-11-16,9 8-10 15,-9-8-16-15,10 12-20 16,-6 3-15-16,3 11-58 15,-7 24-3-15,8-17-1 16,-1 32-16-16,0 17 1 0,5 20 0 16,-1 15 2-16,1 13 6 15,4 11 8-15,4 6 5 16,7 4-5 0,-1-10 1-16,1-9-5 0,10-16 2 15,-4-14-5-15,5-16 0 16,-5-15 0-16,5-14 1 15,-5-13 0-15,2-9 2 16,1-13 1-16,-10-7 3 16,4-8 1-16,-8-4 2 15,-3-3-1-15,1 2 4 16,-10 6 1-16,-5 4 6 16,-1 10 0-16,-4 6-2 0,0 22-3 15,0 0 0-15,0 0-2 16,-4 26-4-1,8-2-6-15,3 2-6 16,3 2-1-16,2 0-1 0,7-4 1 16,7-5 1-16,-3-7 0 15,6-5 3-15,-3-9 4 16,4-5 1-16,-4-7 0 16,0-5 4-16,-3-5 0 15,-8-5 1-15,4-4-1 16,-1-2-5-16,-3 1 4 15,-1 6-4-15,-5 2 6 16,-2 7-5-16,-7 19 8 16,15-5-1-16,-8 20 3 15,-3 15 5-15,-1 16-4 16,2 15 4-16,2 20-4 16,0 16 0-16,0 9-5 0,2 12-2 15,1 3-1-15,-3-2-1 16,2-3 1-16,1-7 0 15,-3-8 0-15,-5-15 4 16,-2-10-1-16,-5-13-2 16,-9-13 2-16,-5-14-1 15,-7-12 2-15,-4-15-1 16,-11-14-4-16,-4-16 0 16,-4-12 0-16,0-10-4 15,4-9-4-15,2-7-3 16,5-7-4-16,12-1-2 15,7-4 1-15,15-2 0 16,8-1 3-16,15-6 2 0,3-3 4 16,11-2 3-16,9-1 1 15,6 1 5-15,5-2-4 16,-5 6-2-16,4 3 6 16,-7 11-3-16,-3 4 4 15,-12 11-3-15,-4 11 10 16,-16 8 3-16,-1 12 4 15,-6 4-1-15,-3 17-1 16,0 0 0-16,-26-2-1 16,10 11-3-16,16-9-9 15,-26 31-5-15,19-12-6 16,4 7 3-16,3 0-4 0,10 2 3 16,6 1-5-16,14 4 7 15,-1 0-1-15,1-2 4 16,4 2 5-16,-8-4 5 15,0 2 4 1,-10-5-1-16,-6 2 1 0,-6-5-2 16,-11-3 0-16,-2-4-4 15,9-16-6-15,-24 22 0 16,24-22 0-16,-19 7-6 16,19-7-9-16,-4-24-2 15,8 2 0-15,10-4 1 16,5-9 0-16,10-3 1 15,1-5-4-15,5-1 15 0,6 3 2 16,-4 4-1-16,1 6 5 16,-5 7-3-16,-4 7 7 15,-10 6 1 1,4 10 1-16,-9 6-2 0,-14-5 0 16,26 29 3-16,-14-11-7 15,4 1 3-15,1-2-8 16,2-2-3-16,0-4 1 15,7-6 1-15,-3-5 1 16,-1-3 2-16,4-8 2 16,-3-4 1-16,3-4 0 15,0-6-5-15,4-4 5 16,-1-2-6-16,2 0 3 0,6-1-4 16,-2 5 5-16,4 4-4 15,0 6 5-15,-3 7 4 16,-1 8 1-16,-2 12 2 15,-4 6 6-15,-6 5 7 16,-4 6-6-16,-12 3 3 16,-4 4-5-16,-10 1-2 15,-8 1-11-15,-11-5 0 16,-4-3 0-16,-6-4-60 16,-13-15-68-16,-1-12-44 15,-6-13-7-15,-6-15-1 16,1-14 0-16,-1-12 57 15</inkml:trace>
  <inkml:trace contextRef="#ctx0" brushRef="#br1" timeOffset="-193694.4">34230 4336 204 0,'3'-22'140'0,"2"4"-18"16,-5 18-15-16,30-19-14 15,-13 16-87-15,2 6-80 16,-19-3-49-16,26 0-26 15,-26 0-27-15,-3 16 27 16</inkml:trace>
  <inkml:trace contextRef="#ctx0" brushRef="#br1" timeOffset="-193026.92">29698 6361 155 0,'0'0'202'0,"0"0"-36"16,0 0-45-16,12 16-9 15,10-21-7-15,20 3-20 16,7-7-34-16,16 1-34 16,19-4-17-16,16-6 1 15,24-2-1-15,9-5 1 16,17-6 3-16,21-2-1 16,10-5-3-16,17 0 0 15,10-2 0-15,16-1 0 16,12-1 0-16,7 2 0 0,11 2 0 15,1 0 0-15,5 2 0 16,-1 1 0-16,-2 4 0 16,-2 0 0-16,-12 3 0 15,-2 1 0-15,-12 1 0 16,-13 3 0-16,-13 4 0 16,-18 0 0-16,-20 5 0 15,-19 0 0-15,-19 6 0 16,-21-1 0-16,-25 4 0 15,-22 1 0-15,-20 6-19 16,-39-2-84-16,0 0-50 16,-20 10-29-16,-35-4-1 15,-23 6-16-15,-28-5 16 0</inkml:trace>
  <inkml:trace contextRef="#ctx0" brushRef="#br1" timeOffset="-192380.46">30472 6297 38 0,'0'0'146'15,"0"16"-1"-15,19-7-36 0,17-11-4 16,13 4 4-16,15-9-1 16,18 1-13-16,15-9-20 15,19 4-23-15,14-13-29 16,16 0-18-16,7 0-3 15,15-4-1-15,16-3-1 16,7 0 1-16,11 0-1 16,9-1-1-16,10 3 1 15,4 1-1-15,6 1 0 16,0 2 2-16,2 1-3 16,-9 3 2-16,0-1-4 15,-14 1 7-15,-12-1-6 16,-7 1 5-16,-16 4-4 0,-15 1 0 15,-15 2 0-15,-13 2 2 16,-17 2-1-16,-14 3-1 16,-18 1 1-16,-15 3-1 15,-16 1 0-15,-9 1 0 16,-15 1-5-16,-11 0-1 16,-17 0-3-16,16 0 0 15,-16 0 0-15,0 0-1 16,0 0 1-16,0 0 2 15,0 0 4-15,0 0 2 16,0 0 4-16,0 0 1 16,0 0-1-16,0 0-43 15,0 0-99-15,-16-7-33 0,-6-11-11 16,2 3-7-16,-19-22 19 16</inkml:trace>
  <inkml:trace contextRef="#ctx0" brushRef="#br1" timeOffset="-136372.54">24289 4054 81 0,'0'0'40'15,"0"0"-6"-15,15-12-13 16,6 3-11-16,5-1-4 15,9-2-2-15,1-7-5 16,9 1 1-16,4-2 0 16,7-3 0-16,-3-1-6 15,3 0 10-15,0-1-8 16,-1 1 7-16,-6 7-5 16,-1-2 6-16,-10 7-8 15,-5 1 8-15,-7 4-2 16,-10 2-3-16,-16 5 1 15,23 0-2-15,-23 0 2 16,0 0 0-16,19 9-1 0,-19-9 1 16,0 0 0-16,17 12 1 15,-17-12-1-15,0 0 2 16,0 0-1-16,16 10-1 16,-16-10 1-16,0 0 0 15,0 0 0-15,0 0 0 16,0 0-1-16,0 0-1 15,0 0 1-15,0 0-2 16,15 11 3-16,-15-11-3 16,0 0 3-16,11 19 1 15,-8-4 8-15,4 8-4 16,-2 3 7-16,-1 7-5 16,-1 5 7-16,1 7-7 0,-4 5 7 15,-4-2-10-15,4 6 1 16,-7-4-4-16,4-3 0 15,-2-2-1-15,1-9 0 16,1-4 0-16,-1-10 0 16,4-5 7-16,0-17 43 15,0 0 26-15,0 18 1 16,0-18 0-16,0 0-1 16,0 0 1-16,4-19-1 15,-8 1-8-15,4 18-42 16,7-34-27-16,-3 8-1 15,1-11 2-15,-2-2-2 16,8-6 1-16,-4-4-1 0,5-1 3 16,4-4-3-16,-3 1 1 15,3 2-4-15,1 5 4 16,-4 4-5 0,-3 7 5-16,2 8-3 0,-8 1 3 15,3 10 0-15,-7 16 4 16,-4-17-1-16,4 17 2 15,0 0 0-15,0 0-1 16,0 0 1-16,0 0-2 16,0 0 0-16,0 0-1 15,-14 0-1-15,14 0 0 16,-28 10-1-16,4-3-2 0,0 2 2 16,-9 3-1-16,-7 0-2 15,-2 5 3 1,-6-1 3-16,-4 5-3 15,-6 1 3-15,-1 4-2 0,-5-3 1 16,-2 1-2-16,-2-2 3 16,4 1-4-16,-2-1-1 15,5-6 1-15,2-4 1 16,11 0 0-16,-1 0 0 16,11-1 1-16,8-4-1 15,4-2 0-15,11 0 0 16,15-5-2-16,-18 5-3 15,18-5 0-15,0 0 1 16,18-8-1-16,1-1 0 16,10-3 1-16,13-4-1 15,10-4 3-15,9-8 2 16,14-3-2-16,10-4 0 0,5 0 1 16,4-3-2-16,3-1 3 15,-2 2-2-15,-1-1 2 16,-11 5-3-16,-5 7 5 15,-10 4-3-15,-16 4-2 16,-7 8-3-16,-12 5-1 16,-10 3-2-16,-4 9-1 15,-19-7 0-15,26 19-1 16,-26-19 2-16,14 26 1 16,-7-10 3-16,-2 1 1 15,-1 0 2-15,-1 1 0 16,-6 1 2-16,3 1 3 15,-7 3 6-15,1 5-6 0,-4 3 5 16,-2 3-4-16,-2 4 2 16,-5 4-3-16,0 3 3 15,1 3-7-15,3 3-1 16,-1-1 1-16,2-3 2 16,2 3-1-16,5-5 3 15,0-2-1-15,7-1 2 16,-3-8 0-16,6-1 1 15,1-10 1-15,-1-1 0 16,4-6-1-16,-7-16-1 16,9 26-2-16,-9-26-3 15,14 22-24-15,-7-6-107 16,-6 1-36-16,3 2-10 0,-20-22-9 16,-3-9-5-16</inkml:trace>
  <inkml:trace contextRef="#ctx0" brushRef="#br1" timeOffset="-135491.92">12214 19984 32 0,'0'0'93'0,"0"0"-27"16,-5 17-71-16,5-17-4 16,0 0 2-16,0 0 2 15,0 0 1-15,0 0 3 16,0 0 2-16,0 0 5 16,0 0 4-16,0 0 11 15,0 0 5-15,0 0 3 16,0 0 0-16,0 0 2 15,0 0-2-15,0 0-2 16,0 0 26-16,0 0 4 16,0 0 3-16,16-17 3 0,-3-9-2 15,15-15-6-15,16-35-125 16,27-20-62-16,3-49-34 16,29-7-15-16,-11-35 13 15</inkml:trace>
  <inkml:trace contextRef="#ctx0" brushRef="#br1" timeOffset="-110908.75">26014 3462 71 0,'52'-12'28'16,"5"-9"3"-16,18-1-2 15,3-6 1-15,12-3 0 16,11 0 6-16,7-6 6 15,8 3 3-15,7-8 1 16,7 7-2-16,6-6-3 16,10 8 0-16,0-9-3 15,6 4-7-15,4-3-7 0,6 1-5 16,1-7-3 0,-1 2 5-16,-1-3-12 15,2 1 6-15,-1-8-11 16,-3 3 10-16,-4 0-11 0,-9 2 11 15,-1-1-13-15,-4 5 9 16,-9-6-11-16,-5 10 12 16,-11-5-13-16,-5 13 14 15,-10-2-9-15,-11-3 10 16,-8 8-10-16,-11 5 1 16,-12 9 2-16,-14 3 5 15,-14 9 9-15,-5 1-5 16,-26 4 3-16,17 6 0 0,-17-6-2 15,-10 15 1 1,-9 1-4-16,-7-4-4 16,-11 4-10-16,-4-4 4 15,-15 5-5-15,-4 7-11 0,-19 4 14 16,-2-4-14-16,-9-1 13 16,-4 3-12-16,-10 3 13 15,-6 0-13-15,-8 1 13 16,-5-6 0-16,-4 9-3 15,-1-5 2-15,-9 1-3 16,-2 1-2-16,-3-1-1 16,-4-1-3-16,0 1-2 15,-3 1 1-15,-1-3-1 16,1 3 0-16,0 4 1 16,-4-6-8-16,0 8 11 15,6-1-8-15,-6 3 10 0,7-5-8 16,0 0 9-16,4-4-8 15,5 1 10-15,7-1 0 16,6-3 0-16,5 0 2 16,9-2-1-16,6 2-1 15,10 0 2-15,9-5 0 16,11 1-1-16,10-4 2 16,11-1 0-16,12-3-2 15,8-4-8-15,10-8-11 16,23-2-8-16,-19 9 0 15,19-9 2-15,0 0 0 16,31-4 0-16,-10-1 3 16,14 2 9-16,5-4 11 0,14 0 10 15,5-4-2-15,15-3 0 16,8 2 1-16,15-7 0 16,9-1 0-1,5-5 4-15,12 5-1 0,8-10 5 16,7 6-1-16,12-7 3 15,4 0-4-15,2-6 4 16,13 4-5-16,-6-3 0 16,11-2 14-16,1-2-14 15,0-1 10-15,-3-1-9 16,3 2 10-16,-3-5-13 16,0 4 11-16,0-8-10 15,-7 4-10-15,-6-2 2 16,-6 6 10-16,-3-4-13 0,-8 5 12 15,-7-1-16 1,-5 1 14-16,-6-4-16 16,-12 10 12-16,-4-4-12 0,-14-6-1 15,-4 10-1-15,-12 3-3 16,-10 0 4-16,-13 6-1 16,-9 11 2-16,-13 2-8 15,-7 2 0-15,-11 12 5 16,-15-2 1-16,0 0 0 15,0 0-2-15,-26 15-2 16,-5-4 5-16,-12 2 6 16,-10 10 5-16,-18-1-7 0,-9 11 0 15,-12 2 6 1,-10 5-3-16,-16 3-8 16,-5 6 8-16,-9-3-7 15,-10 8 6-15,-4-4-8 0,-11-1 13 16,5-3-15-16,-10 5 15 15,3-8 0-15,-3 2 7 16,2-5 1-16,-1 3 0 16,5-5-12-16,-2 0 8 15,5 0-9-15,0-1 9 16,4-1-10-16,3 0 2 16,4 1-10-16,8-6 10 15,-1 2 3-15,12-4-1 16,-1-1 0-16,8 1 1 15,5-5 1-15,5 1-1 16,9-5 1-16,8 3-2 16,6-4 1-16,12 2 0 0,8-9 2 15,8 2-1-15,10-4 2 16,10-3 1-16,5-4 2 16,11 3 4-16,19-6 1 15,-24 0-1-15,24 0-4 16,0 0 3-16,0 0-1 15,0 0 0-15,21 0-2 16,-2-2-3-16,7 2-1 16,7-2 2-16,9-1 2 15,6-4-1-15,17 0-1 16,6-5 0-16,10 0 0 16,10-6 0-16,9 1-1 0,8-7 2 15,12 3-4-15,6-8 1 16,10 3-1-16,10-9 1 15,10-3-2-15,0-2 1 16,9 0-1-16,7-5 2 16,0-1 10-16,3-5-10 15,5 3 10-15,-4-4-10 16,6 0 10-16,-1-7-10 16,-3 0 8-16,-6 6-11 15,-3 4 15-15,-13 4-19 16,-10 5 15-16,-11 7-12 15,-20 2 12-15,-13 7-14 16,-10 10 17-16,-21 0-19 0,-10 6-2 16,-18 3 5-16,-11 1-6 15,-6 2 0-15,-26 2-4 16,19 11 3-16,-19-11-1 16,0 0 2-16,0 0 2 15,0 0 2-15,0 0 0 16,0 0 2-16,0 0 4 15,0 0-9-15,0 0-74 16,0 0-70-16,0 0-33 16,7-38-6-16,0-6-3 15,-7 44 75-15</inkml:trace>
  <inkml:trace contextRef="#ctx0" brushRef="#br1" timeOffset="-95988.15">24823 3922 28 0,'-34'11'23'15,"-3"-1"2"-15,2-1-2 16,-1 5 1-16,-2-2-1 16,-6 3-1-16,10 1-5 15,-8 0-7-15,6 1-4 0,3 0 1 16,5 2 8-16,2-5 5 15,5-2 0-15,5-3 4 16,16-9 4-16,0 0 3 16,-12 17 7-16,12-17 8 15,28-2-2-15,1 1 5 16,1-10 6-16,15 1-2 16,4-11-1-16,10 2-5 15,1-9-6-15,12-3-10 16,-3-5-8-16,2 3-12 15,0-2-5-15,-3 6-4 16,0-2 2-16,-9 5-3 16,-4 3 2-16,-10 9-3 0,-6 4 5 15,-13 3-1-15,-7 2 0 16,-19 5 1 0,21-3-2-16,-21 3-1 15,0 0-1-15,-4 17 1 0,1 4-1 16,-4 10 3-16,0 14-2 15,-5 14 1-15,-2 8-2 16,-2 13 4-16,1 10-8 16,-5 0 5-16,3-5-20 15,-2-13-43-15,12-2-43 16,-2-22-17-16,6-8-6 16,6-19-13-16,-3-21-10 0,32-18-10 15</inkml:trace>
  <inkml:trace contextRef="#ctx0" brushRef="#br1" timeOffset="-92900.49">25865 3282 64 0,'81'-5'40'0,"18"1"-2"15,9-3-1-15,12-1 2 16,13-4 1-16,10-6 11 16,9 4 4-16,6-6 5 15,14 9-1-15,0-8-1 16,10 5 5-16,-3-5-1 15,12 7-6-15,0-7-14 16,7 5-5-16,-4-6-8 0,16-3-6 16,-5-10-5-16,9-5-12 15,-2-9-2-15,1-10 8 16,1-12-8-16,-6-11 6 16,-2-6-7-16,-8-18 23 15,-9-22-22-15,-5-1 15 16,-8-6-2-16,-11 7-7 15,-9-1-6-15,-10 6 6 16,-11 2-8-16,-15 16-6 16,-16 22 10-16,-15 5-22 15,-22 8 9-15,-67 68 6 16,94-124 8-16,-94 124-5 16,26-106 11-16,-26 106-21 0,-26-90 16 15,26 90 5-15,-78-72-5 16,78 72-8-16,-127-63 0 15,44 39 0 1,-11 0 0-16,-17-4 0 0,-12 7 0 16,-13-1 0-16,-6 1 0 15,-14 5 0-15,-9-1 0 16,-14 3 0-16,-7 7 0 16,-5 11-1-16,-6-1-34 15,-13 2-5-15,8 6-3 16,-8 3 0-16,5 0-7 15,0-1 2-15,6 1-7 16,-2-3 4-16,6 1 18 0,2 3 3 16,2 3 4-16,4-3 1 15,1 4-7-15,6 4-2 16,1 1 5-16,4 4 5 16,6 1 2-16,4 1-2 15,9-6 4-15,2 9-12 16,8 0 25-16,5 5 8 15,6-5-1-15,8 10 4 16,4-2-5-16,10 6 9 16,5 3-7-16,11-1 16 15,3-3-4-15,13 10-4 16,3-4 1-16,78-52-8 16,-127 114 9-16,73-53-9 0,6 10-2 15,4-7 6-15,6 19-18 16,2-12 13-1,8 10-10-15,2-10 15 16,5 12-17-16,5-14 5 0,6 8 7 16,1-8-9-16,6-2 12 15,3-3-11-15,0 6 11 16,3-8-18-16,4 0 18 16,5-3-8-16,-1-2 10 15,4 0-9-15,8-5 10 16,0-3-7-16,3-3 10 15,3-2 7-15,4-6 5 16,2-4 7-16,5-2 1 16,1-8 5-16,1-3 0 15,10-4 3-15,0-5-1 16,7-2-6-16,5-4-1 0,8-1-3 16,2-9-2-16,8 4-4 15,5-10-4-15,6 1 0 16,5-8-2-16,6 7-2 15,0-6-5-15,9 6-2 16,3-3-3-16,5 5 1 16,4 1-1-16,2 2-2 15,7 3 1-15,1-3 1 16,8-2 1-16,-3-2 1 16,9-5 5-16,1 1-3 15,1-8 2-15,5-2-2 16,-3-4 2-16,5 2-4 15,-6-2 0-15,5-6-1 0,-5 3-2 16,6-6-3-16,2-2 2 16,2-2 10-16,6-3-10 15,0-4 10-15,4-14-10 16,3-1 8-16,1-5-7 16,-8-1 22-16,0 1-21 15,-3-13 11-15,-8-8-11 16,-8-9 13-16,-3 7-1 15,-7 1-9-15,-9-2-6 16,-7 2 0-16,-7-2 0 16,-5 11 0-16,-6 2 0 15,-15 11 0-15,-7-1-2 16,-8 8-13-16,-75 60 22 0,107-127-9 16,-107 127 11-16,56-117-22 15,-56 117 15-15,9-110-21 16,-9 110 19-16,-42-96-6 15,42 96-3-15,-90-82-3 16,90 82 1-16,-130-60 13 16,48 35-9-16,-12 5-24 15,0-1-11-15,-13 4 17 16,1 1-11-16,-10 2 1 16,1 4-1-16,-12-4 2 15,-1 7-3-15,-13-5 39 16,-1 5-3-16,-11 3 1 15,-8 4 0-15,-4-1-1 0,-7-1 1 16,0 9-3-16,-3-5 3 16,3 8-4-16,-3-1 2 15,-1 5 1 1,1-2-5-16,0 3 1 0,6-3-2 16,-2 0 4-16,-5 4-2 15,-1 0-1-15,2-3 0 16,3 1-2-16,0-2-1 15,4 1-5-15,-1 6-4 16,6-6-1-16,-2 1-1 16,13 0 3-16,-1 2-1 15,7-2-8-15,0-1 1 16,4 1 0-16,0-2 9 0,4 2-1 16,6 2 3-16,2 3-21 15,-2-4 10-15,6 8 3 16,-1 1 11-1,7 4 2-15,4 1 1 0,1 4 5 16,6 2-4-16,8 3 25 16,4 2-15-16,5 3 14 15,9-2-8-15,8 6-3 16,4-2-6-16,71-45 2 16,-108 94-2-16,108-94 2 15,-78 100 4-15,78-100-5 16,-54 118-2-16,40-56 4 0,8 23-6 15,0-2 4-15,6 12-3 16,6-5-5-16,11 18-2 16,-1-10 1-1,10 11 1-15,7-10-7 16,1-4 19-16,11-7-18 0,2 1 17 16,11-6-7-16,4-2 6 15,9-13-7-15,4-1 8 16,8-6 1-16,9 1-2 15,2-10 1-15,10 2 1 16,9-9 2-16,7-7 3 16,10-4 5-16,5-11 2 15,11-4 2-15,10-14 1 0,9-3 1 16,4-13-3 0,9-4 1-16,5-6 0 15,1-7-8-15,7 1-2 16,3-6-3-16,7 0 1 0,-3-2-4 15,7-3 3-15,2 5-2 16,1-3 0-16,2 3 1 16,-2-3 3-16,-5 1 0 15,-1-3 3-15,2-4 2 16,-6-8-1-16,-3 2 9 16,-4-8-10-16,0-1 8 15,-6-10-12-15,3-8 9 16,-6-6-12-16,-5-7 19 15,-5-21-17-15,0-4 8 16,-9-13 4-16,-5 5-6 16,-5-11 7-16,-11 14-10 15,-5-6-2-15,-8 13-12 0,-8 12 10 16,-18 16-7-16,-11 5 11 16,-18 6 18-16,-74 72 4 15,106-127-10-15,-106 127 18 16,33-102-4-16,-33 102-3 15,-29-88-7-15,29 88-13 16,-82-75-14-16,82 75-7 16,-135-60 14-16,44 30-12 15,-13 6-4-15,-9 3 1 16,-13 4 6-16,-11 0 0 16,-9 6-3-16,-9 6-4 15,-11 3-2-15,-6 6 3 16,-9-1 1-16,-5 6-10 0,-8 1-6 15,0 4-13-15,-8 0-3 16,4-2-9-16,-5 4-2 16,2-2 0-16,-4 1 1 15,4-1 12-15,-2 2 4 16,5-1 11-16,-4 3 6 16,1 1 5-16,7-4 1 15,3 4-3-15,5 0 0 16,2 0-4-16,5 4 3 15,2-1 2-15,7 4-10 16,5 2 16-16,0 5 9 16,2 5-4-16,2 7 8 15,-1 5 3-15,3 9 2 0,1 3 2 16,1 16 12-16,8 9-8 16,3 10-7-1,11 13-6-15,13 1 4 0,13 9-10 16,12-11 6-16,15 5-13 15,11-22-1-15,15 6-3 16,11-21-16-16,7-12-22 16,12-13-25-16,4-5-2 15,11-4-14-15,-1-6 66 16</inkml:trace>
  <inkml:trace contextRef="#ctx0" brushRef="#br1" timeOffset="-91231.3">23848 6017 315 0,'14'-40'115'16,"5"-5"-1"-16,0-16-14 0,10-4-18 15,-3-17-16-15,13-2-19 16,-3-13-19-16,9-6-10 16,4-4-4-16,3-11-13 15,5-3-2-15,6-2 1 16,4-1-1-16,1-4 1 15,1 10-1-15,-1 5 2 16,0 13-2-16,-4 13 1 16,-5 13 3-16,-3 10-3 15,-8 10 2-15,-6 15-1 16,-4 4-1-16,-8 5 2 16,-8 10 0-16,-4 1-1 15,-18 19 1-15,15-28 0 0,-15 28-5 16,0-16-1-16,0 16-2 15,0 0-1 1,-26 0-3-16,10 7-1 16,-6 2-1-16,-8 8-2 0,-3 6 3 15,-5 6 1-15,-5 9 3 16,-11 11-3-16,-2 6 0 16,-6 4 2-16,-6 7-1 15,1-2 5-15,-5 2-1 16,1-6 2-16,4-6 0 15,4-9 5-15,8-11 2 16,9-6 2-16,8-12 5 16,12-2 3-16,7-11 1 0,19-3 0 15,-17-7-2-15,17 7-2 16,10-28-1 0,6 4-4-16,10-7-3 15,7-9-6-15,8-5 1 0,8-5 1 16,10-5 1-16,2 1-1 15,5-1 4-15,5 3-3 16,-3 5 3-16,-4 7-1 16,2 4 3-16,-5 8-3 15,-6 6 1-15,-3 6 0 16,-3 4-1-16,-8 7 1 16,-4 3-2-16,-6 2 1 0,-5 3-2 15,-3 3 1-15,-2 2 0 16,-2 4 0-1,0 0 1-15,0 4 0 16,-4 1 1-16,6 4-2 0,-5 3-2 16,0 6 0-16,-3 6-2 15,0 4 1-15,-6 8-3 16,-4 3 1-16,0 4-1 16,-3 4 4-16,-3 0-2 15,0-2 2-15,-4-2 1 16,1-8-2-16,-1-2 5 15,4-5-4-15,0-9 5 16,-1-5-6-16,4-5 7 0,0-6-6 16,0-15 2-1,-3 16-15-15,3-16-49 16,0 0-43-16,0 0-29 16,0 0-17-16,13-35-9 0,-4 11-5 15,-5-18 75-15</inkml:trace>
  <inkml:trace contextRef="#ctx0" brushRef="#br1" timeOffset="-72214.21">26705 3675 27 0,'9'22'29'0,"-9"-22"4"16,7 23-3-16,-7-23 2 15,12 31-8-15,-12-31 2 16,10 36-7-16,-3-17 3 16,2 4-19-16,-2 1 5 15,3 4-9-15,6 0 6 16,-2 1-4-16,1-1 5 15,4-4 3-15,4 0 41 16,-7-10 26-16,10 0-1 16,0-18 1-16,3-8 1 15,11-17 0-15,14-9-7 16,12-23-1-16,14-12-43 0,20-18-22 16,15-13-6-16,13-14 8 15,16-1-8-15,11-4 11 16,5 0 7-16,1 0-5 15,-1 11 9-15,-9 9-9 16,-5 15 7-16,-13 10-11 16,-22 18 10-16,-17 15-19 15,-23 8-22-15,-13 16-48 16,-26 11-8-16,-12 17-28 16,-20-7-14-16,-20 31-34 15,-14-1-15-15,-13-1-8 16,-17 11 110-16,-27-7 69 15</inkml:trace>
  <inkml:trace contextRef="#ctx0" brushRef="#br1" timeOffset="-71712.86">26561 3666 4 0,'14'31'27'0,"5"1"-1"16,0-5 7-16,4 1 24 15,-6-6 15-15,2-8 32 16,0 2 5-16,4-16-4 15,10-5 2-15,0-16-20 0,15-3-6 16,6-25-28 0,24-15-13-16,19-19-34 15,20-16-6-15,27-20 5 16,24-16 5-16,26-16-8 0,17-10 11 16,23-15-112-16,9-2-38 15,3-3-33-15,1 12-14 16,-27 8-7-16,-10 14 32 15</inkml:trace>
  <inkml:trace contextRef="#ctx0" brushRef="#br1" timeOffset="-45051.91">22759 8072 27 0,'0'0'16'0,"0"0"-4"15,0 0-2-15,0 0-2 16,0 0 0-16,0 0-3 16,0 0 0-16,0 0-2 15,0 0-2-15,16 10-1 16,-16-10 1-16,0 0 2 16,16 5-2-16,-16-5 2 15,0 0 0-15,0 0 1 16,0 0-1-16,0 0-6 0,0 0-13 15,0 0-12-15,0 0-6 16,0 0 3-16,-16 14 31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3:14:37.26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2851 833 117 0,'0'0'99'0,"0"0"34"16,0 0-9-16,0 0-10 15,0 0-14-15,0 0-10 16,0 0-9-16,0 0-15 0,-38 71-20 16,38-71-46-16,7 109-4 15,-5-25 7-15,1 15 1 16,-3 19 0-16,-3 13 4 16,3 13 1-16,-9 10-16 15,2-10 14-15,-5-2-8 16,-2-21-4-16,2-12-5 15,-2-31-25-15,10-26-106 16,-4-31-24-16,8-42-11 16,8-36 6-16,6-37-10 15</inkml:trace>
  <inkml:trace contextRef="#ctx0" brushRef="#br0" timeOffset="428.3">3240 720 194 0,'0'0'50'15,"0"0"6"-15,0 0 2 16,0 0-4-16,0 0 2 15,0 0 6-15,0 0-1 0,0 0-5 16,0 0 3-16,97 76-10 16,-97-76-16-16,104 80-4 15,-104-80-3-15,115 97-6 16,-115-97 0 0,97 114 10-16,-97-114-1 0,57 135-1 15,-46-59 10-15,-22 0-23 16,-8 7-15-16,-19 7 0 15,-11 16 0-15,-13 3 0 16,1-3 0-16,-5 3 0 16,6-19 0-16,4-9 0 15,7-12 0-15,16-11-116 16,7-45-25-16,26-13-23 0,4-46-11 16,-4 46-12-16,74-142-3 15</inkml:trace>
  <inkml:trace contextRef="#ctx0" brushRef="#br0" timeOffset="2096.49">4531 1032 172 0,'65'-76'140'0,"-65"76"-11"16,0 0-4-16,62-70-7 15,-62 70-6-15,0 0-8 16,0 0-17-16,0 0-51 0,0 0-36 16,-95 4 0-16,95-4 0 15,0 0 0-15,-98 72 0 16,98-72 0-16,-34 75 0 15,34-75 0-15,8 81 0 16,-8-81 0-16,52 73 0 16,-52-73 0-16,75 67 0 15,-75-67 0-15,82 59 0 16,-82-59 0-16,0 0 0 16,78 80 0-16,-78-80 0 15,0 0 0-15,0 0 0 16,-52 86 0-16,52-86 0 15,-78 26 0-15,78-26 0 0,-91-3 0 16,91 3 0-16,-78-10 0 16,78 10 0-16,0 0 0 15,-71-19 0-15,71 19 0 16,0 0-7-16,0 0-3 16,0 0-5-16,0 0 5 15,113-20 14-15,-113 20-2 16,127-25-5-16,-46 4 6 15,6-3 3-15,2-13-4 16,-3 1-5-16,-4-4 1 16,-11-2 1-16,-71 42-8 15,113-83 4-15,-113 83-4 16,62-83 8-16,-62 83 3 0,0 0 10 16,23-83-3-16,-23 83 5 15,0 0 3-15,0 0-13 16,0 0-4-16,0 0 0 15,-52 76 0-15,52-76 0 16,-4 161 0-16,8-31 0 16,3 31 0-16,2 26 0 15,1-2 0-15,2 2 0 16,-5-12 0-16,0-12 0 16,0-32 0-16,-5-32-21 15,-2-54 11-15,0-45-2 16,-13-38 0-16,3-43 5 15,-2-35 8-15,-2-35-1 0,2-19-2 16,1-18 12-16,3-1-5 16,8 11 4-16,8 24-9 15,13 22 6-15,7 32-6 16,2 29-1-16,-30 71-1 16,81-71 14-16,-81 71-5 15,83 5 8-15,-83-5-13 16,0 0-2-16,89 85 0 15,-89-85 0-15,12 81 0 16,-12-81 0-16,-26 82 0 16,26-82 0-16,-57 69 0 15,57-69 0-15,-68 50 0 0,68-50 0 16,0 0 0 0,-81 41 0-16,81-41 0 15,0 0 0-15,0 0 0 0,0 0-4 16,0 0-13-16,67-58-1 15,-67 58 9-15,113-56 10 16,-40 23 1-16,7 2-8 16,1 0-6-16,1 2 14 15,-2-4-6-15,-9 8 2 16,-71 25-14-16,115-34 18 16,-115 34 11-16,0 0 3 15,78-21 6-15,-78 21-9 16,0 0 1-16,0 0-11 0,0 0-3 15,0 0 0-15,-82 71 0 16,82-71 0 0,0 0 0-16,-48 71 0 15,48-71 0-15,0 0 0 0,0 0 0 16,0 0 0-16,90 50-3 16,-90-50-14-16,104-27 4 15,-104 27 6-15,113-49-6 16,-113 49 14-16,107-55-6 15,-107 55 7-15,87-63-5 16,-87 63 7-16,0 0-8 16,78-71 13-16,-78 71 0 15,0 0-2-15,0 0-5 16,0 0 6-16,0 0 0 16,0 0 1-16,0 0-3 15,0 0-6-15,-87 99 0 16,87-99 0-16,0 0 0 0,-36 100 0 15,36-100 0-15,0 0 0 16,40 70 0-16,-40-70 0 16,75 12-10-16,-75-12-3 15,93-14 3-15,-93 14-3 16,101-33 9-16,-101 33 5 16,87-45-1-16,-87 45 0 15,0 0-14-15,81-66 10 16,-81 66-3-16,0 0 16 15,0 0-6-15,0 0 14 16,0 0 0-16,0 0 0 16,0 0-6-16,0 0-11 15,0 0 0-15,0 0 0 0,0 0 0 16,79 61 0-16,-79-61 0 16,0 0 0-16,0 0 0 15,102 43-34-15,-102-43-133 16,0 0-27-16,108-43-8 15,-108 43-3-15,78-81 3 16</inkml:trace>
  <inkml:trace contextRef="#ctx0" brushRef="#br0" timeOffset="2944.09">7734 684 369 0,'0'0'224'15,"0"0"-46"-15,0 0-64 16,0 0-8-16,0 0-74 16,0 0-32-1,0 0 0-15,0 0 0 0,0 0 0 16,-9 79 0-16,9-79 0 15,35 111 0-15,-16-38 0 16,11 12 0-16,-1 10 0 16,4 4 0-16,2 4 0 15,-2-2 0-15,-2 13 0 16,-1 7 0-16,-13 4 0 16,-8-4 0-16,-13-7 0 15,-11 0-10-15,-15-20 1 0,-8-13 15 16,-4-34-24-16,-6-38 6 15,-5-53 11-15,5-25-8 16,5-24 11-16,11-32-8 16,10-13 4-16,22-6-7 15,8-1 7-15,22 6 6 16,12 27-6-16,17 11 5 16,5 18-10-16,7 21 8 15,4 10-5-15,6 14 1 16,1 14 10-16,-11 10 1 15,0 10-1-15,-71 4 9 16,123 23-3-16,-123-23 2 16,98 45-3-16,-98-45-12 0,0 0 0 15,64 102 0-15,-64-102 0 16,0 0 0 0,14 69-15-16,-14-69-83 15,0 0-17-15,0 0-5 0,0 0 2 16,0 0 8-16,-26-106 18 15,26 106 36-15,-4-107 95 16,4 107 52-16,-14-119 11 16,14 119 12-16,-19-104 2 15,19 104 1-15,-19-69-21 16,19 69-47-16,0 0-102 16,0 0-83-16,0 0-50 15,0 0-18-15,0 0-5 0,0 0-4 16</inkml:trace>
  <inkml:trace contextRef="#ctx0" brushRef="#br0" timeOffset="3875.75">9102 845 365 0,'0'0'203'16,"0"0"-17"-16,0 0-61 15,0 0-32-15,0 0-42 16,-12 72-51-16,12-72 0 16,0 0-10-16,-26 108 13 15,26-108 4-15,-11 93-7 16,11-93 0-16,7 80 0 16,-7-80 0-16,0 0-9 15,71 74 13-15,-71-74-20 0,94 9 4 16,-94-9-9-16,115-17 7 15,-115 17 9-15,123-47-3 16,-123 47 10-16,106-64-15 16,-106 64 17-16,71-54 3 15,-71 54 0-15,0 0-7 16,0 0 4-16,0 0 0 16,0 0 2-16,0 0 13 15,-94-3-12-15,94 3-4 16,-74 40 8-16,74-40 2 15,0 0-12-15,0 0 1 16,0 0-5-16,0 0-6 16,0 0 0-16,0 0 0 0,0 0-5 15,71 55 2-15,-71-55 11 16,0 0-2-16,97 3 0 16,-97-3 4-16,0 0-2 15,82 6-1-15,-82-6 2 16,0 0-16-16,85-28 9 15,-85 28-6-15,0 0 11 16,97-69-3-16,-97 69 6 16,68-85-6-16,-68 85 8 15,60-106 10-15,-60 106-5 16,44-133 8-16,-44 133-8 16,26-121 10-16,-26 121-5 0,5-80-1 15,-5 80 0-15,0 0-4 16,0 0-3-16,0 0-5 15,0 0 0 1,-45 107 0-16,45-107-3 16,-9 135-1-16,6-62 4 0,3 2 3 15,0-75-4-15,5 128 4 16,-5-128-2-16,10 95 0 16,-10-95-1-16,0 0 0 15,0 0-11-15,0 0-3 16,0 0 2-16,0 0-5 15,0 0 5-15,75-35-6 16,-75 35 8-16,0 0-6 0,64-90 19 16,-64 90-3-16,0 0 2 15,0 0 10-15,70-55 0 16,-70 55 0-16,0 0 0 16,0 0 13-16,45 73-16 15,-45-73 7-15,19 71-9 16,-19-71-7-16,19 74 0 15,-19-74-67-15,0 0-72 16,0 0-30-16,40 69-18 16,-40-69 2-16,0 0-7 15</inkml:trace>
  <inkml:trace contextRef="#ctx0" brushRef="#br0" timeOffset="4004.84">10591 743 18 0,'0'0'29'0,"9"-82"-21"16,-9 82-54-16,0 0 38 0,0 0 8 16,0 0 0-16,0 0 0 15</inkml:trace>
  <inkml:trace contextRef="#ctx0" brushRef="#br0" timeOffset="4636.29">10782 1049 144 0,'0'0'67'0,"-42"92"30"16,42-92 3-16,0 0 2 16,0 0-7-16,0 0-21 0,0 0-2 15,0 0-11-15,0 0 4 16,0 0-26-16,0 0-28 15,72-59-13-15,-72 59 4 16,0 0-5-16,12-76 20 16,-12 76-1-16,0 0-9 15,0 0-1-15,0 0-1 16,0 0-7-16,0 0 7 16,0 0-1-16,-78-25-14 15,78 25 4-15,0 0 12 16,0 0-13-16,0 0 1 15,0 0 7-15,0 0-10 16,0 0 3-16,0 0-3 0,0 0 0 16,97-29-3-16,-97 29 12 15,0 0 8-15,101-35 2 16,-101 35 9-16,0 0-4 16,81 7-3-16,-81-7 4 15,0 0-4-15,49 75 4 16,-49-75-16-16,0 0 0 15,19 85 0-15,-19-85 0 16,0 0 0-16,0 0-6 16,0 0-5-16,0 0-10 15,0 0 15-15,0 0 6 16,0 0 0-16,0 0-37 16,85 13 4-16,-85-13-9 0,0 0 17 15,75-36 6-15,-75 36-1 16,79-29-4-16,-79 29 5 15,141-31 10-15,-54 13-10 16,-2-6-76-16,16 5-40 16,-3-2-33-16,-9 0-17 15,-2 6 37-15</inkml:trace>
  <inkml:trace contextRef="#ctx0" brushRef="#br0" timeOffset="6298.46">2417 3602 137 0,'26'-2'138'16,"-10"-4"-73"-16,3 0-35 16,2 3 10-16,-6 3 6 15,1 9 19-15,-16-9-7 16,7 19 1-16,-7-19-9 0,-23 20-3 16,4-18-7-16,-3 5-7 15,-11-10-12-15,3-4-23 16,-5-7-3-16,-1-10-1 15,7-6 3-15,2-11 0 16,5-4 4-16,10-6-2 16,8-1 4-16,8 2-3 15,4 3 2-15,10 11-3 16,8 8 4-16,3 23 0 16,6 19 1-16,7 26 3 15,-9 22 0-15,0 20 5 16,-11 21-2-16,-13 17 5 0,-9 10-7 15,-12 1 3-15,-21-3-6 16,-5-8 3-16,-14-13-10 16,-11-12 2-16,-1-19-4 15,-4-15-2-15,6-21-3 16,-3-16 0-16,10-19 0 16,6-17 2-16,11-16 4 15,12-10 0-15,19-10-1 16,11-6 2-16,15 1 3 15,17 2-2-15,13 6 0 16,8 9-6-16,9 12 5 16,9 10-4-16,8 14 1 15,2 9 3-15,2 11 0 0,1 5 2 16,-1 4-3-16,2-3 5 16,-3 3-4-1,-7-4 4-15,-8-8-1 16,-7-10 2-16,-12-11-1 0,-3-8 1 15,-9-8-54-15,-14-15-31 16,-4-14-21-16,-6-16-8 16,-4-10-1-16,-9-15-8 15,-3-8 16-15,-8-20 5 16,-6-10 68-16,-5-5 36 16,-7-1 49-16,-7 6 31 15,-2 14 32-15,2 17 8 16,-2 12-20-16,9 33 0 0,0 11-17 15,12 25-4-15,14 16-31 16,-3 28-32 0,20 5-21-16,14 8-9 15,16 16 7-15,11 7-9 0,16 21 8 16,11 7-5-16,6 10 7 16,2-3 5-16,-8 10-3 15,-10 2 9-15,-18-2-4 16,-17 5 8-16,-28 0-8 15,-24 6 9-15,-36-4-7 16,-31 12 6-16,-37-5-4 16,-30 8-4-16,-29-1 1 15,-19-4-53-15,-15-3-71 16,-8-7-49-16,4-12-3 16,5-4-11-16,13-17-11 15</inkml:trace>
  <inkml:trace contextRef="#ctx0" brushRef="#br0" timeOffset="14145.13">5335 3206 185 0,'0'0'101'0,"-14"-18"1"0,14 18 6 16,0 0-6-16,-22-15-10 15,22 15-12-15,0 0-23 16,0 0-25-1,-16-9-9-15,16 9-4 0,0 0-17 16,0 0-3-16,0 0 0 16,0 0 0-16,0 0 0 15,0 0 0-15,0 0 1 16,0 0 0-16,0 0-1 16,0 0 1-16,0 0-1 15,0 0 0-15,0 0 0 16,0 0 0-16,0 0 0 15,0 0-1-15,0 0 0 0,3 16-13 16,10 17-63 0,-10 7-49-16,11 11-30 15,2 19-20-15,-6 2-8 16,9 15 37-16</inkml:trace>
  <inkml:trace contextRef="#ctx0" brushRef="#br0" timeOffset="15903.05">5689 3358 342 0,'-29'-31'132'16,"3"7"-7"-16,-14 1-19 15,2 16-24-15,-11 11-19 16,0 18-31-16,1 11-31 16,-4 12-8-16,3 12-1 15,7 9 5-15,6 3-2 16,10 1 9-16,17-5-8 0,13-2 6 16,18-10-4-16,16-8 4 15,15-10-3-15,7-4 4 16,11-7-3-16,4-3-2 15,-5-5 2-15,-3 1 1 16,-15 4 0-16,-10 5 1 16,-16 3 1-16,-19 4-1 15,-17 5-1-15,-13 4 5 16,-15-1-1-16,-9-1-1 16,-10-2-2-16,-6-2-2 15,-5-6 0-15,4-2 0 16,2-8-3-16,4-4-2 0,10-4-3 15,11-3 1-15,8-4 2 16,29-5 3-16,0 0 2 16,3-19 1-16,30-5 3 15,16-13-1-15,12-13 5 16,10-5-1-16,14-15 0 16,12-11-6-16,0-6 6 15,4-1-7-15,-7 0 6 16,-9 1-7-16,-5 3 5 15,-11-3-5-15,-17 7 0 16,-17 4-3-16,-9 9 1 16,-19 4-2-16,-7 15 3 15,-11 10-2-15,-8 19 3 0,-7 26-2 16,-3 20 3-16,-1 29 1 16,-1 15-2-1,5 22 8-15,9 13-11 16,-2 13 5-16,12 9-8 0,5-6 9 15,2-5-7-15,2-8 8 16,1-10-7-16,4-18 1 16,-4-15-1-16,1-16 3 15,-1-19 3-15,-3-15 1 16,0-16 1-16,6-28-1 16,-3-11 2-16,8-15-1 15,4-10 3-15,8-4-2 16,3-6-1-16,10-4-5 15,9 9 4-15,7 3-4 16,6 12 1-16,1 8-4 16,-4 11 2-16,1 7-3 15,-8 8 1-15,-6 7-3 0,-9 3 2 16,-10 8-3-16,-8 1 7 16,-15 1 1-16,0 0 3 15,7 20 1-15,-21-1-2 16,-5 9 3-16,0 1-2 15,-3 10 3-15,-5 2-8 16,5 2 1-16,3-3-6 16,1 0 2-16,10-9-2 15,1-8 2-15,7-23 1 16,0 0 1-16,22 5 2 16,-2-22-1-16,-1-8 4 15,3-6-1-15,4-5 4 16,0-6-4-16,0 6 0 0,-7 3-1 15,-1 11-1-15,-18 22 0 16,26-13 1-16,-26 13-1 16,15 38 0-16,-11-1 0 15,6 1-1-15,-1 3 2 16,5-6 0-16,1-4 3 16,8-12 0-16,3-10 2 15,4-16 1-15,4-10-1 16,-1-16 2-16,5-14 0 15,2-10 1-15,-1-12-6 16,-6-9 3-16,0-12-6 16,-6-7 6-16,-1-5-7 15,-3 1 7-15,-2 11-12 0,-9 11 5 16,-5 13-1-16,-4 14 2 16,-3 23-3-16,0 29 0 15,-17 20 0-15,1 36-2 16,-6 13 6-16,3 21-3 15,1 14 7-15,3 14-11 16,4-1 8-16,10-4-8 16,6-9 7-16,9-18-6 15,12-13 7-15,15-21-3 16,4-21 0-16,14-21 2 16,6-15 4-16,2-16 1 15,3-11 1-15,1-19 2 0,-3-6-5 16,-8-7 4-16,-4 5-7 15,-11 9 0-15,-12 7-2 16,-14 8 2-16,-8 14-3 16,-11 21 2-16,0 0 3 15,-30 39-4-15,8-5 3 16,-4 6-1-16,-1 5-1 16,8 5-2-16,6-1 0 15,7-6-2-15,12-3 0 16,7-11 1-16,13-6 2 15,6-8 2-15,8-10 1 16,5-10 1-16,3-10-53 16,8-4-56-16,-4-7-41 0,-7-19-22 15,0 1-3-15,-12-13 7 16,-5 7 110-16</inkml:trace>
  <inkml:trace contextRef="#ctx0" brushRef="#br0" timeOffset="16108.19">7446 3519 217 0,'-26'0'178'0,"26"0"-6"16,0 0-73-16,7-24-26 15,24 8 1-15,5-4-50 0,10-10-101 16,9 6-55-16,9 1-35 15,-1-3-12-15,8 18-14 16,-7-4 105 0</inkml:trace>
  <inkml:trace contextRef="#ctx0" brushRef="#br0" timeOffset="16934.78">9524 3651 393 0,'-4'-25'113'15,"1"5"-1"-15,-13-5-15 16,0 13-21-16,-10 2-19 16,0 10-36-16,-7 14-20 15,-8 8 3-15,-1 18-4 16,2 10-1-16,5 6-10 15,6-3 17-15,6-2-3 16,13-5 3-16,13-11-5 16,17-11 2-16,13-22-2 0,12-21 1 15,10-16 0-15,6-15-7 16,5-11 3-16,-2-13-4 16,-5-13 8-16,-5-10-7 15,-5-1 8-15,-16-1-7 16,-7 2 9-16,-16 4-7 15,-10 11 3-15,-7 17-3 16,-9 18 2-16,-10 21-2 16,-3 24-1-16,-8 26-2 15,-1 32-1-15,-2 18 5 16,9 16-1-16,2 11 4 16,9 2-4-16,10-2 5 15,14-8-2-15,11-15 5 0,11-17-1 16,11-16 0-16,8-21-2 15,3-12 1-15,4-15 0 16,1-11-2-16,-1-10-2 16,-7-6 0-16,-7-4 0 15,-5-3-1-15,-7 4 3 16,-10 4-5-16,-3 8-1 16,-7 0 0-16,-6 21 0 15,0 0-1-15,-6 18 0 16,3 6 1-16,0 5-2 15,3 4 5-15,0 9 2 16,6-1 7-16,3-1-3 0,8-10 6 16,3-6-4-16,6-10 3 15,-4-14-10-15,4-14-86 16,9-16-37-16,-2-11-18 16,3-13 7-1,-4-15-8-15,-3-5 15 0</inkml:trace>
  <inkml:trace contextRef="#ctx0" brushRef="#br0" timeOffset="17036.84">10274 3092 42 0,'-27'5'-7'0,"1"14"-25"16,4-2 30-16,8 14 2 16,2-7 0-16</inkml:trace>
  <inkml:trace contextRef="#ctx0" brushRef="#br0" timeOffset="17472.16">10996 3471 437 0,'-13'-21'145'16,"-4"4"-33"-16,-9-8-16 15,4 13-31-15,-10 4-36 16,-1 14-28-16,-5 12-1 0,-2 13-2 16,-1 9-2-16,4 8-1 15,2 2-2-15,2-1 10 16,11-8-5 0,6-8 1-16,13-12-2 0,3-21 1 15,15 14-2-15,4-21 1 16,11-7 0-16,3-7-2 15,2 1 3-15,1-1 2 16,-1 2 1-16,1 0 0 16,-3 5 2-16,-2 4-1 15,-4 6 0-15,-5 4 0 16,-1 2-1-16,1-2 2 16,-6 0-2-16,7 0-1 0,-4-2-1 15,-5-7-77 1,8 8-39-16,-6-5-28 15,3-2-16-15,2 8-15 16,-2-7 5-16</inkml:trace>
  <inkml:trace contextRef="#ctx0" brushRef="#br0" timeOffset="17779.38">11697 3526 119 0,'0'0'179'0,"0"0"-51"0,26 10-19 15,9-20-6-15,20 7-1 16,6-13-12-16,21 2-34 15,-1 0-46-15,6-3-11 16,-2 10-82-16,-17-2-47 16,-16 8-36-16,-21 15-15 15,-28 5-10-15,-18 22 48 16</inkml:trace>
  <inkml:trace contextRef="#ctx0" brushRef="#br0" timeOffset="29749.18">6052 4864 8 0,'75'-14'5'0,"8"-5"-1"15,14 5 1-15,4-1-2 16,19 3 0-16,6 1-1 15,11 1 0-15,9 3 4 16,9-2-5-16,1 4 3 16,9-2-5-16,7 2 5 15,3-4-4-15,7 2 4 16,9 2-4-16,7-5 0 16,9 1 0-16,4-3 2 15,6 2 1-15,7-2 1 0,4 1 2 16,-3-1 0-16,-1 3 15 15,0 1 2-15,-3 3 1 16,-4-1-1-16,-9 3 1 16,2-4-2-16,-5 0 4 15,-7-5 1-15,0 0-16 16,-11-2-1-16,-8-2 1 16,-4 1 1-16,-6-4 0 15,-11 3 1-15,-13-1 17 16,-8 5 3-16,-13-4 1 15,-4 2 2-15,-20 2-3 16,-6 0 0-16,-16 2-2 16,-10-1 0-16,-13 4-22 0,-6 0-2 15,-11 1-4-15,-8 2 1 16,-8 1 0-16,-3 1 1 16,-19 2 4-1,23 0 8-15,-23 0 7 0,0 0 1 16,0 0 4-16,0 0 1 15,0 0-1-15,0 0 0 16,0 0-3-16,0 0-11 16,0 0-6-16,0 0-2 15,0 0-4-15,0 0-1 16,0 0-1-16,0 0 0 16,0 0 0-16,0 0 0 15,0 0 1-15,0 0-2 0,0 0 1 16,0 0-1-16,0 0 0 15,0 0 1-15,0 0-1 16,0 0-1 0,0 0-1-16,0 0 2 0,0 0-1 15,0 0 1-15,0 0-1 16,0 0 0-16,0 0 1 16,0 0-1-16,0 0 1 15,0 0 0-15,0 0 0 16,0 0-1-16,0 0-14 15,0 0-72-15,7-16-67 16,-7 16-14-16,-11-15-6 16,11 15-6-16,-15-42 82 0</inkml:trace>
  <inkml:trace contextRef="#ctx0" brushRef="#br0" timeOffset="36449.94">15471 3102 233 0,'0'0'173'0,"-4"-21"-48"15,4 21-30-15,-19-10 2 16,19 10 0-16,-33 3-26 15,11 8-24-15,-8-1-24 16,0 7-19-16,-4 8-4 16,-3 6 0-16,3 5-2 15,1 4 1-15,3 5-1 16,8 2 1-16,6 3 0 16,12 0 0-16,8 0-1 15,12-3 2-15,13-2-2 16,9-4 3-16,11-2-2 15,10-5 2-15,-4-4-3 16,-1-3 3-16,-2 1-1 0,-8-5 1 16,-13 2-3-16,-14 3 2 15,-11-4-3-15,-19 1 5 16,-9-1-5-16,-15 2 4 16,-4-7-4-16,-11 7 4 15,-4-9-2-15,-5 0 1 16,6-1 0-16,10-2 2 15,8-5-4-15,6-3-2 16,14-2 1-16,17-4 0 16,0 0 0-16,48-28 1 15,1 6 0-15,10-16 1 16,15-4 1-16,8-10-2 16,8-3 3-16,4-8-5 0,0 1 5 15,-9-5-5-15,-4-1 3 16,-9 1-6-16,-12 1 7 15,-11 0 1-15,-9 0 3 16,-12 7 1-16,-11 2 4 16,-5 14-4-16,-8 5 0 15,-8 14-4-15,4 24-1 16,0 0 0-16,-19 22-3 16,12 22 0-16,-2 20-4 15,2 10 4-15,-3 16-1 16,-2 9 5-16,-2 6-4 15,-2-1 7-15,4-9-7 16,-5-8 5-16,1-16-4 0,2-12 5 16,-1-16 1-16,8-10-2 15,7-33-6-15,0 0 1 16,0 0-1 0,17-31 2-16,9-13-1 0,9-8-5 15,10-1 1-15,7-4 1 16,16 1 6-16,6 3-5 15,12 6 4-15,0 12-5 16,3 6 5-16,-8 6 0 16,-4 6 1-16,-11 0 0 15,-14 6 4-15,-14 6 0 16,-12 2-2-16,-26 3 1 16,10 17-3-16,-23 2 1 0,-10 7 0 15,-6 7 1 1,-1 7-3-16,-1-2 8 15,5 2-4-15,3-9 4 16,9 0-6-16,7-12 5 0,11-3-8 16,-4-16 6-16,29-2-7 15,-10-3-5-15,2-7 3 16,-2-1-3-16,0-6 7 16,1 6-4-16,-7-5 6 15,-13 18-2-15,16-19 5 16,-16 19 0-16,0 0 0 15,16 2 1-15,-16-2-4 0,22 17 1 16,-8-6-2 0,5-3-4-16,14 1-1 15,2-7-1-15,1-6 0 16,6-8 1-16,0-5 2 0,1-7-1 16,2-9 3-16,0-5-1 15,-8-7 3-15,-6-7-3 16,-5 1 4-16,-3 3-1 15,-4 5 5-15,-12 3 2 16,0 10-5-16,-7 6-1 16,0 24 1-16,0 0 4 15,0 0-2-15,0 16-1 16,3 8-4-16,4 5-1 16,5 6 2-16,0 5 3 15,9 1-3-15,-2 6-2 16,4-2-1-16,-1-3 2 15,1 3-3-15,0-5 3 0,6-4-4 16,-3-8 3-16,7-2-5 16,5-14 5-16,0-7-4 15,9-12-1-15,11-12 1 16,1-11-2-16,1-9 4 16,3-12-2-16,1-14 7 15,-5-10-5-15,-7-13 6 16,-3-7-2-16,-11-2 4 15,-12 0 1-15,-7 2 2 16,-5 13 1-16,-14 11-7 16,-4 19 4-16,-2 16-8 15,-7 17 7-15,-4 22-7 16,-2 20-3-16,3 13-1 0,-1 15-2 16,1 16 6-16,4 14-3 15,2 13 4-15,3 5-4 16,3-4 2-16,4 0 7 15,7-2-3-15,7-11 6 16,5-10-6-16,7-13 5 16,6-14-6-16,11-12 4 15,9-14-4-15,2-15 2 16,8-16-5-16,-1-9-4 16,5-14 6-16,-2-15-5 15,4-5 6-15,-12-8-4 16,-1-1 6-16,-13 7-3 15,-6 5 4-15,-13 7-4 0,-8 12-1 16,-11 14 0-16,-4 19 1 16,-26 5 0-16,7 14-2 15,-4 7-1-15,6 6 2 16,1 4 5-16,2 0 0 16,9 6 3-16,9-6-4 15,4 1 2-15,11 4-1 16,7-5 3-16,0 6-6 15,4-2 2-15,-1-4-5 16,-3-3 1-16,0-4-3 16,-6-3 4-16,-13-10 0 15,-7-16-1-15,-7 17 0 16,-16-18 0-16,-7-5-60 0,-18-14-46 16,-8-5-20-16,-8-6-28 15,-11-10-2 1,-3 1-19-16,-5-15 88 15</inkml:trace>
  <inkml:trace contextRef="#ctx0" brushRef="#br0" timeOffset="36617.06">18265 3213 488 0,'78'-21'176'0,"13"-5"-40"16,2-9-84-16,12 8-76 0,-1-1-108 15,-7 9-36-15,-17-2-9 16,-6 12-3 0,-18-6 10-16</inkml:trace>
  <inkml:trace contextRef="#ctx0" brushRef="#br0" timeOffset="38244.21">20138 2979 251 0,'0'-19'153'16,"7"0"-40"-16,-7 19-9 15,23-26-5-15,-4 26-12 16,-19 0-32-16,22 21-47 16,-11 19-7-16,-4 24 1 15,-4 27-4-15,-3 22 3 16,-10 25-6-16,-6 16 6 15,-6 21-7-15,-4 5 11 16,3-8-9-16,1-22 9 16,4-22-5-16,9-17 7 15,9-30-8-15,13-22 1 0,9-29-1 16,8-23 0-16,11-21 2 16,4-16-3-16,2-16 0 15,-5-13-2-15,-4-14 4 16,-8-8-1-16,-11-4 6 15,-9-3-4-15,-13 6 1 16,-16 10-4-16,-7 9 2 16,-11 11-3-16,-4 11 5 15,2 10-5-15,3 8 1 16,3 9-4-16,10 4 3 16,8-4 0-16,11-2 2 15,11-4-2-15,12-6 1 16,14-7 2-16,9-4 0 0,7-2 2 15,10-3 2-15,5 4 1 16,3 12 1-16,1 16-4 16,-5 13 0-16,-8 16-1 15,-6 16-2-15,-11 15 1 16,-12 16-1-16,-10 6 4 16,-13-2-6-16,-6-6 8 15,-6-9-4-15,-1-10 4 16,-3-12-3-16,3-14 1 15,10-19-5-15,-10-19 1 16,13-12-2-16,7-12-5 16,6-13 4-16,3-10-1 15,14-3 2-15,7-5-3 0,5 5 5 16,4 5-5-16,12 10 7 16,-2 9 2-1,1 21 0-15,-4 13-5 16,-8 20 3-16,-8 17 0 0,-8 12-2 15,-6 12 1 1,-7 4-2 0,-9 5-1-16,2-6 1 0,-5-1 2 0,4-14 3 15,-3-8 0-15,6-9-1 16,2-11-1-16,6-8 1 16,4-9-1-16,4-12-1 15,0-9 0-15,4-8-3 16,-1-11 0-16,0-5 4 0,-7-3 1 15,-7 6 2-15,-12 1-2 16,-14 11 2-16,-12 10-1 16,-10 11 0-1,-13 14 0-15,-5 11-3 0,-1 10-3 16,-1 2 0-16,11 3 1 16,5-3-1-16,14 1-1 15,12-4 0-15,7-18 0 16,29 17 2-16,8-21 0 15,8-4 3-15,7-8-2 16,9 2-1-16,1-5 3 16,2 4 1-16,1 3-1 0,-6 8-1 15,-7 9 0-15,-7 9-2 16,-12 14 1 0,-7 6-3-16,-10 10 3 15,-10-1-2-15,-9 5 2 16,-4-1 1-16,-2-5 6 0,-5-6-4 15,4-10 4-15,1-5-1 16,9-21 1-16,0 0-7 16,0 0 0-16,13-16-1 15,0-10-5-15,10-12 6 16,0-5-6-16,10-6 3 16,1 3-2-16,6 4 9 15,5 2-1-15,4 11 1 16,-7 13 0-16,-1 16-1 15,-4 14-2-15,-4 10-1 16,-6 8 2-16,-6 4-3 16,-5 7 0-16,-4-5-3 0,-2-3 4 15,-3-6 0-15,-1-6 4 16,-3-8-2-16,-3-15-2 16,0 0 1-16,17 4 0 15,-17-4 0-15,20-29-1 16,-8 4-1-16,9-2-2 15,1-5 4-15,4-2 0 16,2 3 1-16,1 1 2 16,1 11 2-16,3 11 0 15,2 11-1-15,-2 13-1 16,0 8-2-16,-2 12 0 16,2 6 0-16,0 1 5 15,-2 5-8-15,2 3 5 0,-3-12-4 16,-4-4-22-16,3-6-78 15,-6-9-22-15,8-17-36 16,2-8-12-16,-4-25 5 16,6-4 53-16</inkml:trace>
  <inkml:trace contextRef="#ctx0" brushRef="#br0" timeOffset="39996.46">24158 3986 310 0,'-8'-22'186'0,"11"-16"-41"0,16-19-47 16,16-9-15-16,12-19-29 15,7-12-60 1,1 0 7-16,4 7-6 16,-10 11 9-16,-7 9-3 0,-13 13 5 15,-17 17-3-15,-20 23 1 16,-18 22-2-16,-14 14-1 16,-6 6-4-16,1 4-5 15,4-1-1-15,4 6-1 16,8-1 2-16,17-2 2 15,8-1 2-15,20-6-1 16,6 0 5-16,8-1 3 16,3-1-1-16,0 3-1 0,5-3 0 15,-5 1-4-15,-2-4-1 16,-5 1-1-16,-8-1-1 16,-3 2 0-1,-4 0 3-15,-6-4-1 0,2 1 1 16,-4-3 1-16,1 1 1 15,-4-16 3-15,12 26 2 16,-12-26 2-16,22 17 2 16,-8-14-1-16,9-4 2 15,6-4-1-15,10-4 0 16,6-8-2-16,3-6-3 16,4-8-1-16,4-7-2 15,5-5 0-15,-2-2-2 16,-7 1 2-16,-7 4 1 15,-9 9-3-15,-8 5-3 16,-11 7 7-16,-17 19-2 0,0 0 0 16,0 0-1-16,-32 33-2 15,9-7-2-15,-3 5 3 16,3 6 0-16,1 6-6 16,3 0 3-16,8-1-1 15,8-2 5-15,6-4 4 16,11-5 0-16,9-8 4 15,4-6 1-15,13-10-1 16,6-7 0-16,6-9 0 0,3-5-2 16,-1-8-3-1,5-8-1-15,0-6-2 16,-2-6 0-16,2-3-1 16,-7 0 2-16,0 4 2 0,2 5-1 15,-7 4 0-15,2 8-4 16,-8 16-2-16,1 13 2 15,-5 12-1-15,-8 4-3 16,-1 7-1-16,-6 4 2 16,-4 5 1-16,-10-1 8 15,-4 0 1-15,-11-3 1 16,-5-5 1-16,-4 3 3 16,-6-7 1-16,-4-3-2 15,-4-5-2-15,1-1-2 16,-1-8-1-16,7-2-2 15,1-3-1-15,-1 0-1 16,8-2-5-16,15 0-2 0,-18 0 1 16,18 0-2-16,0 0 2 15,0 0 5-15,0 0 0 16,18-5 2-16,-18 5 1 16,34-5 3-16,-8-1-1 15,7-2 1-15,9-3-3 16,10-6-1-16,7-2 1 15,9-4-2-15,7-4 0 16,3-4 1-16,-4-2 3 16,-3-2-3-16,-10 4 3 15,-5 7-5-15,-15 1-2 16,-11 6 8-16,-30 17 0 16,10-17-1-16,-10 17-1 0,-36 17 0 15,6 2-4-15,-1 0 0 16,-2 7 1-16,0 2-8 15,7 3-2-15,4 0 3 16,9 0 1-16,10-1 6 16,15-4 4-16,11-4 1 15,10-6 2-15,15-8 1 16,8-6 2-16,11-5-2 16,5-11 1-16,2-5-7 15,-3-11-2-15,4-11-1 16,-4-10 3-16,-5-11 0 15,-5-14 2-15,-9-11-4 16,-7-6 3-16,-3-1-2 0,-13 3 0 16,-6 8 0-16,-13 6 3 15,-10 20 8 1,-10 12-11-16,-6 16 10 16,-3 15-13-16,0 12 1 0,-7 14 3 15,0 11-4-15,0 12-2 16,0 10-10-16,3 13 9 15,1 8-6-15,1 7 8 16,-2 1 4-16,4 6-4 16,7-7 3-16,9 1-3 15,3-12 3-15,8-4-2 16,13-7 2-16,7-9 1 0,8-11 0 16,13-7 0-16,3-5 1 15,4-10 3 1,-2-5-1-16,1-3-21 15,-10-11-86-15,-1-2-50 16,-6 0-16-16,-12-14 7 0,-7-2-6 16,-12-10 91-16</inkml:trace>
  <inkml:trace contextRef="#ctx0" brushRef="#br0" timeOffset="40212.61">27113 3175 522 0,'0'0'181'0,"26"15"-27"15,3-4-112 1,3-4-41-16,1-2-1 0,0 0-1 16,-4-7-36-16,2 6-84 15,-5-1-51-15,-8-3-14 16,1 4-5-16,-19-4 0 15</inkml:trace>
  <inkml:trace contextRef="#ctx0" brushRef="#br0" timeOffset="41947.85">28708 3339 272 0,'0'0'194'0,"4"-17"-7"16,-4-2-88-16,0 19-34 15,-7-23-5-15,7 23-33 16,-23-3-20-16,4 4-16 0,0 6-1 16,-7 6-6-16,3 7-3 15,2 3 12-15,-1 3 4 16,6 3 0-16,9 1 0 15,4-1 3-15,10 0-1 16,7 1 2-16,8-4 0 16,6 2 1-16,5-4-1 15,0 0 0-15,-4 0-3 16,-1 0 0-16,-10 1-3 16,-6-5 2-16,-16 1 0 15,-4-3 1-15,-10-1-2 16,-8-3 2-16,-2-6 4 15,-1-1-2-15,-4-3 2 0,0-4-2 16,5-2 0-16,2-1 0 16,7-1 2-16,2 1-4 15,17 3 3-15,-16-4 5 16,16 4 0-16,0 0 4 16,16 2-1-16,6 0-1 15,11-6 1-15,9 2 1 16,7-6-3-16,10-1-3 15,8-5-1-15,8-6-4 16,3-3 2-16,5-6-2 16,-5-8 1-16,1-9 1 15,-5-10 2-15,-3-4-2 16,-3-11 3-16,-9-11-4 0,-3-10 3 16,-8-3-7-16,-10 4 1 15,-15 7 8 1,-9 8-7-16,-9 12 9 15,-10 16-10-15,-13 15 11 0,-9 17-12 16,-13 25 16-16,-5 13-10 16,-4 13-15-16,-3 15 9 15,3 9-10-15,4 14 8 16,4 5-9-16,8 13 9 16,7-2-10-16,13-3 10 15,6-6 5-15,14-4-2 16,6-10 5-16,13-9 0 0,7-9 2 15,8-16-1-15,11-8 4 16,9-10-1 0,5-7 1-16,2-9-2 15,6-5-1-15,-2-12 0 16,-1-5-3-16,0-9 2 0,-9-4-3 16,-8 6-3-16,-10-2-3 15,-17 2 7-15,-6 2-2 16,-17 8 0-16,-4 21 0 15,-37-14 0-15,4 18-2 16,-5 4 5-16,2 4 0 16,-3 4-8-16,6 3 1 15,7 2-2-15,7-2 0 16,7 0 0-16,5 0 2 16,7-2 0-16,7-1 2 15,2 1 1-15,5-1 3 16,-2-1 1-16,3 1 0 0,3-4 0 15,-3 0 3-15,5-5-1 16,-3 2 1-16,5-6 0 16,4 1 0-16,4-4-1 15,5-2 1-15,1-2-1 16,6-3 0-16,3-5 0 16,4-5-1-16,-1-5 0 15,4-11-1-15,0-12 2 16,0-11-2-16,4-9 3 15,-6-12-5-15,2-7 2 16,0-6-2-16,1-4-1 16,-12 6 5-16,-4 10-8 15,-11 12 12-15,-7 11-8 0,-12 11 10 16,-7 15-12-16,0 29 10 16,-30 0-9-16,1 22-8 15,-4 15 8-15,-2 8-14 16,2 17 10-16,-5 7-12 15,5 11 9-15,7-2-9 16,7 7 9-16,8-9 3 16,11-3-1-16,4-11 4 15,15-3-3-15,10-11 6 16,4-8 1-16,9-11 3 16,3-15 1-16,7-5 1 15,0-12 1-15,4-6-2 16,-4-7 0-16,0-6-3 0,-7-4-1 15,-7 0-7-15,-8 7 4 16,-15 2 8-16,-4 1-1 16,-11 16-2-1,0 0-2-15,-26-10 0 0,0 22 0 16,0 3 3-16,-4 3-6 16,2 2-9-16,2 8-2 15,6 0 3-15,7-2 2 16,6 0-1-16,14-4 2 15,6 1 2-15,7-4 3 16,12-4 4-16,4-4 1 16,6-6 2-16,3-7-1 15,4-3 2-15,-1-7-1 0,4-6-2 16,-12-1-21-16,-5-8-71 16,-9 1-37-1,-12-4-30-15,-21-4-8 0,-12-1-7 16,-25-12 12-16</inkml:trace>
  <inkml:trace contextRef="#ctx0" brushRef="#br0" timeOffset="42119.97">29590 3150 91 0,'-30'6'121'0,"30"-6"-24"15,0 0-104-15,33 10-69 16,16-12-24-16,0-17-5 16,25 9 85-1</inkml:trace>
  <inkml:trace contextRef="#ctx0" brushRef="#br0" timeOffset="42376.15">30946 2995 372 0,'34'0'174'16,"-8"-6"-18"-16,4-1-59 0,8 9-41 15,5-2-56-15,10-3 0 16,7 1-1 0,11-1-1-16,14-4-1 15,6 1 1-15,6 0 1 0,4-3-2 16,-4 4-33-16,-7-6-34 15,2 10-34-15,-17 1-27 16,-14 0-28-16,-13 5-2 16,-22-5-6-16,-26 0 153 15</inkml:trace>
  <inkml:trace contextRef="#ctx0" brushRef="#br0" timeOffset="50640.03">12461 5432 153 0,'0'0'81'16,"0"0"27"-16,14-23-3 0,-14 23-7 16,3-17-11-16,-3 17-11 15,0-26-7-15,0 26-7 16,-10-36-15-16,1 15-34 15,-8-5-6-15,-3 0 0 16,-6 0 2-16,-7 7 5 16,-5 5 1-16,-3 11-4 15,-3 15 0-15,-1 19-1 0,-3 17-3 16,2 16 0-16,5 9-4 16,1 5-4-1,12 3-3-15,7-3 1 16,9-10-3-16,9-16-2 15,13-16 3-15,9-17-4 0,11-15-3 16,8-13 1-16,7-14 1 16,4-9 3-16,-1-10 1 15,1-5 4-15,-6-5-3 16,-5 0 5-16,-8 4 5 16,-8 6 0-16,-6 10 8 15,-6 6-5-15,-6 10 0 16,-4 16-1-16,-7 17 0 0,0 11 1 15,4 8-1 1,-1 6-2-16,4 3-11 0,7 0 3 16,3-4-3-1,9-8 0-15,4-12-2 0,10-11 1 16,2-10-4-16,1-10 2 16,13-14 5-16,-4-11 1 15,7-12 3-15,0-11 0 16,0-12 4-16,2-7-3 15,-5-7 5-15,-1 0-5 16,-11 4 4-16,-4 9-2 16,-11 10 10-16,-6 16-8 15,-9 14 3-15,-7 31-2 0,0 0 0 16,-4 21 0-16,-3 22-1 16,-1 14 1-1,-3 18-12-15,4 10 8 16,2 3-3-16,2 0 5 0,8-5-5 15,2-7 1-15,7-13-6 16,5-15 0-16,7-18-1 16,5-16-1-16,5-14-2 15,3-16 1-15,4-15 2 16,2-16 2-16,7-14 5 16,0-15 1-16,-3-7 4 15,-4-5-2-15,-3 0 3 16,-9 5-3-16,-11 10 10 15,-10 16-8-15,-8 13 3 16,-8 17-2-16,4 27 1 16,-26-2-1-16,7 28 0 15,-3 19 1-15,-1 14-11 0,8 15 8 16,1 9-5-16,7 11 4 16,10-1-4-16,8-1 3 15,4-4 0-15,8-8-3 16,3-14 0-16,7-13-7 15,5-11 2-15,-2-14-5 16,10-11-73-16,-8-19-65 16,9-19-31-16,6-10 0 15,0-14-4-15,9-5 4 16</inkml:trace>
  <inkml:trace contextRef="#ctx0" brushRef="#br0" timeOffset="52452">15333 5479 5 0,'33'-2'109'16,"-17"-22"-31"-16,7-9-11 15,3-11 27-15,0-14 10 16,0-3-3-16,0-8-4 16,3 6-17-16,-10 3-3 15,4 15-2-15,-13 3-24 0,-1 18-32 16,-9 24-9-16,0 0-1 16,-19 14-1-16,3 17 4 15,2 12-10 1,6 9-6-16,4 12-1 0,4 4 5 15,7 1-3-15,-2-3 3 16,9-4-2-16,-1-8 3 16,0-11-4-16,-4-10 3 15,-2-11-2-15,-7-22 1 16,0 18 2-16,0-18 0 16,-26-18 1-16,3 1 0 15,-6-7 0-15,-2 0 0 0,-6-2 2 16,4 2-1-16,-1 4-2 15,7 5-1 1,5 6 2-16,6 8-2 16,16 1-2-16,-3 17-1 15,3-17-2-15,38 26-1 0,-5-14 0 16,9-5 0-16,10-7-3 16,12-9 0-16,2-10 3 15,9-10 0-15,4-11 2 16,-4-9-1-16,0-8 3 15,-4-7-2-15,-9-3 0 16,-4-8-1-16,-12-1 1 16,-7 7 6-16,-13 7 0 0,-7 10 9 15,-9 8-6 1,-6 15 3-16,-4 29-1 16,0 0 3-16,0 26 0 15,-4 17-5-15,4 13 0 0,-3 8-9 16,6 12 4-16,-3 3-3 15,0 5 3-15,0-7-3 16,-3-6-2-16,-4-8 1 16,0-11 0-16,2-11 1 15,-6-11 7-15,4-15-7 16,7-15-2-16,0 0-1 16,-5-36 1-16,10 1-3 15,9-6 3-15,5-4-1 16,7 1-4-16,13 1 7 15,9 5 4-15,4 7 0 16,11 7 2-16,4 5 0 16,1 3-1-16,-9 6 0 0,-2-1-1 15,-13 6 3-15,-10 0 6 16,-7 3-6-16,-27 2-1 16,13 9 0-16,-13-9-1 15,-17 36 1-15,-6-6-1 16,-3 8-3-16,-5 3-6 15,5 4 8-15,-3 0 2 16,6-2 5-16,4-6-5 16,9-8-3-16,6-8-4 15,4-21 0-15,16 14-2 16,1-18 0-16,2-6-3 16,4-7-3-16,-1-2 3 15,1-4 4-15,-1 1 5 0,1 1 1 16,-9 4 3-16,-14 17 3 15,22-21 1-15,-22 21-1 16,0 0 0-16,20 5-2 16,-20-5-1-16,19 14-3 15,-19-14-4-15,29 9-4 16,-3-13 0-16,-3-6 0 16,3-8 0-16,7-9 0 15,5-10 3-15,2-8 0 16,5-10 2-16,0-11-3 15,0-8 1-15,0-8 4 16,-8-2 1-16,-6 6 10 16,-8 5-4-16,-9 12-2 0,-11 11-3 15,-10 19 7-15,7 31-4 16,-33-9-1-16,5 37-2 16,-1 15-6-1,-1 14 7-15,4 14 1 0,0 11 1 16,4 8-3-16,6 5 3 15,6-2-2-15,3-6 4 16,10-7-1-16,8-11-7 16,4-14 0-16,8-10-2 15,10-12 0-15,8-16-2 16,5-11-2-16,13-13-2 16,0-12-3-16,5-12 4 15,4-11 1-15,-3-6 4 0,-4-8-1 16,-5 4 6-16,-8 4 3 15,-13 8 6 1,-9 7-8-16,-12 12 2 16,-14 21-1-16,0 0-1 0,-10 16 0 15,-9 10-2-15,3 7-4 16,-1 6-3-16,4 3 9 16,6 1 1-16,4-1 3 15,10-4-1-15,5-7-3 16,9-5-1-16,7-7-3 15,5-9-2-15,5-8-4 16,5-9-3-16,2-8-1 0,4-8 2 16,-4-4 2-16,7-3 2 15,-3-3 4-15,-4 4 3 16,-3 3 3 0,-6 7 7-16,-3 8-2 0,-7 8-2 15,-3 6-2-15,-4 8-2 16,-4 8-1-16,-8 3-1 15,0 6-4-15,-7 7-5 16,-3-1 3-16,-8 6 1 16,-11 0 5-16,-13 3-2 15,-5-1 2-15,-12-4 0 16,-9-4 2-16,6-4-26 16,-6-16-64-16,9-6-31 0,9-15-22 15,11-17-14-15,15-9-14 16,8-20-4-1</inkml:trace>
  <inkml:trace contextRef="#ctx0" brushRef="#br0" timeOffset="52709.18">17318 4907 426 0,'0'0'186'16,"55"0"-27"-16,9-10-79 16,14-11-59-16,16 2 8 15,7-7-32-15,3-2 5 16,0-1-7-16,-7 0 3 16,-10 6-50-16,-12-3-31 0,-6 12-34 15,-15 6-26-15,-11 2-22 16,-8 13-8-16,-5-7 14 15</inkml:trace>
  <inkml:trace contextRef="#ctx0" brushRef="#br0" timeOffset="57080.28">20683 5162 381 0,'7'-23'129'15,"0"4"-7"-15,-7 0-12 16,0 19-21-16,-17-27-15 15,1 21-29-15,-13 6-38 16,-9 7-10-16,-6 12 0 16,-4 12 2-16,-10 11 0 15,-1 10-1-15,4 5-3 16,6 2 1-16,7-4-1 16,16-5 2-16,14-8 0 15,12-14 3-15,19-11 1 0,11-14 0 16,12-9 3-16,10-7 2 15,3-6 1-15,2-5 1 16,-1-5 1 0,-7 1-2-16,-4 4-1 0,-9 1-5 15,-10 8-5-15,-10 3-3 16,-16 12 0-16,15-2-3 16,-15 2-1-16,0 31 1 15,0-8 0-15,0 1 7 16,7 0 5-16,4-1 4 15,4-4 1-15,8-9 1 16,6-12 0-16,10-8-2 16,1-18 3-16,8-8-3 0,1-14 0 15,5-9-4 1,1-11-1-16,1-11-3 16,-8-5-2-16,-6-4 1 15,-6-2-4-15,-10 4 1 0,-6 10-6 16,-14 7 5-16,-2 17-3 15,-11 19 3-15,7 35 1 16,-36-5 0-16,10 42-1 16,-1 18 5-16,5 16 5 15,-1 12-3-15,8 9 1 16,4 1-1-16,11-3 2 16,11-7 0-16,8-17 5 15,14-12-1-15,5-18 1 16,7-13 3-16,4-20-1 15,3-8 1-15,-4-11 2 16,4-6-5-16,-6-8 0 16,-3 1-3-16,-8 5-7 0,-9 1-7 15,-11 11-2-15,-15 12 1 16,21 4-2-16,-21 11 2 16,4 9-1-16,-3 4 3 15,3 3 3-15,6 0 11 16,6-1 0-16,3-8 4 15,7-8 0-15,7-9 1 16,4-12 1-16,1-6-3 16,3-13 2-16,4-7-5 15,-8-7-1-15,-1-5-6 16,-11-5-2-16,-8-2-5 16,-8 7 2-16,-18 7-3 15,-10 8 1-15,-11 8 1 0,-13 13-1 16,-2 13 4-16,-4 9 2 15,1 10 2-15,3 6-3 16,6 1 3-16,13 1 0 16,9-2 1-16,12-3 3 15,10-5 2-15,-5-21 2 16,40 19 1-16,-5-24 1 16,8-5 0-16,6-8-1 15,4-4-4-15,6-4-1 16,4 0-6-16,-6 3-1 15,-1 8-5-15,-11 10 0 16,-9 6-1-16,-8 13 2 16,-7 9 0-16,-9 6 0 0,-5 4 2 15,-7 5 2-15,0-2 3 16,0-3 1-16,-3-3 0 16,3-6 0-1,0-7 4-15,0-17 5 0,3 18 3 16,-3-18-1-16,19-11 0 15,-3-6 0-15,10-6-1 16,3-6 0-16,8-1-3 16,1-1-7-16,4 2-5 15,1 8-2-15,-1 6-2 16,-4 15-1-16,-9 6 0 16,1 12 0-16,-11 4 2 0,4 3 1 15,-6 0 6-15,5-5 4 16,5-3 4-16,-1-10 2 15,5-9-2-15,5-10 2 16,6-9-1-16,3-7-1 16,7-10-3-16,-3-3 0 15,3-4-3-15,-7 3-4 16,-9 6-5-16,-6 5 3 16,-14 10-3-16,-16 21 1 15,0 0-1-15,-33 7 0 16,-2 17 0-16,2 6 2 15,-4-1 6-15,10 4-6 16,1-2 4-16,8-3 2 0,13-7 4 16,7-6 3-16,-2-15 1 15,29 9 1-15,-10-11 0 16,6-5 2 0,1-2-3-16,-2-3-3 0,2 2-7 15,-3 1-6-15,-3 8-2 16,-4 11 1-16,0 9 1 15,-2 17-3-15,-2 13 3 16,-2 20-1-16,-6 12 6 16,-1 27 3-16,2 9 2 15,-6 6-2-15,-6 4 1 16,-4-4 1-16,-8-9 2 16,-3-14 0-16,-8-11 1 0,-3-27-5 15,-5-24 4 1,1-26 6-16,3-19 0 15,-6-29 0-15,12-20-3 16,5-23 1-16,16-20-3 0,11-17 4 16,15-3-3-16,19-6-4 15,14 6-4-15,14 3 1 16,14 10 0-16,9 18-46 16,-3 8-65-16,8 20-43 15,-2 15-24-15,-5 5-3 16,-2 12 4-16,-9 4 60 15</inkml:trace>
  <inkml:trace contextRef="#ctx0" brushRef="#br0" timeOffset="57664.7">24528 4928 360 0,'18'28'141'0,"-3"12"-26"16,1 3-12-16,1 11-18 15,-5-1-20-15,7 3-30 16,-5-4-35-16,2-6 0 16,-6-9-1-16,2-11 4 15,-5-7 0-15,-7-19 0 16,0 0 0-16,20-2 1 16,-14-15-2-16,5-8-1 15,-2-4 0-15,1-2-3 16,6 1 0-16,-3 4 3 15,3 4 2-15,0 10-1 16,3 7 0-16,-2 10 1 0,-1 7-3 16,-1 5 1-16,-1 6-2 15,2-1-3-15,-6 2-3 16,-3-3 1-16,2-2 1 16,-9-19 4-16,7 23 3 15,-7-23 0-15,0 0 0 16,0 0 0-16,19-18 1 15,-9-2 0-15,6-6-1 16,0-7-5-16,1-4 0 16,6 1 1-16,3 0 1 15,-4 3 0-15,1 5 4 16,3 7 2 0,-4 9 2-16,1 11 0 0,-7 6-3 0,4 10-1 15,-7 10-3-15,-3 7 0 16,-1 7-3-16,-6 2-2 15,-3 4-4-15,-3-3 3 16,-1-3 3-16,-5-6 4 16,-1-5-39-16,-6-14-73 15,16-14-39-15,0 0-19 16,-19-28 0-16,25-1-7 16,-3-20 73-16</inkml:trace>
  <inkml:trace contextRef="#ctx0" brushRef="#br0" timeOffset="57809.81">25335 4504 332 0,'0'0'181'0,"-27"-10"-32"0,9 18-147 16,10 15-63-16,-6-8-57 16,10 8-61-16,4-6 1 15,11 4 51-15</inkml:trace>
  <inkml:trace contextRef="#ctx0" brushRef="#br0" timeOffset="58440.25">25742 4696 218 0,'3'61'175'0,"2"5"-31"16,-1 8-49-16,-10-7-6 15,3 6-8-15,-16-12-15 0,-2-4-26 16,-1-9-37-16,-5-8 1 16,1-7-5-16,4-12 3 15,22-21-2-15,-23 17 1 16,23-17 0-16,11-24 0 16,11 0 2-16,8-6-2 15,11-8 3-15,8-2-4 16,3-5 1-16,7-5-2 15,5-4-2-15,4-3 2 0,-5-3-3 16,-3-1 6 0,-11 8-8-16,-9 2 5 15,-12 10-1-15,-11 4 4 16,-12 15-1-16,-5 22 1 0,-35 7-4 16,6 21 2-16,-4 13 5 15,-2 11-5-15,-1 9 0 16,1 8-4-16,2 4 5 15,11-4-6-15,6-5 4 16,6-11-7-16,6-8 3 16,8-10 5-16,6-12-1 15,6-8 1-15,10-10 0 16,3-6 1-16,9-10 2 16,-1-3 0-16,4 1 0 15,1-3-4-15,-5 4-2 16,-3 3 0-16,-4 7 0 15,-8 9 1-15,-4 11 0 0,-3 6 0 16,-3 5 0-16,-1 4 1 16,1 2 0-16,5-2 1 15,-1-6 1-15,7-7 1 16,10-7-74-16,1-14-59 16,10-15-32-16,9-1-7 15,6-14-2-15,9-2-5 16</inkml:trace>
  <inkml:trace contextRef="#ctx0" brushRef="#br0" timeOffset="64471.54">27943 5202 31 0,'-26'5'81'0,"10"3"-7"15,16-8 13 1,-26 11 23-16,26-11-5 16,0 0-5-16,0 0-5 0,16 2-8 15,16-4-19-15,3-7-19 16,21 2-26-16,10-5-18 15,8 0-2-15,6-4 0 16,9 3 0-16,1-1-1 16,-3 2-1-16,-9 1 0 15,-10 1-1-15,-13 6-1 16,-10 1-1-16,-15 3-3 16,-8 0 0-16,-22 0 3 15,0 0 4-15,0 0-102 16,0 16-60-16,-19-18-15 15,0 5 2-15,-14-4-4 16,7 4 48-16</inkml:trace>
  <inkml:trace contextRef="#ctx0" brushRef="#br0" timeOffset="105284.76">2287 9069 67 0,'-16'-25'44'0,"6"6"5"16,-9-1 7-16,3 2 11 16,-10 6 24-16,0 0 4 15,-3 5-4-15,-6 0-6 16,2 7-7-16,0-3-11 16,3 4-10-16,-4-1-16 15,15 0-32-15,-2 0-8 16,21 0-1-16,-16 0 2 15,16 0 0-15,0 0 2 16,0 0 0-16,19-19-1 0,-1 14 0 16,9-2-1-16,-1 4-2 15,11 1-2-15,-4 6 0 16,2 6 0 0,1 6-1-16,-5 11 0 0,-5 4 3 15,-8 9-2-15,-6 7 3 16,-5 1-2-16,-4 3 2 15,-10 1-2-15,-3-1 2 16,-6-2-2-16,-6-2 1 16,-4-4-3-16,-4-5 2 15,-1-5 1-15,1-5-1 16,4-6-1-16,4-6-1 16,4-6 1-16,18-10 1 0,-19 7 3 15,19-7-1-15,0 0-1 16,23-19 1-16,-4 7 0 15,7 1 1-15,4-1 0 16,6 2-3-16,6 5-1 16,3 5 0-16,3 8 1 15,-2 6-2-15,-3 10 1 16,-1 6-2-16,-8 5 3 16,-4 4-3-16,-8 5 4 15,-15 1-3-15,-10 3 3 16,-9 1-2-16,-14-3 3 15,-11-1 0-15,-11 0-1 16,-13-3-1-16,2-8 1 0,-5-2-48 16,12-8-57-1,3-5-37-15,9-19-19 16,24-5-2-16,6-21-4 16,31-7 78-16</inkml:trace>
  <inkml:trace contextRef="#ctx0" brushRef="#br0" timeOffset="105828.15">2773 8700 231 0,'-28'-14'127'15,"2"4"-10"-15,4-1-13 16,4 6-12-16,18 5-8 15,-19-10-12-15,19 10-21 0,0 0-38 16,16 5-14-16,1 0 2 16,9 9-1-1,5 8 3-15,6 8-1 16,8 10 2-16,4 13-3 16,6 13 2-16,2 9-3 0,-1 11 2 15,-4 11-2-15,-3 9 2 16,-8 11-3-16,-15 11-1 15,-15 6 1-15,-22 6 3 16,-23-3-2-16,-18-2 0 16,-23-9 0-16,-15-8 1 15,-18-14 0-15,-12-13 2 16,-13-18-1-16,-10-18-8 16,4-13-93-16,2-7-52 15,-5-20-18-15,15-3-7 16,-1-24-7-16,24 0 55 15</inkml:trace>
  <inkml:trace contextRef="#ctx0" brushRef="#br0" timeOffset="108460.18">21751 627 132 0,'0'0'53'16,"0"0"7"-16,0 0 1 0,0 0-6 16,0 0 3-16,0 0-4 15,0 0-6-15,0 0 1 16,0 0 9-16,0 0 0 15,0 0-1-15,0 0-10 16,35-70-9-16,-35 70-8 16,0 0 2-16,0 0-15 15,0 0-16-15,0 0 4 16,0 0-1-16,0 0 3 16,7-78-5-16,-7 78 7 15,0 0-6-15,0 0 3 16,0 0 6-16,0 0-13 15,0 0 3-15,0 0 1 0,0 0 0 16,0 0-3-16,0 0 2 16,0 0 0-16,0 0-3 15,0 0 6-15,0 0-3 16,0 0-5-16,0 0-61 16,-49 85-35-16,49-85-22 15,0 106-5-15,0-106 0 16,7 105 0-16,-7-105 0 15,15 75 6-15</inkml:trace>
  <inkml:trace contextRef="#ctx0" brushRef="#br0" timeOffset="109809.14">21838 886 237 0,'0'0'106'0,"55"-79"12"0,-55 79-11 16,19-75-5-16,-19 75-13 15,11-78-15-15,-11 78-23 16,0-69-17-16,0 69-22 15,0 0-5-15,0 0-3 16,0 0 3-16,0 0 2 16,0 0-5-16,0 0 1 15,0 0 2-15,-21 114-3 16,21-114-6-16,-9 153 11 16,2-56-3-16,-3-6-9 15,5 6 8-15,-9-3-9 16,5-6 7-16,-1-12 4 15,-2-7 0-15,12-69-14 0,-14 103 8 16,14-103 5-16,0 0-10 16,0 0 6-16,0 0-26 15,0 0-40 1,-78-39-6-16,78 39-10 0,-32-129-18 16,22 52 8-16,-6-2 6 15,6 6 1-15,-6-1 20 16,16 74 37-16,-33-118 17 15,33 118 21-15,-48-99 23 16,48 99-2-16,-42-74 7 16,42 74 17-16,0 0 15 15,-33-78 5-15,33 78-9 16,0 0-13-16,78-42-6 0,-78 42-4 16,120-6-7-1,-46 12-17-15,12 8-16 16,4 12-3-16,4 7 3 15,-8 7 3-15,-1 7-4 0,-17 5 4 16,-68-52 7-16,97 117-5 16,-97-117 1-16,23 127 1 15,-23-127 1-15,-54 123-8 16,54-123 4-16,-137 110-7 16,47-63-2-16,-11-5 0 15,-3-9 0-15,-9-11-1 16,2-3 0-16,10-7-1 0,14-5-6 15,87-7-6-15,-123 0 0 16,123 0 2 0,0 0 0-16,0 0-8 15,0 0 5-15,113-90 9 16,-21 56 2-16,21-8 6 0,17 2-11 16,16-3 9-16,3 0-6 15,-3 1 7-15,-4 1-6 16,-10 1 2-16,-5-2-1 15,-13 6 3-15,-11-1 6 16,-18 3-5-16,-14 3 1 16,-71 31 2-16,104-47 3 15,-104 47 9-15,0 0-5 16,0 0 2-16,0 0-1 0,0 0 0 16,0 0 4-1,0 0-4-15,0 0-7 16,-85 76-8-16,85-76-9 0,-54 73 9 15,54-73 1-15,-26 78-7 16,26-78 4-16,0 0-6 16,23 81 10-16,-23-81-6 15,0 0 16-15,106 23-14 16,-106-23-5-16,101-25 7 16,-101 25-11-16,126-50 17 15,-55 19-9-15,7-2 7 16,4 0-13-16,8 2 18 15,8 0-6-15,2 8 10 16,1 4 5-16,0 11-11 16,-4 4-6-16,-7 9 7 15,-8 6 8-15,-11 6-8 0,-71-17 10 16,97 57-7-16,-97-57 7 16,26 75 2-16,-26-75 10 15,-52 79-17-15,52-79-4 16,-113 66-5-16,113-66 0 15,-137 43 0-15,137-43 0 16,-120 11 0-16,120-11-6 16,-74-19 1-16,74 19-25 15,0 0 14-15,0 0-2 16,45-96 0-16,-45 96 6 16,114-58 9-16,-39 26-4 15,5 7 4-15,8 4 15 16,-1 9-9-16,-2 5-11 0,-5 3 13 15,-11 11-10-15,-69-7 9 16,117 30 0-16,-117-30-1 16,78 41 2-16,-78-41 4 15,0 0-19-15,0 0-64 16,0 0-41-16,61 76-51 16,-61-76-14-16,0 0 7 15,0 0-12-15</inkml:trace>
  <inkml:trace contextRef="#ctx0" brushRef="#br0" timeOffset="109945.23">25158 751 83 0,'0'0'99'16,"0"0"-49"-16,0 0-66 16,0 0-32-16,0 0-24 15,0 0-21 1,0 0 91-16</inkml:trace>
  <inkml:trace contextRef="#ctx0" brushRef="#br0" timeOffset="110811.85">25533 957 401 0,'0'0'142'15,"0"0"-1"-15,0 0-26 16,0 0-18-16,70-57-23 0,-70 57-64 15,0 0-12-15,-82 0 0 16,82 0-6 0,-97 33-2-16,97-33 13 15,-111 48-2-15,111-48 3 0,-90 51 0 16,90-51-5-16,0 0-2 16,0 0-7-16,0 0 5 15,0 0 0-15,0 0 3 16,0 0-2-16,0 0-2 15,90 3 7-15,-90-3 5 16,97-40 7-16,-97 40-9 16,104-31-10-16,-104 31 12 0,97-17-1 15,-97 17 4 1,85 0-2-16,-85 0 2 16,0 0-1-16,91 81 0 15,-91-81 11-15,41 104-19 16,-41-104 0-16,21 139 0 0,-19-63 0 15,-7-2 0-15,-6-3 0 16,11-71 0-16,-38 125 0 16,38-125-5-16,-55 85 0 15,55-85 2-15,0 0 6 16,-101 15-6-16,101-15 2 16,-63-69-7-16,63 69 6 15,-38-125 2-15,31 49-9 16,11 0-1-16,13-2-4 15,14 7 9-15,-31 71 1 16,101-128 8-16,-101 128-11 16,134-93 15-16,-60 58-12 0,3 11 10 15,4 10-2-15,-6 16 1 16,-4 10-8-16,-71-12 8 16,127 48 1-16,-127-48-1 15,97 80 8-15,-97-80-6 16,59 83 2-16,-59-83-5 15,0 0 0-15,35 79-4 16,-35-79 0-16,0 0 0 16,0 0 0-16,0 0-4 15,0 0-17-15,0 0 15 16,71-84-5-16,-71 84 8 16,66-78-3-16,-66 78 9 15,87-80-8-15,-87 80 10 0,100-48 11 16,-100 48-10-16,111-7 1 15,-111 7-2-15,99 38 3 16,-99-38-2-16,92 79-6 16,-92-79 0-16,75 99 0 15,-75-99 0-15,52 116-16 16,-52-116-88-16,12 106-69 16,-12-106-2-16,-29 95-8 15,29-95 10-15,-80 73-5 16</inkml:trace>
  <inkml:trace contextRef="#ctx0" brushRef="#br0" timeOffset="111887.61">20817 1849 347 0,'-194'26'188'16,"27"0"-13"-16,38 7-78 15,37-11-29-15,32-6-12 0,60-16-17 16,0 0-42-16,74-28 2 15,39 9 9-15,36-11-13 16,49-2 4 0,38 2-2-16,44 1 12 0,34-4-14 15,33 9 14-15,23-1-10 16,22-2 3-16,20 9 3 16,13-1-10-16,9 4 9 15,10 3-9-15,4 3 14 16,-3-1 0-16,1-1-5 15,-11 3-9-15,-11-3 12 16,-11-10-4-16,-24-3 0 16,-23-2 2-16,-22-7-7 15,-37-7-9-15,-28 1 14 0,-39-5 1 16,-32-4-12 0,-39 8 13-16,-41-5-19 15,-36 5 14-15,-92 40-6 0,78-76 9 16,-78 76-22-16,-59-71 19 15,-15 38-13-15,-36-5 11 16,-27 2 0-16,-28-2 3 16,-26 1 1-16,-29-2-1 15,-23-1 12-15,-25-4-8 16,-16-4 10-16,-15 5-13 16,-15-1 12-16,-11-1-13 0,-8-6 5 15,-4 0-4 1,-5 1-4-16,6 7-3 15,-4 5 2-15,-1 0-2 16,1 3-2-16,3 13 1 0,2 9-4 16,5 13-2-16,2 9 6 15,11 7 3-15,6 11-3 16,9 8 2-16,14 10-1 16,19 3 1-16,15 11 2 15,18 0 4-15,19 9 0 16,19-3-5-16,23 3 3 15,19-4-3-15,26 2 2 16,13 0-4-16,20-6 5 16,16 1 4-16,81-61 3 15,-106 116-4-15,106-116 7 16,-49 112 4-16,49-112-2 16,4 108-9-16,-4-108 3 0,60 107-8 15,-60-107 0-15,120 107 7 16,-35-57-8-16,16 2 0 15,15-1-1-15,18-12 12 16,17-2-6-16,21-1-5 16,13-13 3-16,17-4-10 15,11 1 9-15,15-9-12 16,4-6 14-16,11-3-9 16,0-4 4-16,0-5 4 15,4 4-3-15,-4-8 13 16,-2-6-11-16,-5 0 2 15,-5-3-4-15,-9 0-60 16,-10-8-47-16,-11-7-25 0,-10-1 0 16,-7-2-9-16,2 0-13 15,-5-2-10-15</inkml:trace>
  <inkml:trace contextRef="#ctx0" brushRef="#br0" timeOffset="112534.07">30144 1120 207 0,'-77'-59'169'0,"77"59"-30"15,0 0-24-15,0 0-1 16,0 0-13-16,0 0-19 15,-69-9-50-15,69 9-16 16,0 0-20-16,0 0-2 0,-19 82 17 16,19-82-16-16,-16 78 8 15,16-78-9-15,-17 90 19 16,17-90-7 0,-16 74 14-16,16-74-25 0,0 0 8 15,0 0-5-15,0 0 1 16,0 0 1-16,0 0 0 15,0 0-8-15,0 0-10 16,0 0 23-16,-42-85-11 16,42 85 11-16,-13-102-16 15,13 102 19-15,-6-109-6 16,6 109 4-16,9-102 0 0,-9 102-3 16,30-85 1-16,-30 85-3 15,0 0 9-15,112-86-10 16,-112 86 0-1,115-30-2-15,-115 30 10 16,116-14-7-16,-116 14-4 0,108 6-68 16,-108-6-52-16,0 0-39 15,71 46-17-15,-71-46-2 16,0 0-2-16,-33 82 70 16</inkml:trace>
  <inkml:trace contextRef="#ctx0" brushRef="#br0" timeOffset="113735.93">29920 1130 271 0,'0'0'146'16,"0"0"-21"-16,0 0-9 0,0 0-3 16,0 0-31-16,123 26-22 15,-45-31-34-15,7-4-13 16,12-3-14-16,4-5-11 15,3-2 16-15,-7-2-13 16,-3-3 10-16,-7 0 12 16,-9 3-9-16,-7-2-3 15,-71 23 1-15,113-41 3 16,-113 41-3-16,75-30 18 16,-75 30-8-16,0 0-3 15,0 0-5-15,0 0 0 16,0 0 2-16,0 0 0 15,0 0-6-15,-77 13 0 0,77-13 0 16,0 0 0-16,-92 45 0 16,92-45 0-16,0 0-5 15,-71 58-14-15,71-58 12 16,0 0 1-16,0 0-4 16,-12 78 4-16,12-78 2 15,0 0-10-15,0 0 10 16,97 57 1-16,-97-57 2 15,83 30-15-15,-83-30 16 16,89 28 6-16,-89-28-6 16,71 33 21-16,-71-33-18 15,0 0 20-15,0 0-10 16,0 0 11-16,16 72-19 0,-16-72-5 16,-75 26 0-16,75-26 0 15,-113 21 0-15,113-21-1 16,-119 10-8-16,119-10-39 15,-101-5-43-15,101 5-10 16,0 0-15-16,0 0-11 16,-45-69 4-16,45 69-7 15,80-64 9-15,-80 64 53 16,130-78 52-16,-52 36 17 16,9 4 42-16,-9 0 3 15,7 7 29-15,-11 7 19 16,-2 5 19-16,-72 19-3 15,116-14-10-15,-116 14-2 0,85 19-22 16,-85-19-9-16,0 0-15 16,68 93-25-16,-68-93-19 15,15 84-4 1,-15-84-8-16,4 88 6 0,-4-88-11 16,-4 69 21-16,4-69-6 15,0 0 0-15,0 0-8 16,0 0 6-16,0 0 3 15,0 0-10-15,0 0 11 16,0 0-20-16,-71-111 11 16,71 111-4-16,-3-119 9 15,3 119-10-15,19-121 6 16,-19 121 1-16,36-92-2 0,-36 92 13 16,0 0-14-16,68-61 5 15,-68 61-3-15,0 0 0 16,78 54-4-16,-78-54 1 15,49 73 3-15,-49-73 0 16,48 86-4-16,-48-86-12 16,42 78 12-16,-42-78 2 15,0 0 0-15,49 80-13 16,-49-80 12-16,0 0-15 16,0 0 15-16,0 0 4 15,0 0-2-15,71-16 1 16,-71 16 3-16,0 0 14 0,85-92-13 15,-85 92 15-15,81-74-16 16,-81 74 0 0,80-66 4-16,-80 66-5 15,75-34-3-15,-75 34-2 16,0 0 4-16,0 0-1 0,74 57 1 16,-74-57 8-16,-5 92-14 15,5-92 8-15,-14 126-7 16,-1-53-70-16,-3 1-70 15,6 14-32-15,-7 2-7 16,2 9 6-16,-2 5-11 16</inkml:trace>
  <inkml:trace contextRef="#ctx0" brushRef="#br0" timeOffset="119159.33">5316 9214 197 0,'0'0'166'0,"23"-17"-1"16,-23 17-59-16,12-35-40 16,2 11 7-16,-6-12-9 15,6-3-19-15,-5-7-12 16,5-1-31-16,-4 2-3 15,-1-4 2-15,-6 8 1 16,-3 5 3-16,-3 11 2 16,3 25 2-16,-30-15 0 15,4 29 0-15,-5 10 1 16,-9 17-2-16,-2 10 0 16,-6 9-6-16,-1 9-2 15,4 2-1-15,5 4-4 16,9-6 1-16,8-1-4 0,9-10 2 15,18-2-3-15,6-6 3 16,16-2-4-16,13-8 3 16,2 2 3-16,11-2-1 15,0-6 3-15,4 1 0 16,-7-7 4-16,-8-4 3 16,-8-5 4-16,-10-2 0 15,-23-17-3-15,7 17 0 16,-28-17-2-16,-7-3 0 15,-15-4-2-15,-6-2-6 16,-3-3 1-16,-9 2 0 16,2 0 3-16,2 3-1 15,8 5 3-15,6 4-4 0,12 5-2 16,5 5 0-16,15 3-3 16,11-15-1-16,16 30-2 15,13-18 2 1,11-2-1-16,12-8 4 0,16-7 1 15,7-9 1-15,8-9 0 16,6-10 2-16,4-10-1 16,5-9 2-16,2-8-1 15,-3-11 1-15,-6-9 0 16,-10-8 1-16,-3-9 1 16,-6-4 0-16,-17-2 0 15,-10 0-5-15,-14 12 5 16,-10 11-1-16,-12 13 4 0,-9 18-1 15,-9 20 1 1,-5 22-4-16,-8 28 5 16,-4 22 2-16,0 19-3 15,0 21 0-15,0 21-6 0,3 12 3 16,1 16-2-16,2 1 2 16,5-7-3-16,4-8-1 15,4-12 1-15,4-20-1 16,1-22 1-16,-1-15-5 15,6-23 1-15,-3-26 2 16,0 0-2-16,16-28 1 16,-9-10-2-16,2-11 3 15,8-4 0-15,-1-3 4 16,6 1-1-16,4 3 2 0,4 7-2 16,4 5 3-1,11 14-2-15,4 5 0 0,3 8-1 16,7 2 0-16,5 3-2 15,2 1 2-15,-1-2-2 16,-5 4 1-16,-1-4 1 16,-14-1-1-16,-5 1 2 15,-12-3 1-15,-10 2 4 16,-18 10-1-16,0 0 0 16,-20-7 0-16,-6 17 0 15,-7 11-1-15,-8 7-2 0,4 8 0 16,-1 7-6-1,2 0-2-15,6 4 0 16,11-4-1-16,10-6 3 16,9-10-3-16,13-9 2 0,2-13-2 15,15-10 5-15,-1-6 2 16,4-9 0-16,5-5 2 16,-1-2-4-16,-2-1 4 15,-6 0-2-15,-3 8 2 16,-10 6 0-16,1 5-1 15,-17 9 1-15,16 3 0 16,-16-3 0-16,10 30 0 16,-5-6-3-16,6-3 0 15,4 1-1-15,3-3-2 16,4-3 1-16,1-6-2 16,6-10 3-16,3-7 2 15,1-12-1-15,0-7 3 0,1-12-2 16,3-10 1-16,-3-13 0 15,-1-6 1-15,-3-11-1 16,-4-5-3-16,-7-4 3 16,-3 4-1-16,-6 7 2 15,-6 12 3-15,-11 9 2 16,-4 18-1-16,-4 20 1 16,-5 22-2-16,-6 19 0 15,-3 18-1-15,-1 17-1 16,4 12-4-16,0 12-3 15,11 9 3-15,4 1-3 16,6-3 2-16,14 0-1 16,5-9-1-16,12-11 2 0,1-11-3 15,13-16 2-15,9-14-3 16,3-13 2-16,5-18-2 16,9-17 2-16,2-10 3 15,7-11-3-15,-1-7 4 16,-3-3-1-16,-6 0 3 15,-6 5-1-15,-11 8 2 16,-9 11 5-16,-17 9 0 16,-22 17 0-16,0 0 0 15,0 0-3-15,-9 35 1 16,-6-8-3-16,-3 1 0 16,3 1-10-16,4 1 2 15,11 1-3-15,4-7-1 0,10-1 2 16,5-9 0-16,7-4 4 15,3-7-2-15,3-4 5 16,1-6 1 0,-4-10-1-16,-3-6-68 0,2-6-42 15,-2-1-27-15,-12-10-17 16,1 6-3-16,-15-10-3 16</inkml:trace>
  <inkml:trace contextRef="#ctx0" brushRef="#br0" timeOffset="119392.5">7255 9032 449 0,'0'0'161'0,"31"-24"-4"16,13 5-78-16,16 2-45 15,11-6-32-15,8-1-8 16,11 0-91-16,2-1-46 16,-5-4-18-16,6 8-6 15,-15-6 1-15,8 9 25 16</inkml:trace>
  <inkml:trace contextRef="#ctx0" brushRef="#br0" timeOffset="121861.26">10121 8690 353 0,'-14'-32'154'16,"2"8"-40"-16,12 24-18 0,0 0-18 16,-7 23-17-16,7 20-21 15,3 21-26-15,-6 17-18 16,-1 15 7 0,-1 14-4-16,-9 11 4 0,-5 4-5 15,-3-5 1-15,-8-11-1 16,1-16 1-16,-1-17-1 15,4-17-1-15,7-21 0 16,7-19-3-16,12-19 3 16,-7-26-1-16,14-12 1 15,5-10 1-15,7-9 1 16,7-6 1-16,7 1 0 0,5 1 3 16,9 11-3-16,7 10 3 15,5 16-3 1,0 12-1-16,2 14 0 15,1 8 2-15,-5 6-2 0,2 3 0 16,-6 0 0-16,-1-5 1 16,-2-7-1-16,2-7 1 15,-3-9-1-15,-1-7-1 16,-4-6 2-16,1-9 0 16,-11-2 2-16,-4-2-1 15,-7-1 2-15,-10 1-1 16,-13 6 2-16,-6 5 0 15,-17 8 0-15,-10 14-1 0,-9 14-1 16,-13 13 0 0,-3 11-2-16,-1 11 1 15,0 5-3-15,6 1 1 16,4 1-3-16,16-7 2 0,7-9-2 16,16-9 1-16,10-12 0 15,0-17 0-15,36 7 1 16,-3-15 0-16,5-3 3 15,4-4-1-15,1-1 0 16,-1 2 0-16,0 4-1 16,-6 5 0-16,-5 5 1 15,-5 5 0-15,0 4-1 16,-3 1 2-16,-1 2-1 16,-1-2 0-16,2-4 1 15,3-6-2-15,5-9 1 16,2-5-1-16,9-8 1 15,1-9-1-15,2-9 2 0,4-9-1 16,0-8 2-16,-1-10-3 16,-3-10 4-16,-3-7-3 15,-9-5 2-15,2 3-4 16,-9 4 4-16,-4 8-5 16,-4 10 4-16,-6 15-1 15,-5 15 2-15,-7 34-3 16,0 0 2-16,-4 26 1 15,-3 19-2-15,-5 17 3 16,-2 14-5-16,2 13 4 16,-4 8-6-16,3-4 7 15,-3-6-6-15,6-11 4 16,1-14-4-16,2-15 3 0,3-14-1 16,4-33 2-16,0 0-1 15,0 0 0-15,26-25 0 16,-3-4-1-16,3-6 2 15,7 2-1-15,9-1 0 16,3 8-1-16,3 9 0 16,1 8 1-16,-4 12 1 15,-8 10 3-15,-6 11-1 16,-10 3 1-16,-16 12-1 16,-14 0 2-16,-17 3-2 15,-7-2 1-15,-8-4-3 16,-11-3 0-16,-1-11-2 15,-2-4-2-15,1-13-1 0,11-7-2 16,4-10 2-16,13-5 2 16,7-6-1-1,9-3-1-15,13 2 1 0,8 3 2 16,4 4 0-16,8 5 0 16,7 10-1-16,3 4-1 15,-2 8 1-15,2 4 0 16,0 3 0-16,-2-1 2 15,2 0-1-15,0-4 1 16,2-7 1-16,1-7-1 16,6-8 0-16,6-11 1 15,1-8 0-15,10-13 0 16,2-12 2-16,6-11-3 0,-1-13 3 16,2-9-1-16,-4-12 2 15,-1-1-4-15,-6-2 5 16,-5 3-4-1,-12 11 2-15,-5 14-3 0,-13 13 3 16,-4 16-1-16,-13 24 1 16,-5 21-1-16,-16 23-1 15,-6 18-1-15,-8 22 0 16,1 14 2-16,-3 15-6 16,3 10 3-16,3 4-3 15,7-2 3-15,12-6-4 16,10-9 4-16,10-15-3 15,9-13 3-15,8-16-1 0,10-18 1 16,5-18-1 0,7-16 2-16,5-19 1 15,5-12 0-15,3-16 2 0,-1-10-2 16,-2-1 2-16,-6-1-3 16,-7 5 2-16,-11 13 0 15,-12 11 3-15,-12 13-2 16,-14 24 1-16,0 0-1 15,-30 28-2-15,1 10 1 16,-4 7-1-16,-2 3-1 16,5 8-5-16,4-2 2 15,16-8-1-15,13-6 1 0,20-14 1 16,17-16 1 0,24-13 0-16,18-11 2 15,8-14 1-15,14-6-1 16,6-8-70-16,-3-1-68 0,-10-9-25 15,-6 14-1-15,-25-4-5 16,-6 15-1-16</inkml:trace>
  <inkml:trace contextRef="#ctx0" brushRef="#br0" timeOffset="128928.69">17960 7668 317 0,'0'-17'169'15,"0"17"-40"-15,0-26-10 16,0 26-22-16,3-17-23 0,-3 17-17 16,0 0-29-16,0 0-31 15,-7 36-1 1,-5 9-5-16,-7 24 3 16,-2 26 0-16,-7 28 2 0,-1 28-6 15,-4 27 5-15,-5 21 0 16,8 16-2-16,8-2 8 15,4-2-5-15,13-15 4 16,10-13-3-16,16-17 10 16,10-24-4-16,13-24 3 15,13-25-2-15,6-18-16 16,8-15-115-16,3-9-46 16,-6-24-17-16,3 1-5 15,-15-25-4-15</inkml:trace>
  <inkml:trace contextRef="#ctx0" brushRef="#br0" timeOffset="132332.1">19409 8555 404 0,'4'-28'197'16,"-15"-5"0"-16,-1 9-102 16,-3 15-54-16,-12 6-18 15,-6 11-30-15,1 15-1 16,-7 4 2-16,3 12-2 16,-2-1 4-16,8 7-1 15,8-4-2-15,11 1 2 16,15-2 0-16,13-4 0 15,11-3 0-15,19-6 1 16,6 1-3-16,10 0 5 16,5 1 2-16,-4 2 0 0,-9 2 0 15,-9 4 1-15,-13-3 1 16,-18 8 0-16,-20 1 0 16,-21-1-2-16,-11-1 2 15,-8-3-4-15,-10-5 3 16,-1-7-2-16,-1-3 1 15,8-13-1-15,9-7 4 16,6-9 0-16,11-14 2 16,13-11 0-16,13-7-2 15,13-12 2-15,13-7-3 16,20-5 3-16,6-1-5 16,10 1 2-16,9 8 1 15,4 6-2-15,1 5 2 0,-5 15-4 16,-6 12 0-16,-9 11-1 15,-10 10 0-15,-8 11 0 16,-4 8-4-16,-13 11 4 16,-3 6-3-16,-6 6 5 15,-4 0 2-15,-6-2-1 16,-1-2 1-16,-8-7-1 16,4-8-1-16,-3-5-42 15,3-23-28-15,0 0-18 16,-6-21-4-16,10-10 0 15,-4-16 18-15,5-8 37 16,-5-13 36-16,-3-12 39 16,1 3 29-16,-5-5 18 0,0 11 2 15,-5 5 2 1,-2 14-20-16,2 7-36 16,1 16-40-16,11 29-61 15,0 0-50-15,0 0-31 0,11 29-15 16,-3-1-1-16,15 10-3 15</inkml:trace>
  <inkml:trace contextRef="#ctx0" brushRef="#br0" timeOffset="133292.79">20317 8728 454 0,'23'0'172'0,"-8"0"-48"16,3 7-34-16,4 10-32 15,-3 9-51-15,-5 7-5 16,-5 5 0-16,-9 3 0 16,-4 4-1-16,-1 0-2 0,-9-3 2 15,-1-4 3-15,-8-7-5 16,6-7 1-16,1-6-6 16,16-18 2-16,-19 7 1 15,19-7-1-15,-3-40 2 16,18 2-1-16,8-6 3 15,6-2 4-15,8-3 0 16,8 1 3-16,3 6-6 16,8 8 2-16,-2 16-3 15,-2 15 0-15,-7 13 1 16,-5 9-4-16,-5 16 3 16,-13 5-1-16,-8 6 5 15,-7 3-1-15,-2-2 1 0,-6-6 1 16,-6-4-3-16,3-10 1 15,-3-8-6-15,7-19-1 16,0 0-1-16,0 0 0 16,4-15 1-16,6-16-2 15,6-6 1-15,3-4 0 16,3-4 7-16,4 1 0 16,7 3-1-16,2 4 0 15,-2 13-3-15,3 10 0 16,-1 14 2-16,-5 12 0 15,-8 14 0-15,1 7-1 16,-9 12 2-16,-6 4-2 0,-1 3 2 16,-3 0 0-16,-1-7-4 15,2-7 1-15,2-9-2 16,7-10 2-16,5-15-1 16,7-11 1-1,13-11 1-15,2-9 2 0,10-13 1 16,2-2-1-16,3-8 2 15,-4 2-2-15,0 3 3 16,-10 5-3-16,-13 9 2 16,-6 7 1-16,-11 8 4 15,-12 16 1-15,0 0-3 16,0 0-1-16,0 0-2 16,-16 29 1-16,9-4-3 0,2 2-3 15,2 6-3-15,3 4-1 16,3-1 0-16,6-2 2 15,1-1-1 1,6-5 3-16,3-11 0 0,4-8 2 16,3-9-40-16,-4-16-64 15,4-11-31-15,4-10-10 16,-11-15-3-16,3-8 8 16,-8-11 20-16,-10-9 50 15,-1-8 70-15,-13-4 0 16,3 6 58-16,-16-4 82 15,1 12 7-15,-4 7-9 16,0 14-16-16,7 12-25 0,-4 12-12 16,4 17-21-1,2 11-86-15,17 5-100 16,-23 21-39-16,27 8-5 16,-8-1-6-16,8 14-1 0</inkml:trace>
  <inkml:trace contextRef="#ctx0" brushRef="#br0" timeOffset="134377.56">22320 8658 353 0,'7'-50'169'15,"-14"-16"-17"-15,-1-8-80 16,-3-2-7-16,-8 0-9 0,0 6-26 16,-7 10-16-16,3 11-4 15,-3 15-1-15,4 16-3 16,-1 20 0-16,1 21-3 16,4 18-3-16,3 15-3 15,8 11-4-15,0 13 2 16,7 15-1-16,7 4 2 15,3 1 0-15,9-3 1 16,4-4-1-16,3-10 0 16,3-5 0-16,9-10 0 15,8-13-2-15,2-10 2 16,8-8 0-16,6-13 2 16,2-14 0-16,1-8 1 0,1-11 1 15,1-11 1-15,-11-10 1 16,-2-6-1-16,-11-4 2 15,-12 0-3-15,-5 0 3 16,-8 4-1-16,-13 0 3 16,-8 8 1-16,-6 5 2 15,-5 8 1-15,-2 3 0 16,-3 5 0-16,-7 5-1 16,0 9-1-16,0 5-4 15,-3 7-1-15,-1 9-5 16,-1 3 0-16,1 5-2 15,8 4-1-15,3 0-3 16,5-5 0-16,10-1-1 0,4-8 2 16,18-7 2-16,1-10 0 15,15-9 2-15,3-9 1 16,5-6 2-16,-2-4 2 16,1-6 1-16,-3 3-2 15,-8-1 0-15,-8 8 1 16,-22 15 3-16,20-18 4 15,-20 18-2-15,0 0-1 16,-6 16-1-16,-1 1-1 16,4 2-2-16,3 0-4 15,3 4-3-15,4 3-2 16,12-5 0-16,1-4 3 0,9-5 0 16,4-10 3-16,9-7 2 15,3-9 0-15,3-12 3 16,1-9 0-16,-4-6 1 15,0-10-1-15,-5-4 0 16,-5 0-1-16,-13 6 2 16,-1 6 7-16,-12 8-1 15,-6 8 1-15,-6 9-2 16,3 18 1-16,-23-8-2 16,23 8-4-16,-26 14-4 15,26-14-8-15,-12 22 0 16,12-6-3-16,9-1 2 15,1 4-1-15,6 4 4 0,1 4 3 16,2 5 4-16,-3-1-1 16,0 5 2-16,1 2 0 15,-5-1-2 1,-1-6 1-16,-1-4-4 0,-1-6-2 16,-2-5 1-16,-7-16 2 15,29 10 2-15,-10-22 1 16,11-5 0-16,4-9 0 15,12-4-14-15,2-4-104 16,4-11-41-16,14 1-1 16,-5-4-6-16,10 3-2 15</inkml:trace>
  <inkml:trace contextRef="#ctx0" brushRef="#br0" timeOffset="136163.81">25013 8736 424 0,'31'-36'168'15,"-2"-9"-5"-15,11 3-68 16,2 8-53-16,3 6-36 15,0 14-7-15,0 16 3 16,-8 14-1-16,-8 16 3 16,-10 13-1-16,-10 11 2 15,-9 8 2-15,-16 5-1 16,-3 2 0-16,-10-7-3 0,-1-9-1 16,4-11-5-16,0-13-3 15,11-10 0-15,15-21 0 16,0 0 1-16,6-30 0 15,21-6 1-15,7-11 1 16,15-3 2-16,3-7 5 16,3 1-5-16,1 8 1 15,-2 6-4-15,-2 15 4 16,-12 18 1-16,-9 16-3 16,-5 14 4-16,-5 10-4 15,-5 11 4-15,-4 1-3 16,5 5 3-16,2-3-2 0,4-8-3 15,6-10 3-15,6-8-2 16,1-8 1-16,10-11 1 16,2-11 0-16,4-11 0 15,4-8-1-15,-2-11 3 16,1-8 0-16,-6-4-5 16,-9-3 3-16,-13 6 0 15,-6 7 6-15,-19 8-3 16,-7 11 3-16,-18 12-4 15,-6 19 0-15,-11 17 6 16,2 9-5-16,-1 10-1 16,6 4-7-16,11 3 2 15,8 2-2-15,14-2 3 0,10-6-2 16,16-13-1-16,7-7 2 16,13-12 2-16,6-8 1 15,5-13 1 1,5-8 0-16,6-13 3 0,7-8 1 15,-4-5-4-15,7-2 0 16,-7 2-3-16,0 6 1 16,-6 6-3-16,-6 8 4 15,-14 15 2-15,-9 11-1 16,-10 13 7-16,-10 6-2 16,-16 10 4-16,-11 4-1 15,-4 2 1-15,-8 4-5 16,-3-6-3-16,4-3-2 0,-4-7-4 15,10-7-4 1,16-19 0-16,-17 12 1 16,17-12 0-16,20-26 0 15,8 0 1-15,9-10 2 0,8-8-1 16,3-2 4-16,8-3-2 16,-1 4 1-16,-4 5-2 15,-8 7 1-15,-8 9 2 16,-12 10 0-16,-23 14 4 15,17 9-3-15,-24 12 5 16,-3 8-2-16,-3 6 2 16,3 5-2-16,1 3-3 15,9-2-4-15,9 1 1 16,5-7 3-16,12-9-5 16,12-13 2-16,11-7 2 15,6-15 3-15,9-10 0 16,8-14 3-16,2-14-2 0,8-10-2 15,-8-16 1-15,1-6-2 16,-7-6 0-16,-13 2-2 16,-13 2 5-16,-9 10 0 15,-17 8 7-15,-16 11-1 16,-13 21 2-16,-4 17-3 16,-14 16 1-16,-2 14-2 15,0 15-6-15,2 10-2 16,5 15-5-16,3 10 1 15,9 8 2-15,5 6 3 16,9 1 1-16,0 2 4 16,6-3 0-16,-3-8 3 15,-3-4-1-15,0-11 2 0,0-14-4 16,0-10 0-16,-3-9-5 16,3-24-7-16,0 0-3 15,0 0-1-15,3-27 0 16,8-3 0-16,8-4 0 15,3-6 2-15,11-3 5 16,2-4 5-16,14 5 2 16,3 2-3-16,7 8-59 15,-4 2-63-15,-1 2-33 16,2 8-9-16,-11-1 1 16,0 12-7-16</inkml:trace>
  <inkml:trace contextRef="#ctx0" brushRef="#br0" timeOffset="137815">28828 8622 544 0,'0'0'170'15,"12"-24"-6"-15,-12 24-123 16,10-26-31-16,-10 26 2 15,-3-23 2-15,3 23 0 16,-23-12-3-16,4 12-1 16,-3 4-2-16,-8 6-3 0,1 2-6 15,-6 4-4-15,5 5-1 16,-2 1-3-16,12 6 0 16,1 3 0-16,12 0-2 15,11 0 3-15,15 0 0 16,7-1 4-16,7-3-2 15,2 3 6-15,1-4 0 16,-3-4 8-16,-5 1 0 16,-11-1 5-16,-12-1-3 15,-10 0 0-15,-12-4-1 16,-9-1-1-16,-9-1 0 16,-1-3-7-16,1 1 1 15,-1-6-5-15,6-1-1 0,4-2-7 16,26-4-2-16,-19 3 1 15,19-3-2-15,19-13 0 16,10-3 1 0,8-7 1-16,12-8 3 0,6-5 7 15,9-11 1-15,7-6-2 16,4-10 2-16,-4-4 0 16,-6-9 3-16,-3-4-1 15,-10 2 4-15,-10 7 2 16,-9 5 9-16,-14 13 2 15,-9 9 0-15,-10 18-4 16,0 26 0-16,-26 7-3 16,4 23-3-16,-4 11-3 0,0 15-9 15,0 8-5 1,-1 12 5-16,1 5 5 16,7 1-4-16,2-6 5 15,8-5-5-15,2-9 4 0,0-8-8 16,7-14 1-16,4-15-8 15,-4-25 0-15,26 9 0 16,-4-23 0-16,8-10 3 16,8-7-1-16,6-4 6 15,4 1 5-15,6-1 3 16,-2 4-2-16,0 8 1 16,-3 3-1-16,-4 2 2 15,-9 3-2-15,-1 3 3 16,-9 3-1-16,-9-1 6 15,-17 10 3-15,20-18 3 16,-20 18-1-16,0 0 1 16,-23 0-5-16,0 11 1 0,1 4 2 15,-8 4-9-15,8 0-5 16,-4 6-3-16,3 1-2 16,9-2-4-16,6-3 4 15,8-4-6-15,0-17 0 16,15 19 2-16,1-16 0 15,5-1 3-15,-2-4 3 16,7-3 4-16,3 0 4 16,-3 0 1-16,-1 1 1 15,1 3-3-15,0 1 3 16,0 0-2-16,3 1-3 16,-3-1-1-16,0-1 0 15,7-6-2-15,-1-7 0 0,7-5 2 16,0-7-3-16,2-4 2 15,3-6 0-15,4-7 3 16,1-6-3-16,0-10 5 16,-4-5-1-16,-7 0 4 15,-2 4 2-15,-10 1 9 16,-3 9-2-16,-16 6 0 16,-11 15-3-16,-9 19-2 15,-14 22-1-15,-7 14-2 16,1 10-4-16,-5 12-7 15,-2 10 2-15,5 9-2 16,2 6-2-16,10 0 2 0,16-4 1 16,14-7-1-16,9-7 0 15,14-8-2-15,15-14-3 16,10-9 1-16,9-15 6 16,11-12-6-16,-4-13 1 15,4-1 2-15,-9-8 0 16,-11 1 5-16,-9 3 5 15,-19 2 5-15,-2 7 1 16,-25 12 1-16,0 0 1 16,0 0-2-16,0 18 0 15,-7-3-6-15,3 8-5 16,4 1-8-16,7 5 2 16,5-1-3-16,7-4 0 0,7-3-3 15,4-9 3-15,6-7 2 16,-1-12 1-16,5-5-53 15,-9-17-27 1,-1-8-10-16,-15-9 0 0,-4-4 8 16,-15-6 3-16,-8 1 14 15,-17-4 2-15,-13 4 67 16,-7 6 80-16,-13 4 21 16,1 10 2-16,-1 4-4 15,13 10-12-15,0 4-13 16,16 9-4-16,11-1-10 15,22 9-57-15,0 0-7 16,33-9-3-16,5 6 0 0,14-6 5 16,4-1 5-1,11-4-1-15,12 2-45 16,-5-4-34-16,8-1-23 16,-2 3-18-16,-2-3-29 0,0 12-11 15,-7-2-4-15,4 8 60 16</inkml:trace>
  <inkml:trace contextRef="#ctx0" brushRef="#br0" timeOffset="139484.19">32105 8345 446 0,'0'-40'169'0,"11"6"-9"16,-1 4-77-16,-1 1-28 15,5 10-34-15,-14 19-14 16,22-5-1-16,-13 25-2 15,-6 15 0-15,1 12-2 16,-4 8 2-16,0 9-4 16,3 4 2-16,-6 6 0 15,-1-3 3-15,1-7 0 16,-6-9 3-16,-1-6 0 16,-2-11 2-16,-2-10-3 0,1-6-5 15,13-22-9-15,0 0-4 16,0 0 0-16,0 0-1 15,6-33 0-15,18 7-4 16,11-3 2-16,6-7 5 16,11-1 6-16,7-1 2 15,13 0 0-15,2 3-2 16,-3 1 2-16,-6 4 1 16,-10 8 5-16,-10 6 4 15,-15 4 3-15,-11 12-2 16,-19 0 1-16,-12 28 0 15,-14-2 0-15,-4 3 1 16,-3 4-4-16,-1 0-7 0,4 3-3 16,4-4-3-16,7-8-2 15,5-7-3-15,12-1-1 16,2-16-1-16,0 0-2 16,28 8 0-16,-7-16 1 15,-2-6 4-15,7-2 3 16,2 1 2-16,-4-3 3 15,2 5 1-15,-7-5 1 16,-3 8 2-16,-16 10 1 16,22-9-1-16,-22 9-1 15,20 5 0-15,-20-5-1 16,26 11-2-16,-4-6 0 0,1-2 0 16,6-1 0-16,1-5-2 15,3-4 2-15,1-5 0 16,3-7 2-16,-2-9-1 15,-2-7 1-15,0-8-1 16,1-12 3-16,-4-8-1 16,-1-6 4-16,-6 0-2 15,-4 1 3-15,-5 8 1 16,-6 8 4-16,-4 10-2 16,-4 15 2-16,0 27-2 15,0 0-1-15,-26 15-1 16,10 20-3-16,-3 11-1 15,-2 8-4-15,-1 5-1 0,3 5-4 16,0-3 0-16,8-6-4 16,6-8 1-1,7-9-4-15,8-10 1 16,6-9-2-16,6-11 2 0,8-3 2 16,3-5 2-16,5-1 2 15,-2-1 2-15,6 0 2 16,0 2 3-16,-2 5 1 15,-2 8 1-15,-5 0 3 16,-11 5 7-16,-6-1-2 16,-9 4 0-16,-14 1 4 15,-12-3-5-15,-12-1 2 16,-9-6-4-16,-9-5-4 0,-6-2-5 16,1 2 3-16,2-5-4 15,8-4-3-15,6 2-6 16,16-2-4-1,22 2 0-15,0 0-1 0,0 0 1 16,38-16-2-16,7 4 1 16,14-3 1-16,5-6 9 15,11-5 3-15,6-3 1 16,1-9 3-16,0-6 0 16,-6-6 4-16,-1-9 0 15,-16-7 6-15,-7-1 1 16,-18-2 7-16,-8 5-4 15,-15 5 0-15,-11 9-2 0,-14 8-1 16,-5 16-4-16,-12 16-2 16,-6 13-6-1,-1 13-1-15,-2 13-2 16,-2 13 1-16,6 10-1 0,1 12-2 16,9 1 2-16,7 6-5 15,12-5 1-15,11-2-5 16,8-8 4-16,21-6-4 15,5-12 4-15,18-9-1 16,3-11 0-16,12-8 0 16,3-8 4-16,1-7 0 15,-4-8 1-15,-7-2 2 16,-8-1 1-16,-14-1 8 16,-13 5 1-16,-13-2 2 15,-16 14-3-15,0 0 2 16,0 0-1-16,-19 7 0 15,3 7-1-15,-1 5-10 0,1 2-2 16,7 6 0-16,2 4 0 16,11-3 0-16,5 0 0 15,13-4-1-15,4-3 0 16,18-6 4-16,1-9-1 16,12-10-3-16,2-13 4 15,9-9-46-15,-1-14-38 16,3-8-26-16,-3-11-16 15,-2-10-10-15,-6-4-11 16,-11-12-5-16,-6 4 4 16</inkml:trace>
  <inkml:trace contextRef="#ctx0" brushRef="#br0" timeOffset="139732.34">34962 7701 551 0,'-14'-26'136'0,"14"26"-19"16,-5-19-28-16,5 19-36 15,26 14-61-15,0 7 0 16,9 8 5-16,7 11 9 16,1 17 0-16,6 11 4 15,-4 15-1-15,-7 10 4 16,-9 13-6-16,-15 10 5 16,-21 7 1-16,-26 3-4 15,-19-1 1-15,-26-1-9 16,-24-6-91-16,-13-9-55 0,-11-7-24 15,-17-19-8-15,4-10-3 16,-6-18-1-16</inkml:trace>
  <inkml:trace contextRef="#ctx0" brushRef="#br0" timeOffset="142232.14">24603 9709 152 0,'-26'5'84'15,"0"-1"1"-15,10-1 5 16,16-3-4-16,-15-2-6 15,15 2 0-15,0 0-10 16,0 0-9-16,22 6-9 16,-6-5-8-16,-1-2-17 0,10 4-6 15,-3-3-10 1,9-2-11-16,6-1-3 16,1 1 5-16,-1-1-5 15,8-1 3-15,-4 1-3 0,8-4 3 16,0 2-1-16,3-2 1 15,3 2-1-15,1-4 0 16,11 2 1-16,1-2-1 16,7 1 2-16,3 1-2 15,9-2 1-15,5 2-1 16,5 0 2-16,5 4-2 16,2-6 1-16,8 4-1 15,4 0-1-15,0 0 2 16,4-2 1-16,3-2-1 15,0 2 0-15,1 0 1 16,-5-2-1-16,5 3 1 16,-5 0 1-16,-1-1-1 0,-1 1 1 15,-1 0 1-15,-1 1-1 16,-6 0 1-16,2 1 0 16,-5-1 0-16,2-2-2 15,-3 2 1-15,0 2-2 16,-5-2 1-16,4-2-1 15,-3 1 1-15,-4 1-1 16,4 0 2-16,-4 2-1 16,-3-1 1-16,-4 1-2 15,4 1 0-15,-9 0 1 16,2 2-1-16,-6 0 0 16,-3 0-2-16,1 0 1 15,-1 0 0-15,-2 0 1 0,-1 0-1 16,-1 0 1-16,4 0-1 15,-3 0 1-15,7 2 0 16,-4-2 1-16,2 0-1 16,1 0 0-16,-3 2 1 15,9-2-1-15,-2 0 1 16,2 0-1-16,2 0 0 16,4 0 0-16,1-2 1 15,7 0-1-15,-1-1 0 16,1-1 1-16,5 3-2 15,2-3 1-15,-1 1 1 16,6-1-1-16,-5 2 0 0,1 2 0 16,2-1 1-16,2 1-1 15,-5 0 2-15,1 1 1 16,2 1-1-16,2 0 0 16,0 0-1-16,-2-1 0 15,2 3-1-15,-6-2 0 16,1-2 0-16,-9 0-2 15,-2 0 1-15,-5 0 0 16,-9-2 0-16,-5 2-1 16,-10-2 2-16,-2 2-1 15,-5 0 1-15,-2 2 0 16,-4-2 0-16,-3 2 0 16,-6-1 0-16,-1 3 0 0,-4-3 0 15,-8 3-1-15,-3-2 0 16,-8-1 0-16,-2 3 0 15,-20-4 2-15,22 2-1 16,-22-2 3-16,0 0-1 16,0 0 1-16,0 0 0 15,0 0 1-15,0 0-1 16,0 0-1-16,0 0-1 16,0 0 0-16,0 0-1 15,0 0-3-15,0 0-6 16,16-7-84-16,-16 7-71 15,7-33-4-15,-4 3-6 16,-10-22-4-16,4-1-4 0</inkml:trace>
  <inkml:trace contextRef="#ctx0" brushRef="#br0" timeOffset="146616.26">24983 9764 194 0,'42'-1'65'0,"13"2"-7"15,2-2-14-15,16-3-12 16,4 1-9-16,8-1-7 16,9-1-6-16,6 0-2 0,11-2-2 15,9 0 3-15,5 4 2 16,9-3 15-16,5 3 14 15,6-2 15-15,5 1-3 16,6-4-5-16,5 3 3 16,-1-4-5-16,1 0-2 15,3-5-13-15,11 2-14 16,-7-2-17-16,4 2 4 16,-10 0-2-16,6 0 4 15,-8-2-2-15,1 2 2 16,-5 2-3-16,-1 1 3 15,-2 0-2-15,-8 2 2 0,1 1 0 16,-3 0-2-16,-3 1 1 16,-4 2-1-16,1-1 0 15,-5 2-1 1,-2-1 1-16,0 0-2 0,2-3-2 16,-5 3 1-16,3-2-1 15,-3 0 0-15,1-2 0 16,-5 0 0-16,0-2-1 15,1 0 2-15,-1 2 0 16,-3 1-1-16,-2-3 2 16,2 4-1-16,-8-2 0 15,5 2 1-15,-10-1 0 16,3 3 0-16,-6-1 1 0,0 3 0 16,-7 1-1-1,-3 0 0-15,-6 1 1 16,3-1-1-16,-10 4 0 15,-1-1-1-15,-5-1 2 0,-4 2-1 16,-9-1 1-16,-1 0 0 16,-12 1-2-16,-1-1 0 15,-11-1 0-15,-4 0-1 16,-7 1-1-16,-7-3 0 16,-19 0 0-16,23 2 0 15,-23-2 1-15,0 0 1 16,15 0 0-16,-15 0-61 15,0 0-81-15,7-16-23 0,-10-1-1 16,6 0-5 0,-10-14-2-16</inkml:trace>
  <inkml:trace contextRef="#ctx0" brushRef="#br0" timeOffset="155399.5">1554 11843 228 0,'23'-48'126'0,"-4"5"-3"16,-5 11-4-16,-2 8-12 16,-12 24-16-16,14-19-5 15,-11 35-27-15,-6 13-40 16,0 18-17-16,-4 17 2 15,0 12-4-15,1 12 0 16,-4 8 5-16,3-1-9 16,2-7 5-16,-2-13-5 15,0-15-1-15,7-17-3 16,0-15 1-16,3-12 1 16,-3-16 0-16,0 0 0 0,23 1 0 15,-23-1 3-15,30-12 2 16,-8 5 1-16,4 4 1 15,7 1-1-15,2 2-1 16,1 2 0-16,6 3-1 16,7 4 0-16,-4 1 1 15,0 2 0-15,-2-1 4 16,-1-1-3-16,-9-3 3 16,-5-4-1-16,-6-1-2 15,-4-4 2-15,-18 2 1 16,15-17 0-16,-15 17-4 15,4-36 4-15,-8 12-4 16,1-2 3-16,-1-2-1 0,-1 2 1 16,2 2-4-16,-1 8-1 15,4 16 2 1,0 0 2-16,0 0 1 16,-16 17 0-16,16 13 0 0,2 11 7 15,2 13-3-15,-4 7 6 16,3 8-7-16,1 7 0 15,-4 0-3-15,3-1 1 16,1-10-15-16,-1-4-80 16,2-18-38-16,-1-17-31 15,-4-26-9-15,22-5-2 16,-4-26 0-16</inkml:trace>
  <inkml:trace contextRef="#ctx0" brushRef="#br0" timeOffset="155735.74">2402 11494 449 0,'0'0'171'0,"-14"-21"1"16,14 21-82-16,0 0-37 15,-16 0-50-15,16 0 1 16,16 29 0-16,3 3 0 15,7 11 2-15,7 19 1 16,5 21-1-16,9 25 0 0,3 21-4 16,6 18 1-1,-8 18 3-15,-8 10-1 16,-9 12-2-16,-11 0 0 16,-17-2-1-16,-22-7 1 0,-30-6 2 15,-34-10-1-15,-35-8-9 16,-31-15-102-16,-28-20-63 15,-18-10-7-15,-29-26 0 16,0-13-6-16,-6-31-3 16</inkml:trace>
  <inkml:trace contextRef="#ctx0" brushRef="#br0" timeOffset="159876.22">680 11186 90 0,'0'0'57'0,"-7"-19"-5"16,7 19-6-16,0 0-7 0,0 0-5 15,-16-16-7-15,16 16-7 16,0 0-6-16,-17-3-5 15,17 3-4-15,-19 3-2 16,19-3-3-16,-16 9-1 16,16-9 1-16,-16 8-2 15,16-8 1-15,0 0-2 16,-21 9 1-16,21-9 0 16,0 0 1-16,0 0 0 15,0 0-1-15,0 0-1 16,0 0 3-16,0 0-1 15,0 0 1-15,0 0-1 16,0 0-1-16,0 0-1 16,0 0 0-16,0 0-1 0,0 0-3 15,0 0-1-15,0 0 2 16,0 0-1 0,18-12 1-16,-18 12 0 0,19-9-1 15,-19 9-1-15,19-8-8 16,-19 8-7-16,23-7-10 15,-23 7-11-15,19-7-8 16,-19 7-4-16,0 0-4 16,0 0 36-16</inkml:trace>
  <inkml:trace contextRef="#ctx0" brushRef="#br0" timeOffset="162205.87">2160 13687 61 0,'-19'9'53'15,"19"-9"-77"-15,0 0-35 16,7-25 29-16,-7 25 30 15</inkml:trace>
  <inkml:trace contextRef="#ctx0" brushRef="#br0" timeOffset="164563.54">4781 11603 233 0,'-24'-14'183'16,"1"2"-28"-16,4-7-20 15,19 19-15-15,-31-26-16 16,31 26-23-16,-17-12-69 16,17 12-12-16,0 0 0 15,-12 41-13-15,12 4-6 16,-4 12 0-16,8 23-2 16,-1 12 1-16,-3 19 18 0,5 10 3 15,-1 2 3 1,-1-4-2-16,-3-8 3 15,4-11-2-15,-4-17 3 16,-4-13-2-16,4-20 5 0,0-12-4 16,0-17-1-16,0-21-43 15,0 0-36-15,0 0-23 16,-3-33-19-16,3-4-13 16,0-11-14-16,0-6-5 15,-7-12-10-15,7-1 99 16</inkml:trace>
  <inkml:trace contextRef="#ctx0" brushRef="#br0" timeOffset="164940.81">4618 11712 312 0,'-7'-31'133'0,"6"5"-9"0,1 0-9 15,5 5-18-15,5-2-18 16,9 13-19-16,7-4-24 15,11 12-28-15,8 11-11 16,12 8-2-16,6 15 0 16,1 13-1-16,7 17-1 15,-5 14 3-15,-5 14 1 16,-6 12 3-16,-13 6-3 16,-13 1 4-16,-16 3 6 15,-10-1-4-15,-19-9 5 16,-13-8-3-16,-13-15 2 15,-10-15-5-15,-12-12 4 16,-2-12-4-16,-5-16-4 0,0-12 2 16,3-12 0-16,5-5 3 15,10-12 0-15,9-6-12 16,13-3-72-16,10-8-53 16,13-13-35-16,16 4 0 15,10-13-11-15,16 6-8 16</inkml:trace>
  <inkml:trace contextRef="#ctx0" brushRef="#br0" timeOffset="165361.11">5465 12567 534 0,'16'24'184'0,"6"-3"1"15,-2-16-134-15,0-12-62 16,-1-10 2-16,4-9-4 16,-4-7 9-16,-3-7-4 15,-2-1 7-15,-2-3-7 16,2 3 6-16,-9 5 5 16,-2 4 0-16,-3 6 8 15,-3 9-2-15,3 17 0 16,-19-14-2-16,3 21 1 15,-3 12 0-15,-3 7-1 0,1 11-1 16,2 8-8-16,0 5 6 16,3 3 4-16,5 1-6 15,5-4 3-15,9-6-7 16,7-6 2-16,10-9-5 16,6-10 4-16,7-12-6 15,8-9-1-15,4-13-30 16,11-8-66-16,-1-10-27 15,6-8-16-15,-2-3-2 16,-2-6-2-16,2 0 4 16</inkml:trace>
  <inkml:trace contextRef="#ctx0" brushRef="#br0" timeOffset="165900.49">6356 12096 489 0,'0'0'141'16,"0"0"-13"-16,0 0-17 15,-5 42-34-15,-9-1-36 0,2 8-35 16,-2 3-5-16,7 3-5 16,-2 0 0-16,9-1-5 15,9-12 1-15,1-6-3 16,9-14 3-16,11-8-3 16,-4-10 3-16,7-9 1 15,5-8 0-15,-2-7 5 16,3-3-2-16,2-6 4 15,-4-1-3-15,-3 3 3 0,-1 2-2 16,-10 6 6 0,-4 5 1-16,-19 14 3 15,21-13 1-15,-21 13 0 16,5 17 0-16,-10 2-1 0,1 7 1 16,4 5-4-16,0 5-1 15,4 1 1-15,1 3-7 16,2-6 4-16,7-4-4 15,2-8 2-15,3-5-4 16,0-10 9-16,7-12-8 16,0-12-6-16,0-14 3 15,3-9-72-15,-3-12-29 16,0-12-7-16,-7-10 2 16,1-4 8-16,-10-5 13 15,2 8 13-15,-12 1 9 16,-3 11 84-16,-6 10 43 15,-1 15 16-15,-3 6 1 0,-4 15-12 16,1 10-13-16,1 9-62 16,15-2-46-16,-26 28-36 15,22 3-28-15,-3-9-11 16,14 20 9-16</inkml:trace>
  <inkml:trace contextRef="#ctx0" brushRef="#br0" timeOffset="166661.03">7397 12337 486 0,'49'-7'168'0,"-11"-5"-38"16,-5-6-40-16,-3 5-34 16,-11-7-51-16,-7 3 0 15,-9 0 4-15,-3 17-2 16,-22-19 2-16,3 17-1 15,-11 7-1-15,-5 11 0 16,-5 10-3-16,-1 8-1 16,-1 8-5-16,2 1 0 15,5 1-2-15,6-1 2 16,10-5-6-16,8-7 0 16,11-8-2-16,0-23 3 15,27 10-2-15,-1-19-1 16,10-11 4-16,2-10-2 0,4-10 6 15,6-12 0-15,5-12 3 16,-1-8-4-16,0-10 4 16,-7-4 0-1,3-3 2-15,-6-1-2 0,-2 6-4 16,-11 13 1-16,-1 10 6 16,-14 14 2-16,-2 16 4 15,-8 10 0-15,-4 21 0 16,-12 18-1-16,-7 16 5 15,1 15-4-15,-4 15-6 16,6 15-2-16,2 13-6 16,5 7 0-16,6-1-4 15,10-6 3-15,9-3-5 0,6-17 7 16,8-11-6-16,8-20 5 16,2-11-4-16,1-18 5 15,1-12-1 1,7-14 1-16,-4-15 3 0,2-9-4 15,-2-11 5-15,-7-5-5 16,-2 1 6-16,-4-1-7 16,-10 9 5-16,-4 9 3 15,-13 10 5-15,2 7-1 16,-7 19 0-16,-19 1 2 16,3 17 1-16,-1 11-1 15,-2 8-2-15,3 4-5 16,6 6-8-16,3 1 2 0,10-1-3 15,11-4 0-15,8-6-2 16,11-13 5-16,13-14 0 16,7-15-94-1,10-19-63-15,8-7-4 0,-7-26 0 16,11-6-3-16,-9-16-1 16</inkml:trace>
  <inkml:trace contextRef="#ctx0" brushRef="#br0" timeOffset="171016.13">10162 12570 580 0,'-12'-39'203'0,"9"-10"-20"15,6-1-126-15,-6-9-57 0,11 5 0 16,6 4 0-16,5 0 0 16,1 12 0-16,-3 7 0 15,9 15 0-15,-3 13 0 16,-1 15-2-16,1 16-4 16,-1 15-3-16,-6 12 5 15,1 13 7-15,-1 6 0 16,-4-1 3-16,-2 0-2 0,-3-9 1 15,-1-11-5 1,-3-11 0-16,0-13 0 16,1-11 0-16,-4-18 0 15,0 0 0-15,19-16 0 0,-5-12 0 16,5-10 0-16,0-9 0 16,4-4 0-16,3-5 0 15,3-3 0-15,-3 9 0 16,0 3-3-16,-7 13-1 15,1 16-5-15,-1 15 2 16,-6 13 3-16,3 15 0 16,-2 4 0-16,-2 9-2 15,7 0 8-15,2 0 4 16,2-5-3-16,-1-7 5 16,1-7-2-16,-1-8-3 15,4-10 5-15,0-9-3 16,4-5-5-16,-4-7-1 0,-3-5 2 15,-1-2-4-15,1-1 1 16,-4 4 2-16,-4 3-8 16,-15 21 2-1,18-24 1-15,-18 24 0 0,0 0-1 16,12 29 0-16,-12-6 1 16,7 4 7-16,0 5 1 15,5-3 5-15,7 0-3 16,0-6 5-16,7-7 0 15,-3-13-4-15,6-8-4 16,-3-11-2-16,0-8 0 16,-7-7 0-16,-1-6 0 15,-6-8-4-15,-9-6-2 0,-3-7 2 16,-7 3-4-16,-5 1 6 16,-3 8 1-16,-6 4 3 15,-7 11-1-15,-5 14 2 16,0 15-3-16,-2 23 1 15,-5 13 0-15,6 17-10 16,-6 0-80-16,10 8-53 16,15 0-31-16,3-14 0 15,17-5-4-15,9-21 2 16</inkml:trace>
  <inkml:trace contextRef="#ctx0" brushRef="#br0" timeOffset="171737.64">13278 11774 486 0,'59'17'182'0,"-24"2"-5"15,-12 11-85-15,-10 11-53 16,-9 3-16-16,-4 1-22 15,-7 3-4-15,4-5 0 16,-1-4-1-16,1-8 1 16,3-11 1-16,0-20 4 15,10 16 1-15,-10-16 3 16,26-12 1-16,-14-4 0 16,-5-6 0-16,4-6-2 15,-6-6-4-15,-2-10-1 16,-6-2 0-16,1-6 0 0,-5 1 0 15,0-1 0-15,4 7 0 16,-1 6 0-16,4 9 0 16,0 6 0-16,0 24 0 15,18-12-3-15,-3 21-3 16,1 13-1-16,6 14-2 16,-4 16 2-16,4 19 0 15,1 19 6-15,-1 21-1 16,-6 17 7-16,-6 14-2 15,-3 9 2-15,-1 3-1 16,-6-7-1-16,3-12 1 16,1-17-3-16,2-21 3 15,7-21-1-15,4-24 3 0,2-23-2 16,7-22-4-16,0-21 0 16,0-20 0-16,0-15 0 15,-10-18 0-15,-6-11 0 16,-10-7 0-16,-10-9 0 15,-9 4 0-15,-7 6 0 16,-11 9-3-16,-4 15-8 16,-5 9 0-16,5 13 5 0,1 11-2 15,7 9 5 1,9 6 5-16,6 3 7 16,18 9-1-16,-8-17 1 15,8 17 0-15,38-26-4 0,3 9-5 16,11-4-74-16,16-3-68 15,17 1-35-15,6-6-3 16,13 5-3-16,3-7-1 16</inkml:trace>
  <inkml:trace contextRef="#ctx0" brushRef="#br0" timeOffset="173463.87">15646 11752 591 0,'0'0'216'0,"-30"-9"-6"16,1-1-204-16,-1 3-6 15,-8 3 0-15,-5 2 0 16,-8 6 0-16,-4 1 0 15,6 7 0-15,1 2 0 16,11 5 0-16,3 2 0 16,11 7 0-16,9 3-20 15,21 7-2-15,5 0 8 16,18 9 7-16,6-1 6 16,13 8-1-16,8 0 2 15,-1-1-2-15,3-2 3 0,-11-1-2 16,-6-3 3-1,-9-8 2-15,-14-4 2 0,-12-11-2 16,-11-5 0-16,-9-8-2 16,-13-8-1-16,-1-6-1 15,-4-6-1-15,2-3-2 16,-1 0-1-16,4 0 1 16,7 1 2-16,19 11 4 15,-19-17 1-15,19 17 1 16,0 0-2-16,26-19 1 15,0 7 0-15,9-4 0 16,10-5-3-16,7-6-1 16,7-8-2-16,9-8 1 0,3-6 0 15,7-8 1 1,0-5-2-16,-3-6 3 16,-4-4-1-16,0-8-1 15,-3-3-1-15,-9-4 3 0,-2-1-3 16,-14 7 4-16,-8 6-5 15,-5 11 1-15,-11 14-2 16,-9 12 9-16,-6 16-5 16,-4 22-3-16,-18 19 1 15,6 15-3-15,-7 16 4 16,2 18 2-16,1 15 1 16,4 16-7-16,-2 6 8 15,2 3-3-15,5-5 2 16,3-7-2-16,4-13 3 15,0-18-6-15,0-14 3 16,0-18 3-16,4-16 0 16,-4-17 0-16,0 0 0 0,26-33 1 15,-14 4-1-15,7-3 1 16,7-2-1-16,4-3-4 16,10 3-1-16,1 3 1 15,8 5-1-15,3 5 1 16,0 2 0-16,0 2 1 15,-1 1-1-15,-8 2 1 16,-8-1 0-16,-6 1-1 16,-10 0-3-16,-19 14 1 15,23-23 0-15,-23 23 5 16,-2-15-2-16,2 15-1 16,-26 2-1-16,9 8 1 0,-6 9 0 15,4 7 1-15,-4 5-3 16,4 5-4-16,2 3 2 15,8 0-1-15,2-2 3 16,11-4 0-16,3-7 4 16,8-9 1-16,1-7 1 15,5-8 1-15,1-4 0 16,-2-6 1-16,2-5 0 16,-3-2-2-16,0-1-2 15,-1 2 0-15,-18 14-3 16,26-24-1-16,-26 24 0 15,19-5-1-15,-19 5 2 16,19 16-2-16,-19-16 2 0,22 29-1 16,-2-8 1-16,-1 0 3 15,5-1 2-15,-2-2-1 16,1-4 3-16,3-9 0 16,-3-4 0-16,-1-9 0 15,1-8 1-15,3-12-2 16,-4-6-1-16,4-13 0 15,0-10-4-15,-3-9 2 16,7-10-4-16,-8-7 1 16,1-2-5-16,-1 2 6 15,-6 2-6-15,-6 8 4 16,-3 11-5-16,-5 12 8 16,-2 13-2-16,-5 11 6 0,-6 11-4 15,-4 15-1-15,-4 13 0 16,-6 13 0-16,3 13 1 15,-4 14-2-15,3 13 2 16,8 15-4-16,4 9 7 16,11 7-4-16,7-2 6 15,7-1-5-15,12-6 5 16,5-8-7-16,9-13 2 16,9-11-2-16,-1-15 4 15,4-11 0-15,2-13 2 16,2-15 0-16,-1-11 1 15,3-13-1-15,-6-10-1 16,-4-6 1-16,-4-7-4 0,-10-3 1 16,-1 1-4-1,-10 7 0-15,-11 7 3 16,-8 7 3-16,-8 6-1 16,4 20-1-16,-19-16 0 0,19 16-2 15,-29 14 1-15,29-14-2 16,-23 35-2-16,18-9-3 15,6 3 1-15,6 6 1 16,11-1 3-16,1 3 0 16,7-3 2-16,5-1 1 15,2-5 0-15,4-7 1 16,-3-4 3-16,-1-10-1 16,2-7 0-16,-5-9 0 0,-4-15-54 15,-4-7-71-15,-5-4-38 16,-11-15-7-1,-3-2-4-15,-15-9-2 16</inkml:trace>
  <inkml:trace contextRef="#ctx0" brushRef="#br0" timeOffset="173688.03">17694 11591 554 0,'-38'-4'198'15,"15"8"-42"-15,23-4-61 0,0 0-75 16,0 0-25-16,35-18-10 16,3 8-2-1,14 0 2-15,4-6 3 16,8 2-79-16,2 0-67 16,-5-5-13-16,1 9-6 0,-13-7 1 15,3 4-4-15</inkml:trace>
  <inkml:trace contextRef="#ctx0" brushRef="#br0" timeOffset="175463.69">20111 11807 647 0,'-18'-38'178'16,"9"9"-31"-16,3 8-122 16,-5 5-22-16,11 16-3 15,0 0 0 1,0 0 0-16,-12 43-1 0,12-1 0 16,9 13-3-16,-2 9 2 15,6 11-3-15,3 3 4 16,7-2-2-16,-4-5 2 15,0-12-2-15,-2-11 2 16,-1-13 1-16,-1-9 0 16,-15-26 2-16,21 15-1 15,-21-15 0-15,16-27 1 16,-6-10 1-16,2-9-1 0,2-15 1 16,5-12 0-16,7-6 0 15,2-1-2-15,5 2 2 16,4 9-1-1,1 10-2-15,4 12-1 0,-6 18 0 16,6 13-3-16,-6 16 0 16,-1 7 1-16,1 9-2 15,2 5 0-15,2 3 2 16,2-2 0-16,3 1-1 16,-3-8 2-16,5-4 1 15,-6-9 0-15,5-4 2 16,-5-7 0-16,-4-5 2 15,-3-1 0-15,-8-4 1 0,-3 0 0 16,-9 1 2 0,-14 18 2-16,7-24-1 15,-7 24 0-15,-26 5-2 16,0 13-1-16,-4 11-2 0,-3 7-1 16,-2 8-2-16,6 1-4 15,-1 0-3-15,8 0 1 16,6-9-3-16,13-7 4 15,8-8 0-15,-5-21 2 16,36 11 0-16,-6-20 2 16,5-5 3-16,5-8 2 15,1-6 1-15,4-5-3 0,-5 2 2 16,2 1-2 0,-13 4-1-16,-2 7-2 15,-8 7 2-15,-4 12 0 16,-15 0 0-16,14 30 1 15,-14-3-2-15,0 5 2 0,5-1-1 16,-1 0 3-16,6-2-3 16,1-4 2-16,4-10-1 15,1-4 2-15,3-11-1 16,2-7 1-16,1-7 0 16,1-9 0-16,6-4 1 15,3-12-1-15,1-2 0 16,8-4-1-16,4-2 0 15,4 4-1-15,0 5-2 16,3 5 0-16,-4 7-2 16,-4 12 0-16,-6 12-1 15,-5 15 0-15,-7 11 0 0,-3 5 2 16,-8 11 1-16,1 5-1 16,-2 3 2-16,-2 1-1 15,5-4-2-15,-1-7 3 16,-1-7-3-16,3-8 2 15,1-8-1-15,3-6 3 16,1-7-1-16,0-11 0 16,3-7 2-16,3-6 0 15,1-8 0-15,1-1-1 16,2-5 2-16,0 0-3 16,-5-1 2-16,1 6-1 15,-6 3 1-15,-2 9-4 16,-21 19 2-16,27-17-2 0,-27 17 1 15,21 12 0-15,-9 5 0 16,-1 4 1-16,1 5 0 16,3 2 1-16,3 1 0 15,1-1 1-15,0-4-1 16,-2-5 1-16,-1-3-1 16,-16-16 1-16,33 0-7 15,-17-17-78-15,3-13-26 16,-4-10 3-16,3-12 23 15,-6-17 39-15,2-10 38 16,-6-8-2-16,-4-3 10 16,-1 7 74-16,-6 7 28 15,-4 10 0-15,-5 12-20 0,1 20-45 16,-4 16-39-16,-1 17-5 16,6 16-57-16,-6 9-48 15,2 8-35-15,5 9-27 16,-1 1-1-16,17 8-1 15,-4-9 50-15</inkml:trace>
  <inkml:trace contextRef="#ctx0" brushRef="#br0" timeOffset="176772.62">23242 11738 421 0,'31'-12'176'16,"2"0"1"-16,-10-6-53 0,-9-1-60 15,-6 2-29-15,-8 17-33 16,-12-17-2-16,-10 17 1 16,-8 8 0-1,-6 10 1-15,1 8-9 0,2-1 9 16,2 7-2-16,5-3-1 16,8-3-3-16,10-3 0 15,9-8-1-15,-1-15 1 16,30 12 1-16,-8-12-2 15,4-5 1-15,4-2 3 16,-1 0 1-16,-2 0-1 16,-1 0 1-16,0 4 0 15,-7 5 0-15,0 3 0 16,-2 2 0-16,-1 5 1 16,-16-12 1-16,29 26 0 15,-29-26 1-15,32 21-1 16,-32-21 0-16,26 7 0 0,-26-7-1 15,29-23 0-15,-15-1-2 16,-2-11 1-16,4-10 0 16,-6-14-1-16,2-10-2 15,-1-12 3-15,-1-9-1 16,2-4 3-16,-1 1-5 16,-3 10 5-16,-1 12-4 15,-3 14 6-15,3 24 0 0,-7 33 0 16,5 19-1-1,-10 27-2-15,1 18 4 16,1 14-2-16,-4 11 3 16,3 2-5-16,1-4 2 0,1-9-4 15,2-14 4-15,0-10-5 16,0-15 0-16,2-14-2 16,-2-25-2-16,10 19 0 15,-10-19 1-15,19-18 1 16,-1 1 1-16,1-4-1 15,3-3 5-15,8 3-2 16,1 4 3-16,2 8 0 16,0 6 1-16,-2 8 0 15,-5 9-1-15,-5 5 4 16,-9 12-6-16,-8 0 3 16,-15 4-2-16,-8-1-1 15,-7-1-2-15,-3-3 0 0,-6-6-1 16,-5-5 2-16,2-9 2 15,2-6 1-15,8-8 0 16,2-2 1-16,8-3 0 16,3 0-4-16,15 9-1 15,0 0 0-15,0 0-2 16,0 0-1-16,0 0 0 16,38-3-1-16,-12 3 1 15,10-2 3-15,3-7 2 16,6-6-1-16,7-6-1 15,0-8 2-15,7-6 0 16,-2-10-2-16,6-7 0 16,1-7 2-16,-5-5-1 0,5-10 2 15,-5-6 1-15,-3-5 1 16,-2 0-3-16,-15 13 6 16,-6 6 1-16,-10 11-3 15,-7 13-2-15,-9 20 1 16,-7 22-3-16,-23 20 2 15,2 18 1-15,-1 14-3 16,-1 14 1-16,0 12 1 16,4 10 7-16,5 2-5 15,13-1 1-15,9-6-4 16,10-7 0-16,6-10-3 16,9-13 0-16,4-13-2 15,8-14-3-15,3-12 2 0,4-14 1 16,0-9 2-16,2-12-1 15,-2-6 3 1,-3-6 1-16,-6-2-3 16,-8 4 7-16,-12 2-4 0,-6 6-1 15,-8 6-2-15,-9 17 4 16,0 0-2-16,-23 10 1 16,7 9 5-16,3 7-9 15,0 5 3-15,10 1 0 16,3 4 0-16,10-5-2 15,13-3 0-15,8-13-1 16,14-8-1-16,7-12-79 16,14-12-68-16,9-6-14 0,0-15-1 15,1-3-4 1,-1-15-4-16</inkml:trace>
  <inkml:trace contextRef="#ctx0" brushRef="#br0" timeOffset="177259.96">27240 10318 598 0,'-20'-17'183'0,"20"17"-4"16,-26 35-159-1,4 10-22-15,-11 17 4 16,-4 23 4-16,-8 22-5 16,-3 28 1-16,-10 16-5 0,3 13 3 15,3 4-3-15,10-9 4 16,9-8-3-16,21-16-1 15,9-19 0-15,22-24-75 16,7-25-64-16,12-32-28 16,17-18 1-16,1-31-5 15,8-15-1-15</inkml:trace>
  <inkml:trace contextRef="#ctx0" brushRef="#br0" timeOffset="178331.72">27566 11051 208 0,'0'0'137'0,"0"-16"-25"0,0 16 4 15,0 0-9-15,0 0-15 16,0 0-23-16,0 0-26 15,0 0-17-15,0 0-6 16,0 0-7-16,0 0-14 16,0 0 0-16,0 0 0 15,0 0 0-15,0 0 1 16,0 0 0-16,0 0 1 16,0 0 1-16,0 0 1 15,0 0 1-15,0 0-1 16,0 0 2-16,0 0-1 15,0 0 1-15,0 0 0 16,0 0 0-16,0 0 0 0,-16 2-1 16,16-2-1-16,0 0 0 15,-7 26-3 1,7-2 0-16,-1 11-2 16,1 8 1-16,1 9-2 0,3 5 3 15,-1 2-2-15,8-4 0 16,1-5-1-16,2-6 1 15,5-13-2-15,3-12 1 16,8-11 0-16,-1-11 0 16,3-13 1-16,4-6 0 15,2-14 2-15,2-11 0 16,-5-9 1-16,1-9-2 16,-1-5 2-16,-5-1-3 0,-8 6 3 15,-3 6 0 1,-8 7 7-16,-1 14-2 15,-8 10 1-15,-2 11-1 16,0 17 1-16,0 0-2 0,0 0-1 16,0 0-3-16,-16 34-5 15,9-2 0-15,2 14-2 16,2 15 3-16,-1 17-3 16,1 10 4-16,-1 16 3 15,4 14 2-15,0 6-2 16,4 8 2-16,-1-2 0 15,1-4 2-15,1-8-2 16,2-9 1-16,-4-17-6 16,1-13 5-16,-4-13 1 15,-4-12-1-15,-3-16-1 16,-5-7-3-16,-2-12 3 16,-8-5-2-16,-4-11-1 0,0-8 3 15,-2-11-4-15,2-8 3 16,-4-7 0-16,4-11-1 15,4-6-1-15,-1-9 0 16,9-5 4-16,9-6-6 16,5-5 3-16,9-3-4 15,13 2 3-15,11-2-1 16,16 3-3-16,6-2 4 16,10 8-34-16,2 3-64 15,8 7-44-15,0 10-27 16,-9 2-1-16,1 16-5 15,-18 1 6-15</inkml:trace>
  <inkml:trace contextRef="#ctx0" brushRef="#br0" timeOffset="178928.15">28646 11579 378 0,'-28'-6'183'0,"28"6"-18"0,-18-3-48 16,18 3-24-16,0 0-25 15,-19-14-64-15,19 14-6 16,0 0-2-16,0 0 0 15,0-17 0-15,0 17 0 16,0 0 0-16,7-16-1 16,-7 16 4-16,0 0 1 15,19-17 0-15,-19 17 1 16,23-7-2-16,-4 7 0 16,2 3-1-16,-2 4-1 15,4 7 1-15,-4 9 4 16,0 3 3-16,-5 7-2 15,-9 5 3-15,-2 1-1 0,-8 5 3 16,-9 2-1-16,-1-1 0 16,-8-3-4-16,-3 0-1 15,-4-6 0-15,4-5-1 16,-3-3-1-16,6-8 0 16,4-4 0-16,19-16-2 15,-22 16-1-15,22-16-1 16,0 0 0-16,0 0 0 15,26-16-1-15,-7 6 0 16,7-4 3-16,0 0 1 16,7-3 1-16,-2-1-1 15,6-2-49-15,4 4-64 16,1 4-34-16,-6-5-19 0,10 8-1 16,-5-7-3-16,8 6 0 15</inkml:trace>
  <inkml:trace contextRef="#ctx0" brushRef="#br0" timeOffset="179137.3">29428 11838 531 0,'0'26'178'0,"-10"-2"-7"16,-6 4-94-16,3 10-38 15,-10 4-36-15,0 3-1 16,-3-2-3-16,0 0 1 15,0-5-7-15,4-8-70 0,3-6-51 16,19-24-25 0,-23 10-15-16,23-10-1 15,4-39-1-15</inkml:trace>
  <inkml:trace contextRef="#ctx0" brushRef="#br0" timeOffset="179956.87">29677 11258 543 0,'33'-45'173'16,"-11"7"-13"-16,-11 11-91 15,4 11-50-15,-15 16-12 16,0 0-2-16,4 19-1 16,-11 7-1-16,0 2-1 15,5 3-1-15,-1 3-6 16,3 3-1-16,3-6-2 0,6-3 1 15,1-9-1-15,-10-19 3 16,30 22-1-16,-15-20 1 16,4-6 3-16,4-4 0 15,-4-8 3-15,5-5-1 16,-1-6 2-16,3-8 1 16,-2-3 0-16,2-2-1 15,-1 4 2-15,-3 1-2 16,-6 6 3-16,-4 6 0 15,-2 8 0-15,-10 15-2 16,0 0 0-16,7 24 1 16,-7 9-2-16,0 14 2 15,0 13-4-15,4 15 1 0,1 13 3 16,-2 11 1-16,8 4-2 16,-2 5 3-16,-6-4-1 15,4-4 1-15,-7-10-2 16,0-10 1-16,-3-13-8 15,-4-13 1-15,-6-11-2 16,-2-13-1-16,1-11-2 16,-9-11 2-16,4-8 2 15,-7-8 4-15,0-11 3 16,7-9 1-16,-3-7 2 16,4-3-3-16,6-3 1 15,2-3-5-15,10 1-2 16,3 1-3-16,4 4 0 0,9 4-2 15,10 3 1-15,3-4-48 16,13 4-52-16,6 0-25 16,8 0-6-1,3-4-4-15,5 4 4 0,0-2 8 16,-1 0 13-16,-7 2 77 16,-3 3 59-16,-9 2 95 15,-10 7 17-15,-8 5 7 16,-12 2-2-16,-14 12-5 15,0 0-14-15,0 0-15 16,-10 33-24-16,0-2-56 16,-10 6-10-16,5 6-5 15,-3 9-5-15,6 1-3 0,0 3 0 16,-2-3 0-16,7-8-1 16,2-10-53-16,5-5-91 15,5-8-25-15,-5-22-4 16,23 0 1-16,-6-19-3 15</inkml:trace>
  <inkml:trace contextRef="#ctx0" brushRef="#br0" timeOffset="180193.05">31301 11547 625 0,'0'0'181'16,"0"0"-9"-1,0 16-174-15,0-16-6 0,0 0-26 16,0 0-87-16,0 0-47 16,0 0-1-16,14-17-6 15,-2 1 5-15,15 6 40 16</inkml:trace>
  <inkml:trace contextRef="#ctx0" brushRef="#br0" timeOffset="180368.17">31612 11426 638 0,'-15'23'177'15,"15"-23"-27"-15,-13 17-151 16,13-17-1-16,0 0-38 0,-10 19-76 15,10-19-49-15,0 0-2 16,23-5-5-16,-23 5 1 16,39-26 41-16</inkml:trace>
  <inkml:trace contextRef="#ctx0" brushRef="#br0" timeOffset="180821.5">32232 10455 549 0,'0'0'180'0,"0"0"2"15,19-2-132-15,-2 20-32 0,2 9-8 16,4 15-13-16,3 13 5 15,0 15-7-15,4 20 2 16,1 17-6-16,-5 14 6 16,-4 11-2-16,-11 10 5 15,-11 6 3-15,-23 6 0 16,-15 1 0-16,-24-10-19 16,-25-12-114-16,-28-22-27 15,-17-11-6-15,-27-36-5 16,-20-19-2-16</inkml:trace>
  <inkml:trace contextRef="#ctx0" brushRef="#br0" timeOffset="-204543.06">4618 14234 306 0,'-7'-21'172'15,"2"2"-35"-15,-2 0-18 16,7 19-10-16,-7-21-28 16,7 21-18-16,0 0-27 15,-7 21-36-15,5 12 0 16,4 10 0-16,2 18-2 16,-1 10-7-16,1 10 11 15,-1 11-4-15,4-4 3 16,-2-3-3-16,2-11 4 0,-3-8-4 15,3-14 1-15,-4-14 2 16,1-10-2-16,-3-13 1 16,-1-15-2-16,0 0-1 15,0 0 0-15,18-8-46 16,-13-11-37-16,-2-12-20 16,1-4-15-16,-4-8-6 15,-4-8-5-15,4-6 1 16,-5-3-2-16,2 4 45 0</inkml:trace>
  <inkml:trace contextRef="#ctx0" brushRef="#br0" timeOffset="-204159.01">4570 14298 257 0,'-16'-31'134'0,"-3"3"-5"16,5 6-5-16,-2 1-16 16,16 21-15-16,-19-30-19 15,19 30-25-15,-7-15-35 16,7 15-12-16,19-11-2 15,1 13 1-15,12 3-2 16,14 7 0-16,9 7-1 16,13 6 2-16,10 8-1 15,4 5 0-15,4 5 5 16,-8 2-5-16,-6 5 6 16,-13 2-4-16,-18 2 4 15,-15 5-4-15,-17 1 5 16,-21 3-4-16,-14-1 1 0,-16 4 1 15,-13-2-4-15,-10-7 2 16,-9 0-2-16,-4-9-1 16,0-8-1-16,3-9-1 15,7-3 0-15,13-9 1 16,13-9-2-16,9-4-14 16,14-6-37-16,19 0-33 15,0-32-41-15,22 7-33 16,8-14-5-16,15 0-4 15,-3-15 0-15</inkml:trace>
  <inkml:trace contextRef="#ctx0" brushRef="#br0" timeOffset="-203790.75">5481 14594 278 0,'19'21'135'0,"0"12"-38"16,2 10 5-16,-2 0-12 16,4 9-18-16,-8-5-18 15,8 0-8-15,-6-11-8 16,6-5-4-16,-1-14-9 16,4-10-26-16,0-10 0 15,-3-8-2-15,3-8 1 16,0-8 2-16,-7-6 1 15,-3-9-1-15,-6-3 3 16,-6-8 0-16,-11-8-4 0,-7-3 5 16,-5 0-6-1,-7 3 4-15,-2 6-4 0,-5 8 5 16,-4 18-6-16,3 17 4 16,8 25-74-16,-4 19-54 15,1 13-31-15,13 15-11 16,-3 1 0-16,15 5-7 15</inkml:trace>
  <inkml:trace contextRef="#ctx0" brushRef="#br0" timeOffset="-202049.51">7527 14447 424 0,'0'0'172'0,"-6"-23"-51"16,6 23-20-16,-37-34-22 15,21 13-40-15,-6-2-19 16,-1 3-17-16,4 1 2 15,2 3 1-15,-2 6 0 16,0 8-3-16,-4 7-1 16,1 9 1-16,-1 8-4 0,0 8 1 15,-1 8-1-15,8 3-7 16,8 4 7-16,4 2-5 16,10 0 6-16,7-4-6 15,10-3 5-15,3 0-5 16,4-6 4-16,4 1 1 15,-4 1-1-15,3 1 3 16,-7-1-2-16,-4 0 4 16,-10 1 0-16,-8-3 0 15,-4-2-1-15,-7-6 3 16,-12-6-4-16,-7-4 0 16,-4-7 0-16,-1-4 0 15,-2-5-1-15,0-5 1 0,5-2-1 16,2 1-1-16,9 1 0 15,17 5-2-15,-19-10-1 16,19 10 1-16,0 0-1 16,19-21-1-16,4 7 1 15,3-7 1-15,10-6 0 16,9-8 0-16,4-8 1 16,13-6-2-16,3-8 3 15,2-8 0-15,1-8-3 16,1-5 4-16,-4-7-2 15,-1-7 4-15,-9-6-4 16,-3 1 4-16,-10 3-5 16,-5 13 3-16,-11 13 3 0,-7 15 1 15,-7 18 2-15,-12 35-1 16,0 0 0-16,3 59 1 16,-10 2-2-16,-1 15 3 15,1 16-2-15,0 10-6 16,-2 1 1-16,-1-2-1 15,1-4 2-15,-1-9-2 16,-1-8 3-16,-1-14-5 16,2-15 2-16,1-12-1 15,2-12-2-15,0-11-1 16,7-16 1-16,3-19-1 16,4-9 3-16,6-7-2 15,4-6 1-15,9-2 0 0,5-2 3 16,9 0-2-16,9 3 0 15,-1 6 3 1,4 6-7-16,-1 4 8 0,-4 6-7 16,-2 2 7-16,-14 4-7 15,-5 6 8-15,-9 3-4 16,-17 5 4-16,0 0 4 16,0 0-1-16,0 0 2 15,0 0-5-15,-19 31 5 16,2-7-6-16,-2 2 4 15,0 5-9-15,5 0 0 16,-2 0-3-16,6-1 0 0,5-4 0 16,5-9 0-1,0-17 1-15,0 0 1 16,27 4 1-16,-9-15 4 16,-3-4-2-16,4-6 2 15,-1-7 4-15,1-1-3 0,0-2 2 16,-3 5-3-16,-2 3 1 15,-6 4-2-15,-8 19 3 16,0 0-1-16,21 7-5 16,-16 15 4-16,-1 6-3 15,3 2 3-15,0-1-3 16,1 2 2-16,6-3-3 16,-2-13 1-16,-12-15 1 0,30 14 1 15,-11-19-1 1,7-7 1-16,0-12-2 15,4-9 0-15,3-10 7 16,5-9-8-16,3-14 6 0,3-10-6 16,1-11 4-16,0-5-2 15,-7 2 2-15,-1 4 0 16,-11 8-6-16,0 12 8 16,-11 16 0-16,-8 14 4 15,-3 15-1-15,-4 21-1 16,0 0 0-16,-26 38-1 15,12 7 2-15,-5 10-6 16,3 15 1-16,-1 11-4 0,5 5 3 16,5 6 0-1,3-2-3-15,11-3 3 16,4-13-4-16,4-10 5 16,4-8-6-16,7-13 4 0,-3-7-7 15,6-13 4-15,4-8 2 16,2-11 2-16,-2-9-1 15,0-11 0-15,2-8 1 16,-2-7 2-16,0-9 1 16,-5 0-3-16,-6 0 1 15,-5 7-4-15,-1 7 7 16,-9 6-3-16,-7 20 6 16,0 0-6-16,0 0-1 15,-7 17 4-15,4 5-5 16,3 6 4-16,3 2-8 15,4 4 3-15,5 2-7 16,6-3 5-16,1-5 1 0,10-2-2 16,2-5 2-16,2-6 1 15,4-4 2-15,1-9 0 16,0-8-1-16,2-4-62 16,-5-9-59-16,-6-14-38 15,-3-3-5-15,-15-11-1 16,4-2-1-16</inkml:trace>
  <inkml:trace contextRef="#ctx0" brushRef="#br0" timeOffset="-201837.36">9239 14132 520 0,'-19'-4'171'0,"19"4"-2"0,0 0-97 16,28-10-65-16,1 1-11 16,8 2-62-16,8-1-75 15,0-6-22-15,14 5-6 16,-10-6-3-16,8 11-3 16</inkml:trace>
  <inkml:trace contextRef="#ctx0" brushRef="#br0" timeOffset="-200141.15">11541 14563 337 0,'19'-31'175'0,"-12"-13"-3"16,-4-6-77-16,1 0-22 15,-11-4-15-15,0 6-24 16,-12 5-24-16,-4 4-11 15,-3 13 4-15,-3 14 0 16,-4 18-1-16,1 11-1 16,-1 11-2-16,7 11-1 15,0 5-3-15,4 2 0 16,6 3 1-16,6-9-4 0,10-6 5 16,3-8-3-16,4-5 8 15,-7-21-5-15,31 16 7 16,-10-18-1-16,2-9-1 15,-1 1 6-15,1-7-6 16,-1 5 3-16,-2-2-10 16,-1 5 5-16,-2 6-6 15,-1 6-1-15,3 13 6 16,-2 5-7-16,2 6 5 0,4 3-3 16,-4-3 8-1,7-1-4-15,-4-3 5 16,8-8-1-16,3-9 2 15,5-10 0-15,4-10 0 0,6-15 0 16,4-9-2-16,11-12 3 16,5-14-6-16,3-14 4 15,-7-9-5-15,2-5 2 16,-2 1-4-16,-5 9 4 16,-10 11 0-16,-11 12-5 15,-12 14 3-15,-7 18 4 16,-19 27-1-16,0 0 1 15,0 0 0-15,-3 20-3 16,-9 6-1-16,1 6 3 16,2 7-2-16,6 5-4 15,3 4-1-15,7-1 2 16,5 0-1-16,4-2 5 0,6-4 2 16,4-1 0-16,-5-7-2 15,2-5 3-15,-8-6-1 16,1-5 4-1,-16-17 2-15,14 21-3 0,-14-21-3 16,-19-2 2-16,1-5-2 16,-8-1 1-16,0-4-1 15,-5-2-4-15,-5 2-1 16,3 0 0-16,1 1 2 16,6 6-2-16,0 2 0 15,11 3-1-15,15 0-1 16,-18 8 2-16,18-8-1 15,11 16 2-15,8-9-1 0,10-2 2 16,13-2 1-16,10-4 1 16,11-6 0-16,8-7-1 15,9-9 0-15,5-8 0 16,12-9 0-16,-3-6-3 16,3-10 3-16,-3-3-1 15,-6-3 2-15,-1 0-1 16,-13 1 1-16,-9 9-2 15,-13 11 1-15,-16 6 3 16,-10 11 6-16,-14 8-6 16,-12 16 1-16,0 0-1 15,-26 14-2-15,7 3 1 16,0 8-1-16,-3 2-5 0,8 10-6 16,2 3 6-16,8 3-2 15,8 2 3 1,8 0-1-16,5-2 2 15,2-1 1-15,4-6 3 0,-1-5-1 16,-3-3 4-16,-5-6 2 16,-5-4 0-16,-9-18 0 15,-12 22-1-15,-2-17 0 16,-12-5-1-16,-5-1-1 16,-2-3-3-16,-6-1-3 15,3-2 1-15,-2 2 0 16,8 0-2-16,8 3-4 0,6-1 2 15,16 3 3 1,0 0 0-16,0 0 0 16,12-25-2-16,18 11 1 15,1-6 1-15,9-3 5 0,-2 1-2 16,11-3-2-16,-1 1-1 16,1 3 1-16,-2 2 0 15,-9 6-1-15,-5 4 1 16,-5 5 1-16,-2 8 1 15,-12 11-1-15,-2 8 0 16,-5 8 2-16,-7 7 1 16,0 5-1-16,0 6 1 15,3 1-4-15,1-3 1 16,-1-6-1-16,2-6 0 16,6-9-1-16,4-7 2 15,-1-14 0-15,5-12-18 16,7-12-95-16,1-10-49 0,-1-25-2 15,3-5-2-15,-6-19-1 16,8-3 28-16</inkml:trace>
  <inkml:trace contextRef="#ctx0" brushRef="#br0" timeOffset="-199992.05">14073 13472 233 0,'-26'-14'145'0,"9"18"-26"16,-9 6-41-16,3 9-61 0,1 9-48 15,-1 0-47 1,11 10-28-16,-5-5-34 16,17 13-6-16,-6-8 56 15</inkml:trace>
  <inkml:trace contextRef="#ctx0" brushRef="#br0" timeOffset="-199094.41">14497 14080 487 0,'22'-21'172'15,"4"-5"-19"-15,-12-3-80 16,-10-8-26-16,-1 6-33 16,-13-2-5-16,-6 7-3 15,-10 7 1-15,-7 11-1 16,-5 9-2-16,-5 15-4 0,-3 12-3 15,5 6-4-15,-1 8-2 16,2 3 3-16,11 1-3 16,6-4 2-1,11-6-1-15,9-8 5 0,6-11 0 16,-3-17 1-16,33 6 2 16,-10-17 0-16,3-10 1 15,1-3 1-15,3-5 1 16,3-1-2-16,0 1-1 15,-5 1-1-15,1 11-2 16,-3 8 1-16,0 14-1 16,-3 11 1-16,-1 20 1 15,-3 13 1-15,-1 22 3 0,-3 17-2 16,1 16 3-16,-6 12-3 16,-3 7 3-16,-7 1-3 15,-3-6 3-15,-8-7-2 16,-4-16 0-16,-1-13 3 15,-10-24-1-15,4-16-1 16,-8-21-5-16,4-23 1 16,-3-22 0-16,-1-21 0 15,1-21 2-15,9-15-4 16,1-16 4-16,9-9-2 16,5-5 2-16,7 2 4 15,8 9-4-15,12 6 1 0,8 11-5 16,8 11 2-1,11 13-3-15,3 14 3 16,3 14-2-16,4 13-2 16,-1 15 0-16,-3 13 1 15,1 14-1-15,-8 9 3 0,-9 2-2 16,-6 3 4-16,-11-2 1 16,-3-3 1-16,-8-7 1 15,-4-5 2-15,-7-21-3 16,1 17-2-16,-1-17 1 15,4-21 1-15,-4-3 0 16,7-12-2-16,3-7-1 16,9-8-1-16,0-4 3 0,7 0 0 15,0 3 1-15,4 3-2 16,5 13-1 0,1 12-2-16,-6 13 2 15,1 13-2-15,-2 14 1 0,-6 10-1 16,3 12 0-16,-7 7 1 15,-2 8 1-15,-1 4 1 16,-6 4-1-16,-10-2-68 16,0 3-55-16,0-1-28 15,-6-16-11-15,2-4 0 16,-3-23 0-16</inkml:trace>
  <inkml:trace contextRef="#ctx0" brushRef="#br0" timeOffset="-197401.22">15613 13893 359 0,'29'-7'166'0,"-6"10"-24"0,0 11-28 16,-1 17-17-16,-3 11-24 15,4 8-72-15,-6 7 0 16,-5 6 2-16,-5-5-2 15,-2-4 3-15,-1-5-2 16,-4-10 1-16,-4-13 0 16,-1-7 7-16,5-19-9 15,0 0-1-15,-17-10 0 16,12-13-4-16,5-9 0 16,0-12-2-16,5-6-1 15,2-5-8-15,7 3 10 0,1 2-1 16,8 6 3-16,0 10 2 15,3 15 2-15,3 13 1 16,1 17 0-16,-4 10 3 16,-4 10-1-16,1 9 0 15,-8 5 0-15,1 5 1 16,-9-5-2-16,0-2 0 16,-7-8-2-16,0-6 2 15,0-10-6-15,0-19-3 16,3 16-1-16,-3-16 0 15,19-24 1-15,-3-4-1 16,5-7 1-16,3-6-2 16,6-4 6-16,3-2 1 0,8 2 3 15,-1 5-2-15,2 7 2 16,3 11-2-16,-3 10 2 16,-2 12 0-16,-6 12 2 15,-1 10 0-15,-7 8-1 16,0 4 1-16,-6 4-1 15,-5 2 0-15,2-2-4 16,-1-5 1-16,3-5-5 16,-1-9 2-16,8-9 0 15,1-6-1-15,6-11 0 16,4-11 1-16,4-9 1 16,5-11 0-16,-1-11 2 15,0-6 0-15,-2-2 0 0,-1 5-1 16,-9 3 4-1,-7 8 4-15,-10 10 1 16,-10 10-1-16,-6 21 0 0,0 0-2 16,-20 12 1-16,1 10-1 15,-1 10-3-15,1 6-3 16,0 8-3-16,2 5 3 16,8 2-2-16,2-4 1 15,14-2-3-15,5-6 1 16,7-6-3-16,11-8 2 15,3-11-2-15,5-7 2 16,2-11 0-16,9-9 0 0,-1-9 4 16,1-10-1-16,5-4 3 15,1-4-2-15,1 1 1 16,-8 4-1 0,-2 4 2-16,-5 6 1 15,-8 11 2-15,-7 11 1 0,-10 9 0 16,-2 10 1-16,-11 4 0 15,2 4 0-15,-5 2-1 16,4 3-2-16,-4-7-2 16,0-1 0-16,-4-8-1 15,4-15-1-15,4 16-3 16,-4-16-2-16,0 0 1 16,22-37 1-16,-8 10-1 0,5-6-1 15,4-4 0-15,3-1 1 16,4 2 5-1,-1 5-2-15,-1 5 2 16,1 10-1-16,-6 11 2 0,-1 7 1 16,-1 12 1-16,2 1-2 15,-1 6 1-15,-2 7 0 16,6-4-1-16,-4 2 1 16,8-4-3-16,3-6-1 15,1-7-1-15,-1-9 3 16,2-9-1-16,1-15 0 15,6-7 1-15,0-11 0 16,-2-15 2-16,-2-7 1 16,2-17 3-16,-5-4-1 15,-2-10 2-15,-4-1-1 16,-10 1 2-16,-7 7-1 16,-5 10 1-16,-3 9-1 0,-8 15 0 15,-3 14-4-15,-1 16-1 16,8 24-2-16,-23-7 0 15,9 26-1-15,2 14-2 16,2 16 1-16,1 13-3 16,2 14 1-16,0 11 2 15,4 8 2-15,3 3-2 16,0 1 2-16,0 0-2 16,0-8 1-16,-4-6 0 15,-5-9 4-15,-1-8-4 16,-6-11 3-16,2-10-1 15,2-9 2-15,-5-14 0 16,8-5 2-16,9-19-4 0,-14 9-1 16,14-9 0-16,-5-21-1 15,5 4 0-15,0-7-2 16,4 1-2-16,-8-6-1 16,9 1 3-16,-6 2-1 15,2 3 1-15,-1 4-2 16,7 0 1-16,-7 2-1 15,11 0 1-15,-6 1 0 16,12-1 1-16,-1-4-2 16,7-3 3-16,3-2-1 15,3 0 2-15,4-2 0 16,2 1 0-16,1 1 0 16,-1 0 1-16,-2 1-1 0,0 8-44 15,-5 0-45-15,-2 3-50 16,0 7-22-16,-9-3-7 15,2 6-1 1,-19 4 36-16</inkml:trace>
  <inkml:trace contextRef="#ctx0" brushRef="#br0" timeOffset="-190437.26">19873 13877 148 0,'0'0'81'15,"-30"-8"13"-15,15 4-2 16,15 4 21-16,-30-8-9 15,30 8-11-15,-16-6-14 16,16 6-9-16,0 0-4 16,0 0-19-16,0 0-19 15,0 0-28-15,26-15-1 0,-3 8-2 16,7 0-2-16,11-3-3 16,8 1-3-16,6-3-3 15,13 0 16 1,0 0-3-16,-1 3 1 0,3 0-1 15,-9 2 1-15,-6 2-1 16,-10 2 1-16,-12 3 1 16,-10-2 1-16,-4 4 5 15,-19-2-1-15,16 10-3 16,-16-10-72-16,10 28-55 16,-10-13-39-16,12 8-16 15,-1-2-5-15,8 5-4 0</inkml:trace>
  <inkml:trace contextRef="#ctx0" brushRef="#br0" timeOffset="-187437.13">22266 13529 456 0,'20'-22'186'16,"-20"1"-5"-16,-4 0-113 16,4 4-43-16,-10 0 0 0,10 17-4 15,-32-23-30 1,10 15 1-16,-4 2 7 15,-4 6 1-15,1 6 0 16,-1 2-1-16,-1 8-1 0,-2 5 1 16,0 8-2-16,0 2 0 15,5 4 0-15,-1 1-2 16,10 2 3-16,5 0-1 16,10 2 3-16,8-4-2 15,15-3 3-15,10 0 0 16,17 0 1-16,2-3 0 15,8-3 0-15,3 3-1 16,-7-6-2-16,-4-2 0 16,-6 3-2-16,-9-6 2 15,-17 1 0-15,-9-2 1 16,-14 2-1-16,-12-4 0 16,-11 1 1-16,-6-1 0 0,-6-4 0 15,-7 0-2-15,1-1 0 16,-4-1 0-16,3-1 0 15,7-1 2-15,9-3-2 16,4 1 4-16,13-3 9 16,16-3 3-16,0 0-2 15,0 0 0-15,30-14 2 16,8 2-2-16,11-7 2 16,10-2-4-16,5-5-8 15,10-3-2-15,1-7 1 16,0-4-1-16,-1-3 1 15,-2-1-2-15,-6-2 1 16,-9-12-2-16,-5 0-4 0,-7-8-1 16,-5-2 0-16,-5-3-1 15,-13-1 0-15,-4 1 0 16,-3 8 1-16,-8 13-1 16,-2 9 3-16,-5 9-1 15,0 15 2-15,0 17-1 16,0 0 0-16,-15 36 2 15,11 3-2-15,1 7 5 16,-2 15-1-16,5 8 1 16,0 7 0-16,1 2 2 15,3-3-2-15,3-8 0 16,-4-5 0-16,1-6-3 16,-1-16 3-16,1-9 0 0,-3-9 0 15,-1-6-1-15,0-16 5 16,0 0 5-1,0 0 3-15,14-23 1 0,-7-1-1 16,5-2 1-16,2-7 0 16,9 4-1-16,-1-6-4 15,13 4-6-15,2 3-1 16,4 6-2-16,8-1-2 16,-4 6 0-16,4 0 1 15,-6-2-2-15,-5 5 0 16,-5 0-1-16,-7 7-5 15,-10-3-4-15,-16 10 6 0,0 0-2 16,0 0 1-16,0 0 1 16,-19 10 0-16,-4 11 1 15,-6 5 4-15,-4 8 4 16,3 6-3 0,-1 4 0-16,5 1 0 0,7-4 3 15,5-1 1-15,7-9 4 16,10-8 1-16,-3-23 2 15,33 17 0-15,-10-19 1 16,3-10 2-16,0-2-4 16,3-7-2-16,-1-3-4 15,-2-5 0-15,0 1-1 16,-8 2 0-16,1 5-2 0,-4 4-5 16,-15 17-1-16,23-21 1 15,-23 21-3 1,19 11 1-16,-19-11-2 15,21 32 1-15,-9-12 2 0,2 4 3 16,-2-3 4-16,4-1 3 16,1-4 4-16,-1-4-1 15,-2-7 1-15,-14-5-2 16,31-14 0-16,-14-6 0 16,2-6-3-16,0-11 1 15,4-9-3-15,-1-12-1 16,5-7 1-16,2-6 1 15,1-9-2-15,1-3 0 0,-5 0 0 16,0 12 3 0,-4 10-4-16,-8 11 0 15,-2 10-6-15,-5 16 4 16,-7 8-2-16,0 16 1 0,-15 26 1 16,4 6-6-16,-8 11 7 15,-3 16 0-15,-1 13 4 16,4 13-2-16,2 9 0 15,5 1 0-15,5-2 0 16,10-10 1-16,9-10 0 16,9-11-1-16,3-11 5 15,9-18 1-15,0-11 1 16,0-15 1-16,2-14 0 16,1-12-1-16,3-10-1 15,2-15 0-15,-4-2-5 16,-3-8 0-16,-1 0-3 15,-7 1-4-15,-3 8 2 0,-7 7 2 16,-9 6 2-16,-4 13-1 16,-3 19-2-16,0 0 1 15,-19 2 0-15,5 19 4 16,2 7-1-16,2 8-4 16,4 5 0-16,3 8 0 15,3-2 5-15,5 1-2 16,9-6 2-16,2-6-1 15,6-5 5-15,4-12 0 16,4-5 1-16,-1-11 1 16,1-8-2-16,1-9-1 15,-2-6-1-15,1-6-18 16,-4-9-72-16,-3 0-50 0,-1-1-24 16,-11-5-15-16,4 4 2 15,-11-8 0-15</inkml:trace>
  <inkml:trace contextRef="#ctx0" brushRef="#br0" timeOffset="-187188.95">24127 13303 266 0,'-33'0'172'0,"0"-7"4"16,7 1-69-16,26 6-28 15,-22-1-2-15,22 1-13 0,0 0-39 16,22-2-16-16,1-5 0 16,13 0 0-16,6-3-4 15,1-4-84-15,8 4-42 16,1-3-25-16,0 1-19 16,0 7-17-16,-10 0 2 15,-3 10 56-15</inkml:trace>
  <inkml:trace contextRef="#ctx0" brushRef="#br0" timeOffset="-185057.44">5099 15446 43 0,'83'3'57'0,"8"-6"-3"16,13 1-6-16,7-7-4 16,12 4-8-16,4-7 4 15,5 3 16-15,5-1 5 16,-5-1-9-16,1 3-7 15,-1-4 1-15,-1 5 2 16,-5-4-1-16,1 6 1 16,-4-2-19-16,6 2 0 0,-3 0-4 15,1 1-3-15,0 1-7 16,3 1-2-16,-2-1-4 16,-4 1-1-1,-1 0-4-15,0-1-3 0,-3-1-1 16,1-1-1-16,-4-2 1 15,3 2-1-15,-4-2 1 16,7 0-1-16,4-1 0 16,0-1 1-16,8 0-1 15,-1 2-1-15,8-1 1 16,0 2 0-16,4 1 1 16,3 0 0-16,1 3 0 15,2 2 1-15,6 0-1 0,2-1 1 16,5-1-1-1,0 0 0-15,7-3-2 16,3 0 3-16,7-2-1 16,2-2 0-16,2 1 1 0,5-3 0 15,7 1 1-15,0-4-2 16,3 0 1-16,2-2-2 16,-1-3 2-16,2 0 0 15,3 0 0-15,-6 2-1 16,-3-4 0-16,0 4 1 15,-4 0 1-15,-3-1 1 16,-1 3-1-16,-10 1-1 16,-5-2 2-16,1 1-2 15,-4 1 2-15,-4 2-2 16,-3-2 0-16,2 2-1 16,-6 3 0-16,4-1 0 15,0-1-1-15,-2 4-1 0,2-1 0 16,0 1-1-16,1 0 1 15,3 0 0-15,3 0 0 16,-4-2 0-16,4 3 0 16,0-5-1-16,-4 3 2 15,0-3-1-15,-3-1 2 16,-1 0-1-16,-7-2-1 16,0 0 1-16,-8 0 2 15,-3 0-1-15,-4 1 0 16,-8-1 0-16,-7 0 0 15,-8 2 1-15,-2 0 0 16,-13-2 0-16,-11 5-2 16,-6-1 4-16,-16 3-2 0,-8-2 2 15,-11 6-4-15,-10-2-43 16,-13 5-64-16,-3 8-34 16,-26-8-25-16,31 14-2 15,-31-14-6-15,37 2 103 16</inkml:trace>
  <inkml:trace contextRef="#ctx0" brushRef="#br0" timeOffset="-182156.37">25913 13663 380 0,'7'-35'156'16,"-1"0"-33"-16,-10-6-21 0,4 3-16 15,-9-4-22 1,2 9-29-16,-5 0-33 15,-2 7-1-15,-5 7 0 16,-3 7-3-16,-4 9 0 0,-7 10 0 16,1 8-2-16,-7 8 1 15,-3 13-1-15,0 8-1 16,2 2 1-16,2 4 1 16,9 1 0-16,3-5-3 15,13-4 0-15,10-6-3 16,8-11 0-16,13-12 2 15,8-4-1-15,5-11 1 16,9-5 4-16,-2-3 1 16,7-4 2-16,4-3 0 15,-6-2 1-15,2 0-1 16,0 3 1-16,-6 2-1 0,-7 4-1 16,1 3 0-16,-6 5 2 15,-8 6 1-15,0 6 1 16,-5 6-2-16,-2 1 2 15,2 4-1-15,1 3 0 16,1 0 1-16,6-1-4 16,1-2 1-16,7-4-2 15,6-5 1-15,6-7 0 16,3-5 0-16,3-7 1 16,8-8 0-16,-1-6 1 15,3-7-2-15,4-8 3 16,-4-7 0-16,-3-6-1 15,-3-3 0-15,-7-3-1 0,-3 1 0 16,-6 6 1-16,-3 3 0 16,-10 10 0-16,-11 9 3 15,-2 7 3-15,-10 19 0 16,0 0 1-16,0 0-2 16,0 0-1-16,-19 31 1 15,12-7-5-15,4 4-1 16,0 8-2-16,3 4-2 15,3 2 1-15,7-1 0 16,3 3 2-16,6-3-1 16,3 1 2-16,1-3-2 15,3-6 0-15,0-5 3 16,-9-5 1-16,2-4 2 0,-19-19 0 16,16 20 0-16,-16-20-1 15,-16 2 1-15,-3-7 1 16,-7-2-3-1,-3 0-1-15,-1 2-2 0,-5 0-1 16,2 1 2-16,0 6-1 16,4 1-1-16,6 4-3 15,4-1 0-15,19-6-3 16,0 0 1-16,-7 17-1 16,7-17 0-16,40-7 0 15,-2-5 0-15,11-9 4 16,14-3 0-16,11-7 3 15,10-9 2-15,4-3-2 0,2-6 0 16,4 1 0-16,-5-4 2 16,-6 3-3-16,-8 1 3 15,-20 6 0-15,-10 8 5 16,-12 6 2-16,-10 7 0 16,-23 21 1-16,0-15-1 15,0 15 1-15,-33 19-1 16,10-2-3-16,4 2-6 15,2 3-3-15,8 6 2 16,9 2-1-16,4-1-1 16,11 4 1-16,11 0-1 15,0 1 3-15,4-1 2 16,-4 2 3-16,-7 1 0 0,-3-1 0 16,-13-2-1-16,-6-2 0 15,-13-2 2-15,-10-4-1 16,-7-6-3-1,-5-7-1-15,1-7-1 0,6-9-4 16,1-6-3-16,11-11 0 16,9-6 0-16,17-6 0 15,9-5 3-15,13-6-4 16,9 1 2-16,11 2 3 16,6 2 6-16,8 7-1 15,5 2 1-15,-1 9 0 16,1 8-2-16,-6 7 4 0,-1 10 1 15,-12 8 2-15,-4 7-4 16,-12 9 3 0,-7 6-1-16,-10 3 1 15,-6 4-2-15,-7-3 0 16,-3-1-3-16,4-5-2 0,-4-6-2 16,5-8-52-16,-5-18-63 15,0 0-32-15,21-12-12 16,-12-20-1-16,8-4 20 15,2-11 35-15,-3-11 92 16,3-8 16-16,-2-3 44 16,2 4 85-16,-10 0 18 15,5 16 7-15,-14 1-29 16,0 15-46-16,-4 9-62 16,4 24-41-16,0 0-31 15,-22 12-35-15,15 14-21 16,2 1-14-16,6 10 8 0,-1-3 12 15,18 10 37-15</inkml:trace>
  <inkml:trace contextRef="#ctx0" brushRef="#br0" timeOffset="-179008.57">28843 13522 303 0,'40'2'128'16,"-10"-7"-3"-16,1-2-17 15,-5-3-8-15,-3-9-13 16,-6 5-29-16,-5-2-53 15,-12 16 0-15,4-26 0 16,-4 26-3-16,-19-8 1 16,1 13-1-16,-4 9-1 15,-4 3-2-15,3 7 0 0,-3 4-1 16,4 1 2-16,2 1-1 16,5-3-1-16,8-6-5 15,7-4 1-15,0-17-2 16,10 18 1-16,-10-18 2 15,35-7 0-15,-16-5 3 16,4-4-1-16,1-1 4 16,0 1-1-16,1-1 2 15,-3 3-1-15,-3 5 3 16,4 9 0-16,-4 14-2 16,0 9 1-16,-2 13 0 15,-1 16 1-15,3 17 1 16,-2 18-2-16,-4 10 0 0,-1 5-3 15,-5 2 2-15,-4 1 0 16,-3-4-4-16,-12-11 4 16,-2-17-5-16,-12-18 5 15,0-14-5-15,-3-22 7 16,-3-15-2-16,3-21-3 16,3-18 3-16,0-17-4 15,10-17 2-15,6-18-6 16,10-11 3-16,10-10-3 15,13-1-3-15,11 2 5 16,13 3 1-16,10 9 1 16,6 14 0-16,8 13 3 15,0 16 1-15,4 17-1 0,-4 18 5 16,-10 14 0-16,-6 17-4 16,-13 13 4-16,-5 11 0 15,-15 6-2-15,-6 6-2 16,-13-2 1-16,-6-1-2 15,-1-7-3-15,-1-11 4 16,-2-6-5-16,7-23-2 16,0 19 1-16,0-19 0 15,19-12 0-15,-1-7 0 16,9-6 1-16,3-4-2 16,12-7 3-16,6-2 3 15,4-1-1-15,0 5 0 16,0 6 1-16,0 7 0 0,-6 13 2 15,-5 9 0 1,-4 10 0-16,-4 11 0 16,-7 4-1-16,5 4 0 15,-5 1-1-15,7 2 0 0,0-6-2 16,2-4-1-16,6-6 0 16,6-6 1-16,-2-8 1 15,0-6-2-15,1-8 2 16,-1-6-2-16,0-7 3 15,-5-7-1-15,-6-4 4 16,-4 2-1-16,-7 2 2 16,-10 3 1-16,-4 6-2 0,-5 4 2 15,-4 18-2 1,-16-15 0-16,-1 23-4 16,-3 10-2-16,-2-1 0 15,3 6 0-15,3 1 2 0,2 4-2 16,4 3 0-16,10 0-1 15,10-5 0-15,13-2 2 16,13-1-3-16,13-6 2 16,8-3-2-16,13-6 2 15,13-6 0-15,2-5 1 16,9-9 2-16,3-4-1 16,-3-8 1-16,-4-2 0 15,-5-4 1-15,-7-4 0 16,-14 1 2-16,-8 2 0 15,-18 3 2-15,-12 5-3 16,-15 8 0-16,-11 15-4 16,-20-11 2-16,0 24-1 0,-12 6-2 15,3 5 1-15,-4 4-2 16,2 3 2-16,5 3 0 16,8 1 4-16,6-6-3 15,9-1 1-15,6-5-2 16,9-6 1-16,6-7-1 15,4-8 0-15,4-9 0 16,5-5 2-16,6-11 0 16,-2-11-2-16,1-13 1 15,2-10 1-15,2-9-1 16,-2-10 2-16,-1-9-1 16,-2-7-2-16,-6 2 0 15,-3 7 0-15,-3 11 3 0,-9 9-3 16,-6 15 2-16,-1 15-4 15,-7 33-1-15,0 0 1 16,-26 9 2-16,4 25 0 16,2 15-3-16,-2 11 4 15,1 11-2-15,-1 9 1 16,2 6 3-16,13 4 1 16,7-3-2-16,7-7 2 15,7-9 1-15,12-9-2 16,6-12 1-16,4-12-2 15,13-14-58-15,-1-18-22 16,10-13-13-16,4-16 0 16,6-11 1-16,-1-18 17 0,5-9 31 15,2-12 43-15,-4-13 58 16,1-2 19-16,-7-9 16 16,-5 0-4-16,-2 0 3 15,-5 15-21-15,-12 10-27 16,-5 13-42-16,-12 17 0 15,-9 22-1-15,-14 20 0 16,3 26-1-16,-20 20-1 16,-2 15 1-16,-7 17-3 15,-7 10 4-15,1 14-2 16,-4 2 1-16,1-2-2 16,2-5 3-16,7-12 0 15,0-12 3-15,3-16-3 0,4-11 2 16,6-16-2-1,0-11 3-15,13-19-3 0,0 0 0 16,-10-17 1 0,10-11-1-16,7-7 0 0,9-6-2 15,6-6-1-15,4-3-2 16,14 0 2-16,9 5 0 16,11 3 0-16,8 7-1 15,5 9-1-15,3 7 2 16,-3 7 2-16,-2 5 0 15,-6 6 1-15,-10 1 0 16,-13 1-2-16,-9 3 1 16,-14 1 0-16,-19-5 0 0,7 21 0 15,-21-7 0 1,-12 10 1-16,-5 5 0 16,-6 9 0-16,-1 0-1 15,-2 6 2-15,7-1-1 0,5-1 1 16,8-4-2-16,7-9-1 15,10-8 1-15,3-21 0 16,23 19 1-16,-1-23 0 16,4-4-1-16,7-8-1 15,-3-3 1-15,4-5 0 16,3 0 0-16,-2-2 1 16,1 1-2-16,-7 5 0 0,3 2 0 15,-6 6 1 1,0 4 0-16,-4 8 0 15,1 5 0-15,-2 5-1 16,-2 4 2-16,0 2-1 0,4-1 1 16,3 1 0-16,0-4-1 15,3-5 0-15,1-5 0 16,1-9 1-16,-2-7-2 16,1-10 2-16,-1-8-2 15,-6-6 1-15,3-12 0 16,-3-9 0-16,-4-13-2 15,3-8 3-15,1-8-2 16,-1 5 2-16,-4 3-2 16,-6 7 3-16,2 13-2 15,-6 15 0-15,-4 19 0 16,-4 26 0-16,-19 14 0 16,1 20-2-16,-1 15 1 0,-3 11-1 15,-1 8 1-15,1 4 0 16,-1 1 2-16,9-5-1 15,6-8 1-15,4-6 1 16,4-13 1-16,4-9 1 16,8-13-1-16,2-9 1 15,8-10-3-15,4-10 0 16,9-4 1-16,1-7-2 16,9 0-1-16,1-1 0 15,2 3-1-15,1 8-1 16,-9 8 1-16,-6 11 2 15,-4 13-3-15,-11 9 3 16,-12 6-1-16,-14 7 1 0,-12 6 1 16,-14-1 0-16,-5-3 1 15,-4-1-2-15,-7-10 4 16,-3-8-3-16,4-7 0 16,3-7 0-16,5-5-1 15,7-5 0-15,8-4-1 16,5-5 1-16,20 7 0 15,-9-20-1-15,9 20 1 16,38-33-2-16,-1 12 1 16,8-5 1-16,12-7 0 15,12-3-1-15,6-4 0 16,8-5 0-16,2-5-1 16,6-7 1-16,2-6-1 0,5-10 2 15,-5-3-3-15,-4-5 3 16,-6-4-3-1,-8 0 5-15,-9 7-3 16,-18 9 6-16,-9 14-3 0,-20 13 0 16,-16 15-2-16,-18 18 1 15,-15 18-1-15,-15 18-2 16,-4 11-1-16,-6 16-3 16,-6 8 3-16,2 11-2 15,7 7 4-15,14-1-3 16,8-1 4-16,16-5-1 15,18-7 2-15,13-9-1 16,18-10-1-16,10-9 1 0,11-12-1 16,3-11 1-16,1-10-2 15,6-8 1-15,-5-9 2 16,-9-9-1 0,-7 0 2-16,-8-5 5 0,-9 2 6 15,-8 1-2-15,-11 8-1 16,-9 15-5-16,-16-12-2 15,-10 20-2-15,-3 8-1 16,-1 10-7-16,-1 5-5 16,2 6 2-16,3-1 2 15,10 0 3-15,16-1 2 16,12-6 3-16,18-6-1 0,15-9 1 16,10-6 0-16,10-6 0 15,9-5-2 1,4-6 0-16,0-7-50 15,2-1-75-15,-2 0-31 16,-15-11-2-16,-2 5-4 0,-16-8 1 16</inkml:trace>
  <inkml:trace contextRef="#ctx0" brushRef="#br0" timeOffset="-164213.96">1296 17393 533 0,'-4'-17'182'15,"4"17"-3"-15,-14-18-59 0,14 18-111 16,0 0-9-16,-15-1 0 16,11 23 0-16,1 11 0 15,-2 10 0-15,-2 7 0 16,3 6 0-16,-3 4 0 16,0 1 0-16,2-11 0 15,2-8 0-15,3-11 0 16,-4-12 0-16,4-19 0 15,0 0-9-15,0 0-5 16,30-24-1-16,-8-6 2 16,8-6 1-16,11-6 5 15,8 3 4-15,7 0 2 16,1 7 1-16,5 7 4 0,-4 17 5 16,-3 11 4-16,-6 16 3 15,-13 12 2-15,-10 14-4 16,-10 7-14-16,-9 9 0 15,-14 5 0-15,-9 1 0 16,-13 2 0-16,-16-8-13 16,0-2-120-16,-8-14-32 15,-6-19-17-15,4-16-3 16,1-25 1-16,11-15 24 16</inkml:trace>
  <inkml:trace contextRef="#ctx0" brushRef="#br0" timeOffset="-163695.6">1322 17327 481 0,'0'-24'179'0,"0"24"-6"16,0 0-50-16,0 0-72 16,0 0-50-16,31-12-1 15,-1 5 3-15,11-10-1 16,8-6-1-16,10-8 0 15,9-7-6-15,3-7-17 16,0-9-43-16,4-3-15 16,-6-9-20-16,-5 2-4 15,-12-3-2-15,-3 1-1 16,-14 2 5-16,-9 3 20 0,-9 2 60 16,-17 7 41-16,-14 6 51 15,-12 6 37-15,-5 12 5 16,-6 4 2-1,-1 8 0-15,-5 3-3 0,15 11-16 16,-5-2-34-16,33 4-61 16,-14 18 0-16,32-6 0 15,20 5 0-15,14 7 0 16,15 9 0-16,15 11 0 16,12 11 0-16,6 16 0 15,5 12 0-15,-5 21 0 16,-9 14 0-16,-6 13 0 15,-18 9 0-15,-18 4 0 0,-23 5 0 16,-26-2 0-16,-30-7 0 16,-25-5 0-1,-28-12 0-15,-25-17-106 16,-19-23-71-16,-5-14-9 0,-5-34 0 16,10-16-7-16,4-31 19 15</inkml:trace>
  <inkml:trace contextRef="#ctx0" brushRef="#br0" timeOffset="-159056.3">4483 16965 424 0,'8'-29'161'0,"-8"-4"-29"16,-5-2-30-16,-9 3-15 15,-5-1-33-15,0 5-49 16,-10 7-1-16,-1 9-1 16,-5 9-1-16,-4 13-1 15,-3 18-1-15,0 17 0 16,2 20-2-16,-5 15 2 16,7 19-2-16,2 10 0 0,6 7 2 15,14 1-2-15,9-4-1 16,11-9 1-1,12-12 1-15,13-16 1 16,13-23-1-16,10-20 1 0,14-22-2 16,5-25 1-16,9-21 1 15,8-20-3-15,3-21 0 16,-3-16 1-16,2-14 0 16,-8-13 0-16,-7-6 3 15,-15 2-2-15,-8 4 1 16,-10 12 1-16,-12 15 2 15,-8 16-2-15,-11 17 2 16,-6 21 1-16,-5 15 0 16,0 23 0-16,-16 23-1 15,4 17 1-15,-5 22-4 16,-2 14 2-16,-1 16-2 16,-2 8 0-16,-1 13-2 0,6-4 1 15,1-5 1-15,4-14-2 16,2-21 2-16,6-15-3 15,1-16 1-15,3-12-2 16,0-26 2-16,0 0-2 16,26-16 0-16,-9-13 1 15,2-8 0-15,7-4 3 16,6-1-2-16,4-1 3 16,2 3-2-16,6 7 3 15,-3 12-2-15,-3 13 3 16,2 15 0-16,-5 8-3 15,-2 16 3-15,-3 9-2 16,-4 5 3-16,0 5-4 0,-7-3 2 16,0-2-2-16,-4-7 2 15,3-7-2-15,-3-13-2 16,5-15 0-16,2-10 0 16,1-12-1-16,6-10 1 15,1-13-1-15,-1-3-1 16,4-5 3-16,-5 2-1 15,-2 4 2-15,-3 8-1 16,-6 8 4-16,-8 11-3 16,-9 17 2-16,0 0 0 15,0 0-1-15,10 41 1 16,-10-9-2-16,3 4 0 16,1 2-1-16,5 2 3 0,5-2-4 15,1-5 1-15,4-4 1 16,0-11-2-16,2-6 1 15,5-11-1 1,-3-6 0-16,3-9 0 0,0-10-1 16,-4-9 2-16,1-7 1 15,-7-6 1-15,-1-6 0 16,-4-4 0-16,-8 1 1 16,-6 5 1-16,-4 5 2 15,-9 5 0-15,-3 12 0 16,-7 6 0-16,-7 11 2 15,0 10-2-15,-2 11 0 0,2 6-2 16,-1 4 0-16,4 5-3 16,4 1-1-16,7 0-1 15,12-2-1 1,4-2 1-16,9-6-1 16,7-1 0-16,4-4-1 0,11-4 1 15,8-5 0-15,6-4-1 16,6-3 1-16,11-2-1 15,-3-5 2-15,5-1 0 16,5-2 0-16,-6-2 1 16,3-1 0-16,-9 3 1 15,-6 3 0-15,-4-1 2 16,-9 7 1-16,-16 0 0 0,-2 6 1 16,-17 0 0-1,9 16-2-15,-15 1 1 0,-4 6 1 16,0 10-3-16,-3-1-2 15,3 12 0-15,5 2-2 16,-2 1 0-16,7-2 0 16,9-5 2-16,1-5-2 15,6-9 0-15,4-6 3 16,3-11-2-16,5-7 1 16,-2-13-1-16,0-8 1 15,0-10 0-15,0-7 0 16,-7-11 0-16,-2-5-1 15,-8-7 1-15,-5-5 1 16,-8 5 2-16,-5 6 1 16,-8 6 1-16,-6 7-1 15,-3 12 2-15,-5 11 1 16,-2 15-1-16,-3 13 0 0,1 8-3 16,2 8 1-16,-2 8-4 15,9 3 1-15,4 0-4 16,8 0 2-16,7-3-2 15,10-6 1-15,8-6-2 16,8-6 2-16,10-10 0 16,8-9-1-16,8-5 1 15,7-8 0-15,2-8 1 16,5-8 2-16,5-5 1 16,-1-4-3-16,-3-3 2 15,-4 3 0-15,-8 2 0 16,-6 5-1-16,-9 7 2 15,-10 5-3-15,-8 11 3 0,-15 10 3 16,0 0 0-16,0 0-3 16,0 0 1-16,11 33 1 15,-11-9-2-15,3 4 1 16,9 4-5-16,-1 5 1 16,4 4 0-16,-1 1 3 15,5 3 0-15,-6 0 1 16,0-7 0-16,-6 0-2 15,-1-7 4-15,-6-1-3 16,-6-8 0-16,-1-3-4 16,7-19 2-16,-29 12-1 15,6-13 1-15,1-3 0 16,-4-3 0-16,0-3-1 0,0 1 2 16,7 0-1-16,3 3 0 15,16 6-1-15,-21-9 1 16,21 9 1-16,0 0-1 15,17-2-1-15,3 0 0 16,2-3 0-16,4-5 0 16,7-1 3-16,9-8-3 15,-1-7-1-15,8-3 1 16,3-6 1-16,0-6 1 16,0-2 0-16,0-1 0 15,0-2-2-15,-6 2 3 16,-8 3-1-16,-2 6 1 15,-13 9 0-15,-8 9 2 0,-15 17 3 16,0 0-2-16,0 0 0 16,-8 19 1-16,-13 17 2 15,-5 6-1 1,0 8-1-16,0 7-2 0,7 9-4 16,0-2 1-16,6-3 0 15,13-10-1-15,13-7-3 16,9-11 1-16,11-9-1 15,9-17 1-15,6-16 2 16,11-13 0-16,9-13 2 16,0-12 1-16,3-10-2 15,4-7-4-15,-4-9-67 0,0 2-43 16,-5 7-28-16,-14 0-18 16,2 9-6-16,-18 1-2 15,2 9 37 1</inkml:trace>
  <inkml:trace contextRef="#ctx0" brushRef="#br0" timeOffset="-152692.78">9893 16391 367 0,'-12'-23'149'0,"-2"4"-23"16,14 19-7-16,-22-26-18 15,22 26-24-15,-16-5-33 16,16 5-44-16,-3 42 0 16,6 4-6-16,6 17 2 15,1 16-5-15,2 16 3 16,-1 14 5-16,-1 9 5 15,-1 0-4-15,-6-7-2 16,-3-11 2-16,0-15-1 16,-7-18 0-16,4-15-1 15,-2-15 2-15,5-17-1 0,0-20 2 16,0 0 2-16,-4-31 1 16,4 0 0-16,4-9 0 15,-1-3 0-15,9-5-1 16,2-3-1-16,5 5-2 15,7 4 0-15,9 6-1 16,-2 6-1-16,5 6 1 16,2 8 0-16,-2 4-2 15,-1 7 0-15,-6 7-1 16,-5 7 0-16,-3 4 1 16,-2 8 0-16,-2 3 1 15,0 2 1-15,0 2 1 16,-2-4 1-16,6-1 1 0,-1-9 2 15,4-7 0-15,6-9 0 16,-3-12-1-16,8-7-1 16,-3-8-2-16,3-8 1 15,-3-2-2-15,-1-8 1 16,-3 0-1-16,-8 2 1 16,-2 7-2-16,-7 9-1 15,-4 4-1-15,-9 25 1 16,0 0-1-16,4 26 1 15,-8 26 2-15,1 21-3 16,3 19 2-16,0 24 1 16,3 19 6-16,1 14-5 15,3 5 5-15,-4-5-6 0,-3-9 2 16,4-12-5-16,-11-21 2 16,0-19 0-16,-6-24-1 15,0-24 1 1,-7-24-1-16,1-21 6 0,-3-16-1 15,-8-22 4-15,8-16 0 16,-4-14-2-16,3-7-1 16,6-6 0-16,5 1-1 15,15 4-2-15,9 5-3 16,14 8 4-16,14 4-2 16,9 7 4-16,12 3 0 15,6 1 0-15,4-1 0 0,4-1-2 16,-4-3 1-16,2-2-2 15,-2 1-1 1,-6 0 0-16,-3-3-2 16,-8 3 1-16,-2 2-1 15,-10 7 3-15,-6 6-1 0,-10 10 2 16,-3 8-2-16,-11 7 0 16,-12 19-2-16,0 0 0 15,0 0 1-15,3 38-1 16,-11 9 0-16,4 17-2 15,-3 17 5-15,4 21-2 16,3 14 3-16,0 12-2 16,0 2 3-16,0-5-3 0,0-11 2 15,0-14-2 1,-4-17 1-16,-1-20 0 16,2-20 4-16,-4-22-2 15,7-21 1-15,-7-23 1 0,3-20-1 16,4-23 1-16,4-17-3 15,-1-21 3-15,4-8-5 16,12-3 3-16,4 3-3 16,6 12 2-16,4 11-2 15,5 18 1-15,-1 21 0 16,-2 22 1-16,-6 16-2 16,-3 14 2-16,-26-2-2 15,19 35 0-15,-22-3 1 16,-9 10-2-16,-6 3 1 0,-6 7-3 15,-9 2 1 1,0 1-1-16,-2 0 0 16,6-3 0-16,6-5 1 0,6-4 1 15,12-8 0-15,10-9 3 16,9-9-1-16,15-6 3 16,13-13-2-16,10-10 1 15,9-12 0-15,5-15 2 16,5-6-2-16,7-10-1 15,-3-6 1-15,-4-6-1 16,-4-6 1-16,-11 1-1 16,-11 6-3-16,-14 10 0 15,-5 8-1-15,-19 12 1 16,-10 11 0-16,3 25 1 16,-35 11 2-16,13 18-1 15,-8 11 2-15,1 10-1 0,3 6 2 16,3 2-2-16,7 1-2 15,13-3 2-15,15-6-3 16,11-9 3-16,10-9 0 16,12-12 2-16,10-11-2 15,6-9-27-15,8-9-86 16,-1-17-41-16,10 0-15 16,-7-13-1-16,8-1-2 15,-5-14 8-15</inkml:trace>
  <inkml:trace contextRef="#ctx0" brushRef="#br0" timeOffset="-152111.36">13622 16778 420 0,'75'-20'159'15,"-15"9"-35"-15,-13 11-24 16,-9 12-22-16,-15 4-26 16,-9 6-48-16,-9 3-3 15,-14-1-1-15,-4-7 0 16,-7-12 1-16,-6-12 0 15,0-12 2-15,0-19 0 16,4-14-1-16,3-12 0 16,15-8 2-16,8-4-2 15,11 3-1-15,15 9-3 16,6 10-2-16,6 21-3 16,3 21 4-16,4 29-1 15,-8 25-4-15,-4 29 4 16,-8 28 1-16,-10 27 1 0,-7 21 2 15,-12 16 2-15,-5 5 0 16,-9-4 1 0,-1-5 2-16,-1-18-4 0,6-20 1 15,-1-24 0-15,6-23 3 16,5-29-2-16,5-19-1 16,-5-26-2-16,18-22 2 15,-10-23 1-15,3-16-2 16,-8-17 2-16,1-8-5 15,-8-4 1-15,-6 1-1 16,-2 10-1-16,-11 13 0 0,-3 17 1 16,-3 15 1-16,-8 17-3 15,2 11 2 1,-1 12-1-16,5 4 1 16,5 5 3-16,5-1 2 15,21-14-1-15,-5 23 3 0,5-23 0 16,41 5-2-16,-3-12 0 15,18-7-45-15,12-5-71 16,10-3-33-16,3-11-20 16,17 0-8-16,-1-12 0 15,7 5 37-15</inkml:trace>
  <inkml:trace contextRef="#ctx0" brushRef="#br0" timeOffset="-151090.65">15191 16553 536 0,'-7'-41'177'16,"-1"3"-43"-16,4 3-47 15,-6 2-72-15,6 7-9 16,2 6-6-16,2 20-1 16,0 0-5-16,0 0 0 15,9 45 0-15,-5 12-2 16,3 21 1-16,-4 22 1 15,-1 25 2-15,-2 20 4 16,-5 19-1-16,-9 4 3 16,1-2 1-16,-4-13 0 15,8-16-1-15,3-21 1 16,6-23 1-16,10-25-4 16,6-34 2-16,6-25-2 0,8-25 0 15,3-22-1-15,-6-21 2 16,3-17-3-16,-11-19 1 15,-2-14 2-15,-5-2 0 16,-8 4 0-16,-4 10-3 16,-12 15 3-16,-2 17-3 15,-9 18 2-15,1 21-3 16,-1 14-1-16,4 10 1 16,2 6 1-16,17-4 3 15,0 0-1-15,0 0 2 16,26-11-1-16,10-13 2 15,9-7 0-15,11-11 0 16,5-8-3-16,5-11 1 0,-2-3-2 16,0-3 1-16,-5-6 0 15,-7-1 2-15,-10-1 0 16,-9 1 0-16,-14 1 1 16,-9 9-3-16,-8 9 1 15,-4 10 0-15,-8 14 0 16,-6 15-3-16,-1 20 0 15,-2 23-2-15,0 23 0 16,0 25 2-16,1 22 1 16,3 24-1-16,-4 21 0 15,5 17 1-15,-2 13-2 16,0-3 3-16,6-3 2 16,7-17 0-16,3-16-1 0,7-20 0 15,8-25 2-15,11-27 1 16,11-25 0-1,1-24-1-15,7-19 0 16,0-19-1-16,-2-19-1 0,-1-17 1 16,-9-16-5-16,-10-8 1 15,-15-4 3-15,-4 1-3 16,-13 6 0-16,-13 11-4 16,-8 8 3-16,-15 17-2 15,-4 14 5-15,1 14-4 16,-4 8 1-16,3 10 2 15,6 1 0-15,8 3 2 16,12 4 0-16,23-7 0 0,0 0 1 16,19 19 0-16,18-19 0 15,12-3 0-15,8-8 1 16,17-3-2 0,5-8 0-16,11-11-1 0,2-5-1 15,5-7 1-15,0-3-2 16,0-3 1-16,-3 5-2 15,-4 1 3-15,-11 5-1 16,-12 7 1-16,-15 9-4 16,-10 5 3-16,-19 10-121 15,-23 9-46-15,0 0-1 16,-16-16-7-16,-19 9 1 0</inkml:trace>
  <inkml:trace contextRef="#ctx0" brushRef="#br0" timeOffset="-140503.12">17937 16889 147 0,'-26'-5'153'0,"26"5"6"16,-26 0-26-16,11-2-21 15,15 2-17-15,-26 16-18 16,26-16-10-16,-16 26-11 16,16-26-32-16,-7 28-29 0,7-28-6 15,-4 22 6-15,4-22 1 16,0 0 0-16,0 0-2 16,0 0 0-16,0 0 0 15,0 0 0-15,0 0-7 16,0 0-69-16,0 0-38 15,16-7-31-15,-16 7-17 16,17-15-4-16,3 8-1 16,-5-12 83-16</inkml:trace>
  <inkml:trace contextRef="#ctx0" brushRef="#br0" timeOffset="-139900.68">18661 16562 409 0,'-3'-35'150'0,"-8"-3"-29"15,4 2-15-15,-5-2-17 16,5 8-23-16,-5 3-37 15,2 6-24-15,10 21-2 16,-13-24 0-16,13 24 0 16,0 0 0-16,0 0 0 0,-13 19-1 15,13 14-2-15,0 15-2 16,0 18 2-16,0 17-2 16,0 19 0-1,3 16 0-15,1 7-2 0,-1-3 2 16,0-4 2-16,6-9-3 15,2-15 3-15,1-16-4 16,5-20 3-16,6-18-2 16,3-16 4-16,0-13-3 15,5-20 2-15,5-19 0 16,6-13 0-16,3-16 2 16,0-14-2-16,2-12 1 15,-5-12-3-15,-1-9 2 0,-4-4-1 16,-6 1 1-1,-10 0 0-15,-9 5 1 16,-1 10 0-16,-8 14 1 16,-1 16-1-16,-7 13 1 0,5 15-1 15,-4 11 4-15,4 23-4 16,0 0 1-16,0 0-1 16,4 16 0-16,4 15-40 15,-1 5-60-15,9 13-27 16,1 6-12-16,2 7 1 15,0 4 0-15,4-2 0 16</inkml:trace>
  <inkml:trace contextRef="#ctx0" brushRef="#br0" timeOffset="-139128.15">19364 17104 297 0,'4'38'132'0,"-8"-5"-11"15,4-4-9-15,-7-10-13 0,7-1-11 16,0-18-18-16,0 0-27 15,0 0-39-15,4-16-1 16,3-12 1-16,5-10-3 16,5-10 1-16,11-2-2 15,1-4 2-15,8-1-7 16,1 6 3-16,-2 9-3 16,6 13 3-16,-4 14 0 15,-1 13 0-15,-8 13 2 16,-6 12-1-16,-4 8 3 15,-5 9-1-15,-6 3 2 16,-8 0-1-16,0 0 1 0,-6-4-1 16,-7-2 0-16,-2-12-1 15,-3-4 1-15,-4-9-3 16,-1-7 0-16,-3-7-2 16,0-7 1-16,0-4 0 15,0-3-1-15,0-1-1 16,7-1 0-16,0 2 4 15,19 14-2-15,-23-22 1 16,23 22 0-16,0 0 0 16,-15-11 0-16,15 11 0 15,0 0 1-15,15 21-2 16,-15-21 2-16,30 26 0 16,-11-12 0-16,10-2 0 0,3 0 1 15,4-6 0-15,2-8 0 16,6-7 0-16,1-6-1 15,7-10 1 1,0-6-2-16,2-7 2 0,-2-5-3 16,0-4 3-16,-3-1-2 15,-8 1 1-15,-4 0-1 16,-8 9 1-16,-6 7-2 16,-8 7 4-16,-8 8 1 15,-7 16-1-15,0 0 1 16,0 0-1-16,-19 17 1 15,5 11 0-15,-1 5 0 16,-1 8-2-16,2 5-2 0,2 4-2 16,9 0 2-16,3-3-1 15,8-8 2 1,13-4-2-16,3-9 2 16,13-10-1-16,5-8 1 0,10-11 0 15,7-9 0-15,5-11-1 16,2-10-11-16,2-3-102 15,-4-4-50-15,-9-7-4 16,-6 6-3-16,-14-2-1 16,-9 10 15-16</inkml:trace>
  <inkml:trace contextRef="#ctx0" brushRef="#br0" timeOffset="-138624.78">22096 16107 456 0,'56'-26'175'0,"-27"-2"-13"16,-6 9-62-16,-4 12-34 15,-19 7-52-15,0 0-13 16,3 26-1-16,-11 10 2 15,-6 11-3-15,-2 16-1 16,-1 11 1-16,1 13-3 16,1 9-1-16,-3 3 0 15,6-4 2-15,2-5-1 16,1-8 2-16,2-13 3 16,4-12-3-16,3-12 1 0,3-12 0 15,1-9 1-15,3-7-1 16,-7-17 0-16,22 18 3 15,-6-16 0-15,-1-2 1 16,8-4 0-16,6-3 1 16,1 0-2-16,6-1 0 15,6-3 0-15,0 1-3 16,3-2 1-16,-5 1 0 16,-5-1 0-16,-3 0-1 15,-2 0 2-15,-7 0-2 16,-4 0-2-16,0 3-65 15,-19 9-44-15,17-28-39 0,-17 28-18 16,12-33-1-16,-12 33-2 16,-3-38 56-16</inkml:trace>
  <inkml:trace contextRef="#ctx0" brushRef="#br0" timeOffset="-138370.6">22226 16638 397 0,'-38'-3'167'16,"12"3"-32"-16,4 1-33 16,4-2-26-16,18 1-29 15,0 0-37-15,0 0-4 16,0 0-1-16,30-7 0 0,-1-4-1 16,13-2 2-16,7-6-3 15,6-6-1-15,8 1-4 16,-6-11-35-16,2 4-44 15,-14-3-49-15,-7-6-30 16,-8 7-8-16,-16-5 0 16,-9 7-3-16</inkml:trace>
  <inkml:trace contextRef="#ctx0" brushRef="#br0" timeOffset="-138135.43">22289 16043 377 0,'-33'-11'143'15,"7"3"-14"-15,3 1-16 0,8 7-21 16,15 0-33-16,-18-4-35 16,18 4-20-16,0 0 0 15,0 0 1-15,23 11-1 16,-2-11 0-16,1 1 0 16,13-1 1-16,2-1-2 15,8-1-3-15,3-1-1 16,1 3-11-16,-1 1-114 15,-2 4-42-15,2 14-6 16,-15-1 0-16,2 13-3 16</inkml:trace>
  <inkml:trace contextRef="#ctx0" brushRef="#br0" timeOffset="-137857.25">23122 16398 642 0,'38'26'169'16,"-5"5"-53"-16,6 2-119 15,2 6-1-15,6 3 3 16,2 6-1-16,-1 4-1 16,-3 0 3-16,1 0-2 15,-1-3 2-15,-4-3 1 16,-1-6 0-16,-5-7-1 15,-2-7 0-15,-4-9-70 16,-6-8-54-16,-7-18-36 16,-2-1-7-16,-6-21-3 15,3 0 1-15</inkml:trace>
  <inkml:trace contextRef="#ctx0" brushRef="#br0" timeOffset="-137625.07">23844 16370 489 0,'-8'-42'163'15,"1"13"-38"-15,-4 12-27 16,-4 11-35-16,-1 13-47 16,-10 16-24-16,-4 10 2 15,-3 10 5-15,-5 12-2 16,-2 11-2-16,-1 10-1 16,-4 7 3-16,-1 2-3 15,1-3 5-15,2-6 3 16,5-5-5-16,1-12-35 15,11-11-64-15,4-12-44 0,3-23-20 16,19-13-4-16,0 0 1 16,0-35 47-16</inkml:trace>
  <inkml:trace contextRef="#ctx0" brushRef="#br0" timeOffset="-136928.57">24001 16531 413 0,'0'0'168'0,"22"2"-2"0,-22-2-68 16,0 0-46-16,0 0-46 16,0 0 0-16,-3 17 4 15,3-17 0-15,0 0 2 16,-19 12 0-16,19-12-4 15,0 0-5-15,0 0-4 16,0 0-3-16,0 0-3 16,0 0 0-16,0 0 1 15,0 0 2-15,0 0 0 16,0 0 2-16,0 0 1 16,0 0 3-16,0 0 4 15,0 0 1-15,0 0 0 16,0 0-5-16,-7 29 0 0,3-4-1 15,-1 8-1-15,-2 6-3 16,7 6-2-16,0 6-4 16,3 1 1-16,6-4 2 15,5-10 4-15,9-12 2 16,3-10 2-16,12-16-1 16,7-14 4-16,10-14-3 15,4-7 1-15,6-10 1 16,2-6-5-16,1-7 2 15,-2-6 1-15,-5 4-1 16,-9 3 0-16,-12 8 2 16,-9 8-1-16,-8 8-1 15,-6 9 12-15,-12 8-6 0,-5 16 4 16,0 0-4-16,-15 33-6 16,-1-4 2-16,2 9-2 15,-2 6 0-15,1 2-12 16,8 11 4-16,0-1-5 15,10-6 3-15,4-3 2 16,5-6 0-16,6-8 3 16,4-7 3-16,1-7 1 15,3-14 4-15,2-8 3 16,1-9-1-16,-3-14-79 16,0-10-64-16,4-4-24 15,-11-16-8-15,4-3 0 16,-13-13 2-16</inkml:trace>
  <inkml:trace contextRef="#ctx0" brushRef="#br0" timeOffset="-136775.46">24941 15928 485 0,'-14'-34'169'16,"-12"13"-12"-16,0 12-65 16,7 18-50-16,-3 8-108 15,-1 6-62-15,1-4-37 16,8 9-8-16,-5-9-2 15,15 5 1-15</inkml:trace>
  <inkml:trace contextRef="#ctx0" brushRef="#br0" timeOffset="-135568.62">25115 15899 471 0,'36'4'173'0,"-6"2"0"15,1 15-63-15,6 17-83 16,1 16-26-16,-5 13 4 16,0 15-3-16,-2 8-1 15,-8 7 2-15,-3 1-3 16,-14-2 1-16,-3-8-2 16,-8-15 4-16,-2-11-2 15,-4-17 6-15,-1-10-5 16,-2-18-6-16,14-17-1 15,-19-12 0-15,7-14-1 16,9-5 0-16,-4-6 1 16,3-1 0-16,1-2 2 15,10 1 5-15,5 4-2 0,9 6 2 16,13 3-3-16,3 5 0 16,8 3-4-16,11 5 0 15,-3-3 3-15,3 4 2 16,-4 0 1-16,-7 3-1 15,-5 1 2-15,-9 1-3 16,-8 1 3-16,-23 6 5 16,21-3-1-16,-21 3-1 15,-11 24 0-15,1 4 0 16,-13 10-3-16,4 5 1 16,-3 6-2-16,6 3-8 15,-1-2 1-15,8-2-3 0,2-10 3 16,7-8-1-16,7-13 4 15,-7-17 1-15,31 4 1 16,-13-18 3-16,1-5-1 16,-4-9 2-16,6-1 0 15,-5-4 0-15,-1 2-1 16,-1 5-3-16,-5 3-3 16,-6 7 2-16,-3 16-1 15,0 0 2-15,0 0 0 16,14 20-2-16,-12-5 0 15,8 1 2-15,1 1 4 16,8-5-2-16,7-5 0 16,4-9-1-16,4-6 1 0,6-11 0 15,2-11 0-15,3-10 2 16,4-13-3-16,-1-11 3 16,1-13 1-16,-8-9-2 15,-1-8 1-15,-1 3-1 16,-6 4 2-16,-7 9-3 15,-7 14 2-15,-7 14-1 16,-2 19 1-16,-10 31 1 16,0 0 1-16,-3 55-1 15,-6 2 2-15,2 20-2 16,0 14-2-16,0 11 0 16,-1 6-1-16,1-4-2 15,0-7 0-15,1-13 0 0,3-13-3 16,0-19-4-1,-1-19 7-15,8-14-5 16,-4-19-1-16,15-14 1 16,-1-13 0-16,9-11 1 0,3-7 2 15,5-6 4-15,9 1-4 16,1 0 5-16,1 8 2 16,2 13-2-16,-6 13-2 15,-2 13 2-15,-1 13 0 16,-6 13 0-16,-6 13 3 15,-4 9-1-15,-2 9-1 16,-4-2 2-16,-3 1 4 16,-1-4-3-16,-6-6 2 0,1-5-50 15,-4-17-63-15,0-21-32 16,0 0-7 0,-7-19 8-16,3-16 24 15,8-8 37-15,-4-19 64 0,3-13 51 16,4-1 64-16,0-3 29 15,-5-1 8-15,5 7-9 16,-4 11-25-16,-6 8-35 16,6 14-62-16,-10 18-6 15,7 22-14-15,0 0-96 16,0 0-52-16,-22 22-8 16,25 3-5-16,-6-10-2 15,13 8-4-15</inkml:trace>
  <inkml:trace contextRef="#ctx0" brushRef="#br0" timeOffset="-134772.04">27472 16325 666 0,'4'41'176'15,"-1"11"-5"-15,-3 7-175 16,-3 9 2-16,-1 1-1 15,1-3 0-15,3-4-5 16,0-13 0-16,3-11 1 16,8-11 0-16,4-18 1 15,4-14-1-15,6-14 0 16,-1-11 3-16,2-10 2 16,0-3 3-16,0-9-3 0,-3-5 2 15,-1 3-1-15,-8 3 8 16,-7 9 5-16,-7 4-1 15,-7 12 2-15,-9 12-2 16,-10 12-1-16,-3 9-2 16,-4 12 0-16,-2 4-8 15,2 5-3-15,7-1-6 16,4-3-6-16,8-4 2 16,14-20 4-16,3 20-1 15,-3-20 1-15,40-8 0 16,-10-10 0-16,8-2 8 15,7-3 2-15,4 1 1 16,6 1 2-16,6 5-4 0,-2 8 0 16,0 8 1-16,-2 10 1 15,-5 4 1-15,-7 8 3 16,-8 4 0-16,-8 5-2 16,-13-5 5-16,-4 2 1 15,-8-7-1-15,-4-2 0 16,-6-4-4-16,6-15-5 15,0 0-6-15,-24 6-1 16,24-6-1-16,-5-33-1 16,5 7 1-16,3-9-1 15,3-5 3-15,7-3 5 16,3-2 2-16,7 2 3 16,6 1-3-16,8 6 1 0,1 7-1 15,0 8 0-15,5 9-3 16,-4 6 2-16,-1 12 2 15,-2 9 1 1,-6 11 2-16,-4 11-3 0,-4 2 2 16,-3 8-2-16,-3 3 5 15,-2 2-5-15,2-3-2 16,-6-4-4-16,2-9-3 16,2-5 0-16,5-7-4 15,4-13-57-15,3-11-45 16,7-11-15-16,8-13-7 15,8-9-1-15,3-13 10 16,5-8 0-16</inkml:trace>
  <inkml:trace contextRef="#ctx0" brushRef="#br0" timeOffset="-133124.87">29415 16012 351 0,'55'-80'129'0,"-6"9"-4"0,-8 7-8 15,-8 14-15-15,-7 13-21 16,-10 10-31-16,-16 27-42 15,23-5-3-15,-23 24 1 16,0 13-2-16,-4 15 1 16,4 10-1-16,0 13-1 15,-3 7-3-15,3 5 1 16,-2 1 0-16,-2 0-1 16,-6-10 1-16,3-4-1 0,-9-15 3 15,4-8-2-15,-5-11 6 16,5-11-8-1,12-24-3-15,-19 16-2 16,19-16 1-16,-7-30-1 0,15 1 0 16,3-4 1-16,8-2-5 15,4-3 5-15,10 4 3 16,3 1 3-16,9 5-2 16,4 6 2-16,11 8-3 15,3 0-1-15,1 2 2 16,0 1 0-16,2 1 0 15,-5 0 1-15,-9-1-1 16,-7 3 2-16,-15-1 7 0,-8 4 4 16,-22 5-2-1,0 0 2-15,0 0-2 16,-15 33 1-16,-11-9-1 16,-4 7-7-16,4 7-3 0,-3 4-1 15,6-1-5-15,1-1-5 16,9-5 1-16,6-9-5 15,11-6 5-15,-4-20-3 16,19 12 5-16,0-20 0 16,4-6 2-16,3-9 8 15,0-3-3-15,0-6 6 16,3-1-5-16,-3 2 3 16,-3 3-3-16,-4 5 2 15,-9 8 0-15,-10 15 1 16,19-5 1-16,-19 5 1 15,7 29-1-15,-3-8 0 0,-2 5-2 16,5 1-3-16,3-1-1 16,2-5-4-16,2-5 2 15,2-9-3-15,3-9 3 16,0-8 2-16,5-13 0 16,-1-8 4-16,-1-12-3 15,4-14 3-15,0-11-2 16,-3-13 3-16,3-11 2 15,2-12-6-15,-6-2 2 16,4 3-3-16,-5 11 3 16,-2 10-4-16,-3 17 4 15,-2 23 2-15,-6 25 1 16,-8 17 2-16,4 43 1 0,-4 7 0 16,-4 16 1-16,4 14 2 15,-3 10-4-15,1 5-1 16,-1-7-6-16,3-5 3 15,0-10-3-15,0-14 2 16,0-16-8-16,0-13 2 16,0-30-2-16,0 0-1 15,26-7 0-15,-11-21 1 16,8-5 2-16,3-2-1 16,7 3 6-16,2-1 0 15,-2 10 3-15,5 15 1 16,-2 13 5-16,-1 15 1 15,-9 8-2-15,-7 10 2 0,-12 4-1 16,-14 8 1-16,-12 2-4 16,-12-2-6-16,-13-7 0 15,-4-6 0 1,-6-6 0-16,-1-7 0 0,2-8 0 16,8-11 0-16,5-7 0 15,9-5 0-15,10 0-4 16,6-3-8-16,15 10-1 15,-9-17 0-15,9 17-1 16,19-7 3-16,7 7 1 16,5-4 1-16,13-3 7 15,4-1 5-15,10-6-5 16,8-5 6-16,5-5-3 0,7-8 1 16,-2-6 0-1,6-5 2-15,-4-7 0 16,0-9-4-16,-3-9 4 15,-4-6-3-15,-7-6 6 0,-8-3-2 16,-11 2 6-16,-7 7-2 16,-14 6 2-16,-8 14 1 15,-9 13-3-15,-7 13-8 16,0 28-1-16,-23-3 0 16,2 22 0-16,-1 12 0 15,3 17 0-15,0 15 0 16,1 15 0-16,6 8 0 15,9 4 0-15,6 0 0 16,8-5 0-16,4-7 0 16,4-12-6-16,0-16 0 15,4-12-2-15,1-16 1 16,-1-11 1-16,5-13 0 0,1-10 2 16,1-9 0-16,-1-7 2 15,1-4 1-15,-3 0 2 16,-1 5 4-16,-8-1 5 15,-3 11 0-15,-15 17 0 16,0 0 0-16,0 0-6 16,0 0-4-16,-6 36 0 15,6-7 0-15,3 3 0 16,0-1 0-16,17 2 0 0,2-6 0 16,15-4-3-1,8-9-5-15,3-7 2 16,1-11 1-16,0-4 0 15,-4-11-76-15,-5-7-53 0,1-6-31 16,-11-9 0-16,1-1-4 16,-5-8 3-16</inkml:trace>
  <inkml:trace contextRef="#ctx0" brushRef="#br0" timeOffset="-130144.75">33509 15729 405 0,'0'0'138'0,"0"0"-12"16,0 0-11-16,0 0-23 15,-8-19-32-15,8 19-40 16,0 0-22-16,0 0 3 0,1 19-2 16,-2 0 0-16,1 7-1 15,1 2 0-15,-1 2-1 16,11 2 4-16,1-2-1 16,5-4 2-16,-1-9 3 15,3-3-1-15,-2-11 0 16,3-4 1-16,-5-6-1 15,3-5-2-15,-3-9 2 16,-3-5-3-16,2-5-1 16,-5-6 0-16,1-2 0 15,1-5-2-15,-6 3 3 16,2-2-2-16,-4 8 2 16,1 2 1-16,3 11 1 0,-7 1-3 15,0 21 0-15,0 0-1 16,28 7 0-1,-15 19 0-15,7 12-4 16,-1 14 1-16,3 17-2 0,-1 16 6 16,2 12-3-16,-8 5 5 15,1 10-2-15,-6-1 0 16,-3-7 0-16,5-7-3 16,-1-12 3-16,1-13-3 15,7-14 3-15,2-15-2 16,-2-16 4-16,3-11 2 15,1-11-1-15,0-13 0 16,-1-15-1-16,-3-10-2 0,-5-15-1 16,-7-9 3-16,-10-11-1 15,-4-3 4-15,-9-5 1 16,-10 2 3 0,-10 3 0-16,-3 8 2 0,-1 13-1 15,-1 5-73-15,3 10-54 16,8 8-26-16,4-1-24 15,23 6-3-15,10-6-2 16,19 2 1-16</inkml:trace>
  <inkml:trace contextRef="#ctx0" brushRef="#br0" timeOffset="-129228.1">34657 15608 334 0,'71'-10'166'0,"-9"-6"-16"16,-9 6-29-1,-8 0-22-15,-12 1-23 16,-6-2-42-16,-9-4-34 0,-10-2 3 16,-4-4 0-16,-13 0 2 15,-1-3-2-15,-9 0 2 16,-4-2-2-16,-3 5 4 16,-3 4-2-16,-1 6 1 15,1 6-4-15,1 10-1 16,2 11-1-16,3 13 0 15,6 16 0-15,5 16 0 0,5 18 0 16,7 17 0 0,10 14 0-16,6 8 0 15,3 7 0-15,7-1 0 16,3-4 0-16,1-9 0 16,-4-11 0-16,-7-12 0 0,0-17 0 15,-8-12 0-15,-6-16 0 16,-5-15 0-16,-9-12 0 15,9-16 0-15,-33-13 0 16,11-9 0-16,-4-7 0 16,-4-6 0-16,4-3 0 15,0-2 0-15,3 0-4 16,8-3-6-16,4 3-1 16,15-3 4-16,6 0-4 15,13-2 5-15,15-6-3 16,5-2 6-16,15-6 2 15,4 0 1-15,6-3-2 0,0-4 0 16,-1-3 3-16,-8-1-1 16,-3-1 4-16,-11-1-3 15,-12 1 5-15,-10 8 0 16,-8 6 1-16,-8 9 2 16,-7 6-1-16,-3 11 0 15,-8 9-4-15,11 22 3 16,-26-18-3-16,11 20-3 15,-1 10-1-15,-1 9 0 16,1 17 0-16,6 14 0 16,1 19 0-16,2 16 0 15,10 15 0-15,1 10 0 16,8 8 0-16,5 3 0 0,6-8 0 16,-1-2 0-16,10-13 0 15,-6-10 0-15,0-15 0 16,-5-15 0-16,-2-11 0 15,-7-14 0-15,-2-11 0 16,-10-24 0-16,0 0 0 16,-22-7 0-16,4-17 0 15,-1-9 0-15,-3-7 0 16,-1-7 0-16,4-5 0 16,5-3-10-16,9-1-1 15,10-1 2-15,18 0-1 16,6-3 5-16,16 1-2 15,7 0 4-15,14 0 2 0,9-3-37 16,8-1-96-16,6 6-27 16,-9-5-2-16,-2 5-4 15,-16-11-2-15</inkml:trace>
  <inkml:trace contextRef="#ctx0" brushRef="#br0" timeOffset="-119529.21">3568 18480 86 0,'0'0'42'16,"0"0"-2"-16,0 0 1 16,0 0 0-16,0 0-2 15,0 0-6-15,0 0-4 16,0 0 0-16,0 0-3 0,23 2-3 15,-23-2-8-15,33-4 1 16,-7 3 6 0,8-3 14-16,6 4-2 15,5-3 1-15,7 4 1 0,9-1 1 16,7 4 1-16,1-2 0 16,8 1-8-16,4 2-10 15,4 0 6-15,2-3-2 16,3 0-2-16,-1-6-1 15,8 1-3-15,0-7-3 16,1-4-2-16,2-2-3 16,-3-5-7-16,8-1 0 15,0-2 1-15,0-1-3 16,-1-1 3-16,3 2-3 16,-1 2 3-16,2-1-3 15,-2 2 1-15,-2 4-2 16,0 1-1-16,-10 3 1 0,-4 2-2 15,-12 4 2-15,-3 2 1 16,-13 3 0-16,-4 2 0 16,-15 4 0-16,-8-1 0 15,-6 1 1-15,-10-1 0 16,-19-3-2-16,23 7-3 16,-23-7-13-16,0 0-57 15,0 0-32-15,0 0-19 16,-35-5-12-16,6 0-11 15,-16-6-5-15,-11 8-9 16</inkml:trace>
  <inkml:trace contextRef="#ctx0" brushRef="#br0" timeOffset="-117253.59">4226 18464 71 0,'90'-24'29'15,"14"0"11"-15,0-4-2 16,13 6 6-16,-1-3 0 16,11 6 2-16,-1 0-1 15,1 0 7-15,0 4 9 16,3 1-9-16,-1 4-5 16,-3-3-10-16,1 5-3 15,0 1-3-15,-4 0-2 16,0 3-8-16,0 1-6 15,-3 1-2-15,3 1 2 16,-3 1-2-16,-3 0 3 16,-1-4 2-16,2 2 1 15,-5-3 1-15,3 0-1 0,-5-4-3 16,2 2-2-16,-2-1 0 16,5-3-2-16,-6 1-4 15,1 0-2-15,5-1-5 16,0 3 1-16,-5-1-1 15,6 0 1-15,-6 2-2 16,-2 2 0-16,2 2 0 16,-5 1 0-16,2 2 0 15,-4 0-1-15,-3 2 0 16,1 1 1-16,-1 4 0 16,6-2-1-16,-2 2 1 15,4 2 1-15,-2-2-1 0,3 1 1 16,1-1-2-1,-2 0 0-15,-1-2 0 16,1-1 1-16,2-1-2 0,2-1 0 16,2 0 1-16,-2-4 0 15,6 0-1-15,1 2 1 16,3-1 0-16,1-1 0 16,2 0 0-16,1-3 0 15,0 0-2-15,5-2 2 16,-6 3 1-16,5-3-3 15,4-1 1-15,-8 3 1 16,6-2 0-16,-2 3-1 16,0-1 1-16,3 2-2 0,-5 1 1 15,4 2 1-15,-3 0 0 16,6-2-1 0,-3 2 0-16,-1 2 1 15,2 1-1-15,-2-1 3 0,5-4-1 16,-5 1 0-16,5 1-1 15,-7-2 1-15,6 0 0 16,-6 2-1-16,2-3 2 16,-2-3-1-16,4 3 0 15,-6 0 0-15,2-1 1 16,1-1 0-16,-5-4 1 16,3-3 0-16,-6 0-1 15,4-2 1-15,-4 0 0 16,0-5-1-16,4 0 1 15,-4 2-3-15,0-2 2 16,4 3-2-16,0 2 0 16,-4-1 1-16,2-2 0 0,-2 3-2 15,1-4 2-15,-1 1-1 16,-5 1 1-16,-2-4 0 16,0-1 0-16,-3 4 0 15,2-1 0-15,-2 3 0 16,-2-1-1-16,-2 2 1 15,2 0-1-15,-1 2 1 16,1-1 1-16,-2 0-1 16,-1 1 0-16,1 0 0 15,-1 0 1-15,-1 2-2 16,3-1 2-16,-3 3-1 16,3 1-1-16,1 0 0 15,-2-2 2-15,2 2-2 0,-2 2 1 16,3 0 0-16,-3-2 0 15,5 2 0-15,-4-2 0 16,1 0 0-16,2 2 0 16,0-2 0-16,1 2 0 15,-1-2 0-15,2 1-1 16,1-1 1-16,-3 4 1 16,1-4-1-16,3 0-1 15,-1-1-1-15,4-3 1 16,-4 1 3-16,5-6-3 15,-1 2 5-15,3-3-7 16,1 1 5-16,-5 1-3 16,5-1 7-16,-5 1-7 0,1-1 1 15,3 2 0-15,-3 0-2 16,0 1 2-16,0-3-1 16,0 4 1-1,-2-2-1-15,-2 5 0 0,0-1 1 16,-5 3 0-16,2 0 0 15,0 2 0-15,2 1 0 16,-6 1 1-16,5 1-1 16,-4-1 1-16,1-1 0 15,2 3-1-15,-4-3 1 16,2 2 0-16,2-1 1 16,-2-2-2-16,2 0 1 0,1 1 0 15,3-1 1-15,-1-4 0 16,0 2-1-16,4 2 0 15,-2-2-2 1,2 0 1-16,-4 0 0 16,4 2 1-16,-4 0-2 0,4 0 0 15,2 0 0-15,-6 1 2 16,4 1 1-16,-4 1 0 16,4 2-1-16,-6 0 0 15,3 0 0-15,-1 0 0 16,-3 2 0-16,5-1 1 15,-5 1-2-15,3 0 0 16,4-2 0-16,-2 2 0 0,2-1 0 16,-1-1-1-16,1 0 1 15,3-1-1-15,4-3 1 16,0 1 2-16,-2-4-3 16,5-2 2-16,0-1-1 15,2-4 3-15,2 2-3 16,-1-2 1-16,3 0-1 15,3-1 1-15,-2-1-3 16,-2 2 3-16,2 2-4 16,-1 2 3-16,1-3-1 15,-5 3 2-15,-2 0-3 16,0 3 2-16,-5 0 0 16,2 2 0-16,-4-1 0 0,-3 3 0 15,-2 0-1-15,-2-1 0 16,0 2-1-1,1-1 1-15,-3 1 1 16,3 0 0-16,-5 1-2 0,3-3 2 16,1 1-1-16,4 1 1 15,0 0 1-15,0 2-1 16,-1-1 0-16,5 1 0 16,2 1 2-16,1 1-1 15,0 1 0-15,3 1 0 16,2-1 1-16,2 1 0 15,1 1-1-15,2 0 1 16,2 2 0-16,0 2-3 16,-2-1 3-16,-2 1-1 15,-1 2 0-15,-4-3 0 16,-5 4 0-16,-2-1-1 16,-12-1 1-16,-1-3-1 0,-6 0 0 15,-10 2 0-15,-9-6 0 16,-14 1 2-16,-10-10-68 15,-14-8-71-15,-9 1-21 16,-26-19-5-16,-5 1-9 16,-33-21-15-16</inkml:trace>
  <inkml:trace contextRef="#ctx0" brushRef="#br0" timeOffset="-110957.11">5321 18897 672 0,'0'-26'200'15,"-2"9"-49"-15,2 17-151 16,0 0 0-16,0 0 0 16,-13 2 0-16,4 24 0 0,2 15 0 15,-7 16-3-15,9 23-14 16,-2 20-7-16,3 23 15 16,4 28 15-1,7 11-1-15,9 10 1 0,7 1-1 16,6-2-3-16,9-13 0 15,2-15 2-15,9-21-6 16,-1-27-4-16,8-19-2 16,-2-28-42-16,5-18-52 15,0-23-37-15,-2-28-33 16,-1-14-3-16,-4-20 1 16,0-9 3-16</inkml:trace>
  <inkml:trace contextRef="#ctx0" brushRef="#br0" timeOffset="-110252.61">6281 19520 408 0,'0'-38'174'0,"-9"0"-4"16,-1 9-68-16,3 6-30 15,-5 8-37-15,12 15-23 16,0 0-4-16,0 0-2 15,-16 0-1-15,16 22-2 16,2 9 1-16,5 11-1 16,3 5-3-16,-1 8-2 0,8 2 1 15,3 7 3-15,2-8-3 16,1-10-2-16,3-8-3 16,-4-12 0-1,-3-10 0-15,4-14-1 0,-6-9 2 16,2-11-2-16,0-8 2 15,1-10 1-15,-3-9 3 16,5-5 0-16,-2-9 1 16,2-3-4-16,1-2 1 15,-4-2 1-15,2 5 0 16,-6 8 1-16,4 9-1 16,-5 10 4-16,-5 9 2 15,-9 25 9-15,26-1-3 0,-12 25 1 16,5 18 0-1,7 18-2-15,0 16 1 16,9 21-1-16,1 16-6 0,2 10-1 16,2 10-4-16,-2-5-5 15,-1-3 4-15,-6-4 0 16,-8-14 1-16,-1-13-2 16,-8-15 1-16,-5-13-4 15,-6-18 7-15,-3-6 4 16,-12-16-2-16,-7-14-3 15,-3-10-3-15,-11-14-3 16,0-11 1-16,-9-10 0 16,4-3-2-16,-6-11-1 15,10 0 1-15,1-3 3 16,7-3 5-16,7-1 6 16,5 0-5-16,12 1 2 0,7-1-2 15,12 2 1-15,6 2-4 16,8 0 2-16,9 8-102 15,2 6-57-15,0 1-7 16,1 9-2-16,-8 0 0 16,1 11-3-16</inkml:trace>
  <inkml:trace contextRef="#ctx0" brushRef="#br0" timeOffset="-109815.3">7218 19695 522 0,'0'0'172'0,"-8"-24"-2"16,8 24-85-16,-7-24-84 15,7 24-1-15,0 0 0 16,22 0 0-16,-2 8 1 16,2 6 1-16,1 5 3 15,3 4 1-15,3 10 1 16,-3 5 0-16,-3 5-1 15,-8 2-1-15,-1 2 1 16,-5-1-5-16,-9-1 1 16,-2 0-4-16,-5-6 1 15,-3-8-2-15,-2-4 1 16,1-6-1-16,3-4 3 16,8-17 3-16,-14 19-5 0,14-19-2 15,0 0 0-15,0 0 0 16,0 0 1-16,29 2-1 15,-3-5-3-15,9-4-1 16,8 2 4-16,11-2 4 16,2-2-2-16,-1-1 2 15,4-4-7-15,-1 3-97 16,-10 3-55-16,-11-4-3 16,-3 3-6-16,-15-3 1 15,2 3-3-15</inkml:trace>
  <inkml:trace contextRef="#ctx0" brushRef="#br0" timeOffset="-108908.66">8253 19770 534 0,'30'-13'171'0,"-30"13"0"15,0 0-100-15,19 9-61 16,-19-9 1-16,7 21-1 16,-7-21 0-16,3 24-1 15,-3-24-2-15,0 19-2 16,0-19-4-16,0 0 0 0,0 16-3 16,0-16-3-1,0 0-2-15,0 0 1 16,0 0 1-16,0 0-5 15,2-25 0-15,-7 8 0 16,1-5 5-16,-3-6 2 0,0-7 2 16,-1-6 1-16,-6-4-1 15,-2-5 1-15,4-1 1 16,1 1 3-16,-2 3-4 16,4 8-1-16,-2 6 1 15,3 7 3-15,-3 7 7 16,11 19 2-16,0 0-2 15,0 0 0-15,-15 15 0 16,15 18-3-16,5 9 2 0,-2 11-7 16,11 8-2-1,5 3-5-15,4 4-1 16,3-4-5-16,7-11 1 0,-2-13 1 16,2-9-2-16,0-15 2 15,-2-13 0-15,-5-13 2 16,1-11 2-16,-5-8 2 15,1-9 2-15,-6-9 0 16,-1-7 2-16,-1-5-2 16,-1-5 1-16,-5 0 1 15,1 5-2-15,1 6 2 16,-6 9-3-16,2 10 7 0,-7 8 3 16,0 26 2-1,0 0 1-15,0 0 0 16,10 33 0-16,-6 7-4 15,4 10 4-15,6 14-7 0,5 12-3 16,0 11 1-16,7 6-3 16,1 9 1-16,-1-1-1 15,0-3 3-15,-4-1-6 16,-6-9-1-16,-6-10 1 16,-6-8-3-16,-11-18 4 15,-5-14-5-15,-6-16 2 16,-11-17-7-16,1-15 7 15,-2-18 1-15,-3-13 1 16,-1-13 4-16,4-3-6 16,4-7 4-16,7 0 2 15,9-2 4-15,6 4-4 16,8 8 2-16,11 7-2 0,6 4-2 16,10 7 0-16,-1 3-64 15,6 5-72-15,6 11-27 16,-7-4 0-16,1 11-2 15,-6-9-1-15</inkml:trace>
  <inkml:trace contextRef="#ctx0" brushRef="#br0" timeOffset="-108652.48">9112 19380 505 0,'26'-9'177'0,"-26"9"-4"0,12 26-64 16,-1 0-99-16,-1 12-1 16,2 9-2-16,4 3 1 15,-6 9 0 1,3 2-6-16,1 3 0 0,-4 0-2 16,-1-5-1-16,-6-7-2 15,1-11-83-15,-1-8-52 16,6-7-38-16,-9-26 2 15,0 0-5-15,10-21 1 16</inkml:trace>
  <inkml:trace contextRef="#ctx0" brushRef="#br0" timeOffset="-108179.14">9998 19527 501 0,'6'-21'171'0,"-6"21"-26"16,9-19-53-16,-9 19-51 15,0 0-32-15,-3 18 0 16,-1 4 0-16,2 4 0 15,-1 5 0-15,0 4-3 16,3 1-6-16,-4-1-3 16,1-4 3-16,3-5-1 15,0-5 2-15,0-6-78 16,0-15-39-16,0 0-44 16,0 0-12-16,0 0-3 15,3-15-1-15,-6-4 55 16</inkml:trace>
  <inkml:trace contextRef="#ctx0" brushRef="#br0" timeOffset="-107195.82">10147 19219 502 0,'8'-35'167'0,"6"6"-46"15,-1 5-37 1,-3 1-34-16,2 8-36 16,-12 15-12-16,17-14 3 15,-17 14 6-15,0 0-1 0,9 28-1 16,-5-2 0-16,-1 5 2 16,4 9-1-16,2 6-2 15,1 6-7-15,2-2 0 16,6-1-5-16,-3-8 5 15,-1-3-7-15,2-10-1 16,-1-5-2-16,3-13 1 16,-18-10 0-16,31 4 1 15,-17-15 0-15,8-1 0 16,1-10 2-16,7-3 2 16,-1-4 3-16,2-2-1 15,6-6 3-15,1-1-6 16,-2 0 4-16,3-2-3 0,-3 1 5 15,-5 2-4-15,-1 1 1 16,-8 5-1-16,-3 6 6 16,-5 8 6-16,-14 17-3 15,11-19 0-15,-11 19 1 16,-4 23-2-16,1 4 1 16,3 11 3-16,-4 14-4 15,4 16-5-15,0 15-1 16,4 19 4-16,3 11-3 15,-2 8 1-15,5 3-1 16,-3 4-4-16,2-5-8 16,-2-10 6-16,0-13-1 15,-7-18 1-15,0-15-3 0,-7-15 5 16,3-12 1 0,-8-19 2-16,12-21-2 0,-29-6-3 15,6-21 2-15,1-15 2 16,-1-11 2-16,2-13-3 15,2-10-3-15,10-4 1 16,3 0 7-16,9 2-2 16,9 6 0-16,11 8-3 15,6 3-1-15,1 11 0 16,-1 8 1-16,2 10 4 16,-1 7 0-16,0 10 7 15,-4 13 1-15,-4 9-1 16,1 8 3-16,-4 5 0 0,3 7 0 15,-1-1-7-15,2-2-2 16,3-5-9 0,-4-5-1-16,1-9-1 15,-1-5-3-15,1-8 1 0,-4-13-2 16,-3-7 6-16,1-5 2 16,-8-8 3-16,-6-6 1 15,-3-6 5-15,-3-1 3 16,-6 2 2-16,-8 3-3 15,-6 10-3-15,-5 9 0 16,-5 18-4-16,-3 12 1 16,-6 16-4-16,1 10-6 0,8 10-64 15,-2 0-41 1,9 1-23-16,9-3-14 16,8-16-14-16,9-18-2 15,0 0-1-15</inkml:trace>
  <inkml:trace contextRef="#ctx0" brushRef="#br0" timeOffset="-106820.55">11515 18871 412 0,'26'-47'156'0,"3"8"-31"15,-6 11-23-15,-11 7-27 16,7 12-28-16,-19 9-23 15,30 9-14-15,-13 10-1 16,5 14 4-16,4 10-2 16,13 16 0-16,-1 9-4 0,9 10 2 15,-2 10-5-15,0 5-4 16,-7 6 0-16,-5 1-4 16,-7-1 0-16,-10-7-2 15,-13-7 1-15,-6-6-4 16,-13-15 3-16,-10-10 3 15,0-12 0-15,-9-13 2 16,-1-10 2-16,-6-9 4 16,6-8 0-16,-2-5-3 15,5-4-54-15,3-9-48 16,4-3-41-16,11 0-26 16,4-12-3-16,11-4-6 15,4-8-2-15</inkml:trace>
  <inkml:trace contextRef="#ctx0" brushRef="#br0" timeOffset="-106163.59">13002 18850 543 0,'45'-19'172'0,"-5"14"1"15,-10 16-110-15,-4 9-55 16,-7 15 3-16,0 13-2 16,-3 16 4-16,-9 13-1 0,3 9-4 15,-5 9-2-15,2 1-7 16,-3-5 2-16,-1-4-4 16,-3-11 3-16,0-12-4 15,0-17 0-15,0-9 4 16,0-12 1-16,0-26-6 15,0 0-3-15,0 0-2 16,-7-26 1-16,7-5 0 16,0-4 2-16,4-5-3 15,-1-1-1-15,4-3 4 16,5 5 6-16,2 6-2 16,5 7 2-16,0 5 1 15,0 7 3-15,4 7 1 0,-4 7 2 16,5 7 1-16,-1 4 0 15,3 8 1 1,2 3-1-16,5 4 0 16,0 2-2-16,5 1-2 0,2-3-2 15,-2-2 0-15,4-3-3 16,-6-5 1-16,-1-8-3 16,-2-6 0-16,-4-7-1 15,-6-9 2-15,3-5 0 16,-10-9 2-16,-3-6 7 15,-7-8 1-15,-6-5 2 16,-9 2 5-16,-8 0-8 0,-8 4 1 16,-11 8-6-16,-6 9 3 15,-6 12-7 1,-4 13 2-16,3 18-7 16,0 9-31-16,13 10-79 15,1 6-37-15,9-5-18 0,16 3-4 16,3-14 0-16,21-6 12 15</inkml:trace>
  <inkml:trace contextRef="#ctx0" brushRef="#br0" timeOffset="-102553.46">16660 18643 495 0,'-32'-9'183'16,"32"9"-4"-16,-20 35-70 15,11-1-104-15,9 16-4 16,0 16-5-16,0 12 4 16,0 17-2-16,0 9 0 15,-4 4 2-15,1-6-1 16,0-9-1-16,-1-15-1 0,-5-16 2 16,6-11 1-16,-1-22-5 15,4-29 0 1,0 0 0-16,-13-29 0 15,13-15 1-15,-2-11 3 0,2-13-4 16,-4-13 0-16,1-7 6 16,-1-2 3-16,4 0-1 15,0 5 0-15,4 7-1 16,3 12-2-16,1 11 2 16,3 13 2-16,1 16 4 15,7 16 2-15,2 15 0 16,7 12-2-16,5 16 1 0,8 14 1 15,3 12-3-15,4 10 0 16,10 7-7 0,1 4 2-16,1 0-3 15,-1-3 1-15,-3-7 0 0,1-11-4 16,-8-11-1-16,-6-12-4 16,-8-10 1-16,-9-10-2 15,-7-14 4-15,-19-2 2 16,14-38 2-16,-21-1 5 15,-12-12 1-15,-4-14 2 16,-6-14-1-16,-6-8-2 16,-1-4-2-16,-2 2 0 15,1 8-3-15,8 8-3 16,3 14 2-16,6 13 0 16,8 16 6-16,12 30 2 15,0 0 0-15,0 0-1 16,35 43-11-16,-9-4-92 0,7 13-38 15,12 8-15-15,4 2 4 16,3-3 17-16,9-2 30 16,-9-8 28-16,7-4 55 15,1-7 113-15,-4-7 38 16,-4-5 20-16,0-3-12 16,-7 1-14-16,-7-5-34 15,2 2-29-15,-14-6-43 16,0-4-23-16,0-6 1 15,-6-7-2-15,-5-8 2 16,-1-8-1-16,-5-11 0 16,-2-6 4-16,-4-10 0 15,-6 0 4-15,-4 0 1 0,-2 5 2 16,-5 2 1-16,-1 11-7 16,-5 9 0-16,0 15 2 15,-3 15-3-15,4 12 2 16,0 11-6-16,0 6 1 15,5 11-2-15,2 4 4 16,8 1 3-16,4-2-4 16,7-6-1-16,9-9-6 15,3-9 1-15,4-11-5 16,3-13 4-16,3-12-2 16,8-12 0-16,1-11 6 15,3-8 0-15,5-7 6 16,2-4-2-16,8-2 1 0,-1 4-1 15,9 7 6-15,-8 9 0 16,3 12 0-16,-5 8 1 16,-7 9 0-16,-9 10-2 15,-9 9-1-15,-10 7-4 16,-12 2-1-16,-3 5-5 16,-15 0-1-16,-1 3-4 15,-5-1-1-15,-6-2 5 16,4-7-2-16,0-6 10 15,5-2-2-15,14-18-2 16,-15 19-5-16,15-19 4 16,0 0 1-16,12-26-1 15,-2 7 5-15,13-4-10 0,-1-6 4 16,8-4 3-16,-1-2 4 16,6-3-3-16,-2 2 2 15,0 1-1-15,-5 4-3 16,-2 7 2-16,-5 5 4 15,-21 19 4-15,22-23-5 16,-22 23 1-16,0 0-2 16,0 0 0-16,0 28 2 15,-7-6-1-15,0 6 0 16,4 5-4-16,3 5 8 16,3 5-1-16,8 2-4 15,8-3 0-15,7-4-4 0,12-9 2 16,7-8-7-16,7-12 3 15,7-14-9-15,6-18 6 16,4-15 5 0,2-12-1-16,0-19 4 15,-3-16-1-15,-4-10 0 0,-1-11 0 16,-8-3 1-16,-10 0 1 16,-6 0-7-16,-6 7 6 15,-7 15 2-15,-14 16 5 16,-2 16-5-16,-6 17-6 15,-4 14 3-15,0 24-2 16,0 0 6-16,-23 31-3 16,9 9-4-16,-1 10-3 0,4 12 7 15,-1 9 4-15,5 10 1 16,7 6 1 0,0-1 1-16,11-2-1 15,4-5 1-15,8-6-1 0,-1-9 1 16,8-9-4-16,-1-6-1 15,3-13-5-15,4-8-1 16,-3-7-4-16,2-9 1 16,-2-5-3-16,1-7-2 15,-4-4 0-15,-1-8 1 16,-6-2 5-16,-4-7-92 16,-9-3-48-16,-1 0-22 15,-11-5 3-15,-1 1-5 16,-11-8 6-16</inkml:trace>
  <inkml:trace contextRef="#ctx0" brushRef="#br0" timeOffset="-102332.3">19390 18771 583 0,'-19'0'167'0,"19"0"-1"16,0 0-153-16,16 3-11 15,6-4 0-15,8-3-12 16,3 2 5-16,1-5 2 16,8 0 0-16,5 1-36 15,-5-5-86-15,3-3-42 16,0 6-2-16,-9-10-2 16,6 8-1-16</inkml:trace>
  <inkml:trace contextRef="#ctx0" brushRef="#br0" timeOffset="-100560.04">21154 18816 225 0,'19'38'171'0,"-19"-9"-1"15,-7 1-73-15,-2 3-34 16,-10-7-3-16,5 1 2 16,-5-9-5-16,19-18-54 0,-22 15 0 15,22-15 1-15,-4-28-1 16,15-4-3-16,4-12 0 16,4-9-5-1,11-8-3-15,3-5 4 0,1 4 3 16,-1 5-4-16,2 8 3 15,-9 11 0-15,-3 9 5 16,-9 13 0-16,-14 16 2 16,19 4 1-16,-16 11-2 15,4 11 3-15,2 9-1 16,1 6 0-16,6 10-5 16,3 2 0-16,7 4-2 15,-5 1 2-15,1-5 1 0,-3-4-2 16,-3-6-5-16,-9-10-3 15,-3-7-1 1,-8-9 3-16,4-17 1 16,-29 10 4-16,6-15 2 0,-7-5 1 15,-1-6 6-15,-2 1 3 16,0-3-2-16,4 3-4 16,1 1-3-16,5 4 0 15,6 6-3-15,17 4-2 16,0 0-4-16,0 0-1 15,7 23 3-15,12-16 1 16,7 0 1-16,7-6-3 0,9-4-1 16,-1-11 1-16,8-12 4 15,0-9 0-15,3-10 2 16,3-5-2-16,-3-10 4 16,0-8-5-16,0-3 3 15,-6-10 0-15,-1-4 1 16,-7 0 1-16,-5 5 0 15,-4 4 0-15,-9 12 0 16,-5 12 9-16,-8 13-6 16,-3 18 3-16,-4 21-3 15,-7 15 2-15,-2 16-1 16,2 15 2-16,-3 11-3 16,4 8-8-16,-1 13 4 0,4 5-2 15,-1 2 0-15,1 0-3 16,0-7 1-1,3-11 1-15,-4-13 0 16,2-11-4-16,2-13-2 0,0-15 4 16,0-15 1-16,0 0 0 15,26-31 0-15,-10 9-4 16,7-6 0-16,3-1 5 16,7-1 2-16,5 1-2 15,7 1-2-15,3 6 0 16,5-1 1-16,2 2 0 15,2 2 3-15,-1 0-1 16,-7 0 1-16,-8 2 0 16,-4 0 2-16,-11 1-2 15,-11 4 10-15,-15 12-12 16,0 0 0-16,0 0 1 16,0 0 2-16,-22 12 2 0,3 12 0 15,0 9 5-15,-1 3-10 16,7 4 11-16,4 2-4 15,2-4-2-15,10-4-7 16,3-8 1-16,8-10-3 16,1-11-2-16,8-7 1 15,-1-8 2-15,4-9 3 16,-3-3 3-16,-2-4 4 16,1-2-2-16,-3 0-2 15,-3 4-1-15,-2 5-2 16,-14 19 4-16,12-19 4 15,-12 19-2-15,0 0 0 16,14 28 0-16,-9-8 0 0,6 1 1 16,1 0-4-16,5-2-2 15,6-4-5-15,-4-6 0 16,3-7 3 0,1-7 0-16,-4-9 3 0,2-7 1 15,-6-7 2-15,4-6-1 16,-5-10 1-16,2-7-3 15,0-8 0-15,-2-5 1 16,1-6-2-16,-4-2 1 16,1 2 0-16,-5 6 2 15,-4 9 7-15,1 13-2 16,-4 11-6-16,-4 12 1 16,4 19 1-16,-14 18 2 0,6 13 1 15,-3 15 1-15,-1 13-11 16,2 14 4-16,3 10 5 15,3 9-1 1,8 1-3-16,6-3 0 0,9-5-6 16,7-10-2-16,11-13 0 15,8-19 1-15,7-12-1 16,2-17 0-16,5-16 1 16,3-17-1-16,-1-13 5 15,-6-13-1-15,-2-9 2 16,-8 0 0-16,-4-1 2 15,-8 3-3-15,-14 9 10 16,-3 10-8-16,-9 10-3 0,-7 8 0 16,0 15 2-16,0 0 4 15,-16 8 4 1,9 11 0-16,4 4-7 16,-1 6 7-16,8 2 2 0,3 6 0 15,8 3-4-15,8-4-4 16,7-1-6-16,-1-6-1 15,9-6 0-15,2-4-1 16,-2-4 0-16,2-10 3 16,-5-6 0-16,-5-10 3 15,-4-11 0-15,-4-9-40 16,-3-6-62-16,-8-6-33 0,-6-12-22 16,-2 6-3-1,-11-12 4-15,-3 6 14 16</inkml:trace>
  <inkml:trace contextRef="#ctx0" brushRef="#br0" timeOffset="-100355.9">23320 18073 570 0,'-17'21'166'15,"1"-5"-1"-15,16-16-137 16,12 26-28-16,13-16-2 15,6-3-7-15,5-4 2 0,6-10-12 16,3-3-103-16,7-6-45 16,-10-13 0-1,10 3-3-15,-12-16 0 16</inkml:trace>
  <inkml:trace contextRef="#ctx0" brushRef="#br0" timeOffset="-99892.95">25877 17227 521 0,'-35'-18'172'0,"9"22"-2"15,-7 5-94-15,-8 4-83 16,-8 10-5-16,-10 17 5 15,-5 13 10-15,-11 17 7 16,7 16 0-16,6 13 2 16,1 13 0-16,13 6-1 15,11 8-1-15,11-8-8 16,23-5-2-16,13-11-7 0,9-16-3 16,21-13-3-16,9-16-2 15,11-14 2-15,8-17-59 16,10-8-62-16,4-6-33 15,-4-17-1-15,2-2 2 16,-14-19-3-16</inkml:trace>
  <inkml:trace contextRef="#ctx0" brushRef="#br0" timeOffset="-99257.49">27057 17391 557 0,'0'0'178'0,"-3"-17"-4"16,3 17-105-16,-5-16-61 15,5 16-7-15,0 0-2 16,0 0 1-16,0 0-3 16,-4 16 2-16,8 3-6 15,-3 9 5-15,10 8-7 16,-1 14 5-16,9 6 2 0,4 9 2 15,6 6 0 1,3 4-1-16,4-4 2 16,2-2-2-16,-5-8 2 15,-3-11-1-15,-4-7 0 0,-4-10-1 16,-6-9 2-16,-6-8-1 16,-10-16 1-16,0 0 0 15,0 0-3-15,0 0-66 16,0 0-49-16,16-18-34 15,-9 3-11-15,0-13 1 16,5 0-3-16,2-8 30 16</inkml:trace>
  <inkml:trace contextRef="#ctx0" brushRef="#br0" timeOffset="-98848.2">27696 17488 447 0,'0'-29'172'16,"-3"8"1"-16,3 5-65 16,-13 1-39-16,13 15-30 15,-19-12-30-15,19 12-7 16,-17 0-7-16,17 0-2 16,-16 5-7-16,16-5 4 15,-19 19 5-15,9 3-3 16,-6 13 4-16,-3 12 2 15,-2 15 6-15,-6 18 0 16,-3 13 0-16,-3 16 4 16,-5 11-3-16,1 3 1 15,-1-1-1-15,9-2 0 0,-1-6-1 16,4-12-1-16,7-13-1 16,3-15-1-16,10-17 1 15,-1-14-4-15,7-10-5 16,0-12-3-16,0-21-2 15,0 0 2-15,0 0 1 16,19 5-29-16,-19-5-80 16,29-17-42-16,-15 0-6 15,9-1 0-15,-4-11 2 16,14 3 10-16</inkml:trace>
  <inkml:trace contextRef="#ctx0" brushRef="#br0" timeOffset="-98368.86">27759 18416 629 0,'8'-21'189'0,"-4"2"0"15,-8-2-173-15,4 6-16 16,0 15 0-16,0 0 0 16,0 0 0-16,0 0 0 15,0 0 0-15,0 0 0 16,0 0-17-16,-5 21-5 15,5-21 15-15,2 29 1 16,-2-10 4-16,0 3-1 16,-2 1 5-16,-1 3 2 15,-4 0-1-15,-7 0-4 0,-2 0-3 16,1-4-4-16,-5 3 1 16,0-5 0-1,-3 1 4-15,0-4 3 0,4 1 5 16,19-18 3-16,-29 26-3 15,29-26-5-15,-12 15 1 16,12-15 0-16,0 0 0 16,19 9-3-16,3-9-5 15,8-5-1-15,8 1 3 16,11-1 6-16,3-2-1 16,3 0-1-16,10-5 0 15,-6 3 0-15,-11-1-1 0,-3 3 1 16,-7-3 5-1,-12-2-33-15,-3 1-74 0,-6-3-46 16,-13-6-14 0,1-1 2-16,-1-12-3 0,3-2-4 15</inkml:trace>
  <inkml:trace contextRef="#ctx0" brushRef="#br0" timeOffset="-97598.32">28552 17549 516 0,'-12'-21'173'0,"12"21"1"16,0 0-60-16,0 0-77 16,0 0-42-16,0 0 0 15,22 2-1-15,-3 15-1 16,4 2-1-16,6 10 0 16,4 4 4-16,6 7 1 15,6 5 1-15,-4-2 0 0,3 1 1 16,-3-4 0-1,-4-6 2-15,-2-8-1 16,-9-5 0-16,3-7 0 16,-10-11 2-16,0-1 2 0,-1-6 0 15,-18 4 3-15,31-27-1 16,-17 6 0-16,1-5-1 16,-1-7 0-16,5-3-1 15,1-6-2-15,-1-3-2 16,3-3 0-16,-3-6 2 15,-1-3 3-15,1 3 3 16,-5 2-8-16,1 4 0 16,-8 5 0-16,2 8 0 15,-9 11 0-15,0 24 0 16,-7-23 0-16,7 23 0 16,0 0 0-16,-19 11 0 15,3 8 0-15,1 8 0 0,-3 11 0 16,-4 14 0-16,-1 14 0 15,-6 16 0-15,-3 14 0 16,-4 10 0-16,1 7 0 16,2-4 0-16,0-2 0 15,4-5 0-15,3-12 0 16,0-10 0-16,7-13 0 16,3-10 0-16,0-10 0 15,9-5 0-15,0-11 0 16,4-5 0-16,-1-5 0 15,4-21 0-15,4 24-10 16,-4-24 2-16,0 0-67 16,0 0-57-16,23-12-40 0,-23 12 2 15,20-30 2-15,-4 13 1 16</inkml:trace>
  <inkml:trace contextRef="#ctx0" brushRef="#br0" timeOffset="-97336.13">29373 18227 719 0,'0'0'174'16,"16"-19"-45"-16,-16 19-128 16,0 0-1-16,-4 33 0 15,-5-2-3-15,-1 7 0 0,-2 9 4 16,-2 8 1-16,5 8 1 15,-1-1-3 1,-1-1 0-16,3-6 0 16,4-10-6-16,-3-16-50 0,11-4-74 15,-4-25-34-15,0 0-8 16,22-4 0-16,-11-27-3 16</inkml:trace>
  <inkml:trace contextRef="#ctx0" brushRef="#br0" timeOffset="-96666.65">29833 17569 643 0,'10'-22'174'16,"-10"22"-18"-16,0 0-106 15,23-3-50-15,-23 3-3 16,35 17-9-16,-13 2 0 16,11 10-1-16,4 4 5 15,4 12 4-15,1 5 2 16,0 4 0-16,-2-2 1 16,-6 0-1-16,-4-9 2 15,-4-3-1-15,-7-12-1 16,-5-11 1-16,-14-17 3 15,26 3-1-15,-26-3-1 16,22-38 0-16,-9 2 1 0,4-12 1 16,2-8-1-16,0-8 1 15,4-9-4-15,-1-1 0 16,-3-4 5-16,2 4-2 16,-5 6 3-16,-4 8 8 15,-5 9 4-15,-4 10-10 16,-3 13-1-16,-3 7-2 15,3 21 1-15,-19-5 0 16,3 21-4-16,-5 11-1 0,-5 15-6 16,-2 12 9-1,-5 17 1-15,-3 17 0 16,-2 16-3-16,0 12 0 16,-2 8 0-16,2 3 0 0,1-1 0 15,2-3 0-15,2-9 0 16,4-12 0-16,6-15 0 15,8-18 0-15,1-13 0 16,5-17 0-16,2-11 0 16,7-7 0-16,0-21-4 15,0 0-9-15,0 0 1 16,19 8 6-16,-19-8 4 16,19-15-77-16,-5-1-50 15,-2-8-35-15,11 2 1 16,-2-13-2-16,10-1-1 15</inkml:trace>
  <inkml:trace contextRef="#ctx0" brushRef="#br0" timeOffset="-96240.35">30666 18044 579 0,'0'0'177'0,"16"21"-25"15,-16 3-68-15,-5 0-72 16,-6 9 2-16,-1 0-9 16,-2 8-5-16,-5 3 0 15,3 1 0-15,2 0 0 16,6-2 0-16,4-2 0 16,1-6 0-16,12-2-10 0,4-9-4 15,7-10 1-15,2-9 4 16,8-7 2-16,-4-8 3 15,3-7 5-15,2-13 3 16,-5-6 6-16,-3-4 5 16,-6-7 7-16,-5-1-17 15,-8-4-5-15,-4 2 0 16,-10 1 0-16,-6 11 0 16,-7 7 0-16,-6 3 0 15,-6 15 0-15,-5 4 0 16,2 11 0-16,-4 5 0 15,6 8-2-15,-2-1-78 0,12 2-52 16,5 3-29-16,21-19-8 16,-12 15-3-16,12-15 2 15</inkml:trace>
  <inkml:trace contextRef="#ctx0" brushRef="#br0" timeOffset="-95853.08">31298 17035 477 0,'0'0'178'15,"0"0"-2"-15,0 0-64 0,0 0-63 16,0 0-42-16,23 31-5 16,6 2 0-16,11 12-1 15,5 17 1-15,12 14 4 16,-1 14 5-16,6 16-11 16,-1 6 0-16,-9 11 0 15,-10 0 0-15,-13 7 0 16,-18-2 0-16,-25-2 0 15,-17 2 0-15,-28-10 0 16,-16-7-31-16,-26-19-80 0,-18-13-34 16,-15-13-22-1,-15-24-3-15,-9-18-1 16,-18-31 1-16</inkml:trace>
  <inkml:trace contextRef="#ctx0" brushRef="#br0" timeOffset="-94648.22">27476 18267 26 0,'-16'21'96'15,"16"-21"-5"-15,-19 19 8 0,19-19 20 16,-21 14-4-16,21-14-4 16,-19 12-9-16,19-12-12 15,0 0-11-15,0 0-22 16,-16-4-33-16,16 4-13 16,4-15-8-16,-4 15-3 15,12-23 0-15,-12 23 0 16,14-26 0-16,-14 26 0 15,16-27 0-15,-16 27 0 16,19-25 0-16,-19 25 0 16,22-22 0-16,-22 22 0 15,30-17 0-15,-15 11 0 0,6 5-5 16,-2-1-5-16,0 5 2 16,4 3 1-16,-1 1 0 15,5-1 2 1,-5 7 1-16,4-1 0 0,-3 0 1 15,-1 0 2-15,-1 0 0 16,-5 2 1-16,-16-14 2 16,19 31 4-16,-19-12 4 15,0 4-2-15,-7 1 2 16,-2 2-2-16,-5 1 3 16,-5 5-11-16,-7-1 0 15,4 2 0-15,-4-4 0 16,-4-1 0-16,4-1 0 0,0 1 0 15,3-2 0-15,1-3 0 16,3-3 0 0,0-2 0-16,19-18 0 15,-23 26 0-15,23-26 0 0,-14 15-3 16,14-15-9-16,0 0 0 16,0 0 1-16,0 0 1 15,26-8 2-15,-12-1 0 16,12 0 3-16,2 1 5 15,8-3 2-15,6 3 0 16,3-1-3-16,-1 0 0 16,-3 4-2-16,-3 0 2 15,-8 3-2-15,-8 0 1 16,-4 2-1-16,-18 0 0 16,15 4 1-16,-15-4 0 15,0 0-21-15,0 0-57 16,0 0-44-16,0 0-26 0,0 0-12 15,0 0 1-15,0 0-3 16</inkml:trace>
  <inkml:trace contextRef="#ctx0" brushRef="#br0" timeOffset="-93452.38">25035 19333 364 0,'4'18'171'0,"-4"-18"-19"16,26 5-67-16,1 2-37 15,3-4-1-15,12 4-8 16,6-2-33-16,4 1-2 15,11-3-3-15,-3 2 2 16,12-1-1-16,-6-3 1 16,12 1 0-16,2-2 1 15,1-2-3-15,6-3 3 16,8-2-1-16,4 0 2 16,5-5-3-16,11 4 2 15,1-5-3-15,4 1 3 0,3 0-3 16,8 0 3-16,4 2-3 15,-1-1 2-15,1 1-4 16,4-2 4 0,-2 0-3-16,-2 1 0 0,3-1-2 15,-3 2 4-15,-5-1-2 16,-3 1 1-16,1 0 0 16,-1-1 0-16,-4 3 1 15,-3-1-1-15,-2-1 2 16,-2-1-4-16,1 3 2 15,2-5-1-15,-4 5 0 16,-2-3-1-16,3 3 0 16,0-3 0-16,2 6 1 0,-1-2 0 15,-1 2-1-15,0 2 0 16,2-1 1 0,-8-1 1-16,1 3 0 15,-2 0-1-15,-8-1 0 0,-4 0 1 16,0 1 1-16,-8 0 0 15,1 0-1-15,-3 2 0 16,-6 0 0-16,-2-1 0 16,-5 2-1-16,-3-1 1 15,-6 2 1-15,-6 0-2 16,-7 0 0-16,-4-1 1 16,-3 1-1-16,-6 0 0 15,-6-2 1-15,-4 3-2 16,-3-1 0-16,-7-2 1 15,-3 0 0-15,-16 0-1 16,22 2 0-16,-22-2 1 16,0 0 14-16,0 0 12 0,0 0-72 15,-8-26-81-15,-11 0-15 16,-6-4-6-16,-13-10-4 16,0-3-4-16</inkml:trace>
  <inkml:trace contextRef="#ctx0" brushRef="#br0" timeOffset="-91966.31">6113 20722 152 0,'-23'3'152'0,"23"-3"-4"16,-19-5-14-16,19 5-7 16,-16-5-11-16,16 5-12 0,0 0-18 15,-17-4-82-15,17 4-4 16,0 0 0-1,0 0 0-15,0 0 0 16,17 11 0-16,-17-11-9 0,32 8-9 16,-6-3 8-16,3 1 5 15,13-5 2-15,3 3-1 16,14 3-1-16,4-6 0 16,13 3 2-16,2-4 2 15,14-2-1-15,5-1-2 16,0-1 3-16,6 1-1 15,4-4 3-15,6-2-3 16,2 1 0-16,5-3-1 16,3 1 0-16,0-2 2 15,9-2-1-15,5 0-2 16,6 0 0-16,6-3 2 16,7 3 0-16,9-2-1 0,3-3 2 15,8 2-1-15,8 0 1 16,10-2-1-16,4-2 1 15,3 0-3-15,4-3 3 16,2 1-3-16,1-1 3 16,-1 0-2-16,-6 1 3 15,0 1 2-15,-6 1-4 16,-4 0 9-16,-6 2-5 16,-13 2 4-16,-7 1-5 15,-9 4 5-15,-10-1-4 16,-10 2 2-16,-17 1-2 15,-8-1-3-15,-13 4 1 16,-12 1 0-16,-11 0 0 0,-12 1-1 16,-15 2 1-16,-10 1-1 15,-8 0 2-15,-11 2 2 16,-19 0 0-16,19 5 5 16,-19-5 2-16,0 0-1 15,0 0-2-15,0 0 2 16,0 0-4-16,0 0-1 15,0 0-1-15,0 0-5 16,0 0-5-16,-19 9-2 16,19-9-108-16,0 0-51 15,-35-7-4-15,9 2-5 16,-17-14 1-16,-6-2 12 16</inkml:trace>
  <inkml:trace contextRef="#ctx0" brushRef="#br0" timeOffset="-91080.68">7001 19991 187 0,'0'-22'89'15,"0"22"22"-15,0-30 5 16,-3 9-6-16,6 6-9 16,-6-11-13-16,6 2-13 15,-3-11-13-15,7 4-17 16,-3-5-31-16,5-1-16 15,1 3 1-15,6-5-3 0,-2 7 0 16,1 2-1-16,1 8-2 16,-6-1-33-16,6 9-65 15,-16 14-30-15,17-10-34 16,-17 10-4-16,9 29-2 16,-9 2-1-16</inkml:trace>
  <inkml:trace contextRef="#ctx0" brushRef="#br0" timeOffset="-77199.83">3082 19884 337 0,'26'-37'163'0,"-7"1"-27"16,-7-4-22-1,6 6-19-15,-11-8-21 16,5 9-23-16,-12-3-29 15,3 5-21-15,-3 3 2 0,-3 6-3 16,-4 1 0-16,-2 5 0 16,9 16-2-16,-22-14 1 15,22 14-1-15,-30 12 0 16,11 7-1-16,-2 9 0 16,2 14 1-16,0 8 1 15,0 11-1-15,5 4 3 16,9 6-2-16,1 0 1 0,9-5-1 15,6-4 3-15,4-6-3 16,3-10 3-16,8-7-3 16,5-5 3-1,-1-6-2-15,6-4 2 0,-5 0-1 16,6-1-4-16,-4-4 3 16,-2 2-4-16,-5-1 5 15,-3 5-5-15,-9-3 3 16,-6 2-1-16,-8 1 3 15,-8-1 1-15,-6 0-1 16,-9 2 2-16,-12 0-3 16,-8-5 1-16,-2 3-68 15,-12-10-35-15,-6-4-24 0,-1-6-20 16,-2-8-20 0,5-6-3-16,-1-13-3 15</inkml:trace>
  <inkml:trace contextRef="#ctx0" brushRef="#br0" timeOffset="-76582.38">2353 19785 428 0,'-21'-17'172'15,"21"17"0"-15,-26-17-69 16,26 17-41-16,-16 12-23 16,13 17-34-16,3 16-2 15,7 16-3-15,0 11 2 0,5 18-3 16,2 9-1-16,5 5 2 16,-3-4-2-16,1-10 1 15,-1-10 0-15,-8-16 3 16,3-12-3-16,-8-21 2 15,1-14 1-15,-4-17-1 16,0 0 2-16,-19-45 0 16,1-5-3-16,-1-19 0 15,-3-19 1-15,-8-21 1 16,0-16-1-16,3-8-1 16,1-6-3-16,5-1 3 15,5 5 3-15,13 12-4 16,3 14 1-16,14 19-2 0,5 21 2 15,10 19-2-15,2 15 3 16,13 19-4-16,-2 18 2 16,-1 14 2-16,-4 11-1 15,-3 18 0-15,-4 9-2 16,-14 8 3-16,-6 8-3 16,-14 4 4-16,-11 4-2 15,-8 2-2-15,-10 1 2 16,-8-7-1-16,-1-6 3 15,-5-6-3-15,2-12 4 16,3-8-2-16,9-13 0 16,11-6-46-16,6-16-51 15,16-7-41-15,16 0-27 0,6-12-3 16,15 1-7-16,8-8-1 16</inkml:trace>
  <inkml:trace contextRef="#ctx0" brushRef="#br0" timeOffset="-75129.36">26656 19082 417 0,'-26'9'161'0,"26"-9"-22"16,0 0-61-16,16 0-49 15,3 2-7-15,4-4 1 16,10 2 1-16,8-3-1 16,15 1-3-16,11-3-8 0,12 1-10 15,11-5-1-15,11 1 1 16,13-3-1-16,6-1 1 16,12 2-1-1,8-2-2-15,10 1 2 0,1-1 0 16,8 0 1-16,3 0-1 15,6 3 2-15,1 1-1 16,6-1 0-16,0 2-1 16,1 2 0-16,2 3 0 15,1 2 0-15,-2 0-1 16,2 2 0-16,-4 0 1 16,-3 1 0-16,0 2 0 15,-4-5-1-15,-3 0 1 0,-5 0-1 16,-6-1 0-16,-4-6 1 15,-8 0-3-15,-5-4 2 16,-3 3 0 0,-14-1-1-16,-11 0 1 0,-8 1 1 15,-8 3 0-15,-14-2-1 16,-12 5 1-16,-11-1 0 16,-15-1-1-16,-8 4 2 15,-10 0-3-15,-23 0 0 16,23 0 1-16,-23 0 0 15,0 0-2-15,0 0 0 16,0 0 2-16,0 0-1 0,-20 14 3 16,20-14-2-16,0 0 1 15,0 0-1 1,0 0 0-16,-15 3 1 16,15-3-1-16,0 0 0 0,0 0-1 15,0 0 1-15,0 0 0 16,0 0-1-16,0 0-57 15,0 0-91-15,-4-29-27 16,-22-13-10-16,-3-13-4 16,-35-44 0-16</inkml:trace>
  <inkml:trace contextRef="#ctx0" brushRef="#br0" timeOffset="-59746.3">1707 21767 581 0,'0'0'205'16,"0"0"-5"-16,-19-19-163 15,19 19-37-15,-14-16 0 16,14 16 0-16,0 0 0 16,-15-19 0-16,15 19 0 0,0 0 0 15,0 0 0-15,-16-6 0 16,16 6 0-16,0 0 0 16,-7 27 0-16,4 3 0 15,-1 13 0-15,1 11 0 16,-1 17 0-16,-1 12 0 15,1 14 0-15,4 3 0 16,0 6 0-16,0-10 0 16,4-4 0-16,5-9 0 15,4-15 0-15,0-13 0 16,6-13 0-16,3-15 0 16,4-14 0-16,7-17 0 15,0-15 0-15,5-10 0 0,4-15 0 16,2-6 0-16,1-9 0 15,-4-3 0-15,-4 0 0 16,-6 1 0 0,-8 7 0-16,-10 9 0 0,-9 11 0 15,-8 8 0-15,4 26 0 16,-32-5 0-16,5 20 0 16,1 20 0-16,0 10 0 15,0 5 0-15,7 5 0 16,7-1 0-16,5 0 0 15,4-18-102-15,13-1-40 16,-1-18-30-16,-9-17-12 16,26-7 0-16,-12-17-4 0</inkml:trace>
  <inkml:trace contextRef="#ctx0" brushRef="#br0" timeOffset="-59425.08">2073 21374 529 0,'4'-47'187'15,"3"11"-12"-15,8 14-75 16,5 4-68-16,13 17-32 16,12 13 0-16,15 10 0 15,15 15 0-15,10 14 0 16,5 17 0-16,2 18 0 15,-1 20 0-15,-13 19 0 16,-11 8 0-16,-21 11 0 16,-24 8 0-16,-22 2 0 0,-22-5 0 15,-20-12 0-15,-24-18 0 16,-17-22 0-16,-11-19-52 16,-10-26-118-16,-4-33-11 15,-1-17-6-15,5-25-2 16,10-15-6-16</inkml:trace>
  <inkml:trace contextRef="#ctx0" brushRef="#br0" timeOffset="-52325.03">4726 21786 378 0,'0'-33'148'0,"-7"-3"-12"16,7 5-10-16,-4 0-18 15,4 10-29-15,-7 2-46 16,7 19-30-16,-5-19-3 16,5 19-4-16,-10 21 0 15,3 13-1-15,2 20 0 16,1 15 2-16,1 23-2 15,3 15-3-15,3 18 4 16,1 8 0-16,-1 5 0 16,2-9 3-16,-1-10-2 15,3-15-2-15,-4-19 2 16,-3-18 3-16,4-20 1 16,-3-16 6-16,-1-31-3 0,0 0-11 15,18-17-64-15,-15-26-37 16,6-9-19-16,-6-16-7 15,4-10-3-15,-7-14 1 16,4-1 15-16,-8-7 18 16,1 1 83-16,-1 5 26 15,-3 6 48-15,-1 3 27 16,-3 9 45-16,3 9 5 0,-10 6-11 16,6 13-10-1,-7 3-7-15,5 13-7 16,-5 1-17-16,5 14-21 15,-1 3-42-15,15 14-13 0,-16-17 0 16,16 17 0-16,0 0-1 16,19 7-1-16,11 10-2 15,15 11-1-15,10 10-2 16,13 12 3-16,10 14-1 16,5 5 1-16,-1 14-2 15,-4 4-3-15,-10 3 3 16,-16-7 0-16,-17-2 1 15,-15-4-3-15,-14-8 2 16,-12-3-1-16,-11-16 5 16,-14-7-1-16,-9-10-1 15,-9-7 1-15,-6-9 0 16,1-8-1-16,2-7 3 0,3-8 1 16,4-6 5-16,9-5 3 15,6-7 3-15,18-4-3 16,9-10 0-16,13-5-3 15,13-8-5-15,8-2-3 16,9-3 0-16,12 1 0 16,5 5 0-16,2 7 0 15,9 11-7-15,3 10 6 16,-5 17-6-16,-2 12-5 16,0 13 4-16,-5 10-5 15,-7 8 6-15,-3 10-4 16,-11 3 9-16,-8 1-6 15,-11 1 5-15,-5-6 5 0,-11-2-2 16,-3-10 1-16,-3-6 0 16,3-29 3-16,-18 17 2 15,18-17 5-15,-26-27 2 16,18-1-1-16,-3-12-2 16,8-5 2-16,-1-9-5 15,11-3-7-15,12-2 0 16,7 4 0-16,14 5 0 15,12 1 0-15,9 6 0 16,7 5 0-16,1 3 0 16,2 8 0-16,1 1 0 15,-5 2 0-15,-8 1 0 16,-10 6 0-16,-7 1-1 16,-13 2-6-16,-6 7-1 0,-23 7-1 15,19 4 1 1,-19 13-1-16,-7 13 0 15,-2 6 2-15,-1 12 0 0,-6 4 0 16,2 4 7-16,2 3-5 16,5-6 5-16,-3-6-3 15,8-14 5-15,-2-7-2 16,4-26 7-16,9 19 5 16,-9-19-1-16,23-12 0 15,-13-9 1-15,6-5 3 16,-2-9-5-16,5-3-10 15,-4-3 0-15,3-3 0 0,-3 3 0 16,1 3 0 0,1 8 0-16,-1 8 0 15,0 10-6-15,1 10-4 16,2 14-1-16,0 11 0 0,0 11 1 16,-1 4-2-16,4 7 7 15,-3 0 0-15,4 0 5 16,-1-5-2-16,-3-10 8 15,-1-6-4-15,1-15 6 16,-3-9 0-16,3-14 1 16,-2-11 5-16,-1-9-4 15,-1-6 2-15,3-5-9 16,1 0-3-16,-4 3 0 16,3 4 0-16,-10 11 0 15,3 6 0-15,-11 21-10 16,19 2 0-16,-12 17 0 15,1 8-2-15,-4 11 2 0,3 2-1 16,3 4 5-16,-1-1 2 16,-2-3 5-16,0-9-1 15,2-9 7-15,-9-22 0 16,19 14 6-16,-2-23 1 16,2-16-4-16,4-8 4 15,-1-5-7-15,8-2-7 16,8 0 0-16,-2 4 0 15,6 6-5-15,-2 11-3 16,2 17 0-16,-1 11-1 16,1 10 1-16,-2 5-3 15,-2 7 7-15,-5 1-1 0,0-5 7 16,-7-2-2-16,-7-6 6 16,0-7 1-16,-19-12 1 15,16-2 4-15,-16-17-4 16,-4-9 4-16,-4-10-9 15,-3-5-3-15,-4-6 0 16,4-4 0-16,-1 3 0 16,2 5 0-16,6 8 0 15,4 1-39-15,14 17-116 16,9 8-29-16,3 4-1 16,12 7-7-16,5-5 0 15</inkml:trace>
  <inkml:trace contextRef="#ctx0" brushRef="#br0" timeOffset="-51724.6">9135 21364 661 0,'36'-14'180'16,"-1"12"-16"-16,-5 13-171 15,-1 20-3-15,-3 19 3 16,-3 21 1-16,3 19 4 16,-7 12-1-16,-4 12 1 15,-1 9-1-15,2 2-1 0,-6-4 2 16,-1-12-3-16,-2-14 2 16,-4-19-1-1,-3-17 7-15,4-19 7 16,-4-24 2-16,0-16 0 0,3-33 0 15,3-14 4-15,4-22-5 16,2-7-11-16,9-14 0 16,5-9 0-16,5 5 0 15,9 6 0-15,-2 9 0 16,4 16 0-16,-2 20 0 16,-11 8 0-16,-6 20-4 15,-23 15-8-15,0 0-1 16,5 27 2-16,-24 6-2 0,-7 4 4 15,-12 8 2-15,1 8 9 16,-8 8-2 0,0 3-4-16,4 0 4 15,1-3-1-15,8-4 2 0,12-7 0 16,7-8 6-16,17-6-4 16,8-10 6-16,17-7-1 15,10-7 0-15,16-7 0 16,8-8 0-16,15-4-3 15,5-5-3-15,2-4-3 16,9-1-18-16,-7-4-102 16,-2 2-58-16,-11 7-4 15,-9-4-7-15,-10 4 3 0,-10-7 57 16</inkml:trace>
  <inkml:trace contextRef="#ctx0" brushRef="#br0" timeOffset="-50348.62">10548 21961 639 0,'0'-21'185'0,"7"6"-36"15,-7 15-100-15,29 7-53 16,-10 12-3-16,0 12-4 16,4 9 4-16,-2 13-3 15,-6 4-1-15,1 4 5 16,-2-2-2-16,-11-4 2 15,1-10-2-15,-2-8 8 16,-2-10 1-16,0-27 10 16,0 0 1-16,0 0 0 0,-6-38 5 15,10-5-3-15,8-6-2 16,7-6-12-16,4-2 0 16,10 3 0-16,5 7 0 15,10 9 0-15,5 18 0 16,2 14 0-16,1 15-9 15,-8 12-2-15,-10 8 1 16,-1 15-1-16,-8-3-2 16,-6 2 5-16,-11-3-2 15,-5-7 5-15,-3-5-5 16,-4-7 14-16,0-21 1 16,0 0 7-16,0 0 7 15,8-30-4-15,-1-3 5 0,4-8-9 16,8-6-10-16,0-3-1 15,3 1 0-15,11 3 0 16,2 7 0-16,8 15 0 16,-1 10 0-16,7 14 0 15,-8 13 0-15,8 9 0 16,-6 6-6-16,-1 12-2 16,0-1 4-16,-6 6 3 15,-5-1-5-15,2-6 7 16,0-4-2-16,-5-6 9 15,5-7-5-15,0-13 7 16,2-11-6-16,8-20-4 16,-1-6 0-16,3-16 0 0,4-12 0 15,-1-7 0-15,1-5 0 16,-1 1 0-16,-11 9 0 16,-2 11 0-1,-13 6 0-15,-1 15 0 0,-21 27 0 16,0 0-10-16,0 0-5 15,-17 27-1-15,1 1 0 16,-3 1 5-16,5 1 9 16,-2-2 2-16,6-4 4 15,1-9 4-15,9-15 5 16,0 0-1-16,0 0 1 16,0 0-3-16,19 11-1 15,-19-11-8-15,35 5-1 0,-14 7 0 16,7 4-2-16,5 3-5 15,0 3 3-15,1 4 2 16,6-2 4-16,2-1 3 16,0-6 2-16,3-10-6 15,2-7-1-15,1-12 0 16,3-11 0-16,1-11 0 16,0-11 0-16,0-11 0 15,-4-9 0-15,-2-12 0 16,-7 1 0-16,0 0 0 15,-6 3 0-15,-7 13 0 16,-7 10 0-16,-4 12 0 16,-4 12-2-16,-11 26-10 0,0 0-2 15,15 48 2-15,-18 6 0 16,3 20 0-16,0 18 5 16,0 27 4-1,0 18-1-15,0 22 5 0,-4 2-2 16,4-1-1-16,-1-8 1 15,1-17 1-15,0-17-2 16,-4-30 8-16,8-19 7 16,-4-36-6-16,0-33 2 15,-4-17 1-15,1-39-3 16,-1-25 1-16,4-23 5 16,0-19-8-16,7-14-2 0,5-6-1 15,11 1-2 1,6 14 0-16,4 19 0 15,9 19 0-15,3 24 0 16,4 19 0-16,-4 18 0 16,4 17 0-16,-9 13-3 0,-2 15-9 15,-12 6-1-15,-4 13-1 16,-11 5 0-16,-11 8 1 16,-11 1 7-16,-11 1 1 15,-13-1 3-15,-5 1 0 16,-5-10-6-16,-4-4 9 15,8-10 0-15,4-2-22 16,3-17-49-16,34-7-25 16,-14-5-26-16,28-16-13 15,17-3 3-15,21-11-10 16,14 1-5-16</inkml:trace>
  <inkml:trace contextRef="#ctx0" brushRef="#br0" timeOffset="-49424.97">14841 21620 441 0,'119'-47'144'0,"-1"4"-13"16,-17-11-14-16,-7 8-15 15,-20-10-26-15,-6 6-64 16,-23 0-12-16,-8 1 0 16,-18 4 0-16,-12 5 0 15,-11 11 0-15,-13 7-13 16,-6 11-1-16,-8 9-1 15,2 18 0-15,-8 13 8 16,6 20 2-16,1 17 2 0,4 20 3 16,7 20-1-16,5 13 2 15,11 13 0-15,3 8 2 16,7 4-10-16,3-2 9 16,6-6-5-16,-4-9 2 15,2-15-2-15,-4-18 3 16,-5-16-7-16,2-18 6 15,-7-17 4-15,-3-20 13 16,3-23-4-16,-12-17 3 16,-2-16-5-16,-2-16 4 15,-1-8-2-15,5-12-6 16,1-11-6-16,3-4 0 16,4 0 0-16,11 8 0 0,5 5 0 15,11 11 0-15,3 6 0 16,7 11 0-16,2 10 0 15,1 16 0 1,2 10 0-16,2 8-3 0,-2 8-2 16,2 5 1-16,-5 1 0 15,1 5 2-15,-1-1 4 16,-2-6 2-16,0-6 2 16,-2-7 0-16,-5-8-6 15,0-13 0-15,-3-7 0 16,-6-15 0-16,-4-7 0 15,-3-9 0-15,-7-2 0 16,-6 2 0-16,-7 2-10 0,-6 12-4 16,-7 7-3-16,-6 14 2 15,-4 8 0 1,-2 15-1-16,-1 2 6 16,3 6 4-16,1 2 4 0,10-4 8 15,22-5 5-15,-21 5-2 16,21-5 3-16,0 0 1 15,33 6-3-15,-3-6-1 16,8 8-3-16,2 3-6 16,8 8-2-16,6 7-3 15,2 5-2-15,-1 0-2 16,-6 2 4-16,-4 1-4 16,-12-2 3-16,-7-3-1 15,-7-6 1-15,-9-6 3 16,-10-17 3-16,0 0 8 15,0 0 6-15,0 0 4 16,-10-38 0-16,7-4-1 0,10-8-4 16,8-11-13-16,15-4 0 15,8-8 0-15,17 0 0 16,17 1 0-16,9-1-43 16,20 11-105-16,-1 1-34 15,6-1-3-15,2 3-2 16,-7-4-1-16</inkml:trace>
  <inkml:trace contextRef="#ctx0" brushRef="#br0" timeOffset="-47396.53">18248 21068 581 0,'-9'59'189'0,"6"6"-6"16,-1 5-185-16,1 2 0 16,-4 5-2-16,2-5 5 15,-2-4-1-15,-4-11 2 0,3-10-2 16,-6-13 3-16,5-8-1 16,9-26-1-16,-26 12-1 15,26-12-1-15,-26-36-2 16,12-2 1-16,2-16-4 15,-2-10 3-15,5-9 2 16,-1-6 0-16,7-4 1 16,3-2-1-16,10 2 2 15,9 5 0-15,7 12 1 16,11 7-1-16,8 13-1 16,7 7 0-16,5 14 0 15,2 14 1-15,-3 9-59 16,1 18-79-16,-9 12-35 0,-15 6-2 15,0 8-4-15,-17-2 0 16</inkml:trace>
  <inkml:trace contextRef="#ctx0" brushRef="#br0" timeOffset="-46857.15">18297 21366 526 0,'0'0'178'16,"-13"17"-10"-16,13-17-133 16,16-14-40-16,7 5 0 15,6-6 1-15,11-3 5 16,2-2 3-16,10-5-4 16,0-1 3-16,-4 0-3 15,5 4 3-15,-5-2-2 16,-6 3 3-16,-7 7-4 0,-6 5 3 15,1 4 0-15,-8 10 1 16,4 4 0-16,-7 10 1 16,4 7-2-16,-2 9-3 15,-2 5 3-15,0 3-3 16,-4 4 2-16,-1 1-3 16,-5-3 4-16,-2-3-4 15,-7-8 5-15,0-6 0 16,-4-9 1-16,4-19-3 15,-15 17-2-15,15-17-1 16,-19-24-2-16,5-5 0 16,-2-15 0-16,2-11 2 0,-5-11-4 15,7-12 4-15,5-5 0 16,4-3 2-16,10 4 0 16,8 6 0-16,8 12-2 15,10 9 0-15,12 11 0 16,7 15 1-16,4 12-1 15,4 8 1-15,-4 11-15 16,-4 3-93-16,0 11-55 16,-10 9-12-16,-13 1-1 15,-6 7-4-15,-16-5 65 16</inkml:trace>
  <inkml:trace contextRef="#ctx0" brushRef="#br0" timeOffset="-46647">19043 21191 506 0,'-23'24'176'0,"1"-9"1"15,22-15-105-15,-4 25-74 16,23-18-2-16,14-4 2 16,16-3-2-16,12-7-14 15,13-3-87-15,11-9-47 16,2-11-20-16,10-3-8 15,4-13 6-15,3-4 57 16</inkml:trace>
  <inkml:trace contextRef="#ctx0" brushRef="#br0" timeOffset="-46177.66">20765 20583 511 0,'55'-3'179'0,"-13"10"-44"16,0 13-58-16,-13 10-70 15,-6 10 0-15,-4 12-2 16,-5 6 0-16,-5 8-3 16,1 3 0-16,-1 4-2 15,-2-2 1-15,0-3-3 16,-1-6-1-16,-2-12 3 16,-4-5-2-16,-4-9 5 15,1-6-4-15,-7-11 5 0,-3-4-3 16,-6-8 4-1,-7-3-1-15,-3-2-1 0,-4-2-2 16,-5 0 0-16,-6-2-1 16,3 4-2-16,-1-1 1 15,0 5-1-15,6 0 0 16,3 1-3-16,10 0 3 16,8 0-4-16,15-7 1 15,0 0-1-15,3 18 0 16,20-17 1-16,11-1-1 15,18 0 5-15,7-1-3 16,13-3 3-16,6-1-1 16,9-4 0-16,1-1 0 0,-1-4-1 15,-9-3 0-15,-10-1-38 16,-16-8-61 0,-11-3-37-16,-11 0-27 15,-23-10-4-15,-7 5-1 0,-19-9 82 16</inkml:trace>
  <inkml:trace contextRef="#ctx0" brushRef="#br0" timeOffset="-45934.49">20638 20687 425 0,'-52'-16'182'0,"14"9"-7"0,12 6-71 15,3-6-59 1,23 7-46-16,0 0-1 15,19-2-1-15,14 2 0 16,9-2-2-16,15 1 3 16,13-5 1-16,10-2 0 0,8-6-1 15,9-3-3-15,-3-8-73 16,0 3-62-16,3-1-30 16,-15-4-9-16,1 4 1 15,-8-5 18-15</inkml:trace>
  <inkml:trace contextRef="#ctx0" brushRef="#br0" timeOffset="-45703.32">22003 20330 409 0,'26'13'180'0,"-13"4"-20"16,0 4-57-16,-3 17-56 16,-6 3-43-16,-1 18 3 0,-6 9-4 15,-1 13 1-15,-3 12-2 16,0 11 1-16,-2 12-4 15,-1 7-1-15,-2 3 1 16,-2-1-3-16,5-4 0 16,-5-15-57-16,8-7-48 15,0-16-37-15,3-26-20 16,12-21-10-16,-9-36-1 16,29 2 103-16</inkml:trace>
  <inkml:trace contextRef="#ctx0" brushRef="#br0" timeOffset="-45231.99">22603 21104 515 0,'45'-36'181'15,"-3"15"-51"-15,-6 18-59 16,-6 11-59-16,-11 16-7 16,0 16 2-16,-8 14-6 15,-6 8 5-15,-5 7-6 16,-5 6-1-16,1-1-2 15,-3-1 2-15,-3-9 0 16,-2-12 4-16,1-9 4 16,-4-12-3-16,2-8 3 15,-4-20 1-15,1-11-3 16,-6-20-2-16,3-13-4 16,-4-15 0-16,-1-15-3 0,5-14-2 15,7-10-1-15,5-4-4 16,10-3 5-16,9 5-1 15,9 6 5 1,14 11-1-16,6 14 1 0,8 14 2 16,0 14 2-16,-1 16 2 15,-1 17 2-15,-5 13 0 16,-9 13 0-16,-11 14-1 16,-13 11 2-16,-12 6-2 15,-10 7 0-15,-16 2-4 16,-9-2 0-16,-11-4-1 15,-6-7 1-15,-1-10-33 16,-1-17-63-16,10-9-47 0,5-12-31 16,13-15 3-16,17-15-9 15,12-22 13-15</inkml:trace>
  <inkml:trace contextRef="#ctx0" brushRef="#br0" timeOffset="-45031.86">23445 20284 527 0,'14'33'182'0,"-14"1"1"16,-10 8-116-16,1 8-70 16,-2 9 2-16,-4-2-94 15,8-2-72-15,0 6-11 0,2-6-4 16,1 6-1-1,1-13 34-15</inkml:trace>
  <inkml:trace contextRef="#ctx0" brushRef="#br0" timeOffset="-44616.55">23660 21340 495 0,'19'-33'182'0,"11"-11"2"0,-1-8-109 16,3-10-75-16,8-5 2 16,-2 8 0-1,-2 10 5-15,-5 11 1 16,-5 9 0-16,-12 10-2 0,-14 19-1 16,0 0 0-16,0 0 1 15,-17 12-3-15,-2 7 0 16,3 3-5-16,2 6-1 15,6 3-3-15,1 6 4 16,10 2-2-16,6 0-1 16,8 6 2-16,6 0-2 15,6 1 6-15,1 1-4 16,-2-2 7-16,-6-2-7 16,-1-1 5-16,-5-4 2 15,-9-9 0-15,-11-3-2 16,-6-8 2-16,-13-10 0 15,-6-9-4-15,-20-13-74 0,4 0-56 16,-4-10-31-16,4-9-4 16,7-11 0-16,15-9-3 15</inkml:trace>
  <inkml:trace contextRef="#ctx0" brushRef="#br0" timeOffset="-42072.75">26960 21397 391 0,'17'17'169'0,"-17"-17"-15"15,16 17-31-15,-16-17-30 16,0 0-18-16,-19-14-57 16,19 14-18-16,-40-31 0 15,11 5 0-15,-13-8 0 16,-7-6 0-16,-15-7 0 16,-11-8 0-16,-10-8 0 15,-15-6 0-15,-13-3 0 16,-3-3 0-16,-4 1 0 15,0 1 0-15,2 4 0 16,12 3 0-16,14 11 0 16,17 4 0-16,18 8 0 0,17 2 0 15,18 2 0-15,13 5 0 16,18 1 0-16,10 3-2 16,14 6-1-16,3 3 4 15,13 9-2-15,3 7 3 16,-2 5-2-16,2 7-1 15,-3 7 2-15,-6 2-3 16,-1 3 1-16,-9 1 0 16,-7-1 2-16,-3 2-2 15,-11 2 0-15,-2 1 2 16,-5-2 0-16,-6 8 2 16,-3-1-1-16,-6 6-1 15,-6 5-1-15,-3 6 0 0,-2 5 0 16,-5 4 0-16,-5 6 0 15,-6 4 0-15,-4 5 0 16,-1 2 0-16,-5 3 0 16,-1-1 0-16,-3-3-1 15,4-3-2-15,9-11-1 16,2-9-3-16,11-11 7 16,8-10-1-16,17-27 0 15,0 19 1-15,23-24 1 16,13-14-3-16,21-7 6 15,16-7 2-15,18-7-5 16,13-3 4-16,12-2-5 16,7 0 2-16,1 4-2 0,-8 6 0 15,-5 12-91-15,-17 6-64 16,-11 5-22-16,-8 10-8 16,-13 1 3-16,2 6-4 15</inkml:trace>
  <inkml:trace contextRef="#ctx0" brushRef="#br0" timeOffset="-41484.33">29246 20476 656 0,'-36'-26'184'0,"-2"2"-7"16,-8 1-171-16,-6 6-6 15,0 5 0-15,-8 5 0 16,1 8 0-16,-4 8 0 15,-1 8 0-15,0 11 0 16,-2 8 0-16,5 15 0 16,5 8 0-16,8 10 0 0,6 5 0 15,16 4 0 1,16 0 0-16,20-7 0 16,13-9 0-16,22-13 0 15,14-13 0-15,12-17 0 0,12-15 0 16,9-13 0-16,-5-12 0 15,2-8 0-15,-10-9 0 16,-7-9 0-16,-13-5 0 16,-18-9 0-16,-11 1 0 15,-20-4 0-15,-10 5 0 16,-17 0 0-16,-11 11 0 16,-19 6 0-16,-7 11 0 0,-12 14 0 15,-1 11 0 1,-1 8 0-16,0 2 0 15,13 4 0-15,3-11-17 16,26 3-108-16,26 0-23 0,0-33-21 16,33 3-12-16,12-11 7 15,22-2-4-15</inkml:trace>
  <inkml:trace contextRef="#ctx0" brushRef="#br0" timeOffset="-41252.16">29508 19982 502 0,'52'-15'172'15,"-15"8"-15"-15,-11 3-45 16,-4 15-41-16,-9 8-62 16,-6 12-9-16,-7 12 0 15,-7 13 0-15,3 15-1 16,-5 14-1-16,-4 11 1 16,0 17 0-16,-4 10-1 0,1 7 2 15,1 5 1-15,-3-2-4 16,-1-3-19-16,-3-12-79 15,3-13-54-15,3-15-20 16,-1-28-1-16,12-20-6 16,5-42 2-16</inkml:trace>
  <inkml:trace contextRef="#ctx0" brushRef="#br0" timeOffset="-40756.82">30038 20588 597 0,'54'-36'174'16,"5"24"-2"-16,-7 20-118 0,-11 17-56 16,-4 20 4-16,-3 17-2 15,-4 16 3-15,-4 10-2 16,-7 7 1-16,-2 6 0 16,-4-3-1-16,-6-11 3 15,-4-9-2-15,-6-17 8 16,-1-11-9-16,-6-16-1 15,-6-9 0-15,-3-22 0 16,-4-10 0-16,-6-21 0 16,3-11 0-16,-7-19 0 15,2-12 0-15,-2-15 0 16,7-12 0-16,7-4 0 16,8-1 0-16,15 7 0 0,3 5 0 15,12 14 0-15,7 10 0 16,10 12 0-16,-1 15 0 15,6 13 0-15,-1 12 0 16,-1 12-2-16,-3 9-1 16,-1 12 1-16,-9 9 3 15,-9 12 2-15,-12 8 0 16,-13 4-3-16,-13 7 0 16,-10 3 0-16,-15 0 0 15,-9-1 0-15,-4-7 0 16,5-6-16-16,-8-15-100 15,16-10-33-15,13-13-28 16,14-22-7-16,26-11-4 0,16-18 1 16</inkml:trace>
  <inkml:trace contextRef="#ctx0" brushRef="#br0" timeOffset="-40524.65">31078 20117 551 0,'19'-29'187'0,"1"13"-4"16,-20 16-81-16,9-24-102 15,-9 24 0-15,0 0 0 16,0 0 0-16,-26 31 0 0,10 2 0 16,-3 12 0-16,-3 11 0 15,-1 11-35-15,1 8-121 16,-4 6-27-1,8 4-5-15,-1 0 2 16,12 5-4-16</inkml:trace>
  <inkml:trace contextRef="#ctx0" brushRef="#br0" timeOffset="-40097.36">31152 21305 649 0,'23'-33'177'15,"-1"-19"-9"-15,1-15-160 0,3-13-5 16,0-10 2 0,0-2-4-16,0 6 1 15,-7 10 1-15,-2 10-3 16,-4 14 2-16,-6 14-3 0,-7 15 0 16,0 23 1-16,-30-2 2 15,11 15 0-15,-7 6-2 16,0 5 2-16,7 4-1 15,0 4-1-15,5 5 0 16,10-1 0-16,8 4-4 16,13 0 1-16,7 3-1 15,13-1-1-15,5-3-1 16,6 1 3-16,4-3 1 16,0-3 4-16,-7-6 3 15,-5-2 0-15,-12-4-3 16,-10-3 1-16,-12-1-1 15,-19-1 2-15,-13 0-3 0,-13-3-4 16,-4 10-57-16,-18-10-54 16,-1-3-40-16,1-4-13 15,5-13 2-15,18-7-6 16,12-22 3-16</inkml:trace>
  <inkml:trace contextRef="#ctx0" brushRef="#br0" timeOffset="-39853.17">32100 20336 708 0,'42'15'190'16,"-13"13"-65"-16,-3 17-125 0,-10 7 0 16,-4 14 0-16,-5 8 0 15,-4 6 0-15,1-1 0 16,-8-1 0-16,4-9 0 15,-3-10 0-15,6-7 0 16,-6-24-108-16,3-28-67 16,0 0-14-16,3-16 1 15,-6-25-2-15,-1-16 18 16</inkml:trace>
  <inkml:trace contextRef="#ctx0" brushRef="#br0" timeOffset="-39680.06">32239 20322 682 0,'7'-50'192'0,"5"13"-43"0,2 13-149 16,-14 24 0-16,19-19 0 16,-19 19 0-16,15 26-130 15,-4-2-57-15,-2 6-7 16,-2-1 4-16,6 4 3 16,0-5 53-16</inkml:trace>
  <inkml:trace contextRef="#ctx0" brushRef="#br0" timeOffset="-39208.71">32661 20439 605 0,'5'-24'184'16,"2"-3"6"-16,0 2-146 0,-7-4-44 16,0 3 0-16,-4 3 0 15,4 6 0-15,0 17 0 16,-7-17 0-1,7 17 0-15,-8 34 0 0,4-1 0 16,1 9 0-16,-1 15 0 16,1 12 0-16,3 13 0 15,3 9 0-15,8 4 0 16,1 2 0-16,2 0 0 16,5 2 0-16,0-7 0 15,3-6 0-15,-4-8 0 16,-6-12 0-16,-2-12 0 0,-8-11 0 15,2-7-56-15,-20-18-46 16,16-18-21-16,-37 1-1 16,15-13 4-1,-9-12 19-15,8 0 27 16,-10-13 50-16,4-8 87 0,9 4 43 16,-2-8 23-16,15 4-4 15,3-3-8-15,18 1-15 16,-1-5-29-16,20 4-64 15,8-4-9-15,11 0 0 16,7 2-4-16,12-2-2 16,4 2 3-16,0-4-75 15,1 5-64-15,-3 6-32 0,-9 0-3 16,-5 3-1 0,-14 0-3-16</inkml:trace>
  <inkml:trace contextRef="#ctx0" brushRef="#br0" timeOffset="-37886.77">33883 20659 488 0,'0'-15'186'0,"-4"-6"-28"16,-6-5-38-16,5 7-49 15,-15-4-71-15,0 8 0 16,-6 8 0-16,-6 10 0 16,3 13 0-16,-4 12 0 15,2 5 0-15,-2 5 0 16,7 3 0-16,6 2 0 16,7-3 0-16,4-9 0 15,9-8 0-15,5-8-6 16,-5-15-2-16,30 9 2 0,-8-16 0 15,4-5 2-15,4-5 5 16,-1-2-1-16,1-4 1 16,1 2 0-16,-5 4-1 15,-3 5 0-15,-3 5 1 16,-4 5-1-16,0 6-1 16,1 1 3-16,-17-5 0 15,28 19-1-15,-28-19 0 16,33 16 1-16,-18-13-1 15,3-3 0-15,-3-7 3 16,4-3-2-16,-5-2 0 16,2-4 2-16,3 1-2 15,-19 15 0-15,26-28-2 0,-26 28 0 16,23-11 0-16,-23 11 0 16,14 13 0-16,-14-13 0 15,15 27 1 1,-8-8-1-16,2 0 0 0,5 0 0 15,-14-19 0-15,19 25-3 16,-19-25-1-16,19 10 1 16,-19-10 0-16,26-10 0 15,-26 10 4-15,29-32 0 16,-9 10 0-16,-1-4 1 16,7-2-1-16,0-1 0 15,3 1-1-15,1 6-2 16,-1 1 1-16,2 7-2 0,2 4 3 15,-3 3-1 1,-1 3-1-16,-2 4 2 16,-5 0 0-16,-3 2 1 15,0-2-1-15,-19 0 0 0,23 3 1 16,-23-3 1-16,17 13 0 16,-17-13-1-16,23 15-1 15,-8-4 1-15,4 1 0 16,8 0-1-16,2-2-1 15,1-5-1-15,1-3 0 16,-2-2 3-16,4-7-1 16,-3-1 1-16,-4-5 4 0,-4 0 0 15,1-3-3-15,-4 2-2 16,-3-1 0-16,1 4 0 16,-17 11 0-1,23-17 0-15,-23 17 0 0,0 0 0 16,19 2 0-16,-16 15 0 15,1 12 0-15,-1 9 0 16,2 16 0-16,2 15 0 16,4 13 0-16,-3 9 0 15,-1 12 0-15,-3 2 0 16,-4-1 0-16,-7-2 0 16,-9-8 0-16,-3-13 0 15,-7-10 0-15,0-14 0 0,0-17 0 16,3-16 0-1,4-19 0-15,19-5 0 16,-17-40 0-16,24-5 0 16,12-19 0-16,14-10 0 0,12-9 0 15,19-5 0-15,11 3 0 16,10 2 0-16,9 12 0 16,-4 8 0-16,2 17 0 15,-16 6 0-15,-1 17-42 16,-35-1-96-16,-17 5-8 15,-27 4-6-15,-29 6-3 16,-28 2-7-16,-32 9 0 16</inkml:trace>
  <inkml:trace contextRef="#ctx0" brushRef="#br0" timeOffset="-37153.46">27972 22084 553 0,'-97'38'184'16,"22"-12"15"-16,20-19-112 16,25-2-87-16,30-5 0 15,-5-17 0-15,31-1 0 16,19 3 0-16,19-8 0 15,21-1 0-15,16-5 0 16,15-4 0-16,20 0 0 16,20-2 0-16,16 2 0 15,8 2 0-15,18 4 0 16,4 2 0-16,11 8 0 16,11-2 0-16,10 3 0 15,2-1 0-15,11 0 0 0,6-2 0 16,10-4 0-16,6-3 0 15,7 0 0-15,0 2 0 16,-2 0 0 0,2 1 0-16,-7 4 0 0,-9 2 0 15,-8 5 0-15,-11 3 0 16,-8 2 0-16,-9 6 0 16,-11 1 0-16,-8 1 0 15,-7 4 0-15,-14 2 0 16,-12 2 0-16,-9 1 0 15,-21 3 0-15,-6 0 0 16,-22 3 0-16,-11-2 0 0,-22 1 0 16,-16-2 0-16,-17 0 0 15,-15-6 0 1,-10-2 0-16,-23-5 0 16,0 0 0-16,-39-6-25 15,-6 2-117-15,-29-8-25 0,-30-2-18 16,-30 2-2-16,-38-4-5 15,-35 3 68-15</inkml:trace>
  <inkml:trace contextRef="#ctx0" brushRef="#br0" timeOffset="-36471.97">29451 21681 70 0,'-272'6'31'0,"22"8"19"0,3-2 22 16,13-1 38-16,12 6-1 15,10-3-1-15,24 7 1 16,13-4-2-16,33 6-2 16,22-11-21-16,38 7-17 15,23-7-66-15,37-2-1 16,22-10 0-16,36 11 0 15,20-15 0-15,30-1 0 16,19-5 0-16,27-3 0 16,24-6 0-16,19-3 0 15,20-6 0-15,15-5 0 16,17 2 0-16,12-2 0 16,11 0 0-16,7 1 0 0,12 2 0 15,9 2 0-15,12 4 0 16,-2 3 0-16,7-1 0 15,4 1 0-15,1 2 0 16,-1 2 0-16,-4-1 0 16,-4 1 0-16,-1 2 0 15,-12 1 0-15,-5 0 0 16,-15 5 0-16,-11 1 0 16,-16 1 0-16,-14-2 0 15,-20-1 0-15,-14 1 0 16,-11-1 0-16,-18 3 0 15,-10-4 0-15,-15 3 0 16,-10 1 0-16,-15 1 0 0,-10 5 0 16,-19-1 0-16,-16 2 0 15,-14 2 0-15,-16-1 0 16,-9-1 0-16,-20 0 0 16,0 0 0-16,0 0 0 15,0 0 0-15,0 0 0 16,0 0 0-16,0 0 0 15,0 0 0-15,0 0 0 16,0 0 0-16,0 0 0 16,0 0-94-16,0 0-79 15,-7-45-2-15,-2-10-9 16,-8-33-4-16</inkml:trace>
  <inkml:trace contextRef="#ctx0" brushRef="#br0" timeOffset="-25448.54">1622 24421 222 0,'-22'-12'109'16,"6"3"2"-16,-3 0 8 15,19 9-1-15,-23-17-15 16,23 17-15-16,0 0-18 15,0 0-28-15,0 0-22 16,0 0-17-16,0 0-21 16,0 0-2-16,0 0 3 15,16 16-1-15,3-3-3 16,4 3 10-16,6 0 9 16,1-3 2-16,11 3-2 15,-1 3-1-15,5-10 0 16,-3-4 1-16,0-7 0 15,-2-3-3-15,-6-4 2 0,-4-1 1 16,-4 5 0-16,-7-9 0 16,-2 3 2-16,-17 11-1 15,16-12 3-15,-16 12 2 16,0 0-2-16,0 0 1 16,0 0 1-16,0 0-1 15,0 0-2-15,0-15-3 16,0 15 3-16,0 0 3 15,0 0 1-15,0 0 0 16,-7 22 0-16,7 6 3 16,0-2-2-16,0 14 5 15,-4 3 5-15,4 16 9 0,0 8-14 16,-3 13 12-16,3 5-17 16,-5 1 3-16,-2 4-9 15,3-1 0-15,-3-10 0 16,2-4 0-1,5-75 0-15,-7 119 0 0,7-119 0 16,0 69 0-16,0-69 0 16,0 0-1-16,0 0-62 15,0 0-47-15,0 0-38 16,45-76-21-16,-41 26-1 16,8-7 12-16,-12-5-17 15</inkml:trace>
  <inkml:trace contextRef="#ctx0" brushRef="#br0" timeOffset="-25181.35">1808 24807 227 0,'-17'12'132'0,"-6"9"-17"16,4-8-55-16,3 3-1 15,2 0 14-15,6 3-3 16,8-19-4-16,0 0-13 15,-18 5-9-15,18-5-2 16,18-9-1-16,1-10-17 16,7 5-25-16,7-12-20 15,12-5 9-15,4-7-8 16,11 12 4-16,-1-19-85 16,6 2-29-16,0-4-43 15,-4-7-2-15,3-4 4 16,-8-1 6-16</inkml:trace>
  <inkml:trace contextRef="#ctx0" brushRef="#br0" timeOffset="-24857.12">2481 23863 252 0,'-26'-8'134'15,"0"4"-11"-15,4-1-13 16,22 5-17-16,-32 7-11 15,32-7-17-15,-3 26-20 16,22-2-28-16,7 7-21 16,7 9 0-16,12 12-2 15,13 14 0-15,4 12 4 0,2 19-2 16,-1 1 10-16,-6 20 14 16,-14-4-11-16,-11 11 9 15,-18 5-3-15,-25-6 5 16,-18 1-1-16,-20-6-10 15,-15-3 3-15,-14-13-17 16,0-15-69-16,-6-7-58 16,6-31-21-16,78-50-24 15,-120 21 0-15,120-21 14 16</inkml:trace>
  <inkml:trace contextRef="#ctx0" brushRef="#br0" timeOffset="-17304.75">5122 24523 180 0,'0'0'160'15,"-7"26"-43"-15,3-11-12 16,-8 1-10-16,2 12-8 0,-13-18-4 15,-3 0-40 1,-12 3-40-16,-6-3 4 16,-9-15-1-16,-6-4 1 15,-6-10 3-15,-1-12-2 0,-1 0-8 16,8-2 6-16,5-10 5 16,10-4-5-16,10 4-1 15,11-2-4-15,9 3-2 16,11 7 1-16,10 11-9 15,8 9 0-15,15 13 0 16,3 19-1-16,12 23-3 16,0 21 6-16,7 10 9 15,-3 15 8-15,-1 20-6 16,-6 11 13-16,-5-2 0 16,-8 1 5-16,-13-6-3 15,-9-11-11-15,-11-4-7 16,-3-15-7-16,7-80 16 0,-38 81 6 15,38-81-3-15,0 0-5 16,-85-14-9-16,85 14 2 16,-52-90-1-16,33 33 0 15,3-5 0-15,9-11 0 16,11 7 0-16,11-10 0 16,8 10 0-16,10 4 0 15,12 12 0-15,11 5-18 16,3 17 14-16,1 21-1 15,5 11 3-15,-3 17-6 16,-3 20 1-16,-10 1 20 16,-4 18-11-16,-45-60 18 0,52 128-30 15,-52-128 13-15,19 109 5 16,-19-109-8-16,-4 71 8 16,4-71-8-16,-19 18 0 15,9-36 0-15,1-13 0 16,2-16 0-16,0 2 0 15,7-6 0-15,7 2 0 16,6-8 0-16,9 7 0 16,8 12 0-16,6 10 0 15,2 11 0-15,4 11 0 16,1 5 0-16,-5 15-1 16,-5 13 2-16,-3 17-1 15,-2 1-3-15,-6-6-4 0,-22-39 2 16,37 80 18-16,-22-52-11 15,-15-28-2-15,26 45 0 16,-8-42 0 0,-3-13 0-16,4-13 0 0,4-11 0 15,3 2 0-15,7-6 0 16,5-12 0-16,2 2 0 16,2-1 0-16,3 22 0 15,4 13 0-15,-4 7 0 16,0 19 0-16,-5 12 0 15,1 2 0-15,-1 9 0 16,-5 3 0-16,-2-2 0 16,-2-6 0-16,-1-10 0 0,-1-13 0 15,1-10 0 1,-1-6 0-16,1-17 0 16,1-12 0-16,2-10 0 15,5-13-8-15,-1-1-11 0,1-11 13 16,-2 0-18-16,-4-1 12 15,1 10-8-15,-4 14 6 16,-3-1 11-16,-7 19 3 16,0 11-2-16,4 28-1 15,-6 22-1-15,2 16 12 16,0 16 11-16,1 20-14 16,0 21 15-16,3 26-22 15,-1 16 7-15,-2 3 3 16,-1 11 14-16,0-9-21 15,-5 5-6-15,-2-26 8 16,-5-7-1-16,0-38 11 16,-7-83-1-16,3 99-8 0,-3-99-4 15,0 0 0-15,0 0 0 16,-33-135 0-16,18 36 0 16,-3-14 0-16,3-6 0 15,1-18 0-15,8 6 0 16,6 4 0-16,6 17 0 15,8 20 0-15,5 17-21 16,7 21 7-16,3 7-13 16,9 28 26-16,-1 1-1 15,-2 18-2-15,-2 8 15 16,-7 14-11-16,-4 1 13 16,-6 4-12-16,-13 7 8 15,-8-1-22-15,-9 0 5 0,-5-4 1 16,-4 2 11-16,-3-9-4 15,0 12 6-15,26-36-3 16,0 0 5-16,-55 83 10 16,55-83-8-16,0 0 4 15,0 0-14-15,14 66 0 16,5-73 0-16,7-17 0 16,5-12 0-16,6-1 0 15,-1-15 0-15,2 0 0 16,4-17 0-16,-2-2 0 15,1-12-18-15,-2 3 10 16,-6-8-14-16,-4-2 11 16,-3 4-2-16,0 1 4 0,-10 9 14 15,-2 19-6-15,-6 8 3 16,-4 20-9-16,-4 13 1 16,0 16-4-1,0 17 0-15,-7 16-2 0,3 16-3 16,-1 13 9-16,5 7-4 15,0 4 19-15,9 14 15 16,1-4-5-16,9 3 4 16,4-11-4-16,7-8 13 15,8-18-15-15,2-1-9 16,1-19-8-16,8-11 0 16,-1-17 0-16,5-16 0 0,2-15 0 15,-3 1 0-15,-1-12-2 16,1-17-15-16,-9 3 9 15,-5-2-11-15,-5 7 13 16,-3 8-10-16,-11 11 4 16,-7-4 6-16,-12 35-4 15,0 0-2-15,0 0 0 16,-4 32 2-16,-4 4 10 16,-3 9 9-16,3 9-9 15,-3-1 18-15,4 3-3 16,7-1 11-16,4-12-1 15,6-13 1-15,-1-8-15 16,8-5-11-16,2-17 0 0,7-1 0 16,0-15 0-16,0-6 0 15,6-11 0-15,-3 3 0 16,4 3-1 0,-3-11-15-16,1 8 7 0,-2 1-11 15,-6 11 8-15,0-1-10 16,-4 19 16-16,2 11 18 15,-6 8-9-15,-4 5 12 16,1 9-13-16,-5 15 9 16,0-4-7-16,-2-3 8 15,-5-3-16-15,0-5 1 16,0-9 6-16,0-24 2 16,-4 21 9-16,4-21-2 0,4-22-12 15,-1-1 0-15,8-11 0 16,4-1 0-1,1-5 0-15,5 9-11 16,5-4 6-16,2 2-16 0,1 14 11 16,4 18 6-16,0 9-2 15,-5 6 21-15,1 14-6 16,-6 5 4-16,3 7-22 16,-7-2 24-16,2-2-12 15,-9-8-3-15,-2-6 1 16,-4-6 4-16,-6-16 0 15,0 0-5-15,17-5 0 16,-8-16 0-16,-2-10 0 16,6 1 0-16,3-4 0 15,3 2-1-15,4-7-16 16,3 8-9-16,0 5 22 16,0 8-21-16,0 20 21 0,0-5 3 15,-3 8 15-15,3 3 4 16,0 10-7-16,0 2 10 15,0-2-15-15,3 4 2 16,-1-3-8-16,5-1 0 16,3-3 0-16,-1-8 0 15,5-5 0-15,5-6 0 16,0-8 0-16,7-9 0 16,0-10 0-16,6 0-10 15,1-14 0-15,-4-5-7 16,3-2 10-16,-6-5-10 15,-7 8 7-15,-5 6 9 16,-9 7 1-16,-8 5-1 0,-6 20-7 16,-17 11-2-16,3 18-1 15,-10 16 2-15,-3 13-1 16,-6 3 3-16,4 11 18 16,-2-4 5-16,4 2 4 15,8 8 5-15,2-18-6 16,9-15 6-16,8-11-13 15,6-9-12-15,5-13 0 16,8-8 0-16,6-15 0 16,6-14 0-16,8 3 0 15,-1-9-1-15,3 1-9 16,1-4-10-16,-4 7 7 16,-3 8-4-16,-7 23 6 0,-3 4 10 15,-5 4-2-15,-6 17 1 16,-9 6 12-16,-1 11-13 15,-5-8 8 1,-6 11 6-16,-5-22-3 0,-5-16 10 16,11 28-4-16,-11-28 1 15,0 0-15-15,0 0 0 16,12-18 0-16,-2 1-1 16,6 0-5-16,1 3-10 15,2-3 2-15,4 1-4 16,3 6 5-16,0-1 9 15,0 11 1-15,-3 2 0 0,3 10 0 16,-4-3 2-16,4 6 17 16,0-3 0-16,2-5-4 15,2 0-11-15,3 0 3 16,0-10 2-16,1-11-4 16,6-9 1-16,-2-18-11 15,4-6-3-15,-2-10 5 16,-2-11 8-16,-1-11 3 15,-3-11-7-15,-4-2 7 16,-8 0-5-16,-6 16 4 16,-2 3-3-16,-7 11 4 15,-2 10-3-15,-1 25-4 16,-4 9-13-16,0 18 4 0,0 0 0 16,-4 44-2-1,4-5 3-15,7 18-4 16,4 14 6-16,1-1 2 15,5 13 15-15,2-2-5 0,7 4 3 16,4-5-3-16,-3-6-4 16,-4-15-5-16,-2-12 4 15,-2-9 0-15,-3-16 4 16,-16-22 4-16,15 14 5 16,-15-14 1-16,-2-29 1 15,-1 4 1-15,-1-6-3 16,-2-2-2-16,2-3-4 15,4 0-6-15,4-2-7 0,6-2 2 16,2-4-2-16,11 3 3 16,10-4-3-1,12 0 2-15,10 0-2 16,13 2-48-16,3-9-64 0,14 3-44 16,9-1-14-16,7-2-3 15,5 5 1-15,1-8 78 16</inkml:trace>
  <inkml:trace contextRef="#ctx0" brushRef="#br0" timeOffset="-16087.29">14111 23929 576 0,'7'-36'198'0,"2"10"-54"16,5 7-127-16,-14 19-14 0,26-4-3 15,-14 30-3-15,2 18 3 16,-2 13-3-16,-5 21 0 16,0 5-5-16,-3 17 5 15,1-3-5 1,-5-7 6-16,-4-16 4 0,3-8-10 16,1-17 3-16,5-23 2 15,-5-26-1-15,22-6-2 16,-1-25 3-16,7-15-2 15,5-12-2-15,9-6 8 16,4-7-1-16,8-3-1 16,2-2 1-16,3-7 0 15,2 10 1-15,-6 0-3 0,-3 11 4 16,-3 8 0-16,-11 8-1 16,-9 11-1-1,-9 6 7-15,-20 29 2 16,17-21 4-16,-17 21-6 0,0 0-3 15,-10 29-2-15,6 4 3 16,-3 12 0-16,-2 12-4 16,2 7-1-16,7 4-5 15,-3 4 9-15,3-1-4 16,3 0 5-16,1-13-8 16,3-13-4-16,5-14-2 15,-5-11 2-15,-7-20 0 16,26 13-3-16,-10-19 2 0,-1-11 2 15,6-2 3 1,5-3 3-16,-3 1 3 16,3 2-6-16,2 7 3 15,-2 8-2-15,0 4 3 0,3 7-2 16,-6 7 0-16,3 0 1 16,-4 3-2-1,4-1 3-15,-3-9 1 0,-4-2-2 16,2-4-3-16,-2-7 0 15,0-7 0-15,-3 0 2 16,-2-6 1-16,-2-2-1 16,-2-2-2-16,0 4 3 15,-4-2 3-15,-3 4 2 16,-3 17 1-16,0-15 3 0,0 15 0 16,0 0 0-1,-12 26 1-15,9 1-1 16,6 8-4-16,0 8 0 0,3-1-6 15,8 6-4-15,8 8-2 16,4-8-1-16,9-5-33 16,5-22-71-16,12-16-38 15,9-20-30-15,6-11 5 16,15-16-6-16,3-22 118 16</inkml:trace>
  <inkml:trace contextRef="#ctx0" brushRef="#br0" timeOffset="-14900.88">16793 23957 536 0,'61'-19'173'16,"-12"0"-56"-16,-20 3-50 15,-6 11-55-15,-23 5-2 0,14 16-3 16,-21 3 0-16,-7 10-1 16,-9 4-2-16,1 14 0 15,-4 3-4-15,0 0-2 16,0 2-1-16,6 0 0 15,12-5-4-15,4-6 0 16,13-10 0-16,8-8 1 16,15-15-6-16,8-13 1 15,8-14 1-15,9-14 3 16,9-13 4-16,6-13 4 16,6-7-1-16,2-15-1 15,-2-2 3-15,-4-11 0 16,-3 1 2-16,-8-4-1 0,-11 7 1 15,-7 7 4-15,-10 8-11 16,-6 13 16-16,-15 13-6 16,-5 23 1-16,-9 26-1 15,0 0-4-15,0 0 1 16,-19 52-6-16,8 7 13 16,-1 16-12-16,5 11 2 15,4 8 0-15,-1 13 0 16,11 4 4-16,4-7-3 15,1-4 0-15,5-13-7 16,2-17-7-16,4-14 3 16,-4-13-3-16,4-27 1 0,-4-13 3 15,1-22 0-15,3-26-1 16,3-19 7-16,0-9 4 16,0-6 0-16,2-13 0 15,1 9 0-15,1 2-2 16,-11 18 1-16,4 11 3 15,-9 13 3-15,-6 18 5 16,-8 21 6-16,0 0-6 16,0 0-1-16,-31 17-3 15,5 7-1-15,-4 13-1 16,-6 4-5-16,-6 1-8 16,1 3-6-16,-3-2 7 15,10 5 0-15,1-3 8 0,10-13-8 16,11-3-1-16,8-3-2 15,8-7 0 1,15-3 0-16,3-4 1 16,15-4 2-16,1-1-7 0,11 0 10 15,3-5-3-15,0-2 4 16,5-5 3-16,2-2-1 16,2-5 2-16,-6 0-2 15,1-4 2-15,-4-1-2 16,-7-4 4-16,0-3-2 15,-5-9 0-15,-8-2 1 16,-3-1-1-16,-6-14 4 16,-4-7-3-16,-9-7 5 0,-6-9-4 15,-4 0 5-15,-4 4 1 16,-3 1-3-16,0 8 5 16,-1 6-12-1,1 16 13-15,-2 17-9 0,9 21 1 16,0 0-4-16,-17 23-3 15,17 17 5-15,0 18-8 16,3 12 11-16,4 11-11 16,-4 0 2-16,6 8 6 15,-2-4-5-15,0-13 2 16,2-11-7-16,-6-11 4 16,-3-15-3-16,4-15 0 15,-4-20-2-15,0 0-3 16,0 0 3-16,0 0 3 15,19-31 3-15,-12 5-3 16,3 2 2-16,2-5 1 16,-1 1 4-16,4 7-1 0,1-1-2 15,5 1-2-15,-2-3 2 16,7 5-1-16,9 0-2 16,1 3 1-16,9 0-2 15,-3-15-81-15,3 5-63 16,7 4-23-16,-3-11-9 15,6 5 6-15,-10-17 68 16</inkml:trace>
  <inkml:trace contextRef="#ctx0" brushRef="#br0" timeOffset="-14076.29">19704 24075 340 0,'0'0'178'0,"0"0"-60"15,0 0-53-15,0 0-22 16,0 0 0-16,0 0-6 16,0 0-4-16,0 0-66 15,0 0-41-15,0 0-40 16,0 0-40-16,0 0-19 16,0 0-7-16,-36-30 52 0</inkml:trace>
  <inkml:trace contextRef="#ctx0" brushRef="#br0" timeOffset="-9037.75">964 22750 221 0,'0'0'151'0,"-8"-15"-29"16,8 15-14-16,0 0-8 15,0 0-11-15,-25-19-13 16,25 19-10-16,-15 1-32 16,15-1-31-16,-26 7-2 15,26-7-2-15,-26 19-1 16,26-19-1-16,-32 25-1 0,18-10 0 15,2 6 3-15,-2 3-2 16,2 2 0-16,2 5 1 16,-1 2 0-16,3 4 2 15,1 4-3-15,3 9 2 16,1 9 1-16,-2 5-3 16,5 2 4-16,0 5-3 15,0 10 4-15,5 2-5 16,2 7 5-16,7 0-5 15,8-1-1-15,4-1 4 16,9-5-4-16,1-3 3 16,3-8-2-16,2 3-3 15,-1-15 1-15,-2-4 0 0,-5-15 2 16,-7-10-4-16,-6-3 7 16,-5-4-6-16,-15-24 5 15,21 19-1-15,-21-19 2 16,0 0-1-16,0 0 4 15,-10-22-4-15,-1 3 0 16,-11-4 1-16,-4-8 0 16,-2-3 6-16,-9-4-5 15,-4-4 4-15,-3 2-3 16,3 0 3-16,-1 11-4 16,4 1 4-16,5 6-3 15,0 3-2-15,10 8 1 16,4 4-2-16,19 7 0 0,-22 0 4 15,22 0-4-15,0 0 2 16,-14 21-4-16,8-5 4 16,3-1-1-16,3 6 0 15,0-2-2-15,3 0 0 16,6 0 2-16,2-3 0 16,4-1 0-16,1 1-7 15,10 0 7-15,7-6-5 16,3 6 4-16,2 4-7 15,4 1 8-15,-2 0-5 16,2-2 5-16,-4-4-1 16,-5-1 1-16,-7 0 1 15,-7-17-1-15,-5-16 2 0,-2-16 0 16,-2-20 6-16,10-30-4 16,6-29-63-16,15-25-101 15,15-22-16-15,-1-14-20 16,1 9 0-16,-28-9 82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05:09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11485 10543 543 0,'14'-32'205'0,"5"-1"-32"16,-10 0-173-16,-2 2 6 0,0-1 2 15,-7 1 0-15,-4 4 0 16,-8-3-1-16,-2 2-4 16,-1 4-2-1,-5 2-3-15,3 6-3 16,-2 4-2-16,0 7-2 0,0 5-3 16,-2 15 1-16,2 11 3 15,-4 14-1-15,1 9 3 16,3 10-2-16,0 6 2 15,5 6 3-15,7 2-4 16,7-2 8-16,10-5-7 16,9-6 8-16,14-6-6 15,12-7 6-15,11-8-4 0,15 0 2 16,7-5 2 0,16-4-2-16,3-3 1 15,11 1 0-15,1 3 0 16,-1 2-2-16,-2 2 1 0,-9-1-1 15,-9 6 0-15,-13 5 1 16,-14 2 0-16,-13 1-3 16,-15 1 3-16,-14 8 6 15,-12 0-2-15,-10 0 1 16,-8 0 0-16,-4-1 1 16,-4-4-2-16,0-6 3 15,-4-2-4-15,6-11-4 16,1-8 1-16,6-4-2 15,10-21-1-15,-9 26 1 16,9-26 0-16,4 19-1 16,-4-19 0-16,22 23 0 15,-6-6 2-15,-1 9-1 0,8 5 2 16,-2 7-1-16,1 6 0 16,-3 2-1-16,0 3 4 15,1-3-2-15,-7-1 2 16,3-8-2-16,-9-9 4 15,2-9 4-15,-9-19 0 16,17-6 0-16,-8-18 0 16,-2-16 0-16,3-13-1 15,2-13 1-15,-5-5-3 16,4-5-2-16,-6 0-3 16,-2 5 3-16,1 7-4 15,-8 10 2-15,-3 11-4 16,-1 8 0-16,-3 11-2 15,3 6-4-15,8 18-57 0,-21-20-46 16,21 20-22-16,-16-2-18 16,16 2-7-16,-12 16-6 15,8 3 25-15</inkml:trace>
  <inkml:trace contextRef="#ctx0" brushRef="#br0" timeOffset="486.34">12355 12042 301 0,'-18'-1'140'0,"18"1"-11"0,-22-9-13 16,22 9-16-16,0 0-17 16,0 0-26-16,0 0-48 15,-16-12-10 1,16 12-1-16,0 0-3 0,-3 26-4 15,6-5 0-15,-3 5 2 16,4 5 4-16,3 5 2 16,5 2-1-16,2 2 1 15,1-2-2-15,4-3 5 16,1-8-2-16,-1-6 3 16,1-7 4-16,3-7 4 15,-4-10 2-15,0-15 0 16,4-15 0-16,3-15-5 0,3-21 2 15,13-14-4-15,7-20-10 16,6-9-3 0,9-6-3-16,6 2 0 15,1 7 1-15,-3 10 1 0,-1 16-1 16,-8 14 1-16,-10 21 5 16,-11 11-3-16,-12 15 3 15,-3 11-1-15,-23 11-1 16,0 0-8-16,14 33-59 15,-25-7-39-15,4 0-30 16,7 2-23-16,-1-11 0 16,9 4-4-16,-8-21 110 0</inkml:trace>
  <inkml:trace contextRef="#ctx0" brushRef="#br0" timeOffset="9155.5">12659 13957 63 0,'0'0'37'16,"0"0"-4"-16,0 0-8 15,0 0 1-15,0 0-2 16,26 7-6-16,-26-7-1 0,29-7 1 16,1 0-1-16,3-3-1 15,8-8-1-15,8-4-2 16,12-6 2-16,5-8 17 15,12-2 6-15,5-7 1 16,11-6 0-16,3-2 6 16,7 1 20-16,-7-7 18 15,7 11-6-15,-6-6-14 0,-1 7-12 16,-16 0-2-16,-4 15-2 16,-18 0-5-1,-11 12-26-15,-11 6-16 16,-9 2 0-16,-11 6 0 15,-17 6 0-15,0 0 0 0,0 0-5 16,0 0-1-16,0 0-2 16,0 0-39-16,0 0-58 15,0 0-39-15,0 0-21 16,0 0-9-16,12 23-4 16,-12-23-1-16</inkml:trace>
  <inkml:trace contextRef="#ctx0" brushRef="#br0" timeOffset="11483.15">22431 13801 88 0,'0'0'61'0,"0"0"-4"15,-3 16-8-15,3-16-7 16,0 0-5 0,0 0-9-16,0 0-7 15,0 0-8-15,0 0-7 0,0 0-2 16,0 0 1-16,0 0 0 15,0 0 2-15,7 17 0 16,-7-17 2-16,0 0-1 16,0 16 0-16,0-16-3 15,0 0 3-15,0 0 0 16,0 0 0-16,0 0 0 16,15 12 0-16,-15-12 0 15,0 0 1-15,20 7 3 0,-20-7 1 16,0 0 9-1,0 0 21-15,17 5 14 16,-17-5-1-16,0 0 0 16,0 0-2-16,0 0-2 0,0 0-3 15,0 0-7-15,0 0-26 16,0 0-15-16,15-16 1 16,5 4-2-16,6-2 0 15,7-5 1-15,15-5-2 16,13-4-4-16,10-5 7 15,11-5 0-15,8-3-2 16,11 1 3-16,3-2 0 16,3 1-2-16,-4 1-1 15,-2 0 1-15,-9 6-2 16,-13 6-1-16,-13 4 3 16,-8 3-3-16,-18 7 0 0,-14 2 4 15,-7 7 0-15,-19 5 0 16,0 0-24-16,0 0-100 15,0 0-55-15,-19-11-17 16,-4-4-1-16,0 6-5 16,-23-19 112-16</inkml:trace>
  <inkml:trace contextRef="#ctx0" brushRef="#br0" timeOffset="25815.34">14170 12492 22 0,'0'0'15'0,"0"0"0"16,0 0-1-16,0 0-2 16,0 0-3-16,0 0 1 15,0 0-2-15,0 0-1 16,0 0-5-16,0 0 0 15,0 0 0-15,0 0 2 16,0 0 6-16,0 0 10 16,0 0 16-16,20-19 11 15,-20 19 6-15,19-24 23 0,-4 2 14 16,10-6 5-16,-1-10-4 16,9-5-10-16,7-11-17 15,5-3-9 1,7-5-8-16,9-1-23 0,1-3-16 15,6 4-9-15,-4 7 1 16,-5 10-2-16,-10 5 1 16,-8 11-2-16,-8 4 0 15,-10 13-1-15,-23 12 0 16,16-7 2-16,-16 7 0 16,0 0-33-16,0 0-80 15,-9 19-46-15,9-19-9 16,0 0 2-16,-26-5-6 0</inkml:trace>
  <inkml:trace contextRef="#ctx0" brushRef="#br0" timeOffset="27106.25">12124 13014 68 0,'0'0'61'0,"0"0"6"0,0 0 6 16,-23-13-4-16,23 13 7 15,0 0 8-15,-19-20 11 16,19 20 3 0,-14-21-5-16,14 21-16 0,-22-26-15 15,22 26 1-15,-31-31-26 16,13 15-37-16,-4-5 0 16,-1 1 0-16,-3-5 0 15,-3-1 0-15,1-1 0 16,-2-6 0-16,4 0 0 15,-3-3 0-15,3-1 0 16,0-1 0-16,3 4 0 16,1-1 0-16,-5 4 0 0,5 1 0 15,-1 4 0 1,1 6 0-16,-1 1 0 16,-3 0 0-16,4 3 0 15,-1 4 0-15,6 3 0 0,1 1-38 16,16 8-25-16,-23 3-54 15,23-3-36-15,-10 35-29 16,1-11-2-16,2 17-5 16,-12 1 93-16</inkml:trace>
  <inkml:trace contextRef="#ctx0" brushRef="#br0" timeOffset="45182.23">17108 20507 105 0,'0'0'68'16,"0"0"15"-16,0 0 6 16,0 0 11-16,0 0-8 15,-20-5-1-15,20 5-6 0,0 0-11 16,0 0-19-16,0 0-18 15,0 0-19-15,0 0-17 16,0 0-4 0,0 0 0-16,0 0 0 0,0 0-1 15,4 22 1-15,-4-22-1 16,9 30 2-16,-2-11 2 16,-1 1 1-16,0 5-1 15,-3 1 2-15,4 0-2 16,-3-4 1-16,-1-3-1 15,0-1-1-15,-3-18-1 16,6 22-1-16,-6-22 3 16,0 0 0-16,0 0-1 0,22-12 1 15,-8-2-1-15,5-7 2 16,11-6 1 0,4-5-1-16,10-6-1 15,8-7-1-15,9-5 1 0,1-7 1 16,9-4 2-16,4-1 2 15,0-4-3-15,-1-1 3 16,3 1-3-16,-6 0 3 16,-5 4-3-16,-2 10 0 15,-8 5-3-15,-4 7-1 16,-7 11-31-16,-9 5-70 16,-5 7-53-16,-1 15-22 15,-30 2-12-15,23-2-3 16,-23 2 148-16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06:50.8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30158 4836 44 0,'0'0'107'0,"0"0"-14"16,0 0-47-16,0 0-6 16,-7 19-2-16,0 4-14 15,3 8-7-15,2 12-10 16,2 8 2-16,2 13-4 16,2 7-3-16,-1 5 0 15,4 3-3-15,-3-4 0 16,-1-8-3-16,2-8 0 0,-1-10-4 15,-4-10-29-15,3-14-29 16,1-3-29-16,-4-22-17 16,0 0 7-16,0 0 105 15</inkml:trace>
  <inkml:trace contextRef="#ctx0" brushRef="#br0" timeOffset="677.47">30413 4644 123 0,'0'0'65'16,"-23"-31"5"-16,4 12 13 0,-4 3 29 15,-10-4-10-15,-1 6-15 16,-15-3-15-16,1 10-12 16,-11-2-12-16,1 11-10 15,-8 6-20-15,-5 8-33 16,0 10 0-16,0 7 6 16,0 13 6-16,5 13 0 15,1 7 5-15,5 12-5 16,8 12 4-16,6 10-4 0,10 8 6 15,10 4-4 1,7 4-2-16,12-3 8 0,7-4 1 16,10-5-1-1,9-11 4-15,11-10-1 0,12-8 6 16,6-10-3-16,11-13 3 16,12-8-8-16,4-11-1 15,8-13 1-15,9-13-2 16,6-12-1-16,-1-16-2 15,3-10 1-15,-2-10-7 16,-5-11 8-16,-6-9-6 16,-5-3 5-16,-11-7-3 0,-12-5 2 15,-10-7-3 1,-11-7 3-16,-12-9 7 16,-7 2-5-16,-19-5 5 15,-12-5-11-15,-11 5-7 16,-13 1 4-16,-9 13-6 0,-11 10 4 15,-8 11-7-15,-14 8 5 16,-4 15-6-16,-5 13 14 16,-3 12 1-16,2 11-1 15,-3 13-15-15,3 5-65 16,4 14-50-16,13 20-32 16,5 6-2-16,12 21-5 15,2 5 46-15</inkml:trace>
  <inkml:trace contextRef="#ctx0" brushRef="#br0" timeOffset="55238.39">29769 7287 143 0,'-18'-19'103'0,"18"19"-11"15,-8-20 19-15,8 20 10 16,-7-18-13-16,7 18-7 15,3-24-12-15,-3 24-25 16,12-29-17-16,2 13-15 16,2-3-27-16,3-3-21 15,7 1 1-15,0 0 1 16,4 4 3-16,-1 3 9 16,1 3 4-16,-8 8 2 15,1 6 2-15,-4 10 5 16,-9 7-2-16,-5 8 0 0,-6 5-2 15,-10 5-2-15,-3 4-4 16,-5 3 1-16,-3 0-4 16,-4 0 1-16,-4-4-2 15,2 1 2-15,2-4-1 16,0-2 3-16,9-5-2 16,-2-3 0-16,10-7-2 15,-1-6-4-15,10-15-4 16,0 18-2-16,0-18 0 15,19-2-1-15,7-5 1 16,0-5-1-16,10-2 4 16,6 0 6-16,3-3 5 0,0 1 2 15,0 1 2-15,-5 3-1 16,-1 1 0-16,-10 4 0 16,-6 2 1-1,-23 5-3-15,26-5-2 0,-26 5-51 16,0 0-37-16,15 0-26 15,-15 0-24-15,0 0-14 16,0 0-8-16,0 0-5 16,0 0 104-16</inkml:trace>
  <inkml:trace contextRef="#ctx0" brushRef="#br0" timeOffset="56051.97">30333 6990 209 0,'0'-33'109'16,"-7"3"21"-16,-4-1-16 16,-4 5-2-16,-8 0-19 15,-3 11-8-15,-3-6-21 16,-1 5-11-16,-8 1-19 15,0 3-30-15,-9 3 2 16,2 4-6-16,0 3 1 16,-4 0 0-16,1 6 0 0,-1 6-1 15,-3 2-1 1,7 6 5-16,-4 2-8 0,7 6 4 16,-1 0-1-1,5 7-10-15,1 4 9 0,6 1-9 16,2 10 10-16,-1 4-9 15,8 3 11-15,-1 4-7 16,4 4 2-16,2-1 2 16,4 0-1-16,3-1 4 15,5-8-4-15,1-1 4 16,8-3-1-16,4-2 7 16,3-6-6-16,5-1 7 15,3-2-5-15,3-2-8 0,8-1 4 16,3-6-7-1,8 1 3-15,4-6-10 16,4 0 8-16,3-6-11 16,4-3 7-16,-1-3 6 0,6-1-1 15,-2-6 2-15,-3-3 0 16,-3-4 0-16,3-3 1 16,-8-2 1-16,5-4-1 15,-12-1-1-15,-1-2 2 16,-5-3 0-16,1-2 1 15,-3 0 3-15,-5-3-6 16,2-3 9-16,-8 1-7 16,4-4 8-16,-7 2-6 15,2-1 8-15,-5-3-7 16,-1 1 1-16,-4-2 7 16,-3 0 0-16,-4-4 10 15,-1 0-4-15,-11-4 6 0,1-5-9 16,-7-2 4-16,-5-3-4 15,-7-3 0-15,-9-2-8 16,-10-1-2-16,-11 3-3 16,-6 2 3-16,-13 3-2 15,-5 2 0-15,-17 4-90 16,2 4-78-16,1 10-11 16,-3 2-9-16,0 13 1 15,-1 5-10-15</inkml:trace>
  <inkml:trace contextRef="#ctx0" brushRef="#br0" timeOffset="62642.65">31062 7189 130 0,'0'0'45'15,"0"0"-3"-15,0 0-1 0,0 0 7 16,0 0 9-16,0 0 14 16,0 0 6-16,0 0 0 15,0 0 14-15,0 0 1 16,0 0-6-16,0 0-12 15,0 0-16-15,0 0-24 16,0 0-34-16,0 0 0 16,0 0 0-16,0 0 0 15,-16 5 0-15,16-5 0 16,0 0 0-16,0 0 0 16,-10 19-17-16,10-19-1 15,-12 19 0-15,1-3 2 16,4 4 0-16,-1 3 5 0,-3 5 10 15,1 1 3-15,1 0-1 16,2 3 1-16,0-5 0 16,2-2 1-16,2-5-3 15,-1-2 2-15,4-18-2 16,0 22 0-16,0-22-1 16,4 16 0-16,-4-16 0 15,0 0-2-15,8 15 1 16,-8-15 1-16,0 0 1 15,0 0 0-15,7 18 0 16,-7-18 0-16,0 0 0 16,4 15 1-16,-4-15 0 0,0 19 0 15,0-19-2-15,0 30 6 16,0-15-6-16,3 4 5 16,-3-1-7-16,4 1 6 15,4-4-7 1,-1 1 4-16,-7-16-5 0,23 22 0 15,-23-22 0-15,33 14 1 16,-14-12 1-16,0-2 1 16,0-2 2-16,4-5 1 15,-3-1 2-15,3-8-2 16,0-1 1-16,-1-2-6 16,-3-2 5-16,0-5-5 15,-5 2 4-15,-2-4-6 0,-1 2 6 16,-8 0-4-1,-6-2 5-15,-4-1 1 0,-5-2 1 16,-6 0 0 0,-1-1 3-16,-7 5-1 0,0-1 0 15,0 4-1-15,-3 5-1 16,3 5-3-16,1 2 0 16,1 7-3-16,5-1 0 15,0 5-1-15,3 1 2 16,-1 0 0-16,17 0 1 15,-19 12 2-15,19-12 0 16,-16 27 1-16,13-7-1 16,-1 4 2-16,4-2-4 0,7 6 0 15,0-2-3 1,5-4 1-16,2-4-3 16,5-3 2-16,7-6-3 15,0-6 2-15,6-1 1 0,-3-4 1 16,7-5 2-16,-4-1 0 15,1-3 3-15,-4-2-1 16,1-1 0-16,-3-2 0 16,3 1 0-16,-4-3 0 15,0 3 0-15,0-1-1 16,0 2 0-16,0 2-1 16,-3 5 2-16,-4 2-1 15,-5 3 2-15,-14 2 0 16,26 7 3-16,-26-7-1 15,12 23 0-15,-5-6 0 16,-7 2-1-16,3 4 0 16,-3 3-2-16,-3 1-1 0,-1 3-2 15,1-1 1-15,-1-1-1 16,-4-4 2-16,1 2-2 16,0-7 7-16,3-2-6 15,4-17 7-15,-5 18-8 16,5-18-1-16,0 0 0 15,0 0 0-15,16-18 1 16,-4 1-5-16,9-9 4 16,1-3-6-16,1-6 9 15,8-3 0-15,-1-2 1 16,6-1-1-16,-6 4 0 16,8 4 0-16,-9 6 1 15,3 4-1-15,-3 6 0 0,-3 5-1 16,-3 3 1-16,-1 7 1 15,-8 2 0-15,2 4 2 16,-16-4 1-16,22 29 0 16,-11-3 0-16,-3 2 0 15,-1 5 0-15,4 5-1 16,-4 0-1-16,-2 2-1 16,2-6-2-16,3-1 1 15,-1-7-3-15,-2-5 0 16,5-4-2-16,-12-17 0 15,37 12 0-15,-15-17-14 16,11-3-57-16,5-11-38 16,4-7-19-16,5-2-18 0,-2-12-15 15,7 2-5-15,-14-10 99 16</inkml:trace>
  <inkml:trace contextRef="#ctx0" brushRef="#br0" timeOffset="64678.09">33082 6633 143 0,'0'0'63'16,"0"0"3"-16,0 0-8 15,0 21-11-15,0 12-2 16,0 10-1-16,0 9 2 16,2 12-15-16,2 10-6 15,3 10-9-15,-4 0 0 16,4 3-1-16,-4-7-5 16,3-6 1-16,-6-10 22 0,3-7 3 15,-6-14 0 1,3-4 3-16,-6-19 0 15,3-1 1-15,3-19-4 16,0 0-5-16,-17 0-30 0,17 0-3 16,-9-34 0-16,5 6-3 15,4-5-1-15,0-8 0 16,4-4 3-16,8-4 1 16,5 1 3-16,8 1-2 15,4 4 1-15,8 3 0 16,-3 9 1-16,6 8-2 15,-1 13 0-15,0 8-2 16,0 11 2-16,-3 13 0 16,-5 6-1-16,-1 8 1 15,-4 8-3-15,-7 1 4 16,0 1-1-16,-5 1 3 16,-11-5-2-16,1-6 5 0,-8-7 1 15,1-1 4-15,-4-12-1 16,7-16 1-16,0 0-3 15,-23 13-4-15,23-13-3 16,-15-20-5-16,11 1-1 16,4-6-3-16,7-2 1 15,9-6-2-15,3 0 3 16,11-2 2-16,3 4 5 16,8 2 0-16,4 4 1 15,0 6-1-15,-5 4 0 16,-1 4-1-16,-3 5 0 15,-8-1 1-15,-7 5-2 16,-21 2 3-16,22 0 4 0,-22 0 0 16,0 0 1-16,-7 17 0 15,-3-1 0-15,-6 5-1 16,-3 6 0-16,5 4-3 16,-1 4-7-16,2 0 1 15,3-1-1-15,3-3-2 16,7-5 1-16,4-7 1 15,-4-19 1-15,15 21 3 16,-15-21 1-16,23 0 1 16,-23 0-1-16,29-19 3 15,-15 4 1-15,2-1-2 16,-2-3 0-16,1-2-2 16,-6 4 0-16,-9 17 0 0,17-26 1 15,-17 26-3-15,0 0 0 16,19-4 0-16,-19 4 0 15,11 19 0 1,-11-19 0-16,19 25 0 0,-19-25 1 16,26 26 0-16,-10-18 1 15,3-4-1-15,-2-4 2 16,6-7 0-16,-1-4 1 16,1-2 3-16,-1-6-1 15,4-4-1-15,-3-3 1 16,-1 0-2-16,1-2 1 15,0 4-2-15,-4 3-1 0,1 4-3 16,-4 7 2-16,-16 10 0 16,26 0 2-1,-26 0 1-15,12 27-2 0,-5-6 3 16,-7 5-1-16,4 2 0 16,-4 0-1-16,3-1 0 15,-3-2-2-15,4-5 0 16,-4-2-1-16,0-18-2 15,3 20-1-15,-3-20 2 16,0 0 0-16,19-1 0 16,-19 1 0-16,30-28 0 15,-8 7 2-15,4-1 0 16,0-1 3-16,2-1-2 0,-2 3 0 16,0 6-1-16,-3 6 2 15,-1 9 0-15,-8 7 1 16,-14-7 0-1,23 29-2-15,-16-8 1 0,1 0-1 16,-1 0 0-16,0-4-3 16,2-2 0-16,-9-15 0 15,17 20 1-15,-17-20 0 16,26 1-2-16,-10-8 4 16,0-5 1-16,6-2 3 15,4-6 0-15,0-3 0 16,4-3-2-16,-1 2 1 15,4 1-1-15,2 3-1 16,-2 6-3-16,-4 3 0 16,3 8 1-16,-6 8-1 15,3 7 1-15,-3 6 0 16,-3 2 1-16,-1 8 1 0,-2 1 2 16,-3 4-1-16,-1-2 1 15,-10 1 1-15,0-3 1 16,-8-5 0-16,-2-1 0 15,-9-6-2-15,-3-1 0 16,-3-4 0-16,0-4-2 16,-2-2 0-16,5-3-1 15,16-3-4-15,-26 0-2 16,26 0-1-16,0 0 0 16,0 0 0-16,4-24 0 15,-4 24 0-15,26-23-1 16,-4 10 3-16,4-3 3 15,0 0 2-15,4 3 0 0,1 0-2 16,-5 5 0-16,4 4 2 16,-8 3 0-16,-3 4 4 15,-19-3-30-15,23 14-54 16,-23-14-56-16,-5 17-28 16,5-17-19-16,-21 2-2 15,21-2 89-15</inkml:trace>
  <inkml:trace contextRef="#ctx0" brushRef="#br0" timeOffset="64852.21">35511 6858 51 0,'-7'-41'168'0,"7"18"-31"0,0 2-69 15,0 21-33-15,0 0-21 16,0 0-41-16,0 0-51 15,-23-10-56-15,20 26-35 16,3-16 105-16</inkml:trace>
  <inkml:trace contextRef="#ctx0" brushRef="#br0" timeOffset="70102.95">33718 8212 158 0,'0'0'73'0,"0"0"20"15,0 0 24-15,0 0-11 16,0 0-17-16,0 0-14 16,0 0-9-16,0 0-6 15,0 0-18-15,0 0-27 16,12 19-28-16,-12-19 2 16,7 33 4-16,0-11 4 15,-2 6 1-15,5 5 1 16,1 3-1-16,-3 0-1 15,3-1-1-15,-2-2 3 16,1-5-1-16,-3-4 1 16,-2-5 0-16,-5-19 0 15,7 26 1-15,-7-26 1 0,0 0 1 16,4 16 2-16,-4-16 1 16,0 0 1-16,0 0-1 15,-16 3 0-15,16-3 1 16,-17 0-1-16,17 0-2 15,-20-2-2-15,20 2-1 16,-26-1 0-16,26 1 0 16,-26-4-1-16,26 4 0 15,-26 0 0-15,26 0 0 16,-19 2 0-16,19-2 0 16,0 0-2-16,0 0 1 15,-19 3 0-15,19-3 2 16,0 0-2-16,0 0 2 0,0 0 1 15,0 0 0 1,0 0 1-16,0 0 1 16,0 0-2-16,0 0 0 15,0 0 1-15,0 0-1 0,-19 2-1 16,19-2 0-16,0 0-1 16,-17 3-1-16,17-3 1 15,0 0 1-15,-19 6-4 16,19-6-2-16,0 0 0 15,0 0 0-15,0 0 3 16,0 0 0-16,0 0 1 16,22-2-2-16,-22 2 4 15,30-4 2-15,-11 4-1 0,3 0 1 16,4-1-4 0,0-3 1-16,0 1 1 15,1-2-7-15,-5-4-60 16,4-1-36-16,-7-1-34 0,-5-6-23 15,2 3-3-15,-16-10-2 16,7 3 122-16</inkml:trace>
  <inkml:trace contextRef="#ctx0" brushRef="#br0" timeOffset="70367.14">33416 8271 55 0,'48'-11'91'0,"-6"-8"-42"15,3 4-20-15,-2-3-6 16,-1 4-18-16,-4 4-12 15,-8 0-27-15,3 8-13 16,-11-5-20-16,8 14-16 16,-11-9 70-16</inkml:trace>
  <inkml:trace contextRef="#ctx0" brushRef="#br0" timeOffset="70686.85">34025 8186 53 0,'0'0'48'0,"0"0"-14"16,0 0-10-16,0 0-5 16,0 0 2-16,-4 24 5 15,4-24 4-15,0 33 3 16,0-7 4-16,4 7-2 15,-4 1-2-15,0 8-5 16,3-1-7-16,-3 3-10 16,4-3-2-16,-4-4-7 0,3-3-5 15,1-8-4-15,-4-3-22 16,0-23-29-16,9 29-25 16,-9-29-14-16,0 0-13 15,0 0 34-15,29-5 76 16</inkml:trace>
  <inkml:trace contextRef="#ctx0" brushRef="#br0" timeOffset="71190.23">34190 8340 90 0,'0'0'38'0,"0"0"-10"0,-12 29-14 15,12-6-13-15,3 1-4 16,1 5 0 0,1 3 3-16,-2-1 0 0,4-4-1 15,-3-1 2-15,-1-5 3 16,-3-5 10-16,0-16 20 16,0 21 21-16,0-21 26 15,0 0 3-15,-22-6-2 16,22 6 1-16,-18-27-5 15,10 4-7-15,-6-8-21 16,5-4-20-16,-1-6-23 16,6-4 0-16,-3 0 2 0,7 0-2 15,4 3 3 1,6 6-3-16,-1 3 1 16,5 9-3-16,5 7-3 15,-4 4-4-15,6 10-4 0,-2 5 0 16,0 3-3-16,1 7 2 15,-3 4-2-15,-2 3 0 16,1 1 1-16,-5 3 3 16,-5 3-2-16,-6-5-1 15,-6 3-16-15,-10-3-26 16,-1-1-18-16,-9-4-20 16,-2-4-18-16,-9 0-16 15,4-10-12-15,-1 3-10 16,1-15 64-16</inkml:trace>
  <inkml:trace contextRef="#ctx0" brushRef="#br0" timeOffset="71687.59">35134 7622 115 0,'12'-16'159'0,"-12"16"-24"16,18-14-45-16,-18 14-1 16,0 0-6-16,-30 14-10 15,11 3-3-15,-14 7-46 0,4 13-19 16,-13 11 1-16,0 16-1 15,-10 16-1-15,-3 17-1 16,-6 12-3-16,-9 16-4 16,-4 13 2-16,-4 11 4 15,-6 8-4-15,-1 1 4 16,-5-6-3-16,3-10 3 16,6-5-2-16,3-9 0 15,10-17-2-15,0-12 0 16,9-18 1-16,11-12-2 15,6-8 2-15,5-11-1 16,8-14 2-16,10-8-1 0,3-7 1 16,16-21 3-16,0 0 8 15,0 0-4-15,0 0-10 16,0 0-90-16,0-42-61 16,12 13-9-16,-5-18 1 15,9 0-5-15,-2-13 43 16</inkml:trace>
  <inkml:trace contextRef="#ctx0" brushRef="#br0" timeOffset="72268">34600 8755 1 0,'0'0'87'16,"15"-14"-6"-16,-15 14 3 16,0 0 24-16,19-6-6 15,-19 6-6-15,0 0-3 16,0 0-3-16,0 17-19 15,0-17-23-15,-3 21-27 16,3-4-31-16,0 2 3 0,3 3 1 16,-3 6 4-16,4 0 0 15,3-2 3-15,0 0-1 16,1-4 2 0,-1-3 3-16,5-3 3 0,-12-16 2 15,26 15 1-15,-26-15 0 16,26-3-1-16,-26 3 0 15,26-22 0-15,-15 4-2 16,-2-3-6-16,-2-3-1 16,-1-3-1-16,-2-3 1 15,-4-3-3-15,0 4-6 16,-7-2-3-16,0 3-1 16,-5 2 3-16,-2 3 0 0,-5 8 1 15,0 4-3 1,-4 6 3-16,1 5 5 15,-1 5 3-15,4 4-1 16,-2-2-3-16,21-7-66 0,-26 23-46 16,26-23-19-16,0 0-18 15,0 0-7-15,18 6-6 16</inkml:trace>
  <inkml:trace contextRef="#ctx0" brushRef="#br0" timeOffset="72610.25">35072 8574 162 0,'0'0'114'15,"-6"15"-7"-15,6-15-14 16,0 33-5-16,-3-5-2 15,0 6-8-15,-1 4-25 16,1 9-18-16,-1 2-24 16,1 1-10-16,1 3-1 15,2-2 2-15,0-8-4 16,5-2 2-16,-1-6-2 16,-1-4 1-16,1-8-5 15,2-6-7-15,-6-17-35 16,9 19-25-16,-9-19-26 15,0 0-16-15,17-17-11 16,-4 1-6-16,-3-6 0 0,6 1 52 16</inkml:trace>
  <inkml:trace contextRef="#ctx0" brushRef="#br0" timeOffset="73226.69">35332 8785 267 0,'0'0'126'15,"0"0"-10"-15,0 0-19 16,0 0-11-16,-17 10-18 0,17-10-24 16,-6 21-28-16,6-4-21 15,0 4 5-15,4 5-1 16,-4 3 3-16,5 3-3 15,-1-1 0-15,-1 0 1 16,1-2 1-16,-1-3 0 16,-3-5 1-16,4-5 0 15,-4-16 2-15,0 20 1 16,0-20 3-16,0 0-4 16,0 0-1-16,0 0 0 15,-14-31-1-15,7 7 2 16,1-4-1-16,0-6 0 15,-1-3-2-15,3-4 4 0,-1 1 3 16,-2 0 0-16,7 4 3 16,-4 1-3-1,8 4-1-15,-1 3-2 0,1 6 1 16,5 1-3-16,4 4-1 16,-13 17-2-16,30-26-3 15,-11 19-3-15,-3 0-2 16,3 7-1-16,-5 0-1 15,5 7-1-15,-19-7 0 16,22 21 1-16,-22-21 3 16,11 27 2-16,-15-11 6 15,1 1 3-15,-4 0 0 16,-5 3 2-16,-2-1-2 0,-2-4 1 16,-3 4-2-16,2-5 1 15,-2 0-37-15,3-4-75 16,-1 1-44-1,-2-11-11-15,19 0 1 0,-35-6-4 16,18 6 77-16</inkml:trace>
  <inkml:trace contextRef="#ctx0" brushRef="#br0" timeOffset="79348.27">6826 5345 11 0,'45'-15'7'0,"-1"-1"0"0,1 1 3 15,3 2 1-15,1 0 1 16,-4-1 0-16,-3 0 2 15,6 2-2-15,-6 3 1 16,1-1-3-16,-1 1-1 16,0 2-2-16,1 2-1 15,2 3-1-15,0 0-2 16,4 2-1-16,0 0-1 16,6 4 0-16,3-1 0 15,1 4 1-15,5-1-1 16,2 0 1-16,5 1-1 15,0-1 2-15,4-1 0 16,-1 0 2-16,1 0 3 0,0-1 24 16,3 1 2-16,-2 0 0 15,6-2 0-15,-1 4-1 16,-1 0 0-16,2 2-1 16,-1-2-4-16,-1 3-24 15,5-1-2-15,-3-2 0 16,-2 0 1-16,5 0 1 15,-4-4 1-15,6-1 1 16,2 0 2-16,-3-2 2 16,1 0 2-16,-2-4 4 15,5 4 40-15,-4-8-2 16,4 8-1-16,-9-9-1 16,6 5-4-16,-2-6 0 0,2 5-4 15,-5-6-4-15,8 3-40 16,-9-3 0-1,1 3 1-15,1-3-1 16,-5-1 2-16,1 2-2 0,-1 1 1 16,-4-1 0-16,3-1 1 15,1 3 0-15,0-1-2 16,4-1 2-16,4 3-2 16,-1 0 2-16,2-2 0 15,2 1-1-15,1 2 0 16,0-1 0-16,2 4 1 15,-2-2 1-15,1 1-2 0,-1-1 1 16,2 2 0-16,2 1 0 16,-1 0 0-16,1 2-1 15,-2 0 1 1,2 2-1-16,0-2 3 16,-4 3-2-16,-2 3 0 0,3-3-1 15,-8 2 1-15,6 0 0 16,-3-1-1-16,-1-2 0 15,-1 1-2-15,-3-1 2 16,-3-2-1-16,1 2 0 16,-1-2 2-16,-7 0-2 15,-3 1 1-15,-1 1 0 16,-1-2 0-16,-5 2-1 0,3 1 1 16,-1-1-1-1,-3 1 0-15,-1-1 0 16,2 2 0-16,-2-3-1 15,0 3 1-15,-1-2 0 0,4-1 0 16,-5-1-1-16,2 4 2 16,0-3-1-16,2 1-1 15,-5 0 0-15,4 1 1 16,3 1-1-16,-4-2 0 16,-2 1 1-16,2 0-1 15,5-1-1-15,-5-2 3 16,2 0-2-16,-5 0 0 15,3 0 0-15,-2-2-1 16,2 1 1-16,-3-1-1 16,1 0 0-16,-2 1 0 15,1 1 0-15,1-4 0 16,2 4 1-16,2-2 0 0,2 2-1 16,-3-3 1-16,6 1 0 15,2 0-1-15,3-1 2 16,0 1-1-16,0-3-1 15,4 2 0-15,0-1 0 16,-1 1 1-16,1-1 0 16,0-1 0-16,6 0 0 15,3 0 0-15,-3-1 1 16,1 0 0-16,5 0 1 16,-2-1-1-16,1 2 0 15,3 2 0-15,-6-1 0 16,2 1 0-16,2-1 0 15,-2 3 0-15,2-1-1 0,-2 0 0 16,2 2 2-16,-2 0-1 16,5-2 0-16,-5 2 0 15,-2 0 1-15,2 0-1 16,2-1 1-16,-5 1-1 16,5 0 0-16,-2 0 1 15,5 0-1-15,0 1 0 16,-1-1 1-16,1 2-2 15,4 0 1-15,0 1 1 16,-2-1-1-16,1 2 0 16,-2-3-1-16,-3 3 2 15,2-1-1-15,1 2 0 16,-3-1 0-16,-1-1 0 0,-2 1 0 16,2-2 0-16,-6-1-1 15,6 3-1-15,-5-4 0 16,1-2 0-1,2 0 0-15,0 2-1 0,2-3 2 16,3-1-2-16,-1 3 2 16,1-3 0-16,4 1-1 15,-1-1 0-15,5 2 1 16,-3-1-1-16,8 1 2 16,-3-3-2-16,8 2 2 15,5-4-1-15,1 0 2 16,6 0-2-16,0-2 1 15,0 1-1-15,3-3 1 0,0 3 0 16,0-1-2-16,1 0 1 16,-5-1-1-1,1 1 2-15,0-1 0 16,-4-1 0-16,2 3-1 0,-5-3 0 16,0 1 2-16,-2 0 1 15,-3-1-1-15,-3 1 0 16,3 1-1-16,-4-1 1 15,-7 1-4-15,4 0 4 16,-4-1-5-16,-3-2 4 16,3 2-5-16,0-3 5 15,1 3-4-15,-5-4 7 0,1 4-4 16,0-2 2-16,-6 3-1 16,-1 2 2-16,-2-2-2 15,-5 4 2 1,-2 2-3-16,0-1 2 0,0 4-1 15,-6-1 1-15,2-1 1 16,-6 0-2-16,0 2 0 16,-6 2 1-16,-1 0 0 15,-6-1-1-15,-6 1 0 16,-4 3 0-16,-5 0 0 16,-5 1-1-16,-2 1 3 15,-7-6-54-15,-4 5-57 16,-3-3-50-16,-5-12-9 0,9 2-9 15,-1-17 1 1,8 3 126-16</inkml:trace>
  <inkml:trace contextRef="#ctx0" brushRef="#br0" timeOffset="87542.83">33898 11305 466 0,'0'0'144'0,"0"0"-23"16,4-22-17-16,-1 6-27 16,9 0-38-16,2-3-37 15,2-1-6-15,3 1-3 16,2-1 3-16,1 7 6 0,-3 6 1 16,4 3 0-16,-4 8-2 15,-2 6-3-15,-4 7 1 16,-6 4-4-1,-4 5 0-15,-3 4-2 0,-3-1-1 16,-1 0-2-16,-6-3 4 16,1 0 2-16,-1-3 2 15,-3-4 0-15,3-2 1 16,10-17 0-16,-12 23 2 16,12-23 5-16,0 0 3 15,0 0-2-15,-11 15 1 16,11-15-1-16,20 5 0 15,-7 1 0-15,7 1-2 0,-1 3-5 16,7 4-2-16,0 5 3 16,-4-4 2-1,-3 4-9-15,-1 4 4 16,-10 0 0-16,-8 1-2 0,-3 3-2 16,-9 1 1-16,-11-4-1 15,-3 4-2-15,-7-2 10 16,-5-3-5-16,-5-4 1 15,1-6 1-15,-7-4 1 16,4-4 1-16,-7-3-1 16,7-5-1-16,0-3-50 15,8-6-47-15,3-10-44 16,16 1-24-16,-1-15 1 16,19-1-6-16,4-15 56 15</inkml:trace>
  <inkml:trace contextRef="#ctx0" brushRef="#br0" timeOffset="88186.29">34126 10943 96 0,'0'-19'82'0,"-13"-3"-8"15,0 3 8-15,-3 3 13 16,-7-5 2-16,3 7-12 16,-8-1-6-16,2 5-12 15,-7-3-14-15,0 12-12 16,-2-1-16-16,-1 5-19 0,-3 8-8 16,3 6 2-16,-6 9 0 15,1 10 1-15,-3 9 0 16,3 11 2-1,-1 10-3-15,6 10 3 0,1 12-3 16,5 11 8-16,4 1-2 16,7 2 3-16,9-1 1 15,3-1 4-15,5-10 0 16,11-7-2-16,1-10-1 16,9-11-6-16,7-10-3 15,11-9 0-15,4-10-6 16,15-12-2-16,5-9-1 0,6-8 2 15,8-15-1-15,3-10 3 16,0-6 2-16,0-10-1 16,-3-8 3-16,-4-5-2 15,-7-3 4 1,-5-5-3-16,-5 1-2 0,-3-5 3 16,-13-6-2-16,-5-1 2 15,-11-4 1-15,-10-6-2 16,-12-4 3-16,-6 0 2 15,-14-4 5-15,-9 4-9 16,-9 3 4-16,-14 8-9 16,-9 4 2-16,-9 13-5 15,-6 12-2-15,-12 13-4 0,-6 18-45 16,-7 10-61-16,-6 13-50 16,9 20-3-16,-4 9-6 15,13 18 3-15,-4 1 107 16</inkml:trace>
  <inkml:trace contextRef="#ctx0" brushRef="#br0" timeOffset="99843.12">34745 11572 224 0,'-26'20'77'16,"-3"-1"-3"-16,-4 7-3 15,-2 0-5-15,-5 2-8 16,2 5-6-16,-4 0 2 15,6 10-2-15,-2 2-10 0,1 5-1 16,2 4-12-16,9 5-5 16,0-4 14-16,9 9-1 15,-2-7-8-15,7 4-1 16,1-9-4-16,8 2-21 16,-1-3-3-16,4 1 0 15,4 0 0-15,-1-1 0 16,8-1 0-16,-2 0 0 15,4 0 0-15,3 0 0 16,3-3 0-16,4-2 0 16,6-3 0-16,4-1 0 15,0-3 0-15,9-3 0 0,-4-2 0 16,7-2 0-16,2-5 0 16,2-2 0-16,-4-3 0 15,3-4 0-15,1-3 0 16,0-2 0-16,3-7 0 15,-4-3 0-15,4-5 0 16,-3-3 0-16,1-6 0 16,2-2 0-16,0-5 0 15,-3 0 0-15,0-3 0 16,3-2 0-16,-7-4 0 16,-2-1 0-16,-1-3 0 15,-4 1 0-15,-5 0 0 16,3-4 0-16,-8 1 0 0,-2 1 0 15,0-2 0-15,-3 2 0 16,-1 1 0-16,-1 0 0 16,-2 1 0-16,-3 0 0 15,-2 0 0-15,-2 0 0 16,-2 0 0-16,-4-1 0 16,-6 1 0-16,3 0 0 15,-6 0 0-15,-3 0 0 16,0 0 0-16,-1-1 0 15,-2 3 0-15,2 0 0 16,-3 1 0-16,1-3 0 16,-2 1 0-16,-4 3 0 15,1-1 0-15,-2-1 0 0,-3 1 0 16,-2-2 0-16,2 1 0 16,-7 1 0-16,4 1 0 15,-4-1 0-15,0 4 0 16,0-2 0-16,-2 1 0 15,-2 3 0-15,4 1 0 16,-3 2 0-16,3 2 0 16,0-2 0-16,0 3 0 15,3 2 0-15,0 1 0 16,1-1 0-16,-1 2 0 16,4-1 0-16,-3 1 0 15,1 2 0-15,2 0 0 16,-4-1 0-16,1 4 0 0,-1-1 0 15,-3 2 0-15,7-1 0 16,-4 6 0-16,4-1 0 16,-2 2 0-1,-1 0 0-15,3 2 0 0,3-4 0 16,-1 4 0-16,1-2 0 16,1 0 0-16,-3 0 0 15,3 0 0-15,-1 1 0 16,-7 1 0-16,6 2 0 15,-6-1 0-15,4 1 0 16,-3 1 0-16,3 2 0 16,0-2 0-16,-2 2 0 15,5-2 0-15,16-5 0 0,-29 14 0 16,29-14 0 0,-26 17 0-16,7-6 0 15,19-11 0-15,-30 27 0 16,14-11 0-16,-3 5 0 0,2-1 0 15,1 6 0-15,-3 4 0 16,2 1 0-16,-2 7 0 16,3 0 0-16,1 4 0 15,-3 1 0-15,3 2 0 16,-1-2 0-16,2 2 0 16,-2 2 0-16,3-6 0 15,0-1 0-15,0-2 0 16,0 0 0-16,6-5 0 15,-5 2 0-15,2-2 0 16,3-2 0-16,-2 0 0 16,2 2 0-16,0-2 0 15,4 2 0-15,-2 0 0 0,5 0 0 16,0 0 0-16,1 0 0 16,6 1 0-16,0 1 0 15,4 1 0-15,4 1 0 16,1-3 0-16,1 1 0 15,6-2 0-15,-1 1 0 16,8-3 0-16,1-1 0 16,6-2 0-16,1-2 0 15,3-2 0-15,6-2 0 16,2-4 0-16,0-3 0 16,3-4 0-16,1-3 0 15,-4-4 0-15,3-3 0 0,0-2 0 16,-3-1 0-16,-1-3 0 15,-2-2 0-15,-1 0 0 16,-5-2 0-16,-6-1 0 16,3-2 0-16,-3-2 0 15,-1-2 0-15,0-1 0 16,-3 0 0-16,1-4 0 16,-1 2 0-16,-1-4 0 15,1 3 0-15,-4-5 0 16,0 3 0-16,-7-2 0 15,0-2 0-15,-3-2 0 16,-3 0 0-16,0-1 0 16,-6-2 0-16,0 0 0 0,-4-2 0 15,2 0 0-15,2-2 0 16,0 1 0-16,-3-5 0 16,1 3 0-16,2-2 0 15,-4 0 0-15,4-2 0 16,-3-1 0-16,1-3 0 15,-2 3 0-15,-3-1 0 16,0 1 0-16,0 1 0 16,-3 0 0-16,-2 0 0 15,-2 4 0-15,-4 1 0 16,3 2 0-16,-6 1 0 16,-2 0 0-16,-7 1 0 15,4 2 0-15,-3 1 0 0,-4 2 0 16,0-2 0-16,0 6 0 15,-4-1 0 1,1 3 0-16,-4 1 0 16,5 1 0-16,-5 1 0 0,3 3 0 15,-3 2 0-15,6 0 0 16,-6 0 0-16,3 3 0 16,1 4 0-16,-3 1 0 15,3-2 0-15,-1 4 0 16,1 2 0-16,-1 2 0 15,-1 3 0-15,-2-2 0 16,0 1 0-16,2 1 0 16,-2 4 0-16,0-3 0 0,-2 0 0 15,2 2 0 1,-1-1 0-16,1 4 0 16,-4-3 0-16,2 3 0 15,2 1 0-15,-1 0 0 0,4 2 0 16,-3 1 0-16,4-1 0 15,3 2 0-15,0 1 0 16,3 0 0-16,1 1 0 16,-1-1 0-16,4 2 0 15,0 4 0-15,5-3 0 16,-2 8 0-16,2-2 0 16,6 2 0-16,1 5 0 15,0 1 0-15,2 4 0 0,5 2 0 16,-4 3 0-1,4 1 0-15,4 4 0 16,1 2 0-16,-2 2 0 16,4 0 0-16,0 0 0 0,2-2 0 15,1-1 0-15,2-1 0 16,2-3 0-16,2-3 0 16,1-1 0-16,2-1 0 15,0-2 0-15,4-1 0 16,3-3 0-16,4-1 0 15,4-4 0-15,-1 1 0 16,5-2 0-16,6-6 0 16,-2 1 0-16,3-6 0 15,7-3 0-15,-4-2 0 16,4-4 0-16,0-4 0 16,6-6 0-16,-3-1 0 15,4-2 0-15,-3-6 0 0,1 1 0 16,-8-2 0-16,-1 0 0 15,-2-1 0-15,-3 1 0 16,-8-2 0-16,-2 2 0 16,0-3 0-16,-6-1 0 15,-1-1 0-15,-3-6 0 16,-2-1 0-16,-2 0 0 16,-3-4 0-16,3 1 0 15,-6-3 0-15,3 1 0 16,-2 1 0-16,-2 0 0 15,2 2 0-15,-2 2 0 16,-1 0 0-16,-3 1 0 0,3-3 0 16,1 2 0-16,-2-2 0 15,2 0 0-15,-1-1 0 16,-4-1 0-16,1-3 0 16,3 0 0-16,-8-1 0 15,4 1 0-15,-2-2 0 16,-1 0 0-16,-1-1 0 15,1-1 0-15,-4 1 0 16,3 1 0-16,-3 0 0 16,-3 0 0-16,-1 3 0 15,1-2 0-15,-6 2 0 16,-5-3 0-16,-1 6 0 16,-11-5 0-16,0 3 0 0,-19-6 0 15,-4 6-23-15,-22-6-131 16,-18 1-11-16,-11-1 0 15,-17 0-4 1,-6 4-3-16</inkml:trace>
  <inkml:trace contextRef="#ctx0" brushRef="#br0" timeOffset="110738.47">32938 13566 359 0,'0'0'134'0,"0"0"-12"16,0 0-13-16,0 0-21 15,0 0-12-15,0 0-17 16,0 0-16-16,-5 20-25 16,5-20-3-16,0 0-15 15,0 0 0-15,-17 14 0 16,17-14 0-16,0 0 0 0,0 0 0 15,-19 23 0-15,19-23 0 16,-12 21 0-16,12-21 0 16,-14 29 0-16,5-12 0 15,-1-1 0-15,3-1 0 16,7-15 0-16,-16 30 0 16,16-30 0-16,-10 28 0 15,10-28 0-15,-4 34 0 16,4-11 0-16,4 3 0 15,-1 3-5-15,7 9-3 16,-1 2 2-16,2 5 2 16,1 0 3-16,2 0 0 15,-2-3 1-15,-2-4 0 0,1-2 1 16,-3-7-1-16,-1-3 2 16,0-7-2-16,-7-19 1 15,9 26-2-15,-9-26-2 16,0 0-43-16,0 0-54 15,0 0-30-15,3-19-22 16,-6-7-8-16,3-1-7 16,-4-15 2-16</inkml:trace>
  <inkml:trace contextRef="#ctx0" brushRef="#br0" timeOffset="112011.38">32702 13599 123 0,'-3'-28'73'0,"3"28"6"16,3-23-6-16,-3 23-5 15,7-15-4-15,-7 15-2 16,0 0-4-16,0 0-8 15,0 0 4-15,0 0-5 16,0 0-7-16,0 0-7 16,0 0-4-16,0 0-4 0,0 0-5 15,0 0-5-15,0 0-13 16,0 0 0 0,0 0 0-16,0 0 5 15,0 0-1-15,4 21 1 0,-4-21 1 16,-14 31-2-16,5-5 0 15,-1 5-2-15,-9 10 1 16,-7 6-7-16,0 7 1 16,-4-1-2-16,-3 1 1 15,2 0-1-15,1-9 2 16,1-5-4-16,10-11-5 16,8-6-3-16,11-23 2 15,-3 24 1-15,3-24 0 0,29-2-1 16,1-5 1-1,11-3 2-15,5-1 5 16,6-3 2-16,7-1 1 16,5-2-4-16,-5-1 1 0,0 3 0 15,-10 4-1-15,-4 1 0 16,-11 3 1-16,-4 4-1 16,-11 3 1-16,-19 0 1 15,14 1 1-15,-14-1 2 16,0 0 0-16,0 0 0 15,0 0-1-15,0 0 1 16,0 0-2-16,0 0-1 16,0 0-2-16,0 0 4 15,0 0 4-15,0 0 1 16,3-15-3-16,-3 15 4 16,6-23-1-16,-3 8 1 15,1-3 0-15,-1 1-4 0,0-4-6 16,4-1 2-16,-1-4 0 15,-3-2-1-15,1-1 0 16,2-6 2-16,-2-5-1 16,1-1 0-16,-5-1 0 15,-2 1 1-15,-5 1-2 16,-3 2-8-16,-2 3 5 16,-14 7 3-16,-7 8 2 15,-12 4-1-15,-4 4 1 16,-10 8 0-16,-5 8 1 15,-7 5 7-15,-4 8-4 16,-3 11-3-16,-4 6-2 16,3 11 0-16,0 7-1 0,5 7 0 15,3 5-2-15,8 5-1 16,11 4-1-16,10 3-2 16,9-1 1-16,18 2-3 15,11-2 2-15,15 3-3 16,11-6-2-16,13 1 5 15,8-5-3-15,10-6 5 16,4-8-4-16,5-8 5 16,6-8-2-16,0-10 5 15,6-9 2-15,1-12 0 16,3-9 2-16,0-10 1 16,0-8 2-16,2-8 2 15,2-3 8-15,-11-6-4 0,-3-2 4 16,-9-1-5-16,-4 0 2 15,-10-2-5 1,-3 4 1-16,-13 2-7 16,1-2-3-16,-11-2 0 0,-3-2-2 15,-2-1 1-15,-11-7-1 16,2-2 1-16,-10-2 0 16,-2-1 6-16,-7-4-6 15,-8 4 6-15,-4 1-3 16,-9 4-2-16,-7 5 0 15,-5 9-12-15,-6 3-59 16,4 7-43-16,0 7-27 0,1 1-15 16,8 11-9-16,-2-3 2 15,16 10 4 1</inkml:trace>
  <inkml:trace contextRef="#ctx0" brushRef="#br0" timeOffset="112252.55">32631 13573 169 0,'7'-21'123'0,"12"5"-18"0,0-8-46 16,0 3-26-16,4 2-35 15,-2-2-30 1,1 13-44-16,-22 8-34 0,38-4-24 16,-38 4 0-16,30 44 134 15</inkml:trace>
  <inkml:trace contextRef="#ctx0" brushRef="#br0" timeOffset="124322.99">32858 13355 153 0,'0'0'76'0,"0"0"-3"15,0 0 1-15,0 0 2 0,0 0 10 16,-17-6 5-16,17 6-11 16,0 0-14-16,0 0-7 15,0 0-11 1,0 0-5-16,0 0-9 0,0 18-16 15,0-18-16-15,0 0 1 16,0 0 0-16,0 0 1 16,-12 17 1-16,12-17 0 15,0 0-1-15,-16 5-2 16,16-5 0-16,0 0-1 16,0 0 0-16,0 0 1 15,0 0-2-15,-17 5 1 16,17-5-3-16,0 0-4 0,0 0-1 15,0 0 0-15,-3 19 0 16,3-19 1-16,-6 21-2 16,6-21 2-16,-10 24 3 15,10-24 4-15,-11 26-1 16,11-26 1-16,-8 25 1 16,8-25-1-16,-11 22 1 15,11-22-1-15,-3 17 0 16,3-17 0-16,0 0-1 15,-5 14-3-15,5-14 0 16,0 0-1-16,0 0-1 16,0 0-1-16,0 0-2 15,0 0 1-15,0 0 1 16,0 0 1-16,15-15 2 0,-15 15 0 16,0 0 4-1,0 0 2-15,7-18 5 16,-7 18 3-16,0 0 3 0,0 0 0 15,0 0 1-15,0 0-1 16,4-15-1-16,-4 15-3 16,0 0-7-16,0 0-3 15,8-18 0-15,-8 18 0 16,11-15 0-16,-11 15 0 16,12-17 0-16,-12 17 0 15,10-19-1-15,-10 19 0 16,13-16 1-16,-13 16-1 15,0 0 2-15,13-21-1 16,-13 21 0-16,0 0 1 16,0 0-1-16,0 0-1 15,0 0 0-15,0 0 1 0,0 0-3 16,0 0 1-16,0 0-2 16,0 0-3-16,0 0-1 15,0 0-4-15,0 0-1 16,0 0-4-16,0 0 2 15,0 0 0-15,0 0 4 16,0 0 2-16,13 19 4 16,-13-19 3-16,7 23 5 15,-4-8 1-15,0 6 1 16,6 3-1-16,-2 4 0 16,0 3 0-16,-3 0-2 15,1 2-1-15,2 4-2 16,-4-1 2-16,1-3-2 0,-1 0 2 15,-3 0-1-15,4-4-2 16,-4 0 1-16,5-1 1 16,-5-2-1-16,7 0 0 15,-4 0 0-15,1-2 0 16,4 0-1-16,-4 1 2 16,3-3-1-16,0 4 1 15,1-3 0-15,-4-1 1 16,3 1-1-16,-4-1 1 15,1-3 0-15,1 4 0 16,-2-2 0-16,1-2 0 16,-4 0-1-16,3 0 0 15,-3-2 0-15,4-1 1 0,-4-1 0 16,0-15-1-16,0 23 0 16,0-23 0-16,0 15 1 15,0-15 0-15,0 0-1 16,0 0-1-16,0 0-1 15,0 0 1-15,0 0-2 16,0 0 0-16,0 0 4 16,0 0 7-16,0 0-28 15,7-15-18-15,-7 15-14 16,-4-25-14-16,1 10-11 16,-4-8-21-16,3-3-18 15,-4-5-19-15,1-7 25 0,3 2 13 16,-6-11 16-16</inkml:trace>
  <inkml:trace contextRef="#ctx0" brushRef="#br0" timeOffset="125186.6">32810 13550 93 0,'-11'-31'40'0,"-1"-2"-5"16,5 9 5-16,0 3-3 15,4 4-5-15,3 17 0 16,0-26 2-16,0 26-2 16,3-21-2-16,-3 21 4 0,7-22-2 15,-7 22 2 1,13-23 1-16,-13 23 8 16,13-21 3-16,-13 21 4 15,9-15 2-15,-9 15-6 0,0 0-8 16,0 0-5-16,0 0-4 15,0 0-11-15,0 0-10 16,4 15-5-16,-4-15-6 16,-16 31 2-16,6-5 4 15,-6 6-4-15,0 7 3 16,-6 8-2-16,-4 5 0 16,-4 7-1-16,-3 1 2 15,0 3-2-15,5-3 0 16,-1-1 5-16,3-5-5 15,3-7 3-15,4-4-2 16,5-9 2-16,6-6-2 16,1-9 1-16,3-3-2 0,4-16-1 15,0 0 1-15,0 0 0 16,0 0-1-16,0 0 0 16,23-2 1-16,-23 2 0 15,29-14 1-15,-6 6 2 16,3-3 1-16,9 3-2 15,1-6 1-15,9 2-1 16,4-6 1-16,3 3-1 16,0-3 1-16,0 1-2 15,5 1-1-15,-5-1 1 16,-3 2 0-16,-6 2 0 16,-4 3 0-16,-6 1 0 15,-6 3-1-15,-2-1 0 0,-10 3 1 16,-15 4-1-16,23-2 0 15,-23 2-1-15,0 0 0 16,0 0 2-16,0 0-1 16,0 0 1-16,0 0 0 15,0 0-1-15,0 0 1 16,0 0 0-16,0 0 0 16,0 0 0-16,0 0-1 15,0 0 1-15,0 0-1 16,0 0 2-16,0 0-1 15,0 0 2-15,0 0-1 16,0 0 1-16,10 16 0 16,-10-16-1-16,0 0 0 0,0 0-2 15,0 0-25-15,0 0-39 16,0 0-35-16,0 19-22 16,0-19-22-16,9 38-16 15,-9-15-3-15,10 15 33 16</inkml:trace>
  <inkml:trace contextRef="#ctx0" brushRef="#br0" timeOffset="156653.97">34586 11592 84 0,'0'0'36'0,"-19"26"3"16,19-26-6-16,-20 21-7 16,20-21-1-16,-19 17-1 15,19-17 1-15,-17 14 3 16,17-14 1-16,0 0 0 0,-19 14 1 16,19-14 4-1,0 0-2-15,-19 9-4 16,19-9-7-16,0 0 2 15,-19 10 0-15,19-10 0 0,0 0-4 16,0 0-2-16,-18 11 1 16,18-11 1-16,0 0 0 15,0 0 2-15,0 0 2 16,-19 13 2-16,19-13 2 16,0 0-1-16,-15 13-1 15,15-13-2-15,0 0-2 16,-18 17-4-16,18-17-7 15,-19 15-4-15,19-15-3 16,-15 16 7-16,15-16 8 16,-16 14 0-16,16-14 1 15,0 0-1-15,-24 15 0 16,24-15-7-16,0 0-11 0,-19 14 0 16,19-14 0-16,0 0 0 15,-23 14 0-15,23-14 0 16,-16 12 0-16,16-12 0 15,0 0 0-15,-22 18 0 16,22-18 0-16,-14 17 0 16,14-17 0-16,-12 17 0 15,12-17 0-15,-14 23 0 16,14-23 0-16,-16 26 0 16,16-26 0-16,-12 29 0 15,5-12 0-15,0 1 0 16,-3 1 0-16,5 1 0 15,1 3 0-15,1 1 0 0,-1 0 0 16,1 4 0-16,-1 0 0 16,4 3 0-16,-2 0 0 15,-1 2 0-15,3 2 0 16,0-1 0-16,-3 4 0 16,3 0 0-16,-4-1 0 15,1 1 0-15,3-3 0 16,0-3 0-16,-4 0 0 15,4-5 0-15,0-1 0 16,0-3 0-16,4-1 0 16,-1-1 0-16,4 0 0 15,-2-2 0-15,6 2 0 0,-1 1 0 16,6-1 0-16,-4 0 0 16,2-1 0-16,1 1 0 15,-1-2 0 1,2 4 0-16,3-3 0 0,-2 0 0 15,2 0 0-15,4-1 0 16,3-1 0-16,0 1 0 16,9-2 0-16,-2-1 0 15,3-3 0-15,2 3 0 16,1 0 0-16,4-3 0 16,-1 3 0-16,3-4 0 15,-4 2 0-15,5 0 0 16,0-4 0-16,0 1 0 0,-1-4 0 15,0-1 0-15,0-2 0 16,0-1 0 0,-5-1 0-16,2-2 0 15,-1-3 0-15,-1-3 0 0,-5 1 0 16,1-2 0-16,-6-3 0 16,1 0 0-16,-1-4 0 15,-1 0 0-15,1 0 0 16,-4-3 0-16,3-1 0 15,-4 3 0-15,-1-3 0 16,-2 1 0-16,1-4 0 16,-4 1 0-16,-3-6 0 15,1 0 0-15,2-2 0 16,-3-7 0-16,3 1 0 16,2-3 0-16,-2 1 0 15,0 0 0-15,0-2 0 16,0 1 0-16,-2-1 0 0,-1-2 0 15,-6 1 0-15,-1-1 0 16,-5-2 0-16,-1 1 0 16,-6-1 0-16,-1-1 0 15,1 1 0-15,-6 1 0 16,-1 1 0-16,-3 2 0 16,3 0 0-16,-2 1 0 15,-2 3 0-15,2-3 0 16,-2 5 0-16,2-3 0 0,-2 4 0 15,-2 0 0 1,1 0 0-16,1 1 0 16,-5 1 0-16,3-1 0 15,-1 4 0-15,-6 2 0 0,1-2 0 16,-4 2 0-16,3 1 0 16,-3-1 0-16,0 5 0 15,0 0 0-15,0 2 0 16,3-2 0-16,-3 5 0 15,0 2 0-15,0 1 0 16,-2 4 0-16,-1 2 0 16,-1 2-2-16,-3 1 1 15,2 2 0-15,-2 2 1 16,4-1 0-16,-4 3 0 16,1 1 0-16,3 4-1 15,-1-2 5-15,1 1-5 16,1 4 3-16,-1-1-2 0,3 1 0 15,-4-2 0-15,7 1 0 16,-3-3 0-16,7 1 0 16,0-2 0-16,-2 0 0 15,6 0 0-15,-1 0 0 16,16-7 0-16,-29 12 0 16,29-12 0-16,-26 12 0 15,26-12 0-15,-19 9 0 16,19-9 0-16,-18 7 0 15,18-7 0-15,0 0 0 16,-15 10 0-16,15-10 0 16,0 0 0-16,-20 16 0 0,20-16 0 15,-17 12 0-15,17-12 0 16,-16 15 0-16,16-15 0 16,-26 18 0-16,11-8 0 15,15-10 0 1,-30 22 0-16,15-11 0 0,-4 1 0 15,1-2 0-15,3 2 0 16,1-3 0-16,-2 0 0 16,16-9 0-16,-26 15 0 15,26-15 0-15,-19 11 0 16,19-11 0-16,0 0 0 16,-16 8 0-16,16-8 0 15,0 0 0-15,0 0 0 0,0 0 0 16,0 0 0-16,0 0 0 15,0 0 0 1,0 0 0-16,-14 19 0 0,14-19 0 16,-6 19 0-16,0-3 0 15,-1 0 0-15,0 4 0 16,-1 1 0-16,-3 0 0 16,1 3 0-16,1 0 0 15,-1-1 0-15,-2 1 0 16,5 2 0-16,-7-2 0 15,5 1 0-15,-1-1 0 16,1-2 0-16,2 3 0 16,-3-3 0-16,6-1 0 0,-1 0 0 15,-2-2 0-15,7 0 0 16,-3 1 0 0,3-1 0-16,0 0 0 15,3 2 0-15,-3 2 0 0,4-1 0 16,-4 1 0-16,3 1 0 15,0 0 0-15,-1 0 0 16,-2 1 0-16,4-3-33 16,-4-6-72-16,0-16-42 15,7 24-21-15,-7-24-8 16,0 0 2-16,0 0-6 16</inkml:trace>
  <inkml:trace contextRef="#ctx0" brushRef="#br0" timeOffset="157946.87">34560 12551 52 0,'0'0'33'16,"0"0"5"-16,0 0 12 0,0 0 7 16,0 0 8-16,0 0 19 15,0 0 13-15,0 0 9 16,0 0-3-16,0 0-9 16,0 0-15-16,22 21-8 15,-22-21-12-15,18 11-24 16,-18-11-35-16,26 6 0 15,-4-2 0-15,1-2 0 16,6-1 0-16,2-1 0 16,6-1 0-16,1-1 0 15,2-2 0-15,-2 1 0 16,0-2 0-16,2-2 0 16,-2 0 0-16,-1-2 0 15,-2 1 0-15,-2-1 0 16,-4 0 0-16,1-1 0 15,-8 3 0-15,-6 2 0 16,-16 5 0-16,22-5 0 0,-22 5 0 16,0 0 0-16,0 0 0 15,-15 10 0-15,-4-3-2 16,-2-2 1-16,-5 0-1 16,2 1 2-16,-9-3 4 15,-4 4-3-15,2-2-1 16,-5 4 0-16,2-2 0 15,2 1 0-15,1-1 0 16,-1 4 0-16,4-4 0 16,6-1 0-16,6 1 0 15,20-7 0-15,-20 9-28 16,20-9-26-16,0 0-37 16,0 0-25-16,14-5-39 0,5 0-14 15,-19 5-9-15,39-25 0 16,-22 3 125-16</inkml:trace>
  <inkml:trace contextRef="#ctx0" brushRef="#br0" timeOffset="182838.33">11029 6007 281 0,'0'0'163'0,"0"0"-2"16,0 0-67-16,0 0-37 15,0 0 2-15,0 0-10 16,0 0-17-16,-18 6-9 15,18-6-24-15,0 0 2 16,0 0 2-16,0 0 2 16,7 19 0-16,-3 1 0 15,6 7 0-15,2 13-1 16,7 14 1-16,2 10-4 16,2 12-1-16,-1 9-8 0,4 5-102 15,-3 3-60-15,3 4-13 16,-10-17-7-16,6-2-3 15,-15-23 96-15</inkml:trace>
  <inkml:trace contextRef="#ctx0" brushRef="#br0" timeOffset="183739.97">11897 6522 236 0,'0'0'172'0,"6"-20"-27"16,-6 20-8-1,0 0-7-15,0 0-17 16,0 0-23-16,-15-4-90 0,15 4 0 16,0 0 0-16,0 0 0 15,0 0 0-15,0 0 0 16,0 0-3-16,0 0-7 16,-4 16 5-16,4-16 5 15,0 0 3-15,0 0-1 16,0 0-1-16,0 0-1 15,0 0 0-15,0 0 0 16,0 0-1-16,0 0 1 0,0 0 0 16,0 0 0-1,0 0-1-15,0 0 2 16,0 0-1-16,0 0 1 16,0 0-1-16,0 0 0 0,0 0 0 15,0 0 1-15,0 0 0 16,0 0-1-16,0 0 0 15,0 0 1-15,0 0 0 16,0 0 1-16,0 0-1 16,0 0-2-16,0 0 0 15,0 0 1-15,11 33-1 16,-9 5 1-16,4 14 3 16,1 15-4-16,0 20 3 15,6 11-1-15,-3 15 1 16,-1 3-1-16,1 0-1 15,-1-9 0-15,-2-1-2 16,-4-8 4-16,1-13-2 0,-1-7 0 16,-3-9 0-16,0-6 0 15,0-8 0-15,-3-10 0 16,-1-10 0-16,4-8-4 16,0-6 4-16,0-21 3 15,0 21-2-15,0-21-2 16,0 0-20-16,-3-16-82 15,3-3-56-15,7-3-15 16,-7-11-11-16,7-3 2 16,-2-16-6-16</inkml:trace>
  <inkml:trace contextRef="#ctx0" brushRef="#br0" timeOffset="184648.77">12688 6548 169 0,'7'-22'87'16,"-7"22"16"-16,3-19 10 15,-3 19-13-15,0 0-10 16,0-19-8-16,0 19-8 0,0 0-14 16,0 0-18-1,0 0-25-15,0 0-17 16,0 0 1-16,0 0 0 15,0 0-1-15,0 0 1 0,0 0-1 16,0 0 1-16,0 0 1 16,0 0 0-16,0 0 0 15,0 0 2-15,0 0-1 16,-3 15 1-16,3-15-1 16,3 23 2-16,3-4-2 15,1 9 1-15,0 8 1 16,0 12 0-16,1 11 5 15,-1 12-4-15,0 11 1 0,-2 4-3 16,2 6 1-16,0 5-1 16,-3 0 0-1,3-2-4-15,-6 2 0 16,6-5 0-16,-7-8 0 0,4-4 0 16,-1-6 0-16,1-6 0 15,-1-9 0-15,-1-7 0 16,1-9 0-16,1-7 0 15,-1-3 0-15,1-7 0 16,-1-5 0-16,-3-5 0 16,0-16 0-16,4 22 0 15,-4-22 0-15,0 0 0 16,0 0 0-16,0 0 0 16,0 0-3-16,0 0-4 15,0 0 1-15,0 0-1 16,0 0 0-16,0 0 1 15,0 0 0-15,0 0 0 0,0 0 1 16,0 0-33-16,15-19-60 16,-15 19-42-16,4-35-29 15,6 15-1-15,-8-15-3 16,8 0 2-16</inkml:trace>
  <inkml:trace contextRef="#ctx0" brushRef="#br0" timeOffset="185346.26">13438 6102 266 0,'-10'-18'175'15,"10"18"-16"-15,0 0-48 0,0 0-9 16,-16-12-12-16,16 12-26 16,0 0-30-16,0 0-33 15,0 0 0-15,-10 18 0 16,10-18 0-16,-4 34-1 16,4-8 2-16,-7 4 0 15,5 4 3-15,-5 6-3 16,4 2 2-16,-4-3-3 15,4-1 1-15,-3-6-3 16,-1-6-2-16,7-6-6 16,0-20-4-16,0 23-1 15,0-23 0-15,0 0 0 0,16-35 1 16,-6 6 3-16,3-9 2 16,0-6 6-16,0-6 3 15,0-5 3 1,0-1-3-16,-3 1 4 0,-1 7-2 15,-6 4 4-15,1 13 3 16,-8 5 7-16,4 11-1 16,0 15-1-16,0 0 0 15,-19 26-8-15,9 8-7 16,1 8 0-16,-1 6 0 16,1 11 0-16,2 2 0 15,-3 1 0-15,-3-10-93 16,6-4-65-16,4-8-19 0,-6-12-9 15,6-6-5-15,3-22-1 16</inkml:trace>
  <inkml:trace contextRef="#ctx0" brushRef="#br0" timeOffset="186159.84">11204 6152 224 0,'0'0'132'15,"-14"-16"-6"-15,14 16-8 16,-9-15-10-16,9 15-8 15,0 0-11-15,-20-24-20 16,20 24-26-16,0 0-37 16,0 0-4-16,-20-7-1 15,20 7-1-15,0 0-1 16,0 0-4-16,-3 22-2 16,6-1 2-16,4 10 1 15,9 11 5-15,-2 10-2 16,5 6 2-16,4 6-3 0,3-1 4 15,0 1-4-15,3-9 0 16,-6-6-2-16,-1-11 3 16,-3-9-2-16,-3-10 1 15,-16-19-3-15,21 16-1 16,-21-16 2-16,0-16 1 16,-7-3 2-16,-4-7-3 15,-4-5 3-15,-4-9-1 16,-4-3 2-16,1 1 0 15,1 4 2-15,5 5-1 16,1 9 3-16,15 24 2 16,0 0-4-16,0 0-105 0,5 47-54 15,16 3-18-15,5 7-10 16,12 16-3-16,0-2 25 16</inkml:trace>
  <inkml:trace contextRef="#ctx0" brushRef="#br0" timeOffset="186710.24">12001 6624 183 0,'-4'-19'111'15,"-1"2"15"-15,5 17-8 16,-10-29-11-16,10 29-9 15,0 0-13-15,-7-16-17 16,7 16-23-16,0 0-19 16,0 0-22-16,0 0 1 0,-7 26-1 15,10 0-1 1,1 14 4-16,3 14-4 16,0 15 3-16,1 17-7 15,3 15 2-15,1 6-1 0,-2 6 1 16,6 1-1-16,-6-2-4 15,2-6 12-15,-1-9-6 16,-1-12-1-16,2-7 2 16,-5-9-1-16,0-9 1 15,-2-4-2-15,-1-13 4 16,-1-8-10-16,-3-8 6 16,0-9-46-16,0-18-80 15,0 15-35-15,0-15-18 16,-3-17 2-16,3-6-9 15,3 3 38-15</inkml:trace>
  <inkml:trace contextRef="#ctx0" brushRef="#br0" timeOffset="187299.65">12778 6590 270 0,'0'0'131'16,"-8"-19"-5"-16,8 19-14 15,0 0-9-15,-19-12-16 16,19 12-13-16,0 0-19 16,-11 24-17-16,11-3-35 0,4 13 1 15,3 13 2-15,1 14-4 16,3 22-1-16,4 10-2 16,1 16 3-1,1 9-3-15,2 8 3 0,0-1-3 16,-5-2 3-16,2-5-2 15,-6-11 2-15,-1-8-2 16,-5-11 3-16,-1-10-3 16,-3-11 3-16,-3-6-3 15,-4-8 0-15,-2-9-74 16,5-10-74-16,1-2-32 16,3-32-15-16,-12 15-1 0,-2-32-2 15</inkml:trace>
  <inkml:trace contextRef="#ctx0" brushRef="#br0" timeOffset="191718.84">12091 8233 155 0,'0'0'103'0,"0"0"-1"0,0 0-2 15,-12-16 2 1,12 16-6-16,3-19-11 16,-3 19-15-16,4-26-18 15,-4 26-15-15,3-26-11 0,-3 26-7 16,9-17-15-16,-9 17-7 16,0 0-1-16,0 0 2 15,0 0 0-15,17 1 0 16,-17-1 0-16,5 18 0 15,-5-18 1-15,4 15-1 16,-4-15 2-16,7 18-1 16,-7-18-1-16,0 0 1 15,0 0 1-15,0 0-1 16,0 0 0-16,0 0 1 16,0 0 0-16,0 0 0 15,0 0-1-15,0 0 2 16,0 0-1-16,0 0 1 0,0 0-1 15,0 0 1-15,0 0-1 16,0 0 1-16,0 0-1 16,0 0-1-16,0 0 1 15,0 0 0-15,0 0 1 16,0 0 0-16,-7 17-1 16,7-17 1-16,0 0-1 15,-19 10 0-15,19-10 0 16,-16 9 0-16,16-9-1 15,-17 10-2-15,17-10 3 16,0 0-2-16,-23 12 1 16,23-12-1-1,0 0 2-15,0 0-1 0,0 0 1 16,0 0 1-16,0 0-1 16,0 0 1-16,23 4 1 0,-6-4-1 15,-1-4-31-15,10 8-87 16,3 5-41-16,-3-2-7 15,9 10-2-15,-9-2-1 16</inkml:trace>
  <inkml:trace contextRef="#ctx0" brushRef="#br0" timeOffset="192115.13">12889 8359 26 0,'0'0'135'0,"-19"12"-13"16,19-12-28-16,0 0 15 15,-14 3-3-15,14-3-12 16,0 0-17-16,0 0-8 16,18-12-18-16,-3 7-15 15,1 0-16-15,1 0-19 16,6 1-2-16,0 1-7 0,3 5-98 15,-4 8-65-15,-22-10-17 16,9 24-6-16,-44-12 0 16,-33 16 117-16</inkml:trace>
  <inkml:trace contextRef="#ctx0" brushRef="#br0" timeOffset="197138.7">6856 11108 81 0,'0'0'157'0,"-16"-7"8"15,16 7-45-15,0 0-15 16,-21-21-6-16,21 21-13 0,0 0-14 16,0 0-18-16,0 0-26 15,0 0-27-15,0 0-1 16,21-2 0-16,-2 7 1 15,7 1-1-15,5-1 2 16,13 0 1-16,4 0-3 16,10 0 0-16,1-3 0 15,5-2-2-15,-5-5 0 16,2 0 1-16,-2 0-1 16,-7-2 0-16,-7 0 0 15,-5 0 1-15,-9 3 1 16,-8 1 1-16,-6 1 0 0,-17 2 0 15,23-2 1-15,-23 2 0 16,0 0-1-16,0 0-2 16,0 0-3-1,-7-19-3-15,7 19-4 16,-14-22 0-16,5 6 1 0,2-3 1 16,-5-1 5-16,2-1 3 15,-1 2 5-15,3 0 2 16,-6 0 4-16,14 19-1 15,-26-28 1-15,26 28-2 16,-23-16-5-16,23 16 0 16,-16-7-4-16,16 7 0 15,0 0-1-15,0 0-1 0,0 0 0 16,23 21 0-16,-4-9 0 16,4 0-1-1,3 2 3-15,3 0 2 16,-3 2-3-16,0-2 1 0,0 3-28 15,-7-3-2-15,-1 5-9 16,-17 2-52-16,-1 4-41 16,-5 10-25-16,-16 1-12 15,-1 13-1-15,-16-4 54 16</inkml:trace>
  <inkml:trace contextRef="#ctx0" brushRef="#br0" timeOffset="198118.4">7083 12560 111 0,'0'0'131'0,"-21"5"-31"16,21-5 15-16,0 0-1 15,0 0-16-15,-15-5-9 16,15 5-8-16,0 0-18 15,26-9-24-15,-11 2-19 16,11 4-17-16,0 0-9 16,7-1 5-16,12 1 1 15,4-1 0-15,7-1-1 16,3 1 0-16,1-1 1 0,8 2-2 16,-2-1 0-16,-2 1 0 15,-5 1 1 1,-5 0-1-16,-9 2 1 0,-5 2 0 15,-10 0 0-15,-8 1 0 16,-22-3 1-16,26 7 1 16,-26-7-2-16,0 0 4 15,0 0-2-15,-17 12 0 16,17-12-2-16,-28-3 1 16,7-4 0-16,-1-2-2 15,-4-5 2-15,0-3-5 16,-2-2 3-16,-2-2 0 0,-3 2 1 15,7-1 0 1,-3 1 1-16,3 3-2 16,3 2 3-16,4 5-1 15,0 3 1-15,19 6 0 0,-22-6-1 16,22 6-1-16,0 0 1 16,-14-1 0-16,14 1-2 15,0 0 2-15,17 13-2 16,2-4 0-16,4 1 1 15,3 3 0-15,7-1 0 16,1 3 1-16,6-1 0 16,2 0 0-16,-4 0 0 0,-1 0 1 15,-4 0 1-15,-9 3-1 16,-3 4 0-16,-9 3 2 16,-12 5 4-1,-12 6-3-15,-9 6 4 16,-17 8-5-16,-11 10-60 0,-15 8-54 15,-21 4-42-15,-2 11-10 16,-17-3-4-16,0 6-3 16,-23-9 38-16</inkml:trace>
  <inkml:trace contextRef="#ctx0" brushRef="#br0" timeOffset="-211324.98">10779 11466 104 0,'0'0'57'0,"-16"-3"3"16,16 3-2-16,0 0 3 15,0 0 3-15,0 0 11 16,0 0 7-16,0 0-4 15,0 0-10-15,0 0-8 16,0 0-13-16,0 0-6 16,0 0-11-16,0 0-18 15,0 0-16-15,0 0 0 16,0 0 2-16,0 0 1 0,16 10 2 16,-16-10 0-1,22 5 0-15,-3-3 0 16,4 0 0-16,6 1 0 15,1-3-2-15,3 0 0 0,2-2 0 16,-6 2 0-16,1-1 1 16,-4-1-1-16,-7 2-23 15,-4-4-63-15,-15 4-42 16,30 2-31-16,-30-2-6 16,14-3-5-16,-14 3 22 15</inkml:trace>
  <inkml:trace contextRef="#ctx0" brushRef="#br0" timeOffset="-208162.75">17059 11532 229 0,'-7'-16'119'0,"7"16"13"16,0 0-12-16,0 0-8 16,-9-19-15-16,9 19-15 0,0 0-23 15,0 0-20 1,0 0-28-16,0 0-27 16,0 0-1-16,0 0 0 15,0 0 3-15,0 0 1 0,19 17 2 16,-3-11 3-16,3 1 3 15,7-2 9-15,7 0 0 16,2 2 0-16,12-4 0 16,1-1-1-16,10 2-1 15,4-3-1-15,9 1 0 16,4-2-1-16,3 2 0 16,2-1 0-16,8-1-1 15,3 4 1-15,2-2 0 16,1-2-2-16,3 1 1 15,4 3 0-15,0-1 1 16,3 3 4-16,-7-1-4 16,0 0 4-16,0 0-5 0,1 0 5 15,-5 1-4-15,1-5 5 16,-2-1-6-16,2-1 2 16,0-6 1-16,-1-2-5 15,-1-7 4-15,-1-1-4 16,-1-7 5-16,-2-4-4 15,-8-8 5-15,2-1-6 16,-11-6 5-16,-3-5-1 16,-9-3 2-16,-4 1-1 15,-10 0 1-15,-6-2-3 16,-10 4 2-16,-6-1-3 16,-9 6 1-16,-6 3-4 15,-11 2 2-15,-6 3-4 0,-5 3 2 16,-5 2 2-16,-3 2-6 15,-8 2 7-15,-5 0-13 16,-1 1 13-16,-2-1-11 16,-7 0 13-16,-2-2-12 15,-5 2 7-15,1 2-4 16,3-1 4-16,-4 3 4 16,-1 1-4-16,1 0 4 15,-3 2-4-15,3 2 4 16,3-2-1-16,-3 2 1 15,-2-1-1-15,2 1 2 16,0 2-2-16,-3-1 1 16,3 0-1-16,-1 1 2 0,1-1-1 15,-1 1 0-15,-3-1 0 16,4 2-1-16,-4-1 1 16,4 1 0-1,-2 0-2-15,-1 2 2 0,-4 0-1 16,7 1 1-16,-9 3 0 15,2 1 0-15,-2 2-1 16,-1-1 1-16,-2 3 1 16,1-1 0-16,2 4-1 15,-3 0 1-15,5 0 0 16,0 4-1-16,2-2 1 16,-2 5 0-16,3-1-1 0,2 3 0 15,-1-2 0-15,3 5 0 16,0-1 0-16,0 1 1 15,-2 0-1-15,2-2-1 16,3 4 1-16,2-4 1 16,2 2-1-16,4-1 0 15,-1 1-1-15,5 0 1 16,-1 0 0-16,5 0 0 16,-1 2 1-16,1 0-2 15,3 0 2-15,1 1 0 16,2-1 0-16,1 2-1 15,0-1 1-15,4 3 0 16,3-3 0-16,-4 3 0 0,4-1-1 16,3 2 0-16,-1 4 3 15,1-4-3-15,3 0 4 16,-3 0-4 0,4-2 2-16,-2-1 4 0,2 3-3 15,12-19 3-15,-21 29-13 16,9-12 12-16,1 2-11 15,-1 4 12-15,2-1-12 16,1 6 6-16,-1-2-6 16,3 5 5-16,-2-1 2 15,2 2-1-15,0 1 1 16,4-1-2-16,1 0 1 16,4 1-1-16,-2-2 2 0,3-1-2 15,4-1 1-15,4 1 0 16,1-3 0-1,3-1 1-15,-1 2 0 16,2-4 1-16,6 2 0 0,1-3-1 16,0-1 2-16,3-1-2 15,3 0 2-15,4-4 0 16,5-1-1-16,2-4 1 16,5-2 1-16,0-5-1 15,4-1-119-15,-4-11-48 16,7 5-23-16,-29-20-2 15,-4 3-3-15</inkml:trace>
  <inkml:trace contextRef="#ctx0" brushRef="#br0" timeOffset="-200104.01">19838 12498 109 0,'0'0'66'16,"0"0"16"-16,0 0 18 0,0 0 7 16,0 0-9-16,0 0-4 15,0 0-13-15,0 0-9 16,0 0-19-16,0 0-16 15,0 0-25-15,5-18-12 16,-5 18 1-16,0 0 0 16,-3-22 0-16,3 22-1 15,-5-26 1-15,5 26-1 16,-7-31 1-16,3 12-2 16,1 0 1-16,-1-2 0 15,-1 2 0-15,1-2 0 16,-2 0-1-16,2 4 1 15,-5-2 0-15,6 2 0 0,-4-2 2 16,0 0 0-16,-2 1 1 16,2 1 0-16,-3 0 2 15,1-1-1-15,-5 1 3 16,6 1-2-16,-3 1 1 16,11 15-2-16,-22-26 1 15,22 26-1-15,-26-24-1 16,26 24 1-16,-19-21 0 15,19 21 1-15,-23-16 1 16,23 16 0-16,-17-10 0 16,17 10-3-16,0 0 1 15,-23-12-2-15,23 12-1 16,-22-9-1-16,22 9-2 0,-20-10 0 16,20 10 0-16,-19-11 2 15,19 11 0-15,-19-5-2 16,19 5 2-1,-22-7-1-15,22 7 1 0,-26-5-1 16,26 5 0-16,-26-2 0 16,8 4 0-16,18-2 0 15,-27 0 0-15,9 4 0 16,3-3 0-16,15-1 0 16,-27 5 0-16,27-5 0 15,-26 9-1-15,26-9 1 16,-22 9-2-16,22-9 0 15,-19 10-3-15,19-10-2 0,-18 12 0 16,18-12 1 0,0 0-1-16,-19 16 1 15,19-16 0-15,-12 15 2 16,12-15 2-16,-14 18 2 0,14-18 1 16,-19 24 0-16,19-24-1 15,-19 26 1-15,19-26 0 16,-19 29 0-16,5-13-1 15,7 0 2-15,-5 1-2 16,5-2 1-16,-5 3 0 16,2-1 0-16,-3 0 0 15,3 1 0-15,3-3 0 16,-5 1 0-16,5-1 0 16,0 1 0-16,2 1 0 15,-2-1 0-15,3-1 0 16,4 3 1-16,0-1-1 15,0 4 0-15,0 0 0 0,0-1 0 16,0 5 0-16,7-1 0 16,-3 2 3-16,1 2-5 15,2-3 5-15,0 3-4 16,0-2 5-16,1 2-6 16,-1-6 5-16,-3 4-4 15,5-3 1-15,-6-1 1 16,4-1-1-16,0 2-1 15,2-3 2-15,-2-2 1 16,3 1 0-16,-1-2 0 16,-2-1 0-16,-7-16 0 15,19 27-1-15,-19-27 1 16,22 26-1-16,-22-26 1 0,23 24-3 16,-23-24 1-16,21 25 0 15,-21-25-1-15,22 20-1 16,-22-20 0-16,26 18 0 15,-26-18-1-15,28 8 0 16,-28-8 1-16,26 9 0 16,-26-9 0-16,33 7 2 15,-17-4 0-15,1 1 1 16,-1-1-1-16,3-1 0 16,0 2 1-16,3-4 0 15,-1 0-2-15,-2-2 1 16,0 0-1-16,-3-1 0 0,1-3 1 15,-17 6-1-15,26-8 1 16,-26 8-2-16,20-11-1 16,-20 11 1-16,0 0 0 15,15-10 0-15,-15 10 1 16,0 0 0-16,0 0-1 16,18-7 2-16,-18 7 1 15,15-14 0-15,-15 14-1 16,23-24 1-16,-8 8-1 15,3-3 1-15,-3 2-1 16,4-5 1-16,-1 3-2 16,-3-2 2-16,1 2-2 15,-2 0 2-15,2 3-1 0,-6 1 0 16,-10 15 0-16,19-26-1 16,-19 26 1-16,12-21 1 15,-12 21-1-15,7-19 0 16,-7 19-1-16,7-21 0 15,-7 21 2-15,4-26-1 16,-1 10 1-16,-1-1-5 16,-2-2 5-16,3-3-3 15,-3-1 4-15,0-1-2 16,-3 0 1-16,3-2-3 16,-5 0 4-16,1 0 1 15,-3 0 0-15,0 3 0 16,2 1-1-16,-2 3 0 0,0-2 1 15,0 2 1-15,-2 2-3 16,3-2-76-16,-1 0-67 16,-6-13-23-1,6 6-4-15,-8-13-1 0,1 6-4 16</inkml:trace>
  <inkml:trace contextRef="#ctx0" brushRef="#br0" timeOffset="-198753.05">19526 11708 305 0,'0'0'127'0,"0"0"-10"16,0 0-2-16,-16-8-15 16,16 8-17-16,0 0-25 15,0 0-29-15,0 0-29 0,-16 14-2 16,16-14 0-16,0 17 0 15,0-17 0-15,-3 29-2 16,3-10 2-16,0 4 1 16,0-1 0-16,3-1-1 15,-3-2 1-15,0-2-2 16,4-1 3-16,-4-16-1 16,0 21 0-16,0-21 0 15,0 0 1-15,0 0 0 16,0 0 0-16,0 0 0 15,0 0 0-15,0 0 0 16,0 0 0-16,0 0 0 16,0 0-1-16,0 0 1 0,0 0 0 15,0 0 1-15,0 0 0 16,0 0 0-16,0 0 0 16,-21 10-1-16,21-10 0 15,0 0 0-15,-19-15 0 16,19 15-1-16,-23-18-1 15,23 18 1-15,-26-19 0 16,26 19 0-16,-26-19 1 16,26 19 0-16,-22-12 0 15,22 12-1-15,-16-7 1 16,16 7 1-16,0 0-2 16,0 0 2-16,0 0-1 15,0 0 1-15,0 0 0 0,0 0 1 16,0 0-2-16,0 0 1 15,0 0 1-15,0 0-1 16,16 24 0-16,-16-24-1 16,15 28 0-16,-8-12 0 15,-7-16 2-15,19 29-3 16,-19-29-1-16,21 26-1 16,-21-26 2-16,19 17-2 15,-19-17 1-15,19 11 0 16,-19-11 1-16,0 0-1 15,16 7 2-15,-16-7 0 16,0 0-1-16,14 1 1 16,-14-1 0-16,0 0 0 0,0 0 1 15,19 0 0 1,-19 0 0-16,19-6 1 0,-19 6-1 16,26-14 0-1,-10 2 0-15,4-1 1 0,0-4-2 16,-1-2-1-16,3 2 1 15,-3-4 0-15,4 2 0 16,-2 0 0-16,1 2 0 16,-3 1 0-16,-3 4 0 15,-16 12 1-15,23-12 0 16,-23 12-1-16,0 0 2 16,0 0-2-16,0 0 0 15,0 0-3-15,0 0-29 16,0 0-34-16,0 0-20 15,0 0-25-15,17 3-15 16,-17-3-21-16,0 0-8 16,0 0-5-16,0 0 135 0</inkml:trace>
  <inkml:trace contextRef="#ctx0" brushRef="#br0" timeOffset="-198030.54">19548 11675 176 0,'0'0'129'0,"0"0"-4"15,-5-20-14-15,5 20-10 16,-7-18-16-16,7 18-12 16,0 0-16-16,-4-15-19 15,4 15-34-15,0 0-3 16,0 0-1-16,0 0 1 16,-12-19 0-16,12 19-6 15,0 0 5-15,-7-18-5 16,7 18 4-16,0 0-3 15,0 0 6-15,-7-15-6 16,7 15 4-16,0 0 1 0,0 0-1 16,0 0-1-16,0 0 0 15,0 0-1-15,0 0 0 16,0 0 0-16,0 0 0 16,0 0 0-16,0 0 1 15,0 0 1-15,0 0-1 16,0 0 1-16,4-17 0 15,-4 17 0-15,0 0 0 16,0 0 1-16,0 0-1 16,0 0 2-16,0 0 0 15,-16 1 0-15,16-1-1 16,0 25 5-16,0-8-2 16,5 4 3-16,-1 3-4 0,3 4 2 15,-4 1-3-15,4-1 3 16,-7-2-3-1,2 0-2-15,-2-4-1 0,-2-3 0 16,-1-2-1-16,3-1 1 16,0-16-1-16,-7 23 1 15,7-23 0-15,-4 15 1 16,4-15 0-16,0 0 1 16,0 0 0-16,0 0-5 15,0 0-78-15,0 0-47 16,0 0-34-16,0 17-6 15,0-17-11-15,0 0 1 16</inkml:trace>
  <inkml:trace contextRef="#ctx0" brushRef="#br0" timeOffset="-184413.86">23391 11469 39 0,'0'0'122'16,"0"0"-5"-16,0 0-25 0,0 0 0 16,0 0 2-1,0 0-4-15,0 0-6 16,0 0-12-16,0 0-10 16,0 0-22-16,0 0-23 15,0 0-15-15,0 0-1 0,0 0-1 16,0 0 1-16,0 0-2 15,-3 16 1-15,3-16 1 16,0 0-1-16,0 0 0 16,0 0 0-16,0 0 0 15,0 0 0-15,0 0 2 16,0 0-1-16,0 0 3 16,0 0 0-16,0 0-89 15,0 0-67-15,0 0-23 16,-14-2-13-16,-12-13 2 15,7 4 37-15</inkml:trace>
  <inkml:trace contextRef="#ctx0" brushRef="#br0" timeOffset="-182617.59">19513 11518 58 0,'0'0'30'16,"0"0"1"-16,0 0 5 0,0 0 1 16,0 0-1-16,0 0 1 15,0 0 5-15,0 0-6 16,0 0 2-16,0 0-1 16,0 0-5-16,0 0-5 15,4 16-2-15,-4-16-5 16,0 0-6-16,0 0 1 15,0 0-1-15,5 22-8 16,-5-22 3-16,-2 21-1 16,2-21 2-16,0 31-2 15,-3-12 3-15,3 0-4 16,-4 2 0-16,4-4-2 0,0 4-3 16,0-2-1-16,0 0 1 15,0-2-2-15,0 1 0 16,4 1 0-16,-4-2 1 15,3 2-1-15,-3 0 2 16,0 2-1-16,0 0 1 16,0 1 0-16,0-1 0 15,-3 0 1-15,3-4-1 16,-4-1-1-16,4-16 0 16,0 22 1-16,0-22-1 15,0 0 1-15,0 0 3 16,0 0 5-16,0 0 17 15,0 0 2-15,0 0-9 0,0 0-2 16,0 0-11-16,-19 3-6 16,19-3-7-1,-21-10-12-15,2 3-19 0,0 4-1 16,-7-6 10-16,4 2 2 16,-8 0 13-16,4 0 8 15,0 0 11-15,0-1 17 16,7 3 13-16,-4-4-1 15,23 9 0-15,-22-14-1 16,22 14-3-16,0 0-3 16,-11-19-6-16,11 19-10 15,0 0-12-15,11-19 0 16,-11 19-1-16,0 0 1 0,15-10 0 16,-15 10 1-16,0 0 0 15,23 5-1 1,-23-5 1-16,26 21-1 15,-26-21 1-15,30 31-1 0,-11-12 2 16,1 0-2-16,3 3 0 16,0-3-1-16,-1 0 1 15,4-3-1-15,0-2 2 16,0-7 0-16,0-2 0 16,6-5 2-16,-6-5 0 15,0-2 0-15,3-4 1 16,-6-2 0-16,3 0 0 15,-7 1-7-15,-5-3-66 0,1-4-55 16,1 5-31 0,-9-17-13-16,7 1-2 15,-9-20-3-15</inkml:trace>
  <inkml:trace contextRef="#ctx0" brushRef="#br0" timeOffset="-181708.94">18897 8906 358 0,'0'0'177'16,"0"0"-56"-16,0 0-52 16,0 0-7-16,0 0-1 15,0 0-23-15,0 0-39 16,0 0 0-16,0 0-1 16,0 0 0-16,-10 15 1 15,10-15-1-15,0 0 1 16,10 21 1-16,-10-21 0 0,23 30 0 15,-8-10 0-15,6 3 0 16,-2 1 0-16,0-1 0 16,0-3-1-1,-1 0 1-15,-6-3-2 0,4-3 0 16,-16-14 0-16,13 14 1 16,-13-14 0-16,0 0 2 15,0 0 3-15,20-2 1 16,-20 2-1-16,10-24 1 15,2 3 0-15,2-5-2 16,5-9 1-16,0-3-4 16,4-7-1-16,6-9 3 15,1-3-2-15,-2 2 0 0,5 0 0 16,-4-1 1-16,4 2 0 16,5 3 1-16,-1 4 1 15,-6 5-5-15,2 8 5 16,-7 1-1-16,-3 9 1 15,-4 4 1-15,-19 20 3 16,19-22 3-16,-19 22-35 16,0 0-50-16,-19 9-36 15,-4 8-23-15,-3 4-15 16,0 10-17-16,-16 0-6 16,6 11 72-16</inkml:trace>
  <inkml:trace contextRef="#ctx0" brushRef="#br0" timeOffset="-181057.48">18800 9017 71 0,'0'0'165'0,"10"-21"-30"16,-10 21-26-16,16-16-5 16,-16 16 0-16,0 0-19 15,12-17-22-15,-12 17-24 0,0 0-38 16,17 2-1 0,-17-2 1-16,16 8-1 15,-16-8 0-15,30 14 0 16,-8-2 1-16,1 2-1 0,3 0 0 15,-4 0 1-15,1 1-2 16,-4 1 2-16,-2-2-1 16,2 0 0-16,-19-14 1 15,20 19 0-15,-20-19-1 16,12 21 0-16,-12-21 1 16,10 19-2-16,-10-19 1 15,14 15-1-15,-14-15 0 16,0 0 2-16,19 11 1 15,-19-11-1-15,19-21 0 16,-3 2 0-16,1-9 2 16,6-8-1-16,6-8 0 15,6-13 3-15,5-7-4 0,9-5 1 16,1-5 0-16,9-3 0 16,5 0 0-16,-1-3 0 15,1 4 2-15,2 8-6 16,-2 8 5-16,-8 6-2 15,-4 9 2-15,-11 10-1 16,-11 9 3-16,-4 11 2 16,-26 15 0-16,19-5 1 15,-19 5-2-15,-30 27-1 16,8 3-69-16,-15-1-43 16,-4 6-29-16,-8 8-26 15,-6-1-7-15,-3 4-8 0,-8-6 36 16</inkml:trace>
  <inkml:trace contextRef="#ctx0" brushRef="#br0" timeOffset="-180578.14">18927 8915 16 0,'-7'19'122'16,"7"-19"-11"-16,0 0-52 16,0 0-8-16,-16-9 27 0,16 9 19 15,0 0-10-15,0 0-23 16,-17-5-12-16,17 5-3 16,0 0-2-16,0 0-5 15,0 0-22-15,0 0-21 16,0 0 1-16,0 0 0 15,14 22 2-15,-6-6 0 16,3 1-1-16,-1 2 0 16,6 0-3-16,-1-3 0 15,-1-1-1-15,5-4 0 16,0-8 0-16,4-10 1 16,7-10 1-16,8-12 1 15,14-16 4-15,10-13 1 0,16-11 2 16,16-10 1-16,7-10 0 15,8-2-1-15,-1 1 1 16,-4 6-1-16,-10 13-1 16,-11 13-1-16,-24 14-17 15,-14 11-81-15,-19 14-57 16,-26 19-27-16,0 0-10 16,-22 26-4-16,-20-13 53 15</inkml:trace>
  <inkml:trace contextRef="#ctx0" brushRef="#br0" timeOffset="-158752.63">19480 13185 138 0,'0'0'71'16,"0"0"8"-16,0 0 14 15,0 0 0-15,0 0-6 16,0 0-12-16,0 0-3 15,0 0-3-15,0 0-14 16,0 0-14-16,0 0-11 16,0 0-8-16,0 0-3 15,0 0-4-15,0 0-8 0,0 0-7 16,0 0-2-16,0 0 0 16,0 0-1-16,0 0 0 15,0 0-2 1,0 0-4-16,0 0-48 0,0 0-37 15,0 0-28-15,0 0-24 16,0 0-19-16,0 0-2 16,0 0-12-16</inkml:trace>
  <inkml:trace contextRef="#ctx0" brushRef="#br0" timeOffset="-154014.26">25969 10633 203 0,'0'0'108'0,"0"0"9"16,0 0-2-16,19-3-11 15,-19 3-9-15,0 0-15 16,23-2-5-16,-23 2-33 15,0 0-22-15,0 0-16 16,0 0 2-16,0 0-1 16,10-15-1-16,-10 15 2 15,0 0 0-15,-10-25 2 16,10 25-3-16,-7-24 2 16,7 24-5-16,-12-21 1 0,12 21 1 15,-18-20-2-15,18 20 0 16,-15-18-2-16,15 18 0 15,-16-17 0-15,16 17 0 16,-21-17 0-16,21 17 0 16,-19-18 0-16,19 18 0 15,-23-17 0-15,23 17 0 16,-26-15 0-16,26 15 0 16,-29-14 0-16,13 5 0 15,1 0 0-15,-3-1 0 16,-1 0 0-16,-3-1 0 15,-1-3 0-15,4 2 0 16,-7-2 0-16,0 1 0 0,-4-3 0 16,1 2 0-16,-2-1 0 15,-6 1 0-15,2 2 0 16,-8-2 0 0,1 3 0-16,-3 1 0 0,4 1 0 15,-3 1 0-15,3 2 0 16,-1 1 0-16,-2 0 0 15,10 3 0-15,-4-1 0 16,1 3 0-16,1-4 0 16,-3 3 0-16,1-1 0 15,2 0 0-15,-1 2 0 16,3-2 0-16,1 2 0 16,-2-3 0-16,2 3 0 0,0 2 0 15,2-2 0-15,-2 0 0 16,0 0 0-1,2 1 0-15,-2-1 0 16,-4 0 0-16,2 2 0 0,2 2 0 16,-1-1 0-16,-3-1 0 15,3 0 0-15,-3 1 0 16,1-1 0-16,1 1 0 16,2-1 0-16,-2 0 0 15,2-1 0-15,0 1 0 16,-1 2 0-16,4-3 0 15,4 3 0-15,-4-1 0 0,4-1 0 16,-3 0 0 0,5 1 0-16,-2 1 0 15,0-1 0-15,3 1 0 16,0-3 0-16,-1 5 0 16,5-3 0-16,-4 2 0 0,4-1 0 15,4-1 0-15,-3 1 0 16,-1 1 0-16,4-2 0 15,1 2 0-15,14-5 0 16,-31 11 0-16,17-6 0 16,-2 0 0-16,-1 2 0 15,1 0 0-15,-3 0 0 16,0 3 0-16,-2-3 0 16,-2 2 0-16,4 1 0 15,-3 1 0-15,3-3 0 16,-4 3 0-16,4 1 0 15,-2-3 0-15,-1 3 0 0,3-2 0 16,-1 2 0-16,1-1 0 16,-3 1 0-16,4 0 0 15,-1 0 0-15,4 0 0 16,-4 0 0-16,5-2 0 16,14-10 0-16,-30 26 0 15,18-8 0-15,2-3 0 16,1 3 0-16,-1 1 0 15,-1 0 0-15,3 3 0 16,-3 1 0-16,2 1 0 16,2-5 0-16,1 4 0 15,-1-1 0-15,1-1 0 16,3 1 0-16,-1-1 0 0,1 0 0 16,-1 1 0-16,4 3 0 15,-3-1 0-15,3 0 0 16,0-1 0-16,-3 3 0 15,1 1 0-15,2-4 0 16,-4 3 0-16,4-4 0 16,-3 1 0-16,3-1 0 15,0 2 0-15,-4-3 0 16,4-2 0-16,0 4-1 16,4-4-1-16,-4 2 0 15,3-2 0-15,-3-4 1 16,4 1-1-16,-4-16 0 15,8 27 0-15,-8-27 1 0,14 25 0 16,-14-25-1-16,13 20 0 16,-13-20 0-1,15 23 1-15,-15-23 0 16,18 22 0-16,-18-22 0 0,22 25 0 16,-22-25-1-16,26 26 2 15,-10-16-2-15,-2 4 0 16,5-2 0-16,0 0 1 15,0-2-1-15,3 3 1 16,1 0-1-16,-2-2 3 16,5 3-3-16,-4 0 4 15,6-1-3-15,-2 0 2 16,0-3-3-16,4 2 4 0,-1-5-4 16,1 3 1-16,-1-3 1 15,3-3 0-15,-3 1 0 16,1 0 0-1,-1-1 1-15,-1-1-1 0,1 0 1 16,1 1-2-16,-1-2 0 16,1 1 0-16,-1-1 0 15,-1 0 0-15,2 1 1 16,-1-1-1-16,1 1 0 16,-1-1 1-16,-1 1 0 15,2-1 0-15,-1 2 0 16,-3-3-3-16,4 1 3 15,-4 2-3-15,3-3 2 0,-5 1-1 16,6 0 2-16,-4-2-4 16,0 1 4-1,0-1 0-15,0 0-1 16,4 0 1-16,-1-1 0 0,-3 1-1 16,5 0 1-16,-1-2 2 15,-1 0-2-15,4 1 1 16,-1 1-1-16,-3-2 2 15,1-2-2-15,3 3 2 16,-2-3-3-16,-2 2 2 16,4-1-1-16,2-2 0 15,-5 1 0-15,6-1 0 16,-5 2 0-16,2-3 0 16,0 3-2-16,-1-2 1 15,-6 0-2-15,3 1 3 16,-3-1-2-16,0 2 1 15,0-1-1-15,-3 1 0 0,-1-1 2 16,-3 2 1-16,-1 1-1 16,-3 1-1-16,1 0 1 15,-16 0 0-15,23-2 0 16,-23 2 1-16,17 2-1 16,-17-2 0-16,0 0 1 15,22 1 0-15,-22-1-1 16,0 0 0-16,23 4 0 15,-23-4 0-15,16 2 0 16,-16-2 0-16,19 0 0 16,-19 0-1-16,14 1 1 15,-14-1 0-15,15 0-1 0,-15 0 1 16,18-1-1-16,-18 1 1 16,19-2 0-16,-19 2 0 15,22-2 0-15,-6 0 0 16,-16 2 0-16,33-3-1 15,-14-1 1-15,0-1-1 16,0 0 0-16,2-2 1 16,5 2-1-16,-7-2 1 15,7 2-1-15,-7-4 1 16,4 4-1-16,-4 0 2 16,-2-2-2-16,2 2-1 15,-19 5 2-15,26-11-2 16,-26 11 2-16,20-12-2 0,-20 12 2 15,19-8-3-15,-19 8 3 16,13-6 0-16,-13 6 0 16,20-5 0-16,-20 5-1 15,19-5 2-15,-19 5 0 16,22-9 1-16,-22 9 0 16,30-10-1-16,-30 10 0 15,29-14 1-15,-13 7 0 16,0-2-3-16,1-1 1 15,-2 0-2-15,-15 10 1 16,27-21 1-16,-27 21-1 16,19-24-1-16,-19 24 3 15,17-23-1-15,-17 23 1 0,12-24-1 16,-12 24 1-16,7-24 0 16,-7 24 0-16,4-26-1 15,-4 10 2 1,0 1-2-16,0-3 1 0,-4-2 1 15,4-1-1-15,-3-2 0 16,-1-1 0-16,1-2 0 16,-1-2 0-16,-1-1 1 15,2 0-1-15,-4-3-1 16,0 3 2-16,3-2-2 16,-1 0 0-16,-2 1 1 15,0 2 1-15,0 3-1 16,2-1 1-16,-2 1 2 0,0-1-9 15,0 4 10-15,2-2-9 16,-2-1 7-16,0 6-9 16,4 0 10-16,-3 4-9 15,6 15 5-15,-3-21 2 16,3 21 0-16,0 0 1 16,0 0 0-16,0 0 2 15,0 0 1-15,-7-16-25 16,7 16-78-16,0 0-55 15,0 0-23-15,0 0 4 16,-16 26-8-16,2-10 1 16</inkml:trace>
  <inkml:trace contextRef="#ctx0" brushRef="#br0" timeOffset="-152608.26">25913 12108 229 0,'0'0'143'0,"0"0"-19"16,7-17-7-16,-7 17-13 15,0 0-8-15,-10-17-11 16,10 17-26-16,-12-21-33 16,12 21-23-16,-18-23 0 15,18 23 1-15,-26-22 0 16,26 22 0-16,-26-23-1 16,26 23 0-16,-26-17 0 15,11 10 0-15,15 7 0 16,-30-12 0-16,30 12 0 15,-29-7-2-15,29 7-1 16,-28-3 0-16,28 3 0 16,-30 3 0-16,30-3 0 0,-29 4 0 15,29-4 0-15,-30 6 0 16,30-6 0-16,-29 14 0 16,13-7 0-16,-3 4 0 15,-3 2 0-15,-1 1-1 16,-3 2 0-16,0 3-1 15,0 0 1-15,-4 2-1 16,4 3 2-16,0 2-3 16,0 0 3-16,4 3-2 15,3 1 2-15,3-3-1 16,2 3 1-16,2-2-2 16,2 1 2-16,3 0-2 15,3-1 2-15,2 2-2 0,-1-1 2 16,3 4 1-16,0 1-3 15,3-1 4-15,-1 2-6 16,2 0 6 0,3-1-5-16,-4 1 3 0,7-2-3 15,-1 0 1-15,5-4 0 16,2 2 0-16,3-3 0 16,0 1-1-16,3-1 1 15,4-2-1-15,0-2 1 16,4-5-2-16,-4 0 1 15,3-3 0-15,1-1 0 16,-2-6 0-16,1 0 1 16,-3-8 1-16,-3 3 0 0,3-4 0 15,-4 0 0 1,5-4 2-16,-5-1 0 16,4 2 1-16,-3-6-1 15,3 4 0-15,0-5 0 0,0 1 1 16,-4-1-1-16,1-4 0 15,3-2 0-15,-7-1 0 16,-2 0-1-16,3-4 1 16,-5 2-2-16,-1-4 2 15,-2 1-1-15,-5-1 0 16,0 2-1-16,0-5 2 16,-5 0-2-16,1-1 1 15,-3-3 3-15,-3 1-6 16,1-6 5-16,-1 1-5 15,-1-1 4-15,-3 2-3 16,4 2 2-16,-4 3-2 16,2 2 2-16,-6 2 2 0,4 2-3 15,-5 3 4-15,2 0-1 16,-3 0 1-16,3-1 1 16,-2 3-1-16,-2-2 0 15,2 4 0-15,1-1 1 16,11 16 0-16,-22-29-3 15,10 13-1-15,-2-5-31 16,5 2-75-16,-1-2-56 0,-1-10-11 16,8 2-3-1,-2-13-2-15,5 2 8 16</inkml:trace>
  <inkml:trace contextRef="#ctx0" brushRef="#br0" timeOffset="-151573.52">25722 11605 170 0,'16'-6'164'0,"-16"6"6"15,0 0-55-15,0 0-7 16,0 0-6-16,-12 19-18 15,12-19-23-15,0 0-26 16,-10 19-21-16,10-19-21 16,0 26 1-16,-4-7-2 15,4 7 5-15,0 2 0 16,0 3 3-16,0 0-2 16,4 2 1-16,-4-3 0 0,3-3 0 15,-3-4 0-15,3-4-1 16,-3-19 1-16,0 22 0 15,0-22 1-15,0 0-1 16,0 0 1-16,0 16 1 16,0-16 0-16,0 0 0 15,0 0 1-15,0 0-1 16,0 0 1-16,0 0-2 16,-17 7 1-16,17-7-1 15,0 0-1-15,-19-10 1 16,19 10-2-16,-16-16 0 15,16 16-1-15,-19-28-1 16,19 28-1-16,-17-29 1 0,8 13 1 16,2 1-1-1,7 15 1-15,-14-25 2 16,14 25 0-16,-8-15 1 16,8 15 0-16,0 0-1 0,0 0-1 15,0 0 1-15,-4-16-1 16,4 16 0-16,0 0 1 15,0 0 1-15,0 0 1 16,0 0 1-16,0 0 0 16,7 23 1-16,-7-23 0 15,12 29-1-15,-1-11 0 16,1 2-2-16,2 1 1 16,-2 2-2-16,2-3 2 0,-2-1-2 15,-2-3 0 1,-10-16-2-16,23 21 0 15,-23-21 0-15,0 0-1 16,23 12 1-16,-23-12 0 0,0 0 2 16,19-12 0-16,-19 12 2 15,19-26 0-15,-2 7 1 16,2-2 0-16,0-3 0 16,4 0 0-16,-1-2-1 15,4 1-1-15,-3 5 0 16,0 2 1-16,-6 4-1 15,-1 4 0-15,-16 10 1 0,19-10-1 16,-19 10 4 0,0 0 0-16,0 0-1 15,0 0-3-15,0 0-94 16,0 0-49-16,0 0-28 16,0 0-1-16,0 0-6 0,26-19 2 15</inkml:trace>
  <inkml:trace contextRef="#ctx0" brushRef="#br0" timeOffset="-148765.43">25436 8006 238 0,'-9'-18'121'16,"9"18"1"-16,-20-29-6 15,20 29-10-15,-13-24-11 0,13 24-17 16,-12-17-14-1,12 17-20-15,0 0-28 16,0 0-10-16,0 0-2 16,0 0-2-16,0 0-1 0,0 0-2 15,0 0-1-15,0 0-1 16,-7 24-1-16,11-7 3 16,-4 4-2-16,0 3 1 15,0 0 0-15,0-1 1 16,0-1-1-16,0-4 3 15,0-18-1-15,-4 24-1 16,4-24 0-16,0 0 1 16,-3 15-1-16,3-15 1 15,0 0 0-15,0 0 0 16,0 0-1-16,0 0 1 16,0 0 1-16,0 0 1 15,12-15 1-15,-12 15-1 0,10-23 0 16,-3 6 1-16,2-2-1 15,1-2 1-15,6-1-2 16,-2 1-1-16,5 0 0 16,0 4 0-16,4 3 0 15,-1 5 0-15,1 4-1 16,-2 7-2-16,1 3 1 16,-3 7 1-16,0 7-1 15,0 5-1-15,-1 6 1 16,-3 6 1-16,5 1-1 15,-7 1 2-15,3 0-1 16,-6-4 1-16,6-1 1 16,-9-5 1-16,5-4-2 0,-5-6 2 15,0-3-3-15,-7-15 2 16,5 17 0-16,-5-17-3 16,0 0-26-16,0 0-37 15,0 0-20-15,0 0-17 16,0 0-15-16,-22-7-14 15,22 7-12-15,-32-25-7 16,6 4 21-16,9 9 86 16</inkml:trace>
  <inkml:trace contextRef="#ctx0" brushRef="#br0" timeOffset="-148425.19">25466 8117 35 0,'0'0'29'0,"0"0"-2"0,0 0-3 16,0 0-1-16,0 0 1 15,-16 1 1-15,16-1 13 16,-4 31 3-16,1-3 5 16,-4 12 9-16,2 10 5 15,1 11 5-15,-6 5-2 16,6 8 1-16,-8 2 7 15,9 5-11-15,-8-4-9 16,8-3-8-16,-6-12-6 16,6-1-5-16,-1-11-3 15,4-3-5-15,0-7-28 16,4-11-11-16,3 1-52 16,-2-8-32-16,5 6-32 15,1-1-15-15,-6 5-15 0,2 7-11 16,-11-2 2-16</inkml:trace>
  <inkml:trace contextRef="#ctx0" brushRef="#br0" timeOffset="-143983.41">28720 10775 374 0,'0'0'141'0,"11"-15"-7"16,-11 15-7-16,0 0-20 15,-23-16-20-15,23 16-34 16,-19-12-53-16,19 12 0 15,-23-17 0-15,23 17 0 16,-26-23 0-16,26 23 0 16,-26-26 0-16,9 11 0 15,5-3 0-15,-4 3 0 0,-1-2-7 16,-2-3 2 0,0 3 2-16,-4 0-2 15,-3-2 2-15,0 2-2 16,0 1 1-16,-4 0 0 0,1 1 0 15,-2 1 3-15,5 0 1 16,-4 4-1-16,4-2 0 16,0-1 3-16,-3 1-2 15,3 0 1-15,0 2 0 16,-2-1-1-16,2-1 0 16,-4-3 0-16,4 3 1 15,-3 0-1-15,3-2 2 16,0 0-2-16,0 0 1 0,0-2-2 15,-4 3 4 1,4-1-1-16,-2 0-1 16,-5-2-1-16,0 4 0 15,-1-2 0-15,-3 2 1 0,-1 0-2 16,1 2 1-16,-1-1-1 16,-3 3 0-16,1-3-1 15,-2 3 1-15,-3 1 0 16,0 3 1-16,-7-1-1 15,0 2 1-15,0-1-2 16,-1 4 1-16,1 0 0 16,0 0-2-16,4 0 2 15,3 0 0-15,-4 2-1 16,4-2 1-16,3 0 0 16,-1 0 1-16,5 0 1 15,-4 0 1-15,2 0-3 16,2-2 1-16,-2 0 1 0,5-1 0 15,-1 1-1-15,-2 0 0 16,1 1 0-16,-1 2 0 16,0 1 1-1,-2 2-1-15,-2 1 0 0,0 2-1 16,3 1 1-16,-3-1-1 16,0 2 1-16,2 0 0 15,-1-1-1-15,1 1 1 16,-2 1-1-16,4 1 1 15,-2-1 0-15,2 4 0 16,1-2-1-16,-1 2 0 16,2 0 0-16,1 3 0 15,2-3 0-15,3 2 1 0,3-3-1 16,1 3-1-16,-4-2 2 16,8-2-2-16,-1 0 2 15,4-2-1-15,2 1 1 16,1-3-2-16,16-8 2 15,-30 18-1-15,30-18 0 16,-22 17 0-16,22-17 0 16,-19 21 0-16,19-21 0 15,-23 24-1-15,23-24 1 16,-22 30 0-16,11-13 0 16,-1 2-1-16,-5 0 2 15,5 3-1-15,-6 1 3 16,3 1-3-16,-5 2 4 0,1 0 2 15,2-2-6-15,1 2 6 16,-3 2-7 0,5-2 7-16,-1-2-9 15,1 2 8-15,2 0-8 0,1 0 2 16,3 0 2-16,1-2-1 16,3-1 1-16,1 3-1 15,-2-4 1-15,5 1-1 16,0-4 1-16,1-2 0 15,3 0 1-15,-1-1-1 16,1 0 1-16,-4-16 0 16,10 26 1-16,-10-26-1 0,9 24 0 15,-9-24 1-15,14 26 0 16,-9-11 0 0,-5-15 0-16,17 28 0 15,-5-11 1-15,2-1 0 16,2 1 1-16,0-1-1 0,1 1 0 15,2-1 0-15,0-1 2 16,4-1-2-16,-1 2 0 16,4-2 0-16,4-1-1 15,-4 1-1-15,3-2 0 16,6 2-1-16,-2-2 1 16,0 0-1-16,2-1 1 15,1-1-2-15,-1 2 2 16,1-3-2-16,2 1 1 15,2 1 0-15,2-1 0 16,-4-1 0-16,6 1-1 16,-3 1 1-16,-2-3 2 0,7 3-2 15,-4-3 4-15,3 1-4 16,0-2 3-16,4 0-3 16,0 0 3-16,3-4-4 15,0 4 1-15,0-2 0 16,3-1 0-16,-1 1-1 15,2 2 1-15,3-2 0 16,1 2 0-16,-1-4 1 16,2 1-1-16,-5-1 1 15,3 4-1-15,-2-5 0 16,2 0 0-16,-7 1 1 16,5-1 0-16,-1 1 0 15,-4-1-1-15,4 2 0 0,1-4 0 16,-5 1 0-16,-3 1 0 15,3-2 0-15,-4 0 0 16,-3-2 0-16,4 1 0 16,-6-3 0-16,-1-1 0 15,-4 1 0-15,2-4 0 16,-2 1 0-16,-1-2 0 16,-6-1 0-16,2 1-2 15,-4 1 4-15,-2-3-2 16,2 1 0-16,-6 1 0 15,-1-3 0-15,1 3-1 16,-1-1 1-16,-3 0 1 16,0-3-2-16,2 3-1 0,-2 1 2 15,1-1 0-15,-5 0 0 16,6-1 1-16,-5 3 0 16,-1-3-2-1,4 3 1-15,-19 8-1 0,26-18 0 16,-26 18 1-16,26-17-1 15,-26 17-1-15,21-19 2 16,-21 19-1-16,19-21 2 16,-19 21-2-16,23-26 2 15,-8 11-2-15,-1-1 2 16,2-1 0-16,3-2-1 16,0-2 0-16,2 0 0 15,-2-3 0-15,0 1 1 0,0-1-1 16,-1-2 2-16,1 0-3 15,-4-3 2 1,-1-1 0-16,-5-3 1 16,1 2-2-16,-6-5 0 0,-4 0 0 15,0-4 0-15,-7 2 0 16,-4-2 0-16,-4 0 0 16,-1 5 0-16,-5-3 0 15,-6 5 0-15,-6 4-3 16,-9 1-9-16,-7 2 5 15,1 6 2-15,-8 1-37 16,-6 6-51-16,1 5-36 16,-3 4-29-16,5 13-17 15,0 3-1-15,10 16-5 16</inkml:trace>
  <inkml:trace contextRef="#ctx0" brushRef="#br0" timeOffset="-142702.43">27917 11618 136 0,'0'0'79'0,"0"0"1"16,-9 26 9-16,5-10 17 16,4-16 2-16,-3 38-13 0,-1-16-8 15,8 10-17-15,-8-5-11 16,8 8-8-16,-4-2-15 15,3 1-27-15,-3-1-9 16,0-3 2-16,-3-3-2 16,3-2 1-16,-4-8 0 15,4-17 0-15,-6 24 0 16,6-24 2-16,0 0-2 16,0 0 0-16,0 0-1 15,-20-3 0-15,20 3 3 16,-12-26-1-16,2 7 0 15,-1-2-2-15,-4-1 0 16,3-1 0-16,-6 1 0 0,3 1 0 16,1 3 0-16,-2 3 0 15,16 15 0 1,-19-23 0-16,19 23 0 16,0 0 0-16,-10-15 0 0,10 15 0 15,0 0 0-15,0 0 0 16,17 17 0-16,-17-17 0 15,19 31 0-15,-7-12 0 16,2 6 0-16,2-1 0 16,-2 2 0-16,-2-2 0 15,0-2 0-15,2-4 0 16,-14-18 0-16,26 22 0 0,-26-22 0 16,26 5 0-16,-26-5 0 15,26-17 0 1,-10 0 0-16,-3-2 0 0,3-5 0 15,0-1-2 1,1-1 4-16,-1 0-5 0,-4 4 2 16,-2 3-3-16,-10 19-67 15,19-23-50-15,-19 23-35 16,0 0-18-16,0 0-7 16,19 18 1-16,-20-3 49 15</inkml:trace>
  <inkml:trace contextRef="#ctx0" brushRef="#br0" timeOffset="-141537.6">28144 12200 278 0,'0'0'141'0,"0"0"-5"0,0 0-13 16,0 0-13-16,0 0-18 16,0 0-18-16,0-16-24 15,0 16-31-15,0 0-19 16,-16-27 0-16,16 27 0 16,-21-23-1-16,21 23 2 15,-26-28-1-15,11 15 0 16,-1 2 0-16,-1 3 0 15,-6 1 0-15,4 1 0 16,-3 0 0-16,-1 2 0 16,0-1 0-16,1 5 0 15,-1 0 0-15,4 0 0 16,-5 0 0-16,5 2 0 0,-4 1 0 16,4 1 0-16,-3 2 0 15,-1 1 0-15,4 4 0 16,-4 3 0-16,-3-1 0 15,6 7 0-15,0-3 0 16,-2 7 0-16,-1-1 0 16,4 3 0-16,0 1 0 15,2 1 0-15,1 1-1 16,-3 3 0-16,5-1 3 16,2-2-3-16,2 2 2 15,1 2-1-15,5 0 0 16,1-2 0-16,3 0 0 15,0 1 0-15,3 0 0 0,1 1 0 16,1 0 0-16,2-3 0 16,4-1 0-1,-3 2 0-15,3-1 0 16,1 3 0-16,2-2 0 0,1 2 0 16,4 1 0-16,-1 3 0 15,4-5 0-15,8 3 0 16,1-4-1-16,2 0-2 15,0-1 3-15,5-6-2 16,-1-1 2-16,1-3-1 16,0-2 1-16,-2-5-1 15,3 0 2-15,-3-5-1 16,-3-4 0-16,2-3 2 0,-2-4-2 16,1-4 1-16,-4-5 0 15,3-2 0 1,0-2-1-16,-2-3 2 15,-1-3-2-15,-4-1 0 0,0 3 0 16,0-3 0-16,-4 1 0 16,-3-4 0-16,-3-2 0 15,-2 0 0-15,-2-1 0 16,-1-6 0-16,-4-1 0 16,-4-2 0-16,-3 0 0 15,0-2 0-15,-3 2 0 16,-4-4 0-16,0 1 0 0,-2-4 0 15,-1 0 0-15,-3-4 0 16,-1-1 0 0,-1-2 0-16,-4-2 0 15,1-1 0-15,-4 3 0 16,-1 2 0-16,-3 0 0 0,-3 6 0 16,-9 1 0-16,-8 10-48 15,-13 7-95-15,-15 7-34 16,-13 14-2-16,-29 7-6 15,-15 20-13-15</inkml:trace>
  <inkml:trace contextRef="#ctx0" brushRef="#br0" timeOffset="-126957.98">20937 1596 249 0,'26'-119'121'0,"-26"119"16"16,26-96-15-16,-26 96-2 16,15-74-16-16,-15 74-11 0,0 0-16 15,0 0-77-15,-6-75 0 16,6 75 0-16,0 0 0 16,0 0 0-16,0 0 0 15,-58 77 0-15,58-77-7 16,-33 91-3-16,33-91 11 15,-22 127 6-15,22-127-11 16,0 135-3-16,12-69 2 16,5-2 0-16,6 0 3 15,6-11-4-15,3-9 1 16,4-13-8-16,2-17 14 16,2-13 1-16,-40-1 3 0,83-34 9 15,-83 34-10-15,82-90 12 16,-82 90-10-16,71-113 1 15,-71 113-6-15,42-116-1 16,-42 116 0-16,10-131 0 16,-10 131 0-16,-29-123-9 15,29 123-1-15,-75-106 9 16,75 106-4-16,-109-67 2 16,109 67 5-16,-130-21 1 15,58 24 1-15,72-3-4 16,-123 38 9-16,123-38-12 15,-85 49 4-15,85-49-9 16,0 0 2-16,0 0 1 0,-5 71 0 16,5-71-1-16,97 7 0 15,-26-12 5-15,4-6-2 16,8-4 6-16,2-3-2 16,-1-4 4-16,-6-1-5 15,-78 23 3-15,119-36-2 16,-119 36 1-16,82-24 1 15,-82 24-3-15,0 0-1 16,0 0-1-16,0 0 2 16,0 0 0-16,0 0 1 15,0 0-4-15,0 0-1 16,0 0 1-16,78 71 2 16,-78-71-3-16,45 88 1 0,-45-88-1 15,65 116 0-15,-65-116 1 16,81 116 1-1,-81-116 7-15,78 88-5 0,-78-88 9 16,0 0-4-16,90 61 10 16,-90-61-7-16,0 0 0 15,0 0 3-15,65-104-5 16,-65 104-6-16,21-118 0 16,-21 118 0-16,19-138 0 15,-19 138 0-15,12-128 0 16,-12 128-6-16,7-96-3 15,-7 96 1-15,0 0 10 16,0 0-14-16,7-71-16 0,-7 71-44 16,0 0-28-1,0 0-19-15,0 0-7 0,0 0-14 16,0 0-20 0,0 0 4-16,97 23 68 0</inkml:trace>
  <inkml:trace contextRef="#ctx0" brushRef="#br0" timeOffset="-123109.25">22600 1243 282 0,'0'0'133'16,"0"0"-8"-16,0 0-12 16,0 0-2-16,0 0-24 0,0 0-10 15,0 0-38-15,0 0-30 16,12-71-16-1,-12 71 5-15,0 0 10 16,-83 0-10-16,83 0 12 0,-72 28-9 16,72-28 2-16,0 0-6 15,-90 83 6-15,90-83-8 16,0 0-1-16,-24 97 3 16,24-97-2-16,0 0 2 15,74 72 0-15,-74-72 2 16,96 18 3-16,-96-18 3 15,109-4 5-15,-109 4-3 0,104-22 1 16,-104 22 0 0,91-33-4-16,-91 33 5 15,0 0-3-15,81-54-3 16,-81 54-3-16,0 0 0 16,0 0 0-16,0 0-4 0,0 0 2 15,0 0-5-15,0 0 3 16,0 0-11-16,0 0 13 15,0 0 5-15,0 0-5 16,78 69 0-16,-78-69-1 16,0 0 2-16,68 76-1 15,-68-76 3-15,0 0 1 16,90 45-6-16,-90-45 6 16,0 0 0-16,101-10 3 15,-101 10 0-15,0 0-1 16,104-71 1-16,-104 71-5 15,68-76 5-15,-68 76-7 0,59-87 5 16,-59 87-16-16,48-84 13 16,-48 84-8-16,30-73 6 15,-30 73-13-15,0 0 9 16,12-75 2-16,-12 75 0 16,0 0 5-16,0 0-4 15,0 0 3-15,-22-74 2 16,22 74-1-16,0 0 0 15,0 0 3-15,0 0-2 16,0 0 7-16,0 0-5 16,0 0-1-16,0 0-5 15,-16-69 13-15,16 69-11 16,0 0-1-16,0 0 0 0,0 0-1 16,-17-78 1-16,17 78 0 15,0 0 1-15,0 0-3 16,-46-78 5-16,46 78-4 15,0 0 1-15,0 0 2 16,0 0-4-16,0 0-2 16,0 0 3-16,0 0 0 15,-55 90-4-15,55-90-7 16,3 123 15-16,8-49 0 16,1-1 2-16,7-4 1 15,-19-69-9-15,59 127 8 16,-59-127-5-16,89 93 17 15,-89-93-21-15,112 52 8 0,-112-52-5 16,124 17 8-16,-124-17 8 16,130-26-6-1,-130 26 3-15,120-55-6 16,-120 55-1-16,86-74-4 0,-86 74 0 16,0 0-7-16,49-92-2 15,-49 92-8-15,0 0 17 16,0 0 0-16,-90-35 5 15,90 35-5-15,-82 23 5 16,82-23 1-16,-78 31-9 16,78-31 16-16,0 0-20 15,-75 47 1-15,75-47-5 16,0 0 5-16,0 0 2 0,0 0 2 16,0 0 3-16,0 0-4 15,0 0 5 1,82 26-1-16,-82-26 8 15,0 0-10-15,0 0-2 0,87 15 0 16,-87-15-1-16,0 0 3 16,0 0-2-16,81 35 2 15,-81-35-9-15,0 0 12 16,75 17 8-16,-75-17-3 16,0 0-5-16,104-7 4 15,-104 7 5-15,83-26-4 16,-83 26-1-16,82-36 0 15,-82 36-8-15,78-49-10 0,-78 49 18 16,0 0-12-16,78-83 1 16,-78 83-11-1,0 0 15-15,42-78-8 16,-42 78 6-16,0 0-1 0,0 0-1 16,0 0-6-16,0 0 9 15,0 0 11-15,0 0-10 16,0 0 4-16,0 0-4 15,7 122 14-15,-4-43-5 16,3 30 9-16,1 44-27 16,3 13-2-16,6 12 4 15,-6-5-7-15,6 4 6 16,-1-22-11-16,-1-9 4 16,-2-30-7-16,-5-43 25 15,-3-30-8-15,-8-26 3 16,4-17 3-16,-19-43 1 15,0-18 5-15,-2-34-1 0,6-35 19 16,-8-20-9-16,4-11 12 16,-4-9-15-16,9 4 10 15,6 7-8-15,4 20 4 16,11 25-18-16,-2 34 0 16,-5 80-4-16,33-110-9 15,-33 110 10-15,0 0-3 16,82-44 2-16,-82 44-4 15,0 0 4-15,80 40 10 16,-80-40-6-16,0 0 10 16,52 88-8-16,-52-88 4 15,0 0 3-15,0 90-3 0,0-90-3 16,0 0-3-16,-45 70 0 16,45-70 0-16,0 0 0 15,0 0 0-15,-90 58 0 16,90-58-7-16,0 0-1 15,0 0 1-15,0 0 7 16,0 0-4-16,0 0 3 16,0 0 1-16,0 0-9 15,71 49 13-15,-71-49 11 16,93-17-7-16,-93 17-1 16,108-39-5-16,-108 39-2 15,106-55 0-15,-106 55 0 16,97-66 0-16,-97 66 0 0,70-78 0 15,-70 78-9-15,38-93 3 16,-38 93 2-16,7-92-3 16,-7 92 9-1,-18-79-14-15,18 79 12 0,0 0 13 16,0 0-9-16,0 0-13 16,0 0 9-16,-71-33-3 15,71 33-3-15,-5 90 13 16,5-90-16-16,0 156 6 15,5-34 4-15,-1 36-3 16,10 10-8-16,-2 0 1 16,3 10 1-16,6-14-6 15,-2-3 6-15,-3-22-13 0,3-28 5 16,-5-42 9-16,-5-19 8 16,-3-19-9-16,-6-31 7 15,0 0 0 1,-6-43 3-16,0-14 8 0,-8-24 0 15,2-34 17-15,2-20-16 16,-6-10 17-16,2-14-9 16,6 1 4-16,4 11-9 15,4 15-13-15,11 10-1 16,1 33 0-16,10 18 0 16,-22 71 0-16,52-88 0 15,-52 88 0-15,0 0 0 16,82-35-6-16,-82 35 2 0,0 0-1 15,0 0-3-15,54 85 16 16,-54-85-8-16,-9 76 1 16,9-76 8-16,-29 78-7 15,29-78-4-15,0 0 3 16,-82 94 0-16,82-94-6 16,0 0 5-16,-75 48 4 15,75-48-6-15,0 0 3 16,0 0 4-16,0 0-5 15,0 0 0-15,0 0 0 16,0 0 0-16,0 0 0 16,89-29 0-16,-89 29 0 15,75-30 0-15,-75 30 0 16,83-33 0-16,-83 33 0 16,71-26 0-16,-71 26 0 15,0 0 0-15,75-39 0 16,-75 39 0-16,0 0 0 0,0 0 0 15,0 0 0-15,0 0 0 16,0 0 0-16,0 0 0 16,0 0 0-16,0 0 0 15,0 0 0-15,0 0-5 16,0 0 4-16,0 0-8 16,74 14 8-16,-74-14-8 15,0 0 16-15,0 0 5 0,98 36-6 16,-98-36-6-1,0 0 0-15,88-19 0 16,-88 19 0-16,0 0 0 16,83-50 0-16,-83 50 0 0,0 0 0 15,0 0 0-15,56-89 0 16,-56 89 0-16,0 0 0 16,0 0 0-16,0 0 0 15,0 0 0-15,0 0 0 16,0 0 0-16,0 0 0 15,0 0 0-15,0 0 0 16,0 0 0-16,0 0-2 16,0 0 0-16,0 0 0 15,0 0 7-15,0 0-7 16,0 0 4-16,45 71-1 16,-45-71-1-16,0 0 0 15,71-12 0-15,-71 12 0 0,0 0 0 16,71-47 0-16,-71 47 0 15,0 0 0-15,0 0 0 16,0 0 0-16,0 0 0 16,0 0 0-16,0 0 0 15,0 0 0-15,0 0-1 16,0 0-1-16,0 0-1 16,0 0 7-16,0 0-2 15,0 0-2-15,0 0 0 16,0 0-1-16,0 0 2 15,0 0-1-15,0 0 0 16,0 0-1-16,75 44 2 16,-75-44-1-16,0 0 0 0,0 0 0 15,0 0 0-15,66-75 0 16,-66 75 0-16,0 0 0 16,0 0 0-16,0 0 0 15,0 0 0-15,0 0 0 16,71-48-2-16,-71 48-7 15,0 0 0-15,0 0 7 16,0 0 2-16,0 0 1 16,84 62-7-16,-84-62 5 15,0 0 3-15,100 9 2 16,-100-9-2-16,92-11 6 16,-92 11-2-16,116-24 0 15,-116 24-6-15,120-40 0 0,-120 40 0 16,124-46 0-16,-124 46 0 15,97-38 0-15,-97 38 0 16,0 0 0 0,71-39 0-16,-71 39 0 0,0 0 0 15,0 0 0-15,0 0 0 16,-101 33 0-16,101-33 0 16,-74 49 0-16,74-49-2 15,0 0 4-15,-84 78-2 16,84-78 0-16,0 0 0 15,0 0 0-15,0 0 0 16,0 0 0-16,0 0 0 16,91 55 0-16,-91-55 0 0,78-28 0 15,-78 28 0 1,90-29 0-16,-90 29 0 16,87-29 0-16,-87 29 0 15,81-19 0-15,-81 19 0 0,75 6 0 16,-75-6-3-16,68 37-4 15,-68-37 1-15,69 95 1 16,-34-19 14-16,-2 44-14 16,-4 35 0-16,-1 17-4 15,-7 27 2-15,-2-5-12 16,-7 12 13-16,-2-14-13 16,-6-3 0-16,-4-42 4 0,-10-23 12 15,-3-27-4 1,-9-24 11-16,-11-16 4 0,-9-19-4 15,-1-19-1 1,-6-27-2-16,1-25 0 16,-6-25 6-16,5-19-5 0,6-27 0 15,8-21 5-15,2-24 3 16,11-22 18-16,6-11-17 16,16-1 19-16,12-4-22 15,11 14-8-15,13 10 0 16,13 23 0-16,3 19 0 15,2 27 0-15,5 13-14 16,-59 81-118-16,86-108-34 0,-86 108-17 16,47-69 0-1,-47 69-3-15,0 0 28 16</inkml:trace>
  <inkml:trace contextRef="#ctx0" brushRef="#br0" timeOffset="-122747.99">25799 711 648 0,'0'0'189'0,"0"0"-56"16,0 0-97-16,0 0-19 16,0 0-17-16,0 0 0 15,0 0 0-15,0 0 0 16,0 0 0-16,0 0 0 15,26-81-58-15,-26 81-97 16,0 0-27-16,0 0-3 16,0 0-3-16,0 0-1 15</inkml:trace>
  <inkml:trace contextRef="#ctx0" brushRef="#br0" timeOffset="-121337.99">22567 1198 28 0,'0'0'20'16,"0"0"10"-16,0 0-6 15,0 0 12-15,0 0 0 16,0 0 6-16,0 0 2 15,0 0-7-15,0 0 4 16,0 0-7-16,0 0-19 16,0 0-5-16,0 0-9 15,0 0 13-15,0 0 29 16,0 0 29-16,0 0-2 0,0 0-1 16,0 0 1-16,0 0 2 15,29-71 2-15,-29 71-15 16,0 0-35-16,0 0-23 15,0 0 0-15,64-69 3 16,-64 69-1-16,0 0 1 16,0 0-3-16,0 0 3 15,0 0-5-15,25-73 0 16,-25 73 5-16,0 0-5 16,0 0 6-16,0 0-8 15,0 0-6-15,0 0 2 16,-82-19 12-16,82 19-7 15,0 0 0-15,0 0-2 0,-78 73-1 16,78-73-1-16,0 0 20 16,-52 100-15-16,52-100 5 15,-16 76-6 1,16-76 9-16,0 76-7 0,0-76 9 16,23 70-9-16,-23-70-5 15,0 0 10-15,64 77-5 16,-64-77 9-16,0 0-8 15,94 37 1-15,-94-37-1 16,69-12 0-16,-69 12 2 16,75-38-68-16,-75 38-52 15,0 0-34-15,97-99-5 16,-97 99-17-16,49-83-10 0,-49 83 25 16</inkml:trace>
  <inkml:trace contextRef="#ctx0" brushRef="#br0" timeOffset="-120925.69">22966 930 332 0,'0'0'145'16,"0"0"-18"-16,0 0-13 15,0 0-16-15,0 0-18 16,0 0-31-16,0 0-30 15,0 0-11-15,0 0-5 0,-4 81 0 16,4-81-3 0,30 86 9-16,-30-86-8 15,30 85 6-15,-30-85-10 16,22 73 8-16,-22-73 0 0,0 0 3 16,12 74-7-16,-12-74-4 15,0 0 5-15,0 0-1 16,0 0 11-16,0 0-12 15,0 0 0-15,0 0 0 16,0 0 0-16,0 0 0 16,11-105 0-16,-11 105 0 15,29-92-2-15,-29 92-6 0,52-95 7 16,-52 95-21 0,90-90-93-16,-90 90-54 15,101-68-15-15,-101 68 7 16,106-41-16-16,-106 41 42 0</inkml:trace>
  <inkml:trace contextRef="#ctx0" brushRef="#br0" timeOffset="-114859.8">28909 1224 486 0,'0'0'174'15,"0"0"19"-15,0 0-112 16,0 0-19-16,0 0-35 16,0 0-27-16,0 0 0 15,0 0 0-15,0 0 0 16,0 0-8-16,0 0 6 15,0 0-8-15,32 98 7 16,-32-98-5-16,17 85 26 0,-17-85-28 16,23 82 13-1,-23-82 8-15,0 0-9 16,0 0 5-16,0 0-7 16,78 57 0-16,-78-57 0 15,0 0 0-15,80-68 0 0,-80 68 0 16,74-71 0-16,-74 71 0 15,78-69 0-15,-78 69 0 16,78-57 0-16,-78 57 0 16,0 0 0-16,87-36 0 15,-87 36 0-15,0 0 0 16,0 0-11-16,89 34 11 16,-89-34 0-16,0 0 5 15,57 69-4-15,-57-69-1 16,0 0 3-16,30 71-1 15,-30-71-2-15,0 0-51 16,0 0-65-16,0 0-55 0,-87 49 1 16,87-49-6-16,-97-28 5 15,97 28 4-15</inkml:trace>
  <inkml:trace contextRef="#ctx0" brushRef="#br0" timeOffset="-114697.69">28675 808 597 0,'0'0'100'0,"0"0"-35"16,0 0-206-16,71 7-23 16,-71-7-14-16,0 0-14 0,63 90 106 15</inkml:trace>
  <inkml:trace contextRef="#ctx0" brushRef="#br0" timeOffset="-112030.18">28899 2210 248 0,'-7'-53'212'0,"-9"4"-38"15,-6-1-83-15,6 24-8 16,-10 5-6-16,4 32-22 15,-11 20-13-15,7 12-33 16,-4 21-28-16,4 9-14 16,7 7 12-16,3-13-3 15,13 2 19-15,3-17-5 16,16-19 13-16,6-17 3 16,8-25-3-16,6-12 0 15,9-10 1-15,4-10 15 0,-4-10-9 16,7-4 7-1,-7-9-11-15,-7 5 11 16,-5 7-7-16,-3 14 12 0,-11 3-12 16,-9 11-11-16,-10 24 1 15,0 0-5-15,0 23-1 16,-7 20-13-16,0 5 12 16,-1 6-15-16,4 5 12 15,4 0-6-15,6-2 11 16,11-9-9-16,5-15 13 15,11-19 2-15,6-14-1 16,2-15 0-16,4-22 3 0,2-18 14 16,2-14-10-1,-4-14 10-15,-7-13 6 16,-1 5-6-16,-6-8 4 16,-5-3-7-16,-7 8-14 0,-5 16 0 15,-7 1 0-15,-7 77 0 16,0-104 0-16,0 104-1 15,0 0-18-15,0 0 12 16,0 0-14-16,0 0 13 16,0 0 0-16,-78 65 10 15,71 3 6-15,7 17-2 16,3 13-10-16,8 3-9 16,4-2 10-16,8-9-4 15,6-6 2-15,10-18-12 16,-3-10 1-16,2-31-1 15,4-14 17-15,1-23 16 0,2-14-13 16,1-33 12-16,-8-16-9 16,-5-9 8-16,-4-15 7 15,-3-3-7-15,-7-2-4 16,-5 2-11-16,-5 8 17 16,-9 25-20-16,0 69 6 15,-12-107 1-15,12 107-16 16,0 0 8-16,-33-76 1 15,33 76-2-15,0 0-11 16,0 0 13-16,-33 79 0 16,33-79-5-16,3 144 15 15,4-33-1-15,9 19-13 16,-2 3-5-16,1 9 8 0,8-14-2 16,3 0 2-16,0-24-2 15,3-18-10-15,-2-35 4 16,2-24 15-16,6-20 2 15,-2-26-2-15,1-14 1 16,-1-17 4-16,4-12 12 16,-9-21-8-16,5 0 8 15,-7-9-14-15,-4 12 9 16,-3 20-13-16,-8 9 11 16,-1 19-17-16,-10 32-1 15,5 26-1-15,-1 12 1 16,-4 19-1-16,0 0-10 15,3-3 14-15,8 1-13 0,1-7 11 16,2-16-9-16,1-13 11 16,4-9-10-1,4-10 18-15,3-12 14 0,-3-14-12 16,3-16 11-16,-4-16-10 16,1-12 13-16,-9-4-11 15,-2-2 1-15,-5-2 3 16,-7 78-22-16,-4-127 16 15,4 127-12-15,-33-72-1 16,33 72-7-16,0 0 5 16,-97-2 3-16,97 2 2 15,-71 55 3-15,40-8-15 16,10 5 15-16,5 3-3 0,13-1 8 16,6-5-8-16,16-15 7 15,7-4-19 1,11-17 17-16,1-11 0 15,4-24-3-15,-42 22 5 0,92-76-1 16,-92 76 14-16,83-89-16 16,-83 89 18-16,66-81-22 15,-66 81 17-15,0 0-9 16,0 0 4-16,0 0-11 16,71-52 0-16,-64 78-1 15,-5 12-15-15,5 12 22 16,0 2-21-16,1 5 11 15,6 7-14-15,2-5 27 16,1-3-24-16,-1-18 3 16,0-7 10-16,-3-17 2 15,3-4 1-15,-16-10 1 16,33-22 2-16,-21-13 1 0,6-7 6 16,-3-8 10-16,-15 50-11 15,33-118-4-15,-33 118 4 16,31-121-4-16,-31 121-2 15,30-83-12-15,-30 83 16 16,0 0-12-16,0 0 12 16,71-48-19-16,-71 48 4 15,0 0-5-15,78 27 20 0,-78-27-10 16,0 0 1 0,94 23-4-16,-94-23 6 15,0 0 8-15,81-12-6 16,-81 12 5-16,0 0-3 15,0 0 1-15,35-78-14 0,-35 78 11 16,0 0-1-16,-28-78-1 16,28 78 5-16,0 0-3 15,0 0-14-15,-62-80 16 16,62 80-2-16,0 0-3 16,0 0-14-16,0 0 7 15,0 0 6-15,0 0 1 16,0 0-1-16,0 0-4 15,0 0 5-15,0 0-1 16,0 0 3-16,85-22-2 16,-85 22-2-16,71 5-2 15,-71-5 3-15,94-3-1 0,-94 3 13 16,94-11-9-16,-94 11 9 16,97-8-7-16,-97 8 1 15,85-14-2-15,-85 14 9 16,0 0-10-16,75-12-10 15,-75 12 7-15,0 0-11 16,0 0 10-16,0 0-1 16,0 0 3-16,0 0-2 15,0 0 0-15,0 0-3 16,-75 78 11-16,75-78 9 16,0 0-8-16,-37 79-5 15,37-79 3-15,0 0-1 16,23 76-3-16,-23-76 14 0,0 0-15 15,92 45 1-15,-92-45 0 16,90 2 1-16,-90-2-8 16,104-19-4-16,-104 19 16 15,103-31-3-15,-103 31 1 16,97-33-4-16,-97 33-6 16,69-26 8-16,-69 26 1 15,0 0-5-15,0 0-2 16,0 0-13-16,0 0 8 15,0 0 8-15,0 0 7 16,0 0-11-16,-59 74 7 16,59-74-1-16,-36 51 9 15,27-29-5-15,9 2 5 0,9-1-21 16,8-4 11-16,6-12 0 16,-23-7 2-1,0 0 14-15,94-37-21 0,-94 37 10 16,71-62-3-16,-71 62 18 15,62-105-13-15,-62 105 3 16,49-141-28-16,-33 67 12 16,-6-9 5-16,-10-9 7 15,-7-5-7-15,-10 5-3 16,-6 2-12-16,-5 9 21 16,-8 7 14-16,36 74-16 15,-75-106 3-15,75 106-5 16,-78-33-5-16,78 33 0 0,0 0 9 15,-83 95-11 1,69-20 10-16,14 18-10 16,10 15 7-16,13 6 5 15,15 14 0-15,14-5-10 0,16-9 16 16,13-1-16-16,10-27 4 16,4-20 2-16,2-28-13 15,1-29-64-15,-8-32-61 16,-3-15-13-16,-6-14-14 15,-18-26 8-15,1-1-17 16</inkml:trace>
  <inkml:trace contextRef="#ctx0" brushRef="#br0" timeOffset="-98674.69">25663 10580 347 0,'7'-16'135'0,"-7"16"-16"15,0 0-16-15,0 0-13 16,-10-19-25-16,10 19-28 0,0 0-25 15,-23-21-1-15,23 21 1 16,-26-27-1-16,7 9-2 16,-3-1-1-1,-4-3-1-15,-4 1-4 0,-5-1-1 16,-4-3-1-16,-3 3 1 16,-3-1-1-16,0 1 0 15,-4-2-1-15,0-1 1 16,-3 3-2-16,4-2 2 15,-1 1-1-15,1 2-1 16,-5 1 0-16,5 2 0 16,-1 1 0-16,6 5 0 0,1-2 0 15,4 5 0-15,-2 2 0 16,5 0 1 0,6 4-1-16,-1 0 2 15,4 1-1-15,0 2 1 0,0 0-1 16,4 0 0-16,-1 0 0 15,4 0 0-15,0 0 1 16,0 0-2-16,-2 2 0 16,-2-2 1-16,4 0-2 15,-3 0 2-15,-1 1-1 16,-3 1-1-16,4 0 1 16,-4-1 0-16,-1 3 0 15,1-1-1-15,-3 1 2 0,-2 1-1 16,1 0 2-1,-6 0-1-15,1 1 2 16,-1 1-2-16,-3-1-1 16,-4 3 1-16,1 0-1 0,1 1 0 15,-4 1-1-15,-1 2 0 16,0 1 0-16,0 2 0 16,1-2 1-16,0 3-1 15,0-3 1-15,3 1 0 16,-1 1 1-16,5-4-1 15,-4 0 0-15,9 0 0 16,0 0 0-16,4 1-4 16,3-3-4-16,7 2-1 15,-1-2 0-15,5 3 0 16,-3 0 0-16,18-13-1 16,-22 26 1-16,13-8 5 15,-1-1 3-15,3 2 0 0,-2 0 1 16,2 5-1-16,-3-1 4 15,1 3-3-15,-1-2 5 16,1 0-5-16,2 4 6 16,-3-2 3-16,4 0-7 15,-4-2 7-15,7 2-9 16,-4-2 9-16,1 2-11 16,-1 0 10-16,4 2-11 15,-4 3 3-15,2 0 0 16,-2 4-2-16,3-2 1 15,-3 3 0-15,1-1 0 16,0 3 1-16,3-2 0 16,-4-3 0-16,7 2 2 0,-4-4 0 15,1 0 0-15,3-2-1 16,0 1 1-16,0-4-1 16,0 0 0-16,3-5-1 15,1-1 3-15,-1-1-3 16,1-3 2-16,-4-16 0 15,15 26 1-15,-15-26-1 16,18 24 1-16,-18-24-1 16,22 21 0-16,-22-21-2 15,23 24 5-15,-7-8-4 16,-1-6 3-16,3 4-3 16,-3 0 3-16,8 0-3 15,-4 1 3-15,3-3-1 0,4 4 0 16,1-4-1-16,-1 2-1 15,3 0-1-15,1-2-1 16,-1 0 1-16,2-2-2 16,2 2-1-16,-3-1-1 15,5-2 2-15,-6-1-1 16,4 1 2-16,2-2 0 16,-2 0 1-16,0-2-1 15,-2 0 0-15,2 0 0 16,3-1-1-16,3 1 1 15,-1-2 0-15,5-1-1 16,-1 0 2-16,-1-2-2 0,5 2 3 16,0-1 0-16,0-1 0 15,2 2 0 1,1 0 0-16,-4-1 0 16,7 3 0-16,-3-2 0 15,-1-2-2-15,1 1 2 0,-4-1-1 16,0 0 0-16,0-1-1 15,0 1 2-15,-5-2-2 16,2-2 1-16,-6 3 1 16,3-3 1-16,-3 1 0 15,-1-2-1-15,-6-1 1 16,4 1-2-16,-2 0 1 16,-1-2 1-16,-1 0 0 0,-2 2-3 15,-1-2 2 1,-4 4 0-16,1-3 1 15,-4 5-1-15,-2-3 0 16,-1 3-1-16,-16 1 0 0,26-4 1 16,-26 4-1-16,19-5 0 15,-19 5 0-15,19-5 1 16,-19 5-1-16,23-7 1 16,-23 7 0-16,26-12 1 15,-26 12-1-15,29-12 2 16,-10 3-1-16,-1-2 0 15,4 1-3-15,1-4 4 16,6 4-3-16,-1-6 2 0,5 4-1 16,3-3 2-1,3-1-1-15,-3-1-1 16,2 1 3-16,4 2-3 16,-2 0 2-16,1 1-4 0,-2-1 2 15,1 2-3-15,-6-1 2 16,-1 1 0-16,-3 0 2 15,-1 0-1-15,-10-2 0 16,0 0-1-16,-3-1 2 16,-2-1-1-16,-5 1 0 15,1-3 0-15,-3 1-1 16,0-2 0-16,2 2 0 16,-6-2 1-16,4 1-1 15,-3-2 1-15,1 1 0 16,-5 1 1-16,0-3 1 15,0 1 2-15,-2-1 0 16,-1-3 0-16,-4-1 2 0,0 1-2 16,-2-3 2-16,2-5-2 15,-7 0 0-15,5-1-1 16,-4-5 0-16,0 1 2 16,0 1-8-16,0-4 7 15,0-2-8-15,-3 3 5 16,0 1-5-16,-6-2 4 15,1 3-5-15,-5 1 1 16,-2 0 6-16,-5 5-3 16,-9 1 4-16,-6 2-1 15,-11 4 2-15,-9 3 0 16,-7 2 1-16,-10 2-1 16,-5 2-104-16,0 2-56 0,-7-7-3 15,12 7-13-15,-2-7-4 16,21 11 36-16</inkml:trace>
  <inkml:trace contextRef="#ctx0" brushRef="#br0" timeOffset="-96722.3">25839 10774 390 0,'0'0'155'15,"-16"-19"-25"-15,16 19-21 16,-17-9-14-16,17 9-25 16,0 0-51-16,-19-4-24 15,19 4-3-15,-7 16-4 16,7 3 0-16,0 4-1 15,3 13 1-15,1 7-1 0,-1 9 10 16,4 7 0-16,-2 3 1 16,2 2 2-16,0 0-2 15,0-3 1-15,-5-6 0 16,5-6 0-16,-7-11-1 16,0-5 2-16,0-11-1 15,-4-4 1-15,4-18 1 16,0 0 0-16,0 0 0 15,0 0-1-15,-3-18 1 16,1-8-1-16,-5-8 1 16,0-10-2-16,0-9 1 15,-5-10-2-15,-2-4 3 16,-1-1-1-16,2 1 4 0,0 8-3 16,0 5 3-16,7 11-2 15,-5 10 1 1,2 13-3-16,9 20 0 15,0 0 1-15,0 0-2 0,-10 25 0 16,7 12 0-16,3 6 1 16,0 13-1-16,3 8 2 15,-3 7-2-15,3-1 1 16,1 0-1-16,-1-6 2 16,-3-11-3-16,0-8 1 15,4-10 0-15,-4-12 2 16,2-8-3-16,-2-15 2 0,0 0-1 15,10-26 0-15,-6-5 0 16,2-12-1 0,3-11 1-16,-2-12-1 15,0-8 4-15,-4-7-2 0,3 1 2 16,-3 2 1-16,1 10-6 16,-1 11 8-16,-6 12-8 15,-1 12 6-15,1 14-2 16,3 19-2-16,0 0 1 15,-9 42-3-15,9 1 8 16,0 11-8-16,5 10 8 16,-1 7-7-16,3 5 1 15,0-5 3-15,0-5-3 16,-6-11 3-16,6-10-2 16,-3-12 2-16,-1-14-2 15,-3-19 0-15,0 0 0 16,0 0-1-16,0 0 0 0,4-41 0 15,-8 4 0-15,1-6-1 16,-8-9 2-16,3-7-1 16,-3 2 1-16,2 3-1 15,-1 8 4-15,0 8-3 16,1 10 0-16,9 28-1 16,0 0-1-16,0 0 2 15,-14 43 1-15,18-3 1 16,3 5-3-16,-4 2 3 0,9 5 0 15,-1-4 1 1,-3-5-1-16,-1-4-17 16,4-5-81-16,-8 1-44 15,-6-9-18-15,-1 7-10 0,-12-13-1 16,6 6 20-16</inkml:trace>
  <inkml:trace contextRef="#ctx0" brushRef="#br0" timeOffset="-94745.9">25742 13204 306 0,'0'0'144'16,"0"0"-22"-16,0 0-11 16,0 0-18-16,0 0-19 0,0 0-30 15,0 0-22-15,0 0-21 16,0 0-15-1,0 0-43-15,0 0-48 16,0 0-38-16,0 0-26 0,3-16-1 16,0-1-2-16,-6-21 86 15</inkml:trace>
  <inkml:trace contextRef="#ctx0" brushRef="#br0" timeOffset="-93459.98">25851 10787 54 0,'0'0'108'0,"3"23"-25"15,1-1-33-15,-8 3-1 16,8 11 0-16,-8 4 1 16,4 5 2-16,-3 0 2 15,1-2-4-15,-1-1-1 16,-1-6 0-16,4-3-4 15,-3-11-7-15,3-1-7 16,0-21-14-16,0 23-5 0,0-23-2 16,0 0-2-16,0 0-4 15,0 0-2-15,3-28 0 16,-3 7-1-16,4-6 0 16,-4-6 0-16,0-5-1 15,0-4 1-15,0 2 1 16,0 4 0-16,0 3 1 15,0 7 0-15,-4 7-1 16,4 19-2-16,0 0 0 16,0 0 2-16,-14 33-3 15,9 0 0-15,2 5-1 16,-1 2 0-16,4 8 1 0,0 1 1 16,0-4-2-16,4-4 0 15,-4-6 1-15,5-8 0 16,-2-2-1-16,1-8 2 15,-4-17 0-15,7 17 0 16,-7-17-1-16,0 0 1 16,0 0-1-16,7-27 1 15,-4 9-1-15,-3-4-1 16,0-6 2-16,0-3-1 16,-3-2 2-16,-4 0-1 15,3 4 3-15,-3 6 0 16,2 2-2-16,5 21 0 15,-14-19 0-15,14 19-1 0,-12 19 0 16,9 4 0-16,-1 5-2 16,1 3 0-1,3 2 1-15,0 1 1 16,3-1-2-16,1-5 1 0,-1-7 0 16,2-6 1-16,-5-15 1 15,11 18 0-15,-11-18 0 16,0 0 1-16,0 0 0 15,15-19 0-15,-15 19-1 16,4-23 0-16,-4 23-3 16,-4-22-35-16,4 22-41 15,0 0-32-15,4-19-24 16,-4 19-19-16,0 0-4 16,0 0-4-16</inkml:trace>
  <inkml:trace contextRef="#ctx0" brushRef="#br0" timeOffset="-92529.32">25906 11502 207 0,'0'0'70'0,"0"0"-1"15,0 0-30-15,-12 16-70 16,12-16-56-16,-3-16-15 15,-8-13-8-15,15 3 56 16</inkml:trace>
  <inkml:trace contextRef="#ctx0" brushRef="#br0" timeOffset="-90620.96">28394 10429 272 0,'-17'12'150'0,"17"-12"-33"0,-16 5-9 15,16-5-8-15,0 0-14 16,-26-1-19-16,26 1-30 16,0 0-34-16,-19-9-3 15,19 9-1-15,-19-15-2 16,19 15-1-16,-30-25-1 16,15 10 1-16,-3-1 0 15,-1-3 3-15,-3 2 2 16,-4-2 1-16,-1 0 3 0,1 1-1 15,-3 1 0-15,-1 0 0 16,-1-1 0-16,-2 3-2 16,0 1-1-1,2 0-1-15,-2 2-1 0,-5-2 1 16,1 7-2-16,-4-1 1 16,-1 2-2-16,-1 0 2 15,-6-1-2-15,0 3 2 16,-3-1-1-16,0 3 1 15,-2-5-2-15,-1 6 3 16,-9-3-1-16,5 2 1 16,-9 2 1-16,2-1-1 15,-2 1 1-15,1 1-1 0,-5 5 0 16,5-3 1-16,-4 4-1 16,1-2 0-16,-1 2-1 15,-4 2 0 1,4 3-1-16,0 2 0 0,0-4 2 15,3 6-1-15,2-1 0 16,5 1-1-16,2-1 1 16,2 1 1-16,9 0 0 15,-1-3 1-15,6 1-1 16,1-2 0-16,4 0 1 16,1-1 0-16,2 1-1 15,3-3 0-15,2-2-1 0,4-1 0 16,3 1 0-16,1-1-1 15,-1-1 1-15,4 0-1 16,2-2 1 0,-2 3-1-16,0-1 1 0,0 2-1 15,-4-2 3-15,4 0-2 16,-5 2 0-16,1 2 0 16,-3 1 1-16,0 2-1 15,3 2 0-15,-3 2-1 16,4 3 0-16,-4 1 0 15,7 3 3-15,-4 3-4 16,4 0 2-16,3 0-2 16,-1 2 3-16,1 3 3 0,2-2-7 15,2 1 6 1,5 1-7-16,-1 0 8 16,1-2-6-16,3 2 8 15,4 1-8-15,0-1 2 0,4-2 1 16,-1 2-2-16,6 1 2 15,-2-3-2-15,3-1 0 16,2 3-1-16,-1-2 2 16,4 1-1-16,1-3 0 15,1 3 1-15,-1-3 0 16,3 1-1-16,-5-2 1 16,5-3-1-16,0-1 1 15,0 1-1-15,2-4 0 16,-2 0 0-16,0-2 1 15,4 2 0-15,-1-3 0 16,1 1 0-16,0-1 0 16,3 3-1-16,-4-4 3 0,4 1-4 15,0-2 2-15,4-1-3 16,-1 1 4-16,6-2-4 16,1-1 5-16,3-3-3 15,1-1 1-15,-2-1-1 16,7 2 2-16,4-3 3 15,-1-3-3-15,4 2-1 16,4-1 0-16,-1-1-1 16,6 0 2-16,-2-2 0 15,5 1-1-15,2-1-1 16,-2 0 2-16,4-1 0 16,-2-1 1-16,2-2-2 15,-4-1 0-15,4 2 1 0,-2-4 0 16,5 3 0-16,-3-3 0 15,-1 2-1-15,-1-2 0 16,2 4 2-16,-4-1-1 16,-1 3 0-16,1-1 0 15,-9 2 1-15,3 0 0 16,-6 2 0-16,3-1 0 16,-6 1 0-16,0 0-1 15,-4 1 1-15,0-1-1 16,-5 0-1-16,1-2 0 15,-4 0 0-15,-2 0 0 16,-2-2 0-16,-4-1 0 16,-1-1 0-16,-2 1 0 0,0-3 0 15,-4 1 1-15,-1-2-1 16,2 2-1-16,-8-4 2 16,5 1 1-16,-20 8 3 15,26-16 1-15,-26 16 0 16,26-21-3-16,-26 21 2 15,19-24-1-15,-19 24 1 16,17-31-5-16,-5 10-1 16,-1-5-4-16,1-1 5 15,-2-6-2-15,2-4 1 16,2-2 0-16,-2-8 1 16,-5-5 0-16,0-4 2 15,-1-4-1-15,-6-2 2 0,-2-4 2 16,-9-2-3-16,-8 1 6 15,0 1-70-15,-10 4-56 16,-8-6-25-16,-8 11-2 16,-19-4-8-16,-2 8-1 15</inkml:trace>
  <inkml:trace contextRef="#ctx0" brushRef="#br0" timeOffset="-89720.32">24613 10348 125 0,'26'-7'60'0,"-3"-7"3"15,10 5 7-15,5-1 14 16,-2 1 1-16,6 2-10 16,0 0-5-16,6 4-9 15,1-2-10-15,3 5-9 16,-7-2-14-16,7 4-19 16,-3 3-9-16,0 0 0 0,-1 4-2 15,-3 1 1-15,0 2 0 16,-5 2 0-16,2 0-1 15,-2 2 1-15,-5-2 0 16,1-1 0-16,-1 1-1 16,1-2 1-16,-5-1 0 15,2-1 1-15,0-1-1 16,-1-1 1-16,-3 1 0 16,1 1 2-16,-8-1-1 15,4 3 3-15,-7 2-2 16,4 0 2-16,-9 3 0 15,-2 2 4-15,-2 4-4 16,3 1 2-16,-3 2 3 0,-3 2-4 16,5 1 2-16,-5 1-6 15,2-3 6-15,1 4-9 16,-3-3 8-16,2-2-8 16,1 2 1-16,-3-2-1 15,0 0 3-15,-2 1 0 16,2 3 0-16,0-1 1 15,-3 2 0-15,-3 4 1 16,-1-2 1-16,0 1-1 16,-1 1-63-16,-6 0-55 15,-4-6-39-15,3 6-2 16,-13-9-6-16,5 5-3 16</inkml:trace>
  <inkml:trace contextRef="#ctx0" brushRef="#br0" timeOffset="-88953.78">25726 10891 357 0,'0'-15'124'15,"0"15"-5"-15,0 0-13 16,0 0-15-16,0 0-23 0,0 0-26 16,0 0-41-16,-7 27-3 15,7-8 1-15,3 9-3 16,1 3 0-1,1 9-1-15,2 5 4 0,0 2-2 16,2 1 2-16,1-1-2 16,-3-2 1-16,5-2 1 15,-1-6 0-15,-6-8 0 16,2-6-1-16,0-8 0 16,-7-15-3-16,0 0 0 15,15 12 0-15,-15-12 0 16,4-24 1-16,-4 3-1 15,3-6 1-15,-3-8 1 0,-3-5 1 16,-1-5 3 0,-1-5-2-16,-2 2 1 15,0 3 0-15,0 5 6 16,-1 9 0-16,-3 6 3 0,4 10-1 16,7 15-1-16,-15 3-1 15,8 13 2-15,1 8-3 16,0 7-3-16,2 4-2 15,8 5-4-15,-4 3 4 16,3 0-2-16,0 0 2 16,3-4 0-16,-3-5-8 15,4-3-85-15,-7-1-54 16,-7-11-6-16,4 3-6 16,-16-15-8-16,19-7 7 15</inkml:trace>
  <inkml:trace contextRef="#ctx0" brushRef="#br0" timeOffset="-48877.76">6042 14949 446 0,'-20'-9'194'15,"1"7"-4"-15,2-1-81 16,17 3-46-16,-35 7-42 15,20 1-21-15,-6 3 0 16,2 3 0-16,-4 3 0 16,1 4-12-16,-4 5 2 15,3 1 1-15,-3 6 4 16,3 2 3-16,4 3 0 16,-2 4 3-16,6 3-2 15,-1 1 3-15,6 5 3 16,6 0 2-16,-1 5 1 15,5-1-2-15,0-3-1 0,2 0 0 16,1-5-3-16,8 0-2 16,1-9 0-16,5-4 0 15,2-3 0 1,7-1 0-16,7-4 0 0,9-2 0 16,10 2 0-16,0-2 0 15,9 6 0-15,7 1 0 16,3 3 0-16,3 3 0 15,1 1 0-15,3 3 0 16,-7 1 0-16,4-2 0 16,-9 0 0-16,-5-1 0 15,-6-2 0-15,-3-1 0 0,-10 2 0 16,-4 0 0-16,-8 2 0 16,-4 5 0-16,-7 4 0 15,-5 3 0-15,-7 6 0 16,-2 3 0-16,-9 6 0 15,3 1 0-15,-6 5 0 16,0-2 0-16,3-2 0 16,-1-5 0-16,5-9 0 15,2-6 0-15,8-9 0 16,9-9 0-16,7-9 0 16,11-4 0-16,8-6 0 15,12-2 0-15,9 0 0 16,9 4 0-16,12 4 0 0,1 2 0 15,9 8 0-15,4 2 0 16,-2 2 0 0,2 5 0-16,-6 1 0 15,-8-2 0-15,0 4 0 0,-6-2 0 16,-6-2 0-16,-7-1 0 16,-9-2 0-16,-4-4 0 15,-6-1 0-15,-4-4 0 16,-10-5 0-16,-9-5 0 15,-7 0 0-15,-2-4 0 16,-17-10 0-16,16 7 0 16,-16-7 0-16,0 0 0 15,0 0 0-15,0 0 0 16,0 0 0-16,-9-15 0 0,9 15 0 16,-17-30 0-1,1 6 0-15,1-9 0 16,-10-12 0-16,1-5 0 0,-6-7 0 15,1-4 0-15,-1-4 0 16,1-5 0-16,-2 3 0 16,5 6 0-16,3 11 0 15,2 8 0-15,6 10 0 16,4 6 0-16,11 26 0 16,-12-21 0-16,12 21 0 15,0 0 0-15,0 0 0 16,0 0 0-16,0 19 0 15,0-19 0-15,19 40 0 16,-5-9 0-16,9 10 0 16,3 10 0-16,1 9 0 15,6 8 0-15,-3-3 0 0,-1 3 0 16,1-4 0-16,-2-7 0 16,-6-5 0-16,-1-3 0 15,2-8 0-15,-1-3 0 16,-3-3 0-16,4-2 0 15,-8-4 0-15,6-1 0 16,-5-6 0-16,-4-3 0 16,-2-3 0-16,-10-16 0 15,7 21 0-15,-7-21 0 16,-7 15 0-16,-8-4 0 16,-11 4 0-16,-7 6 0 15,-5 3 0-15,-11 9 0 16,-10 2 0-16,-9 5-2 0,1 3 1 15,-3 0 0-15,3-3 2 16,2 0 0-16,3-6 0 16,8-3 0-16,5-3-1 15,9-5 0-15,11-4 0 16,3-4 0-16,7-4 0 16,19-11 0-16,-19 12 0 15,19-12 0-15,0 0 0 16,0 0 0-16,0 0 0 15,0 0-56-15,7-16-76 16,-7 16-39-16,15-19-10 16,-15 19-3-16,4-21-5 0</inkml:trace>
  <inkml:trace contextRef="#ctx0" brushRef="#br0" timeOffset="-46741.24">9485 17874 130 0,'0'0'167'15,"0"0"12"-15,0 0-42 16,0 0-26-16,0 0-8 16,0 0-6-16,0 0-10 15,-13-2-75-15,13 2-12 16,0 0 0-16,0 0 0 15,-23-12 0-15,23 12 0 16,0 0 0-16,-23-14 0 16,23 14 0-16,-19-13 0 15,19 13 0-15,-22-16 0 16,6 7 0-16,-1 1 0 16,-2 1 0-16,-4-2 0 0,1 4 0 15,-1 1 0-15,-3 1 0 16,0 3 0-16,3 2 0 15,1 1 0-15,-1 1 0 16,2 3 0-16,6 3 0 16,-1 2 0-16,-1 4 0 15,1 1 0-15,1 9 0 16,-3 7 0-16,3 7 0 16,-8 5 0-16,7 7 0 15,-6 1 0-15,1 8 0 16,2 3 0-16,3 0 0 15,-1-4 0-15,5 1 0 16,1 1 0-16,3 1 0 0,1 1 0 16,0 0 0-16,2 3 0 15,-2 3 0-15,7 1 0 16,-4 1 0 0,4 1 0-16,0-2 0 0,7-4 0 15,2 4 0-15,1-1 0 16,6-5 0-16,1 3 0 15,6-1 0-15,3 3 0 16,2-3 0-16,8 2 0 16,0-3 0-16,3-5 0 15,9-1 0-15,1-3 0 16,6-6 0-16,3-5 0 16,8-4-3-16,1-2 3 0,8-4-1 15,7-5-6 1,-3-3 8-16,6-2-4 15,6-7 4-15,2-5-5 16,8-4 7-16,0-6-3 0,0-10 5 16,6-2 3-16,-1-11-8 15,5-4 0-15,-5-8 0 16,-2-5 0-16,-3-13 0 16,-4-3 0-16,-7-10 0 15,-5-7 0-15,-7-7 0 16,-6-6 0-16,-1-1 0 15,-7-5 0-15,-8-2 0 16,-4 0 0-16,-11 3 0 16,-4 4 0-16,-11-2 0 15,-7 4 0-15,-7 0 0 16,-12 5 0-16,-9 1 0 16,-5-1 0-16,-5 0 0 0,-7 1 0 15,-5 1 0-15,-5 1 0 16,-3 4 0-16,0 1 0 15,-3 3 0-15,-7-1 0 16,-6 0 0-16,3 2 0 16,-6 4 0-16,-4-3 0 15,3 6 0-15,-2 0 0 16,0 7 0-16,2 1 0 16,0 8 0-16,2 4 0 15,1 5 0-15,-3 2 0 16,2 4 0-16,2 4 0 15,-4-1 0-15,5 4 0 16,-5 2 0-16,3-2 0 0,1 1 0 16,-3 3 0-16,-1 1 0 15,-1 0 0-15,-6 9 0 16,-5 3 0-16,-4 7 0 16,-5 9 0-16,-8 7 0 15,-10 10 0-15,-2 12 0 16,-10 11 0-16,-1 8 0 15,-5 8 0-15,8 13-58 16,-1 3-94-16,8 6-33 16,16 10 0-16,11-5-5 15,13 9 1-15</inkml:trace>
  <inkml:trace contextRef="#ctx0" brushRef="#br0" timeOffset="-45474.36">9553 18366 296 0,'7'-26'140'16,"-7"26"-5"-16,9-24-13 16,-9 24-17-16,3-18-16 15,-3 18-25-15,0 0-13 16,0 0-30-16,0 0-21 16,0 0 0-16,0 0 0 15,0 0 0-15,0 0 0 16,0 0 0-16,0 0 0 15,0 0 0-15,0 0 0 0,0 0 0 16,0 0 0 0,0 0 0-16,0 0 0 15,0 0 0-15,0 0 0 16,0 0 0-16,0 0 0 0,4 16-3 16,-4 3-2-16,0 3 5 15,3 13-4-15,1 10-1 16,3 16 1-16,1 15 2 15,3 12 3-15,1 11-4 16,-2 5 6-16,-1 1-2 16,1 1 5-16,-6-8-3 15,-1-8-3-15,1-15 3 16,-4-18-4-16,-4-16 7 16,4-11-5-16,-3-13 2 15,3-17-3-15,0 0 0 16,-7-19 0-16,0-9 0 15,2-6 0-15,-6-13 0 0,4-10 0 16,-5-9 0-16,2-10 0 16,5-9 0-16,-2-1 0 15,3-4 0-15,4 0 0 16,4 5 0-16,-1 5 0 16,6 8 0-16,1 4 0 15,-1 11 0-15,5 7 0 16,-2 8 0-16,-2 6 0 15,1 6 0-15,4 6 0 16,-4 3 0-16,-11 21 0 16,19-22 0-16,-19 22 0 15,22-4 0-15,-2 13 0 16,2 7 0-16,1 4-3 0,3 8-3 16,7 7-2-16,1 5 4 15,-1 5-1-15,4 3 2 16,-2 6-1-16,-2 1 4 15,-2 4 1-15,-2 1 0 16,-3 1 1-16,0 3-2 16,-7-2 2-16,-1-1-2 15,1-2 1-15,-7-2-2 16,2-5 4-16,-2-5 0 16,-1-2-1-16,-5-6 2 15,3-4-2-15,-5-4 2 16,-1-5-5-16,1-3 4 0,-1-8-5 15,-3-15 1-15,-3 18-57 16,3-18-39-16,0 0-27 16,-14-14-27-16,14 14-14 15,-28-38-3-15,14 17-1 16,-5-10 89-16</inkml:trace>
  <inkml:trace contextRef="#ctx0" brushRef="#br0" timeOffset="-45046.04">9676 19022 367 0,'0'0'186'15,"-26"15"-17"-15,26-15-55 16,-15-1-15-16,15 1-14 16,0 0-82-16,-7-16-3 15,7 16 0-15,12-16 0 16,-12 16 0-16,29-31 0 16,-9 11 0-16,6-1 0 15,3-3 0-15,8 1 0 16,1 1 0-16,-2 2 0 15,2 5 0-15,-1 6 0 16,-6 2 0-16,-1 7 0 0,-8 0 0 16,1 2 0-1,-6 2 0-15,-17-4 0 0,19 6 0 16,-19-6 0-16,0 0 0 16,16 6-103-16,-16-6-56 15,0 0-19-15,0-19-3 16,-12 1-3-16,5-4-1 15</inkml:trace>
  <inkml:trace contextRef="#ctx0" brushRef="#br0" timeOffset="-43889.22">1804 19937 482 0,'-36'14'183'16,"-6"7"-4"-16,1 2-88 0,11 13-21 15,-3 4-52-15,7 12-18 16,7 15 0-16,0 13 0 15,7 15-6-15,1 16-5 16,4 10 4-16,4 9 3 16,3 7 5-16,0-6-5 15,0-8 5-15,3-12-3 16,-3-14 3-16,4-25-2 16,-4-20 3-16,0-17-8 15,0-35 3-15,0 0 0 0,0 0 1 16,-23-52 4-16,16-7-5 15,-5-15 4 1,2-20-3-16,-2-11 5 16,5-11-3-16,3-5 1 0,4 1-3 15,4 2-1-15,8 6 3 16,2 11 1-16,1 15 0 16,3 13 0-16,-3 16 1 15,4 12 1-15,-5 14 0 16,5 14 4-16,1 15-3 15,-1 14-1-15,3 14 0 16,8 16 1-16,-1 11-3 16,4 15-1-16,5 11-1 15,1 13-1-15,0 8-1 16,3 3 2-16,0-1 0 0,-2-5 0 16,1-7 3-1,-8-11 0-15,-1-13 0 0,-3-14-1 16,-6-10-96-16,-6-15-43 15,-17-27-31-15,9 23-5 16,-9-23 0-16,-23-16-5 16</inkml:trace>
  <inkml:trace contextRef="#ctx0" brushRef="#br0" timeOffset="-43626.03">1565 21090 363 0,'0'0'177'0,"-7"19"-4"15,7-19-65-15,0 0-51 16,22 0-12-16,-6-10-14 16,10 0-11-16,4-9-11 15,6-6-10-15,9-4 0 16,4-7 1-16,6-10 1 15,-1-4-67-15,9 2-69 16,1 1-34-16,-9-1-2 16,4 10-3-16,-10-2-4 15</inkml:trace>
  <inkml:trace contextRef="#ctx0" brushRef="#br0" timeOffset="-43206.73">2702 20599 236 0,'14'17'156'0,"-14"-17"12"15,0 0-58-15,0 0-37 16,0 0 0-16,8 23-5 15,-8-23-30-15,-5 17-10 16,5-17-10-16,-7 21-13 0,7-21-4 16,-10 22 0-16,10-22 0 15,-12 17 1-15,12-17 3 16,0 0 1-16,0 0-2 16,0 0-3-16,0 0 0 15,0 0-2-15,0 0 2 16,0 0-2-16,0 0 0 15,0 0 1-15,22-7 0 16,-22 7 1-16,30 0-1 16,-11 0 0-16,3 2-1 15,4-2-38-15,0 4-88 16,-3 6-43-16,-7-6-8 16,1 2-6-16,-17-6-2 0</inkml:trace>
  <inkml:trace contextRef="#ctx0" brushRef="#br0" timeOffset="-41429.36">3143 20301 442 0,'22'-4'186'0,"-4"4"-34"16,1 4-57-16,3 15-19 15,-3 4-23-15,7 11-48 16,-3 6 0-16,0 12-1 0,-3 7-1 16,0 3-2-16,-1 0-2 15,-4 1 2 1,-1-3-2-16,-5-6 2 16,-6-6-2-16,1-10 2 0,-4-10-2 15,0-7-1-15,0-21 1 16,0 0 5-16,0 0-3 15,0 0-1-15,3-33 0 16,1 5 0-16,4-6 0 16,3-4 0-16,3-4 0 15,1 1 0-15,11 1 0 16,0 2 0-16,4 5 0 16,1 2-7-16,2 3 3 0,2 5 0 15,1 3 1 1,2 1 0-16,-1 1 0 15,-4 1 0-15,5 3 3 16,-1-1-1-16,-6-1 0 0,2 4 1 16,-4 0 0-16,-6 1 1 15,-1 3 0-15,-6 1 0 16,-16 7-1-16,23-9 1 16,-23 9-1-16,0 0 0 15,0 0 1-15,0 0 2 16,0 0 1-16,0 0-2 15,-6 19 0-15,6-19 0 16,-20 24 1-16,7-5 0 16,-1 6-2-16,-1 6-2 15,-1 7-2-15,2 7 4 16,2 7-3-16,5 5 1 16,4 0-1-16,6 0 1 0,4-1-3 15,5-10 2-15,2-4-2 16,5-13 3-16,4-8 1 15,-1-11 4-15,5-13 1 16,2-11-1-16,1-12 2 16,1-7-1-16,-2-10-5 15,4-4 0-15,-3-8 0 16,1-2 0-16,2-2 0 0,0 5 0 16,2 4 0-1,-6 5 0-15,1 7 0 16,-4 9 0-16,3 8-8 15,-3 10 0-15,-3 10 2 16,-1 6 2-16,4 10 0 0,1 6 2 16,-5 7 3-16,4 5 2 15,-3 3 1-15,-4 4 0 16,0 0-1-16,-9 0 0 16,-5-4-1-16,-6-5 1 15,-6-1-3-15,-4-3-1 16,-4-6-1-16,-1-5 2 15,-1-3-3-15,1-4-1 16,1-2 0-16,-3-2 1 16,18-5 0-16,-19 2 0 15,19-2 1-15,0 0-2 16,0 0 4-16,-16-4 2 0,16 4 1 16,0 0 1-16,13-15 1 15,-13 15 0-15,22-24 0 16,1 5-1-16,3-4 1 15,10-3-4-15,2-8 1 16,4-3-3-16,7-3 1 16,-1-1-1-16,1-1 3 15,-2 6 0-15,-6 0-2 16,-2 4 0-16,-6 6 0 16,-7 6 0-16,-7 6 0 15,-19 14 0-15,22-12 0 16,-22 12 0-16,0 0 0 15,-7 26-4-15,-1-6-1 0,-6 8 2 16,2 7 3-16,-2 6 4 16,2 4-5-16,1 7 1 15,3 4-2-15,8 1 1 16,0-4-4-16,8-2 2 16,6-8-1-16,2-7 3 15,3-8-1-15,2-9 3 16,5-10 2-16,1-8 3 15,3-9 0-15,6-6 2 16,-1-9-5-16,2-4-3 16,-3-11 0-16,10-6 0 15,-6-8 0-15,4-5 0 16,-3-3 0-16,0-4 0 0,-6-6 0 16,0-4 0-16,-6-2 0 15,-4-4 0 1,-9 1 0-16,-6-5 0 15,-4 1 0-15,-4 4 0 0,-9 4 0 16,2 8 0-16,-3 11 0 16,1 10 0-16,-1 13 0 15,1 12 0-15,9 21 0 16,-14-16 0-16,14 16 0 16,-7 21 0-16,6 5 0 15,-3 7-4-15,8 10 2 16,-3 9 5-16,6 9-3 15,4 10 0-15,-3 8-2 16,6 6-1-16,2 2 2 16,-1-2-1-16,3-1 0 15,-3-2-1-15,-4-8 1 16,1-6 0-16,2-8 2 0,-5-11 1 16,-2-9-3-16,3-11-1 15,-5-8 0-15,2-6 1 16,-7-15 0-16,14 16 2 15,-14-16 1-15,23-2 4 16,-23 2 3-16,22-8 2 16,-22 8-3-16,26-14-7 15,-26 14 0-15,23-18 0 16,-23 18 0-16,8-20-76 0,-8 20-73 16,0 0-30-1,11-21-2-15,-11 21-3 16,-11-17-2-16</inkml:trace>
  <inkml:trace contextRef="#ctx0" brushRef="#br0" timeOffset="-41086.1">5571 20214 505 0,'0'0'186'0,"0"0"2"16,0 0-59-16,23-8-114 15,-23 8-15-15,33-16 0 16,-7 6 0-1,3-4 0-15,9-2 0 0,8-3 0 16,2-1 0-16,4-6 0 16,0 1 0-16,-7-4-82 15,1 5-78-15,-3 5-20 16,-12 3 1-16,-5 13-6 16,-26 3 2-16</inkml:trace>
  <inkml:trace contextRef="#ctx0" brushRef="#br0" timeOffset="-40625.78">6061 20779 84 0,'0'0'112'16,"22"-16"-22"-16,-22 16-22 15,21-22-10-15,-21 22-9 16,19-26-11-16,-10 10-23 0,-2 1-46 15,-7 15-32-15,10-32-30 16,-10 32-22 0,4-22-8-16,-4 22 35 15</inkml:trace>
  <inkml:trace contextRef="#ctx0" brushRef="#br0" timeOffset="-35526.07">9767 18094 125 0,'0'0'116'0,"0"0"-11"16,0 0-4-16,0 0 10 15,0 0-5-15,-12 22 11 16,12-22-11 0,0 0-13-16,-23 14-50 0,23-14-43 15,-7 18 0-15,7-18 0 16,-7 19 0-16,7-19 0 15,-3 19 0-15,3-19 0 16,-6 20 0-16,6-20 0 16,0 25 0-16,0-25 0 15,-3 27 0-15,3-27 0 16,0 35 0-16,0-11 0 16,0 2 0-16,0 5 0 0,0 6 0 15,3 3 0 1,-3 8 0-16,2 6 0 15,2 1 0-15,-1 6 0 16,1 6 0-16,-1 2 0 0,-3-1 0 16,0-4 0-16,0-2 0 15,0-8 0-15,-3-4 0 16,3-7 0-16,-4-10 0 16,4-5 0-16,0-9 0 15,4-3 0-15,-4-16 0 16,0 0 0-16,0 0 0 15,0 0 0-15,0 0 0 16,13-19 0-16,-11-4 0 16,2-5 0-16,-1-1 0 15,1-6 0-15,-4-5 0 16,0-3 0-16,0 0 0 16,-4-4 0-16,-3-1 0 0,-2-1 0 15,-1-4 0-15,1 2 0 16,-1-2 0-16,-2 3 0 15,1-1 0-15,1 6 0 16,5 4 0-16,1 1 0 16,1 4 0-16,3 4 0 15,3 3 0-15,3 5 0 16,0 0 0-16,1 1 0 16,4 4 0-16,-11 19 0 15,19-28 0-15,-19 28 0 16,22-22 0-16,-22 22 0 15,30-14 0-15,-30 14 0 16,26-5 0-16,-10 5 0 0,-1 3 0 16,-15-3 0-16,30 11 0 15,-30-11 0-15,29 15 0 16,-29-15 0-16,30 19 0 16,-30-19 0-16,28 23 0 15,-11-11 0-15,-1 2 0 16,-3 1 0-16,3 4 0 15,3 4 0-15,-1 1 0 16,-3 4 0-16,1 3 0 16,3 5 0-16,-5 4-1 15,1 3 1-15,-1 4-1 16,-2 5 1-16,-1 0-1 0,-3 3 3 16,3 3-3-16,-1-3 3 15,-1 0-2-15,1-3 0 16,-1-2 0-1,2-3 0-15,-5-5 0 16,3-8 0-16,-2-4 0 0,0-8 0 16,-4-4 0-16,-3-18 0 15,9 17 0-15,-9-17 0 16,0 0 0-16,0 0 0 16,0 0 0-16,0 0-5 15,0 0-64-15,11-21-39 16,-11 21-22-16,-4-17-22 15,4 17-9-15,-3-26-12 0,-4 7 5 16</inkml:trace>
  <inkml:trace contextRef="#ctx0" brushRef="#br0" timeOffset="-35013.7">9687 18797 215 0,'-18'-2'123'0,"18"2"4"15,0 0 2-15,0 0-15 16,0 0-14-1,0 0-14-15,0 0-17 0,0 0-25 16,0 0-28-16,0 0-16 16,30-2 0-16,-11-3 0 15,4 0-2-15,6 0 1 16,4-2 0-16,5 0 1 16,2-2 0-16,2-1-1 15,0-1 2-15,-6 3-2 16,-1-3 2-16,-2 3-1 15,-7-1 0-15,-4 4-1 0,-3 0-1 16,-19 5 0 0,26-4-2-16,-26 4-1 15,0 0 0-15,16 4-1 16,-16-4 0-16,0 0 1 0,0 0 1 16,0 0 1-16,0 0-28 15,0 0-24-15,0 0-19 16,0 0-24-16,0 0-31 15,0 0-24-15,-2-28-21 16,2 28-1-16,-14-33 89 16</inkml:trace>
  <inkml:trace contextRef="#ctx0" brushRef="#br0" timeOffset="-34428.29">9796 18155 190 0,'0'0'134'16,"0"0"-25"-16,0 15-32 15,0-15-28-15,-3 35-9 16,3-6-15-16,3 9-12 16,-3 7-8-16,0 11-3 15,4 4-1-15,-1 9 0 16,1 6 1-16,-4 6-2 0,3 2 4 16,-1 4 27-16,-7-7 6 15,5-1 2-15,-4-8-2 16,1-7 2-16,-8-12-1 15,6-9 1-15,-5-13-1 16,6-9-26-16,4-21-8 16,-7 24 0-16,7-24 4 15,0 0-2-15,0 0 0 16,0 0-2-16,0 0-1 16,0 0 0-16,0 0-1 15,0 0-4-15,0 0-1 16,0 0-1-16,0 0 0 0,0 0 1 15,0 0 1-15,0 0 1 16,0 0 2-16,0 0 2 16,0 0 1-16,0 0 0 15,0 0-4-15,0 0-8 16,0 0-48-16,11-16-44 16,-11 16-47-16,10-17-30 15,-13-2-2-15,6 3-4 16,-6-10 39-16</inkml:trace>
  <inkml:trace contextRef="#ctx0" brushRef="#br0" timeOffset="-33811.86">10428 19133 14 0,'0'38'7'0,"0"-9"-4"16,0-6 0-16,0-4 0 15,0-19 2-15,-3 19-1 16,3-19-23-16,0 0 0 16,0 0 19-16,-26-6 0 15,26 6 0-15</inkml:trace>
  <inkml:trace contextRef="#ctx0" brushRef="#br0" timeOffset="-33374.54">9904 18724 163 0,'61'-38'74'16,"-6"0"9"-16,-3 8 11 16,-3 4 1-16,-8 6-8 15,-4 8-8-15,-15 1 4 16,4 11-5-16,-26 0-12 16,20 7-17-16,-20-7-18 15,3 16-22-15,-3-16-56 16,-7 24-36-16,7-8-39 15,-3 1-30-15,3 0-24 16,3 9-8-16,-6-2 0 16,6 11 142-16</inkml:trace>
  <inkml:trace contextRef="#ctx0" brushRef="#br0" timeOffset="-32774.12">9784 19326 145 0,'0'0'81'16,"0"0"0"-16,0 0 10 16,0 0-12-16,-10 23-7 0,10-23-13 15,-11 22-13-15,9-4-17 16,2-18-15-16,-6 26-6 16,6-26-12-1,-7 24 5-15,7-24 5 0,3 16 26 16,-3-16 3-16,0 0 1 15,0 0 0-15,12-21-2 16,-8 5 1-16,3 1-1 16,-4-6-9-16,6-2-20 15,-2 1-8-15,0-2 4 16,0 3-5-16,-2 3 6 16,-5 18-5-16,10-20-4 15,-10 20-37-15,0 0-48 0,16 1-48 16,-16-1-23-1,17 28-14-15,-8-2 3 16,-9-26-1-16</inkml:trace>
  <inkml:trace contextRef="#ctx0" brushRef="#br0" timeOffset="5286.19">11284 17846 109 0,'0'0'60'15,"0"0"15"-15,0 0 8 16,0 0 2-16,0 0-8 16,0 0-8-16,0 0-7 0,0 0-10 15,-16 9-14-15,16-9-16 16,0 0-5-1,-15 10 6-15,15-10 10 16,0 0 1-16,-11 18 0 0,11-18 0 16,0 0 1-16,0 0-2 15,0 0-5-15,0 0-13 16,0 0-10-16,0 0-5 16,0 0 0-16,0 0 0 15,0 0 0-15,0 0 0 16,0 0 0-16,0 0 0 15,0 0 0-15,0 0 0 16,0 0 0-16,0 0 0 16,0 0 0-16,0 0 0 15,0 0 0-15,0 0 0 16,16-19 0-16,-16 19-2 16,0 0 1-16,0 0 2 0,0 0-1 15,0 0 0-15,0 0 2 16,0 0-2-16,0 0 0 15,17-14 0-15,-17 14 0 16,0 0 0-16,0 0 0 16,19-10 0-16,-19 10 0 15,26-13 0-15,-10 3 0 16,6-4 0-16,1-1 0 16,7-3 0-16,-1 1 0 15,1-4 0-15,4 0 0 16,3 1 0-16,-3-3 0 15,6 2 0-15,-1 2 0 0,0 0 0 16,3 2 0-16,-4 1-1 16,6 1 0-16,-3 1 0 15,4 0-1-15,-3 2 1 16,2-4 1-16,1 4-1 16,7 2-1-16,-4-2 1 15,-3-2 1-15,4 4 0 16,3-4 0-16,-3 0 0 15,3 2 1-15,-4-4-1 16,5-1 2-16,0 0-3 16,3 1 2-16,3-3-1 15,-2 0 1-15,2 2-2 16,-3-1 0-16,4-1 1 0,0 2-1 16,0 0 0-16,3 1-1 15,1 2 0-15,2 2 2 16,2 0-1-16,6 0 1 15,1 0 0-15,5 1-1 16,-2-1 3-16,0 2-1 16,4-2 0-16,-3-4-1 15,3 2 1-15,-4-1-1 16,4-1 1-16,-6 1-1 16,2-1-1-16,-3 0 0 15,3 4 0-15,-3 2 0 16,-4 0 0-16,0 3 1 15,0 1-1-15,-3 1 0 0,-2 0 1 16,-2 3 0-16,2-3-1 16,-2 0 0-16,-3 1 0 15,-2 1 0-15,3 1-1 16,-1-3 2-16,-2 3-1 16,2-1 0-16,1 1-1 15,-4-1 1-15,4-1 1 16,-1 1-1-16,1-1 1 15,-1-1-1-15,-2 2 1 16,-1 1 1-16,4 0 0 16,-3 0-1-16,-5 4 1 15,1-2 0-15,1 4-1 16,1-1 2-16,2 2-2 0,0-1 1 16,-5 1-1-16,2 0 1 15,3-1 0-15,1 3-1 16,-4-2 0-16,3 0 1 15,-5 0-1-15,-2 0 2 16,0 2-2-16,0-2 1 16,0 2-1-16,0-3 1 15,-3 1 0-15,3 0 0 16,-7 2-1-16,4-2 0 16,-1 2 0-16,1 0 1 15,-1 2-1-15,-6 1 0 16,3 1-1-16,-1-1 1 15,1 0 0-15,0 4 0 16,-4-2 0-16,5 0 0 0,-6 1-2 16,-2-1 2-1,-2 0 0-15,2 2 0 16,-1-1-1-16,-2 3 2 0,-2 0-2 16,-1-1 3-16,0 1-2 15,-3 1 0-15,1 0 0 16,-1 1 0-16,1-4 0 15,-8-1 0-15,4 3 0 16,-7-2-1-16,1 0 3 16,-1 1 0-16,0 3-1 15,-5 1-3-15,1-2 2 16,-1 0-4-16,2 2 5 16,-4-1-4-16,5 1 2 15,-5-4-2-15,-12-15 3 16,30 28 1-16,-20-13-1 15,6-1 2-15,0 0 0 0,1 0-1 16,-1 2 0-16,3-1 0 16,0-1 0-16,2 2 1 15,1-3-2-15,-3 3 1 16,-3-4-1-16,3 0 1 16,-2-1-1-16,-17-11 0 15,26 15 0-15,-26-15-1 16,16 11 1-16,-16-11 1 15,0 0-1-15,0 0 0 16,0 0-5-16,16 1 19 16,-16-1-13-16,-9-39-40 15,2 2-89-15,-12-13-29 0,-14-12 0 16,-9-11-4-16,-22-15 0 16</inkml:trace>
  <inkml:trace contextRef="#ctx0" brushRef="#br0" timeOffset="8094.18">13664 15842 159 0,'0'0'172'15,"0"0"-38"-15,0 0-20 0,0 0 0 16,0 0-4-16,0 0-18 16,0 0-18-16,17-21-28 15,-17 21-41-15,9-33-2 16,-6 9-3-16,4-5 0 15,2-6 0-15,1-8 0 16,1-1 0-16,-3-2 0 16,3-1-5-16,-3 0 5 15,3 7-4-15,-4 4 3 16,-4 5-2-16,1 7 4 0,-3 8-1 16,-1 16-2-1,0-19 1-15,0 19-1 16,0 0 3-16,0 0 2 0,0 0 1 15,0 0 2-15,0 0-3 16,-15 14-3-16,15-14 0 16,0 0 0-16,0 0 0 15,0 0 0-15,0 0 0 16,0 0 0-16,0 0 0 16,-4 17-7-16,4-17-1 15,4 18 1-15,-1-3 3 0,4 2 0 16,-7 6 7-1,5 5-4-15,2 1 4 16,-3 0-5-16,-1 4 4 16,4 4-3-16,-3 1 0 15,1 0 0-15,-2 2 0 0,4 0 2 16,-3 3-3-16,1-2 4 16,2 3-2-16,-4-3 1 15,1-1-1-15,3-2 2 16,-2-3-2-16,2-2 1 15,-4-7-1-15,1-2 0 16,-1-2 0-16,1-4 2 16,1-3-1-16,-5-15-1 15,4 23 0-15,-4-23 0 16,6 17 0-16,-6-17 1 16,0 0 0-16,4 17-1 15,-4-17-1-15,0 0 2 0,0 0-1 16,0 0 1-16,0 0-1 15,0 0 0-15,0 0 0 16,0 0 0-16,0 0-1 16,0 0 1-16,0 0-1 15,0 0 0-15,0 0-1 16,0 0 0-16,0 0 1 16,-19 7 0-16,19-7 0 15,-23-3 0-15,6 1 0 16,-2 0 1-16,0 1 0 15,-4-1-2-15,2 2 1 16,-1 2 1-16,3-1-1 16,0-1-2-16,0 2 3 0,1 1-1 15,3-1 0-15,15-2 1 16,-23 5 0-16,23-5-1 16,0 0 0-16,-16 7 2 15,16-7-1-15,0 0-1 16,0 0 0-16,0 0 1 15,0 0 0-15,0 0 0 16,0 0 1-16,0 0 1 16,0 0 1-16,0 0 0 15,0 0 1-15,0 0-2 16,0 0 1-16,0 0 0 16,0 0-2-16,0 0 0 15,0 0 0-15,0 0-1 16,0 0-1-16,0 0 2 0,0 0-1 15,0 0 0-15,0 0 1 16,0 0 0 0,0 0-1-16,0 0 0 0,0 0 1 15,0 0-1-15,0 0 1 16,0 0-1-16,0 0-1 16,0 0 1-16,0 0-1 15,0 0 1-15,0 0-2 16,0 0 1-16,0 0 0 15,0 0 0-15,0 0 1 16,0 0 0-16,0 0-1 16,0 0-2-16,0 0 0 0,0 0-2 15,0 0-1 1,0 0-1-16,0 0 1 16,0 0-1-16,19-1 1 15,-19 1 3-15,23 0-2 0,-23 0 3 16,33-4 2-16,-14 2-2 15,0-1 1-15,4-2 1 16,-1-2-2-16,-4 0 1 16,1 2 1-16,0-1-1 15,-19 6 0-15,22-10 0 16,-22 10 0-16,0 0 0 16,20-5 0-16,-20 5 1 15,0 0-1-15,0 0 1 16,0 0 0-16,0 0 1 15,0 0-1-15,0 0 0 16,17 9 0-16,-17-9 0 16,15 0-1-16,-15 0 1 0,23-4-1 15,-23 4 1-15,19-3-1 16,-19 3 1-16,19-6-1 16,-19 6 1-16,18-3-1 15,-18 3 1-15,0 0-1 16,15-2 1-16,-15 2 0 15,0 0 0-15,0 0 1 16,0 0-1-16,0 0 2 16,16 7-1-16,-16-7 0 15,0 0 0-15,0 0-1 16,17 5 1-16,-17-5 0 16,0 0 0-16,23 4-1 0,-23-4-1 15,15 2 1-15,-15-2 0 16,14-2 0-16,-14 2 0 15,0 0-1-15,0 0 1 16,0 0 0-16,0 0 0 16,0 0 0-16,0 0 0 15,0 0 0-15,0 0-1 16,0 0 1-16,0 0 1 16,0 0-1-16,0 0-1 15,16 2 1-15,-16-2 1 16,0 0 1-16,0 0 2 15,0 0 4-15,0 0 1 16,0 0 1-16,-16 5-1 0,16-5 1 16,-17-2-3-16,1 0-1 15,16 2-2-15,-33-5-4 16,14 0-2-16,-3 1-1 16,-4 3 0-16,0-3 2 15,-4 6 1-15,2-2-1 16,-1 0 0-16,6 2 0 15,1 1-1-15,1 1 1 16,5-3 1-16,16-1-2 16,-19 4 0-16,19-4 0 15,0 0 2-15,0 0-1 16,0 0 0-16,0 0 1 16,0 0 0-16,0 0-1 0,0 0 1 15,0 0 1-15,0 0-1 16,0 0 0-16,0 0 1 15,0 0 3-15,0 0 0 16,0 0-5-16,0 0-2 16,0 0 0-16,0 0-1 15,16-9-1-15,-16 9-1 16,29-2-3-16,-10 2 0 16,4 0 3-16,3 0 5 15,0 2 0-15,0-4 0 16,-3 1 2-16,-1 1 0 15,1-4-1-15,-6 1 1 16,-1 1 1-16,-16 2-2 0,22-5-1 16,-22 5-1-16,0 0 2 15,16-4-2-15,-16 4 2 16,0 0-1 0,0 0 1-16,0 0 4 0,0 0 3 15,0-19-60-15,0 0-92 16,3 4-20-16,-8-11-2 15,2 7-4-15,-8-9-2 16</inkml:trace>
  <inkml:trace contextRef="#ctx0" brushRef="#br0" timeOffset="9471.16">14462 14919 372 0,'0'0'129'15,"0"0"-11"-15,0 0-13 16,0 0-15-16,-17-15-18 15,17 15-20-15,0 0-39 16,0 0-7-16,-16 14 1 16,16-14 1-16,0 0-1 15,0 0-2-15,-16 15-1 16,16-15-4-16,0 0-4 16,0 0 0-16,0 0 1 15,0 0 1-15,0 0 0 16,0 0 2-16,-10 21-1 15,10-21 0-15,-3 19 1 0,3-19-1 16,-6 29 0-16,3-13 1 16,-4 1-1-16,4 1 1 15,-1-1-1-15,-1 2 1 16,1-2-1-16,-3 1 0 16,4 1 1-16,-1 3 0 15,1 2-2-15,-2 6 1 16,1 1 0-16,1 4 0 15,-1 6 4-15,1 4-3 16,-1 0 3-16,1 4-3 16,-2-1 3-16,1 4-3 15,1-2 2-15,-4 4-1 16,3 0-2-16,1-1 1 0,-2 6-1 16,-2 2 1-16,0 1 0 15,-2 2 2-15,-1 0-3 16,-1-2 2-1,3 1 0-15,-3 1-2 0,-1-5 1 16,5-2-1-16,-3-4 1 16,1-1-2-16,2-3 2 15,0-4-3-15,-2-2 3 16,3-5 0-16,2-3-1 16,-3-6 2-16,5-3-1 15,-1-3 0-15,-1-6 1 16,4-17 0-16,-3 26 0 15,3-26 0-15,0 0-1 0,3 17 1 16,-3-17-1 0,0 0 1-16,0 0-1 15,0 0 1-15,0 0-1 16,0 0 2-16,0 0 2 0,0 0 2 16,0 0-5-16,0 0-29 15,0 0-86-15,9-24-48 16,-11-2-7-16,4-2-3 15,-2-12-6-15,11-3 16 16</inkml:trace>
  <inkml:trace contextRef="#ctx0" brushRef="#br0" timeOffset="10566.94">14854 15587 171 0,'0'0'120'15,"13"-15"0"-15,-13 15-10 0,6-16-10 16,-6 16-11-16,0 0-10 16,0 0-8-16,0 0-11 15,0 0-23-15,0 0-31 16,0 0 3-16,0 0-2 15,0 0-2-15,0 0 0 16,0 0-1-16,0 0-1 16,-19 16 1-16,19-16-3 15,0 0-5-15,0 0 0 16,0 0 2-16,-13 9 0 16,13-9 0-16,0 0 0 15,0 0-3-15,0 0 1 16,-6 19 1-16,6-19 0 0,-7 33 0 15,0-11 2-15,0 9-1 16,-1 7 1-16,-3 4 1 16,3 5 1-16,1 3-2 15,-4 2 3-15,6 0-3 16,-2 1 3-16,7-3-2 16,0-1 3-16,0-6-2 15,7-1 2-15,-2-8 1 16,6-2 2-16,1-7-2 15,2-2 2-15,1-2-3 16,5-4 0-16,-3-3-3 16,2-4 0-16,4-1-2 15,-4-4-2-15,0 0-1 0,2-3 0 16,-2-2 0-16,0-3 1 16,3-1 1-16,-3-1 0 15,4-2 0-15,-6-2 1 16,2-1 1-16,1 0-2 15,-7-4 2-15,3 0 1 16,-4-3-1-16,-1 1 1 16,-4-3 1-16,1 2-2 15,-1-2 2-15,0-2-2 16,-3 2 2-16,1-2-2 16,-2-1 1-16,-3-1 0 15,4 1-1-15,-4-1 0 16,0 1 1-16,-4-1-1 0,4 1 1 15,0-1-1 1,-3 2 1-16,3 2-1 16,-5 0 1-16,5 2 0 15,-4 0 0-15,1-3 0 0,-1 5-1 16,1-2 1-16,-1-1 1 16,1 1 0-16,-2-4 0 15,1 2 0-15,-3-2 2 16,0 1 0-16,-2-1 1 15,-1 0 2-15,-2-1 1 16,-2 3 0-16,-2 0 1 16,1 3-4-16,-3 0-1 15,-4 2-2-15,-1 2-1 0,-6 2-2 16,-1 1-98-16,-4 2-75 16,-19-1-17-1,1 9 4-15,-19 1-4 16,4 21 41-16</inkml:trace>
  <inkml:trace contextRef="#ctx0" brushRef="#br0" timeOffset="11977.94">13466 16406 52 0,'0'0'19'15,"0"0"2"-15,0 0 2 16,0 0 2-16,0 0-3 16,0 0-1-16,0 0-7 0,0 0-6 15,0 0-6-15,0 0-14 16,0 0-20-16,0 0-22 15,0 0-26-15,0 0 52 16,0 0 28-16</inkml:trace>
  <inkml:trace contextRef="#ctx0" brushRef="#br0" timeOffset="15085.15">18564 17177 71 0,'2'-26'56'16,"-2"26"-1"-16,0-23 3 16,0 23 7-16,-2-17 6 15,2 17-6-15,0 0-7 0,0-18-7 16,0 18 2-16,0 0 0 16,0 0-4-16,-4-19-9 15,4 19-7-15,-7-19 4 16,7 19 5-16,-6-24-4 15,6 24-12-15,-9-29-5 16,9 13-3-16,-7 1-1 16,7 15-1-16,-7-21-7 15,7 21-6-15,0 0-1 16,-7-16 2-16,7 16 0 16,0 0 3-16,0 0-6 15,0 0-1-15,0 0 0 16,0 0 0-16,-2 18 0 0,2-18 0 15,0 15 0-15,0-15 0 16,9 31 0-16,-2-12-12 16,3 11-8-16,-1 1 4 15,5 7 12-15,-2 2 5 16,4 5 2-16,1 5 0 16,-1 2 0-16,-1 2-3 15,-1-1 2-15,-2 1-3 16,2-2 3-16,-2 0-2 15,-1-2-1-15,-3-5-1 16,3-2 2-16,-4-6 0 16,1-6 1-16,-1-2-2 15,0-5-1-15,0-5 0 0,-7-19 0 16,6 23-2-16,-6-23 0 16,0 0 1-16,0 0-1 15,0 0 1-15,0 0 0 16,0 0 0-16,0 0 2 15,0 0 1-15,0 0 0 16,0 0 0-16,0 0 2 16,0 0-1-16,0 0 6 15,0 0-3-15,0 0 1 16,0 0-2-16,-23-9 0 16,23 9 0-16,-35-10 0 15,9 3-1-15,-7 2-5 16,0 0 2-16,-5 1-1 0,0-1 1 15,-2 1-2-15,-2 3 0 16,6 1 0-16,-6 3 2 16,9 1 0-1,2-1 0-15,5 1 2 0,3 4 0 16,-3-4 1-16,7 3 2 16,-2 0-1-16,2 1-1 15,0 1 0-15,-3 1 0 16,-1 2-1-16,-3 4 1 15,0 1-2-15,0 2 1 16,0 0-2-16,3-1 2 16,1-3-1-16,3 1 0 0,5-6-2 15,14-10 0-15,-16 9 1 16,16-9 6 0,0 0-2-16,-3-33-102 15,6 2-72-15,16 0-6 16,-5-9-2-16,9 5-2 0,3-6 1 15</inkml:trace>
  <inkml:trace contextRef="#ctx0" brushRef="#br0" timeOffset="16921.45">20045 17668 168 0,'-7'-15'123'16,"7"15"-3"-16,0 0-6 15,-9-18-7-15,9 18-9 0,-7-15-9 16,7 15-15-16,0 0-29 15,-16-21-43-15,16 21 3 16,-22-14-1-16,8 9 4 16,-2 1 1-16,-6-1 0 15,-1 0-1-15,-3 0 0 16,4 3 0-16,-8-1-1 16,4-1-1-16,0-1-4 15,-4 2-1-15,1-1-1 16,-2 1-1-16,1 1 0 15,-3 0 2-15,-2 0-2 16,-1 2-1-16,1 2 1 16,2 0-3-16,0 1-1 0,-1 1-1 15,-3 3-1-15,-1-2-1 16,5 5 0-16,-5 1 2 16,1 1-1-16,-1 2 4 15,2 3 1-15,-6 0 1 16,6 4-1-16,-6 3 3 15,4 0-1-15,1 4 0 16,3 0 0-16,-3 1 2 16,4 1-2-16,4-1 0 15,4 2 0-15,-1 0 0 16,0 1 0-16,4 1 1 16,4 1-2-16,-1 1 0 15,0 3 0-15,5 0 3 0,2 0-4 16,2 0 2-16,1 5-1 15,2 1-1 1,4-1 1-16,3 2-1 16,0 0 1-16,0 2-1 0,3-2 1 15,1 3 0-15,-1-3 0 16,2 2 2-16,2 0-2 16,0-2 2-16,0 0-2 15,5 0 3-15,-1 1-2 16,4 1 1-16,1-2-1 15,1 0 1-15,2 0-1 16,4 4 2-16,-1-4-4 16,5 1 4-16,2 3-2 0,-3-1-3 15,5-1 4-15,6 1-2 16,-4-1 3 0,8 0-2-16,1-2 7 15,3 0-6-15,2-5 6 0,7 0 2 16,1-6-3-16,8 3 0 15,1-5-2-15,7 1 1 16,0-2-3-16,4-3 1 16,3 2-3-16,4-6-1 15,-2 4-1-15,5-8 0 16,2 1-2-16,-2-4 1 16,1-1-1-16,-1-4 0 0,-1-3 0 15,-3-6-1-15,1-1 3 16,-2-2-2-1,-6-5 2-15,1-6-1 16,-4-1 0-16,-1-9-1 16,-3-3 1-16,1-3 0 0,-5-8 0 15,1-7 0-15,-5-1 0 16,-2-4 0-16,-5-1 0 16,-3-4 1-16,-4 0 1 15,-5-3-1-15,-9-2 2 16,-5-1 3-16,-3-2-3 15,-6-3 4-15,-1-1-3 16,-6-3 2-16,-1-2-2 16,-2-1 3-16,-4-1-3 15,4-1-3-15,-7-1 3 16,2 0-4-16,-2 2 3 16,0 2-2-16,0 2 3 0,0 1-5 15,-2 5 6-15,-1 4 1 16,-1 2-3-16,-3 3 4 15,0 2-2-15,-5-1 2 16,2 1-4-16,-9 2 4 16,3-2-4-16,-7-1-1 15,-3-2 2-15,0-3-2 16,0 4 1-16,-7 0-2 16,4 2 2-16,-6 0-1 15,-1 3 2-15,1 1-2 16,-2 1 2-16,3 5 1 15,-6 0 0-15,2 4 2 16,-2 3-2-16,2 3 3 0,-4 1-4 16,2 6 3-16,-2 3-2 15,-3-1-1-15,5 4 1 16,-5 1 0-16,0 2 1 16,0 0 2-16,3 4 1 15,-3 1 0-15,2 2 0 16,4 6-2-16,-2-1 1 15,1 2-4-15,-2 3-4 16,1 4-3-16,1 4-3 16,1-1 2-16,-4 4-1 15,1 1 2-15,-3 4-3 16,4 1 5-16,-5 2 4 16,3-1 0-16,-2 5 2 0,3-4-5 15,1 4 3-15,-3 2-3 16,-1 0 4-16,3-2-4 15,4 0 3-15,2-1-3 16,-1 1 3-16,3 4 1 16,1-4-1-16,3-2-25 15,2 9-87-15,2 7-46 16,0 0-13-16,5 13-3 16,-1 1-2-16,10 12 44 15</inkml:trace>
  <inkml:trace contextRef="#ctx0" brushRef="#br0" timeOffset="18334.46">19640 18246 570 0,'0'0'183'16,"0"0"-7"-16,4 18-146 0,-4 2-32 15,-4 8 2-15,8 12-4 16,-4 7 3-16,1 8-1 15,-1 9 2 1,4 5-2-16,-1-1 2 0,1-2 1 16,3 1-3-16,1-5 3 15,-1-3-2-15,0-7 1 16,0-7-1-16,-2-7 1 16,-1-5-1-16,-1-7 1 15,1-9 2-15,-4-17 3 16,0 0-5-16,0 0 1 15,0 0-1-15,0 0 1 16,0-31-2-16,0 4-23 16,0-3-17-16,-7-8-15 15,10 3-1-15,-6-10-1 16,3 6 1-16,0-6-1 0,0 7 5 16,0 1 45-16,0 3 46 15,0 4 11-15,-4-3 7 16,4 11-1-16,-5-8 2 15,2 10-1-15,-8-6-1 16,4 1-24-16,-1 1-29 16,1 2 0-16,0-3 0 15,2-1-1-15,1 4 2 16,1-4-4-16,3 0 5 0,3 0 2 16,6-2-3-1,5-3 3-15,5 2-2 16,0-1 2-16,7 1-1 15,3 3 5-15,4 2-6 0,-1 5-2 16,4 5-2-16,-3 7-2 16,-2 7-1-16,-1 3-2 15,-1 9-2-15,-3 4 0 16,-7 7-1-16,1 3 3 16,-7 5 1-16,0 3-2 15,-6 4 5-15,-7 2-3 16,-7-2 3-16,0 4-2 15,-9-2 2-15,-3 1-3 16,-7-4 2-16,0-1 4 16,-4-3-2-16,1-4 0 15,1-1 2-15,2-6 3 16,0-6 3-16,9-4-2 0,1-5-2 16,16-7-3-16,-19 3 0 15,19-3 2-15,0 0-2 16,-4-19-3-16,4 19-2 15,16-27 1-15,-2 9 3 16,2-1 1-16,6-3 3 16,4-1-1-16,4 1 2 15,-1 3-1-15,6 0 2 16,-2 7-3-16,2 1 0 16,-2 8-3-16,0 3-1 15,1 5-2-15,-1 7-3 16,0 2 1-16,-2 5-2 15,2 4 2-15,-3 1-1 0,-1 2 4 16,-6 1-1-16,-4 1 2 16,-3 2-2-16,-2-5 3 15,-9 1-3-15,2 2 3 16,-4-2 1-16,-10-2-1 16,2 1 1-16,-5-1 3 15,-9-2 2-15,0 1 3 16,-11-1 0-16,-3-1 0 15,-5-2-1-15,-2-2-2 16,-5-3-2-16,-4-2-2 16,1-3-6-16,2-2 0 15,1 0-1-15,0-2 1 16,5-3 0-16,6 1 3 0,1-3-1 16,7 4 3-1,6-3 0-15,1-1-1 16,19 0-1-16,-26-1 1 15,26 1-1-15,0 0 0 0,-17 0-1 16,17 0 0-16,0 0 0 16,0 0 0-16,0 0 1 15,0 0-1-15,0 0 2 16,0 0-2-16,0 0-1 16,-23-21 0-16,23 21-88 15,-19-26-79-15,4-3-3 16,-3-1-5-16,-9-17 0 0,4-3 12 15</inkml:trace>
  <inkml:trace contextRef="#ctx0" brushRef="#br0" timeOffset="18830.82">19234 17545 66 0,'0'0'148'0,"-12"16"-5"16,12-16-27-16,0 0-9 15,-4 15-2-15,4-15-6 16,0 0-15-16,0 0-18 0,0 0-35 15,26-10-23 1,-7 3-3-16,4-5 0 16,10 0-6-16,9-7 0 15,10-5 0-15,3-2 0 0,9-2 3 16,4 0-3-16,3 1 1 16,11 6-82-16,-7 0-60 15,-8 2-33-15,1 10-1 16,-16 2-4-16,0 11-6 15</inkml:trace>
  <inkml:trace contextRef="#ctx0" brushRef="#br0" timeOffset="30837.34">11716 14466 230 0,'-3'-16'146'0,"3"16"-18"15,-14-19-13-15,5 4-17 16,9 15-15-16,-14-21-26 16,14 21-7-16,0 0-38 15,-9-16-5-15,9 16-3 16,0 0 0-16,0 0-1 0,0 0-1 16,0 0 1-16,0 0-1 15,0 0 2-15,0 0-1 16,4 18 0-1,-4-18 1-15,22 27 0 0,-6-6-4 16,0 5 4-16,6 9-4 16,4 1 3-16,4 4-4 15,-4 3 5-15,0 6-5 16,3-1 2-16,-3-3 2 16,-3 2-3-16,0-7 0 15,-4-6-2-15,0-3 3 16,-9-8-3-16,1-8-1 15,-11-15-1-15,12 18-2 0,-12-18 1 16,0 0 0-16,0 0 1 16,0 0-1-1,14-28 1-15,-13 7 0 16,-1-5 3-16,4-5 0 0,-4-9 4 16,0-1 2-16,0-8 0 15,0 1-1-15,0-1 2 16,3 4 2-16,1 4-6 15,-1 3 6-15,4 7-9 16,-2 5 2-16,-1 7-6 16,-4 19 3-16,10-16-7 15,-10 16 3-15,23 9 4 16,-4 5-6-16,4 6 6 16,3 6-4-16,3 4 6 15,4 3-3-15,2-1 6 16,5 3-6-16,-9-4 2 15,2-1 0-15,-7-6-1 0,-4-7 1 16,1-1-1-16,-7-8 1 16,-16-8 2-16,21 7 3 15,-21-7 0-15,0 0-1 16,5-27 0-16,-10 8 0 16,-2-9 0-16,-7-8 0 15,2-9-4-15,-8-6 0 16,0-6-3-16,1 0 5 15,-4 2-3-15,4 3 5 16,3 3-4-16,2 10 4 16,6 7-1-16,-3 6-1 15,11 26 0-15,-7-24-1 16,7 24-1-16,0 0 0 0,0 0-1 16,0 0 0-16,0 0-64 15,0 0-64-15,18 7-31 16,-18-7-9-16,27 9 2 15,-6-1-4-15</inkml:trace>
  <inkml:trace contextRef="#ctx0" brushRef="#br0" timeOffset="31187.59">12509 14447 177 0,'0'0'168'16,"30"-21"-21"-16,-8 9-32 15,4-4-15-15,11 4-10 16,-2-7-23-16,8 4-21 16,-5-4-11-16,7 1-24 15,-3 1-13-15,-2 0-12 0,-2 4-65 16,-8 1-53-16,-8 0-30 16,1 11-12-1,-23 1-1-15,19-2-3 0</inkml:trace>
  <inkml:trace contextRef="#ctx0" brushRef="#br0" timeOffset="31462.79">12815 14651 334 0,'-19'19'144'0,"5"-2"-27"16,14-17-13-16,-16 21-11 0,16-21-16 15,0 0-23 1,0 0-43-16,0 0-7 16,0 0 0-16,0 0-1 15,26-8 0-15,-26 8 2 0,35-20-1 16,-14 8-1-16,5-2-2 16,-4 1-23-16,1-10-89 15,0-5-56-15,3 6-6 16,-7-13-4-16,0 6 1 15,-5-11 42-15</inkml:trace>
  <inkml:trace contextRef="#ctx0" brushRef="#br0" timeOffset="32221.33">13230 14360 127 0,'15'28'113'16,"-15"-28"6"-16,0 0-41 15,23-9-10-15,-13-6 4 16,1-4 0-16,-3-13-4 16,3 0 0-16,-8-13-1 15,6-2-6-15,-2-9-19 16,3 3-32-16,-1-3-8 15,1 4-2-15,-3 6 2 16,2 8-1-16,-2 7-3 16,-4 8-4-16,-3 23 0 15,7-22 1-15,-7 22-1 0,0 0 1 16,0 0 0-16,-7 29 1 16,7-8 1-16,0 6 4 15,4 5-1-15,-1 6 1 16,3 8-1-16,4 3 0 15,0 3-1-15,-1 1 1 16,5 1-2-16,-2-2 2 16,4-4 1-16,-2-1 1 15,1-3 0-15,-1-3-5 16,-5-8 5-16,1 0-4 16,-1-7 5-16,-2-2-5 15,-4-5 3-15,-3-2-3 16,0-17 4-16,0 21 0 0,0-21-1 15,0 0 1-15,-22 17-1 16,22-17 1-16,-30 4-1 16,11-1-1-1,-3 1 1-15,-1-1-1 0,-6 1-1 16,2 1 1-16,1 0-1 16,4 2 1-16,3-2-1 15,5 0-2-15,14-5-1 16,-19 7 2-16,19-7 5 15,0 0 1-15,0 0 0 16,17-13-1-16,-1 2 2 16,6 1 1-16,8-8 0 15,8-1 0-15,7-3-6 0,4-4-3 16,6-2 0-16,4-1 6 16,2-2-9-16,-2-6-21 15,-2 8-61 1,-5-1-42-16,-12-4-35 0,2 6-5 15,-19-8-3-15,3 8-6 16</inkml:trace>
  <inkml:trace contextRef="#ctx0" brushRef="#br0" timeOffset="32650.62">14066 13472 172 0,'19'-24'123'15,"-12"1"-16"-15,6 4-8 16,4 9-9-16,-17 10-12 16,19-17-8-16,-19 17-2 15,0 0 1-15,0 0-14 16,0 22-33-16,-3 8-27 15,-8 8-3-15,6 12 2 16,-9 14 5-16,2 17-2 16,-2 16 1-16,-5 9-1 0,0 3 3 15,0 0 1 1,1 0 0-16,-4-2 1 16,3-6-4-16,3-11 4 15,2-11-4-15,2-8 2 0,2-10-4 16,3-7 2-16,-2-13-1 15,5-10 1-15,4-10 3 16,0-21-7-16,0 0-53 16,20 4-69-16,-1-18-35 15,-5-16-5-15,12-1 0 16,-7-16-4-16</inkml:trace>
  <inkml:trace contextRef="#ctx0" brushRef="#br0" timeOffset="33434.18">14912 14040 23 0,'-16'10'82'0,"16"-10"-25"15,-29 21 1-15,9-17 32 16,5-3 10-16,-3-6-1 16,-1 2 1-16,4-6 0 15,-1 6-9-15,-1-8-23 16,17 11-24-16,-30-7-32 16,30 7-8-16,-26 0 0 15,26 0-1-15,-22 5-2 0,22-5 0 16,0 0-2-16,0 0 2 15,0 0 4-15,0 0 0 16,0 0-1-16,17-6 0 16,-1-1 0-16,6 0 1 15,4-2 0-15,4-1-3 16,-1-1-3-16,6-1 0 16,-2 0 2-16,0-2-2 15,-2 0 2-15,-1 2-2 16,-4 0 0-16,-7 3 0 15,0 4-5-15,-19 5-2 16,17-5-1-16,-17 5 2 16,0 0 0-16,0 21 0 0,0-21 1 15,-14 31 1-15,9-9 3 16,-5 4 2-16,-1 7 1 16,-1 4 0-16,-2 4-1 15,-1 3 1-15,-4 6-2 16,-4 0 2-16,0 0 3 15,1-1-4-15,-1-1 4 16,-1-3-6-16,5-7 6 16,0-3-8-16,3-9 6 15,9-7-7-15,0-4 6 16,7-15 1-16,0 0 4 16,0 0-2-16,18 9 0 15,-3-12 1-15,4-4 0 0,1 0 1 16,2 0-3-16,4 2-4 15,4-2-1 1,-4-4 2-16,3 3 0 16,1-1 1-16,-4 0-2 0,0 2 2 15,-4 0-8-15,1-5-56 16,-4 5-66-16,0 4-38 16,-5-13-6-16,-14 16 0 15,19-26-4-15</inkml:trace>
  <inkml:trace contextRef="#ctx0" brushRef="#br0" timeOffset="33725.4">15236 14243 154 0,'0'0'147'0,"0"0"10"16,0 0-51-16,0 0-24 16,23-9-3-16,-23 9-7 15,33-14-8-15,-14 2-13 16,7 3-19-16,3-3-35 16,1-2-10-16,1 4-22 0,-1-7-30 15,3 6-39 1,-7 3-30-16,0-3-21 15,0 11-18-15,-26 0 4 16,31 5 77-16</inkml:trace>
  <inkml:trace contextRef="#ctx0" brushRef="#br0" timeOffset="33985.58">15438 14365 215 0,'-30'18'177'16,"8"1"-31"-16,6-5-27 15,16-14-34-15,-17 15-9 16,17-15-16-16,0 0-13 16,0 0-32-16,0 0-13 15,0 0 1-15,26 4-1 16,-26-4 3-16,26-4-2 16,-9 2-2-16,-1 1-1 0,-1-3-1 15,3-1-1-15,1 2-27 16,-4-8-59-16,3-1-40 15,4 2-26-15,-3-9-16 16,4 1-6-16,-7-9 2 16</inkml:trace>
  <inkml:trace contextRef="#ctx0" brushRef="#br0" timeOffset="34774.14">15905 13971 228 0,'19'-7'143'0,"-19"7"-21"16,14-5-6-16,-14 5-14 15,0 0-27-15,0 0-17 16,0 0-8-16,0 0-16 15,8 19-34-15,-8-19-4 16,-3 29-1-16,1-6-1 16,-1 4 1-16,3 6 5 15,0 4-2-15,3-1 3 16,-1 4-2-16,-2-2 3 16,3-2-2-16,4-3 1 0,0-5 0 15,2-2 3-15,-2-6 0 16,3 0 3-16,6-5 4 15,-16-15-6 1,29 21 5-16,-10-14-7 0,-3-2 3 16,5-2-6-16,1-3-1 15,-2-1-3-15,2-4-3 16,1-4 4-16,-1-2-2 16,4-1 2-16,0-3-1 15,-3-6 4-15,3 2 0 16,0-4 0-16,0-3 0 15,-3 2-2-15,3-3 1 0,-7-3 1 16,0 1 0-16,-5-1-1 16,-2-1 3-16,-5 0 0 15,0 2 3-15,-4 1 0 16,-3-2 0 0,0 4 0-16,-7 2-1 0,0 2-5 15,-1 3-1-15,-3 1-2 16,-3 3-1-16,-1 3 1 15,-4 0 1-15,5 3-2 16,-5 0 5-16,3 4 2 16,2-2 1-16,-5 4 1 15,3-3-3-15,1 5 1 16,-3-1-1-16,-1 2 0 0,-3 0 0 16,3 0-1-16,-7 0 0 15,0 2 1-15,0-1 1 16,-7 3-2-1,3-1 0-15,-1-1 0 0,-2 3-2 16,0 1 0-16,2 4-36 16,1 2-107-16,1-7-27 15,3 7-1-15,-9-8-3 16,9 4-2-16</inkml:trace>
  <inkml:trace contextRef="#ctx0" brushRef="#br0" timeOffset="35389.58">15379 14419 221 0,'0'0'102'0,"0"0"-2"16,0 0-1-16,0 0-9 15,0 0-11-15,26-21-17 16,-9 16-12-16,6-5-18 0,6 1-12 16,2-5-9-16,9 0-5 15,-2-1-5-15,-1-3-1 16,1 3 0-16,-5-1 0 15,-3 2-1-15,-8 1-3 16,-3 6-69-16,-19 7-52 16,16-12-26-16,-16 12-14 15,0 0 2-15,-4 22-4 16</inkml:trace>
  <inkml:trace contextRef="#ctx0" brushRef="#br0" timeOffset="38773.98">13009 16299 25 0,'0'0'-8'0,"0"0"-8"15,0 0 16-15,0 0 0 16,0 0 0-16</inkml:trace>
  <inkml:trace contextRef="#ctx0" brushRef="#br0" timeOffset="39274.34">14018 16420 49 0,'0'0'12'0,"0"0"-6"0,0 0-7 15,0 0-5 1,0 0-3-16,0 0-2 15,0 0 1-15,-16 10 1 0,16-10 3 16,0 0 1-16,0 0 1 16,0 0 1-16,0 0 1 15,0 0 2-15,0 0 0 16,0 0 0-16</inkml:trace>
  <inkml:trace contextRef="#ctx0" brushRef="#br0" timeOffset="61457.11">19746 17161 184 0,'0'0'129'0,"0"0"0"16,0 0-8-16,0 0-2 16,0 0-13-16,0 0-11 15,0 0-23-15,0 0-30 16,0 0-46-16,0 0-3 16,0-23-2-16,-5 8-1 15,-2-2 0-15,0-9 2 16,3-2 4-16,-1-3 1 0,-2-6 5 15,4-4-2-15,-1-4 1 16,1 0-2-16,3-5 2 16,0 1-1-1,0-3 1-15,0 2-2 0,3 2 2 16,4-4-1-16,0 3 1 16,-2 1 2-16,6 1-1 15,-4-1 0-15,5-1-1 16,-2 1 2-16,6-1-3 15,-4-1 2-15,5-2-1 16,-1 0-3-16,3 2 2 16,-1 0-1-16,1-1 2 15,3 1-3-15,1 4 3 0,-1 4-1 16,1 0 1 0,3 1-2-16,0 1 2 15,0 0-1-15,-3 4-2 16,6 0 2-16,1-1-2 0,-1 1 3 15,6 1-2-15,1 1 2 16,2-1-2-16,4 6 5 16,2-4 0-16,1 5-1 15,0 2 1-15,0 0-2 16,0 4 1-16,0-1 0 16,0 2 2-16,2 1-4 15,-2 2 3-15,-3 1 0 16,3 3 1-16,-1 2-1 15,1 2 1-15,0 3-1 16,3 1-1-16,1 1 0 16,0 2 0-16,6 5-2 15,-5-2-1-15,6 1 0 0,0 3 0 16,-1-1 1-16,1 2-1 16,-3 4 1-16,0 0-1 15,-1-1 0-15,0 1 1 16,-4 5-1-16,-3 1-1 15,4 1-1-15,-4 3 0 16,-5 0 0-16,2 4-1 16,-4 1 0-16,2 3 0 15,-5 1 1-15,-2 2-1 16,0 1 3-16,-2 5 1 16,-2 0 2-16,4 3-1 15,-3-1 0-15,-2 3 0 0,1 2 1 16,-6 2 0-16,-1-1-1 15,1 1-3-15,-2-2 1 16,-6 2 0-16,4 0 1 16,-5 2-2-16,-2-2 2 15,2 3-2-15,-5 1 3 16,1-1-1-16,-1 2-1 16,1-1 0-16,-6-1 1 15,3 3-1-15,-7-1-3 16,3-4 2-16,-6 1-3 15,-1-2 3-15,1 2-1 16,-4 0 1-16,-5 3-2 16,-2-2 3-16,-2 3 3 0,-3 2-1 15,0 3 0-15,-5 1-3 16,-4 2 3-16,-1 3-3 16,-1-2 2-16,-3 3-2 15,-2-4 2-15,2 3-1 16,0-1-2-16,-1-3 3 15,1-1-3-15,1-1 2 16,-1-4-2-16,4 1 3 16,-1-2-4-16,1-5 2 15,1-4 2-15,2-2-1 16,4-6 1-16,1-4-1 16,5-4 1-16,0-5 0 15,6-6 2-15,10-15 0 0,-12 21-2 16,12-21 1-16,0 0 0 15,-11 17-2-15,11-17 0 16,0 0 0 0,0 0 0-16,0 0-3 0,0 0-7 15,0 0-2-15,0 0 3 16,0-17 7-16,0 17-1 16,0 0 1-16,4-26 3 15,-4 9 4-15,0-6 3 16,0-3 4-16,3-3-7 15,-3-4-5-15,4-4-2 16,1-2 3-16,-1 1-3 16,-1 1 3-16,4 4-2 15,-4 2 0-15,1 0 0 0,-2 7 0 16,1 0 0-16,-3 3-1 16,4 3 3-1,-1 3-4-15,-3 15 2 0,4-23-6 16,-4 23 1-16,0 0-2 15,0 0 5-15,0 0 6 16,0 0 0-16,0 0-1 16,0 21-1-16,0-4 7 15,-4 6-1-15,1 3 2 16,-1 5-4-16,-5 4-7 16,6 6 0-16,-4 3 2 15,0-1 2-15,-2 4-1 0,-1-1 2 16,3-2-2-1,-2-1 1-15,2-3-1 16,0-4 1-16,2-1-2 16,2-4 0-16,-1-7 0 0,4-5-3 15,0 0-5-15,0-19-2 16,7 21 0-16,-7-21-2 16,19 5 0-16,-19-5 0 15,32-5 3-15,-6 0 2 16,0-2 3-16,7-2 2 15,0-1 2-15,5-4-1 16,3 0 2-16,6 0 0 0,-5 0 0 16,0-1-1-1,3 3 0-15,-9 1 0 16,-1-4 1-16,-6 3 1 16,-2-2-56-16,-14-4-55 0,0-8-51 15,-3 4-10-15,-10-13-3 16,5 1 1-16,-10-13 72 15</inkml:trace>
  <inkml:trace contextRef="#ctx0" brushRef="#br0" timeOffset="62537.87">23407 15882 325 0,'-16'21'189'15,"6"-2"0"-15,-2-4-71 16,12-15-44-16,-18 17-7 16,18-17-6-16,0 0-61 0,0 0 0 15,0 0 0-15,0 0 0 16,0 0 0-16,0-15 0 15,0 15 0-15,7-21 0 16,-7 4 0-16,4-1 0 16,-4-1 0-16,0-1 0 15,0-5 0-15,-4-1 0 16,4 1 0-16,-3-3 0 16,3 4 0-16,-4 1 0 15,1 1 0-15,1 3 0 16,2 3 0-16,0 16 0 15,0-21 0-15,0 21 0 16,0 0 0-16,0 0 0 0,0 0 0 16,0 0 0-16,0 0 0 15,0 0 0 1,0 0 0-16,0 0 0 16,0 0 0-16,9 23 0 0,-2-4 0 15,0 8 0-15,5 6 0 16,2 9 0-16,1 5 0 15,4 6 0-15,-5 3 0 16,2 4 0-16,0 1 0 16,-6-2 0-16,2-4 0 15,-5 0 0-15,0-4 0 16,-4-5 0-16,1-2 0 16,-4-8 0-16,-4-5 0 15,4-7 0-15,-6-1 0 16,6-23 0-16,-14 26 0 15,14-26 0-15,-19 5 0 16,19-5 0-16,-32-3 0 0,18 1 0 16,-5 0 0-16,-3-1 0 15,3 1 0-15,-2 0 0 16,2 4 0-16,3-2 0 16,16 0 0-16,-29 3 0 15,29-3 0-15,0 0 0 16,0 0 0-16,0 0 0 15,0 0 0-15,0 0 0 16,19-10-6-16,3 3-2 0,4-5 7 16,7 0-2-1,4-4 8-15,4 1-3 16,5-3 4-16,2-1-3 16,-3-1-1-16,4 2-2 0,-7 4 0 15,-3 1 0-15,-4 2 0 16,-5 3 0-16,-8 1 0 15,-4 3 0-15,-18 4 0 16,19-2 0-16,-19 2 0 16,0 0 0-16,0 0-61 15,0 0-79-15,-4 18-39 16,4-18-7-16,0 0-4 0,-15-16-2 16</inkml:trace>
  <inkml:trace contextRef="#ctx0" brushRef="#br0" timeOffset="63026.21">24058 15423 438 0,'0'0'189'15,"-2"-21"-16"-15,2 21-75 16,0 0-22-16,-21-20-27 16,21 20-49-16,0 0 0 15,-19 8 0-15,19-8 0 16,-15 21 0-16,8 1 0 0,0 10 0 16,-2 11 0-16,2 11 0 15,-5 10 0-15,1 15 0 16,1 9 0-16,-2 8 0 15,-2-1 0-15,2 2 0 16,1 1 0-16,-4-2 0 16,3-5 0-16,-2-7 0 15,2-7 0-15,-2-4 0 16,2-7 0-16,1-4 0 16,-1-13 0-16,5-6 0 15,0-7 0-15,4-5 0 16,3-6 0-16,0-8 0 15,0-17 0-15,0 17 0 0,0-17 0 16,0 0 0-16,0 0-105 16,0 0-72-16,0 0-15 15,0 0-3-15,14-27 0 16,-11 2 37-16</inkml:trace>
  <inkml:trace contextRef="#ctx0" brushRef="#br0" timeOffset="63957.88">24143 16472 294 0,'0'0'168'15,"0"0"-50"-15,0 0-29 16,0 0 1-16,0 0-2 16,10-17-20-16,-10 17-35 15,9-31-28-15,-6 8 2 16,1-5-3-16,3-6 4 15,-4-8-4-15,6 1 0 16,-2-6-2-16,3 0 1 16,-1 4-2-16,5 3-2 15,-5 4 2-15,1 5-3 16,2 5 2-16,-1 8 1 0,-11 18 1 16,12-19 5-16,-12 19 2 15,0 0 2-15,0 0-2 16,0 0-9-16,17 28 0 15,-13-4 0-15,4 7 0 16,3 6 0-16,4 6 0 16,-1 5 0-16,5 6 0 15,0 5 0-15,0-4 0 16,4 1 0-16,0-3 0 0,-1-2 0 16,-1-1 0-1,2-3 0-15,-1-6 0 16,-3-5 0-16,-3-1 0 15,-2-4 0-15,1-5 0 0,-4-3 0 16,-6-6 0-16,-5-17 0 16,3 19 0-16,-3-19 0 15,0 0 0-15,0 0 0 16,-26 0 0-16,26 0 0 16,-31-9 0-16,9 6 0 15,-1-2 0-15,-3 1 0 16,-4 3 0-16,4-1 0 0,-3 2 0 15,3 0 0 1,3 2 0-16,4 1 0 16,19-3 0-16,-26 5 0 15,26-5 0-15,0 0 0 0,0 0 0 16,0 0 0-16,0 0 0 16,23-17 0-16,-4 10-5 15,0-9-19-15,7 3 7 16,3-7 5-16,8 1 10 15,5-1 4-15,3 1 0 16,3 0 1-16,4 0 0 16,4 3 0-16,-4 4 1 15,0 3-1-15,-7 1-1 16,0 1 0-16,-10 3-2 16,-5-1-9-16,-4 3-99 15,-12 0-43-15,-14 2-7 16,0 0-1-16,-4-22-6 0,4 22 1 15</inkml:trace>
  <inkml:trace contextRef="#ctx0" brushRef="#br0" timeOffset="65273.82">21595 14594 615 0,'0'0'182'0,"19"-2"-16"16,-19 2-106-16,0 0-60 16,0 0-4-16,0 0-10 15,0 0-3-15,3 17-2 16,-3-17 3-16,0 0 5 16,0 0 6-16,7 23 4 15,-7-23 0-15,19 31 4 16,-3-5 4-16,5 9-1 15,1 6-1-15,10 8-4 16,-3-1-4-16,1 6 0 16,3-4 3-16,-6-1 0 0,-1-10 0 15,-3-7 0-15,-2-8 3 16,-9-9-3-16,-12-15-3 16,26 18-6-16,-26-18-1 15,0 0-1-15,16-19 1 16,-13 0-1-16,0-7-1 15,1-7 1-15,-1-9 4 16,1-3 7-16,-1-7 0 16,3-1 1-16,-3-1-2 15,1 4 2-15,2 5-2 16,1 7 1-16,-1 6-1 16,-3 8 2-16,4 7 0 15,-7 17 5-15,7-17 4 0,-7 17 5 16,0 0-2-16,0 0 0 15,16 20-1-15,-16-20-2 16,26 35 0-16,-4-13-5 16,1 4-3-16,6 4-5 15,1-2 2-15,-2-1 0 16,5-4 3-16,-7-1-1 16,0-6 1-16,-4-2 0 15,-3-6 0-15,-19-8-1 16,23 9-1-16,-23-9-8 15,0 0 1-15,17-7-1 16,-17 7 0-16,5-24 1 16,-1 3-1-16,-4-7 2 0,0-6 1 15,0-9 9-15,-5-8-1 16,1-1-4-16,1-1 2 16,-1 3-6-1,1 1 5-15,3 6-6 0,-4 8 4 16,8 7-4-16,-4 11 5 15,0 17 7-15,3-15 2 16,-3 15-26-16,0 0-72 16,0 0-37-16,0 0-17 15,0 19-8-15,0-19-15 16,23 19-6-16</inkml:trace>
  <inkml:trace contextRef="#ctx0" brushRef="#br0" timeOffset="65539">22600 14393 502 0,'0'0'144'15,"0"0"-13"-15,0 0-26 16,0 0-38-16,0 0-76 16,0 0-2-16,15-10-1 15,-15 10 4-15,18-7 5 16,-18 7 1-16,26-11 1 15,-11 4 1-15,1 2 0 16,1-2 0-16,2 2-1 16,-19 5-63-16,30-8-48 0,-30 8-29 15,16 8-6-15,-16-8-3 16,3 24 10 0,-6-5 6-16</inkml:trace>
  <inkml:trace contextRef="#ctx0" brushRef="#br0" timeOffset="65754.16">22674 14573 223 0,'-15'26'141'16,"-3"-5"-11"-16,6 0-14 16,-5-8-7-16,12 3-14 15,5-16-14-15,-11 16-22 16,11-16-37-16,0 0-27 16,0 0-2-16,30 0 1 15,-11-4-4-15,3 1 2 0,8-2 3 16,3-4-1-1,-2-2 2-15,2-4-42 16,0-1-77-16,-2 2-38 16,-8-13-11-16,3 4 1 0,-12-10-2 15</inkml:trace>
  <inkml:trace contextRef="#ctx0" brushRef="#br0" timeOffset="66153.42">23108 14050 493 0,'0'0'170'16,"-8"-22"2"-16,8 22-107 0,-11-16-49 15,11 16-2-15,0 0-2 16,0 0-1-16,0 0 0 15,-15 14-2-15,15 2-6 16,0 10-6-16,5 5 2 16,-2 12-2-16,8 6 4 15,1 11 1-15,2 6-5 16,5 0 5-16,0 1-5 16,-2-6 6-16,2-4-6 15,0-9 6-15,-3-3-7 16,-2-12 3-16,-5-5 2 15,-2-9-1-15,0-3 1 16,-7-16 8-16,0 0-65 0,0 0-56 16,0-16-45-16,-4-6-15 15,8 3 1-15,-4-13-6 16,8-2 46-16</inkml:trace>
  <inkml:trace contextRef="#ctx0" brushRef="#br0" timeOffset="66625.78">24233 13337 425 0,'0'31'175'0,"-9"-13"-40"15,-1 2-53-15,7 10-8 16,-13 5-4-16,6 13-46 15,-6 7-26-15,-3 15 0 16,-4 14 0-16,1 13 0 0,-4 11-3 16,0 4 6-16,-4 4-1 15,4-2-2 1,0-3 3-16,3-7-3 0,1-12 5 16,6-11-4-16,-1-12 3 15,5-6-6-15,5-13 3 16,0-7 0-16,2-10 0 15,1-12-55-15,4-21-91 16,4 26-29-16,-4-26-8 16,5-18-2-16,-2-14-2 15</inkml:trace>
  <inkml:trace contextRef="#ctx0" brushRef="#br0" timeOffset="67506.39">24506 14277 135 0,'0'0'142'0,"-23"7"-17"15,1-16-11-15,22 9 2 0,-35-17-3 16,17 8 3-16,-8-8-13 16,26 17-44-1,-34-22-59-15,34 22 0 16,-26-18 0-16,26 18 0 16,0 0 0-16,-18-12 0 0,18 12 0 15,0 0 0-15,18-8 0 16,-18 8-2-16,34-21-24 15,-4 0 5-15,6 0 8 16,6-5 8-16,10 0 6 16,0-1-1-16,12-3 1 15,-1 1-2-15,-2 3 3 16,-2 5-1-16,-2 4 4 16,-8 6 2-16,-6 1 3 15,-5 10-2-15,-8 7-2 16,-11 8 1-16,-4 8-3 15,-4 6 1-15,-11 9-3 0,-4 7-2 16,-4 7-4-16,-10 2 3 16,-1 1-1-16,0 3 4 15,-7-3 1-15,0-1-4 16,-4-6 5-16,1-3-6 16,-2-5 5-16,5-5-4 15,-4-3 5-15,4-6-7 16,4-5 3-16,2-5-1 15,20-16-2-15,-20 19 2 16,20-19 1-16,0 0-3 16,0 0-6-16,0 0 1 15,0 0 0-15,17-4 1 16,-17 4 3-16,26-7-2 0,-7 2 0 16,4 0 2-16,-1 0 6 15,8-2-1-15,3 0 1 16,1 0 0-16,-1 0 1 15,6-3-2-15,-3 1 2 16,6 0 0-16,-6-1 1 16,2 0 7-16,1-1-7 15,-6 1 7-15,0 1-7 16,-4 1 8-16,-10 1-8 16,0 0-4-16,-19 7 0 15,19-4 0-15,-19 4 0 16,0 0 0-16,0 0 0 15,0 0-69-15,0 0-62 0,0 0-25 16,-19-17-2-16,19 17-6 16,4-36 1-16,4 10-7 15</inkml:trace>
  <inkml:trace contextRef="#ctx0" brushRef="#br0" timeOffset="67805.62">25479 14173 450 0,'-17'16'173'0,"17"-16"-40"16,-22 26-35-16,22-26-6 15,-9 15-16 1,9-15-75-16,0 0-1 15,0 0 0-15,31 9 0 0,-14-9 0 16,11-2 0-16,-2 1 0 16,0-3 0-16,7 2 0 15,-3-1-13-15,1 3-77 16,-5-2-55-16,-9-1-30 16,3 6-7-16,-20-3 0 15,0 0-1-15</inkml:trace>
  <inkml:trace contextRef="#ctx0" brushRef="#br0" timeOffset="68025.77">25570 14438 379 0,'-11'17'185'0,"11"-17"-19"16,-19 16-53-16,19-16-19 15,0 0-21-15,0 0-60 16,16 14-13-16,-16-14 0 15,26-7 0-15,-12 2 0 16,5-6 0-16,0-2-82 16,3-3-68-16,8 2-25 15,-7-10-8-15,6 5-3 0,-6-9 3 16</inkml:trace>
  <inkml:trace contextRef="#ctx0" brushRef="#br0" timeOffset="68834.35">25997 14308 276 0,'3'16'178'15,"-3"-16"1"-15,0 0-71 16,-5-24-34-16,2 3-4 15,6-2-6-15,-6-11-20 16,3-4-40-16,0-9 4 16,0-2-1-16,-4-2 2 15,8-1-7-15,-8 1-2 0,4 8 0 16,-3 3 0-16,3 7 0 16,-4 7 0-16,1 7 0 15,3 19 0-15,-4-20 0 16,4 20 0-16,0 0 0 15,0 0 0-15,-5 15-3 16,5 3 0-16,2 6 2 16,5 9 0-16,0 6 1 15,5 13-1-15,5 6 4 16,-1 4-3-16,6 2 3 16,1 3-3-16,3-3 3 15,-4 2-3-15,1-3 0 16,0-10 0-16,-3-1 0 0,-4-7 0 15,0-3 0-15,-2-8 0 16,-6-4 0-16,-1-8 0 16,-3-3 0-16,-4-19 0 15,3 25 0-15,-3-25 0 16,0 0 0-16,0 0 0 16,-7 17 0-16,7-17 0 15,0 0 0-15,-26 3 0 16,26-3 0-16,-29 7 0 15,10-2 0-15,-4 2 0 16,-7 2 0-16,4 0 0 16,0 1 0-16,-1 0 0 15,1-1 0-15,5-2 0 0,5 0 0 16,16-7 0 0,-19 9 0-16,19-9 0 0,0 0 0 15,0 0 0 1,19-14 0-16,4 3 0 0,-1-1 0 15,8-3 0-15,3 1 0 16,8-4 0-16,5 5 0 16,-1-1 0-16,3 2 0 15,1 0 0-15,-6 1 0 16,-5 2 0-16,-5-1 0 16,-7 5-3-16,-6-9-121 15,-8-2-50-15,-5 1-2 16,-7-4-6-16,0 2 3 0,-11-4-3 15</inkml:trace>
  <inkml:trace contextRef="#ctx0" brushRef="#br0" timeOffset="71590.31">11227 17907 81 0,'0'0'35'16,"0"0"5"0,0 0-3-16,0 0-4 15,-4-19 2-15,4 19 1 16,4-19 1-16,-4 19-1 0,3-16 9 16,-3 16 13-16,0 0 13 15,0 0 18-15,0 0-5 16,0 0-5-16,0 0-3 15,0 0-6-15,0 0-19 16,-30 11-21-16,30-11-30 16,-22 15 0-16,8-6 0 15,14-9-1-15,-26 21-12 16,10-6-17-16,16-15-18 16,-19 25-18-16,19-25-22 15,-17 15-29-15,17-15-28 16,0 0-15-16,-2 19-8 15,2-19 9-15,0 0 132 0</inkml:trace>
  <inkml:trace contextRef="#ctx0" brushRef="#br0" timeOffset="80885.89">21793 17905 114 0,'0'0'39'0,"0"0"0"16,0 0-3-16,0 0-1 16,0 0 1-16,0 0 2 0,0 0 3 15,0 0-2-15,0 0-1 16,0 0-5-16,0 0-15 15,0 0-23-15,0 0-36 16,0 0-41-16,0 0-36 16,6-15-22-16,-6 15 21 15,0-44 119-15</inkml:trace>
  <inkml:trace contextRef="#ctx0" brushRef="#br0" timeOffset="88554.67">18845 17904 13 0,'0'0'3'15,"0"0"0"-15,0 0-1 16,0 0 0-16,0 0-1 0,0 0 0 15,0 0 3-15,0 0-1 16,0 0 0-16,0 0-1 16,0 0 2-16,0 0 1 15,0 0 0-15,0 0 1 16,0 0 0-16,0 0 0 16,0 0 1-16,0 0 0 15,0 0 0-15,0 0-1 16,0 0 2-16,0 0-1 15,0 0 0-15,0 0 0 16,0 0-1-16,0 0 0 16,0 0-1-16,0 0-2 15,0 0-2-15,0 0 0 0,0 0-1 16,0 0 1-16,0 0 0 16,0 0 0-16,0 0 1 15,0 0 1-15,0 0 0 16,0 0 1-16,0 0 2 15,0 0 1-15,0 0 2 16,0 0-1-16,0 0-1 16,0 0 1-16,0 0 0 0,0 0-1 15,0 0-1 1,0 0-3-16,0 0 0 16,0 0 7-16,0 0 2 15,0 0 1-15,0 0 1 0,0 0 2 16,0 0 5-16,0 0 4 15,0 0 1-15,0 0-4 16,0 0-4-16,0 0-1 16,0 0-4-16,0 0-5 15,0 0-32-15,0 0-29 16,0 0-26-16,-19-7-29 16,19 7-3-16,-10-32 38 15,6 12 73-15</inkml:trace>
  <inkml:trace contextRef="#ctx0" brushRef="#br0" timeOffset="89298.2">15042 16564 67 0,'0'0'29'15,"0"0"0"-15,0 0 0 0,0 0-2 16,0 0 0-1,0 0-3-15,0 0-4 16,0 0-1-16,0 0-3 16,0 0-2-16,0 0-6 0,0 0-7 15,0 0-18-15,0 0-24 16,0 0-29-16,0 0-25 16,15-18 9-16,-20-2 86 15</inkml:trace>
  <inkml:trace contextRef="#ctx0" brushRef="#br0" timeOffset="91034.43">23048 15035 132 0,'0'0'83'0,"0"0"35"16,0 0-5-16,0 0-7 16,15 2-11-16,-15-2-6 15,23 5-6-15,-4 2-17 16,-5-7-25-16,12 4-39 0,-4-4 0 16,4 1-1-16,0-1 0 15,0-3-1-15,0 1 0 16,-3-1-1-16,0-1 1 15,-8 1-1-15,-15 3-1 16,19-2 1-16,-19 2 0 16,0 0 1-16,0 0 1 15,0 0 0-15,0 0 3 16,0 0 2-16,0 0 3 16,7 16 3-16,-7-16 1 15,0 0-1-15,0 0-1 16,0 0-1-16,0 0-2 15,-15 10-2-15,15-10-2 0,0 0-4 16,0 0-1-16,0 0-50 16,0 0-50-16,0 0-49 15,-4-22-28 1,4 22-4-16,0 0 0 0,0 0 5 16</inkml:trace>
  <inkml:trace contextRef="#ctx0" brushRef="#br0" timeOffset="91938.07">23160 16643 105 0,'0'0'55'0,"0"0"1"15,30-5-1-15,-8 2 5 16,4-2 13-16,4-4 16 16,8 4-4-16,-1-4-8 15,4 4-11-15,-4-6-3 16,1 6-10-16,-5-2-11 15,2 6-19-15,-6-3-17 16,-6 2-5-16,-1 2 0 16,-8 2 2-16,-14-2 2 15,19 5 1-15,-19-5 2 0,0 0 0 16,0 0 1-16,4 18 0 16,-4-18-2-16,0 0 0 15,-14 17-3-15,14-17-1 16,-16 14-1-16,16-14-2 15,-19 14 0-15,19-14 1 16,-17 17 0-16,17-17-1 16,0 0-1-16,-19 12 0 15,19-12-2-15,0 0-65 16,0 0-51-16,0 0-37 16,0 0-22-16,0 0-2 15,7-22-4-15,-7 22 92 16</inkml:trace>
  <inkml:trace contextRef="#ctx0" brushRef="#br0" timeOffset="92921.77">24464 17140 100 0,'-16'7'50'16,"16"-7"5"-16,-26 16 6 0,26-16 4 15,-17 12 4-15,17-12-2 16,0 0 0 0,0 0 5-16,0 0 1 15,0 0-16-15,0 0-8 0,0 0-12 16,14-4-5-16,-14 4-8 16,29-7-5-16,-10 4-15 15,4-2-8-15,7 0 6 16,1-4 1-16,5 0 0 15,2 1-1-15,2-3 0 16,5 1 0-16,-3-2 1 16,3 1-1-16,-5 1 0 15,2 0-1-15,-6 1 0 16,-1 0 0-16,-9 4-1 16,-3 0 1-16,-8 1-2 15,-15 4 2-15,21-1-2 16,-21 1 1-16,0 0 0 0,0 0 1 15,0 0-1-15,0 0 1 16,0 0-1-16,0 0 1 16,0 0-1-16,0 0 1 15,0 0-1-15,0 0 0 16,0 0-1-16,0 0 1 16,0 0 0-16,0 0 0 15,0 0-1-15,0 0 1 16,0 0 0-16,0 0 0 15,0 0 0-15,0 0-1 16,0 0 1-16,0 0 0 16,0 0 0-16,0 0 1 15,0 0-3-15,0 0 3 0,0 0 0 16,0 0-1-16,0 0 0 16,0 0-1-16,0 0 1 15,0 0-1-15,0 0 1 16,0 0 0-16,0 0-1 15,0 0 1-15,0 0 1 16,0 0-1-16,0 0 0 16,0 0 0-16,0 0-10 15,0 0-81-15,4-16-70 16,-4 1-9-16,-18-20-5 16,3-5-2-16,-22-17 41 15</inkml:trace>
  <inkml:trace contextRef="#ctx0" brushRef="#br0" timeOffset="98457.71">27800 7928 108 0,'0'0'48'15,"0"0"-5"-15,0 0 1 0,0 0 0 16,12 26 4-16,-12-5-5 15,4 10-8-15,3 9-8 16,-4 13-3-16,4 10 1 16,2 9-4-16,-2 8-4 15,0 8-5-15,-2 2 3 16,2 0-3-16,0-3 3 16,-4-4-3-16,1-7 5 15,-4-2 0-15,5-8 8 16,-8-10 6-16,6-8 2 15,-3-6-4-15,4-6 1 16,-4-5-4-16,3-5-1 16,-3-10-5-16,0-16-6 0,3 24-9 15,-3-24-2-15,0 0 4 16,0 15-2-16,0-15 0 16,0 0-1-16,-19-24-2 15,9 9 2-15,-2-6-2 16,-6-3-4-16,3-6-1 15,-4-3 0-15,5 0 2 16,-2 2-1-16,1 0-1 16,4 3-2-16,4 2 1 0,2 4-2 15,5 3-1 1,0 19-7-16,0-23-22 16,0 23-25-16,0 0-31 0,16 0-17 15,-16 0-14-15,19 30-8 16,-9-9-13-16,6 17-4 15</inkml:trace>
  <inkml:trace contextRef="#ctx0" brushRef="#br0" timeOffset="106901.32">19671 17052 149 0,'-3'33'88'0,"1"-9"16"15,2-3 6-15,0 5-1 16,-3-4-13-16,6 3-8 16,-6-10-14-16,6 2-14 15,-3-17-24-15,-3 18-24 16,3-18-43-16,0 0-17 16,0-19-8-16,-7-11 0 15,10-6-2-15,-10-20-4 0,7-8 5 16,-3-17-1-16,3-9 30 15,3-14 14-15,4-8 12 16,5-9-23 0,6-9-19-16,8 2-15 0,2-9-14 15,15 7-10-15,2-10-7 16,16 15 9-16</inkml:trace>
  <inkml:trace contextRef="#ctx0" brushRef="#br1" timeOffset="126370.36">9232 17661 63 0,'0'0'41'16,"0"0"3"-16,0 0-1 16,0 0-5-16,0 0-7 15,0 0-6-15,0 0-12 16,0 0-24-16,0 0-24 15,0 0-19-15,0 0-13 16,0 0-17-16,0 0 38 16,4-24 46-16</inkml:trace>
  <inkml:trace contextRef="#ctx0" brushRef="#br1" timeOffset="126554.49">9303 17530 34 0,'0'0'39'0,"0"0"-21"15,0 0-12-15,-8 17-13 16,8-17-17-16,0 0-14 16,0 0 11-16,0 0 27 15,15 21 0-15</inkml:trace>
  <inkml:trace contextRef="#ctx0" brushRef="#br1" timeOffset="126775.66">9371 17545 111 0,'0'0'32'0,"0"0"-28"16,0 0-27-16,0 0-24 15,-16 0-25-15,16 0 68 16,0 0 4-16</inkml:trace>
  <inkml:trace contextRef="#ctx0" brushRef="#br1" timeOffset="135033.41">9161 17452 93 0,'3'17'45'16,"-3"-17"3"-16,0 19 3 15,0-19-2-15,4 17 7 16,-4-17 1-16,0 0 16 16,3 18 22-16,-3-18-5 15,0 0-6-15,0 0-5 16,0 0-9-16,0 0-9 15,0 0-10-15,0 0-30 0,0 0-21 16,0 0 0-16,0 0 0 16,0 0 0-16,-17 0 0 15,17 0 0-15,-19-16 0 16,19 16 0-16,-33-21 0 16,14 9 0-16,0-3 0 15,-4-3 0-15,1-1 0 16,2 0 0-16,-6 2 0 15,6-4 0-15,-3 0 0 16,0-3 0-16,-3 0 0 16,0-2 0-16,4 0 0 15,-6-3 0-15,-1-3 0 16,-4 1 0-16,3-2 0 0,-1 1 0 16,-2-1 0-16,3 0 0 15,-3 3 0-15,6-1 0 16,0 3 0-16,1-1 0 15,4 1 0-15,1-1 0 16,2 3 0-16,0-2 0 16,3 1 0-16,6-1 0 15,-2 0 0-15,1 0 0 16,4 3 0-16,-1-1 0 16,1-2-1-16,0 4 1 15,3-6 1-15,-1-1-3 16,-2 0 4-16,4 1-5 15,3-2 4-15,-4 0-5 0,4-2 6 16,0-1-6-16,4 2 2 16,3-3 2-16,-2-4-2 15,2 0 2 1,0-1-1-16,1-3 1 0,3-1-2 16,3-1 0-16,-2-1 1 15,3-1 1-15,-1 3-1 16,5 0 2-16,-3 0-1 15,5 1 0-15,-2 3 0 16,4 1 3-16,-4 2-6 16,0 1-2-16,0 5 4 15,2 0-4-15,-6 5 2 0,4 1-2 16,-5 3 3-16,-2 2-4 16,6 4 6-1,-18 17 0-15,24-29-1 16,-7 15 1-16,3 2 0 15,2-2 0-15,1 2-2 0,3 0 2 16,0-2 0-16,3 0 0 16,6-2-2-16,-2 3 2 15,3-1 1-15,-1-2-1 16,2-1 1-16,4 0 1 16,1-3-2-16,1 3 0 15,2 0 1-15,-3 0 0 16,3-1-2-16,4 3 0 0,-4 1 0 15,-5 3 0-15,8-1 1 16,-2 4 0 0,-1 1 0-16,0 0 0 15,0 2 0-15,4-1 0 0,-3 5 0 16,0-1 0-16,-1 2 0 16,0 2 1-16,-3-1-1 15,-3 5 0-15,0 2 0 16,-1 3 0-16,-5 1 1 15,3 2-1-15,-5-1 1 16,-1 1-2-16,0 4 3 16,-4-3-2-16,3 3 1 15,-6-3-1-15,-1 2 0 16,-3 1 0-16,4-1 0 16,-4 2 0-16,-2 0 1 15,2 0-2-15,0 0 2 16,1 2-1-16,-3 1 2 0,2-1-2 15,0 3 0-15,0 4 5 16,-1-2-3-16,1 4 2 16,-4 2-2-16,3 3 3 15,-6 0-4-15,3-1 3 16,-4 4-2-16,-4-3-2 16,1 5 1-16,-1-4-2 15,0 1 1-15,-3-5 0 16,1 5 1-16,-5-3-1 15,7 3 0-15,-7-3-1 16,3-1 2-16,1 2 0 16,-4-1-1-16,0 3 0 15,0-3 1-15,0 1-3 0,-4-2 3 16,1 0 0-16,-4 1-1 16,4-4-2-16,-3-4 2 15,-1 0 3-15,0-4-3 16,4 3 5-16,-6-3-8 15,6-1 7-15,-4 0-6 16,0 1 7-16,2 1-7 16,-2 1 3-16,-4 2-2 15,3 0 2-15,-3 0 1 16,3 1-2-16,-6 3 1 16,2-1-1-16,-2 2 0 15,-2 2 0-15,2-2 0 16,-1 1 0-16,-1-3 0 0,2-1 0 15,2-2 0 1,-2-2 0-16,5-3 0 0,-1-2 0 16,0-2 0-16,1 0 0 15,2-1 0-15,7-16 0 16,-12 28 0-16,12-28 0 16,-11 27 0-16,11-27 0 15,-10 26 0-15,10-26 0 16,-9 28 0-16,2-12 0 15,0 1 0-15,2 2 0 16,-2 2 0-16,-3-2 0 16,5 2 0-16,-6-4 0 15,4 0 0-15,7-17 0 0,-8 24 0 16,8-24 0-16,0 0 0 16,0 0 0-1,0 0 0-15,0 0 0 16,0 0 0-16,0 0 0 0,0 0 0 15,0 0 0-15,0 0 0 16,0 0 0-16,0 0 0 16,0 0 0-16,0 0 0 15,0 0 0-15,0 0 0 16,0 0 0-16,0 0 0 16,0 0 0-16,0 0 0 15,-18 0 0-15,18 0 0 0,-15-26 0 16,4 7 0-16,-1-8 0 15,-4-6 0 1,-1-5 0-16,-2-4 0 16,0 1 0-16,5-1-1 0,-2 2 2 15,6 2-4-15,-2 4 3 16,5 4-1-16,0 6 2 16,2 5-1-16,1 3 2 15,4 16-1-15,0-22-1 16,0 22 0-16,0 0 0 15,0 0-2-15,0 0 2 16,0 0 1-16,0 0-1 16,4 17 0-16,1-1 1 15,2 4-1-15,0 6 0 16,0 2 0-16,5 7 0 16,-2 1 0-16,6-1 0 15,-6 1 0-15,-1 2 0 0,1-2 0 16,-1-3 0-16,-2-1 0 15,0-3 0-15,0-3 0 16,-2-2 0-16,-1-3 0 16,-1-2 0-16,4-2 0 15,-7-17 0-15,9 25 0 16,-9-25 0-16,0 0 0 16,10 17 0-16,-10-17-1 15,0 0-2-15,0 0 1 16,0 0-1-16,0 0 1 15,19 0-1-15,-19 0 2 16,18 0-1-16,-18 0 1 16,26-4 1-16,-11-1-1 0,1-2 1 15,3-3 0-15,5-4 2 16,-1-2-2-16,5-3 1 16,1-1-2-16,8-5 1 15,-3-2 0-15,6 1 1 16,2-2-2-16,-1 0 1 15,3 1 0-15,-6 6 2 16,0 0-1-16,-8 6 0 16,-4 1 1-16,-7 5-2 15,-19 9 1-15,22-7-1 16,-22 7 1-16,0 0-2 16,0 0 2-16,0 0-1 15,0 0 1-15,0 0-1 0,0 0 1 16,0 0 0-16,0 0-1 15,0 0 2-15,0 0-1 16,0 0 1-16,0 0-23 16,11-19-87-16,-11 2-52 15,0-14-12-15,0-4-2 16,-7-14-1-16,3-1-2 16</inkml:trace>
  <inkml:trace contextRef="#ctx0" brushRef="#br1" timeOffset="137157.93">7446 14691 459 0,'0'0'187'15,"-23"-23"-56"-15,23 23-30 16,-19-22-20-16,19 22-26 16,-17-19-46-16,17 19-9 15,0 0 0-15,0 0 0 16,0 0 0-16,0 0 0 15,-16-12 0-15,16 12 0 0,0 0 0 16,0 0-3-16,0 0-3 16,4 19 1-16,-4-19 0 15,15 29 0 1,-1-6 2-16,5 6 0 16,7 4 3-16,6 5 1 0,4-2 2 15,0 2-1-15,3-3 0 16,-5-2-1-16,3-5 2 15,-4-6-3 1,-4-5 2-16,-6-3-2 0,-4-3 1 16,-19-11-1-16,23 12 0 15,-23-12 0-15,0 0 1 16,15 7-1-16,-15-7 0 0,0 0 4 16,0 0-2-1,7-18 1-15,-7 18 0 0,4-27-1 16,-4 4-2-16,0-6 0 15,-4-6 0-15,1-6 0 16,-1-6 0-16,-5-3 0 16,3 0-2-16,-1-1 2 15,0 1 2-15,-2 5-5 16,6 7 6-16,-1 5-5 16,1 7 4-16,-1 7-4 15,4 4 3-15,0 15-6 16,0 0 2-16,0 0 2 15,0 0-7-15,17 20 6 0,-1 6-6 16,10 4 7-16,4 6-4 16,8 4 6-1,2 3-4-15,1 2 3 16,5-2 1-16,-5-6 1 0,-4-8 1 16,-3-1-2-16,-8-7 2 15,-3-6-2-15,-2-4 1 16,-21-11 0-16,22 10 0 15,-22-10 0-15,0 0 0 16,6-21-1-16,-12 2-1 16,-8-7 1-16,-1-5-2 15,-4-7 2-15,-7-9 0 16,-4-1-4-16,1-2 6 0,-1-1-7 16,-1 3 7-1,5 5-6-15,0 3 7 16,7 7-7-16,1 7 5 15,6 5 0-15,12 21 3 0,-14-26-1 16,14 26-2-16,0 0-2 16,4-19-70-16,-4 19-72 15,26-1-33-15,-26 1-2 16,36-6-9-16,-17-4 2 16</inkml:trace>
  <inkml:trace contextRef="#ctx0" brushRef="#br1" timeOffset="138014.54">8392 14372 128 0,'0'0'67'16,"0"0"20"-16,-19 4 29 15,19-4 7-15,0 0-8 16,0 0-13-16,0 0-4 16,0 0-19-16,0 0-16 15,0 0-27-15,0 0-27 16,0 0-13-16,-11 15-1 0,11-15 4 15,0 0 3-15,0 0 6 16,0 0-8 0,0 0 0-16,0 0 0 15,18-3 0-15,-18 3 0 0,0 0 0 16,0 0 0-16,0 0 0 16,0 0 0-16,0 0 0 15,15-16 0-15,-15 16 0 16,0 0 0-16,0 0 0 15,0 0-2-15,0 0-77 16,0 0-44-16,19-10-20 16,-19 10-8-16,0 0 5 15,23-14-4-15,-23 14 13 0</inkml:trace>
  <inkml:trace contextRef="#ctx0" brushRef="#br1" timeOffset="138269.72">8470 14440 560 0,'-3'28'138'0,"3"-28"-5"16,0 24-24-16,0-24-51 16,0 0-51-16,10 15-2 15,-10-15 2-15,0 0-1 16,16-19-6-16,-16 19 0 15,26-26 0-15,-13 11 0 16,3-4 0-16,-4-4-85 16,9 4-53-16,-9 4-33 15,-1-4-8-15,-11 19-6 0,12-25 2 16</inkml:trace>
  <inkml:trace contextRef="#ctx0" brushRef="#br1" timeOffset="139006.25">8664 14083 333 0,'0'0'177'15,"0"0"-31"-15,0 0-40 16,0 0-25-16,0 0-16 15,0 0-22-15,-12 18-37 16,12-18-10-16,-10 24 3 16,6-9 0-16,1 6 2 0,1 3 1 15,-1 6-1-15,3 1 0 16,5 2-1-16,-2 0 1 16,8-2 0-16,-4-2 3 15,5-3 2 1,4-3 5-16,-3-4-2 0,3-5 2 15,1-2-2-15,-1-4 2 16,0-1-7-16,1-5-4 16,-1-2 0-16,-1-2 0 15,-15 2 0-15,23-5 0 16,-23 5 0-16,17-12 0 16,-17 12 0-16,12-26 0 15,-5 11 0-15,-7-4 0 0,4-2 0 16,-4-5 0-16,0-5 0 15,0-1 0-15,-4 0 0 16,1-1 0 0,-4-2 0-16,-2 2 0 0,-1 2-4 15,-1 5-9-15,-4 2-1 16,-1 6 1-16,-1 3-1 16,1 6 0-16,-3 6 1 15,3-1 4-15,-4 6 4 16,4-2 0-16,0 0 1 15,16 0-54-15,-17 5-46 16,17-5-30-16,0 0-18 16,0 0-10-16,10-22-2 15,1 1 24-15</inkml:trace>
  <inkml:trace contextRef="#ctx0" brushRef="#br1" timeOffset="139443.56">9060 13484 256 0,'0'0'150'16,"7"-22"-18"-16,-7 22-11 16,0 0-17-16,0 0-9 15,0 0-21-15,0 0-34 16,0 0-42-16,-14-2-4 15,14 2-3-15,-5 26 3 16,5-3 1-16,0 8-1 16,2 9 2-16,5 11-1 0,-4 12 2 15,8 11 2-15,-3 13 5 16,6 6-4-16,2 4 2 16,-1 7 0-16,-1 0-3 15,2-2 3-15,1-3-4 16,-1-9 3-16,0-9-4 15,-3-8 3-15,-4-11-4 16,2-8 1-16,-5-13 2 16,0-10-2-16,-3-6 3 15,-3-8 0-15,0-17 2 16,0 16-35-16,0-16-45 16,-3-28-38-16,3 4-23 15,-2-9-14-15,11-4-11 0,-9-13-10 16</inkml:trace>
  <inkml:trace contextRef="#ctx0" brushRef="#br1" timeOffset="140180.07">9366 14189 340 0,'0'0'152'0,"0"0"-26"15,-18 15-18-15,18-15-25 16,-26 19-15-16,11-12-21 16,15-7-12-16,-23 19-31 0,23-19-4 15,-19 11 2-15,19-11 1 16,0 0 8-16,0 0-1 16,0 0 2-1,26-23-3-15,-26 23 1 0,26-27-7 16,-10 9-3-16,6-1 0 15,-6-1 0-15,5-3 0 16,1 1 0-16,-3 1 0 16,0 3 0-16,-3 3 0 15,-16 15-7-15,21-17-9 16,-21 17 1-16,0 0 1 16,16 8-2-16,-16-8 2 0,0 35 0 15,3-11 5-15,-3 11 6 16,4 6 4-16,-4 6-2 15,3 5 1-15,-6 7 1 16,3 1-4-16,-7-1 4 16,3-2-5-16,-3-5 4 15,2-3-4-15,-2-10 6 16,0-4-6-16,4-9 3 16,-1-9 2-16,4-17-1 15,0 19 1-15,0-19 5 16,0 0 7-16,0 0 1 15,0 0-1-15,14-17 2 16,-14 17-2-16,16-19 1 0,-16 19-3 16,19-21-4-16,-19 21-10 15,26-24-1 1,-9 8 0-16,6 3-2 16,-4 1-2-16,7-1 0 0,-7 1 1 15,7 4 0-15,-3-1 1 16,-1 4-1-16,-3 0 2 15,-1 3-1-15,-18 2 3 16,29-4 0-16,-29 4 1 16,23-1 0-16,-23 1 1 15,19-4-64-15,-19 4-49 16,12-22-32-16,-12 22-18 16,7-37-5-16,0 15 0 0,-7-11 68 15</inkml:trace>
  <inkml:trace contextRef="#ctx0" brushRef="#br1" timeOffset="140692.44">9793 14128 282 0,'-12'16'170'16,"12"-16"-36"-16,0 0-39 15,0 0-17-15,-18 14-6 16,18-14-8-16,0 0-27 16,0 0-24-16,0 0 0 15,26-12-1-15,-26 12-1 16,26-16-2-16,-12 6-1 16,5-1-4-16,0 3-4 0,0-3-2 15,-1 4-14-15,-18 7-59 16,28-14-34-16,-28 14-10 15,17 0 0-15,-17 0 0 16,0 0 6-16,3 21 6 16,-3-3 31-16,-7 2 69 15,1 3 51-15,-3 1 30 16,-2 0 31-16,1 4 5 16,-6-2-6-16,9 2-6 15,-8-9-15-15,8 3-11 16,-2-6-15-16,6-1-17 15,3-15-31-15,-4 19 1 16,4-19-1-16,0 0-1 0,0 0-1 16,26 11-1-16,-26-11-1 15,30-11-2-15,-11 3-30 16,0-11-79-16,7-6-41 16,0-4-20-16,4-14-8 15,1-1-4-15,5-7 8 16</inkml:trace>
  <inkml:trace contextRef="#ctx0" brushRef="#br1" timeOffset="141222.37">10397 13741 346 0,'0'0'127'16,"0"0"-8"-16,0 0-11 0,-18 26-16 15,3-9-19-15,4 4-33 16,-1 3-47-16,-2 2 9 15,2 0-1-15,2 1 3 16,1 1-3-16,-1-2 1 16,6 2 0-16,1-2 1 15,-2-2 0-15,6 4 1 16,3-4 0-16,3-2 2 16,0 1 0-16,1-2 1 15,6-6 0-15,2 3 0 16,-16-18 0-16,29 22 0 15,-13-12-2-15,1-1 0 0,-1-4 0 16,-16-5 0 0,26 9-2-16,-26-9-1 15,19 2-2-15,-19-2 1 16,17-5-1-16,-17 5-2 0,16-16 1 16,-16 16-2-16,19-24 2 15,-8 6 2-15,1-2 0 16,2-6-1-16,-2-4 0 15,-2 1 1-15,2-2 2 16,-5-4-1-16,0 0 2 16,-7 3-6-16,-3 0-2 15,-8 5-5-15,-1 4 1 16,-5 4-4-16,-6 2 0 0,1 3-1 16,-4 7 0-16,3-2-31 15,7 4-64 1,1 2-34-16,-3-6-18 15,18 9-5-15,-22-14-2 0,22 14 25 16</inkml:trace>
  <inkml:trace contextRef="#ctx0" brushRef="#br1" timeOffset="164659.18">1973 22304 458 0,'-19'19'201'16,"19"-19"-65"-16,-16 17-38 16,9 0-17-16,7-17-32 15,-19 33-49-15,12-9 0 16,0 2 0-16,4 7 0 15,-1 4 0-15,1 11 0 16,1 2-5-16,7 11-4 16,-1 3 3-16,-1 5 0 0,4 2 6 15,-3-2-3-15,4-3 4 16,-4-2 0 0,3-3 1-16,-4-9-1 15,1-9-6-15,-4-8 7 16,3-9-6-16,-1-6 5 0,-2-20-12 15,0 21 5-15,0-21 0 16,0 0 5-16,0-24-15 16,0 24-85-16,7-36-49 15,-11 1-22-15,8 2 2 16,-8-14-3-16,11 2-3 16</inkml:trace>
  <inkml:trace contextRef="#ctx0" brushRef="#br1" timeOffset="165401.71">2044 22510 306 0,'0'0'173'16,"-19"0"-34"-16,3-4-37 16,16 4-17-16,-22-5-20 15,22 5-22-15,-21-12-32 16,16-4-10-16,-2-3 0 15,7-5-1-15,3-5 3 16,2-4 1-16,9 2-4 16,2-4 2-16,6 4-3 15,4 3 4-15,4 7-1 16,3 6 3-16,-2 11-3 16,2 6-2-16,-3 7 5 15,-1 11-3-15,-6 3 5 0,-1 6-5 16,-6 4 3-16,-2 7-4 15,-5 0 2-15,-6 8 1 16,-6 1-1-16,-6 3 0 16,-5 7-3-16,-5-1 1 15,-7 3-4-15,-4-2 3 16,-4-4-3-16,-3-6 2 16,-1-8-4-16,2-6 0 15,4-13-5-15,3-9 6 16,10-7 0-16,1-7-1 15,18 1 1-15,-12-21-1 16,17 2 1-16,6-5 2 16,4-1 2-16,6 0-1 0,5-5-1 15,9 2 0-15,1 4 1 16,10-2-1-16,-1 7 2 16,7 2-1-16,3 5 1 15,3 3 0-15,1 7-1 16,-2 6 2-16,-5 3 1 15,0 5 3-15,-7 5-1 16,-5 6 2-16,-10 3 1 16,-8 7 1-16,-10-1-2 15,-5 5 1-15,-10 1-3 16,-8 2 1-16,-11 6-5 16,-4 1 3-16,-9-2-3 15,-5-2 3-15,-8-1-1 0,2-4-7 16,-2-3 6-16,6-6-7 15,4-8 8-15,5-11-13 16,10 2-29-16,1-12-54 16,22 0-47-16,0 0-25 15,-11-33-7-15,22 4 0 16,-2-11 0-16</inkml:trace>
  <inkml:trace contextRef="#ctx0" brushRef="#br1" timeOffset="165970.11">3023 22790 262 0,'0'0'166'15,"0"0"-29"-15,0 0-48 16,0 0-26-16,0 0-6 16,0 0-4-16,0 0-6 0,0 0-18 15,0 0-23-15,0 0-5 16,0 0 0-1,0 0-1-15,0 0 0 16,14-2 0-16,-14 2 0 16,26-1-1-16,-7-1 0 0,0 0 3 15,7 0-1-15,-3 2 0 16,3 0 0-16,-4 4 1 16,1-2-1-16,-1 5 0 15,-4-2 1-15,1 0 0 16,-4 4-1-16,1-2 0 15,-16-7 0-15,30 17 1 16,-13-12-4-16,-17-5 1 0,31 12-2 16,-17-7 1-1,2-3-2-15,-1-2 1 16,3 2 0-16,-18-2 0 16,22-4 2-16,-22 4 2 0,23-10-25 15,-23 10-68-15,12-23-50 16,-12 23-22-16,17-32-3 15,-17 32-2-15,23-35 22 16</inkml:trace>
  <inkml:trace contextRef="#ctx0" brushRef="#br1" timeOffset="167409.14">4288 22698 305 0,'0'0'136'0,"0"0"-7"15,-3-20-10 1,3 20-12-16,0-33-21 16,3 15-30-16,-6-9-34 0,6-4-20 15,-3-4 0-15,0-3-3 16,0-2 1-16,0-2-1 15,-3 1-1-15,3-1 5 16,0 3-3-16,0 6 6 16,-4 3-3-16,4 8 4 15,0 4-3-15,0 18 6 16,0-22-3-16,0 22 1 16,0 0-2-16,0 0 0 15,0 0-3-15,0 0-3 16,0 0-3-16,0 0-3 0,0 0-6 15,0 0 1 1,0 0 6-16,0 19-2 0,0-19 3 16,4 28-2-16,-1-6 8 15,3 9-2-15,1 6 7 16,3 8-5-16,2 3-1 16,2 13-5-16,5 3 4 15,-7 5-1-15,2 0-1 16,-2-3 3-16,-1-4-3 15,-4-1 2-15,-2-7-2 0,-5-6 3 16,0-6-2 0,0-6 1-16,0-7-2 15,-2-4 2-15,-1-5-2 16,3-20 1-16,-4 26-1 0,4-26 0 16,0 0 0-16,0 0 0 15,-3 16 0-15,3-16 0 16,0 0-1-16,0 0 2 15,0 0 3-15,0 0 2 16,-19 10-3-16,19-10 2 16,-18 11 0-16,18-11 1 15,-26 14 1-15,26-14 0 16,-31 15-4-16,12-6 0 0,-5 3 0 16,4 0 2-1,-2-5-2-15,-1 5 0 16,-3-7-2-16,4 0-2 15,3 1-1-15,0-1-1 0,5-5-1 16,14 0-1-16,-23-2-2 16,23 2-2-16,0 0 2 15,0 0 3-15,0 0-1 16,-12-21 2-16,12 21 2 16,0 0 1-16,19-19 1 15,-19 19 0-15,33-24 2 16,-10 14-1-16,4-8 1 15,6 6-3-15,9-8 1 16,-2 6-2-16,5-5 2 16,-3 3-2-16,1 2 1 15,-5 0 1-15,0 2 1 16,-1 0-1-16,-11 5 1 0,-3 2 1 16,-8 2 1-16,-15 3-1 15,19 0 1-15,-19 0 1 16,0 0-1-16,0 0 3 15,0 0-2-15,0 0 0 16,0 0 2-16,0 0-3 16,18 19-61-16,-18-19-69 15,0 0-37-15,0 0-9 16,0 0-1-16,19 15-4 16</inkml:trace>
  <inkml:trace contextRef="#ctx0" brushRef="#br1" timeOffset="171290.89">3919 23735 70 0,'0'0'126'0,"0"0"-58"0,0 0-35 16,0 0-14-16,-4 21-13 15,4-21-2-15,0 0 2 16,7 17 3-16,-7-17 10 15,0 0 31-15,0 0 26 16,0 0-1-16,0 0 0 16,0 0-3-16,0 0-4 15,0 0-7-15,0 0-15 16,0 0-25-16,0 0-18 0,2 16 0 16,-2-16-1-16,0 0-1 15,14 28 0-15,-4-9 2 16,-1 1-4-1,5 8 1-15,-2 0-2 16,3 1 2-16,3-3-2 0,-3 2 2 16,1-4-2-16,1-3-46 15,-1-2-72-15,3-3-42 16,-19-16-10-16,33 13-5 16,-33-13-2-16</inkml:trace>
  <inkml:trace contextRef="#ctx0" brushRef="#br1" timeOffset="171718.2">4498 23844 311 0,'0'0'152'0,"0"0"-21"16,0 0-16-16,0 0-12 16,0 0-21-16,0 0-24 15,0 0-54-15,0 0-3 16,0 0-4-16,0 19-1 16,0-19 1-16,-3 33-1 15,-1-5 4-15,-1 3 0 16,2 7-6-16,3 5 4 15,0 11-5-15,0 5 4 0,3 2-4 16,2-3 4-16,-1 3-3 16,3-6 4-16,-4-1 2 15,4-9-3-15,-1-7 2 16,-3-10-2-16,0-6 1 16,-3-22 2-16,7 19-28 15,-7-19-63-15,16-14-59 16,-9-8-20-16,5-6-9 15,-1-5 5-15,4-6 69 16</inkml:trace>
  <inkml:trace contextRef="#ctx0" brushRef="#br1" timeOffset="172297.61">5043 23808 364 0,'27'-5'178'16,"-27"5"-40"-16,0 0-49 15,0 0-15-15,0 0-22 16,15-2-31-16,-15 2-16 15,0 0-6-15,0 0 0 0,0 0 2 16,0 0 0-16,0 0 5 16,0 0 5-16,0 0-1 15,0 0 0 1,0 0 0-16,0 0-2 0,0 0 0 16,0 0-1-16,0 0-9 15,0 0-7-15,0 0 1 16,0 0 1-16,0 0 0 15,0 33 0-15,0-7-1 16,4 12 1-16,-1 5 7 16,1 7-1-16,-1 9-5 15,2 4 2-15,2 2 0 16,0-8 1-16,-3 6-3 0,1-15 2 16,2 1-2-16,0-13 3 15,-4-8 2 1,1-4-1-16,1-7 0 15,-5-17 1-15,7 19-2 0,-7-19 2 16,0 0-1-16,14 16 1 16,-14-16-1-16,0 0 0 15,19 16-64-15,-19-16-53 16,22 8-47-16,-22-8-3 16,16-22-9-16,-9-3 5 15</inkml:trace>
  <inkml:trace contextRef="#ctx0" brushRef="#br1" timeOffset="172594.81">5809 23230 594 0,'-7'17'180'15,"4"0"-58"-15,-1 9-103 16,4-1-17-16,-3 6-8 16,3 2 5-16,0-2-19 15,7 7-80-15,-4 0-54 16,-3-5-22-16,7 12 5 0,-11-9-9 15,4 11 72-15</inkml:trace>
  <inkml:trace contextRef="#ctx0" brushRef="#br1" timeOffset="173154.22">4346 25011 520 0,'-26'-23'191'0,"26"23"-35"0,-26-31-47 15,26 31-62-15,-16-24-47 16,16 24 0-16,0 0 0 16,0 0 0-16,0 0 0 15,0 0 0-15,0 0 0 16,0 28 0-16,14-4-2 15,1-2-4-15,-15-22 2 16,46 78 1-16,-46-78 8 16,59 101-82-16,-59-101-63 15,76 93-29-15,-76-93-9 0,66 76-1 16,-66-76-3-16</inkml:trace>
  <inkml:trace contextRef="#ctx0" brushRef="#br1" timeOffset="173613.55">5002 25115 365 0,'19'-19'186'0,"-19"19"-19"15,0 0-60-15,9-24-24 0,-9 24-12 16,0 0-34-16,0 0-37 16,0 0-3-16,0 0 13 15,0 0-10-15,-2 86 0 16,2-86 0-16,-4 85 0 15,4-85 0-15,-7 111 0 16,7-111 0-16,-10 116 0 16,10-116 0-16,-5 109 0 0,5-109-8 15,-7 86 0 1,7-86 14-16,0 0-7 16,-7 85-9-16,7-85 8 15,0 0-1-15,0 0 1 0,0 0-59 16,0 0-39-16,0 0-42 15,0 0-23-15,0 0-3 16,0 0-10-16,78-36-2 16</inkml:trace>
  <inkml:trace contextRef="#ctx0" brushRef="#br1" timeOffset="173981.81">5559 24917 353 0,'-3'26'179'0,"-1"-3"-15"16,1 5-41-16,-10-8-42 15,13-20-20-15,-6 87-25 16,6-87-26-16,-4 87 6 15,4-87-16-15,4 88 0 16,-4-88 0-16,10 112 0 16,-10-112 0-16,16 99-5 15,-16-99-13-15,15 90 3 16,-15-90 17-16,18 71 0 16,-18-71-1-16,0 0 0 15,0 0-37-15,0 0-43 0,0 0-30 16,0 0-41-16,0 0-29 15,0 0-1-15,0 0-5 16,0 0 113-16</inkml:trace>
  <inkml:trace contextRef="#ctx0" brushRef="#br1" timeOffset="174334.06">6113 24916 481 0,'0'0'144'0,"0"0"-19"15,0 0-11-15,0 19-27 16,3-2-33-16,-3 6-51 16,-3 3 1-16,3-26-3 15,3 83 5-15,-3-83-2 16,11 112-4-16,-11-112 0 15,12 133-2-15,-12-133 4 16,10 123-6-16,-10-123 7 16,12 96-22-16,-12-96 12 15,0 0 7-15,0 0-2 16,14 74 3-16,-14-74-41 16,0 0-37-16,0 0-36 15,0 0-15-15,0 0-34 0,0 0-26 16,0 0 10-16,0 0 70 15</inkml:trace>
  <inkml:trace contextRef="#ctx0" brushRef="#br1" timeOffset="174602.25">6866 24220 428 0,'0'0'183'0,"23"14"-15"16,-18 7-83 0,-10 3-50-16,1 7-40 15,1 7-1-15,-8 4-93 0,8 4-48 16,-2 3-31-16,-6-4-4 15,4 1 8-15,-12-4 67 16</inkml:trace>
  <inkml:trace contextRef="#ctx0" brushRef="#br1" timeOffset="185606.68">18819 19124 342 0,'0'0'133'0,"16"2"-3"16,-16-2-10-16,0 0-8 0,0 0-21 15,0 17-22-15,0-17-43 16,0 0-26-16,-12 17 0 16,12-17 0-16,-7 19 0 15,7-19 0-15,-16 26 0 16,16-26 0-16,-16 28 0 15,9-12 0-15,7-16 0 16,-22 27 0-16,11-9 0 16,-4-1 0-16,1 4 0 15,-2-1 0-15,-3 3 0 16,-3-1 0-16,-1 3 0 16,0-1 0-16,-3-3 0 15,0 1 0-15,0-3 0 0,-3 0 0 16,-1-1 0-16,1-3 0 15,-2 1 0-15,1-1 0 16,-3-1 0 0,0-2 0-16,2 0 0 0,-2-1 0 15,0-1 0-15,2 0 0 16,-2 1 0-16,0-1 0 16,-2 1 0-16,-1-1 0 15,-3 4 0-15,1 0 0 16,-2 0 0-16,-5 1 0 15,3-1 0-15,-6 2 0 16,-1-1 0-16,1 1 0 0,-1-1 0 16,-7 3 0-1,1-3 0-15,-4 1 0 16,2-1 0-16,-6 3 0 16,-1-1 0-16,0-1 0 15,-6 1 0-15,-1-2 0 0,0 1 0 16,0 1 0-16,-7-1 0 15,-2 0 0-15,-2-1 0 16,1-1 0-16,-3-2 0 16,-4 2 0-16,4-2 0 15,-4-2 0-15,5-1 0 16,-6 0 0-16,6-2 0 16,-6-4 0-16,-1 2 0 15,0-1 0-15,-7-3 0 16,5-1 0-16,-6 0 0 0,1 0 0 15,0-1 0 1,-4-1 0-16,4 0 0 0,0-3 0 16,3 2 0-16,-3-3 0 15,0 1 0-15,3-3 0 16,5-3 0-16,-1-1 0 16,0 0 0-16,5-4 0 15,1 1 0-15,3-4 0 16,3 0 0-16,0-6 0 15,-2 6 0-15,2-3 0 16,3-2 0-16,0 1 0 0,1-3 0 16,-1 4 0-1,4 1 0-15,-4 0 0 16,8-1 0-16,-5 1 0 16,7 4 0-16,-3-4 0 0,4 4 0 15,-2-4 0-15,-2 0 0 16,7 2 0-16,-1-2 0 15,-3 2 0-15,3 0 0 16,-2 0 0-16,5 2 0 16,-2 1 0-16,5 1 0 15,-4-3 0-15,4 3 0 16,4 1 0-16,0 0 0 16,3 2 0-16,1-2 0 15,-1 0 0-15,8 0 0 16,1 1 0-16,5-3 0 15,-2 0 0-15,6-1 0 16,-2 0 0-16,7 1 0 0,4 1 0 16,2 1 0-16,3 2 0 15,17 12 0-15,-22-21 0 16,22 21 0-16,-16-17 0 16,16 17 0-16,-7-16 0 15,7 16 0-15,-12-21 0 16,12 21 0-16,-11-21 0 15,11 21 0-15,-15-22 0 16,15 22 0-16,-18-17 0 16,18 17 0-16,0 0 0 15,-19-16 0-15,19 16 0 16,0 0 0-16,0 0 0 16,0 0 0-16,0 0 0 0,0 0 0 15,0 0 0-15,0 0 0 16,0 0 0-16,0 0 0 15,0 0 0-15,0 0 0 16,0 0 0-16,0 0 0 16,0 0-2-16,0 0-13 15,0 0-2-15,18-14-11 16,-18 14 1-16,19-12 4 16,-19 12 0-16,26-14 3 15,-11 4 7-15,1 1-2 16,1-1 2-16,3-1 13 15,-1-1 0-15,0 2 0 16,2-1-2-16,-6 1 3 0,4 0-1 16,-19 10 0-16,26-16 1 15,-26 16-1-15,19-10 0 16,-19 10 1 0,0 0 2-16,0 0 2 0,0 0 3 15,0 0 9-15,0 0 7 16,0 15 7-16,0-15 4 15,0 0 2-15,0 0-2 16,-19 18-35-16,19-18 0 16,-15 8 0-16,15-8 0 15,-26 18 0-15,8-6 0 16,-4 2 0-16,-4 3 0 0,-2 0 0 16,-2 1 0-16,1-1 0 15,-4 2 0 1,2 0 0-16,5-2 0 15,3-3 0-15,2 0 0 16,6-2 0-16,15-12 0 0,-19 17 0 16,19-17 0-16,0 0 0 15,0 0-9-15,0 0-9 16,0 0 0-16,0 0 4 16,0 0 2-16,0 0 4 15,0 0 4-15,0 0 7 16,15 9 0-16,-15-9 4 15,14 19 1-15,-9-2 0 16,6 4-4-16,-1 5 3 16,6 2-5-16,-4 3-1 15,5 2-1-15,2 3 0 16,0 4-4-16,4-2 4 0,0-2-1 16,6 4 0-16,-3 2-1 15,0-6-1-15,4 0 0 16,-1-1 0-16,-1-5 1 15,1-1-1-15,-6-5 1 16,3-1-3-16,-7-6 3 16,2 2-2-16,-5-5 2 15,-16-14-1-15,26 22 1 16,-26-22 1-16,15 14 2 16,-15-14 1-16,0 0-3 15,0 0-5-15,0 0-16 16,18 4-85-16,-18-4-44 15,0-21-17-15,0 21-4 0,0-42-1 16,1 16 31-16</inkml:trace>
  <inkml:trace contextRef="#ctx0" brushRef="#br1" timeOffset="188191.51">14835 20682 179 0,'0'0'115'15,"0"0"6"-15,0 0-2 16,0 0-9-16,0 0-11 16,0 0-13-16,0 0-17 15,-3-18-25-15,3 18-36 16,0 0-7-16,-4-19-1 15,4 19 3-15,0 0 0 16,-7-20 0-16,7 20-2 16,0 0-1-16,-7-19-1 15,7 19 1-15,0 0 5 0,0 0 2 16,0 0 2-16,-15 1 8 16,15-1 3-16,0 0-15 15,0 0-5-15,-12 16 0 16,12-16 0-16,0 0 0 15,0 0 0-15,0 0 0 16,0 0 0-16,0 0 0 16,-18 10 0-16,18-10 0 15,0 0 0-15,0 0 0 16,-19 7 0-16,19-7 0 16,0 0 0-16,-22 11 0 15,22-11 0-15,-16 7 0 0,16-7 0 16,0 0 0-16,-21 12 0 15,21-12 0-15,0 0 0 16,0 0 0-16,-15 8 0 16,15-8 0-1,0 0 0-15,0 0 0 0,0 0 0 16,-16 12 0-16,16-12 0 16,0 0 0-16,0 0 0 15,-14 21 0-15,14-21 0 16,-9 16 0-16,9-16 0 15,-7 19 0-15,7-19 0 16,-6 22 0-16,6-22 0 16,-9 26 0-16,5-10 0 0,4 1 0 15,0 2 0-15,0 2 0 16,0 1 0 0,0 1 0-16,4 1 0 15,-4-1 0-15,5-2 0 0,-1 1 0 16,-1 1 0-16,4-3 0 15,0 1 0-15,-2 0 0 16,2 1 0-16,0 1 0 16,2-2 0-16,-2-1 0 15,0-2 0-15,1 4 0 16,-1-5-3-16,4 3-5 16,1-1-4-16,-2-2 4 15,6-2-4-15,-2 3 6 0,-2-3-6 16,7-3 6-1,-5 1 1-15,5-5 0 16,0-1 3-16,0-2-2 16,2-3 0-16,-2-2 1 0,4-3 1 15,3-1 0-15,-4-3 0 16,4-1 0-16,0-5-1 16,0 1 2-16,0-3 1 15,0-4-2-15,0-2 5 16,-3-2-1-16,0 1 1 15,-1-2-1-15,-6 1 1 16,-2-1-1-16,-2 1 4 16,-2 1-2-16,-5-1-1 15,-1 1 0-15,-4-4-1 16,0 0 1-16,-5-2 0 16,-6-1-2-16,4-2 0 15,-8 0-1-15,4-2-2 0,-4 5 2 16,-1-1-2-16,-1 3 1 15,1 1-1-15,0 3 1 16,-1 1 0-16,5 2 1 16,-5 4-1-16,1-1 3 15,-3 6 4-15,5-1 8 16,-2 6 5-16,-3-2 6 16,19 7-18-16,-36-3-7 15,20 4 0-15,-6-2 0 16,6 6 0-16,-10-3 0 15,5 6 0-15,-1 3 0 16,-1-1 0-16,-3 4 0 16,0 0 0-16,0 3 0 0,0 0 0 15,3-3 0-15,1-2 0 16,13 4 0-16,-8-14-146 16,17-2-47-16,0 0-2 15,0 0 0-15,0-26 0 16</inkml:trace>
  <inkml:trace contextRef="#ctx0" brushRef="#br1" timeOffset="189058.13">15804 20299 129 0,'0'0'117'0,"-19"-19"15"15,19 19-1-15,-11-22-8 0,11 22-4 16,-8-21-15-16,8 21-12 15,-7-16-32-15,7 16-44 16,0 0-16-16,0 0 0 16,0 0 0-16,0 0 0 15,0 0 0-15,-11 16 0 16,11-16 0-16,-8 33 0 16,4-11 0-16,1 9 0 0,-4 6 0 15,2 10 0 1,-2 8 0-16,0 9 0 15,0 3 0-15,-2 6 0 16,-1 3 0-16,3 1 0 0,-5-1 0 16,1-2 0-16,-1-5 0 15,2-6 0-15,1-1 0 16,-2-7 0-16,1-4 0 16,1-5 0-16,2-4 0 15,1-6 0-15,0-3 0 16,-1-3 0-16,4-6 0 15,-1-5 0-15,4-4 0 16,0-15 0-16,0 23 0 0,0-23 0 16,0 17 0-1,0-17 0-15,0 17 0 16,0-17 0-16,0 21 0 16,0-21 0-16,-3 19 0 0,3-19 0 15,0 16 0-15,0-16 0 16,0 0 0-16,0 0 0 15,0 0 0-15,0 0 0 16,0 0 0-16,0 0 0 16,0 0 0-16,0 0 0 15,14-21 0-15,-18-5-72 16,13-3-106-16,1-6-11 16,-3-10 0-16,9-2 1 15,-2-8-5-15</inkml:trace>
  <inkml:trace contextRef="#ctx0" brushRef="#br1" timeOffset="190424.1">16238 20928 436 0,'-5'-23'167'0,"5"23"-32"15,-11-19-25-15,11 19-17 16,0 0-28-16,-19-22-48 16,19 22-17-16,-14-13 0 15,14 13 0-15,-19-12 0 16,19 12 0-16,-19-15 0 16,19 15 0-16,-22-4 0 15,22 4 0-15,-27 2 0 16,12 5 0-16,15-7 0 15,-30 26 0-15,16-5 0 16,2 3 0-16,2 5 0 0,-2 8 0 16,5 2 0-16,7 8 0 15,0 2 0 1,7 8 0-16,1 0 0 16,3 2 0-16,1 0 0 0,2-2 0 15,1-5 0-15,5-2 0 16,0-3 0-16,0-11 0 15,-1-3 0-15,7-7 0 16,-4-5 0-16,4-6 0 16,0-4 0-16,0-8 0 15,4-3 0-15,1-3 0 16,2-6 0-16,-3-1 0 0,-1-4-4 16,6-4-1-1,-2 1-1-15,0-4 1 16,-5 0-1-16,-2 1 0 0,-4-5 0 15,4 3 0-15,-8-2 0 16,-6 0 1-16,2-2-1 16,-6 0 1-16,-1-4 2 15,-3 2 0-15,-4-1 5 16,0 3-3-16,-4-2 3 16,-3 2-2-16,2 2 4 15,-5 2-3-15,-1 1 3 16,-1 0-2-16,-2 4-2 15,-1-2 3-15,-1 3-2 0,-1-1 3 16,1 3-1-16,-3 0 1 16,5 2 1-1,-5 0-1-15,3 2 2 16,-1-3-2-16,1 5 1 0,1-3 0 16,-3 3-2-16,-1-3-2 15,4 3 0-15,-1-3 0 16,-1-1-2-16,17 12 1 15,-26-21-2-15,26 21 0 16,-26-20 1-16,26 20 1 16,-23-21-2-16,23 21 1 15,-16-16 0-15,16 16 1 16,0 0 0-16,-15-14 0 0,15 14-3 16,0 0 3-1,0 0-2-15,0 0 0 16,0 0-1-16,-11-15 1 15,11 15-1-15,0 0 2 0,0 0 1 16,0 0-1-16,0 0 1 16,0 0 0-16,0 0 0 15,0 0-1-15,0 0 0 16,-10-16-1-16,10 16 0 16,0 0 0-16,0 0 1 15,0 0 1-15,0 0 0 16,0 0 2-16,0 0 1 15,-16-17 0-15,16 17 1 16,0 0 2-16,0 0 0 16,0 0 3-16,-19-5 2 15,19 5-11-15,0 0 0 16,0 0 0-16,0 0 0 0,0 0 0 16,0 0 0-16,0 0 0 15,0 0 0-15,-14 17 0 16,14-17 0-16,0 0 0 15,0 0 0-15,-12 19 0 16,12-19 0-16,-7 19 0 16,7-19 0-16,-7 24 0 15,7-24-93-15,-8 32-67 16,4-8-7-16,1 5-2 16,-4 1-5-16,-5-1-1 15</inkml:trace>
  <inkml:trace contextRef="#ctx0" brushRef="#br1" timeOffset="-210866.59">14971 16578 49 0,'0'0'26'15,"0"0"0"-15,0 0 3 16,0 0 0-16,0 0 7 16,0 0 3-16,0 0 0 15,0 0-2-15,0 0 0 16,0 0-1-16,0 0 3 15,0 0-2-15,0 0-7 16,0 0-15-16,0 0-13 16,0 0-7-16,0 0-4 15,0 0-4-15,-7 17-7 16,7-17-2-16,0 0-1 16,0 0 9-16,-9 19 8 15,9-19 3-15,0 0 1 0,-7 16 2 16,7-16-1-16,0 0 0 15,0 0 1-15,0 0-1 16,0 0 0-16,0 0 0 16,0 0-1-16,0 0 0 15,0 0-1-15,0 0-7 16,0 0-3-16,0 0 1 16,0 0 2-16,0 0 1 15,0 0 0-15,0 0-5 16,0 0-5-16,0 0 7 15,0 0 3-15,0 0-8 16,16 10-25-16,-16-10-17 16,0 0-16-16,17 16 9 0,-17-16 66 15</inkml:trace>
  <inkml:trace contextRef="#ctx0" brushRef="#br1" timeOffset="-182993.72">19574 17095 16 0,'0'0'13'0,"0"0"-4"16,-3 24-2-16,3-24 1 15,-2 32 2-15,2-13 0 16,-7 3-1-16,4 2 1 16,-4 1-2-16,3-1 1 15,-5 0-4-15,6-3-2 16,-4-4 0-16,7-17-3 0,-3 24 2 15,3-24-3 1,0 0 3-16,0 0-3 16,-4 18 3-16,4-18 1 15,0 0 1-15,0 0 6 0,0 0 8 16,0 0 20-16,0 0 25 16,0 0 28-16,0 0 6 15,4-16-3-15,-4 16-1 16,3-19-7-16,-3 19-6 15,7-29-22-15,0 11-24 16,-2-2-30-16,2-1-4 16,0 3 1-16,-4 1 0 15,-3 17-2-15,9-22-4 16,-9 22-2-16,0 0 1 16,0 0-1-16,0 22 1 15,-3 2 0-15,-3 4 0 16,0 8-1-16,-1-3-27 0,3 9-35 15,-1-6-33-15,-2-6-26 16,10-3-20-16,-3-27-15 16,4 26-2-16,-4-26 127 15</inkml:trace>
  <inkml:trace contextRef="#ctx0" brushRef="#br1" timeOffset="-178008.95">24577 17144 125 0,'0'0'63'0,"0"0"5"16,0 0 8-16,0 0-3 15,0 0-7-15,0 0 0 16,0 0-2-16,0 0-6 15,22 3-10-15,-22-3-15 16,33-7-11-16,-14 0-3 16,4 0 0-16,7 0-9 15,-4 0-2-15,7-1 0 16,-4-1 0-16,-1 2-3 0,-2 0-2 16,-5 4-2-1,-2-1 1-15,-19 4 0 0,22-3-2 16,-22 3 0-1,0 0-1-15,0 0 1 0,0 0-1 16,0 0 2-16,0 0 1 16,0 0 0-16,0 0 1 15,0 0 0-15,-14 16-1 16,14-16 1-16,-15 6-1 16,15-6 0-16,-19 14-3 15,19-14 1-15,-26 16-1 16,7-6 1-16,1-1 0 0,-1 0-1 15,4-1 1-15,-5-1-1 16,7 0 2 0,13-7-3-16,-23 10-3 15,23-10 2-15,0 0 6 0,0 0 1 16,0 0 0-16,0 0 1 16,23-22-1-16,-4 10 3 15,7 0 3-15,-4-2-3 16,1 0-4-16,3 0-2 15,0 0 1-15,-4 4-2 16,-4 1-3-16,-18 9-5 16,19-8 0-16,-19 8 2 15,0 0 0-15,0 0 0 16,-26 3-1-16,7 4 2 16,-7 2 2-16,-4-1 5 15,1 4-1-15,-6 1-1 16,2 2 0-16,0 1-1 0,2 1 1 15,1-3 0-15,8-2 1 16,-1-2-3-16,6-3-1 16,17-7-1-16,-19 9 4 15,19-9 4-15,0 0 0 16,0 0 0-16,19-12 0 16,-2 1 3-16,9-1 0 15,-3 0 2-15,6 0-5 16,3 0-3-16,-3-2-1 15,1 2 1-15,-4 3-3 16,-7 2 1-16,0 4-3 16,-19 3-3-16,19-3 1 15,-19 3 3-15,0 0 0 0,0 0 1 16,-23 15 0-16,4-3 1 16,-7 0 1-16,0 4 4 15,-5-1-1-15,-2 3-5 16,-4 1 1-16,3 0-1 15,4-2 2-15,1-3-3 16,6-4-1-16,8-1 0 16,15-9 3-16,-18 9 2 15,18-9 2-15,0 0 1 16,21-5-1-16,2-4 3 16,3-1 2-16,1-4-1 15,6 0-2-15,9-3-2 16,-2 1-3-16,2-1 1 0,-4 1-2 15,-2 2 1-15,-3 4 0 16,-2 1-1-16,-10 2-3 16,-2 5-3-1,-19 2 1-15,0 0 5 0,0 0 0 16,0 0-1-16,0 0 0 16,-22 18 1-16,-1-8 3 15,-6-1 1-15,-4 3 2 16,-5 2-8-16,-2 0 2 15,1 1 0-15,-2-1 0 16,1 0 1-16,9-4-1 16,5 1-3-16,5-4 0 15,21-7 6-15,-23 5 0 0,23-5 0 16,0 0 1-16,23-12-1 16,-1 3 1-16,8-1 4 15,-1-2 0 1,11-1-6-16,2 1 0 0,0-2-1 15,-1 1-1-15,-1 0 1 16,-2 5-1-16,-5-1-1 16,-7 4-3-16,-3 2-1 15,-23 3-1-15,19 0 5 16,-19 0-2-16,0 0 0 16,-7 17 2-16,-9-3 0 15,-6-2 2-15,3 2 3 16,-7 1-1-16,0 3-4 0,0-1 1 15,0-3-1-15,7-6-2 16,19-8 0 0,-26 16 2-16,26-16 0 15,0 0 2-15,0 0 2 0,0 0 2 16,26 12 2-16,-7-10 1 16,0 0 2-16,7-1-1 15,-4-1 2-15,4 0-1 16,0-3-67-16,0-2-101 15,-10-21-5-15,-2-4-8 16,-17-22-5-16,-4 0 13 16</inkml:trace>
  <inkml:trace contextRef="#ctx0" brushRef="#br1" timeOffset="-130779.08">11036 13059 54 0,'0'0'26'15,"0"0"-3"-15,0 0-3 16,0 0-5-16,0 0-4 16,0 0-2-16,0 0-1 15,0 0-1-15,0 0 1 16,0 0 1-16,0 0-2 16,0 0 0-16,0 0-2 15,0 0 1-15,0 0-1 16,0 0 1-16,0 0 3 0,0 0 2 15,0 0 1-15,0 0 0 16,0 0 0 0,0 0 0-16,0 0 0 15,0 0 1-15,0 0 2 0,0 0 2 16,0 0 5-16,0 0 5 16,0 0 0-16,0 0 0 15,0 0-2-15,0 0-4 16,0 0-4-16,0 0-5 15,0 0-6-15,0 0-4 16,0 0 0-16,0 0 0 16,0 0 3-16,0 0 1 15,0 0 1-15,0 0 1 16,0 0 1-16,0 0 0 0,0 0 0 16,0 0 0-16,0 0-1 15,0 0-2 1,0 0 0-16,0 0 0 0,0 0 0 15,0 0-1-15,0 0 0 16,0 0 0-16,0 0 2 16,0 0 4-16,0 0 3 15,0 0 2-15,0 0 0 16,0 0-1-16,0 0-2 16,0 0-2-16,0 0-9 15,0 0-55-15,0 0-56 0,0 0-31 16,0 0-13-16,0 0-7 15,0 0 21 1</inkml:trace>
  <inkml:trace contextRef="#ctx0" brushRef="#br1" timeOffset="-129374.08">10951 13078 137 0,'0'0'62'15,"0"0"3"-15,0 0-1 16,0 0 2-16,0 0-10 16,0 0-7-16,-20 15-8 0,17 2-4 15,-4 4-6-15,0 10-6 16,-2 6-7 0,2 8-7-16,-5 1-7 15,-2 6 9-15,2 0-6 0,-2 0 3 16,2-5-5-16,2-4 0 15,-2-5-3-15,5-5 0 16,-4-7 3-16,6-3-2 16,5-23 9-16,-7 22 4 15,7-22 10-15,0 0 1 16,0 0 3-16,0 0 1 16,0 0 1-16,0 0-4 0,0 0-5 15,7-22-5 1,-5 6-10-16,1-8 2 15,1-6-2-15,-1-6-2 16,1-9 0-16,-1-3-1 16,1-4-1-16,1-4-1 0,-2 1 1 15,1 1-6-15,3 6 2 16,-4 3-2-16,1 5 1 16,1 2-1-16,2 5 3 15,3 0-1-15,-1 5 1 16,1 6-1-16,2 1 0 15,-1 2-1-15,-11 19-2 16,19-19-3-16,-19 19 0 16,19 9 0-16,-5 8-1 15,-2 9 1-15,2 10 0 16,-2 8 1-16,6 6 1 16,-3 5 4-16,1 2-2 0,1 2 3 15,-5-3-6-15,2-1 6 16,-5-1-7-16,5-4 2 15,-6-3-2-15,3-2 3 16,-4-6-1-16,-2 1 1 16,2-5 3-16,-4-4-3 15,1-7 4-15,-4-5 1 16,0-3-1-16,0-16 1 16,0 17 0-16,0-17 1 15,0 0-2-15,0 0-1 16,0 0-34-16,0 0-40 15,0 0-38-15,-4-19-19 16,1 4-18-16,3 15-8 0,-7-35-9 16,7 18 52-16</inkml:trace>
  <inkml:trace contextRef="#ctx0" brushRef="#br1" timeOffset="-128861.71">10888 13548 186 0,'-16'7'126'0,"16"-7"-16"0,0 0 0 15,0 0-8-15,0 0-17 16,0 0-8-16,0 0-16 15,0 0-9-15,0 0-18 16,0 0-16-16,0-15-9 16,0 15-5-16,0 0 4 15,0 0 0-15,16-19-2 16,-16 19-1-16,24-21-1 16,-8 7 0-16,7-1-5 15,6-3 5-15,1-1-6 16,1 0 1-16,2 0-1 15,0 2 1-15,-7-1 0 16,2 6 0-16,-11 4-1 0,-1 1 1 16,-16 7-1-16,19-5-1 15,-19 5-1-15,0 0 0 16,0 0 0 0,0 0 1-16,0 0 0 0,0 0 0 15,0 0 1-15,0 0 1 16,0 0 1-16,0 0 1 15,0 0-6-15,0 0-78 16,0 15-52-16,0-15-27 16,0 0-8-16,-16 14-1 15,16-14-5-15</inkml:trace>
  <inkml:trace contextRef="#ctx0" brushRef="#br1" timeOffset="-127560.78">10820 12998 103 0,'0'0'47'0,"7"-23"0"15,-7 23 1-15,0 0 1 16,0 0 5-16,7-15 0 0,-7 15-3 16,0 0-3-16,0 0-4 15,-3 29-8-15,-1-8-5 16,4 10-4-16,-3 9-8 15,3 10-4-15,-4 7-6 16,-1 9 0-16,-2 3-8 16,0 4 3-16,-3-4 1 15,1-1 17-15,-1-8 3 16,1-2 3-16,-1-10-4 16,3-3 1-16,-2-10 4 15,6-6-2-15,-4-6-4 16,7-6-15-16,0-17-7 15,0 17 5-15,0-17 2 0,0 0 0 16,10-17 1-16,-1 1-1 16,-2-10 0-16,7-1-1 15,-6-10 1-15,3-3-4 16,-3-6 0-16,3-4-2 16,-4-2 2-16,1-4-2 15,-1-1 1-15,0 0-1 16,2-4 2-16,1 3-6 15,-3-1 3-15,5 3-3 16,-5 6 3-16,2 5-2 16,1 5 1-16,1 4-2 15,-6 5 1-15,2 8 0 16,0 6 1-16,0 1-1 0,-7 16-1 16,9-19-1-16,-9 19-1 15,0 0 1-15,0 0-1 16,17 0 0-16,-17 0-1 15,19 31 2-15,0-5-1 16,0 7 3-16,0 9 0 16,7 5 1-16,-5 8-1 15,2 2 3-15,-4 4-2 16,0-2 1-16,-3 3-5 16,-6-2 0-16,0-2-1 15,-1-5 2-15,-2-4-1 16,-4-4 1-16,-3-5-1 15,0-4 3-15,-3-12 4 16,0-5 1-16,3-19 0 0,-7 23-2 16,7-23-26-1,0 0-41-15,0 0-32 16,-16-19-21-16,12 3-22 0,1 0-11 16,-9-6-13-16,5 3 0 15,-5-7 143-15</inkml:trace>
  <inkml:trace contextRef="#ctx0" brushRef="#br1" timeOffset="-127270.58">10794 13581 118 0,'0'0'128'0,"0"0"10"15,0 0-19-15,18-27-14 16,9 16-12-16,3-6-9 16,10 3-9-16,-5-7-7 15,10 6-26-15,-5-4-37 16,1 5-6-16,1 0 5 16,-2 2-5-16,-5 3 1 15,-6 1-48-15,1 4-54 16,-8 2-35-16,-3 1-23 15,-1 8-8-15,-18-7 0 16,0 0-5-16</inkml:trace>
  <inkml:trace contextRef="#ctx0" brushRef="#br1" timeOffset="-122061.88">13002 12962 196 0,'0'0'87'16,"0"0"8"-16,-15-9 7 15,15 9 4-15,0 0-8 16,0 0-16-16,0 0-14 16,0 0-14-16,0 0-8 15,0 0-17-15,0 0-15 16,0 0-14-16,0 0-1 15,0 0 1-15,0 0 0 16,0 0-1-16,0 0-1 16,0 0 1-16,0 0 0 15,0 0 1-15,0 0-1 0,0 0-1 16,0 0 2-16,-16-7-1 16,16 7 1-16,0 0 1 15,0 0 0-15,0 0-1 16,0 0 2-16,0 0 0 15,-10 26-1-15,6-4-1 16,4 8 0-16,-3 6-2 16,3 8 2-16,-4 6-2 15,4 3 1-15,-5 1 0 16,2-4 1-16,-1-1 0 16,1-9 2-16,-1-6-5 15,-3-6 5-15,2-7-4 16,1-4 3-16,4-17-3 0,-3 19 3 15,3-19-4 1,0 0 1-16,0 0 1 16,0 0 0-16,0 0-3 15,0 0-45-15,0 0-38 0,0 0-34 16,0 0-10-16,16-21-18 16,-16 21-6-16,17-27-13 15,-12 4 73-15</inkml:trace>
  <inkml:trace contextRef="#ctx0" brushRef="#br1" timeOffset="-120928.07">12905 13126 133 0,'0'0'52'0,"-9"-16"-2"16,9 16-3-1,-7-17-7-15,7 17-4 16,0-22-2-16,0 22 1 16,4-25 5-16,-1 10 6 0,-3 15 4 15,13-33 9-15,-3 17 6 16,-1-4-3-16,5 4-7 16,1-5-6-16,1 4-11 15,1-2-12-15,2 7-10 16,-3 1-10-16,5 6-7 15,-6 7 0-15,1 3 0 16,1 7 1-16,-5 7-1 16,4 2 1-16,-6 7 1 15,3 1-1-15,-6 2 2 16,-1 2-1-16,-2 0 1 16,-11 2-1-16,4-4 0 15,-10 2 0-15,3-6 0 0,-6 3 1 16,2-4 0-16,-5-4-2 15,0-1 2-15,4-5-2 16,-3-1 1-16,3-4 0 16,-1-4-1-16,16-7-1 15,-21 7-1-15,21-7-1 16,-15-4-1-16,15 4 1 16,0 0-1-16,-11-16 1 15,11 16 0-15,7-22 0 16,0 5 2-16,2-1 1 15,8-4 1-15,2-1 0 16,4-3-2-16,3 0 2 16,7 0-2-16,2 2 2 0,1 2 0 15,-1 1-1-15,1 5-1 16,-1 3 1-16,1 6 0 16,-3 3 0-16,-5 4 0 15,2 7-1-15,-4 2 1 16,-4 6 1-16,-1 1 1 15,-2 5-1-15,-7-1 1 16,2 1-1-16,-2 2 2 16,-5-3 0-16,0 3 0 15,-5-2-1-15,-2-2 1 16,-2 0 0-16,-1 2 1 16,-4-4-2-16,0 2 1 15,-5-2-2-15,1 1 1 0,-4-3-1 16,1-1 0-16,-5 0-1 15,-4 0 1 1,1-2-2-16,-8-2 1 16,0-1-1-16,-4-2 0 0,-6-2 0 15,2-2-1-15,-1-3 0 16,0-5-1-16,4 0-1 16,2-2-1-16,3-2 1 15,8-1-2-15,3 1 2 16,19 9-1-16,-26-15 2 15,26 15 0-15,0 0 1 16,0 0 0-16,-14-16 0 16,14 16 1-16,0 0 0 0,0 0 0 15,0 0 0 1,0 0-8-16,0 0-68 16,0 0-42-16,3 16-24 15,-3-16-17-15,4 21 0 0,-1-6-8 16</inkml:trace>
  <inkml:trace contextRef="#ctx0" brushRef="#br1" timeOffset="-114362.4">15068 13034 102 0,'0'0'49'16,"3"-17"5"-16,-3 17 5 0,0 0 4 16,-3-17 3-1,3 17 11-15,0 0 10 16,0 0-4-16,0 0-6 15,-12 15-10-15,12 3-12 0,-7 8-12 16,7 10-10-16,-7 4-17 16,7 6-16-16,-4 6-1 15,1 2 1-15,3 0-4 16,-5-4-1-16,1-5 2 16,1-7 1-16,-1-7-1 15,1-8 1-15,-1-3 0 16,4-6 0-16,0-14 3 15,-3 16 4-15,3-16 0 16,0 0 2-16,0-26-1 16,0 26 2-16,3-38 0 15,1 12 0-15,-1-11 0 16,1-2-4-16,3-6 0 0,1-4-3 16,3-4 2-16,4-3-3 15,-1 4 2-15,5 2-3 16,1 3 3-16,-1 6-4 15,-2 1 3-15,2 5-1 16,0 8 0-16,-3 4-1 16,-2 1 0-16,-2 6 0 15,-12 16 0-15,17-17-2 16,-17 17-2-16,0 0 0 16,19 20-1-16,-15 3 0 15,4 10 0-15,-1 3 1 16,4 9-2-16,1 4 5 15,2 4 1-15,-6-1 0 0,6-2-1 16,-1-5 3-16,0-3-3 16,0-7 3-16,-3-4-2 15,-1-5 2-15,-2-5-1 16,0-6 1-16,-7-15 1 16,12 19-1-16,-12-19 0 15,0 0 0-15,0 0 0 16,0 0-2-16,7 16-31 15,-7-16-37-15,0 0-38 16,0 0-24-16,0 0-9 16,0 0-11-16,-19-12-3 15,19 12 9-15</inkml:trace>
  <inkml:trace contextRef="#ctx0" brushRef="#br1" timeOffset="-114076.2">15132 13365 223 0,'0'0'116'0,"0"0"7"15,26-26-13-15,0 16-11 16,0-8-14-16,11 3-9 0,1-4-15 15,2 3-17 1,-2 0-30-16,-2 1-17 16,-1 3 0-16,-9 1-49 15,0 6-57-15,-7 3-33 0,-19 2-24 16,19 14-5-16,-19 2 0 16,4 15 38-16</inkml:trace>
  <inkml:trace contextRef="#ctx0" brushRef="#br1" timeOffset="-109141.7">17227 13197 142 0,'0'0'47'16,"0"-22"-4"-16,0 22-9 16,0-28 1-16,4 12 3 15,-4 16 4-15,0-29-1 16,0 29 2-16,0-31 5 15,0 31 10-15,0-25 15 0,0 25-8 16,0-20-6-16,0 20-11 16,0-19-5-16,0 19-4 15,0 0-7 1,0 0-14-16,0 0-19 0,0 0 0 16,0 0-2-16,-4 29 0 15,4 4-1-15,0 10 0 16,4 9-1-16,-4 5 4 15,3 7-2-15,1 2 1 16,-1 2-2-16,-1-10 2 16,-2-9-1-16,0-8 2 15,0-11-2-15,3-4 1 0,-3-11 1 16,0-15 0-16,-3 19 1 16,3-19 0-16,0 0 2 15,0 0 2 1,0 0-1-16,0-22 0 15,0 3 0-15,-5-5 3 0,1-7-1 16,-3-8 0-16,0-4-2 16,2-5-3-16,-2-3 2 15,4 1 0-15,3 0 1 16,0 2-4-16,3 1 2 16,4 5 0-16,-2 4 0 15,6 5-1-15,1 2 1 16,2 5-2-16,1 5-1 0,3 8 0 15,-3 4-1 1,4 7-2-16,1 4 0 16,-3 10 1-16,2 4 0 15,-3 4 2-15,-2 3-1 0,-2 1 2 16,-2 0 0-16,-1 2 3 16,-2 0-1-16,-7 0 0 15,-4 2 1-15,1 0-1 16,-6 1-2-16,-5 2 3 15,-1 2-3-15,-1-2 1 16,-5-1-1-16,2-3 1 16,0-4-2-16,5-4 2 15,14-19-1-15,-22 24 0 0,22-24 2 16,0 0 2-16,0 0 1 16,0 0 0-1,0 0 1-15,0-22-1 16,0 22 1-16,6-26-1 0,-6 26-2 15,20-30-1-15,-20 30-1 16,22-26-2-16,-1 14 1 16,-2 4-1-16,4 2 1 15,-1 3-2-15,8 5 0 16,-4 1 1-16,5 8-2 16,-5 1 0-16,0 1 1 15,-3 3-1-15,-3 3 1 16,0-3 1-16,-8 1-2 15,-2 0 3-15,-10 2-1 16,0-1 1-16,-3 2-1 16,-4 5 2-16,-9-6-2 15,-3 3 1-15,-7 2 1 0,-4-1-2 16,-3-2 1-16,-5-2 2 16,-3-5-2-16,1-4 0 15,5-5-17-15,-2-7-66 16,8-6-48-16,6 1-22 15,4-12-14-15,19 19 3 16,-26-35-5-16</inkml:trace>
  <inkml:trace contextRef="#ctx0" brushRef="#br1" timeOffset="-104442.14">19354 13316 104 0,'0'-24'61'0,"0"24"5"0,0-17 13 16,0 17 16-16,0 0 14 15,-4-17-10-15,4 17-6 16,0 0-8-16,0 0-6 16,0 0-19-16,0 0-17 15,0 0-27-15,-5 29-18 16,5-6-3-16,-3 2 0 16,3 8-2-16,0 4-2 15,-4 3 4-15,4 3 0 16,0-3 2-16,0-6 0 15,-3-3 0-15,3-5-1 16,0-7 5-16,0-3-1 16,0-16-1-16,0 0 1 15,7 17 1-15,-7-17 1 0,0 0 1 16,0 0 0-16,6-15-1 16,-6 15 1-16,6-23 1 15,-6 4 0-15,0-7 0 16,0-5 0-16,3-4-2 15,-3-4 2-15,4-3-2 16,-1-3 1-16,1 2-1 16,3 3-1-16,-2 2 0 15,5 3-1-15,-3 6 1 0,2 1-1 16,1 4 1 0,2 1-1-16,6 3 1 15,4 4-2-15,1 2 2 16,3 2-3-16,0 7 0 0,0 3 0 15,2 7 0-15,-7 7 1 16,-2 9-1-16,-4 2 0 16,-4 6-2-16,-6 4 3 15,-2 3-1-15,-6 1 1 16,-6-1-2-16,-1 0 1 16,-2-3 0-16,-6-3 2 15,3-3-1-15,-8-4 0 16,7-4-2-16,-3-3 2 15,2-4-2-15,-2-4 2 16,19-8-1-16,-19 11 3 16,19-11-3-16,0 0 4 15,0 0 2-15,0 0 0 0,0 0 3 16,0 0-2-16,-4-23 0 16,4 23-3-16,19-15 2 15,-3 4-3-15,1 1-1 16,3 0-1-16,2-1-1 15,1 2 1-15,3 3 0 16,0 0-1-16,-4 6-1 16,1 2 1-16,-4 7 1 15,-2 3 0-15,-5 9-3 16,-1 5-3-16,-4 7 3 16,-5 1-1-16,-8 4 1 15,-1 4-1-15,-3 1 1 16,-9 2-1-16,0-5 3 0,-7-4 3 15,-4-1-3-15,1-7 3 16,-9-6 1-16,5-6 0 16,-6-8-1-16,10-8 2 15,3-5-33-15,0-12-75 16,10-6-42-16,9 1-24 16,0-13-5-16,11 7 1 15,6-8 47-15</inkml:trace>
  <inkml:trace contextRef="#ctx0" brushRef="#br1" timeOffset="-101614.13">19286 14033 71 0,'0'0'39'0,"0"0"-6"15,0 0-8-15,0 0-8 16,0 0-8-16,0 0-5 15,0 0-8-15,0 0-7 0,0 0-19 16,0 0-18-16,0 0-18 16,0 0 28-16,3-17 38 15</inkml:trace>
  <inkml:trace contextRef="#ctx0" brushRef="#br1" timeOffset="-101096.76">19465 13661 131 0,'0'0'61'0,"0"19"-9"16,0-19-4-16,0 26-8 0,0-11-6 16,0-15-10-16,0 30-13 15,0-30-9-15,0 24-1 16,0-24 0-1,0 0-2-15,-4 17 0 0,4-17-2 16,0 0-11-16,0 0-30 16,0 0-28-16,0 0-28 15,0 0-10-15,0 0 51 16,0 0 59-16</inkml:trace>
  <inkml:trace contextRef="#ctx0" brushRef="#br1" timeOffset="-96078.2">21471 13064 326 0,'0'0'125'15,"0"0"-6"-15,0 0-8 16,0 0-8-16,0 0-20 16,0 0-27-16,0 0-46 15,-15-2-2-15,15 2-2 16,-11 26 1-16,1-4-1 0,5 4-1 16,-6 9-6-16,4 5-1 15,-1 7-1-15,4 1 3 16,-6 1-2-1,6-6 2-15,-1 0-2 0,2-7-2 16,3-3 4-16,-4-3-4 16,1-9 3-16,3-2-3 15,0-19 4-15,0 22-6 16,0-22 4-16,0 0-1 16,0 0 1-16,0 0 0 15,0 0 0-15,3 17 1 16,-3-17-1-16,0 0 3 0,7 18-2 15,-7-18-1-15,0 0-2 16,5 17 0-16,-5-17 0 16,0 0 1-16,0 0 0 15,11-23 2-15,-8 4-1 16,1-7 4-16,-1-3 4 16,2-4 1-16,-1-5-3 15,3-5 0-15,-4-2 0 16,4 2-2-16,2-2 1 15,-2 0-1-15,0 5-3 16,1 0 0-16,3 7 2 16,-4 7-1-16,-2 5-2 15,2 6-1-15,-7 15-1 0,0 0-1 16,0 0 2-16,0 0 0 16,16 8-1-16,-16-8 1 15,20 25 2 1,-7-8 2-16,2 2-1 0,6 2 2 15,-2-1-1-15,4 5 0 16,-4 1 0-16,3 3 2 16,-3 4-2-16,-1 2 1 15,1 4 0-15,0 1-1 16,-5 5 2-16,1 2-3 16,-4-2 2-16,-2 2-2 15,1-4 0-15,-7-3-1 16,3-7 1-16,-3-6 0 0,4-4-5 15,-7-23 2 1,4 24-2-16,-4-24-3 16,0 0-48-16,0 0-21 15,3-19-29-15,-3 19-18 0,-7-24-19 16,7 24-11-16,-7-30-11 16,7 30 89-16</inkml:trace>
  <inkml:trace contextRef="#ctx0" brushRef="#br1" timeOffset="-95590.85">21459 13533 149 0,'0'0'80'16,"0"0"-1"-16,0 0 2 15,0 0-6-15,-17-5-7 16,17 5-10-16,0 0-9 0,0 0 4 15,0 0-8 1,7-16-5-16,-7 16-8 16,15-9-2-16,-15 9-2 15,33-17-3-15,-3 5-3 0,1-7-19 16,13-4 0-16,1-1-1 16,3 0-3-16,4-2-1 15,0 0-1-15,1 5 1 16,-12 4-1-16,-6 3 0 15,-6 4 0-15,-9 5 2 16,-20 5-13-16,20-2-51 16,-20 2-42-16,0 0-25 15,-24 29-16-15,1-15-9 16,8 10-10-16,-15-6 54 16</inkml:trace>
  <inkml:trace contextRef="#ctx0" brushRef="#br1" timeOffset="-95196.57">21341 13692 110 0,'0'0'65'0,"-3"31"-1"15,3-31-5-15,0 28-6 16,0-28-8-16,0 21-10 16,0-21-14-16,0 0-35 15,7 15-44-15,-7-15-32 16,0 0-16-16,0 0-12 16,19-8 53-16</inkml:trace>
  <inkml:trace contextRef="#ctx0" brushRef="#br1" timeOffset="-90510.23">21808 10526 145 0,'0'0'68'0,"4"-17"1"16,-4 17 1-16,10-18 8 15,-10 18 7-15,26-19-4 0,-10 6-21 16,10 4-5-16,-4-1-3 16,4 6-6-1,0-1-11-15,4 8-13 16,-8 4-23-16,1 7-1 0,-4 7 0 15,-3 5 5-15,-2 5-5 16,-7 5 5-16,-6 4 4 16,-1 3-9-16,-5 2 9 15,-2 0-8-15,-3 2 7 16,-6 0-11-16,0 5 10 16,-1-4-9-16,2 6 1 15,-1-4 3-15,2 2-2 16,5-5 2-16,2-2-1 15,7-5 1-15,4-7-2 16,5-4 3-16,8-6-1 16,2-4 1-16,4-9 0 15,6-3 1-15,1-5 2 0,1-4-1 16,2-3 0-16,-4-4-1 16,1-1 1-16,-4-2-1 15,-7-1 0-15,0 1-3 16,-19 12 2-16,23-22-1 15,-23 22-1-15,7-24-1 16,-7 24-1-16,-7-20-1 16,7 20 1-16,-16-15 1 15,16 15-2-15,-23-9 0 16,10 11 0-16,-7 3 3 16,5 2 0-16,-6 5 0 15,2 4 0-15,0 3 0 16,0 5 0-16,1 2 1 0,3 2-1 15,-1 3 1-15,2 0-2 16,2 2 2-16,2 3-1 16,3-3 5-16,5 5-3 15,-2 0 2-15,4 0-2 16,0 2 2-16,4 2-2 16,1 1 2-16,-1-1-2 15,3 3-2-15,0 0 1 16,-2 0 1-16,5 0-2 15,1 0 2-15,-3 1-1 16,3-1 0-16,-3 2-1 16,3-4 3-16,-1 1-3 0,2-1 1 15,-5-2-1-15,2-1 1 16,1 0 0-16,1-5 0 16,-6-1 3-16,5 1-3 15,-3-6 3-15,-1-1-5 16,0-4 6-16,1 1-6 15,-3-6 5-15,-1 0-5 16,1-4 3-16,-4-15-3 16,-4 26 2-16,4-26 0 15,-7 26 0-15,7-26-1 16,-10 26 0-16,10-26 2 16,-19 23-2-16,19-23 1 15,-26 22 0-15,10-13 0 0,-3-1 0 16,2-2 1-16,-6 1-1 15,-3-2 0-15,0-2-1 16,-2-3 2 0,-1 2-1-16,-1-2 1 0,-3 0 0 15,4-2 0-15,1 2 0 16,2-2 0-16,4 2 0 16,4 0 0-16,3 2-1 15,15-2 0-15,-20 0-1 16,20 0-68-16,0 0-62 15,0 0-28-15,-3-22-4 16,3 22-1-16,19-37-4 16</inkml:trace>
  <inkml:trace contextRef="#ctx0" brushRef="#br1" timeOffset="-86327.27">23605 12951 138 0,'0'0'117'16,"0"0"-12"-16,0 0 12 15,-19-8 2-15,19 8-12 16,0 0-12-16,0 0-13 16,0 0-13-16,-18 1-15 15,18-1-34-15,0 0-20 16,0 0 0-16,0 0 0 16,0 0 0-16,0 0 0 15,-12 16 0-15,12-16 0 0,-3 15-2 16,3-15-8-16,-7 26-1 15,7-3 0-15,-5 3 2 16,5 7 4-16,0 3 3 16,0 6 1-16,0 3 1 15,3 0-1-15,-3-2 1 16,2-2-1-16,-2-2 1 16,3-7-1-16,-3-4 1 15,0 0 1-15,4-4-2 16,-4-1 3-16,0-1-3 15,-4-3 4-15,4 0-2 16,0-19 1-16,-3 26-5 16,3-26-31-16,0 0-46 0,0 0-33 15,0 0-24-15,0-33-16 16,3 11-12-16,-6-9 0 16,10 1 40-16</inkml:trace>
  <inkml:trace contextRef="#ctx0" brushRef="#br1" timeOffset="-85418.63">23537 13161 127 0,'0'0'75'15,"-10"-23"-5"1,1 8-5-16,9-1-4 16,-4 0-6-16,4-3-3 0,4 0-1 15,-2-3 0-15,8 5 4 16,1-8-6-16,8 6-5 16,-4 2-3-16,11 3-5 15,-7 0-3-15,11 9-5 16,-8 3-12-16,1 6-13 15,-2 3-1-15,-6 3 0 16,-15-10 0-16,26 23 0 16,-26-23 1-16,20 26 0 15,-20-26 1-15,7 22 0 0,-7-22 0 16,-4 26 0-16,1-10-1 16,-4 3-1-1,-2 0-1-15,-1 1 0 0,-3 5-2 16,3-5 0-16,-6 3 0 15,6-1 1-15,-2-2 0 16,-2-5 1-16,14-15-2 16,-19 26 1-16,19-26 0 15,0 0-1-15,-19 16-1 16,19-16-3-16,0 0-2 16,0 0 0-16,0 0 1 15,0 0-1-15,-4-18 0 0,4 18 1 16,9-17 2-1,-9 17 2-15,17-22 1 16,-17 22 1-16,23-21 0 16,-4 10 0-16,0 3 0 0,0-1 0 15,5 4 0-15,-1 0 0 16,-4 5 1-16,4 0-1 16,-4 3 2-16,-4 2-2 15,-15-5 1-15,30 21 1 16,-20-5 0-16,2-1 0 15,-1 3 1-15,-4 2 1 16,1 1 0-16,-1 2 1 0,-3-3 0 16,-1 1 0-1,-3 0 0-15,-3 1 0 16,-4-1-1-16,3 0 0 16,-8-4 1-16,-2 2-1 15,-1 0-1-15,-8-1-2 0,1-3 1 16,-8-1-2-16,4-2 1 15,-7-5 0-15,2 0-3 16,1-5 2-16,1 0-2 16,3-4 3-16,3 0-3 15,1-1 1-15,6-1-4 16,16 4-2-16,-22-3-39 16,22 3-70-16,-14-21-42 15,14 21-18-15,3-30-2 16,8 13-3-16,-11-14 93 15</inkml:trace>
  <inkml:trace contextRef="#ctx0" brushRef="#br1" timeOffset="-81909.13">25634 13131 287 0,'0'0'129'0,"-4"-19"-11"16,4 19-11-16,0 0-15 16,0 0-15-16,0 0-18 15,0 0-20-15,0 0-35 16,0 0 1-16,0 0 1 0,0 0 0 15,-15 14 0-15,15-14 0 16,-7 19-1-16,3-3-1 16,3 4-2-16,-3 5-2 15,4 8-2-15,0 3 1 16,0 2 0-16,0 4 2 16,5 1 0-16,-5 4-1 15,4-4 1-15,-1-2 0 16,1-1 1-16,-1-3-1 15,1-5 1-15,-4-2-3 16,3-8 1-16,-3-4 0 16,0-18-2-16,0 24 0 15,0-24-2-15,0 0-1 0,0 0 1 16,0 0 0-16,0 0 3 16,0 0-3-16,12-28-28 15,-12 6-29-15,4 1-17 16,-4-5-15-16,3-3-12 15,-3-3-3-15,4 6-4 16,-4-5-3-16,0 4 30 16,0 6 27-16,0-3 21 15,0 4 14-15,0 5 18 16,0-1 10-16,0 16 14 16,-4-26 17-16,4 26 17 15,-7-19 23-15,7 19 20 16,-3-20 18-16,3 20-6 0,-5-28-6 15,1 9-14-15,9 3-11 16,-5-6-17 0,7 1-20-16,4-2-23 15,1 1-17-15,2-1 0 0,5 4-1 16,4 4 1-16,3 1 0 16,3 4 0-16,-3 4 1 15,2 6 0-15,1 6 1 16,-6 2 2-16,3 8 1 15,-12 1 0-15,1 6 1 16,-8-3 1-16,-3 6 0 16,-4-1 0-16,-7 1 0 15,-3-2-2-15,-6 2 0 0,-7-2-3 16,-3 0 1 0,0 0-3-16,-3-1 0 15,-1-4-1-15,-1 0-1 16,5-5 0-16,0-2 1 0,7-3 0 15,1-2-1-15,18-7 0 16,-19 7-1-16,19-7-3 16,0 0-2-16,0 0 2 15,0 0 0-15,0 0-1 16,7-19 1-16,-7 19 1 16,19-18 0-16,-19 18 4 15,30-24 0-15,-7 12 0 16,3 0-1-16,3 0 1 15,-1 3-1-15,1 2 1 16,1 2 0-16,-1 3 1 16,-3 6 1-16,0 1 0 15,-3 3 0-15,0 5 0 0,-1 2 2 16,-3 1-1-16,0 1 1 16,2 4 1-16,-5 0-4 15,-1-2 2-15,-1 0-1 16,-2 0 2-16,-1-2-1 15,-2-1 3-15,-3-1-2 16,-6-15 2-16,0 24 2 16,0-24-1-16,-12 25 1 15,12-25-3-15,-33 20-1 16,11-9 0-16,-8-1-2 16,1-3-1-16,-6 2-1 15,2-4 0-15,-2 0 0 0,2 2 2 16,0 0-2-16,2 0 0 15,2 2 0-15,3-1 0 16,3 1 0-16,6 0 0 16,1-3 0-16,16-6-2 15,-19 9-1-15,19-9-3 16,0 0-1-16,0 0 2 16,0 0 0-16,0 0-61 15,0 0-62-15,16-21-33 16,-16 21-6-16,10-22-4 15,-10 22 3-15</inkml:trace>
  <inkml:trace contextRef="#ctx0" brushRef="#br1" timeOffset="-80010.78">27835 13297 257 0,'-2'-31'174'0,"2"16"-41"16,0 15-29-16,-3-26-16 0,3 26-8 16,0 0-9-16,0 0-10 15,-4-16-24-15,4 16-39 16,0 0-2-16,0 0 1 16,-3 26-3-16,3-9-2 15,0 8-3-15,0 4 0 16,3 6 0-16,1 1 13 15,-1 7-1-15,-1 2-3 16,1-1 3-16,-3-5-1 0,4-4 1 16,-4-2-3-1,0-5 3-15,0-4-3 16,0-7 2-16,0-17 0 16,0 23-1-16,0-23-2 0,0 0 0 15,0 0-38-15,0 0-39 16,0 0-26-16,7-23-19 15,-4 4 1-15,-3-3-2 16,0-1 3-16,-3-5 2 16</inkml:trace>
  <inkml:trace contextRef="#ctx0" brushRef="#br1" timeOffset="-79302.27">27833 13420 328 0,'-10'-26'124'0,"10"26"-6"15,-11-27-6-15,6 9-17 0,5 3-16 16,-3-4-23-16,3 1-32 16,3 1-20-16,1-2-1 15,1 0 0-15,5 0-2 16,2 2 0-16,6-2-1 16,4 3-2-16,4-1-1 15,6 5 0-15,-3 1-1 16,4 8-1-16,0 3 2 15,-5 7 1-15,-2 3 2 16,-5 4 3-16,-6 5 1 16,-8 2 2-16,-1 5 1 15,-12 0 0-15,-4 1 0 16,-9 1-1-16,-4 0 0 0,-6-1-3 16,-1-2-1-16,-3-3-2 15,5-3 1-15,-1-1-1 16,6-6 0-16,6-2-3 15,17-10-4-15,-23 10-1 16,23-10 2-16,0 0 2 16,0 0 0-16,0 0 0 15,18-15-1-15,-3 8 1 16,5 0 4-16,2 2 1 16,1 0-3-16,6 1-1 15,4 2-3-15,-3 2 2 16,-3 4 1-16,3 3 1 15,-4 0 0-15,-3 3 3 0,-4 4 0 16,-2 3 3-16,-1 1-1 16,-6 4 2-16,-6 4-1 15,-4 0 2 1,0 3-1-16,-11 4 0 0,-1 0 0 16,-5-2-1-16,-6 2 0 15,-3-3 0-15,-4-3 1 16,-4-2-3-16,1-5 0 15,-2-2-1-15,2-6 0 16,0-4-3-16,7-4 1 16,4-2-4-16,2-4-2 15,20 2 3-15,-26-16 3 16,26 16-1-16,-7-29-62 0,11 6-69 16,6 4-36-16,-6-12-5 15,11 5 2 1,-8-10-6-16</inkml:trace>
  <inkml:trace contextRef="#ctx0" brushRef="#br1" timeOffset="-76110">29963 13244 332 0,'23'-7'177'16,"-23"7"-54"-16,0 0-36 15,19-7-6-15,-19 7-4 16,0 0-20-16,0 0-31 16,0 0-17-16,0 0 0 15,0 0-2-15,0 0-5 16,0 0-2-16,0 0 1 15,0 0 1-15,0 0-2 16,-16 7 0-16,16-7-3 16,0 0 0-16,-10 26 3 0,6-7 0 15,1 9-3-15,-2 4 2 16,-2 12 0-16,3 8 0 16,-3 3 2-16,2 2-1 15,-2 0 2-15,0 2-2 16,0-4 2-16,-2-4 0 15,3-8-2-15,-1-7 2 16,3-5-1-16,-1-6 2 16,-2-6-3-16,7-19 0 15,-3 15-2-15,3-15-1 16,0 0 4-16,0 0 0 16,3-15-2-16,0-3 1 0,1-6 0 15,-1-7 0-15,-1-9 4 16,5-6 0-16,-3-10-7 15,-1-4 2-15,4-3 0 16,-2 1 0-16,6 3-1 16,-4 2 2-16,1 5-3 15,-4 5 0-15,3 9 4 16,0 4-2-16,-2 6 2 16,-2 7-2-16,1 4 1 15,-4 17-1-15,7-23 1 16,-7 23 0-16,0 0-1 15,0-15 0-15,0 15-2 16,0 0 0-16,0 0 0 0,0 0-1 16,3 15 1-16,-3-15 0 15,16 31-1-15,-6-6 3 16,6 2-1-16,-1 5 3 16,8 6-1-16,0 1 1 15,3 1 1-15,-4 0-3 16,2 3 4-16,-4-1-1 15,-1-1 1-15,-4-1 0 16,-1-2 3-16,-5 0-3 16,-2-1-1-16,-4-3 2 15,1-4-1-15,-4-6 1 16,0-1-3-16,0-6 1 16,0-17-1-16,0 19 1 0,0-19-2 15,0 0-43-15,0 0-30 16,0 0-14-16,0 0-9 15,-16-19-9 1,16 19-14-16,-14-23-13 0,2 8-12 16,12 15 40-16,-26-33 21 15,26 33 76-15</inkml:trace>
  <inkml:trace contextRef="#ctx0" brushRef="#br1" timeOffset="-75570.63">29862 13694 200 0,'-22'7'104'0,"22"-7"23"0,0 0-13 16,-14 5-12-16,14-5-12 16,0 0-10-16,0 0-14 15,0 0-18-15,0 0-25 16,0 0-26-16,0 0 2 15,0 0 3-15,0 0 3 16,0 0-1-16,0 0 1 16,14-16-1-16,-14 16-1 15,19-14 1-15,-3 6 1 16,6-6 0-16,4-5-2 16,11-4-1-16,4-1 1 0,8-3-2 15,3 1 3 1,0 0-3-16,0 1 2 15,-3 3-4-15,-8 5 1 16,-4 4 0-16,-9 5 0 0,-4 1-1 16,-8 2-1-16,-16 5-3 15,15-4 0-15,-15 4-1 16,0 0 2-16,0 0 2 16,0 0 1-16,0 0 1 15,0 0 2-15,0 0 1 16,-15 14 2-16,15-14-2 15,0 0-2-15,0 0-1 0,0 0-1 16,0 0 0 0,0 0 0-16,0 0 1 15,0 0 0-15,0 0-105 16,0 0-56-16,0 0-13 16,-7-26-5-16,-6 4 1 0,13 3-3 15</inkml:trace>
  <inkml:trace contextRef="#ctx0" brushRef="#br1" timeOffset="-72303.3">32602 12975 283 0,'0'0'148'0,"-7"-15"-24"16,7 15-15-16,0 0-5 16,0 0-20-16,0 0-16 15,0 0-34-15,0 0-31 16,0 0 0-16,0 0 0 15,0 0 0-15,0 0 0 16,-13 26 0-16,10-7-2 16,3 5 2-16,0 6-3 0,0 4 1 15,0 6-2 1,3 2 1-16,-3-1-1 16,4 1 1-16,-4-4-2 15,3 0 2-15,1-7-2 0,-2-3 2 16,1-6-1-16,4 1 0 15,-7-6 0-15,0-17-1 16,10 22 2-16,-10-22-4 16,0 0-16-16,0 0-31 15,16 14-19-15,-16-14-17 16,0 0-10-16,16-22-18 16,-16 22-10-16,17-24-8 0,-8 4 10 15,-9 20 23 1,19-36 60-16</inkml:trace>
  <inkml:trace contextRef="#ctx0" brushRef="#br1" timeOffset="-71580.79">32709 13135 139 0,'0'0'83'15,"-19"-21"5"-15,19 21 7 16,-21-14 10-16,21 14-7 15,-26-10-11-15,26 10-13 16,-22-9-12-16,22 9-13 16,-26-5-11-16,26 5-14 15,-23-11-19-15,23 11-3 16,-12-15 3-16,12 15 0 16,-4-21-1-16,4 21 2 0,11-31-2 15,1 12 3-15,4 0 0 16,-2 0-2-16,8 0-5 15,4 1 0-15,7 5-2 16,-2 1-1-16,6 5-3 16,-2 5-1-16,-3 5 1 15,1 8 1-15,-6 4 2 16,-5 3 1-16,-6 6 3 16,-9 5 2-16,-7 2 3 15,-11 2-1-15,-4 2 1 16,-8-2-2-16,-3 1 1 15,-7-1-3-15,-2-3-1 16,-1-4-1-16,1-4 0 0,2-3 2 16,4-3-2-16,6-6-2 15,4-5-5-15,19-5 4 16,0 0 1-16,0 0 2 16,0 0-1-16,9-17-2 15,13 7 2-15,-1-2 1 16,10-1 5-16,2 1-6 15,0 4-1-15,9 1-4 16,-4 3 0-16,2 6 0 16,-5 3-1-16,-6 9 3 15,-3 2 1-15,-10 4 2 16,-2 5 4-16,-11 1 2 16,-6 3 2-16,-11 0 2 0,-2 3-1 15,-10-1 0-15,-7-2-2 16,-5 1 0-16,-4-3-3 15,-3-6 0 1,-2-5-1-16,2-4-5 0,0-9-2 16,10-3-24-16,2-10-70 15,7-6-34-15,14-1-24 16,-2-9-12-16,14 7-3 16,-7-9 3-16</inkml:trace>
  <inkml:trace contextRef="#ctx0" brushRef="#br1" timeOffset="-58133.14">33075 13268 90 0,'0'0'61'0,"0"0"4"16,0 0 8 0,0 0 4-16,0 0 5 0,0 0 4 15,0 0 1-15,0 0-3 16,0 0-5-16,0 0-8 15,0 0-3-15,0 0-10 16,0 0-16-16,0 0-42 16,0 0 0-16,0 0 0 15,0 0 0-15,0 0 0 16,7-16 0-16,-7 16 0 0,0 0 0 16,0 0 0-16,0 0 0 15,0 0 0-15,0 0 0 16,0 0 0-1,16-8 0-15,-16 8 0 0,23-14 0 16,-4 4 0-16,3-1 0 16,8-3 0-16,3 0 0 15,1-1 0-15,10 1 0 16,-2 2 0-16,-1 1 0 16,4 5 0-16,-8-3 0 15,1 5 0-15,-9 1 0 16,-3 3 0-16,-6 0 0 15,-3 3 0-15,-17-3 0 0,19 2-14 16,-19-2-3 0,0 0 3-16,0 0 7 15,16 16 13-15,-16-16 4 16,3 21-1-16,1-6 1 0,-4 4 0 16,0 5-3-16,0 6-7 15,3 1 0-15,-3 5 0 16,4 4 0-16,-4 3 0 15,1 6 0-15,3-1 0 16,3 4 0-16,-4 2 0 16,1 1 0-16,-1 2 0 15,2 2 0-15,-1-2 0 16,-4-1 0-16,0-4 0 16,0-2 0-16,0-7 0 15,-4-5 0-15,4-5 0 16,0-10 0-16,-1-6 0 15,1-17 0-15,1 19-3 0,-1-19-4 16,0 0 1-16,21 2-1 16,-5-6 0-16,3-6 1 15,14 0 0-15,9-6 4 16,6-1 0-16,11-4 0 16,5 0 0-16,8-3-1 15,-1 1 2-15,-4 3-1 16,-1 1 3-16,-10 5-1 15,-2 2 0-15,-11 1 0 16,-5 4 1-16,-5 4 1 16,-10 3 0-16,-4 0 1 15,-19 0 3-15,22 3 4 16,-22-3 0-16,0 0 1 0,0 0-1 16,0 0-10-16,0 0 0 15,-15 4 0-15,15-4-92 16,0 0-26-16,-17-18-15 15,17 18-8-15,-13-27-13 16,10 9-7-16,-4-4-10 16</inkml:trace>
  <inkml:trace contextRef="#ctx0" brushRef="#br1" timeOffset="-57526.72">34402 13680 270 0,'-14'-5'148'0,"14"5"-10"0,0 0-15 16,0 0-10-16,0 0-15 16,0 0-19-16,0 0-25 15,0 0-54-15,0 0 0 16,0 0 0-16,0 0 0 16,0 0 0-16,0 0-3 15,0 0-1-15,10 15 2 16,-10-15-1-16,7 18 1 15,-7-18-2-15,16 20-1 16,-16-20-1-16,26 21 0 16,-11-10 0-16,3-3 0 15,1 1 2-15,0 0 1 0,-3-3 1 16,-3 0 2-16,-13-6 0 16,23 10 1-1,-23-10-1-15,0 0 0 0,19 9-2 16,-19-9 2-16,14 8-1 15,-14-8 0-15,19 9 2 16,-19-9 2-16,19 14 4 16,-19-14 3-16,11 22 0 15,-6-3 1-15,-9 7 0 16,-1 9-5-16,-9 8-6 16,-5 9 0-16,-10 9 0 15,-6 6 0-15,-2 8 0 16,-8 1 0-16,4-3 0 0,-3-4 0 15,3-5 0-15,6-5 0 16,2-11 0-16,7-8 0 16,7-11 0-1,1-8 0-15,10-3 0 0,8-18 0 16,-11 15-10-16,11-15-3 16,0 0 3-16,0 0-52 15,19-26-62-15,-19 26-25 16,26-33-28-16,-8 18 4 15,-3-8 0-15,8 9 42 16</inkml:trace>
  <inkml:trace contextRef="#ctx0" brushRef="#br1" timeOffset="100909.3">21923 26337 199 0,'-30'69'82'15,"30"-69"-70"-15,0 0-134 16,0 0-42-16,0 0 158 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24:50.4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20159 8778 95 0,'-7'-23'59'0,"7"23"4"15,0 0-2-15,-10-17-5 16,10 17-7-16,0 0-8 16,0 0-7-16,0 0-3 15,0 0-9-15,0 0-7 16,0 0-1-16,0 0 1 15,0 0 0-15,0 0 1 16,17 12 2-16,-17-12 2 16,16 11 0-16,-16-11 2 15,19 15 18-15,-19-15 3 16,33 16-6-16,-14-13 4 16,7 8-8-16,0-8 3 15,12 6-8-15,2-6 1 0,9 2-26 16,3-1-1-16,5-3 0 15,2 1-1-15,9 0 0 16,6 0 0-16,5-2 0 16,-1 1-1-16,1-1-1 15,7 0 2-15,0 2-2 16,6-2 2-16,2 0-1 16,3-2 0-16,0 2 2 15,11 0-2-15,1-1 0 16,4-1 0-16,5 0 0 15,2 2 0-15,3 0 0 16,6 0-1-16,1-2 0 16,4 2 0-16,-2 2 1 0,8-2 1 15,3 0-1-15,2 0 0 16,1 0 1-16,3 0 0 16,4 0 0-16,5 0 1 15,5 2-1-15,2 0 0 16,4-1 2-16,-1 1-2 15,4 2 0-15,7-3-1 16,-4 3 1-16,9-1 0 16,-5 1 0-16,5-3 0 15,-6 3-2-15,10-1 1 16,-9 1-1-16,3-2 3 16,-1 3-1-16,-6-5-1 15,0 1 0-15,-3 3 0 0,-7-1 0 16,0-1 1-16,-2 0 1 15,-7 1-3-15,-5-1 3 16,-1 2-2 0,-8-3 1-16,-5 1 0 0,-5-2 1 15,-9 0-3-15,-5-2 2 16,-12 1-1-16,-5 1 0 16,-11-2 0-16,-8 0 1 15,-8 2-1-15,-11-2-1 16,-9 1 2-16,-11 1 1 15,-12-2 1-15,-5 2 0 16,-8-2-105-16,-18 2-61 16,-4-19-11-16,-10-3-3 0,-24-16-2 15,2-7-11 1</inkml:trace>
  <inkml:trace contextRef="#ctx0" brushRef="#br0" timeOffset="22443.45">21803 2645 173 0,'-14'-38'189'0,"4"3"-65"15,1-10-11-15,5 7-11 16,1-10-7-16,10 6-4 0,0 2-31 15,9 13-14 1,6 9-48-16,8 15 1 16,4 22-1-16,10 21 3 15,1 24-4-15,7 24-11 0,5 19 8 16,2 15-15-16,2 11 17 16,1 4-4-16,-1-1 5 15,2-11-4-15,1-6 2 16,-5-15-3-16,-2-5 6 15,-1-11 6-15,-8-12-5 16,-6-13 5-16,-5-10-5 16,-11-6 5-16,0-11-3 15,-7-6 3-15,-4-13-6 16,-15-17-17-16,26 14-56 16,-26-14-15-16,11-21-19 15,-11-3-12-15,3-7-5 16,-3-2-15-16,0-7 6 0,0 0 31 15</inkml:trace>
  <inkml:trace contextRef="#ctx0" brushRef="#br0" timeOffset="22759.67">22846 3464 195 0,'4'-16'88'0,"-4"16"13"15,0-17 3-15,0 17-9 16,8 21-13-16,3 8-10 15,-8-3-17-15,9 14-11 16,-5-4-10-16,9 13-18 16,-9 3-16-16,7 1 4 15,-9-1-4-15,-2-5 4 0,-3 3-4 16,-12 2 4-16,-5 0-5 16,-6 0 4-16,-8-5-6 15,-5-1 2-15,-3 1-1 16,0-5 2-16,0-4-1 15,6-11 4-15,7-6-22 16,4-16-56-16,22-5-35 16,0 0-25-16,-4-29-23 15,22 8-7-15,4-8-5 16,9 4 107-16</inkml:trace>
  <inkml:trace contextRef="#ctx0" brushRef="#br0" timeOffset="23504.82">23747 3780 521 0,'0'-27'126'0,"-3"9"-10"16,-16 3-27-16,-4 10-35 15,-10 5-53-15,-9 5-1 16,-6 16 3-16,-4 12 2 16,-6 12-5-16,-4 13 3 0,-2 20-3 15,1 19 5 1,-1 17-7-16,8 15 6 16,8 7-6-16,6 5 2 15,9 4 0-15,14-3-3 0,9-7 3 16,13-12 0-16,8-14 3 15,11-7-2-15,13-15-3 16,12-11 4-16,10-11-2 16,18-11 4-16,10-12-2 15,15-8 0-15,10-11-1 16,9-8 0-16,8-11 0 16,7-8 0-16,5-8 0 15,-4-9 0-15,-5-4 1 16,-3-8 1-16,-4-7 1 15,-10-5-1-15,-12-5 2 16,-9-8-3-16,-16-4 3 16,-6-4-3-16,-13-8 2 0,-5-4-4 15,-14-7-1-15,-5-1 3 16,-7-1-3-16,-7 2 3 16,-5 1-4-16,-5 0 4 15,-6 7-6-15,-8 2 4 16,-5 8 0-16,-4 1-3 15,-5 2 2-15,-4 1-4 16,-6 3 4-16,-6-4-3 16,-5 1 3-16,-5 3-6 15,-4 3 4-15,-6 1-4 16,-6 1 5-16,-7 3-3 16,-3 7 3-16,-7 9-5 15,-7 3 5-15,-5 7 2 0,-4 9 1 16,0 8-1-16,2 11-2 15,-2 10 0-15,4 14-54 16,9 7-51-16,6 17-53 16,14 12-8-16,6 0-8 15,13 8 3-15,2-5 101 16</inkml:trace>
  <inkml:trace contextRef="#ctx0" brushRef="#br0" timeOffset="24088.29">23705 4262 384 0,'4'22'177'15,"-4"13"-4"-15,-4 15-100 16,-3 7-19-16,1 21-6 16,-3 7-34-16,-5 10-14 15,2-1 2-15,1-6-4 16,-4-7 4-16,4-8-3 16,-4-13 4-16,4-13-4 15,3-10 0-15,1-13 1 0,7-24 2 16,-7 17 1-16,7-17 2 15,3-35-1 1,-3-3 0-16,7-7 0 16,-3-13-3-16,4-12 2 0,-1-8-5 15,4-6 3-15,1 0-3 16,2 0 3-16,5 6-3 16,0 2 4-16,0 13 2 15,4 8-2-15,-6 13 0 16,2 11-3-16,-3 14 0 15,1 12 1-15,2 19-3 16,0 15-1-16,0 14-2 0,0 11 3 16,2 10-4-1,5 10 5-15,-7 6 3 0,4 1-4 16,-4-6 6 0,-3-6-3-16,-2-8 5 0,-2-8-5 15,-2-8 3-15,0-12-56 16,-1-3-76-16,-5-8-38 15,-4-22-6-15,0 16-1 16,0-16-4-16</inkml:trace>
  <inkml:trace contextRef="#ctx0" brushRef="#br0" timeOffset="24292.44">23702 4911 426 0,'0'0'174'0,"23"5"-44"16,9-5-52-16,3-5-1 15,9 1-57-15,4 3-121 16,1-3-46-16,-1-3-27 16,4 4 3-16,-6-6-6 15,2 6 43-15</inkml:trace>
  <inkml:trace contextRef="#ctx0" brushRef="#br0" timeOffset="25320.17">25259 4180 407 0,'9'-29'179'0,"13"3"-14"16,15-2-93-16,1-17-11 15,21 0-6-15,12-7-53 16,16-7-6-16,10-3 3 16,18-2-2-16,13 2 5 15,16 1-5-15,18 8 4 16,6 4-1-16,14 11 2 16,13 7-2-16,11 10 1 0,6 7-1 15,5 12-1-15,7 4 0 16,5 10 1-16,2 9 0 15,-4 2-2-15,-6 4 3 16,-8 4-2-16,-8 2 0 16,-14-2 0-16,-16 1 0 15,-22-3-1-15,-14-3 1 16,-19-2-1-16,-20-5 1 16,-22-3 0-16,-10-2 0 15,-16-4 1-15,-17-3 0 16,-12-3 3-16,-23-4 0 15,17-2-1-15,-17 2-2 0,-30-23-25 16,1 1-37-16,3-1-27 16,-12-11-24-16,1 1-6 15,-4-11-7 1,-1 3 5-16,-3-8 0 16,8 6 37-16,-1-2 44 0,2 11 44 15,3 1 31-15,5 8 19 16,7 3 16-16,21 22 27 15,-16-17 23-15,16 17-9 16,23 10-9-16,3-1-14 16,11 15-12-16,4-3-13 15,11 12-11-15,6-1-30 16,4 8-23-16,2 0-1 0,2 2 0 16,-9-3 0-1,-1 3 4-15,-14 0 1 0,-13 4 11 16,-18 8-10-16,-18 1 4 15,-23 2-6-15,-11 7 7 16,-22 4-7-16,-5 1 4 16,-6 2-9-16,-4-3-1 15,3-13 2-15,7-6 4 16,13-8-28-16,13-18-45 16,23-13-40-16,19-10-34 15,12-42-23-15,35 1-2 16,17-16-5-16,23-2 83 15</inkml:trace>
  <inkml:trace contextRef="#ctx0" brushRef="#br0" timeOffset="25943.6">31840 3374 475 0,'0'0'179'16,"-30"-14"-53"-16,-15 5-37 16,-7 13-10-16,-12-1-76 15,-15 6-1-15,-7 6-2 16,-15 10 2-16,-10 9-3 0,-2 13 2 16,-7 8-5-1,-3 20 14-15,0 10-12 16,0 13 5-16,3 13-8 15,12 7 8-15,11 6-9 0,14 1 6 16,13 5-6-16,16-6-6 16,21-1 10-16,14 0-2 15,25-2 4-15,20-1-3 16,20-1 6-16,15-1-2 16,24-5 5-16,18-4-2 15,15-7 1-15,17-11-2 16,18-13 2-16,8-12-1 15,11-17 3-15,7-15-3 16,0-18 1-16,1-21 2 16,-1-20-6-16,-11-11 3 15,-8-21-3-15,-9-19 2 16,-17-16-3-16,-7-15 1 0,-20-13 2 16,-17-10-6-16,-15-5 0 15,-14-5 1-15,-25-9-1 16,-13 0 0-16,-23 1 0 15,-26-1 2-15,-23 3-4 16,-32 8-2-16,-32 3 9 16,-26 7-6-16,-28 17 5 15,-24 17-5-15,-14 20 5 16,-15 24-6-16,-2 22 7 16,7 21-2-16,13 26-61 15,18 12-62-15,28 16-41 16,28 10 2-16,27 4-20 15,35 5 7-15</inkml:trace>
  <inkml:trace contextRef="#ctx0" brushRef="#br0" timeOffset="26712.16">30920 4255 289 0,'-11'74'177'0,"4"14"-22"16,7 16-75-16,-5-2 5 16,10 11-16-16,-5-16-27 15,11-2-13 1,-4-15-6-16,1-16-23 0,-1-17 6 15,0-13-5-15,2-13-2 16,-9-21 4-16,0 0-2 16,0 0 0-16,3-33 2 15,-8-5-1-15,-2-16-5 16,0-12 4-16,0-11-3 16,-1-10 4-16,4-3-4 15,1-2 6-15,3 7-6 16,3 4 5-16,9 15 0 0,-1 7 0 15,4 13-2-15,3 9-1 16,4 11-1 0,1 11 0-16,3 10-1 15,0 10-2-15,0 10 2 0,-4 11 1 16,-2 11-1-16,-5 8 2 16,-8 7 0-16,-7 1-1 15,-10 3 0-15,-9-3 3 16,-7-2-3-16,-4-6 2 15,-8-4-3-15,1-8 0 16,3-5 0-16,1-7-1 16,7-4 0-16,7-9 1 15,19-8 1-15,0 0 0 16,0 0 0-16,10-25 1 16,16 5-1-16,9 3 4 15,6 0-3-15,11 3 1 16,4 5 0-16,7 4-1 0,-3 10 1 15,4 6-2-15,-1 8 0 16,-11 5-1-16,-7 2 1 16,-10 3 1-16,-9 4 8 15,-16 4-8-15,-17 1 6 16,-12 5-5-16,-22 2 7 16,-15 5-4-16,-15 4 4 15,-14 1-6-15,-2 1-101 16,-7-8-51-16,-3-10-22 15,3-8-3-15,2-18-3 16,13-5-2-16</inkml:trace>
  <inkml:trace contextRef="#ctx0" brushRef="#br0" timeOffset="27635.81">25044 5723 329 0,'0'0'133'16,"0"0"-13"-16,0 0-6 15,0 0-17-15,0 0-18 0,-12 24-24 16,12 4-39-16,-4 4-13 15,4 10-4-15,-3 5 2 16,-1 6-1 0,4 1 1-16,-3-4-2 0,3-8-2 15,0-8 2-15,0-6-1 16,0-11 2-16,0-17-1 16,0 0 2-16,0 0 0 15,3-29 0-15,-3-6 2 16,0-11-1-16,0-13-2 15,0-5 1-15,-3-7-1 16,3 2 2-16,0 3-3 16,0 7 2-16,0 9-3 0,0 12 4 15,0 12-1-15,3 7-2 16,-3 19 0 0,0 0-1-16,0 0 0 15,0 0 0-15,23 19-2 0,-13 5 3 16,9 5-2-16,-3 6 3 15,8 3-2-15,-1 4 2 16,-1 3-30-16,-3-7-57 16,4-4-39-16,-4-3-24 15,-9-6-18-15,3-5-3 16,-13-20-1-16</inkml:trace>
  <inkml:trace contextRef="#ctx0" brushRef="#br0" timeOffset="28304.29">25002 5736 316 0,'0'0'177'0,"0"0"-47"16,0 0-43-16,7 23-19 16,9-2-9-16,-2 0-10 15,8 6-10-15,1 4-36 16,8 1-3-16,5 4 3 15,10 0-2-15,2-1 1 16,8-1-1-16,8 3-3 16,7-1 2-16,11-1-1 15,4 1 0-15,6-1 0 16,2-1 1-16,7 4 0 16,3-1 0-16,2-4 0 15,5-2 0-15,-2-2 0 0,6-3 0 16,-2-3 0-16,3-4 0 15,4-5-1-15,3-2 1 16,-3-4 0-16,3-2-1 16,4-1 3-16,-1-3-1 15,1-2 0-15,-4-4-1 16,4-1 1-16,-4-2-1 16,1-3 0-16,-5-3 0 15,1 0 0-15,-4-5 0 16,1 1 1-16,-3-6-1 15,-4-4 1-15,-3-3 0 16,3-3 1-16,-6-3-1 16,0-5 2-16,0-4-3 0,2 0 4 15,-5-2 1-15,-4-2-5 16,4-1 5-16,-8-2-7 16,-4 0 3-16,-2 2-3 15,-2 3 3-15,-11 1-4 16,-2 2 0-16,-12 6 5 15,-8 4-4-15,-7 6 3 16,-8 4 0-16,-11 3 0 16,-3 2-1-16,-8 5 2 15,-15 14-2-15,18-26 1 16,-18 26-1-16,8-15-43 16,-8 15-76-16,-7-26-46 0,7 26-6 15,-5-28-2-15,5 28-4 16</inkml:trace>
  <inkml:trace contextRef="#ctx0" brushRef="#br0" timeOffset="29536.17">26108 2731 201 0,'0'0'120'0,"0"0"10"16,0 0-9-16,0 0-17 0,0 0-12 15,0 0-13-15,0 0-14 16,0 0-16-16,0 0-26 15,-7-19-22-15,14 4 1 16,0-1-3-16,1-10 2 16,3-7 0-16,1-6 0 15,2-6-2-15,-2-11 6 16,2-1 10-16,-2-5-10 16,-2-1 5-16,-3 1-10 15,2 8 0-15,-5 9 0 16,-1 11 0-16,1 17 0 15,-4 17 0-15,0 0 0 16,0 0 0-16,6 51 0 0,-4-7 0 16,2 11 0-16,-1 11 0 15,4 7 0-15,0 8 0 16,-2-1-5-16,2-8-10 16,0-1 9-16,2-1-4 15,-6-10 8-15,4-10-7 16,0-5 7-16,-2-7-8 15,2-3 9-15,-3-9-8 16,3-4 9-16,-4-4 1 16,-3-18 0-16,0 24 0 15,0-24-3-15,0 0 3 16,-17 21-2-16,17-21-1 16,-26 12 1-16,7-5-1 0,-7 1 0 15,0 1 2-15,0 0 0 16,-6-2-1-16,6 3 0 15,-3-1 1 1,3-1-2-16,7-4 1 0,0-1 0 16,19-3-2-16,-21 6 0 15,21-6 2-15,0 0-1 16,0 0 2-16,3-18-1 16,15 11 0-16,1-7 1 15,7 2 2-15,3-3-1 16,6 1-1-16,7-3 1 15,4-1-2-15,5 1 1 0,-3 0 1 16,-1 1 0-16,-2 1 0 16,-3-1 1-16,-5 4-1 15,-6 0-86-15,-12-4-57 16,-19 16-28-16,14-28-1 16,-18 8-7-16,4-3 11 15</inkml:trace>
  <inkml:trace contextRef="#ctx0" brushRef="#br0" timeOffset="29852.39">26856 1556 609 0,'0'0'179'0,"0"0"-11"16,0 0-113-1,0 0-43-15,0 0-12 0,0 0 0 16,26 80 0-16,-35 15 0 16,2 23 0-16,-3 24 0 15,-2 8 0-15,-4 18 0 16,-1-3-21-16,-2-8 12 16,0-22-11-16,5-22 14 15,2-27-3-15,1-17 6 16,6-18-43-16,7-8-63 15,-4-17-37-15,2-26-22 0,12 17-4 16,-12-17-2 0,30-26 35-16</inkml:trace>
  <inkml:trace contextRef="#ctx0" brushRef="#br0" timeOffset="30219.66">27168 2333 491 0,'4'-15'154'0,"-4"15"-28"16,-4 36-14-16,-3 9-36 15,-3 11-24-15,5 2-56 16,-2 6 0-16,3 6-10 16,4 6 12-16,4-12-9 15,8-16 11-15,5-10-9 16,9-10 9-16,2-11-10 15,9-11 11-15,4-12 1 0,-1-11 0 16,2-7 9-16,-4-12-11 16,-1-15 10-16,-8-11-9 15,-3-12 21-15,-14-9-20 16,-5-8 9-16,-10-4-7 16,-13 9-4-16,-10 11 0 15,-10 18 0-15,-10 21-16 16,-6 24-112-16,0 29-47 15,7 21-8-15,7 14-2 16,21 9-9-16,17-4 53 16</inkml:trace>
  <inkml:trace contextRef="#ctx0" brushRef="#br0" timeOffset="31317.01">31126 3481 411 0,'-26'-35'180'0,"4"-13"-5"0,6-4-107 16,-3-21-1-16,12-10-18 15,3-22-46 1,11-18 9-16,9-16-5 0,10-15 17 15,14-21-18-15,9 2 15 16,15-2-21-16,7 16 0 16,14 14 0-16,5 22 0 15,11 14 0-15,0 36 0 16,-4 25 0-16,-3 18 0 16,-1 15 0-16,-8 16 0 15,-5 17 0-15,-10 18 0 16,-70-36 0-16,109 126 0 0,-60-25 0 15,-11 13 0-15,-2 19 0 16,-10 8 0 0,-3 9 0-16,-4-1 0 15,-5 3 0-15,-2-8-18 0,-2-12 17 16,-3-6-22-16,-5-3 19 16,1-11-8-16,-6-6 9 15,3-11-9-15,-9-7 9 16,2-10 4-16,-5-10-3 15,-5-11 3-15,-2-14 1 16,-7-8-1-16,0-11-2 16,-4-8-1-16,2-4-42 15,-11-14-31-15,9-1-19 16,-5-11-16-16,9 0-5 0,-3-10-2 16,10 3 11-1,-4-7-2-15,13 4 53 16,3-2 35-16,7 2 36 0,3-4 24 15,4 6 19-15,4 1 21 16,1 2 24-16,3 5 3 16,-8-2-9-16,-7 16-5 15,16-3-15-15,-16 3-10 16,3 28-16-16,-6 1-17 16,-6 6-32-16,-5 4-1 15,-1 10 2-15,-1-6 2 16,-1 2-4-16,1-2 4 15,4-8-5-15,8-6 5 16,1-8-5-16,12-5 4 16,8-13-7-16,13-8-1 15,8-12 0-15,10-9-4 0,17-7 5 16,4-7-4-16,11-7 1 16,-2-6-110-16,7-3-52 15,-5 4-14-15,-5-1 7 16,-1 3-8-16,-8-8 61 15</inkml:trace>
  <inkml:trace contextRef="#ctx0" brushRef="#br0" timeOffset="31955.52">33412 3166 207 0,'16'-47'181'0,"-6"-8"-1"16,6-6-61-16,6 11-21 15,-8-9-10-15,5 18-10 16,-8 3-47-16,1 12-21 15,-9 10-9-15,-3 16 12 16,4 19-14-16,-4 12-12 16,0 9 11-16,0 9-12 0,0 11 13 15,0 8-10 1,3 8 7-16,1-4-9 0,1 3 10 16,-1-8 2-16,-1-1-3 15,-3-5 5-15,-3-8-3 16,3-6 2-16,-9-5-2 15,5-8 3-15,-6-8-3 16,3-3 1-16,-5-4 0 16,12-19-1-16,-19 19 0 15,19-19 0-15,-33 9 1 16,14-8-1-16,-4 1 1 16,-6-4 1-16,-1 2 0 15,-5 2 0-15,2-2-1 0,-3 0 1 16,5 0 1-1,5 2 1-15,7-2-3 16,1 0 1-16,18 0-1 0,0 0 2 16,0 0-1-16,26-12 0 15,4 3 0-15,11-1-1 16,5-4 5-16,13 0-3 16,8-7 2-16,4-1-1 15,11-1-56-15,-4-8-60 16,0-2-27-16,-3-7-23 15,-4-5-6-15,-7 0-4 16</inkml:trace>
  <inkml:trace contextRef="#ctx0" brushRef="#br0" timeOffset="32203.69">34327 2863 512 0,'0'0'154'16,"0"0"-18"-16,-17 9-47 15,15 15-29-15,-12 7-36 16,2 12-38-16,-5 16 10 16,-6 12-10-16,-7 16 7 15,-4 6-9-15,-6 11 10 16,-5 2 4-16,-4 3 2 16,0-5 6-16,1-7-8 15,-1-14-81-15,11-12-64 16,12-14-13-16,7-21-8 15,15-10 4-15,4-26-14 16</inkml:trace>
  <inkml:trace contextRef="#ctx0" brushRef="#br0" timeOffset="32811.68">34421 3836 458 0,'0'0'164'16,"26"-30"8"-16,-11 15-86 16,-8-16-25-16,5 3-69 15,-1 0 9-15,-1-3-1 16,-1 2 2-16,-2 1-2 16,-4 4 0-16,1 3 1 15,-4 21 1-15,5-17-2 0,-5 17 1 16,-2 17-2-16,-1 7-1 15,-1 7 3-15,1 9 1 16,-1 10 8 0,-2 2-9-16,6 7 5 0,0 0-6 15,0-2 7-15,6-3-6 16,1-4 5-16,2-5-7 16,1-5-2-16,1-2 1 15,-6-7 2-15,-1-1-3 16,-8-6 1-16,-1-2-1 15,-2-3 1-15,-9-1-1 16,-1-5-1-16,-6 0 0 16,-6-1 2-16,-2-2 0 0,-6 0 1 15,-8 1 0 1,3-1-1-16,-3 2 1 0,2-3 2 16,5 1 1-16,8-1-2 15,8-5 2-15,22-4 0 16,0 0 1-16,0 0-1 15,38-30 1-15,10 9-2 16,22-8 0-16,10-4 1 16,15-2 2-16,18 2-1 15,7-1 0-15,6 3-1 16,-9 5 0-16,-6 5-4 16,-14 11-94-16,-22 4-54 0,-27 5-21 15,-29 9-2-15,-38 11-3 16,-28 16-2-16</inkml:trace>
  <inkml:trace contextRef="#ctx0" brushRef="#br0" timeOffset="33924.54">28529 7087 453 0,'18'-14'173'0,"-18"14"-44"16,0 0-26-16,0 0-25 0,0 0-49 16,0 0-25-16,-21 10-3 15,21-10 0-15,-16 28-1 16,9-4 0-16,-5 7-2 16,2 6 2-16,-2 4-4 15,5 6 1-15,3 0-1 16,1-2 2-16,10-4-2 15,3-8 2-15,6-4-1 16,6-11 1-16,8-10 2 16,4-8 1-16,3-10 1 15,1-9-2-15,-1-7 4 16,1-9-1-16,-5-3 1 16,-4-7-2-16,-10 0 0 0,-3-5-2 15,-13 2 2-15,-6 1-1 16,-9 4 0-16,-11 6-2 15,-6 8 2-15,-8 10-1 16,-8 12 0-16,0 12 1 16,-7 12-3-16,3 9 2 15,4 4-2-15,7 1-44 16,12 2-74-16,12-2-39 16,11-14-11-16,16-8-4 15,14-21-6-15,18-7 66 16</inkml:trace>
  <inkml:trace contextRef="#ctx0" brushRef="#br0" timeOffset="34235.75">29333 6567 564 0,'0'0'184'0,"0"0"-57"16,-19 26-64-16,7 0-30 16,5 14-35-16,-5 17-2 15,-6 12 1-15,-1 20 5 16,-3 13-3-16,-1 12 3 16,-6 6-1-16,3-8 1 0,-4-3 0 15,4-12-5 1,3-14 8-16,11-19-8 15,-5-17-65-15,17-18-61 0,0-29-30 16,21 7-9-16,5-22-10 16,2-18 6-16</inkml:trace>
  <inkml:trace contextRef="#ctx0" brushRef="#br0" timeOffset="34652.05">29619 7184 625 0,'0'0'175'0,"0"0"-40"15,-22 13-102-15,22-13-34 16,-14 25-2-16,2-6 2 0,5 1-3 16,-4 6 2-16,6 6-1 15,-2 2 2-15,4 6-1 16,-1 0 2-16,4-4-1 15,7 1 0-15,0-3 0 16,5-4 0-16,11-8 1 16,0-5 0-16,6-6 0 15,1-4 1-15,-1-9 1 16,2-3 1-16,-1-9 1 16,-1-5 2-16,-6-5-1 15,-1-6-1-15,-4-3 1 16,-6-6-3-16,-5-3-1 15,-7 2-1-15,-7 0 0 0,-3 1-1 16,-10 2 0-16,-9 4-1 16,-6 4 1-16,-5 3-43 15,-5 9-85-15,-3 1-37 16,-13-3-8-16,2 7 1 16,-16-12-6-16</inkml:trace>
  <inkml:trace contextRef="#ctx0" brushRef="#br0" timeOffset="35974.99">23799 4071 398 0,'-19'0'123'0,"5"-5"-2"15,-17-14-13-15,-6-3-13 0,-11-20-26 16,-8-1-34 0,-11-16-34-16,-8-10-4 15,-5-20 4-15,-5-11-5 16,4-13 5-16,-6-4-7 0,5-13 11 15,4-10 2-15,3-9-1 16,8-3 14-16,6-16-16 16,9 0 18-16,8-7-17 15,20 10 10-15,10 6-15 16,14 12 0-16,16 12 0 16,13 16 0-16,13 25 0 15,10 21 0-15,-52 73 0 16,134-103 0-16,-53 68 0 15,13 12 0-15,7 11 0 16,12 9 0-16,6 8 0 16,8 9 0-16,0 8 0 15,3 13 0-15,-2 8 0 0,-4 18 0 16,-13 10 0-16,-11 26 0 16,-13 29 0-16,-9 18 0 15,-19 20 0-15,-10 6 0 16,-11 10 0-16,-15-4-7 15,-13 8 1-15,-10-20-11 16,-10-8 8-16,-6-16 0 16,-10-10 3-16,-3-10-3 15,-4-13 7-15,-6-14 7 16,3-6-6-16,-2-16 5 16,8-21-2-16,1-13 5 15,6-17-4-15,4-15 0 16,0-10-53-16,5-15-72 0,2-8-23 15,-2-9-29-15,2-6 0 16,-2-4-10-16,2 1 53 16</inkml:trace>
  <inkml:trace contextRef="#ctx0" brushRef="#br0" timeOffset="36343.25">24117 3400 298 0,'0'0'171'16,"22"-11"-44"-16,-22 11-30 0,19-1 2 15,-19 1-21-15,14 17-31 16,-14 2-30-16,4 12-12 16,-8 7-1-16,1 5 1 15,-4 2-4-15,2 0 1 16,-2-1-4-16,3-6-2 15,1-5-4-15,3-11 2 16,0-22-1-16,26 21 0 16,0-26 2-16,12-13-2 15,18-6 4-15,8-10-1 16,14-10 7-16,7-4-3 16,9-9 4-16,3-2-4 15,-7 5 3-15,-1-1-2 0,-11 6-79 16,-14 6-74-16,-19-2-14 15,-12 2-6 1,-24-6-4-16,-11 3 12 16</inkml:trace>
  <inkml:trace contextRef="#ctx0" brushRef="#br0" timeOffset="37517.08">22006 756 150 0,'0'0'81'0,"0"0"5"15,-19-72 15-15,19 72 18 16,0 0-7-16,0 0-11 16,0 0-8-16,0 0-7 0,0 0-21 15,0 0-36-15,0 0-29 16,0 0 0-16,0 0 0 16,0 0 0-16,0 0 0 15,-75 7 0-15,75-7 0 16,0 0 0-16,0 0 0 15,-55 93 0-15,55-93 0 16,0 0 0-16,-26 90 0 16,26-90 0-16,0 0 0 15,0 0 0-15,43 76 0 16,-43-76 0-16,0 0 0 16,90 6 0-16,-90-6 0 0,75-18 0 15,-75 18 0-15,82-29 0 16,-82 29 0-16,74-37 0 15,-74 37 0 1,0 0 0-16,87-69 0 0,-87 69 0 16,0 0 0-16,38-88 0 15,-38 88 0-15,0 0 0 16,-15-83 0-16,15 83 0 16,0 0 0-16,0 0 0 15,-68-56 0-15,68 56 0 16,0 0 0-16,0 0 0 15,-82 14 0-15,82-14 0 16,0 0 0-16,0 0-46 0,0 0-64 16,-74 61-33-16,74-61-26 15,0 0-5 1,0 0-3-16,0 0-5 16</inkml:trace>
  <inkml:trace contextRef="#ctx0" brushRef="#br0" timeOffset="37927.38">22600 379 384 0,'0'0'186'0,"0"0"-7"15,0 0-73-15,48-74-32 16,-48 74-2-16,0 0-50 15,0 0-22 1,0 0 0-16,0 0 0 0,0 0 0 16,0 0 0-16,0 0 0 15,0 0 0-15,0 0 0 16,-12 95 0-16,12-95 0 16,-21 112 0-16,21-112-4 15,-26 130 2-15,26-130-4 16,-31 125 3-16,31-125-1 15,-26 97 3-15,26-97-6 16,-14 72 3-16,14-72-6 16,0 0 8-16,0 0 2 15,-3 85 0-15,3-85 2 16,0 0-12-16,0 0-67 16,0 0-52-16,0 0-25 0,0 0-16 15,0 0-10-15,0 0 2 16</inkml:trace>
  <inkml:trace contextRef="#ctx0" brushRef="#br0" timeOffset="38439.74">23089 587 512 0,'0'0'179'0,"0"0"-19"16,0 0-103-16,0 0-7 0,0 0-2 16,0 0-31-16,0 0-17 15,0 0 0-15,0 0-4 16,-38 79 4-16,38-79-4 16,0 0 2-16,-33 78 0 15,33-78-1-15,0 0 0 16,0 0 1-16,0 73 3 15,0-73-3-15,0 0 7 16,0 0 2-16,0 0 1 16,82 40-7-16,-82-40-1 15,0 0 0-15,93-5 0 16,-93 5 0-16,78-16 0 0,-78 16 0 16,80-26 0-16,-80 26 0 15,70-40 0-15,-70 40 0 16,0 0 0-16,60-86 0 15,-60 86 0-15,0 0 0 16,-10-95 0-16,10 95 0 16,0 0 0-16,-94-78 0 15,94 78 0-15,-104-12-3 16,104 12 4-16,-125 15-4 16,56 4-94-16,69-19-56 15,-125 68-18-15,125-68-6 16,-96 86-3-16,96-86-5 15</inkml:trace>
  <inkml:trace contextRef="#ctx0" brushRef="#br0" timeOffset="40456.18">2771 9027 84 0,'0'0'62'0,"-21"-16"-11"16,21 16 6-16,-19-15 2 15,19 15 19-15,-15-16 22 16,15 16-4-16,-19-12-11 16,19 12-7-16,-14-5-10 0,14 5-10 15,0 0-12 1,-19 0-26-16,19 0-24 16,0 0-1-16,0 0 6 15,-14 16-2-15,14-16 2 0,0 0-1 16,7 17 0-16,-7-17 0 15,19 14 0-15,-5-9 0 16,5 0-1-16,7-1 1 16,3-3 0-16,6 1 1 15,8-4-1-15,3 1 0 16,2-1 0-16,1-2 0 16,-1 4 0-16,1 0-1 0,-4 2 1 15,-7 0-1 1,-1 0 1-16,-11-1-1 15,0 1 0-15,-11 0 1 16,-15-2-1-16,23 0 1 16,-23 0-1-16,0 0-1 0,0 0 0 15,0 0 0-15,0 0 2 16,0 0-1-16,0 0 0 16,0 0 2-16,0 0-1 15,0 0 2-15,0 0-1 16,0 0 0-16,0 0 1 15,0 0-1-15,0 0-2 16,0 0 0-16,0 0 0 16,0 0-1-16,0 0 0 15,0 0 1-15,0 0 0 16,0 0 1-16,0 0 2 16,0 0 1-16,0 0 0 0,0 0-4 15,0 0-103-15,0 0-56 16,0 0-9-16,17-26-6 15,-1 9-2-15,3-18 37 16</inkml:trace>
  <inkml:trace contextRef="#ctx0" brushRef="#br0" timeOffset="41744.08">7335 7473 178 0,'0'0'86'0,"0"0"24"15,0 0-8-15,0 0-8 16,-19-6-16-16,19 6-15 16,0 0-10-16,0 0-3 0,0 0-13 15,0 0-32 1,0 0-4-16,0 0-1 15,0 0 0-15,26-13 0 16,-26 13 0-16,36-2 0 0,-13 4 1 16,11-1-3-16,-1 1 1 15,9-2 0-15,1 2-1 16,-1 0 1-16,-4-1 1 16,-1-1-1-16,-2 0 0 15,-9-1 1-15,-4 1-2 16,-22 0 1-16,21 1 4 15,-21-1 3-15,0 0 0 0,0 0 1 16,-30 0-2 0,8 2 1-16,-8-4 0 15,-3 4 0-15,-5-5-3 16,-5 1-5-16,1 2 2 16,-3 0-1-16,0 0 1 0,3 0 0 15,6 0-1-15,3 2-1 16,5-1-3-16,7 1-2 15,21-2 0 1,-19 2 0-16,19-2 2 0,0 0-1 16,26 8 2-16,-3-6 0 15,6 3 2-15,8 0 3 16,1 1 0-16,3-1-1 16,-4-2-1-16,5 1 0 15,-6-2 0-15,-8 1-1 16,-2-1 2-16,-9-1-2 15,-17-1 1-15,23 2 3 0,-23-2 3 16,0 0 0-16,0 0 1 16,-18 0 1-16,-1-3-2 15,-3-1 1-15,-4-1-2 16,-4 0-1-16,-1-2-3 16,1 2-1-16,1 1 0 15,6-1-1-15,4 2 0 16,19 3-1-16,-22-4 1 15,22 4 1-15,0 0-81 16,0 0-77-16,0 0-20 16,26-2-4-16,-18-27-1 15,18-2 106-15</inkml:trace>
  <inkml:trace contextRef="#ctx0" brushRef="#br0" timeOffset="43667.46">23549 5643 357 0,'0'0'128'0,"0"0"-11"16,11-19-14-16,8 10-22 15,14 2-19-15,5-1-36 16,7-1-31-16,7 2 3 16,4 0 1-16,3 2-1 15,-6 0 1-15,0 1 1 16,-5-1-1-16,-11 3 1 16,-11 1 4-16,-4-3 3 15,-22 4 0-15,0 0 0 16,0 0-2-16,-29-3 1 0,-4 6 0 15,-5-1-2-15,-11 0-2 16,-10 3-3-16,-5 0 0 16,-8 2 1-16,1-2 1 15,2 2 0-15,5 0 1 16,8 0-4-16,11-4-5 16,14 1 0-16,10-4 0 15,21 0 0-15,0 0-1 16,49-19 1-16,3 7-1 15,14-2 5-15,10-2 4 16,16-1 0-16,5 0-1 16,7 1 0-16,-1 1 1 15,-3 2-1-15,-6 3 1 0,-16 1-1 16,-15 4 1-16,-15 2 6 16,-13 1-1-1,-21 2 1-15,-14 0-1 16,-23 12 0-16,-13-1-2 0,-16 1-1 15,-16 3 0-15,-17 3-7 16,-9 1 4-16,-15 0 0 16,-2 1 2-16,-5-2-2 15,4-1 4-15,10-5-1 16,8-2 0-16,16-1-5 16,23-5-5-16,16-3 0 15,19-6-1-15,20 5 0 16,22-21 0-16,18 8 1 0,12-3-2 15,12-1 7-15,11-2 2 16,7 3 0 0,4 2-1-16,0 2 1 15,-7 2 0-15,-4 3-1 0,-9 2 1 16,-14 3 2-16,-10 2 2 16,-16 0 4-16,-11 3 1 15,-15-3 0-15,-15 19-1 16,-11-5-1-16,-16 2-1 15,-13 1 0-15,-8 2-2 16,-13 2-5-16,-9-2 0 16,-6-2 0-16,3-1 1 0,8-4 0 15,11-2-5-15,11-3-3 16,18-3 0-16,21-6 0 16,19 2 0-1,16-17 0-15,17 1 0 16,15-1 2-16,11-2 3 0,16-2 4 15,3-2-1-15,6 3 1 16,6-1 0-16,-2 0 0 16,-1 4 1-16,-9 1 0 15,-3 1 0-15,-20 8-61 16,-16 0-53-16,-22 3-38 16,-17 4-4-16,-73 6-4 15,-21 0-3-15</inkml:trace>
  <inkml:trace contextRef="#ctx0" brushRef="#br0" timeOffset="44915.35">6370 9131 176 0,'-26'-5'110'16,"26"5"12"-16,-26-9-7 15,26 9-5-15,0 0-12 0,-20-7-13 16,20 7-14-16,0 0-20 15,0 0-35 1,23-5-19-16,-4 5-1 16,4-3 1-16,13-1 0 0,2-1 1 15,14 1 2-15,9-3-3 16,2 1 2-16,8-1-1 16,3 0-1-16,1 0 1 15,-7 2 0-15,0-1 0 16,-9 1 0-16,-11 3 2 15,-6 1-1-15,-13 1 1 16,-10 1 2-16,-19-1 5 16,18 4 1-16,-18-4 1 0,0 0-1 15,-26 14-1 1,3-6 0-16,-6-1-2 16,-4 0-1-16,-9 4-3 15,-3-3-2-15,-7 1-2 0,0-4 2 16,-4 2-1-16,4-3 1 15,0-1 1-15,3-1-1 16,4-2-2-16,0-2 1 16,10 2 0-16,2-2 0 15,11 1 1-15,3-1-2 16,19 2-2-16,-26-4-1 16,26 4 1-16,0 0 0 0,0 0 1 15,0 0-1-15,22-8 0 16,-3 6 1-16,7 2 1 15,4 0 3 1,8 2-1-16,4-1-1 16,6-1 0-16,1-1 0 0,7-3 1 15,-1-1 0-15,4-2 1 16,-5 0 0-16,-2-1 1 16,-10-1 0-16,-6 4 1 15,-6-1-1-15,-11 3 1 16,-19 3 3-16,19-2 0 15,-19 2 1-15,0 0-1 16,-30 2 1-16,8 0 1 16,-4-1 1-16,-9 3 0 15,-5 1-3-15,-5 6-45 16,-4-3-82-16,-3-1-40 16,4 2-3-16,-4-13-17 0,17 3-11 15</inkml:trace>
  <inkml:trace contextRef="#ctx0" brushRef="#br1" timeOffset="53932.87">20949 2162 183 0,'0'0'132'16,"-23"-16"14"-16,8 3-21 0,15 13 1 16,-23-16-17-16,23 16-11 15,0 0-18-15,-17-16-56 16,17 16-24-16,0-19 0 16,0 19 0-16,26-20 0 15,-4 13 0-15,8 5 0 16,13 11 0-16,6-1 0 15,12 4 0-15,13 11 0 16,11 8 0-16,6 7 0 0,2 2 0 16,-6 7 0-16,2 15 0 15,-15 7 0-15,-3 13 0 16,-11-5 0 0,-19 12 0-16,-15 2 0 0,-7 8 0 15,-8-4 0-15,-11-1 0 16,-4-2-4-16,-6 3 2 15,-2-3-5-15,-2-8 4 16,2-6 1-16,5-5-5 16,3-11 3-16,8-8-5 15,6-11 2-15,9-8-2 16,7-6 0-16,5-3 3 0,9-5 5 16,9 3-1-1,7 0 1-15,4-3 0 0,8 2 3 16,10-4 0-1,0 2 1-15,4 3-4 0,-2 2-1 16,-6-6 1-16,-3 5 1 16,-8 2 0-16,-7 1 1 15,-11 3 1-15,-7 2 3 16,-12 0 0-16,-4 2 2 16,-8 1-2-16,-8 2 3 15,-3-2-4-15,-3 1 1 16,-5-4-2-16,-2 0-1 15,3-6-3-15,1-1 0 0,-1-5-3 16,4-5 0-16,0-16-1 16,0 22-1-1,0-22-2-15,0 0 1 16,0 0 1-16,23 4 0 0,-23-4 2 16,14-32-1-16,-7 6 2 15,-2-8 2-15,-5-9 2 16,4-9-2-16,-8-7 2 15,1-5-1-15,-6-4 3 16,-2-1-1-16,-1-2 0 16,2 7-4-16,-2 10 4 15,5 9-3-15,-4 9 2 16,6 10-2-16,-2 7 2 16,7 19-3-16,0 0 4 15,0 0 0-15,0 0 0 16,0 0 5-16,-7 28-4 15,14-2 2-15,2 3-3 0,5 7 2 16,-5 8-1-16,8-1 1 16,-5 2-4-16,5 0-2 15,-4-4 1-15,2-2 0 16,-1 0-2-16,2 1 2 16,-2-3-1-16,-2-5 2 15,2 0-1-15,-6-3 3 16,-4-5 1-16,-1 2 0 15,-6-3 1-15,-4-1-1 16,-12 4 0-16,-4 4 1 16,-15 1-2-16,-5 2 0 15,-8 5-2-15,-8 0 1 16,-5 5-1-16,-5 2 2 0,-3-2 4 16,-2-1-4-16,6-2 4 15,0-2-5-15,6-4 5 16,8-4-7-16,5-8 7 15,13-6-7-15,10-2 0 16,7-7 0-16,19-7 0 16,-19 5-1-16,19-5 0 15,0 0-2-15,0 0-2 16,0 0-19-16,26-19-95 16,-7 7-50-16,10-9-9 15,13-7-12-15,7-12-11 16,15 2 86-16</inkml:trace>
  <inkml:trace contextRef="#ctx0" brushRef="#br1" timeOffset="55027.65">23683 4419 277 0,'0'-29'132'16,"-7"-8"-8"-16,3 6-9 15,-4-7-11-15,4 10-12 16,-6-8-13-16,10 15-24 15,-7-1-36-15,5 6-17 16,2 16-3-16,0 0-2 16,0 0 0-16,0 0 0 15,-3 38-3-15,3 6 2 0,3 14-4 16,-6 13 5 0,3 14-1-16,-4 9-3 15,1 4 8-15,-1 1-1 16,-3-5 2-16,-1-4-2 0,-3-11 3 15,3-6-3-15,1-11 2 16,-4-6 3-16,8-11-6 16,-2-9-1-16,1-8 0 15,1-11 0-15,3-17-1 16,0 19 2-16,0-19 1 16,7-22 0-16,1-8 1 15,-1-8-1-15,4-14 3 16,1-14 1-16,-2-13-4 15,2-8 2-15,4-6-3 16,-2-6 2-16,1 0-1 16,-1 1 2-16,2 6-3 15,0 11 0-15,-3 10 5 0,3 10-3 16,-2 13 1-16,-2 13 0 16,-1 11-1-16,-3 8-1 15,-8 16-1-15,0 0-1 16,18 10-1-16,-6 15 1 15,-2 13-3-15,2 9 1 16,7 10-1-16,-1 8 2 16,1 8-2-16,3 5 5 15,-3 0 1-15,-1 0-3 16,-3-7 5-16,5-4-4 16,-5-4 4-16,-1-5-3 15,2-4 4-15,-6-4-4 16,2-3 0-16,-5-4 2 0,-3 1-1 15,-1-3 2-15,-3-3-3 16,0-1 1-16,0-5-2 16,-3-7-55-16,3 1-43 15,-4-9-39-15,4-17-21 16,0 0-11-16,0 0-2 16,0 0 4-16</inkml:trace>
  <inkml:trace contextRef="#ctx0" brushRef="#br1" timeOffset="55575.04">23669 5131 244 0,'-19'-6'142'16,"19"6"-15"-16,-30-5-13 0,30 5-15 15,-19 0-14-15,19 0-17 16,0 0-17-16,0 0-24 16,0 0-22-16,0 0-2 15,0 0 1-15,30-12-3 16,-4 3 3-16,9-1-1 16,8-2-1-16,2-2-2 15,7-3 0-15,0 1-1 16,2 2 1-16,-7 1 1 0,-9-1-1 15,-5 5-1-15,-5 0 1 16,-7 4 0 0,-6 0-1-16,-15 5 0 0,0 0-2 15,16-3 0-15,-16 3-1 16,0 0 1-16,0 0 0 16,0 0 0-16,0 0 0 15,0 0 0-15,0 0 0 16,0 0 3-16,0 0 0 15,0 0 0-15,0 0 0 16,0 0 2-16,0 0-1 16,0 0 0-16,0 0 1 0,0 0-2 15,0 0 1 1,0 0 1-16,0 0 0 16,0 0-1-16,0 0 2 15,0 0-46-15,0 0-98 0,0 0-25 16,21-25-7-16,-21 25-5 15,22-33-3-15</inkml:trace>
  <inkml:trace contextRef="#ctx0" brushRef="#br1" timeOffset="57539.99">3538 8158 253 0,'0'0'137'16,"0"0"-9"-16,0 0-7 15,0 0-13-15,0 0-9 16,0 0-12-16,-15-21-20 16,15 21-44-16,-4-17-23 15,4 17 0-15,-10-24 0 16,10 24 0-16,-19-31 0 15,7 12 0-15,-2 0 0 16,-2-4 0-16,-3 1 0 16,-3-1 0-16,1-1 0 15,-2 1 0-15,-3-1 0 0,4 2 0 16,-6 1 0-16,-2 2 0 16,1 0 0-16,-1 3-2 15,1 4-1-15,-2 2-6 16,1 3 7-16,1 5-7 15,-1 5 7-15,-3 6-1 16,5 3 1-16,-1 4 3 16,-1 3 4-16,1 7-5 15,-3 5 5-15,3 4-3 16,-4 4 3-16,3 5-10 16,1 1 10-16,-2 5-6 15,1 5-1-15,1-1 3 16,3 1-2-16,0 2 1 0,3-1-2 15,4-3 4-15,3 3-4 16,-1-4 3-16,8 1-1 16,-1-1 4-16,3-1-5 15,2 1 5-15,1-2-4 16,8 2 3-16,-4 0-3 16,5 3 3-16,-2-1-5 15,1 1 2-15,3 2-3 16,0 0 2-16,-2 0-1 15,2 1 0-15,0-3-1 16,0 0 3-16,1 1-2 16,3-3 1-16,-2 3 1 15,1 1-2-15,2-3 2 0,2 1-2 16,-2-3 3 0,2-2-4-16,2 0 4 15,-1-3-4-15,3-4 3 16,1-1 0-16,0-2 0 0,0-4 1 15,5-3-1-15,-1-2 1 16,-1-3-1-16,4-2 3 16,2-7-2-16,2-2 2 15,-1-3 1-15,4-5 0 16,2-6 0-16,1-5 2 16,-1-3-4-16,2-4-2 15,1-6 0-15,-2-2 0 16,2-4 0-16,-1-2 0 0,1-1 0 15,-5-2 0 1,5-3 0-16,-5-3 0 16,0 1 0-16,-3-2 0 15,-3-3 0-15,-4-4 0 0,0-5 0 16,-3-5 0-16,-4-7 0 16,-6-5 0-16,-1-11 0 15,-2-8 0-15,0-6 0 16,-4-6 0-16,-1-3 0 15,2 6 0-15,-1 2 0 16,1 5 0-16,-4 10 0 16,3 9 0-16,1 11 0 15,-4 11 0-15,3 13-64 16,-3 4-112-16,-3 3-4 16,3 6-20-16,-4-10 0 15,11 6-2-15</inkml:trace>
  <inkml:trace contextRef="#ctx0" brushRef="#br1" timeOffset="58273.01">24211 5463 70 0,'-16'-3'91'0,"16"3"-33"15,16-4-108-15,6-15-44 16,25 3 20-16,3-15 74 16</inkml:trace>
  <inkml:trace contextRef="#ctx0" brushRef="#br1" timeOffset="59823.77">23549 5402 413 0,'0'0'122'0,"0"0"0"15,0 0-19-15,0 0-20 16,26-22-21-16,0 20-20 16,7-5-32-16,9 2-8 15,7 2-1-15,-1-1-3 16,-3 2 1-16,-5 2-2 16,-5 2-3-16,-9 0-1 0,-26-2 1 15,0 0 0 1,-9 19 0-16,-17-7 1 15,-10 0 0-15,-2 2 2 16,-6 2 3-16,3-3 0 0,2 0-1 16,6-3 3-16,11-3 1 15,22-7 3-15,-16 8-2 16,16-8 3-16,16-1-2 16,-1-6-50-16,11 3-60 15,-3-4-44-15,7-4-20 16,6-4-5-16,-5-6-2 15,-1 1 59-15</inkml:trace>
  <inkml:trace contextRef="#ctx0" brushRef="#br1" timeOffset="61672.08">5948 7351 154 0,'0'0'77'0,"-19"-6"1"16,19 6-4-16,0 0-6 16,0 0-10-16,0 0-9 15,-18-4-38-15,18 4-40 0,0 0-40 16,0 0-35-16,18-5-26 16,4 8-2-16,-3-10 28 15,14 11 104-15</inkml:trace>
  <inkml:trace contextRef="#ctx0" brushRef="#br1" timeOffset="62123.41">7595 7279 168 0,'0'0'49'0,"0"0"-6"0,0 0-9 15,0 0-19-15,0 0-37 16,0 0-32-16,0 0-27 16,0 0-18-16,0 0 47 15,-3 27 52-15</inkml:trace>
  <inkml:trace contextRef="#ctx0" brushRef="#br1" timeOffset="64326.97">21789 956 111 0,'0'0'50'15,"0"0"8"-15,0 0-6 16,0 0-2-16,0 0 3 15,0 0-4-15,0 0 19 16,0 0 32-16,0 0-12 16,0 0-5-16,0 0-5 15,0 0-14-15,0 0-4 16,0 0-10-16,0 0-41 16,0 0-9-16,94 24 0 0,-94-24 0 15,74-9 0 1,-74 9 0-16,0 0 0 15,89-14 0-15,-89 14 0 16,0 0 0-16,0 0 0 0,0 0 0 16,0 0-2-16,0 0-1 15,0 0-5-15,0 0 1 16,0 0-2-16,0 0 5 16,-85 23 7-16,85-23-70 15,0 0-46-15,-68 19-48 16,68-19-14-16,0 0 7 15,0 0-11-15,0 0 50 16</inkml:trace>
  <inkml:trace contextRef="#ctx0" brushRef="#br1" timeOffset="66664.42">28326 853 236 0,'0'0'124'0,"0"0"21"15,0 0-5-15,0 0-14 16,0 0-16-16,-69-19-13 16,69 19-52-16,0 0-45 15,0 0 0-15,0 0 0 16,0 0 0-16,0 0 0 16,0 0 0-16,0 0 0 15,0 0 0-15,0 0 0 16,0 0 0-16,0 0 0 15,0 0 0-15,0 0 0 16,0 0 0-16,0 0 0 16,0 0 0-16,0 0 0 15,0 0 0-15,26 89 0 0,-26-89 0 16,0 0 0-16,0 0 0 16,45 81 0-1,-45-81 0-15,0 0 0 16,0 0 0-16,0 0 0 0,0 0 0 15,0 0 0-15,0 0 0 16,69 52 0-16,-69-52 0 16,0 0 0-16,0 0 0 15,0 0 0-15,0 0 0 16,51-75 0-16,-51 75 0 16,0 0 0-16,43-76 0 15,-43 76 0-15,0 0 0 16,0 0 0-16,45-83 0 0,-45 83 0 15,0 0 0 1,0 0 0-16,0 0 0 16,0 0 0-16,0 0 0 15,0 0 0-15,0 0 0 0,0 0 0 16,82 33 0-16,-82-33 0 16,0 0 0-16,76 71 0 15,-76-71 0-15,0 0 0 16,82 59 0-16,-82-59 0 15,0 0 0-15,0 0 0 16,71 38 0-16,-71-38 0 16,0 0 0-16,0 0 0 15,0 0 0-15,0 0 0 0,0 0 0 16,0 0 0-16,0 0 0 16,33-78 0-1,-33 78 0-15,0 0 0 16,-14-92 0-16,14 92 0 0,0 0 0 15,-23-79 0-15,23 79 0 16,0 0 0-16,0 0 0 16,0 0 0-16,0 0 0 15,0 0 0-15,-26-69-13 16,26 69-153-16,0 0-19 16,0 0 0-16,70-18-2 15,-70 18 0-15</inkml:trace>
  <inkml:trace contextRef="#ctx0" brushRef="#br1" timeOffset="66980.64">29305 590 487 0,'0'0'187'0,"0"0"-2"15,0 0-79-15,0 0-48 16,0 0-58-16,0 0 0 16,-21 89 0-16,21-89 0 15,-22 83 0-15,22-83 0 16,-30 112 0-16,30-112 0 16,-34 106 0-16,34-106 0 15,-30 86 0-15,30-86 0 0,0 0 0 16,-22 83 0-16,22-83-99 15,0 0-57-15,0 0-15 16,0 0-11-16,0 0-4 16,0 0 1-16</inkml:trace>
  <inkml:trace contextRef="#ctx0" brushRef="#br1" timeOffset="67551.05">29467 879 352 0,'0'0'187'0,"0"0"-28"15,0 0-45-15,0 0-8 16,0 0-14 0,0 0-79-16,0 0-13 15,0 0 0-15,97-57 0 0,-97 57 0 16,71-8 0-16,-71 8 0 15,75-9 0-15,-75 9 0 16,0 0 0-16,81-5 0 16,-81 5 0-16,0 0 0 15,0 0 0-15,0 0 0 16,0 0 0-16,0 0 0 16,0 0 0-16,0 0 0 15,16 86 0-15,-16-86 0 0,0 0 0 16,-61 70 0-1,61-70 0-15,0 0 0 0,-78 74 0 16,78-74 0 0,0 0 0-16,-71 61 0 0,71-61 0 15,0 0 0-15,0 0 0 16,0 0 0-16,0 0 0 16,-33 70 0-16,33-70 0 15,0 0 0-15,0 0 0 16,0 0 0-16,90 2 0 15,-90-2 0-15,0 0 0 16,101-15 0-16,-101 15 0 16,71-12 0-16,-71 12 0 0,0 0 0 15,92-21 0 1,-92 21 0-16,0 0-65 16,0 0-73-16,75-24-17 15,-75 24-25-15,0 0-17 0,0 0 10 16</inkml:trace>
  <inkml:trace contextRef="#ctx0" brushRef="#br1" timeOffset="67833.25">29586 942 1 0,'0'0'69'0,"0"0"2"15,85 39-120-15,-85-39-13 16,84-10 33-16,-84 10 29 15,88-29 0-15</inkml:trace>
  <inkml:trace contextRef="#ctx0" brushRef="#br1" timeOffset="71923.7">8331 4504 63 0,'0'0'39'15,"-17"-17"-14"-15,17 17-6 16,0 0-7-16,0 0-5 16,0 0-1-16,0 0-4 15,0 0-1-15,0 0 1 16,0 0-1-16,-5 15 0 15,5-15 1-15,0 0 0 16,0 0-1-16,0 0 1 16,0 0 1-16,12 16 0 15,-12-16-1-15,0 0-1 16,0 0 1-16,14 19 2 16,-14-19-1-16,5 22 1 0,2-6 3 15,-4 1 58-15,8 9 3 16,-10-2-1-16,10 4 1 15,-8 3-2-15,9-1-3 16,-8 1 2-16,3-2-3 16,3-3-54-16,-1-3-7 15,-2-2 8-15,3-4-3 16,-10-17 10-16,16 21 1 16,-16-21 4-16,16 8-5 15,-16-8-1-15,17-3-2 16,-17 3-4-16,31-23 0 15,-8 1-8-15,10-6 2 16,8-8-7-16,8-11 7 0,13-7-6 16,6-11 5-16,10-8 0 15,9-5 0-15,2 0 0 16,1-1-3-16,-3 1 3 16,-2 1-3-16,-4 8 2 15,-6 5 0-15,-11 9 0 16,-8 10-5-16,-8 5 4 15,-10 9-3-15,-5 7 4 16,-10 6-3-16,-7 6 4 16,-16 12-4-16,0 0 5 15,17-7 1-15,-17 7 2 16,0 0-1-16,0 0 1 16,0 0-1-16,0 0 0 0,0 0 1 15,0 0-2-15,0 0 0 16,0 0-2-16,0 0 2 15,0 0 0-15,0 0-2 16,0 0 2-16,0 0-3 16,0 0 0-16,0 0 1 15,0 0-1-15,0 0-23 16,0 28-97-16,9-12-32 16,-9-16-27-16,33 17-8 15,-11-17 0-15,16 3 79 16</inkml:trace>
  <inkml:trace contextRef="#ctx0" brushRef="#br1" timeOffset="73284.68">15318 4409 114 0,'-4'-31'57'0,"4"31"2"0,-3-25 4 16,3 25 5-1,0-17 3-15,0 17-1 16,0 0-5-16,0 0-5 15,0 0-6-15,-9-15-7 0,9 15-8 16,0 0-12-16,0 0-8 16,0 0-6-16,0 0-4 15,-3 19-3-15,3-19-2 16,5 19 1-16,-5-19-1 16,7 27 0-16,-4-9 1 15,-3-3 0-15,4 6 0 16,-1-5 1-16,1 4 2 15,-1-2-1-15,-1 2 0 16,1-1-1-16,1 0 0 16,-1 1-1-16,4-1 0 15,-3 0-3-15,5-2 1 16,-3 0-3-16,1-1 1 0,6-1-2 16,-13-15 0-16,22 28-1 15,-22-28 1-15,26 23-1 16,-10-15 0-1,1 1 0-15,2-2 2 0,0-4-1 16,-1-1 0-16,4-2 1 16,-3-2 0-16,4-3 0 15,3-2 1-15,0-3 1 16,0-2-3-16,4-4 2 16,1-5 0-16,5-1 0 15,-1-8-1-15,1-4 2 16,6-8-2-16,3-10 1 15,7-8-1-15,4-3 1 0,3-6-2 16,2-2 2-16,6 2-2 16,-4 1 2-1,1 1 0-15,-1 8 0 0,-6 7-5 16,-5 7 5-16,-4 7-4 16,-6 5 3-16,-9 7-4 15,0 4 4-15,-10 6-5 16,-4 4 5-16,-4 3 0 15,-15 9-1-15,21-12 1 16,-21 12 0-16,0 0 0 16,19-14 0-16,-19 14-2 15,0 0 2-15,0 0-1 16,0 0 0-16,16-10 1 0,-16 10-1 16,0 0 1-16,0 0 0 15,0 0 1 1,0 0-2-16,0 0 1 15,0 0 0-15,0 0 0 0,0 0 1 16,0 0-1-16,0 0 1 16,0 0 1-16,0 0 1 15,0 0-63-15,19 14-80 16,-19-14-44-16,17 14-1 16,-17-14-11-16,0 0 49 15</inkml:trace>
  <inkml:trace contextRef="#ctx0" brushRef="#br1" timeOffset="78833.23">7659 7391 320 0,'-15'-3'123'15,"15"3"-2"-15,-19-7-6 16,19 7-7-16,0 0-25 16,0 0-29-16,0 0-45 0,0 0-8 15,0 0-1-15,-14-16 0 16,14 16-1-16,0 0 0 16,0 0-1-16,0 0-1 15,0 0 2-15,15 2-1 16,-15-2 0-16,26 7 1 15,-5-2 1-15,2-1-1 16,8 1 1-16,-1-3 1 16,6 1-3-16,-5-5 3 15,2 2-1-15,-7 0-2 16,-3-1 2-16,-8-1-1 16,-15 2 2-16,21-2 0 15,-21 2 2-15,0 0-2 0,0 0 1 16,0 0 1-16,-17 4-2 15,-2-4 0-15,-7 0-1 16,-4 0-1 0,-4 0 0-16,-6 0 0 0,-2 1 1 15,-3 4-1-15,-4 2 1 16,4 0-1-16,5 2 1 16,6-2 0-16,4 0 1 15,7-2-2-15,8 4 0 16,15-9-1-16,0 0 0 15,22 15 0-15,10-13 1 16,1 0 0-16,8 1-1 0,4-1 3 16,2-4-1-16,-2-1 1 15,-3-1 0 1,-12-1 0-16,-4 3-1 16,-11 1 1-16,-15 1 1 15,0 0-3-15,0 0 2 0,0 0 0 16,-22-9-1-16,-1 7 0 15,-3-1 1-15,-3 3-1 16,-6 0-2-16,-2 0 2 16,3 3-1-16,4 2-1 15,4-1 1-15,4-1-2 16,4 1 1-16,18-4 2 16,0 0-1-16,4 15 0 15,13-8 0-15,9-3 2 16,2 1 0-16,5 2 1 15,0-2-2-15,-2-3 1 16,2 0 1-16,-10-1-1 0,-1-1-1 16,-22 0 1-16,23 0 0 15,-23 0 0-15,0 0 1 16,0 0 0-16,0 0-1 16,0 0 1-16,0 0-1 15,0 0-89-15,-16-1-76 16,16 1-24-16,-7-21-1 15,18-5-4-15,1-24 88 16</inkml:trace>
  <inkml:trace contextRef="#ctx0" brushRef="#br1" timeOffset="81571.18">7458 8686 64 0,'0'0'119'0,"-28"-26"4"16,14 11-3-16,14 15-1 16,-26-25-7-16,26 25-5 15,-22-20-15-15,22 20-15 16,-16-13-28-16,16 13-38 16,0 0-6-16,0 0-7 15,0 0-3-15,0 0-2 16,0 0 1-16,0 0-1 15,0 0 1-15,0 0 0 16,0 0 0-16,0 0 5 16,0 0 1-16,4 26 1 15,1-10-1-15,5 3 0 16,-3 2-1-16,9 5 3 0,-6-4 0 16,-1 1-1-16,1-2 0 15,-3-2 1-15,2-4 0 16,-9-15 1-16,10 19-1 15,-10-19 0-15,0 0 1 16,0 0 0-16,19 5-1 16,-19-5 0-16,20-24-2 15,-1 3-1-15,7-8 2 16,10-9-2-16,9-9 0 16,11-7-3-16,8-6 4 15,4-4-3-15,3 3 5 16,2 4-1-16,-9 7 2 15,-3 7-3-15,-13 8 2 0,-11 11 2 16,-11 6-3-16,-7 6 0 16,-19 12-2-16,19-8-2 15,-19 8 0-15,0 0-1 16,0 0 1-16,0 0-3 16,0 0 2-16,0 0 1 15,0 0 1-15,0 0 0 16,0 0 2-16,0 0 0 15,0 0-1-15,0 0 1 16,0 0 0-16,0 0 0 16,0 0 0-16,0 0 0 15,0 0 0-15,0 0 0 16,0 0 0-16,0 0-1 0,0 0 1 16,0 0 0-16,0 0-1 15,0 0 0 1,0 0 0-16,0 0 0 15,0 0 0-15,0 0 1 0,0 0 0 16,0 0 0-16,0 0 1 16,0 0-1-16,0 0 0 15,0 0 0-15,0 0 1 16,0 0-1-16,0 0 0 16,0 0 0-16,0 0 0 15,0 0 0-15,0 0 1 16,0 0-2-16,0 0 2 0,0 0-1 15,0 0 2-15,0 0-1 16,0 0 0 0,0 0-1-16,0 0 1 15,0 0-1-15,0 0 0 0,0 0 0 16,0 0-1-16,0 0 1 16,0 0 0-16,0 0 0 15,0 0 0-15,0 0 0 16,0 0-1-16,0 0 0 15,0 0 1-15,0 0-1 16,0 0 1-16,0 0 0 16,0 0 1-16,0 0-1 15,0 0 1-15,0 0-1 16,0 0 0-16,0 0-1 16,0 0 0-16,0 0 0 15,0 0-1-15,0 0 1 16,0 0 0-16,0 0 2 0,0 0-1 15,0 0 0-15,0 0 0 16,0 0 1-16,0 0-1 16,0 0 0-16,0 0 0 15,0 0-1-15,0 0-1 16,0 0 2-16,0 0-1 16,0 0 0-16,0 0 1 15,0 0 0-15,0 0-1 16,0 0 1-16,0 0 1 15,0 0-1-15,0 0 0 16,0 0 1-16,0 0-1 16,0 0 1-16,0 0 0 15,0 0-1-15,0 0 0 0,0 0 1 16,0 0-2-16,0 0 1 16,0 0-1-16,0 0 0 15,0 0 1-15,0 0 0 16,0 0-1-16,0 0 1 15,0 0 0-15,0 0 0 16,0 0 0-16,0 0 0 16,0 0 0-16,0 0 0 15,0 0 0-15,0 0 1 16,0 0 0-16,0 0 0 16,0 0-1-16,0 0 0 15,0 0 1-15,0 0 0 16,0 0 0-16,0 0-1 0,0 0 0 15,0 0 1-15,0 0 1 16,0 0 0-16,0 0-1 16,0 0 2-16,0 0-1 15,0 0 2-15,0 0 0 16,0 0 0-16,0 0-1 16,0 0 1-16,0 0-102 15,0 0-65-15,0 0-8 16,-16-21-4-16,-6-10-7 15,-1-4 1-15</inkml:trace>
  <inkml:trace contextRef="#ctx0" brushRef="#br1" timeOffset="82607.92">3575 8600 168 0,'0'0'62'0,"0"0"-4"15,0 0-7-15,0 0-6 16,-14 5-13-16,14-5-17 15,0 0-40-15,0 0-34 16,0 0-24-16,0 0-17 16,0 0-2-16,0 0 41 0</inkml:trace>
  <inkml:trace contextRef="#ctx0" brushRef="#br1" timeOffset="84035.93">7245 7215 58 0,'0'0'26'16,"0"0"-6"-16,0 0-6 0,0 0-6 16,0 0-6-16,0 0-3 15,0 0-15 1,0 0-16-16,0 0-15 16,15 8 16-16,2-13 31 0,18 9 0 15</inkml:trace>
  <inkml:trace contextRef="#ctx0" brushRef="#br1" timeOffset="90527.61">25417 4229 129 0,'-38'7'205'0,"17"1"-2"15,21-8-87-15,-23 7-36 16,23-7-3-16,0 0-15 16,18-8-19-16,-18 8-27 15,34-26-25-15,-8 10-3 16,4-3-2-16,6-3 13 15,-1-1 1-15,7-1 0 0,-2 0-1 16,1 1 0-16,1 2-1 16,1-1 1-1,3-2 1-15,-1 3-1 16,0 0-1-16,3 4 1 0,5-4 0 16,-1 2 1-16,0 2-4 15,5-2 3-15,2 6-2 16,9-4 2-16,-2 5-3 15,8-4 4-15,1 4-3 16,5 2 4-16,8 1-1 16,-1 1 0-16,7-3-1 15,7 4 3-15,-1 0-1 0,8 0-1 16,1 2-1-16,-1 0 2 16,1 0-1-16,2 1 0 15,-7 1 1 1,2 1-1-16,-5 2 0 0,0 0-1 15,-4 4 2-15,0-4-2 16,-7 3 1-16,2 1-1 16,-5 1 1-16,-2 0-1 15,-2 2 1-15,-4-2 0 16,-1 0 0-16,0 4-1 16,0-2 1-16,2 0 1 15,-2 1-1-15,3 1 2 16,-2 0-2-16,0 5 1 0,3-6 4 15,-4 8-1 1,0-6 1-16,-7 6-3 16,-3-2 5-16,-7 1-6 15,-6-1 6-15,-9-4-4 0,-7 3-1 16,-9-6-1-16,-11 1 1 16,0-3-1-16,-19-5 0 15,19 6-1-15,-19-6 1 16,0 0 1-16,0 0 0 15,0 0 0-15,18 3 1 16,-18-3 3-16,0 0 3 16,0 0 2-16,0 0 2 15,0 0 0-15,0 0-4 0,-25-5-2 16,25 5-2 0,-31-33-3-16,5 10-9 15,-7-1-2-15,-9-7-6 16,-3-2 2-16,-3 0 0 0,-4 0 5 15,0 2-3-15,3 4 5 16,7-1 2-16,2 4 10 16,9 3 1-16,9 2 2 15,4 3-1-15,18 16 1 16,-22-19-2-16,22 19-1 16,0 0 0-16,-7-17-5 15,7 17 0-15,0 0-1 16,0 0-1-16,26 24-1 15,-12-7 4-15,5 8-1 16,7 4-1-16,7 2-2 16,5 2 1-16,7 7-2 15,4-5 3-15,6 1-3 0,1-5 2 16,4 2-1-16,3-4 4 16,-6 1-4-16,-1-4 4 15,-4-5 0-15,-7 1 0 16,-3-5 1-16,-13-1 0 15,-10-6-3-15,-19-10-5 16,23 19-1-16,-23-19-1 16,-12 23-2-16,-11-9 2 15,-6 8-2-15,-17 2 3 32,-13 13 0-32,-12 4 6 0,-12 8 0 0,-14 4 1 15,-11 6-3-15,-8 5 3 16,-4-1-4-16,-3-4 4 0,8-2-2 15,13-4 1-15,10-9 1 16,12-10-1-16,14-10 6 16,17-17-56-16,20-12-52 15,3-16-43-15,7-29-16 16,7-14-4-16,-2-22-4 16,-2-10 40-16</inkml:trace>
  <inkml:trace contextRef="#ctx0" brushRef="#br1" timeOffset="92330.95">26089 2439 251 0,'0'0'117'16,"0"0"12"-16,19 7-15 16,-19-7-10-16,19 21-19 15,-19-21-14-15,19 12-12 16,-19-12-20-16,17 5-18 16,-17-5-15-16,19-10 0 15,-12-6 1-15,6 0-2 0,-3-3 0 16,-1-1-2-16,-2-5-2 15,3-6-1 1,-5-5 0-16,-1 5 0 16,3-9 0-16,-7-2 0 0,0 8 0 15,0-6 0-15,3 2 0 16,-3 1 0-16,0 5 0 16,0-1 0-16,0 10 0 15,0 23 0-15,0-24 0 16,0 24 0-16,0-19 0 15,0 19 0-15,0 0 0 16,0 0 0-16,-7 24 0 16,7-24 0-16,0 16 0 15,0 8 0-15,4 12 0 16,3 1 0-16,-2 8 0 16,2-4-2-16,3 4-5 15,2-5-11-15,-1 10 12 0,1-10-13 16,-2-5 11-16,1-2-6 15,-3 1 13-15,3 4 1 16,-3 6 2-16,-1 2 1 16,0 3-4-16,0-1 2 15,-2 6-2-15,-5-6-9 16,4 4 9-16,-4-7-8 16,3-3 8-16,-6-9-9 15,3-2 9-15,0-5-7 16,-4-9 8-16,4-17 2 15,-3 21 2-15,3-21-1 16,0 0 1-16,-9 17-1 16,9-17 1-16,0 0 1 0,0 0-1 15,-17 9-2-15,17-9 0 16,-19 3-2-16,3-1 0 16,16-2 1-1,-33 7-2-15,11-5 1 0,-1 5 0 16,-3-4 0-16,0 2-1 15,4 0 1-15,-5-1 0 16,5 1-1-16,-1 2 0 16,4-5 0-16,0 1 0 15,5 1 0-15,14-4 0 16,-22 8 1-16,22-8-1 16,0 0 0-16,0 0-1 0,-16 11 0 15,16-11 0-15,0 0-3 16,0 0 2-16,0 0-2 15,0 0 2-15,0 0-1 16,0 0 5 0,0 0 2-16,19 12 4 0,-19-12 0 15,26 0 2-15,0 0-2 16,0 0 2-16,12 0 0 16,2-2-3-16,9 0-2 15,5 2-3-15,-2-1 1 16,-4-3 0-16,-2 4-1 15,-6-2 0-15,-6 2-2 16,-11 2-1-16,-6-2-4 0,-17 0-2 16,0 0 3-16,0 0 0 15,0 0 1-15,0 0 0 16,-26 16 3 0,0-14 0-16,-3-1 4 0,-6-1 1 15,-2 2-3-15,4 1-2 16,-1 1-1-16,8-1-3 15,7-3-1-15,19 0 2 16,-18 6 2-16,18-6 3 16,0 0 2-16,26-6 2 15,-7 6-1-15,7-3 3 16,7-1 1-16,-3 3-2 16,3-1-1-16,2 2-4 0,-6 0-1 15,-6 0-2 1,-4 2-4-16,-19-2 0 15,0 0 2-15,0 0 0 16,0 0 1-16,-31-2 0 0,-2-3 0 16,-4 1 2-16,-5-4 3 15,-3 1 2-15,-3 3-3 16,3-1-1-16,5 2 0 16,5-1 2-16,9 2-3 15,12 2-57-15,-2-10-75 16,9-6-39-16,11-4-1 15,6-10-3-15,9-6-2 16</inkml:trace>
  <inkml:trace contextRef="#ctx0" brushRef="#br1" timeOffset="94432.45">10827 8651 332 0,'-3'-17'140'16,"3"17"-6"-16,0 0-15 15,-4-17-11-15,4 17-16 16,0 0-18-16,0 0-50 0,-15-16-24 16,15 16 0-16,0 0 0 15,0 0 0-15,0 0 0 16,0 0 0-16,0 0 0 15,0 0 0-15,0 0 0 16,-16-8 0-16,16 8 0 16,0 0 0-16,0 0 0 15,0 0 0-15,0 0 0 16,0 0 0-16,0 0 0 16,0 0 0-16,-17-16 0 15,17 16 0-15,0 0 0 16,0 0 0-16,0 0 0 0,0 0 0 15,0 0 0-15,0 19 0 16,0-19 0-16,3 28 0 16,1-11 0-16,-1 6 0 15,4-1 0-15,-2 2 0 16,2 2 0-16,0-5 0 16,0-4 0-16,-7-17 0 15,12 25 0-15,-12-25 0 16,0 0 0-16,0 0 0 15,0 0 0-15,16 13 0 16,-16-13 0-16,0 0 0 16,0 0-6-16,0 0-2 15,17-13 3-15,-17 13 2 0,16-19-2 16,-1 1 2-16,6-6-1 16,7-4 3-1,5-3-3-15,4-9 4 16,8-1-3-16,0-4 4 0,3 2-1 15,1-1 3-15,0 3-2 16,-1 1 2-16,-3 2-2 16,-5 3 2-16,-2 7-2 15,-5 1 1-15,-5 6-2 16,-2 2 2-16,-5 7 0 16,-21 12 0-16,23-14 2 15,-23 14 0-15,0 0 1 16,0 0 0-16,0 0-2 0,0 0-3 15,0 0 0-15,0 0 0 16,0 0 0-16,0 0 0 16,0 0 0-1,0 0 0-15,0 0 0 0,0 0 0 16,0 0 0-16,8 16 0 16,-16 3-157-16,-13 3-39 15,-10 16-10-15,-32 11-5 16,-20 30-5-16</inkml:trace>
  <inkml:trace contextRef="#ctx0" brushRef="#br1" timeOffset="96539.93">3138 10396 70 0,'0'0'33'16,"-18"0"3"-16,18 0 4 15,0 0 6-15,-22 2 9 16,22-2 17-16,0 0 17 15,0 0 19-15,0 0-3 16,-16-9-9-16,16 9-6 16,0 0-14-16,0 0-18 15,0 0-19-15,0 0-29 16,0 0-10-16,0 0 0 16,0 0 0-16,0 0 0 15,0 0 0-15,0 0 0 16,0 0 0-16,0 0 0 0,0 0 0 15,0 0 0-15,0 0 0 16,0 0 0-16,0 0 0 16,0 0 0-16,0 0 0 15,0 0 0-15,0 0 0 16,0 0 0-16,0 0 0 16,0 0 0-16,0 0 0 15,0 0 0-15,0 0 0 16,0 0 0-16,0 0 0 15,0 0 0-15,0 0 0 16,0 0 0-16,0 0 0 16,0 0 0-16,0 0 0 15,0 0 0-15,0 0 0 0,0 0 0 16,0 0 0-16,0 0 0 16,0 0 0-16,0 0 0 15,0 0 0 1,0 0 0-16,0 0 0 0,19 23 0 15,-12-8 0-15,2 4 0 16,1 4 0-16,2 1 0 16,2 6 0-16,-2-1 0 15,2-3 0-15,-5-3 0 16,5-6 0-16,-14-17 0 16,26 22 0-16,-11-22 0 15,8-10 0-15,3-11 0 16,10-5 0-16,10-10 0 0,6-7 0 15,8-8 0-15,3-6 0 16,8 2 0 0,-3-1 0-16,-1 5 0 15,-4 2 0-15,-2 6 0 0,-9 8 0 16,-11 4 0-16,-8 10 0 16,-7 6 0-16,-6 3 0 15,-20 12 0-15,22-11 0 16,-22 11 0-16,0 0 0 15,0 0 0-15,0 0 0 16,0 0 0-16,0 0 0 16,0 0 0-16,-9 26 0 15,9-26-9-15,-13 40-95 16,0-11-41-16,-6 6-27 16,-3 8 1-16,-11 1-2 15,0 2-3-15</inkml:trace>
  <inkml:trace contextRef="#ctx0" brushRef="#br1" timeOffset="97022.28">3261 10592 567 0,'-26'-17'178'16,"26"17"-20"-16,0 0-83 15,-18-21-30-15,18 21-45 16,0 0 0-16,0 0 0 16,4 26 0-16,-4-26 0 15,10 31 0-15,-5-16 0 0,2 1 0 16,4 1 0-16,-11-17 0 16,19 19 0-16,-19-19 0 15,19 7 0-15,-19-7 0 16,19-1 0-16,-19 1 0 15,24-12 0-15,-8 3-5 16,3-5 0-16,0-3 0 16,7-6 1-16,4-5 1 15,3-3 1-15,1-3 3 16,10-8-2-16,1-1 3 16,4-4-3-16,-1-1 2 15,4 3 0-15,6 0 2 0,-6 1 0 16,0 8 1-16,-7 5 4 15,-5 8-5-15,-9 8-3 16,-8 8 0-16,-6 5 0 16,-17 2-72-16,9 31-85 15,-15-12-13-15,-4 2-9 16,10-21-7-16,-19 19-10 16</inkml:trace>
  <inkml:trace contextRef="#ctx0" brushRef="#br1" timeOffset="98732.5">31727 3948 237 0,'0'0'112'15,"15"-29"8"-15,-15 5-1 16,4 5-18-16,-11-7-9 15,3 8-23-15,-4-11-14 16,4 8-19-16,-6-6-16 16,1 7-20-16,-1 3-4 0,1-2 0 15,-5 2 1-15,-1 1 1 16,-3 4 1-16,-1-2 1 16,-3 2-1-16,-5-2 0 15,-4 4 0-15,-2 1 0 16,-3 4 0-16,-2 0-1 15,-4 1 0-15,-7 1 1 16,2 5 0-16,-1-2 1 16,-1 3 0-16,-5 2 1 15,6-1-1-15,-1 3-2 16,6 1 0-16,1 4 0 16,4 2-1-16,5 0 0 0,0 3-1 15,2 1 1-15,5 3 0 16,0 1 2-16,0 8 3 15,-4-5 3-15,4 8-5 16,-3 4 6 0,-1 1-6-16,2 2 5 0,-1 3-5 15,-1 0 5-15,1-3-9 16,-1 3 3-16,4-5-2 16,-1 2 2-16,4 2-1 15,-3-1 0-15,0 2 0 16,3 1 1-16,-3-1-1 15,0 2 1-15,4-2-2 16,-4 1 2-16,3-5-2 0,2 1 1 16,-1 0-2-16,6-4 1 15,0 4 0-15,6-2-1 16,0-1 7-16,1 1-7 16,2 0 7-16,-3 0-5 15,8 0 7-15,-5 2-8 16,3-2 8-16,1 2-6 15,3 3-1-15,0 0 2 16,3 0-1-16,4-1 2 16,2 3 1-16,5-2 3 15,5-1-1-15,4-1 3 16,6-4 0-16,4 1 5 16,9-5-2-16,3 1 0 0,7-4-2 15,3-1 1-15,6-1-1 16,7 1 0-16,-6-4-2 15,10-1-1 1,-1 2-2-16,3-2 4 0,5-5-4 16,2 0 3-16,-1-7-4 15,5-3 0-15,2-2-2 16,1-7 0-16,-1-7 0 16,3-4 0-16,2-2 0 15,-5-5 0-15,-2-4 0 16,2-6 0-16,-2-3 0 15,-2-2 0-15,-1-5 0 16,-4-4 0-16,-7-4 0 0,-3-5 0 16,0-4 0-16,-6-4 0 15,-6-7 0-15,-6-3 0 16,-7-2 0-16,-8-7 0 16,-5-1 0-16,-8-8-10 15,-8 4-5-15,-12-7 3 16,-7 0-2-16,-13-3 3 15,-4-1 6-15,-10 1-1 16,-1-1 6-16,-3 1 0 16,-6 3-1-16,4 5-3 15,-5 9 4-15,1 5-4 16,-3 8 5-16,-4 8-6 16,-3 7 4-16,-8 8-3 0,-6 7 7 15,-14 9-1 1,-16 8 0-16,-17 7-1 15,-17 18-71-15,-28 3-74 16,-24 9-23-16,-16 10-10 0,-31-3 0 16,-9 5-10-16</inkml:trace>
  <inkml:trace contextRef="#ctx0" brushRef="#br1" timeOffset="101827.7">31197 3775 189 0,'0'0'161'16,"-19"-14"-52"-16,19 14 0 15,-26-26-7-15,14 6-13 0,-5-17-26 16,1-2-20-16,-3-13-35 16,0-9-4-16,1-10 4 15,-1-5-8-15,4-12 5 16,-4-4-3-16,1-5 3 15,3 0 9-15,4-12-9 16,3-4 18-16,4-1-22 16,1 2 23-16,3-13-22 15,10 6 22-15,-1-4-8 16,5 7-9-16,-2 5-3 16,7 19-3-16,-2-1 4 15,2 11-5-15,-19 82 0 16,49-114 0-16,-49 114 0 0,61-74 0 15,-61 74 0-15,0 0 0 16,107-66 0-16,-107 66 0 16,75-31 0-16,-75 31 0 15,75-18 0-15,-75 18 0 16,71-15 0-16,-71 15 0 16,0 0-2-16,100-11-3 15,-100 11 12-15,0 0-7 16,101 0-10-16,-101 0 6 15,0 0 4-15,97 7-1 16,-97-7 1-16,0 0-2 16,94 13-13-16,-94-13 15 15,0 0 11-15,94 24-11 0,-94-24-1 16,0 0 0-16,94 31 0 16,-94-31 3-16,0 0-2 15,78 31 2 1,-78-31-17-16,0 0 18 0,71 43-5 15,-71-43-1-15,0 0 12 16,0 0-11-16,88 94 1 16,-88-94-6-16,0 0 19 15,65 98-12-15,-46-61 11 16,-2 6-7-16,-1 0-20 16,-1 11 22-16,3 3-8 15,-6 4 7-15,-2 8-18 16,-1-2 12-16,-6 3-13 0,4-3 4 15,-7 6 12 1,4-9-14-16,-8 2 11 16,1-9-10-16,-1-2 10 15,1-1-10-15,-6-4 11 0,2-1 1 16,-3-1-2-16,-2 1-11 16,-2-3 11-16,2-1-11 15,-4 0 11-15,-1 2-11 16,1 3 10-16,-3-1-11 15,5-1 10-15,-5-1 2 16,3 5-1-16,2-4 1 16,-1 2-2-16,1-3 2 15,2 0-1-15,-4 1 2 16,6-4-2-16,-6-3 2 16,6-3-1-16,-2-1 1 15,1-6-2-15,1-5 3 16,-2-2-2-16,5-5 2 0,-2-3-2 15,9-16 0-15,-14 20 2 16,14-20-1-16,0 0 1 16,-12 18-1-16,12-18 0 15,0 0-1-15,0 0 1 16,0 0 0-16,0 0-1 16,0 0 0-16,0 0 3 15,0 0-3-15,0 0 0 16,0 0 0-16,0-24 1 15,0 4 0-15,0-5 0 16,0-8 0-16,-7-9-1 16,4-5-1-16,-8-5 4 0,6-3-1 15,-6 0 1-15,8 1-2 16,-6 7 3-16,2 6-3 16,7 3 2-16,-3 8 1 15,3 8-1-15,0 6 0 16,0 16 1-16,3-21 1 15,-3 21-2-15,0 0 0 16,0 0-1-16,0 0-1 16,0 0 0-16,0 0-3 15,0 0 0-15,7 16 1 16,-7 8-1-16,6 7 1 16,-3 7-2-16,0 7 4 15,1 6-3-15,-1-1 3 0,1 2-2 16,-4 0 0-16,0-9 0 15,0 0 3-15,0-5-1 16,0-3-2-16,3-2 3 16,-3-6-1-16,2 1 2 15,-2-5 3-15,4 1-3 16,-1-3 4-16,4-6-5 16,-4 1 6-16,-3-16-7 15,9 22 7-15,-9-22-6 16,0 0 1-16,23 14 0 15,-23-14 1-15,26-7-1 16,-5-3 1-16,1-4-3 16,13-2-4-16,1-6 3 0,9-6-2 15,4-6 2-15,10 1-4 16,2-9 4-16,3 1-5 16,2-4 8-1,2-2-2-15,6 2 2 0,-3 0-4 16,-3 3 3-16,-9 1-2 15,-3 8 1-15,-8 5-2 16,-9 6 1-16,-13 4 0 16,-11 8 1-16,-15 10 1 15,0 0 1-15,0 0 0 16,0 0 2-16,0 0-1 16,-5 19 0-16,-9 4-4 15,2 13-96-15,-9 5-47 0,-7 10-19 16,-1 9-8-16,-16-3 0 15,1 18 25-15</inkml:trace>
  <inkml:trace contextRef="#ctx0" brushRef="#br1" timeOffset="104615.68">30270 5548 196 0,'0'0'115'0,"14"-16"-1"16,-14 16-5-16,0 0-12 15,19-15-8-15,-19 15-15 16,0 0-13-16,0 0-21 15,0 0-30-15,0 0-9 16,0 0 0-16,0 0-1 16,0 0 0-16,-22 17 1 15,22-17 0-15,-19 24 0 16,8-8 1-16,-4 5-2 16,1-1 1-16,-2 5-2 0,-3 1 0 15,2 3 0-15,-2-3 4 16,-1 2-3-16,1-1 4 15,-3-1-4-15,1 2 5 16,-2-4 1-16,1 2-3 16,-1-5 3-16,-3 3-8 15,0-3 7-15,4 1-8 16,-1 1 8-16,-3-2-9 16,3-1 3-16,4 1 0 15,-3 3 0-15,-1-3 0 16,1 2 0-16,-1-2 1 15,1-1-2-15,-4 3 2 16,-1-2-1-16,1-1 0 0,0-1 0 16,0 0 1-16,-3 0-1 15,6-1 2-15,-6-1-2 16,3-1 2-16,-4-1-1 16,-1 1 0-16,-5-4-1 15,-3 0 1-15,-6 0-1 16,-2-1 0-16,-3-1 0 15,-6 0 0-15,-3 1 0 16,-5-1 1-16,-2-1 1 16,-1 1 0-16,-8-1-1 15,-3 1 1-15,-2 1 0 16,-5-1-2-16,-2 2 0 16,-1-3-1-16,-6-1-1 0,0 1 1 15,0 0 0-15,1-2-1 16,-5 0 0-16,6-4 1 15,2-1 1-15,0 3 1 16,1-2-2-16,-1-4 1 16,0 1-1-16,1-2 2 15,3-2-1-15,-3 3 1 16,2-3-1-16,0-1 2 16,2 0 0-16,4 0-1 15,-3 1 1-15,6-1-1 16,-3 2 0-16,6-3 1 15,0-1-1-15,4 1-1 16,4 0 1-16,-1-1 0 0,5 0 0 16,6-3-1-16,-2-2 1 15,4 2-1-15,-3-3 0 16,3 0 0 0,-1-5 1-16,4-1-1 0,0-1-1 15,3-3-1-15,1-1 2 16,3 0-1-16,0-4 1 15,-1 0-2-15,1-3 2 16,2 2-1-16,-2-3 3 16,-4 3-2-16,1 1 2 15,2 1-2-15,-2 1 2 16,3 1 0-16,0 1 0 16,-1 2 0-16,3 1 0 0,5 0 0 15,0 0 0 1,5-1 1-16,3 3-4 15,4-2 4-15,4 7-4 16,6-3 4-16,16 17-4 0,-19-21 5 16,19 21-5-16,0 0 3 15,0 0 0-15,0 0-2 16,0 0 0-16,-11-15 0 16,11 15 3-16,0 0-4 15,4 19 4-15,-4-4-4 16,3 2 4-16,-3 6-3 15,6 8 3-15,-6 7-3 0,3 4-1 16,-3 1 2 0,0 5-2-16,-3 3 2 15,3 1-2-15,-2 0 2 16,-2-1-2-16,4-2 1 16,0-4-1-16,-3-4 2 0,3-1-2 15,0-5 2-15,-4-7-2 16,4-4 1-16,0-7 0 15,0-17 1-15,-3 24 1 16,3-24 0-16,0 0 2 16,0 0 5-16,0 0 1 15,7-15-1-15,-7-6 2 16,3-5-2-16,-3-14 1 16,0-6-1-16,0-12-1 15,0-6-5-15,4-5 1 16,-2-2-3-16,1-2-2 15,-3 1 2-15,4 1-2 0,3 8 2 16,-4 6-3-16,6 5 2 16,-6 9-3-16,4 5 3 15,5 9 2-15,-5 4-2 16,4 8 1-16,-11 17 1 16,15-22-1-16,-15 22-2 15,0 0 1-15,19-14-2 16,-19 14 1-16,0 0-2 15,23 5 0-15,-23-5 0 16,29 7 0-16,-6-2 3 16,3 0-1-16,7 2 3 15,5-2-1-15,6-1 0 16,9-1 0-16,6 1 1 0,9-3 0 16,7-1 0-16,3-3 0 15,3 0 0-15,3-1 0 16,1-1 0-16,-2 0 1 15,-5-1-1-15,-7 1 0 16,-5 2-1-16,-8-1 0 16,-10 1-2-16,-11 1 1 15,-8 0-2-15,-6 2 0 16,-23 0 0-16,22 4-1 16,-22-4 0-16,0 0 0 15,0 0 1-15,0 0 1 16,0 0 1-16,-19 10 0 15,19-10 0-15,-21 7 2 0,21-7-1 16,-26 11 1-16,7-3-1 16,-7 1-1-16,-5 3 1 15,-9 0 1-15,-9 2 1 16,-11-2-1-16,-10 0 0 16,-10 0 0-16,-8-3 0 15,-9 0-2-15,-4-4 1 16,-1-2-2-16,-6-3 1 15,4 0-1-15,3-1 1 16,4-1 0-16,3-3-1 16,7-1 3-16,6 3-3 15,6 0 1-15,11-1-1 16,8 2 2-16,11 1-4 0,12-1 3 16,7 2 0-1,11-2 2-15,15 2 0 16,0 0 1-16,0 0-1 15,0 0 1-15,0 0 2 0,0 0-2 16,19-2-1-16,-19 2-1 16,15 6 0-16,-15-6-1 15,18 8 0-15,-18-8 0 16,19 7 1-16,-19-7 0 16,0 0 0-16,19 7-1 15,-19-7 1-15,0 0-1 16,16 7 1-16,-16-7-1 15,0 0 0-15,0 0-1 0,13 19 1 16,-13-19 3-16,16 33-4 16,-6-11 4-1,6 10-4-15,-2 4 5 16,5 9-4-16,-3 7 2 0,6 7-1 16,-3 5-3-16,2 2 3 15,2 6-2-15,-1 1 2 16,-3 0-5-16,0-2 7 15,-1-2-5-15,-3-2 3 16,-2-8 1-16,-3-5 0 16,-3-11 1-16,-2-6-1 15,-1-8 2-15,-1-8-3 0,-3-21 4 16,0 19-3 0,0-19 0-16,0 0-1 15,0 0 1-15,0 0 0 16,0 0 2-16,0 0 0 0,0 0-3 15,-19-14-58-15,19 14-77 16,-26-31-24-16,-7 1-4 16,-2 1-6-16,-27-14-5 15</inkml:trace>
  <inkml:trace contextRef="#ctx0" brushRef="#br1" timeOffset="105687.43">7757 7383 357 0,'0'0'123'0,"0"0"-12"15,0 0-12-15,0 0-13 16,0 0-23-16,0 0-47 16,0 0-102-16,0 0-45 15,0 0-32-15,-9 15-5 0,9-15-7 16,-17 24 44-1</inkml:trace>
  <inkml:trace contextRef="#ctx0" brushRef="#br1" timeOffset="107140.47">6541 10339 246 0,'-17'-8'176'0,"17"8"-43"15,-19-9-19-15,19 9-9 16,-19-7-12-16,19 7-16 15,-19-7-27-15,19 7-47 16,0 0-2-16,0 0-1 16,0 0 1-16,0 0-2 15,0 0 1-15,0 0 0 16,0 0-1-16,0 0 2 16,0 0-1-16,0 0 0 15,-4 16 0-15,4-16 0 0,13 17-1 16,-13-17 0-16,17 26 0 15,-17-26 0 1,19 26 0-16,-19-26-1 16,26 28 0-16,-26-28 0 0,23 25 2 15,-23-25-2-15,26 25 1 16,-26-25 0-16,19 19 0 16,-19-19 0-16,22 19 1 15,-22-19-2-15,19 14-1 16,-19-14 0-16,18 7-1 15,-18-7 0-15,15 3 1 16,-15-3 1-16,26-10-1 16,-7-1 3-16,-1-4 0 0,10-6 1 15,1-5-1 1,4-7 2-16,5-3-1 16,2-2 0-16,5-4-1 15,0 1 1-15,1-1-1 0,-1 4 1 16,-2 2 0-16,-1 3-1 15,-1 3 0-15,-4 3-1 16,-2 4 0-16,-6 4 0 16,-3 2 0-16,-7 3 0 15,-1 5 0-15,-18 9 1 16,15-10 0-16,-15 10-1 16,0 0 2-16,0 0-1 15,0 0-1-15,0 0 1 16,0 0-1-16,0 0 1 15,0 0-1-15,0 0 2 16,0 0-3-16,0 0 2 16,0 0 1-16,0 0-1 0,0 0 0 15,0 0 0-15,0 0 0 16,0 0 0-16,0 0 1 16,0 0-1-16,0 0 0 15,0 0 0-15,0 0 1 16,0 0-2-16,0 0 1 15,0 0 0-15,0 0-1 16,0 0 1-16,0 0 0 0,0 0-1 16,0 0 1-1,0 0 0-15,0 0 0 16,0 0 1-16,0 0-1 16,0 0 1-16,0 0-1 0,0 0 1 15,0 0 1-15,0 0-1 16,0 0 0-16,0 0 0 15,0 0 0-15,0 0 0 16,0 0 0-16,0 0 0 16,0 0-1-16,0 0 1 15,0 0 0-15,0 0-1 16,0 0 0-16,0 0 0 16,0 0 1-16,0 0-1 15,0 0 1-15,0 0 1 16,0 0 0-16,0 0 0 15,0 0 2-15,0 0-1 16,0 0-2-16,0 0-1 0,0 0-108 16,0-18-59-16,9-6-7 15,-2-22-11-15,15-10-6 16,4-30 32-16</inkml:trace>
  <inkml:trace contextRef="#ctx0" brushRef="#br1" timeOffset="107819.95">11272 7407 105 0,'0'0'146'15,"0"0"-20"-15,0 0-41 16,0 0-7-16,0 0-15 16,0 0-47-16,0 0-62 15,-11 17-54-15,11-17-37 16,0 16-9-16,0-16-5 15,-5 31 113-15</inkml:trace>
  <inkml:trace contextRef="#ctx0" brushRef="#br1" timeOffset="108989.79">10225 10386 219 0,'-17'-17'177'0,"17"17"-39"0,0 0-25 16,-20-23-8-16,20 23-14 15,0 0-19-15,-10-15-27 16,10 15-39-16,0 0-4 15,0 0 0-15,0 0-1 16,0 0-2-16,0 0-1 16,0 0 1-16,0 0-1 15,0 0-1-15,0 0 2 16,0 0-1-16,0 0 2 16,0 0-1-16,0 0 0 15,0 0 0-15,0 0 1 16,0 0-1-16,0 0 0 15,-9 17 1-15,9-17-1 0,0 0 1 16,19 26 1-16,-8-11-1 16,5 1 1-16,-1 3-3 15,2-2 2-15,-1 1-2 16,3 1 1-16,-5-4-1 16,2-1 0-16,-16-14-1 15,26 19 1-15,-26-19 0 16,22 12 0-16,-22-12 0 15,16 4 1-15,-16-4 1 16,0 0 0-16,17-2 1 16,-17 2 0-16,0 0 1 15,19-14 0-15,-19 14 0 16,30-24-1-16,-11 3 1 0,4-3-2 16,6-9 1-16,6-5-1 15,5-4 1-15,5-4-2 16,3-1 2-1,-2-5-4-15,2 3 4 0,1 1-1 16,-4 3 2-16,0 3-3 16,-8 6 3-16,-5 5-1 15,-4 7 2-15,-7 6-1 16,-5 6 0-16,-16 12-2 16,19-12 1-16,-19 12-2 15,0 0-1-15,0 0 1 16,0 0-1-16,0 0 1 0,0 0-1 15,0 0 2-15,0 0-1 16,0 0 2 0,0 0 0-16,0 0-1 15,0 0 1-15,0 0 0 16,0 0 0-16,0 0 0 0,0 0 1 16,0 0 2-16,0 0 0 15,0 16-1-15,0-16-2 16,0 0-1-16,0 0-2 15,0 0-77-15,-23 21-49 16,15-4-27-16,-10-2-18 16,3 8-1-16,-8-4-1 15</inkml:trace>
  <inkml:trace contextRef="#ctx0" brushRef="#br1" timeOffset="109896.87">10244 10320 283 0,'-17'-10'134'0,"17"10"-11"16,-19-7-12-16,19 7-14 15,-20-4-16-15,20 4-23 16,-22-3-22-16,22 3-32 15,-23 0-2-15,23 0-2 16,-15 2 2-16,15-2-2 16,0 0 0-16,0 0 0 15,-18 1 2-15,18-1 1 16,0 0 0-16,0 0 0 16,0 0 0-16,0 0 0 15,0 0 1-15,0 0-2 16,18 7 0-16,-18-7-4 0,12 25 1 15,3-8-1-15,-4 4 0 16,8 3 1-16,0 0 0 16,2-1-1-16,-2-1 0 15,0-1 1-15,0 0 1 16,0-2-3-16,-5-4 1 16,-14-15 0-16,26 24-1 15,-26-24 2-15,19 18-2 16,-19-18 1-16,0 0-2 15,19 8 3-15,-19-8 0 16,0 0 2-16,18-1 1 16,-18 1 0-16,0 0 1 15,22-14 0-15,-22 14 1 0,32-21 0 16,-15 7-1-16,9-8-2 16,2-3-1-16,8-4 2 15,2-7-2 1,6-4 0-16,1-5-2 0,7-2 3 15,0-1-2-15,2-3 1 16,1 5-1-16,-2 1 2 16,-5 1-1-16,-3 8 3 15,0 7-1-15,-12 1 1 16,0 7 0-16,-10 6 0 16,-4 4 1-16,-19 11-3 15,26-8 0-15,-26 8-2 16,0 0-1-16,0 0 2 0,0 0 0 15,0 0 1-15,0 0 0 16,0 0 0 0,0 0-2-16,-3 17 0 15,3-17-127-15,-33 22-42 0,7 4-2 16,-28 2-7-16,-12 22-1 16</inkml:trace>
  <inkml:trace contextRef="#ctx0" brushRef="#br1" timeOffset="115548.23">15483 7087 304 0,'85'58'124'0,"-28"-19"-32"0,-20-5-159 16,-11-3-41 0,-26-31-22-16,-23 14-6 15,-39-41 58-15,-13 1 78 0</inkml:trace>
  <inkml:trace contextRef="#ctx0" brushRef="#br1" timeOffset="126684.22">3601 8284 173 0,'0'0'71'15,"0"0"-1"-15,0 0-4 16,-17-5-6-16,17 5-8 16,0 0-5-16,0 0-7 15,-16 0-5-15,16 0 13 16,0 0-1-16,0 0-1 0,0 0-3 16,-16-3-2-1,16 3-2-15,0 0-3 16,0 0-2-16,0 0-28 15,0 0-5-15,0 0 0 0,-17 8 0 16,17-8-1-16,0 0 0 16,0 0-2-16,0 0 2 15,-16 7 0-15,16-7-4 16,0 0-44-16,0 0-59 16,0 0-41-16,11 19-24 15,-11-19-12-15,15 2-5 16,-11-17 87-16</inkml:trace>
  <inkml:trace contextRef="#ctx0" brushRef="#br1" timeOffset="131091.34">14082 7462 368 0,'0'0'128'16,"0"0"-1"-16,0 0-11 0,0 0-15 16,0 0-19-16,0 0-23 15,-4-17-30 1,4 17-27-16,18-5 0 16,-3 3-1-16,8-1 0 0,3-1 1 15,7-1 1-15,12 3-1 16,4-1-2-16,3-1 0 15,3 3 0-15,3-1-1 16,1 0-1-16,-2 0 1 16,-1 1 0-16,-8-1 0 15,-8 0 2-15,-5-1-1 16,-6 1-1-16,-10 4 1 16,-19-2 3-16,0 0 0 15,0 0-3-15,-19-9 0 16,-7 7 0-16,-10-1 0 15,-6 1 0-15,-10-3 0 16,-2 3 0-16,-5 4 0 0,0 1 0 16,5 1 0-16,6-1-2 15,8 1-1-15,7-1-2 16,10-1-2-16,23-2 0 16,-19 3 2-16,19-3 0 15,14 6 0-15,9-5 1 16,-1 3 2-16,13-2 1 15,5-1 3-15,2 1 0 16,10-2-2-16,0-2 2 16,-4-1 0-16,1 1 0 15,-7-1-3-15,-9 1 0 16,-7 2 2-16,-11-2 1 16,-15 2 1-16,0 0 1 0,-19 2-1 15,-10 3-3-15,-13 4 4 16,-7-2 0-16,-10 1-2 15,-5 4-2-15,-7 1-2 16,0 0 1-16,8 1 2 16,11-3-2-16,11-6-3 15,8 2 1-15,13-4 1 16,20-3 1-16,0 0 1 0,30-5-1 16,3 0 0-1,9-4 5-15,13-3 2 16,6 0-53-16,14-11-106 15,6-13-25-15,13-11-8 0,3-25-5 16,19-17-2-16</inkml:trace>
  <inkml:trace contextRef="#ctx0" brushRef="#br1" timeOffset="133780.26">22872 891 69 0,'0'0'50'0,"0"0"-4"16,0 0 1-16,0 0 1 15,0 0 14-15,0 0 16 16,0 0 6-16,-36 77 11 16,36-77-10-16,0 0-2 0,0 0-3 15,78 46-9-15,-78-46-22 16,78 12-13-16,-78-12-21 16,108-3-12-16,-108 3 0 15,123-17 0-15,-123 17-5 16,135-33 5-16,-64 10 9 15,-71 23-9-15,127-48-3 16,-127 48 0-16,113-54 0 16,-113 54 0-16,92-57 0 15,-92 57 0-15,68-55 0 16,-68 55 0-16,0 0 0 16,67-89 0-16,-67 89 0 15,0 0 0-15,7-83 0 0,-7 83 0 16,0 0 0-16,-71-86 0 15,71 86 0-15,-85-52 0 16,85 52 0-16,-109-45 0 16,109 45 0-16,-124-33 0 15,124 33 0-15,-119-21 0 16,119 21 0-16,-108-3 0 16,108 3 0-16,-85 7 0 15,85-7 0-15,0 0 0 16,-90 33 0-16,90-33 0 15,0 0 0-15,0 0 0 16,-71 83 0-16,71-83 0 16,0 0 0-16,-46 84 0 0,46-84 0 15,0 0 0-15,-48 97 0 16,48-97 0-16,0 0 0 16,-59 90 0-1,59-90 0-15,0 0 0 0,-52 82 0 16,52-82 0-16,0 0 0 15,-31 81 0-15,31-81 0 16,0 0 0-16,19 76 0 16,-19-76 0-16,0 0-24 15,83 54-89-15,-83-54-73 16,0 0-9-16,97 36-11 16,-97-36 5-16,0 0 104 15</inkml:trace>
  <inkml:trace contextRef="#ctx0" brushRef="#br1" timeOffset="135264.31">13386 9018 313 0,'-23'9'184'0,"2"-5"-62"16,6-6-24-16,15 2-8 16,0 0-18-16,0 0-19 15,0 0-20-15,19-7-28 16,14 2 0-16,5-1-2 16,11 0-6-16,10-3-1 15,8-3 0-15,8 0 0 16,3-2 3-16,0 0-1 15,4-2 1-15,-6 3 0 16,-5 0 1-16,-8 5 0 0,-8-1 2 16,-9 4 1-16,-12 1 2 15,-11 3-5-15,-23 1-1 16,17 1 1-16,-17-1-1 16,-29 4 0-16,-8 1-2 15,-4 0-3-15,-15 2 0 16,-12 0 5-16,-6 0-1 15,-10 2 2-15,3 1-2 16,-1-1 2-16,8-2-1 16,6 0 1-16,12-2-2 15,15-2 1-15,8-1 5 16,14-2 0-16,19 0-3 16,0 0 0-16,0 0 2 0,14-10 0 15,13 6 0-15,13-1-1 16,5 0-5-16,11-2 0 15,8 0 3 1,7-2 0-16,11-1-3 0,-1 0 2 16,-1-3 0-16,2 3 0 15,-7-2 1-15,-8 3-1 16,-8-1 4-16,-10 3 1 16,-14 2 0-16,-13 3-4 15,-22 2 0-15,17 2 0 16,-17-2 0-16,-26 3-1 15,4 1-2-15,-11 1-3 16,-2 0 3-16,-12 2 3 0,-1 0-2 16,3 2 2-16,-4-1-2 15,7 1 1 1,6 0-1-16,5-4 2 16,8 0-2-16,9-2 2 0,14-3 1 15,0 0 1-15,0 0 2 16,0 0 2-16,0 0 0 15,0 0 0-15,0 0-1 16,0 0-1-16,0 0 0 16,0 0-3-16,0 0-2 15,0 0-1-15,0 0 1 16,0 0 0-16,0 0 1 16,0 0 0-16,0 0 1 15,0 0-1-15,0 0 1 16,0 0 1-16,0 0 0 15,0 0 0-15,0 0 1 16,0 0 0-16,0 0-4 0,0 0-70 16,0 0-92-16,0 0-5 15,-22-20-17-15,22 20-1 16,-33-32-1-16</inkml:trace>
  <inkml:trace contextRef="#ctx0" brushRef="#br1" timeOffset="138218.41">25705 3500 150 0,'23'-2'95'15,"6"2"25"-15,8-10-3 16,11 0 1-16,1-11-17 16,15 3-15-16,-8-6-20 15,11 3-14-15,-8-8-30 0,2 5-22 16,-5 3 0-16,-4 4-2 15,-11 1 0-15,-4 4 0 16,-11 2 0-16,-7 6 3 16,-19 4 0-16,0 0-1 15,0 0 2-15,-19 5 0 16,-11 2-1-16,-10 4 1 16,-8 3-1-16,-9 1-2 15,-2 6 0-15,-6 0 0 16,-1-1-1-16,6 1 0 15,-3 0 0-15,13 0 0 16,6-7-1-16,10-2-1 16,11-5 0-16,6-4 0 0,17-3 1 15,0 0 2-15,40-9 0 16,1-8 1-16,15-2-1 16,8-9-27-16,25-1-32 15,4-9-26-15,13 2-17 16,-2-6-18-16,13 2-11 15,-6 6-15-15,2-1-10 16,1 12 95-16</inkml:trace>
  <inkml:trace contextRef="#ctx0" brushRef="#br1" timeOffset="139085.03">27288 3306 198 0,'0'0'94'0,"0"0"22"15,16 12-10-15,-2-10-9 16,-14-2-15-16,41-10-10 15,-18-6-11-15,15 6-11 16,-1-15-24-16,4-1-26 16,8-5 3-16,3-3-2 0,0-10 0 15,4-4 0-15,1-6 0 16,-5-1 10 0,0-6-8-16,-3-3 9 15,-8-14-9-15,-1 0 9 0,-10-6-5 16,-4 2 18-16,-7-9-19 15,-7-12 9-15,-5-2-7 16,-11 4 4-16,-4 5-12 16,-10 6 0-16,-8-1 0 15,-5 10 0-15,-5 8 0 16,36 73 0-16,-87-103 0 16,87 103 0-16,-97-73 0 0,97 73 0 15,-101-47 0 1,101 47 0-16,-94-28 0 15,94 28 0-15,-95-3 0 16,95 3 0-16,-91 12 0 16,91-12 0-16,-85 30 0 0,85-30 0 15,-79 43 0-15,79-43 0 16,-79 62 0-16,79-62 0 16,-78 75 0-16,78-75 0 15,-71 77 0-15,38-30 0 16,-2 3 0-16,6 8 0 15,3 6 0-15,-4 0 0 16,8 3 0-16,-1-1 0 16,4 12-6-16,0-6-10 15,5 5 9-15,2-12-11 16,9-1 13-16,-1-1-13 16,8 3 13-16,3-2 4 0,5-4-3 15,3-1-8-15,6 0 9 16,5-4-8-16,0-1 8 15,5-4-7-15,2 0 8 16,6-3-10-16,1-5 10 16,1-9 2-16,1-6-1 15,1-6 1-15,-1-4-1 16,0-6 0-16,3-10 2 16,-5-6 2-16,-2-5 2 15,2-2-2-15,-2 1-67 16,-3-1-93-16,-6-5-7 15,-6 1-5-15,-16-10-7 16,-4 11 10-16</inkml:trace>
  <inkml:trace contextRef="#ctx0" brushRef="#br1" timeOffset="140932.34">16842 8812 76 0,'-33'14'113'0,"33"-14"-44"16,-19 11-19-1,19-11 18-15,0 0 4 16,-11 17 3-16,11-17 2 0,11 17-4 16,4-6-8-16,3-6-3 15,10 4-8-15,-6-4-14 16,11 0-11-16,9-7-10 16,10-3-14-16,3-5-5 15,4-4-1-15,9-2-1 16,0-1 3-16,3-2-4 15,4-4 4-15,-4 4-1 0,-5 0 2 16,-2-2-2 0,-5 2 0-16,-2 0-2 15,-8 0-2-15,-4 0 3 16,-8 5-3-16,-8-1 4 0,-6 4-1 16,-8 5 1-16,-15 6-1 15,0 0 0-15,16-7-2 16,-16 7 3-16,0 0 3 15,0 0 0-15,0 0-3 16,0 0 3-16,-2-16 2 16,2 0 1-16,-3-3 0 15,-1-7 1-15,-3-3-6 16,0-11 2-16,-5-3-2 16,-4-4-2-16,-1-1-4 15,-2 3 2-15,-10-4-3 16,-3 4 0-16,-8 5-1 15,-1 6 1-15,-4 6 0 0,-4 6 3 16,-7 4 1-16,1 4 2 16,-2 6 1-16,1 6 1 15,-3 2-1-15,2 4 0 16,-2 2 0-16,0 3 0 16,5 2 1-16,2-1-1 15,3 4 1-15,1 0-2 16,2 1 2-16,3-1-1 15,1 5 0-15,6-2-1 16,-2 4 1-16,0 3-2 16,5 1 0-16,0 4 0 15,3 2 0-15,2 7-3 16,2-1 1-16,4 4 0 0,8 4 1 16,-2 0-2-16,2 2 3 15,11 0-1-15,3-1 0 16,7 1 0-16,3-2 3 15,9-3 0-15,4-2 3 16,6-4 1-16,6-3 2 16,5-7 0-16,9-4 1 15,3-6-1-15,12-6-4 16,0-3 0-16,9-7-2 16,3-3-2-16,-1-4-2 15,3-4-2-15,-7-1 0 16,-5-2 1-16,-5 1 1 15,-9 0 1-15,-7 1-1 0,-8 4 0 16,-11 1 3 0,-11 2 2-16,-15 5 0 0,23-7 1 15,-23 7 0 1,0 0-2-16,0 0 1 0,0 0 1 16,0 0-2-16,0 0-1 15,0 0-1-15,0 0 1 16,0 0 0-16,0 0 1 15,0 0 0-15,0 0-1 16,0 0 1-16,0 0 0 16,0 0-1-16,0 0-1 15,0 0 0-15,0 0-2 16,0 0 2-16,0 0 1 0,0 0-1 16,19 0 1-1,-19 0 0 1,23 0 1-16,-23 0 1 15,22 0-1-15,-22 0-1 0,26-2-1 0,-26 2 1 16,23 0 0-16,-23 0-1 16,14 0 1-16,-14 0-1 15,0 0 1-15,0 0 0 16,0 0 0-16,15-2-1 16,-15 2 1-16,0 0 0 15,0 0 0-15,0 0 0 16,0 0 0-16,0 0 0 15,0 0 0-15,0 0 0 0,0 0 0 16,0 0 0-16,0 0-1 16,0 0 1-1,0 0-2-15,0 0 1 16,0 0 0-16,0 0 0 0,0 0-1 16,0 0-128-16,0 0-43 15,-15-7-7-15,-8-15-1 16,4 4-6-16</inkml:trace>
  <inkml:trace contextRef="#ctx0" brushRef="#br1" timeOffset="142099.17">3082 10614 58 0,'0'0'31'0,"0"0"-4"16,0 0-6-16,0 0-4 16,0 0-3-1,0 0-3-15,0 0-4 16,0 0-3-16,0 0-6 0,0 0-20 15,0 0-30-15,0 0-20 16,7-15 31-16,-2-11 41 16</inkml:trace>
  <inkml:trace contextRef="#ctx0" brushRef="#br1" timeOffset="143247.99">30826 5541 90 0,'0'0'45'16,"0"0"-5"-16,0 0-5 15,0 0-7-15,0 0-7 16,0 0-4 0,0 0-5-16,0 0-4 0,0 0-1 15,0 0 2-15,0 0 6 16,0 0 10-16,0 0 3 16,0 0 0-16,0 0-1 15,0 0 1-15,0 0-2 16,0 0 3-16,0 0-5 15,0 0-7-15,0 0-1 16,0 0 1-16,0 0 1 16,0 0 2-16,0 0 3 0,0 0 2 15,0 0 0 1,0 0-1-16,0 0 0 16,0 0-1-16,0 0 0 15,0 0-1-15,0 0-4 0,0 0-5 16,19-9-5-16,-19 9 0 15,0 0-2-15,0 0-2 16,0 0-1-16,0 0 1 16,0 0-2-16,0 0 0 15,0 0 0-15,0 0 0 16,0 0 1-16,0 0-1 16,0 0 1-16,0 0-1 0,0 0 1 15,0 0 0 1,0 0-1-16,0 0 1 15,0 0-1-15,0 0-25 16,0 0-64-16,0 0-52 0,0 0-23 16,0 0-13-16,0 0-11 15,-30-24 45-15</inkml:trace>
  <inkml:trace contextRef="#ctx0" brushRef="#br1" timeOffset="145428.66">14492 7371 19 0,'57'-7'16'16,"5"-4"0"-16,-1 3-4 15,-2-1 0-15,-3 0-2 16,-11 1-2-16,-7 2 3 0,-8 1 9 15,-11 2-5-15,-19 3-10 16,0 0-7 0,0 0-4-16,-30 3-1 15,-5 4-1-15,-5 0-3 16,-5 3-12-16,-7-1 0 0,-2 3 3 16,-5 0 2-16,4 0-4 15,-2-3 19-15,13 5 3 16</inkml:trace>
  <inkml:trace contextRef="#ctx0" brushRef="#br1" timeOffset="146223.22">14374 7421 107 0,'78'-18'37'0,"3"-4"2"15,3 3-3-15,-3-2-6 16,1 2-13-16,-8 2-6 16,-9 3-8-16,-10 4 11 15,-17-1 46-15,-8 8 6 16,-30 3-1-16,0 0 0 16,0 0 1-16,-38 5-3 15,-7 5 1-15,-8 4-13 16,-12 5-49-16,-3 0-7 0,-7 2 1 15,-3 3 0 1,2-1 1-16,1-3 3 0,9-4 0 16,11 0 4-16,13-8-4 15,9-1 2-15,14-3 3 16,19-4 0-16,0 0 1 16,33-14-1-16,5 3 0 15,11-1-2-15,6-3 6 16,9-3-2-16,6-1-1 15,1 0-3-15,0 2 0 16,-10 1-1-16,-6 4-1 16,-9 4 11-16,-13-1 2 15,-11 6-2-15,-22 3 1 0,0 0 1 16,-19 6 0-16,-14 5 1 16,-12 1-2-1,-7 5-13-15,-9 2-2 16,-8 0-27-16,4 6-71 0,-6-3-50 15,4-10-10-15,14-5-4 16,5-22-10-16,29-10 1 16</inkml:trace>
  <inkml:trace contextRef="#ctx0" brushRef="#br1" timeOffset="147598.2">28903 7170 194 0,'6'-26'88'15,"7"3"18"-15,-6-3 6 16,-4-5-9-16,6 5-9 15,-11-5-19-15,2 7-2 16,-7-7-21-16,0 6-5 16,-9-1-29-16,-1 4-12 0,-5 3-12 15,-5 3 7-15,-4 4 2 16,-5 4-3-16,-6 2 0 16,-3 6-3-16,-4 6 1 15,-6 4-1-15,-4 5 6 16,-2 6-10-16,-1 4 9 15,1 4-7-15,2 6 6 16,2 1-8-16,4 7 7 16,5 0-8-16,11 1 2 15,4 1 1-15,11 1-1 16,3 1 2-16,10 0-2 16,6 1 2-16,6-3-1 15,6-1 1-15,10 1 1 0,3 0 2 16,8 0-2-16,6-2 8 15,6-3-7 1,10-4 9-16,0-3-3 16,4-2 5-16,1-7-7 0,6-3 6 15,1-10 1-15,0-4-4 16,2-9 1-16,-5-3 1 16,1-8-6-16,-5-7 3 15,-1-6 2-15,-4-4-8 16,-7-8 2-16,-8-5-7 15,-6-7 7-15,-5-9-10 16,-12-3 7-16,-11-9-6 16,-6-4 9-16,-11-4 2 0,-12 4 0 15,-9 4 4-15,-10 7-6 16,-7 10 8 0,-14 11-9-16,2 15 9 15,-11 13-5-15,-3 11-2 0,-2 13-11 16,-8 5-73-16,10 12-39 15,1 10-33-15,8 6-8 16,11 10-10-16,6 1-1 16</inkml:trace>
  <inkml:trace contextRef="#ctx0" brushRef="#br1" timeOffset="148339.72">29191 7940 89 0,'-42'12'127'0,"16"5"-13"16,7-1-17-1,19-16 6-15,-7 24-1 16,23-15-16-16,13-2-22 16,11-9-14-16,17-1-8 0,6-9-8 15,15-2-23-15,2-7-7 16,8-3 5-16,-1-4-8 15,3-3 8-15,-1-4-9 16,-6-1 9-16,-1-2-8 16,-8-4 0-16,-2-3-2 15,-13-5-6-15,-11-5 7 16,-10-6-7-16,-8-1 9 16,-15-2-6-16,-15 0 9 15,-12 1-1-15,-14 4 2 16,-10 6 1-16,-13 10 2 15,-5 8-4-15,-12 11 1 16,-1 8-6-16,-4 11 0 0,-1 10-2 16,1 7 1-16,0 11-2 15,5 4 0-15,2 8 1 16,5 7-2-16,-2 6 1 16,9 4-3-16,3 7 2 15,8 1-5-15,4 3 4 16,15 3-3-16,3 1 8 15,12-3-4-15,7-2-2 16,10-3 3-16,9-3-1 16,11-4 2-16,4-6-1 15,12-6 4-15,6-7-8 16,10-9 9-16,9-8 2 16,7-11-1-16,9-10 3 0,4-11-2 15,4-11-64-15,2-8-53 16,-3-3-34-16,-19-7-11 15,-15 2 0-15,-34-6-6 16,-26 9 46-16</inkml:trace>
  <inkml:trace contextRef="#ctx0" brushRef="#br1" timeOffset="150060.94">13372 10230 107 0,'0'0'65'16,"0"0"7"-16,30-5 16 15,-11 3 13-15,10 7-7 16,1-5 0-16,8 6-5 0,7-5-17 16,10 6-14-1,1-5-16-15,5 1-20 16,5-4-20-16,1-6 1 15,5-7 1-15,2-3-1 0,-3-8 1 16,1-2-3-16,-1-6 2 16,-2-4-3-16,-1-1 1 15,-4 0-2-15,-5 2 1 16,-3 0-1-16,-8-1 1 16,-10 3 0-16,-5 1 2 15,-10-2-3-15,-7-1 0 16,-9-4 2-16,-11 0-3 15,-10-3 1-15,-8-2 1 16,-6-2 2-16,-9-3-3 16,-4-2 5-16,-8 5-1 15,-3 0-2-15,-3 2 2 16,-4 2 0-16,-2 5 0 0,-3 4 0 16,1 4 0-16,-1 8 0 15,1 3-1-15,-1 5 2 16,2 7-2-16,-3 7 0 15,5 2 0-15,-3 6-1 16,2 3-1-16,2 4 0 16,0 8-1-16,2 1 0 15,2 5-1-15,-1 4 0 16,4 7-1-16,-2 2 2 16,2 4-2-16,0 4 3 15,0 6-2-15,3 3-4 16,1 1 5-16,6 4-1 15,2 0 1-15,9 0-3 0,5 4-1 16,5-1-1 0,9-3 2-16,8-3 4 0,11 0-6 15,9-4 4-15,13-4-1 16,6-6 3-16,14-4-2 16,10-4 2-16,8-10-1 15,8-5 0-15,7-8 0 16,8-6 0-16,11-8 0 15,-1-6 0-15,4-6 1 16,1-7 1-16,4-6 0 16,-5-4-1-16,0-6 2 15,-7 0-1-15,-10-4 1 16,-5-4 0-16,-8-2 0 0,-6-4 1 16,-12 2 0-16,-15-4-2 15,-8 1 1 1,-10-6-3-16,-14-1 2 15,-11-2-4-15,-12-4 3 0,-12 2 1 16,-9-1 0-16,-8 1 2 16,-9 3-1-16,-6 3 4 15,-9 3-1-15,-6 6 4 16,-3 8-3-16,-3 5-1 16,-2 5 1-16,-9 5-2 15,5 7-1-15,-6 7-1 16,4 7 0-16,2 7-2 0,0 4-2 15,5 6 0-15,2 4-1 16,4 6 0 0,6 6 0-16,2 4 0 15,9 6-2-15,1 4 2 0,8 12 0 16,3 6-2-16,8 10 2 16,8 6-1-16,9 4 0 15,5 3 0-15,8 2 0 16,10-2 0-16,8-8 1 15,11-7 1-15,13-13-1 16,10-8 1-16,18-12 0 16,15-12 3-16,16-14 2 15,10-16 2-15,19-15-2 16,9-18 0-16,10-12-7 16,2-13-98-16,-5-15-59 15,3-3-4-15,-25-10-5 16,-6 5-21-16,-28-12 67 0</inkml:trace>
  <inkml:trace contextRef="#ctx0" brushRef="#br1" timeOffset="152147.43">17814 7502 92 0,'0'0'50'0,"0"0"-6"16,0 0-3-16,0 0-6 15,0 0-3-15,0 0 0 16,0 0 2-16,0 0 2 16,0 0-2-16,0 0-2 15,0 0-4-15,0 0-2 16,0 0-2-16,0 0-3 16,0 0-6-16,0 0-5 15,0 0-2-15,0 0 5 16,0 0 5-16,0 0 4 15,0 0 3-15,0 0 3 16,0 0 5-16,0 0 3 0,0 0 0 16,0 0-7-16,0 0-6 15,0 0-3-15,0 0-5 16,0 0-3-16,0 0-4 16,0 0-6-1,0 0-1-15,0 0 0 0,0 0 0 16,0 0 0-16,0 0 0 15,0 0-2-15,0 0 1 16,0 0 1-16,0 0-1 16,0 0-1-16,-16-5-83 15,16 5-57-15,0 0-24 16,23-31-7-16,3 3-4 16,9-20-3-16</inkml:trace>
  <inkml:trace contextRef="#ctx0" brushRef="#br1" timeOffset="154755.29">32907 4018 384 0,'0'0'190'16,"0"0"-24"-16,-17 7-99 16,17-7-8-16,0 0-2 15,0 0-24-15,0 0-40 16,26-11-1-16,3 4 0 15,16-3 1-15,14-1 1 16,9-2 3-16,14 0 4 16,4 0-2-16,3 2 2 15,-9 3 1-15,-11 4 3 16,-11-1 3-16,-22 5 4 16,-13 7 1-16,-23-7-2 0,-14 15 2 15,-24-8-3-15,-18 7 0 16,-15-2-3-16,-11 6-5 15,-15-3-2 1,-9-1-2-16,-5 0 1 0,2 0 1 16,5-6-1-16,13 1-1 15,13-2-2-15,16-5-2 16,17-1-2-16,15-2 0 16,30 1 0-16,0 0 0 15,49-11 1-15,-1 4 0 16,18 0 4-16,5-3 4 15,7 1 1-15,6 3-2 16,-6-1 2-16,-10 0-1 0,-9 3 3 16,-14 2 3-16,-16 1 0 15,-6 4 1 1,-23-3-1-16,-23 5 1 16,-18 2-3-16,-15 0 1 0,-12 0-2 15,-6 2-3-15,-15-1-2 16,-5 1 0-16,4-2-1 15,9-2 3-15,13-1-3 16,16-3-3-16,14-1-3 16,12-3 2-16,26 3-1 15,0 0 1-15,52-10 0 16,1 3-2-16,13 1 5 0,18 0 1 16,4-1 3-1,10 3-1-15,-1-1 1 16,-10 3 0-16,-13 1 1 15,-11 2 4-15,-18 1 0 0,-14 0 1 16,-31-2-1-16,0 0 0 16,-52 14 0-16,-2-6-1 15,-21-1-2-15,-6-2-4 16,-13 1 0-16,-7-1 0 16,8-4-1-16,8 3 2 15,14-6-4-15,18-1-1 16,15-1-1-16,23-3 1 15,15 7 1-15,41-14-1 0,15 6 2 16,15-1-3-16,16-3 6 16,10 2 1-1,14 1 1-15,2 2-1 16,-9 2 0-16,-10 1 1 0,-16 3 2 16,-14 2-1-16,-19 1 0 15,-19 0 1-15,-26-2-2 16,-26 12 1-16,-19-5-1 15,-23 2 0-15,-13-1-4 16,-13 1 2-16,-10-2-1 16,-5 0 1-16,1-4-2 15,7-1 3-15,18 0-1 16,17-4-2-16,17 0-1 16,18-3 1-16,31 5-1 15,0 0-1-15,54-14 3 16,5 9-2-16,12 0-1 15,14 0 4-15,16-1 0 0,1 5-1 16,-4-1 2-16,-6 4 0 16,-9-1 0-16,-17 1 3 15,-18 2-2-15,-16-1 1 16,-32-3 0-16,-16 12-2 16,-33-5 1-16,-15 0-1 15,-24 2-1-15,-13-1-1 16,-15-2-1-16,-14-1 2 15,1-2-1-15,6-1 2 16,8 0-2-16,18-4 3 16,22 0-5-16,18-1 1 15,24 1-1-15,33 2 0 16,16-12 1-16,29 5-2 0,21 0 2 16,14 0-3-16,12 0 7 15,14 0-2-15,-2 2 0 16,3 2 1-16,-9 1-1 15,-12 2 1-15,-14 0 3 16,-17 3-3-16,-13-1 0 16,-25 0 1-16,-17-2 0 15,-33 12 0-15,-19-5 1 16,-16 0-1-16,-17 0-2 16,-12-2 2-16,-12 0-1 15,-2 0 0-15,8-1-1 16,15-4 3-16,17 0-6 15,15-2 0-15,26 0-1 0,30 2 2 16,25-8-1-16,25 1 0 16,25 1 2-1,20 0-3-15,18-1 5 16,17 0-1-16,9 2 1 0,0 3-1 16,-2 0 0-16,-5 4 0 15,-17 0 1-15,-15 1-1 16,-23 0 2-16,-18 1-1 15,-23-1 1-15,-36-3-2 16,0 0 0-16,-40 19 2 16,-15-12-2-16,-13-1 0 15,-19-1-2-15,-7 2 2 16,-10-4-2-16,4 1 3 0,6-4-1 16,9 1 0-16,14-2 2 15,12 1-2 1,20-2-1-16,13-2 0 15,26 4 0-15,0 0-1 0,46-19 2 16,2 11-1-16,18-1-3 16,5 2 2-16,13 0 2 15,1 0 1-15,1 6 0 16,-7-1-1-16,-8 4 1 16,-16-1 4-16,-13 3-4 15,-16 1 1-15,-26-5 0 16,0 0 1-16,-35 15-3 0,-17-6 1 15,-10-2-2 1,-18 3-3-16,-12 1 3 16,-5-4 0-16,-9 1 0 15,2-4 0-15,6-1-2 0,10-3 2 16,11 2 4-16,15-4-4 16,20-3-1-16,16 0 1 15,26 5 0-15,26-14 0 16,19 5 3-16,16-1-3 15,17 0-3-15,11-1 4 16,12 3 1-16,1 2 0 16,-5 3-1-16,-5 1 0 15,-12 2 1-15,-14 4 4 0,-17-1-3 16,-18 1-1 0,-31-4 0-16,0 0 0 15,-23 19-1-15,-25-12 1 16,-20 0-3-16,-14-1-3 0,-11 3 3 15,-17 0 1-15,-4-4 0 16,-3-2 1-16,8 1-2 16,8-4 2-16,16 0 4 15,18 0-4-15,15-2-1 16,22-1 0-16,30 3-1 16,0 0 2-16,49-18 0 15,3 13-2-15,15-2 0 16,15 0 0-16,3 2 3 15,5 0 1-15,1 5 4 16,-13 0-48-16,-11 12-70 16,-27 2-46-16,-21 5-9 15,-29 5-2-15,-39-3-8 0,-29 12 43 16</inkml:trace>
  <inkml:trace contextRef="#ctx0" brushRef="#br1" timeOffset="155424.77">16962 10258 243 0,'0'0'94'16,"0"0"7"0,0 0-3-16,0 0-14 15,-14-7-14-15,14 7-20 0,0 0-42 16,0 0-50-16,0 0-65 16,17-17-42-16,-1-13-23 15,17-6-4-15,8-32 75 16</inkml:trace>
  <inkml:trace contextRef="#ctx0" brushRef="#br1" timeOffset="156364.44">34297 4874 608 0,'33'2'181'0,"16"-9"-53"15,8-3-130-15,6 3 6 16,1-2 0-16,4 1-3 16,-2-3-1-16,-9 4 3 15,-10 0 6-15,-16 4 0 0,-12 3 0 16,-19 0-2-16,-22 5 1 15,-20 2-1-15,-17 3 0 16,-17 1-4-16,-16 1-5 16,-14 0 5-16,-2 0-4 15,-1-1 6-15,1-3-6 16,11-3 6-16,15-1-4 16,22-2-4-16,14-4 0 15,26-3-8-15,20 5 8 16,43-25-4-16,18 6 4 15,24 2-5-15,17-4 5 16,21-1 6-16,15 1 0 16,0 5 1-16,0 6-3 0,-13 3 0 15,-18 5 3-15,-22 2-1 16,-21 4-3-16,-27 6 0 16,-37-10-2-16,-21 28 1 15,-36-11 2-15,-25 4 5 16,-25 0-8-16,-22 3 5 15,-15-1-3-15,-7-6 5 16,-2-3-6-16,16-2 7 16,21-4-3-16,22-4-3 15,23-4 0-15,35-5-1 16,36 5 1-16,20-19-5 16,34 8 6-16,28-1-7 15,15 2 2-15,19 1-1 0,11 2 8 16,3 6 0-16,-14 2-24 15,-15 11-52-15,-37 4-61 16,-43 3-26-16,-50 5-7 16,-72 6-2-16,-59 11-10 15</inkml:trace>
  <inkml:trace contextRef="#ctx0" brushRef="#br1" timeOffset="157612.31">16812 10358 400 0,'-26'11'199'0,"26"-11"-41"15,0 0-71-15,0 0-32 16,33-16-8-16,-1 4-42 15,11-4-16-15,14-1-1 16,9-2 4-16,5 0 5 16,9 0-2-16,5 2 1 15,-7 3 0-15,1 5 2 16,-15-1 1-16,-5 4 1 16,-14 6-3-16,-10 0 1 15,-9 2 3-15,-26-2 3 16,0 0 0-16,0 0-1 15,-32 23-1-15,-11-11 1 16,-11 3 1-16,-12 3-1 0,-15 4-2 16,-6 2-2-16,-10 2 0 15,3 2-1-15,-3 0 2 16,12-4 0-16,10-3-2 16,14-6-1-16,20-4 1 15,11-6 1-15,30-5 1 16,0 0 1-16,19-2 0 15,23-6 1-15,13-1 2 16,13 0 1-16,14-1-2 16,8-2-2-16,7 0-1 15,4 1-3-15,0 1 1 16,-4 1 1-16,-12 1 0 16,-14 2-2-16,-14 3-2 0,-13 3 1 15,-17 0 2-15,-27 0 3 16,0 0-2-16,-31 9 1 15,-17-1 0-15,-18 1 2 16,-11 3 3-16,-18 2-1 16,-15 5-1-16,-6 0-1 15,-4 3 1-15,6 3-1 16,4-5 2-16,15 1-6 16,19-7 3-16,17-2-3 15,17-5 3-15,19-2-3 16,23-5 5-16,0 0-2 15,49-10-2-15,3-2 7 16,9 3-1-16,13-5 0 0,11 4-5 16,6-7 4-1,2 3-6-15,5 2 2 16,-5-2-3-16,-4 5 2 0,-11 0-2 16,-17 4-2-16,-13 2-1 15,-9 3 1-15,-19-2 0 16,-20 2 1-16,0 0-3 15,-22-10-71-15,-22 3-51 16,-8-7-33-16,-12 7-5 16,-17-10-1-16,-3 6-4 15</inkml:trace>
  <inkml:trace contextRef="#ctx0" brushRef="#br1" timeOffset="164447.18">24007 11373 126 0,'6'-21'170'16,"-6"-2"-19"-16,0-1-28 0,7 3-5 16,-4-1-12-16,4 6-18 15,-2-1-21 1,-5 17-21-16,14-19-47 15,-14 19 3-15,0 0-4 0,0 0-2 16,0 0-2-16,0 0 0 16,7 26-1-16,-7 7 0 15,0 17 0-15,-3 14 0 16,3 17 1-16,-4 18 5 16,-3 13-2-16,0 11 4 15,2 4-2-15,-2-1 5 16,0-3-2-16,4-7-3 15,-3-10 2-15,3-11-3 16,0-16 4-16,-1-8-3 0,1-15 2 16,-1-11-4-16,-5-12 4 15,6-11 1 1,-1-5-1-16,4-17 1 0,-6 16-2 16,6-16-57-16,-4-17-47 15,4 1-24-15,0-12-24 16,7 1-14-16,-7-17-6 15,14 1 3-15</inkml:trace>
  <inkml:trace contextRef="#ctx0" brushRef="#br1" timeOffset="165292.81">24195 11836 252 0,'7'-81'171'0,"2"8"-34"16,-3 11-24-16,-6 3-10 15,0 14-18-15,-3 2-18 0,3 10-39 16,-3 11-24-16,-1 4-1 16,4 18-1-16,0-19-1 15,0 19-2-15,0 0-1 16,0 0-2-16,7 28 1 16,0 3-3-16,-4 11 4 15,6 15 0-15,-2 15 1 16,-3 17 1-16,-4 15 3 15,0 6-4-15,-7 10 2 16,-2-1 0-16,-2-1-4 16,1-7 1-16,1-7-2 15,-1-13 3-15,1-11-2 16,2-11 4-16,4-10-2 0,-4-9 1 16,2-12 2-16,-2-3 1 15,0-11 1-15,0-5 0 16,7-19-1-16,-19 19-1 15,19-19 0-15,-33-10 0 16,10-4-3-16,-5-8 0 16,-8-8-2-16,-6-5 0 15,-3-6-1-15,-7-6 2 16,0-1 1-16,-7-2-2 16,7 1 4-16,0 2-3 15,3 4 5-15,11 3-2 16,9 4 6-16,3 5-4 15,13 5 2-15,6 3 1 0,7 4-1 16,4 4 1-16,-4 15-3 16,26-16-3-16,-10 16-3 15,3 7-3-15,3 7 1 16,4 12-2-16,0 8 1 16,0 13 2-16,0 9-3 15,4 8 6-15,-4 5-3 16,3 4 3-16,1-1-1 15,1-3 2-15,-1-6-3 16,-1-10 3-16,1-6 5 16,1-10-1-16,5-13 2 15,-3-12 1-15,6-12 0 0,9-14 2 16,11-14-2-16,9-17 0 16,7-12-6-16,15-12-2 15,4-9 4 1,10-7-4-16,3-3 2 15,6 1-4-15,-9 6 4 0,-3 8-2 16,-7 9 4-16,-7 14 1 16,-16 10-4-16,-9 14-3 15,-10 11-1-15,-10 18-64 16,-23 15-64-16,-12 11-33 16,-14 18-5-16,-24 8-5 15,-9 18 1-15</inkml:trace>
  <inkml:trace contextRef="#ctx0" brushRef="#br1" timeOffset="167003.01">19451 17611 276 0,'-23'0'130'16,"4"2"-8"-16,0-1-5 16,19-1-12-16,-26 6-14 15,26-6-23-15,0 0-33 16,-19 3-31-16,19-3 1 16,0 0 0-16,0 0 1 15,0 0-1-15,0 0 2 16,19-5-2-16,-19 5 1 15,19 3-2-15,-19-3-2 16,26 9-1-16,-3-2-1 16,-1 0 0-16,11 2-1 15,9-1 0-15,3 1-1 0,7 0 2 16,7-3-2 0,5 0 1-16,4 1-1 0,10-4-1 15,0-1 1-15,9-1 1 16,9-2 0-16,4-4-2 15,3 1 1-15,4-1 0 16,6 0 0-16,2-2 2 16,1 2-2-16,-3-2 0 15,5 1 0-15,-5 3 2 16,0-2 1-16,-2 1 0 16,1 1 0-16,-4-1 0 15,-4 3 1-15,-1-1 1 0,1 0-1 16,-3 1-1-16,3 1 0 15,0 0 0-15,2 1-1 16,-6 1 0 0,8-2 0-16,-4 2 0 0,-1 1 1 15,1 1-2-15,-4-3 1 16,5 1 0-16,4 0 0 16,-1 0 1-16,1-1-1 15,2 1 0-15,5-4 1 16,1 2 0-16,1-1 0 15,1 1 1-15,1-2-1 16,7 0 0-16,1 2 1 16,3-2 0-16,-1 1 0 15,2 1 0-15,-2-2 0 0,7 0-1 16,-5 0 2 0,2-1-2-16,-3 0 2 15,3 1-1-15,-2-2 1 0,-2 1-3 16,0 1 1-16,-6 0 0 15,-5 1-1-15,-2-1 0 16,-3 2 0-16,-1 0-1 16,-5-2 0-16,-2 0 0 15,-2-1 0-15,0 1 1 16,-3-1 0-16,1 1-1 16,-1-1 0-16,-4-1 1 15,0 2-1-15,-1-1 1 16,1 1-1-16,-3-1 0 15,-4 1 0-15,0-1 1 16,2-1-2-16,-2 1 1 16,-3-1 0-16,-5 1 0 0,-1-1 1 15,-6 1-1-15,0-1 1 16,-8 3-1-16,-3-1 2 16,-8-2-1-16,0 3 0 15,-11-3 0-15,0 3 1 16,-9 1-1-16,-10-2 0 15,-3 2 0-15,-7 0 2 16,-16 0 1-16,15-2 0 16,-15 2-1-16,0 0 1 15,0 0 0-15,0 0-1 16,0 0 1-16,0 0-3 16,0 0 0-16,0 0 0 15,0 0 0-15,0 0-1 0,0 0 1 16,0 0 0-16,0 0 2 15,0 0 1-15,0 0-4 16,0 0-36-16,-19 7-123 16,-14-19-16-16,-21 1-12 15,-46-18-6-15,-34 10 1 16</inkml:trace>
  <inkml:trace contextRef="#ctx0" brushRef="#br1" timeOffset="169196.58">23810 17869 199 0,'0'0'91'16,"0"0"26"-16,0 0 7 16,0 0-5-16,0 0-10 15,0 0-10-15,0 0-12 16,3-17-15-16,-3 17-66 16,0 0-6-16,0 0 0 0,0 0 0 15,0 0 0-15,0 0 0 16,0 0 0-16,0 0 0 15,0 0 0 1,0 0 0-16,0 0 0 0,0 0 0 16,0 0 0-16,0 0 0 15,0 0 0-15,0 0 0 16,0 0 0-16,0 0 0 16,0 0 0-16,0 0 0 15,0 0 0-15,0 0 0 16,0 0 0-16,0 0 0 15,0 0 0-15,0 0 0 16,0 0 0-16,0 0 0 0,0 0 0 16,0 0 0-1,0 0 0-15,0 0 0 16,0 0 0-16,0 0 0 16,0 0 0-16,0 0 0 0,0 0 0 15,0 0 0-15,0 0 0 16,0 0 0-16,0 0 0 15,0 0 0-15,0 0 0 16,0 0 0-16,0 0 0 16,0 0 0-16,0 0 0 15,0 0 0-15,0 0 0 16,0 0 0-16,0 0 0 16,0 0-1-16,0 0-1 15,0 0-1-15,0 0 1 16,0 0 0-16,0 0 2 15,0 0 0-15,0 0 2 16,0 0-1-16,0 0-1 0,0 0 1 16,0 0 0-16,5 15 1 15,-5-15-2-15,0 0 2 16,0 0-3-16,0 0-1 16,0 0-33-16,0 0-57 15,0 0-48-15,0-17-29 16,4 1-2-16,-8-8-5 15,4-5 0-15</inkml:trace>
  <inkml:trace contextRef="#ctx0" brushRef="#br1" timeOffset="171243.04">3655 8584 3 0,'-12'31'45'0,"-2"-5"-24"16,2-2-79-16,8 11 48 16,-3-7 10-16</inkml:trace>
  <inkml:trace contextRef="#ctx0" brushRef="#br1" timeOffset="171452.19">3318 10041 316 0,'-16'21'87'15,"-6"-19"-58"-15,8-14-144 16,14 12-5-16,-5-43-5 15,13 8 54-15</inkml:trace>
  <inkml:trace contextRef="#ctx0" brushRef="#br1" timeOffset="171895.49">3434 10502 574 0,'-27'10'137'0,"9"-3"-52"16,3-9-194-16,15 2-22 15,0 0-34-15,-7-22-1 16,17-7-3-16,-6-29 114 16</inkml:trace>
  <inkml:trace contextRef="#ctx0" brushRef="#br1" timeOffset="173355.53">23731 13870 307 0,'-13'-33'206'0,"13"13"-26"16,0 1-60-16,-2-2-16 15,2 21-16-15,2-30-70 16,-2 30-18-16,0 0 0 16,0 0 0-16,0 0 0 15,0 0-12-15,3 33-3 16,-6 4 0-16,-3 18-1 16,3 11 2-16,3 13 2 15,-4 8 10-15,1 10 1 0,-1-2-3 16,1-8 4-16,0-9-4 15,1-16 5-15,-2-12-5 16,1-14 8-16,3-10-2 16,0-26 3-16,0 19-3 15,0-19 0-15,7-20 4 16,-5-6-6-16,1-11 6 16,0-8-7-16,1-13 1 15,-1-10-4-15,4-10 9 16,-1-5-5-16,1 2 0 15,-1 5 5-15,3 5-4 16,2 8 2-16,-1 13-2 16,-1 12 1-16,-2 10-2 0,0 9 0 15,-7 19-2-15,5-17 0 16,-5 17 1-16,0 0 0 16,0 0 1-1,0 0 2-15,0 0 1 0,14 21 0 16,-2-1 1-16,2 10-1 15,5 10 1-15,3 10-2 16,4 10 1-16,7 10-4 16,-1 1 3-16,1 7-2 15,-7-4-4-15,3-3 5 16,-6-7-6-16,3-10 5 16,-11-11-6-16,-1-8 5 0,-5-9-9 15,-2-11 5-15,-7-15 5 16,0 0-57-16,0 0-32 15,-12-19-34-15,-2 0-11 16,-9-9-13 0,1 1 0-16,-8-6-5 0</inkml:trace>
  <inkml:trace contextRef="#ctx0" brushRef="#br1" timeOffset="173619.84">23589 14367 501 0,'0'0'165'0,"0"0"-13"0,0 0-64 16,31-14-31-16,-1 0-34 15,6-1-26-15,13-4 2 16,5-4 1 0,12 1 2-16,1-4-3 0,8 0 1 15,-4 2 1-15,-3 3 1 16,-9 4-3-16,-4 3-2 15,-16 5-7-15,-3 9-98 16,-17 10-55-16,-19-10-11 16,7 45-5-16,-21-15-1 15,2 17 13-15</inkml:trace>
  <inkml:trace contextRef="#ctx0" brushRef="#br1" timeOffset="174048.71">23796 15376 507 0,'0'0'181'16,"0"0"-7"-16,-4 19-90 15,4-19-82-15,11 16-2 16,-4 3 3-16,-4 7-2 16,6 9 2-16,1 8 0 0,-1 9 0 15,5 8 2-15,-2 6-1 16,-2 3 1-16,2 2-8 15,-1-3 3-15,-4-2-3 16,1-8 5-16,-4-6-3 16,3-7 2-16,-7-10-2 15,0-9 2-15,3-5-45 16,-3-21-61-16,0 0-43 16,0 0-16-16,-7-37-1 15,11 5-3-15,-8-13 2 16</inkml:trace>
  <inkml:trace contextRef="#ctx0" brushRef="#br1" timeOffset="174695.17">23848 15646 597 0,'-19'-17'173'15,"19"17"-3"-15,-4-19-105 16,4 2-59-16,7-6-5 15,-2-5-3-15,9-1-5 16,2 0 1-16,3-3 1 16,2 3 0-16,5 5 0 15,0 3 2-15,-4 9 3 16,1 7 0-16,0 8-1 16,-1 9-4-16,-3 6 1 0,0 9 4 15,-5 4 0-15,-2 6-2 16,-5 3 2-16,-7 1-1 15,-3 2 4 1,-4-3-1-16,-5 0 2 0,-2-5-6 16,-2-6 1-16,-3-1-2 15,0-6 1-15,2-1 0 16,1-5 1-16,16-16 0 16,-26 20 2-16,26-20 6 15,0 0 0-15,-16 2 1 16,16-2 0-16,0 0 0 15,9-21 1-15,-2 6-1 0,-7 15-4 16,30-31-4-16,-11 15 0 16,3-3 0-1,11 2 0-15,5 1 0 16,-1 2-1-16,8 7 1 0,0 4 1 16,0 5-1-16,0 6 0 15,-5 6 0-15,-2 5-4 16,-5 5-3-16,-7 2 3 15,-10 6-2-15,-2 2 1 16,-11 4-3-16,-10 4 5 16,-3 1-1-16,-12 0 3 15,-8 2 1-15,-5-1 2 16,-5-3-2-16,-1-6 1 0,-8-11 0 16,4-14-29-1,3-15-101-15,9-12-35 16,4-25-2-16,10-11-5 15,3-25-2-15</inkml:trace>
  <inkml:trace contextRef="#ctx0" brushRef="#br1" timeOffset="175120">24497 14585 522 0,'0'0'178'0,"0"0"-5"16,-14-10-81-16,14 10-89 15,0 0 0-15,0 0 5 16,14-17-7-16,-14 17 5 16,28-16-5-16,-7 6 7 15,-2-1-6-15,0-1 2 16,3 2-3-16,-3 3-3 16,-1 0-1-16,-18 7 0 15,22-11 1-15,-22 11 1 16,0 0-2-16,19-1 1 15,-19 1-4-15,0 0-95 0,0 0-57 16,0 0-14-16,16-12 0 16,-16 12-5-16,30-42 3 15</inkml:trace>
  <inkml:trace contextRef="#ctx0" brushRef="#br1" timeOffset="175783.47">25368 13813 511 0,'-19'0'168'0,"-7"-3"-13"16,0-2-110-16,11 3-11 15,-3 0-17-15,18 2-16 16,-26 5 0-16,26-5 0 16,-22 25 1-16,6-3 1 15,6 11-1-15,-6 10 0 16,0 14 0-16,2 13 2 16,2 7-4-16,2 8-1 15,6 2 5-15,1-4-3 16,10-5 4-16,0-5-5 0,8-13 6 15,5-10-6-15,0-10 5 16,6-10-2-16,2-10-3 16,5-4 0-1,0-7-1-15,2-6 0 0,1-6-1 16,2-6 1-16,2-5-1 16,-1-5 1-16,-1-3 1 15,-2-4-1-15,-3-6 1 16,2-6 5-16,-6-3-7 15,-3-6 5-15,-3 0-4 16,-7-5 5-16,1 0-4 16,-8-3 3-16,1-4-4 15,-6 6-1-15,-8-1 6 0,-3 4-4 16,-5 1 1-16,-2 2-2 16,-5 8 1-16,-7 2-1 15,-9 10-1-15,-1 4-2 16,-9 8 0-16,-4 4 1 15,0 8 0-15,-6 6 0 16,3 4 2-16,3 3-1 16,4 1 1-16,3 3 0 15,10 5-71-15,2 3-53 16,7 1-36-16,15 11-6 16,-3 3-2-16,11 11-2 15</inkml:trace>
  <inkml:trace contextRef="#ctx0" brushRef="#br1" timeOffset="176186.76">24808 15617 576 0,'-16'9'182'0,"16"-9"-2"16,-7 19-116-16,7-19-59 15,23 5 1-15,-1-5-1 16,8-2 0-16,8 0-5 0,5-3 0 15,2 2 0-15,4-4 0 16,-4 0 0-16,-3-2 0 16,-9 2 0-16,-2 0 0 15,-7 2 0-15,-8 0 0 16,-16 5 0-16,19-12 0 16,-19 12-48-16,14-19-85 15,-9 0-38-15,9 1-8 16,-2-8 2-16,6 4-9 15</inkml:trace>
  <inkml:trace contextRef="#ctx0" brushRef="#br1" timeOffset="176971.39">25835 15641 556 0,'-3'16'180'16,"3"-16"-3"-16,-12-16-67 16,12-5-110-16,-7-6 0 15,3-6 0-15,-3-9 0 16,2-3 0-16,2-1 0 16,-1-1 0-16,4 4 0 15,0 4 0-15,4 10 0 16,-4 3 0-16,0 26 0 0,0-22 0 15,0 22-8-15,0 0-1 16,0 0 1-16,-4 15-1 16,4 2 3-16,4 6 5 15,1 6 2-15,5 6 1 16,-3 8 1-16,5 7 3 16,-1 4-3-16,4 3 3 15,-4 4-2-15,4-1 2 16,-4-1-5-16,1-2 5 15,-2-3-4-15,3-4-1 16,-7-3-1-16,1-7 0 16,-3-7 0-16,-4-7 0 0,0-4 0 15,0-5 0-15,0-17 0 16,-4 21 0-16,4-21 0 16,0 0 0-1,0 0 0-15,0 0 0 0,-22 0 0 16,22 0 0-16,-23-5 0 15,6 5 0-15,-2 0 0 16,-7 0 0-16,0 5 0 16,-4 0 0-16,2 2 0 15,2 2 0-15,0 0 0 16,4-2 0-16,4-1 0 16,18-6 0-16,-15 6-1 15,15-6 1-15,0 0 1 0,0 0-1 16,22-18 0-16,-2 8 0 15,6 0 0-15,3-4 0 16,8-2 0 0,4-1 0-16,11-2 0 0,0 3 0 15,9-3 0-15,-2 4 0 16,-2-1 0-16,-5 6 0 16,-6 1 0-16,-6 4 0 15,-11 0 0-15,-6 1 0 16,-8 4-60-16,-15 0-107 15,16-17-5-15,-9-2-3 16,-14-16-5-16,7-6-3 16</inkml:trace>
  <inkml:trace contextRef="#ctx0" brushRef="#br1" timeOffset="195403.57">4023 19349 56 0,'-21'10'32'0,"21"-10"2"0,-23 12 5 15,23-12-4-15,-22 16 10 16,22-16 3-16,-26 16 8 16,26-16-6-16,-19 13 0 15,19-13-4-15,0 0 7 16,-19 16 5-16,19-16 1 15,0 0-6-15,0 0 1 16,0 0-3-16,0 0-3 16,0 0 0-16,0 0-8 15,0 0-11-15,0 0-7 16,29-2-5-16,-6 1-17 16,3-6 0-16,8 0 0 15,3 0 0-15,5-2 0 0,-1 0 0 16,3-1 0-16,-3 3 0 15,-3-2 0-15,-1 3 0 16,-2 4 0 0,-9 0 0-16,-4 9-43 0,-22-7-82 15,26 17-47-15,-22 4-3 16,-8 3-3-16,-4 9-2 16,-10 2 31-16</inkml:trace>
  <inkml:trace contextRef="#ctx0" brushRef="#br1" timeOffset="196168.12">3743 20704 78 0,'-26'-15'112'16,"26"15"-5"-16,-19-9-3 16,19 9 11-16,-17-7-7 15,17 7-7-15,0 0-9 16,-16-7-14-16,16 7-11 15,0 0-21-15,0 0-31 16,0 0-15-16,0 0 0 16,0 0 0-16,0 0 0 15,0 0 0-15,0 0 0 16,0 0 0-16,0 0 0 16,0 0 0-16,0 0 0 0,0 0 0 15,0 0 0-15,0 0 0 16,0 0 0-16,0 0 0 15,19-7 0-15,-19 7 0 16,26 2 0-16,0-2 0 16,0-2 0-16,11 1 0 15,8-3 0-15,4-3 0 16,6-3 0-16,2-2 0 16,2-2 0-16,-1 0 0 15,-3 0 0-15,1-1 0 16,-11-1 0-16,0 4 0 15,-12 3 0-15,-7 1 0 16,-3 2 0-16,-23 6 0 0,22-5 0 16,-22 5 0-16,0 0 0 15,0 0-36-15,0 0-89 16,0 0-45-16,23 16-6 16,-23-16-4-16,15-12 0 15,-4-7 25-15</inkml:trace>
  <inkml:trace contextRef="#ctx0" brushRef="#br1" timeOffset="197182.84">7260 19541 194 0,'0'0'172'0,"0"0"-33"16,0 0-27-16,0 0-10 15,0 0-1-15,0 0-11 16,0 0-15-16,0 0-37 16,0 0-38-16,0 0 0 15,0 0 0-15,21-12 0 16,-2 3 0-16,7 1 0 15,4-1 0-15,4-3 0 0,3-2 0 16,8-2 0-16,0 1 0 16,0-2 0-16,0 3 0 15,-1-2 0-15,-3 2 0 16,-6-1 0-16,5 8-108 16,-11 5-42-16,-9 2-31 15,-1 9-1-15,-19-9-6 16,19 26-3-16</inkml:trace>
  <inkml:trace contextRef="#ctx0" brushRef="#br1" timeOffset="197800.37">7125 20753 229 0,'0'0'118'16,"0"0"7"-16,0 0-5 16,0 0-6-16,0 0-14 15,0 0-16-15,7-18-18 16,-7 18-19-16,31-17-27 0,-2 5-20 16,4-7 0-16,9 0 0 15,3-2 0 1,11-1 0-16,3-3 0 15,2 3 0-15,-2-1 0 0,-2 1 0 16,2 3 0-16,-7 2 0 16,-3 1 0-16,-4 4 0 15,-9 1 0-15,-10-1-26 16,5 11-87-16,-13-5-27 16,1 3-28-16,-4 1-11 15,-15 2-7-15,26-14 2 16</inkml:trace>
  <inkml:trace contextRef="#ctx0" brushRef="#br1" timeOffset="198776.07">10921 19475 410 0,'-16'-1'140'0,"16"1"-6"16,0 0-13-16,0 0-12 16,0 0-19-16,4-18-71 15,15 6-19 1,4-5 0-16,6-2 0 0,9-4 0 15,11-4 0-15,3-1 0 16,3-2 0-16,3 3 0 16,-3 1-7-16,1 8-119 15,-8 6-34-15,-9 7-16 16,-6 14-3-16,-14 6-7 16,-2 17 2-16</inkml:trace>
  <inkml:trace contextRef="#ctx0" brushRef="#br1" timeOffset="199127.31">10668 20548 239 0,'0'0'189'0,"-20"11"0"16,20-11-80-16,0 0-30 15,37-33 0-15,1 21-6 16,2-12-24-16,14 5-32 16,5-7-17-16,0 1 0 15,9 1 0-15,-1-2 0 16,-4 4 0-16,-9-1 0 0,-6 4 0 15,-4 0 0-15,-6 5-41 16,-9-5-83-16,1-3-41 16,-4-1-17-16,-4-8-1 15,10-4-8-15,-3-16 55 16</inkml:trace>
  <inkml:trace contextRef="#ctx0" brushRef="#br1" timeOffset="200803.51">29665 18142 134 0,'0'0'52'16,"0"0"1"-16,0 0-3 0,0 0 1 15,0 0-3-15,0 0-1 16,0 0 1-16,0 0 7 15,0 0 2-15,0 0 3 16,0 0-3-16,0 0 0 16,0 0-3-16,0 0-1 15,0 0-5-15,0 0-9 16,0 0-9-16,0 0-7 16,0 0-16-16,0 0-7 15,0 0 0-15,15 4 0 16,-15-4 0-16,0 0 0 15,0 0 0-15,0 0 0 16,0 0 0-16,0 0 0 0,0 0-2 16,0 0-4-16,0 0 2 15,0 0 1-15,0 0 1 16,23-9 2-16,-23 9 2 16,17 2 5-16,-17-2-2 15,19 0-2-15,-19 0-3 16,23 3 0-16,-23-3 0 15,15 4 0-15,-15-4 0 16,0 0 0-16,0 0 0 16,18 5 0-16,-18-5 0 15,0 0 0-15,0 0 0 16,0 0-22-16,0 0-76 16,0 0-43-16,0 0-33 0,-18 17-6 15,3-13 0-15,-8 6-23 16</inkml:trace>
  <inkml:trace contextRef="#ctx0" brushRef="#br1" timeOffset="-209253.65">20645 19065 214 0,'-17'-7'133'0,"17"7"7"15,-19-15-5-15,19 15-14 16,-16-25-7-16,6 6-19 15,10 19-24-15,-12-33-71 16,8 16 0-16,4 1 0 16,0 16 0-16,-3-25 0 15,3 25 0-15,0 0 0 16,0-16 0-16,0 16 0 0,0 0 0 16,0 0 0-16,3 17-4 15,1 1-4 1,-1 6 3-16,2 9 3 15,2 8 4-15,-3 8-2 0,3 6 2 16,1 6-5-16,-1 1 0 16,0-7 1-16,-3-1-2 15,4-11 2-15,-4-5-4 16,3-10 3-16,-4-5-4 16,-3-23 4-16,16 15 0 15,-16-15 1-15,22-17-1 16,-6-4 0-16,1-8 7 0,6-6-4 15,3-7 4-15,0-4-3 16,5-4 1 0,-5 1-1-16,0 2 2 15,-3 6-3-15,-2 4-2 0,-2 10 2 16,-4 3-2-16,-4 8 3 16,-11 16-1-16,19-5 1 15,-19 5 1-15,22 26 0 16,-11-4 0-16,1 6-1 15,4 3 1-15,1 2-3 16,2 0 1-16,-3-2-2 16,1-3 2-16,-1-6-2 15,-1-4 1-15,3-5-2 16,-18-13 2-16,22 16-1 16,-22-16 2-16,19 3-1 15,-19-3 0-15,16-8 1 16,-16 8 0-16,17-18 1 0,-17 18-1 15,12-31 2-15,-1 7-2 16,-6-7 2-16,2-5-3 16,-3-9 3-16,-1-4-4 15,-3-6 3-15,0-6-2 16,-3 2 2-16,-1 6-2 16,1 4 2-16,-1 8-3 15,-1 11 4-15,1 6 0 16,4 8 1-16,0 16 1 15,0 0-2-15,0 0-92 16,0 0-79-16,9 16-4 16,-9-16-5-16,30-7-3 15,-17-12-7-15</inkml:trace>
  <inkml:trace contextRef="#ctx0" brushRef="#br1" timeOffset="-207595.48">22171 18819 198 0,'-5'-15'95'0,"5"15"25"15,-4-16-9-15,4 16-11 16,0-17-10-16,0 17-6 15,-7-18-12-15,7 18-15 16,-3-22-24-16,3 22-31 16,-4-19 1-16,4 19-2 15,0-17 1-15,0 17-1 16,-3-16 0-16,3 16 1 16,0 0-1-16,0 0 2 15,0 0-1-15,0 0 1 0,0 0-2 16,0 0 1-16,0 0-1 15,0 0 0-15,0 0-1 16,0 0-2-16,0 0 1 16,0 0 0-1,0 0 0-15,0 0 1 0,0 0 0 16,0 0-1-16,0 0 1 16,0 0 1-16,0 0-3 15,-5 16 1-15,5-16 0 16,0 0-1-16,0 0 0 15,0 0 0-15,8 15 1 16,-8-15 0-16,0 0 2 16,0 0-1-16,0 0 0 0,11 19 0 15,-11-19 1-15,10 31-1 16,-5-10 2 0,6 5-2-16,-1 4 1 15,2-1-3-15,-1 0 3 0,4-1-2 16,-2-4 0-16,0-3-3 15,0-4 2-15,-13-17-2 16,29 21 1-16,-29-21 1 16,30 0 0-16,-15-5 1 15,6-5 0-15,-5-4 2 16,3-5-2-16,3-4 2 16,-3 1 0-16,-1-4 0 15,-3-4-2-15,-4-3 1 16,-2 1-1-16,-3-1 1 15,1 0-2-15,-3 0 2 16,-2 3-1-16,-2 1 1 16,0 7-1-16,0 2 1 0,0 5 0 15,0 15 0-15,-2-21 1 16,2 21 0-16,0 0-1 16,0 0-1-16,0 0 2 15,0 0-1-15,0 0 0 16,0 0 0-16,0 0-1 15,0 0 1-15,0 0 0 16,0 0 0-16,0 0 1 16,0 0-1-16,0 0 0 15,0 0 1-15,0 0-1 16,0 0 1-16,0 0 0 16,0 0 0-16,0 0 0 15,0 0 0-15,0 0 0 0,0 0-1 16,0 0 1-16,0 0-1 15,0 0 1-15,0 0-2 16,0 0 2-16,0 0-1 16,0 0 1-16,0 0 1 15,0 0-1-15,0 0 0 16,0 0 1-16,0 0-1 16,0 0 2-16,-7 19-2 15,7-19 1-15,7 35-2 16,-5-9 1-16,5 3 0 15,-4 6 0-15,4-1-2 16,-2 6 2-16,2 4-1 16,-3-3 1-16,3 4-1 0,-4 0 2 15,-3 0-1-15,4 0 1 16,-4 2-1-16,0-4 0 16,-4-3-1-1,1 0 2-15,-1 0-2 0,1-2-4 16,3-2 4-16,-4 0-4 15,1 1 5-15,-3-1-4 16,3-1 3-16,-4-2-2 16,4-4 4-16,-4-3 0 15,-2-2 0-15,2-5 1 16,0-3-1-16,7-16 1 16,-16 21-2-16,16-21 0 15,-15 10 0-15,15-10-2 0,-21 2 0 16,21-2-1-16,-24-9 0 15,6 2 0-15,3-2 1 16,-1-1-1-16,-1-2 1 16,-2 0-2-16,19 12-98 15,-23-23-63-15,9 4-11 16,14 0-3-16,-5-12-5 16,10 0 8-16</inkml:trace>
  <inkml:trace contextRef="#ctx0" brushRef="#br1" timeOffset="-206339.58">23216 18248 279 0,'-14'-26'181'0,"14"26"-23"16,-9-17-41-16,9 17-22 16,0 0-11-16,-19-14-22 15,19 14-32-15,0 0-25 16,-3 19-3-16,3-2-3 15,0 11 2-15,0 10-3 16,3 10-1-16,-1 13 0 16,5 10-1-16,-4 10 0 15,4 6 2-15,0 6 0 16,-1 3 0-16,0-1 1 16,-2 0 3-16,3 4-3 0,-2-2-2 15,-5 1 2-15,4 3-3 16,-4 3 3-16,3 1-3 15,-6 6 2-15,3 0 0 16,0-1 0-16,-4 1-1 16,4 0 1-16,0-2 0 15,4 0 0-15,-4 0 0 16,3 2 0-16,0 2 0 16,1-1-1-16,-1 1 3 15,6 1-1-15,-2 0-3 16,-3 0 3-16,4-1-1 15,-1-1-1-15,4 1-1 16,-8-2 3-16,6 3-2 0,-6 0 2 16,1-3-1-16,-1 3 1 15,-3 0-2-15,4 2 2 16,-4 2 0-16,0 0 0 16,0-1 0-16,0 8 1 15,0 1-3-15,0-1 4 16,0-4-4-16,0 0 2 15,0-6-1-15,0-3 2 16,3-6-2-16,-3-11 0 16,4-3 2-16,-3-6-4 15,-1 3 4-15,4-10-1 16,-4 3-1-16,3-1 0 16,-3 2 1-16,0-5 10 0,0 3 7 15,0-5-8-15,0-5 6 16,4-3-4-16,-1-1 5 15,-3-67-6 1,12 135 5-16,-12-135-5 0,14 123-4 16,-14-123 7-16,19 121-12 15,-19-121 0-15,19 118 0 16,-19-118 0-16,19 99-1 16,-19-99-4-16,21 111-15 15,-21-111 14-15,19 107-1 16,-19-107-1-16,19 100 10 15,-19-100-4-15,20 99 8 16,-20-99-9-16,13 87 15 0,-13-87-13 16,0 0 2-16,13 93-2 15,-13-93 12 1,0 0-12-16,0 0-3 16,0 0 4-16,0 0-9 0,0 0 10 15,0 0-1-15,0 0 0 16,7 73 1-16,-7-73 3 15,0 0-4-15,0 0-1 16,0 0 10-16,0 0-11 16,0 0-1-16,0 0 9 15,0 0-19-15,0 0-120 16,0 0-19-16,0 0-9 0,-53-101-4 16,17 6 4-1</inkml:trace>
  <inkml:trace contextRef="#ctx0" brushRef="#br1" timeOffset="-204440.23">20418 19567 233 0,'0'0'107'0,"0"0"14"16,0 0-11-16,0 0-13 15,0 0-13-15,0 0-14 0,0 0-12 16,0 0-15-16,0 0-24 16,0 0-17-16,0 0-2 15,0 0 1-15,0 0-1 16,0 0-1-16,0 0 0 16,0 0 0-16,0 0 0 15,0 0-1-15,0 0 1 16,0 0-1-16,0 0 2 15,0 0-1-15,0 0 0 16,15-2 1-16,-15 2 0 16,26-5 1-16,-3 2-1 15,3-3-1-15,10 3 0 0,6-2 0 16,7 0 0-16,10-2 0 16,5 1-1-16,7 0 2 15,7-1-2 1,4 0 2-16,5-2-1 15,6 0 2-15,5 1-2 0,-5-3 0 16,6 1 0-16,0 0 0 16,2-4 0-16,0 2 0 15,-1-4-1-15,-3 0-1 16,4-1 8-16,0 3-6 16,-1 0 5-16,-2 1-5 15,-5 2 5-15,1 1-4 16,-9 3 7-16,-1 2-6 0,-10 0-2 15,-8-1 3 1,-5 3-1-16,-9-1-2 16,-7 3 2-16,-12-1-1 15,-7 0 0-15,-7 2 1 0,-19 0 0 16,23 2 0-16,-23-2 1 16,0 0 1-16,0 0 0 15,0 0-1-15,0 0 2 16,0 0-3-16,0 0 1 15,0 0-1-15,0 0-1 16,0 0 0-16,0 0 0 16,0 0-1-16,0 0-1 15,0 0 2-15,0 0-1 16,0 0 1-16,0 0-1 16,0 0 2-16,0 0-1 15,0 0 0-15,0 0 0 16,0 0 0-16,0 0 1 0,0 0-1 15,0 0 0-15,0 0 0 16,0 0 0-16,0 0 0 16,0 0-1-16,0 0 1 15,0 0-1-15,0 0 0 16,0 0 0-16,0 0-1 16,0 0 1-16,0 0-1 15,0 0 2-15,0 0-1 16,0 0 1-16,0 0 0 0,0 0 0 15,0 0 0 1,0 0-1-16,0 0 1 16,0 0-1-16,0 0 1 15,0 0-1-15,0 0 0 0,0 0 1 16,0 0-1-16,0 0 1 16,0 0 1-16,0 0-2 15,0 0 1-15,0 0 0 16,0 0 0-16,0 0 0 15,0 0 0-15,0 0 0 16,0 0-1-16,0 0 2 16,0 0-1-16,0 0 1 15,0 0-1-15,0 0 0 16,0 0 0-16,0 0 0 16,0 0-1-16,0 0 1 15,0 0 0-15,0 0-2 16,0 0 2-16,0 0 0 0,0 0 0 15,0 0 0-15,0 0 0 16,0 0 0-16,0 0 1 16,14 9 0-1,-14-9 0-15,0 0 2 0,0 0-1 16,0 0-2-16,0 0-57 16,8 15-73-16,-8-15-36 15,0 0-1-15,-15-7 2 16,15 7-8-16</inkml:trace>
  <inkml:trace contextRef="#ctx0" brushRef="#br1" timeOffset="-199693.86">21083 19924 350 0,'3'-18'150'0,"-6"-6"-8"16,3 24-8-16,0-33-18 15,0 33-19-15,0-21-63 16,0 21-34-16,0 0 0 16,0 0 0-16,0 0 0 15,-16 11 0-15,9 6 0 16,-7 2 0-16,5 11 0 0,-8-1 0 15,5 9 0-15,-2 4 0 16,2 3 0 0,1 0 0-16,6 5 0 0,2-3-20 15,6-1 7-15,2-1-1 16,9-3 6-16,-1-6-3 16,9-3 4-16,-1-5-3 15,7-6 6-15,-2-6 1 16,7-4 0-16,0-7 3 15,-2-5 0-15,2-5 0 16,0-9 1-16,-2-7 0 16,-1-8 0-16,-1-4 6 15,-6-7-5-15,-1-5 4 0,-8-7-6 16,-9-5 5-16,-1-3-4 16,-8-3 3-16,-8 4-2 15,-7 1-5 1,-3 2 4-16,-4 8 1 0,-4 6 4 15,4 13-2-15,-7 8 2 16,2 9 0-16,-6 8-2 16,4 8 1-16,-1 5-1 15,4 4-3-15,4 3-2 16,4-2-33-16,8 10-67 16,5-3-33-16,12 0-22 15,10-2-17-15,9-6-5 0,15 1-3 16</inkml:trace>
  <inkml:trace contextRef="#ctx0" brushRef="#br1" timeOffset="-199093.44">22220 19801 242 0,'6'-19'177'0,"-6"19"-34"0,-3-23-33 15,3 23-22 1,-5-21-9-16,5 21-13 16,0 0-27-16,0 0-30 15,-18-13 1-15,18 13-1 0,0 0-1 16,-15 6-1-16,15-6-1 15,-14 18-2-15,5-1-2 16,-1 7 0-16,1 11-4 16,-1 6 2-16,3 10-1 15,-2 6 0-15,6 0-1 16,3 4 1-16,3-3-5 16,2-4-2-16,6-7 1 15,-1-7-4-15,9-9 4 16,4-5-4-16,-1-7 4 15,8-7-3-15,5-9 7 16,1-8 1-16,2-7 1 16,2-5 6-16,2-8-3 0,0-2 4 15,1-6-4-15,-5-5 4 16,-5-2-3-16,-2-5 2 16,-8-3-3-16,-6-4-3 15,-12-4 2-15,-5 1-2 16,-8 1 6-16,-6 2-2 15,-12 4 4-15,-5 10 0 16,-6 7 2-16,-5 11-3 16,-3 12 0-16,-10 6-46 15,-1 14-76-15,-1 12-47 16,-9 6-17-16,9 10-5 16,-6-1 0-16,8 10 61 15</inkml:trace>
  <inkml:trace contextRef="#ctx0" brushRef="#br1" timeOffset="-197307.16">21852 20962 70 0,'-14'-21'145'0,"2"6"-16"15,12 15-1-15,-21-31-5 16,21 31-1-16,-23-26-8 15,23 26-9-15,-22-19-20 16,22 19-83-16,-26-14-2 16,26 14 0-16,-32-16 0 15,15 11 0-15,-6-2 0 16,1 2 0-16,-4 1 0 16,-4 4 0-16,2 2 0 0,-5 3 0 15,0 6 0-15,4 3 0 16,-2-1 0-16,-2 8 0 15,3 3 0-15,1 2 0 16,1 9 0-16,2 0 0 16,5 5 0-16,5-1 0 15,4 8-9-15,2 2-8 16,10-1 6-16,7 0 0 16,5-3 10-16,5-1-1 15,6-6 4-15,5-4-6 16,5-6 5-16,3-7-5 15,2-7 3-15,7-6-1 16,-5-8 0-16,2-5-1 0,3-7-1 16,-3-7-1-16,-2-3 2 15,-2-11-2-15,-2-2 4 16,-4-3 5 0,-3-4-6-16,-6-4 7 0,-6-5-2 15,-8 0 3-15,-6-3 0 16,-6 0 2-16,-9 4-5 15,-7 3-3-15,-2 6 2 16,-5 6-3-16,-2 7 0 16,-2 11-1-16,1 8-1 15,-1 6 1-15,4 8-1 16,0 0 2-16,4 11-22 0,6-6-81 16,13 8-43-16,10-3-29 15,8-6-3-15,18-4-3 16,5-10 31-1</inkml:trace>
  <inkml:trace contextRef="#ctx0" brushRef="#br1" timeOffset="-197032.97">22502 20581 587 0,'20'14'184'0,"-20"-14"-48"0,-9 28-98 16,5-6-34 0,1 11-2-16,-4 4 1 15,0 9-2-15,2 6 2 16,-2 4-3-16,0 1 1 0,0 0-3 16,2 2 2-16,1 1-1 15,-3 1-5-15,0 3-77 16,-5 2-76-16,-7 3-22 15,-3 7-4-15,-15-1-1 16,1 1 31-16</inkml:trace>
  <inkml:trace contextRef="#ctx0" brushRef="#br1" timeOffset="-196622.68">21543 22153 395 0,'-26'-31'190'15,"26"31"-18"-15,-16-24-65 16,16 24-51-16,-23-18-29 15,23 18-27-15,-17 13 0 16,8 11 1-16,-1 12-6 16,1 13 5-16,2 13-3 15,0 12 4-15,4 9-4 16,-1 9 5-16,3 0-5 0,1-4 1 16,1-8 3-16,3-9-1 15,3-14 2-15,3-14-1 16,2-13 0-16,4-15-2 15,5-17-25-15,10-8-79 16,2-23-47-16,5-14-25 16,18-6-5-16,-1-15-3 15,13-3 74-15</inkml:trace>
  <inkml:trace contextRef="#ctx0" brushRef="#br1" timeOffset="-196197.38">22529 22089 420 0,'15'2'185'15,"-15"-2"-4"1,-3 22-68-16,3-22-77 0,-23 30-37 16,11-4 3-16,-2 5-5 15,5 9 6-15,-1 5-6 16,3 5 6-16,5 2-5 15,2 5 6-15,6-3-3 16,7 1 1-16,3-8 2 16,3-6-4-16,7-6 1 15,4-7-2-15,-1-9 0 0,4-9-3 16,-2-10 1-16,6-10 1 16,-2-9 0-16,-6-7 1 15,1-7 1-15,-8-11 1 16,-6-1 1-1,-2-8 1-15,-14-4 0 0,-7 0-2 16,-12 1 6-16,-4 4-6 16,-13 9 4-16,-6 8-5 15,-14 8 4-15,-8 16-7 16,-7 13-89-16,0 19-57 16,-4 15-35-16,-3 9 1 15,3 17-6-15,-3 6 31 16</inkml:trace>
  <inkml:trace contextRef="#ctx0" brushRef="#br1" timeOffset="-195793.09">21426 23673 500 0,'-14'28'187'0,"14"-28"-9"15,0 0-109-15,0 0-63 0,0 0 1 16,0 0-2 0,0 0-4-16,0 0 3 15,-5 20-2-15,10 10-1 16,2 3-1-16,0 10 1 0,2 4-5 15,5 6 4-15,-4 4-2 16,2 2-1-16,-1-5 1 16,-3-2 0-16,3-11 2 15,-2-1-1-15,1-12 2 16,0-6-3-16,-1-6-1 16,-9-16-1-16,26 24-25 15,-26-24-69-15,37-5-47 16,-11-9-35-16,0-5-2 15,8-7 1-15,3-12 58 16</inkml:trace>
  <inkml:trace contextRef="#ctx0" brushRef="#br1" timeOffset="-195422.82">22558 23261 477 0,'16'-19'193'16,"-16"19"-3"-16,0 0-119 16,0 0-62-16,7 31-10 15,-4-7 10-15,1 16-9 16,1 10 6-16,2 14-13 0,5 16 5 15,2 13-3-15,1 10 2 16,3 6 4-16,1 3-4 16,-4 1 2-1,8-13-1-15,-6-8 1 0,-1-16 1 16,0-9 2-16,-3-18-1 16,0-14-2-16,-3-9-87 15,-10-26-80-15,4-16-12 16,-4-13-10-16,-11-20 2 15,8-18 70-15</inkml:trace>
  <inkml:trace contextRef="#ctx0" brushRef="#br1" timeOffset="-191307.9">23695 18246 193 0,'-3'-17'125'16,"3"17"6"-16,-6-17-3 15,6 17-8-15,0 0-6 0,-3-21-24 16,3 21-19-16,0 0-26 16,0 0-39-16,22-5-15 15,-22 5-5-15,20 5-2 16,-20-5 1-16,32 19 7 16,-9-2 6-16,0 9-3 15,3 7-2-15,0 3 3 16,3 6-1-16,-1 1 1 15,1-1 0-15,-6-2 0 16,0-2-2-16,-3-7 4 16,-4-5 1-16,0-4-1 15,-9-3 1-15,3-3 0 0,-10-16 0 16,9 21 1-16,-9-21-1 16,0 0 1-16,0 0 0 15,0 0 0-15,0 0 1 16,0 0 2-1,0 0 0-15,0 0 0 0,14-12-1 16,-9-4 1-16,-2-3-1 16,4-9 1-16,0-5-1 15,2-10-2-15,1-2 4 16,6-5 0-16,-2-2 0 16,1 0-2-16,1 2 1 15,1 5-1-15,-1 3 1 16,-2 8-1-16,2 4-4 0,-6 8 0 15,-1 3-1-15,-9 19 0 16,7-21 0 0,-7 21-1-16,0 0 1 15,0 0 2-15,0 0-1 0,0 0 0 16,0 0 3-16,-20 22-1 16,10-4 1-16,0 6 1 15,1 7-1-15,-5 12-4 16,2 9 1-16,2 7-1 15,-3 4-1-15,-1 6 2 16,2 7 0-16,-3 2-1 16,1 1 2-16,2-2 1 15,-2-1 2-15,-2-5-2 0,6-2 1 16,-2-7-2 0,1-8 3-16,4-7-4 15,-1-9 1-15,4-11 0 16,-3-6 1-16,7-21-1 0,-3 21 3 15,3-21-2-15,0 0 0 16,0 0 1-16,0 0 0 16,0 0 0-16,0 0 1 15,0 0 0-15,0 0-1 16,0 0-1-16,0 0-1 16,0 0-80-16,0 0-60 15,0 0-23-15,0 0-14 16,0 0-10-16,-6-17 16 15</inkml:trace>
  <inkml:trace contextRef="#ctx0" brushRef="#br1" timeOffset="-188665.02">23284 19240 154 0,'-16'7'80'0,"16"-7"27"16,0 0 6-16,0 0-9 0,0 0-7 15,0 0-14-15,0 0-10 16,0 0-16-16,0 0-18 16,16 3-35-16,-16-3-6 15,33 0 0-15,-7-1 1 16,5 1 0-16,9 0 1 15,5 0 0-15,4-2 0 16,10 2 2-16,5-2 0 0,3-1-1 16,5 1 0-1,6-2 2-15,7-1-2 16,5-2 2-16,11 0-3 16,-1 0 1-16,6-1-1 15,9 1 2-15,5-2 0 0,3 1-1 16,4 1 0-16,1 0 1 15,2 2 0-15,4-2 1 16,1 0-1-16,-1 1 0 16,1 0 0-16,2 0 0 15,-1 3 0-15,3-4 0 16,-2 0 0-16,2 0 0 16,7 0 0-16,-4-1-1 15,2-3 0-15,4 2 0 16,-1-1 0-16,-1 0 0 15,0 1 0-15,-7-1 0 16,-4 1 0-16,-5 0-1 0,-7 2 1 16,-12 1 0-16,-8 0 0 15,-15 1-1-15,-9 2 1 16,-12-1 0-16,-11 2-1 16,-15 2 1-16,-6 0-1 15,-9 0 0-15,-8 0 2 16,-18 0 1-16,15 2-1 15,-15-2 1-15,0 0 1 16,0 0 0-16,0 0-1 16,0 0-1-16,0 0-2 15,0 0 0-15,0 0-2 16,0 0 0-16,0 0-1 16,0 0 2-16,0 0 1 0,0 0 1 15,0 0-106-15,0 0-74 16,-29-22-14-16,-29-18-5 15,-20-3-3-15,-59-28 98 16</inkml:trace>
  <inkml:trace contextRef="#ctx0" brushRef="#br1" timeOffset="-179412.45">11235 14042 313 0,'0'-56'199'16,"0"3"-37"-16,-3 1-84 15,-13-5-8-15,4 1-1 16,-14-4-11-16,-4 6-27 15,-11-3-27-15,-15 1-3 16,-6-1 1-16,-9 0 0 16,-9 0 2-16,-5-2-2 15,-9-5 2-15,-7 0-5 0,-3-3 2 16,-5-1-2-16,-11 1 4 16,-7 4-2-16,-6 6 1 15,-6 9-1 1,-7 8 1-16,0 9-2 0,-3 10 1 15,0 5-1-15,3 8 1 16,3 6-4-16,10 4 3 16,1 5 1-16,5 1-1 15,4 6 0-15,5 5-2 16,8 2 1-16,10 5-2 16,3 7 1-16,10 1-1 15,9 1-1-15,6 5-1 0,7 1 1 16,4 4 0-16,9 4 2 15,3 1-1 1,0 4 2-16,1 1-1 16,-1 6 3-16,-3 5-7 15,0 1 4-15,-3 2-3 0,-10 2 1 16,-2 4-2-16,-5 1 1 16,-6 0-1-16,0 2 2 15,-7 0 3-15,5-2 1 16,-1 0-2-16,3 0 4 15,0 0 1-15,6 1-3 16,5 1 3-16,-1-1-4 16,5 0 3-16,3 2-3 15,1 3 3-15,5 2-4 16,-2 3 1-16,8-1 2 16,3 3-3-16,1-4 3 15,6 5 1-15,5-2 3 0,4 2-2 16,6 2 1-16,0 1-2 15,4 2 2-15,4 6-2 16,4 3 3-16,3 1-7 16,1 4-1-16,3 4 3 15,1-1-2-15,3 6 3 16,3 1-2-16,4 4 3 16,-2 2-3-16,2 5 3 15,0 0 2-15,2 3-2 16,1 2 1-16,-3 2-2 15,0-2 2-15,-2-2-3 16,2-7 4-16,-3-1-6 16,3-7 0-16,-7-6 0 0,1-5 1 15,3-3 0-15,-1-3 1 16,-3-1-1-16,4 2-1 16,-1-1 3-16,1 1 4 15,3 3-2-15,-2 1-1 16,2-1 1-16,3 3-2 15,-1-1 2-15,1 4-1 16,6-2 1-16,-2 0-3 16,5-5-1-16,0 1 4 15,7-4-3-15,0-2-1 16,4-6 1-16,1-3-1 16,5-5 0-16,1 0 1 15,1-1 0-15,0 0-1 0,9-3 0 16,-2 0 2-16,4 2-1 15,5-1-4-15,1-1 4 16,8-3-3-16,1-2 2 16,11 0-1-16,-1 0 5 15,11-3-5-15,6-5 4 16,-1-1 2-16,14-1-2 16,0-5 3-16,5-6-3 15,6-7 2-15,1-6-2 16,1-7 3-16,6-6-2 15,0-3 2-15,0-5-3 16,8-4 3-16,-3-1-2 16,6-6-3-16,1-3 0 0,2 0 0 15,2-4 0-15,3-1 0 16,-4-7 0-16,0-2 0 16,1-3 0-16,-5-1 0 15,-4-4 0-15,-7-4 0 16,-3-4 0-16,-7-5 0 15,-5-1 0-15,-4-6 0 16,-5-5 0-16,-4-1 0 16,-5-4 0-16,1-4 0 15,-3-2 0-15,-4-3 0 16,1-3 0-16,-7 0 0 16,-4-4 0-16,-3-3 0 15,-6-2 0-15,-3-1 0 0,-5-4 0 16,-8-2 0-16,0-5 0 15,-4-3 0-15,-5-2 0 16,1-4 0 0,-4 1 0-16,-6-1 0 0,2-1 0 15,-3 1 0-15,-1 1 0 16,-1-1 0-16,-2-1 0 16,0 1 0-16,-3 1 0 15,3-4 0-15,0 5 0 16,0 2 0-16,3 1 0 15,-6 5 0-15,3 0 0 16,0 3 0-16,-7 0 0 0,0-3 0 16,-5 1 0-16,-2-2 0 15,-2-7 0 1,-1-1 0-16,2-2 0 16,-5-2 0-16,3 0 0 0,2-2 0 15,-1 0 0-15,-1 2 0 16,1 5 0-16,2-1 0 15,-1-2 0-15,-3 1 0 16,3 0 0-16,-4 3 0 16,5-3 0-16,-5-3 0 15,-4-2 0-15,1 4 0 16,3 1 0-16,-6-1 0 16,-1-2 0-16,4 4 0 0,-4-1 0 15,0 2 0 1,0 0 0-16,-4-1 0 15,-1-1 0-15,-2-3 0 16,0 0 0-16,0 0 0 0,-1-1 0 16,-3-5 0-16,-1 3 0 15,2 1 0-15,3 0 0 16,-2 4 0-16,-1 0 0 16,1 1 0-16,2 1 0 15,-3 3 0-15,4 3 0 16,-4 0-4-16,3 3-1 15,-2 2 1-15,2 2-1 16,0 6 3-16,1 1 1 0,-3 2-2 16,-2 2 3-16,3 3-2 15,-3 2 1 1,-3 0-1-16,2 0 2 16,-3 1-1-16,-3-1-1 0,-1 0 4 15,0 0-6-15,-3-4 5 16,-4-1-5-16,-7-4 5 15,-2 0-5-15,-2-1 3 16,-8-1 0-16,-7-3-1 16,-3 0 3-16,-10 2-4 15,-2 3 5-15,-8 7-3 16,-3 2 3-16,-9 5 2 16,-1 4 2-16,-6 8-5 15,-3 2 3-15,-1 2-3 16,5 1-143-16,-1 2-24 15,-10-8-2-15,14 1-11 16,-9-19-3-16</inkml:trace>
  <inkml:trace contextRef="#ctx0" brushRef="#br1" timeOffset="-173387.17">3613 19524 1 0,'7'-31'37'0,"-7"15"-12"15,0-3-6-15,4 0 1 16,-4 0 4-16,0 3 1 16,-4 1 8-16,4 15 1 15,-7-19 3-15,7 19-1 16,0 0 1-16,0 0 0 0,0 0-3 15,0 0 1-15,0 0-2 16,0 0 6-16,0 0 0 16,-15-12-3-16,15 12 2 15,0 0 3-15,0 0 4 16,0 0 7-16,0 0 0 16,0 0-8-16,0 0-7 15,0 0 1-15,0 0-6 16,0 0-11-16,0 0-39 15,0 0-84-15,0 0-39 16,0 0-40-16,19 6-9 16,-19-6-3-16,7-17 38 15</inkml:trace>
  <inkml:trace contextRef="#ctx0" brushRef="#br2" timeOffset="-167797.13">20161 19577 126 0,'0'0'60'16,"0"0"-7"-16,0 0 5 15,0 0 5-15,0 0-1 16,0 0-3-16,0 0 0 15,0 0-2-15,14-8 1 16,5 6 1-16,0-5-4 16,10 4-8-16,1-8-7 0,15 6-10 15,0-5-5-15,11-1-5 16,5 1-3 0,4 1-5-16,3 1-6 15,7 1-6-15,-1 0 0 0,-2-2 0 16,6 4 0-16,-4 0-1 15,4-2 1-15,-1 2 0 16,1-2-1-16,0-2 0 16,4 2 1-16,1-2-1 15,-1 3 1-15,3-5 1 16,-2 4-1-16,2-1-1 16,2-3 1-16,3 2 4 0,2-1-4 15,5 1 3 1,0-1-4-16,4 1 4 15,5-1-3-15,-2 0 5 16,4 1-6-16,-2 0 0 16,5 1 1-16,-4-3 0 0,6 3 0 15,-3-1-1-15,1 0-1 16,-2 1 1-16,2-1 2 16,-2 0-1-16,-1 1 0 15,0-1-1-15,-2-1 3 16,5 1-2-16,-2-1 1 15,2-1 0-15,-1-1 0 16,1 2 0-16,1-1 2 16,0-1-2-16,-3 2 2 15,5 1-2-15,-1-1 2 16,7-1-1-16,-5-1-1 16,1-2 0-16,7 1 1 0,-3-1-1 15,7 0 0-15,-1-2 0 16,-1 1 1-16,2-1-1 15,3 2 1-15,0 0-1 16,2 2 0-16,-5 0-1 16,0 0 2-16,-4 5-2 15,-3-1 2-15,-7 1-1 16,-2-2-1-16,-7 4 1 16,-3-2-1-16,-4 5 1 15,-7-3-1-15,-7 1 1 16,-1 3-1-16,0-1 1 15,-8 0-1-15,-3 2 1 16,-6 0 0-16,-3-1-1 0,-10 1 1 16,-7 0 0-16,-7 0 0 15,-12 0 1-15,-6 0 1 16,-20 0-2-16,17 0-1 16,-17 0 0-16,0 0-95 15,-40-13-66-15,-9 1-15 16,-15-2-5-16,-30-11-6 15,-20-1-1-15</inkml:trace>
  <inkml:trace contextRef="#ctx0" brushRef="#br2" timeOffset="-166613.66">20564 18965 331 0,'-11'-16'137'16,"2"-3"-11"-16,9 19-7 15,-13-35-14-15,13 35-14 16,-13-29-22-16,13 29-26 15,-10-19-41-15,10 19-2 0,0 0 0 16,-16-17 0 0,16 17 0-16,0 0 0 15,0 0 0-15,0 0 0 16,0 0 0-16,-10 20 0 0,10 5 0 16,3 9 0-16,4 8-3 15,4 8 2-15,1 5-2 16,0 6 4-16,5-2-4 15,-1-6 3-15,-2-4-3 16,2-9-3-16,-4-9 1 16,-2-12-3-16,2-3 2 15,-12-16-3-15,21-4 4 16,-21 4 1-16,30-40 1 16,-18 6 4-16,3-4-2 15,3-6 4-15,-3-2-2 16,1 1 1-16,-2 5-1 15,-5 7-3-15,-2 7 2 0,-1 7-1 16,-6 19 1-16,0 0 1 16,27 0 1-16,-12 15 0 15,3 6-2-15,4 2 1 16,6 1 0-16,5 0 0 16,0-3-2-16,2-2 0 15,-6-7-1-15,4-2 2 16,-3-4-1-16,-8-5 1 15,1-2-1-15,-4-3 0 16,-4-1 2-16,-15 5-2 16,23-16 2-16,-23 16-1 15,14-22 0-15,-11 6 0 16,-3-6 1-16,0-6-1 0,-7-8-1 16,-3-6 1-16,1-3 1 15,-1-5-2-15,-6-2 2 16,6 4-1-16,1 1 1 15,-1 7-1-15,6 7 2 16,4 7-9-16,0 26-75 16,16-24-49-16,1 21-39 15,6 8-5-15,-1-2-3 16,15 11-1-16</inkml:trace>
  <inkml:trace contextRef="#ctx0" brushRef="#br2" timeOffset="-165717.02">22122 18733 277 0,'-1'-18'131'0,"-3"1"-7"16,4 17-12-16,-3-28-15 16,3 28-14-16,-4-15-19 15,4 15-25-15,0 0-38 16,0 0-1-16,0 0 1 16,0 0-1-16,7 26 0 15,-2-5-2-15,6-1 0 16,1 6 2-16,5 2-1 15,2-2 3-15,4-2-4 0,-1-3 0 16,5-7 1-16,-5-6 1 16,4-8-2-1,-3-3 1-15,-1-4 0 16,1-5 1-16,-2-7 1 0,-6-4 0 16,4-6 0-16,-5-4-1 15,-2-2 1-15,-5-3-1 16,2-3 2-16,-5 4-4 15,-1 5 2-15,0 6 0 16,-3 5 0-16,0 21 0 16,-3-24 1-16,3 24-1 15,0 0 0-15,0 22 1 16,7 4-1-16,2 7 2 16,4 12-1-16,0 9 1 15,4 13-3-15,6 6 3 16,-4 3-1-16,3 2 2 0,-3-2-3 15,-1-5 3-15,-3-2-1 16,-4-5-2-16,-6-10 6 16,-9-2-5-16,-4-11 4 15,-6-2-2-15,-9-10 2 16,-8-3-5-16,-5-12 2 16,-3-7-3-16,0-7-3 15,0-9-2-15,3-7-1 16,1-8-1-16,9-3 4 15,4-10 3-15,15-4-4 16,7-10 6-16,19-6-1 16,17-8 3-16,9-6-3 15,14-6-49-15,12 1-76 0,13 4-42 16,1-5-5-16,5 10 0 16,-8-6-4-16</inkml:trace>
  <inkml:trace contextRef="#ctx0" brushRef="#br2" timeOffset="-164981.5">23705 18250 259 0,'0'0'175'15,"-15"-30"-20"-15,11 13-47 16,4 17-17-16,-3-26-16 16,3 26-15-16,0 0-34 15,0 0-24-15,22 7-1 0,-9 12 0 16,0 7-3-16,10 9-3 16,0 3 2-16,3 5-1 15,3 0 2 1,1 0-2-16,-3-6 2 0,3-3-2 15,-8-9 3-15,-2-8 3 16,0-5 0-16,-4-7 0 16,0-5 0-16,-16 0 0 15,26-24 0-15,-16 0-1 16,2-11 4-16,-1-5-1 16,4-8-2-16,-4-7 1 15,1-6 2-15,-2-3 0 16,6 2-1-16,-6 4 1 0,6 3-3 15,-6 10-1 1,3 10 0-16,-3 10-3 0,2 7-2 16,-12 18 1-1,0 0 0-15,0 0 1 0,7 43-1 16,-7 1 2-16,-7 15-2 16,2 13 1-16,-6 15 1 15,-1 13 0-15,-5 8 0 16,-2 2 1-16,-4 5 0 15,-3-3 1-15,4-6 1 16,-4-6 3-16,3-1-69 16,1-14-50-16,-5-11-49 15,8-3-10-15,-7-17-3 16,4-4-8-16,-8-19 101 16</inkml:trace>
  <inkml:trace contextRef="#ctx0" brushRef="#br2" timeOffset="-161032.93">4469 18854 190 0,'0'0'101'0,"0"0"6"15,0 0 5-15,-4-17 2 16,4 17-8-16,0 0-10 0,-12-23-15 16,12 23-15-16,-7-17-20 15,7 17-42-15,-8-21-4 16,8 21 0-16,-14-24 0 16,14 24 0-16,-16-26 0 15,6 10 0-15,-2 1 0 16,1-1 0-16,-1-1 0 15,-2-2 0-15,-5-2 0 16,0 0 0-16,-4-1 0 16,1 3 0-16,-4 0 0 15,0 0 0-15,-4 1 0 16,-3 3 0-16,-1 3 0 16,-3 1 0-16,2 2 0 0,-1 4 0 15,-2 2 0-15,-2 1 0 16,2 2 0-16,1 2 0 15,2 1 0-15,6 2 0 16,-4 2 0-16,3 0 0 16,3 2 0-16,1 3 0 15,0 0 0-15,0 2 0 16,0 2 0-16,-1-1 0 16,1 4 0-16,0 0 0 15,0 2 0-15,0 3 0 16,0 1 0-16,4 2 0 15,3 1 0-15,3 1 0 16,-1 1 0-16,8-1 0 0,-1 1 0 16,3-1 0-16,3-1 0 15,2 1 0 1,2 1 0-16,0-1 0 16,2 0 0-16,-2 1 0 0,4-1 0 15,-1 1 0-15,4-3 0 16,-3 1 0-16,4-2 0 15,-1-2 0-15,0 1 0 16,2-3 0-16,5 1 0 16,1-1 0-16,-1 1 0 15,2-4 0-15,-1 1 0 16,3 3 0-16,1-2 0 0,3-2 0 16,-6-2 0-1,7 0 0-15,-3-1 0 0,3 1 0 16,3-3 0-1,-3-2 0-15,3 0 0 0,0-1 0 16,1-1 0-16,3-1 0 16,-7-1 0-16,3-2 0 15,0 0 0-15,0 0 0 16,0-1 0-16,0-2 0 16,3 1 0-16,-3-2 0 15,5-1 0-15,-1 1 0 16,-4 0 0-16,4-2 0 15,-4 0 0-15,3-2 0 16,-3-1 0-16,0-1 0 16,0-1 0-16,2-2 0 15,-2-3 0-15,7-1 0 16,0-3 0-16,2 0 0 0,-2-3 0 16,1-4 0-16,-1 4 0 15,4-5 0-15,-6-1 0 16,-1-1 0-16,-4-2 0 15,-4 2 0-15,-3-2 0 16,-1 1 0-16,-6-4 0 16,-2 3 0-16,-1-2 0 15,-6 1 0-15,1-4 0 16,-8-1 0-16,1 1 0 16,-2 0 0-16,1 0 0 15,-6 1 0-15,1-1 0 16,-1 2 0-16,-1 1 0 15,-1 2 0-15,-2-1 0 0,-1-1 0 16,-1 0 0-16,-1 2 0 16,-6 2 0-16,1-2 0 15,-5 0 0-15,1 3 0 16,-1 3 0-16,-3 1 0 16,1 1 0-16,-1 3 0 15,-3 1 0-15,2 0 0 16,-2 2 0-16,3 0 0 15,-1 3 0-15,-2-1 0 16,4 3 0-16,-4 0 0 16,1 2 0-16,3 1 0 15,3 3 0-15,-4-1 0 16,4 2 0-16,0 2 0 0,4-1 0 16,-1 3 0-16,1-1 0 15,3 1 0-15,-1 3 0 16,-2-2 0-1,5 2 0-15,1 0 0 0,-3 5 0 16,-4-2 0-16,2 6 0 16,-1 3 0-16,-1 3 0 15,-3 4 0-15,4 5 0 16,-4 4 0-16,0 1 0 16,-2 1 0-16,2 1 0 15,3 0 0-15,2 2 0 16,2-4 0-16,7 0 0 15,-2-3 0-15,7 0 0 0,6 0 0 16,2-3 0-16,3-1 0 16,6-1 0-1,1-2 0-15,1 0 0 16,2-2 0-16,1 0 0 0,1-1 0 16,3-3 0-16,2 3 0 15,-2 3 0-15,0-2 0 16,4-1 0-16,-1 1 0 15,4-2 0-15,0 1 0 16,0-2 0-16,4-2 0 16,-1-6 0-16,3 0 0 15,-3-3 0-15,4-1 0 0,2-4 0 16,-2-2 0-16,3-3 0 16,-1-2 0-16,1-3 0 15,-1 0 0-15,5-5 0 16,-5-1 0-1,1-3 0-15,2-1 0 0,-5-2 0 16,2-2 0-16,1-4 0 16,3 1 0-16,-6-3 0 15,0 1 0-15,-2-4 0 16,-2 1 0-16,-3-1 0 16,0 0 0-16,-6 1 0 15,-7-6 0-15,0-2 0 16,-6-5 0-16,-4-5 0 0,-6-1 0 15,-8-8 0-15,-1-2 0 16,-7-2 0 0,-11 1 0-16,-3-1 0 15,-8 6 0-15,-4 6 0 0,-7 2 0 16,-8 12 0-16,-4 7 0 16,-10 15 0-16,-8 13 0 15,-8 15 0-15,-11 9-9 16,0 18-162-16,1 13-6 15,-1 2-9-15,7 2-5 16,8-10-7-16</inkml:trace>
  <inkml:trace contextRef="#ctx0" brushRef="#br2" timeOffset="-159020.42">22166 20396 274 0,'-23'-2'134'0,"23"2"-8"16,-29 0-5-16,29 0-13 16,-23 4-14-16,23-4-16 15,0 0-23-15,0 0-43 16,0 0-13-16,0 0 2 15,-3 17 0-15,3-17 2 16,19 7-3-16,-4-7-1 16,15 2 0-16,3-2 5 0,8-5 1 15,15 1-1 1,8-4-1-16,6-3-4 0,1-1 1 16,5-4-1-1,-1 1 2-15,0-1 3 16,-10 4-4-16,-11 0 0 0,-7 2 0 15,-12 1 0-15,-9 4 0 16,-10 3 0-16,-16 2-1 16,0 0-4-16,0 0-3 15,-26 12-5-15,-2-3 4 16,-9 1-2-16,-4 4 5 16,-11-2 0-16,-7 4 4 15,-6-1-5-15,1-1 4 0,-5 4 3 16,4-5 0-1,1 0 0-15,5-5 1 16,7 1 0-16,10-2 1 16,13-2 4-16,6-3 2 0,23-2 0 15,-22-2 1-15,22 2-1 16,0 0-1-16,26-12 2 16,-4 7-4-16,8-4-2 15,12 4-3-15,3-4 0 16,10 2 0-16,4-1-2 15,5-1 2-15,1 2-2 16,4 0 2-16,-5 2 1 16,-8-2 0-16,-2 5 0 15,-11-1-1-15,-8-2-1 16,-6 5 0-16,-10 0-3 16,-19 0-2-16,0 0 1 15,0 0-2-15,-22 3 0 0,-4-1 0 16,-12 3 1-16,-2-3 1 15,-14-1 2-15,-5 3 2 16,-5-1-2-16,-2 3 1 16,1 0 2-16,6 0-1 15,6-3 2-15,13 2 3 16,5-1 1-16,12-3 1 16,23-1 2-16,0 0 0 15,0 0-1-15,0 0 1 16,35-8-2-16,-5 4-2 15,8-1-3-15,10 3 0 16,5-1-1-16,-1 0-2 16,7-1 2-16,-2 1 0 0,-2-1 1 15,-2 1-1-15,-12 1 1 16,-4-2-1-16,-8 4 0 16,-6-1 0-16,-23 1-5 15,19 1-1-15,-19-1-1 16,0 0 0-16,-30 6-2 15,4-1 1-15,-3-2 1 16,-6 1 0-16,-5 3 5 16,-2-2-1-16,-3 2 1 15,4 0 1-15,1 1 2 16,5-2-1-16,6-1 2 16,6 0 1-16,4-2 2 15,19-3 0-15,-17 2 1 0,17-2 2 16,0 0-1-16,0 0 1 15,0 0-1 1,17-8-2-16,-17 8-1 16,15-2-2-16,-15 2 0 0,16-2-3 15,-16 2 0-15,0 0-3 16,17 0 0-16,-17 0-1 16,0 0-1-16,0 0 0 15,0 0 0-15,0 0-1 16,0 0 2-16,0 0-14 15,0 0-113-15,-17 5-50 16,17-5 0-16,-22-21-4 16,9 2 3-16</inkml:trace>
  <inkml:trace contextRef="#ctx0" brushRef="#br2" timeOffset="-156705.78">7465 16562 199 0,'0'0'72'0,"0"0"1"15,-16 3 3-15,16-3-6 16,0 0 0-16,0 0-5 15,-17 4-1-15,17-4-2 16,0 0-3-16,0 0-10 0,0 0-5 16,3 21-11-16,-3-21-12 15,37 14-8-15,-4-7-7 16,5-1-1-16,14-2 0 16,5-2 0-16,16-2-2 15,4-6-1-15,4-2 1 16,1-1-3-16,5-3 1 15,-6 0-2-15,-3 0 1 16,-10 0 0-16,-12 0-1 16,-8 1-4-16,-13 6 1 15,-13-2-2-15,-22 7 2 16,0 0 4-16,0 0-4 16,-31-16 2-16,-5 15-3 15,-13-1 3-15,-12 0 2 0,-13 1 4 16,-15-3-5-16,-4 1 1 15,-12-1-1 1,-4 1 0-16,-2-1 0 0,2-3 4 16,4 2-5-16,8 0 0 15,12 5 0-15,11 3-2 16,9 1 2-16,17 3-2 16,11-2 5-16,15 4-4 15,22-9 3-15,-23 19-1 16,23-19 3-16,0 17 0 15,0-17 0-15,26 16 1 16,-12-10-2-16,5 3 0 0,0-2 2 16,-1 0 0-1,-3-4-3-15,-15-3 0 16,23 9-2-16,-23-9 0 0,0 0 0 16,0 0 1-16,0 0-1 15,0 0-1-15,15 14 1 16,-15-14 2-16,0 0 1 15,26 17 1-15,-6-12 1 16,6 2-1-16,7 0 2 16,8-2 0-16,8-1 0 15,3-4-1-15,10-2 0 16,6-1-2-16,3-1 2 16,7-3-1-16,0-1-2 15,6-3 1-15,1 1 0 16,-2-2-1-16,2 0 2 15,-3-4-2-15,-11 1 2 0,-3-6 4 16,-9-2-7-16,-11 2 5 16,-10-3-5-16,-11-2 4 15,-8 0-6-15,-12-3 4 16,-4-2-8-16,-3-4 2 16,-7-1 3-16,0-6-3 15,-5-3 2-15,2-3-1 16,-6-1 1-16,0-3-1 15,-1 0 4-15,1 0-5 16,-3 2 3-16,-3 2-1 16,1 3 1-16,-5 0-1 15,-2 5 2-15,-5 0-1 16,-3 7 1-16,-6 2 0 0,-7 2 1 16,-3 4-3-16,-8 5 0 15,-6-1 2-15,-2 5-3 16,-7 4 1-16,-3 0-1 15,2 3 5-15,-2 4-6 16,0 2 6-16,-4 1 0 16,7 4 1-16,-3 1-1 15,4 2 0-15,-3 4 5 16,3 2-1-16,4 4 1 16,2 2-3-16,4 1 1 15,2 2-2-15,4 1 2 16,6 3-2-16,4 1-3 15,6 1 0-15,-1 0-1 0,4 0 2 16,6 1-2-16,0 1 2 16,9 1-1-16,-2-1 2 15,0 2-1-15,9-3-1 16,-2 1 1-16,3 0 1 16,2 1-2-16,5-1 2 15,3 3-1-15,-1 2 1 16,0-2 0-16,1 4 1 15,3 1-1-15,-1 0 0 16,4 1-2-16,0-1 2 16,0 2-1-16,4 0 1 15,-1 2 0-15,3 2-3 16,8-4 4-16,-2 0-4 0,5 0 4 16,2-2-6-16,4 0 6 15,3-3-7 1,3-3 5-16,2-4 0 15,2-2 1-15,0-3-1 0,6-4 2 16,-3-3 1-16,2-5-1 16,4-3 3-16,5-2 1 15,-2-4-1-15,10 2-96 16,-1-1-58-16,5-4-14 16,6 6-5-16,-3-4-4 15,9 6-3-15</inkml:trace>
  <inkml:trace contextRef="#ctx0" brushRef="#br2" timeOffset="-155197.72">7040 19432 189 0,'-19'-5'135'0,"-1"0"-1"16,20 5-12-16,-22-7-8 16,22 7-10-16,0 0-10 15,0 0-15-15,-19-7-30 16,19 7-46-16,0 0-3 16,26 10 0-16,-7-6 0 15,0 4 0-15,7-1 0 16,7 5 0-16,5-3 0 15,4 1 0-15,5-3 0 16,1-2 0-16,1-1 0 16,0-2 0-16,-1-2 0 15,1-4 0-15,-4-1 0 0,0-2 0 16,-3-5 0-16,-2-4 0 16,-2-3 0-16,-2-1 0 15,-1-5 0-15,-2-1 0 16,-2-1 0-16,-1-3 0 15,-4 1-1-15,-4 3 2 16,1-2-3-16,-6-1 2 16,-5-1 1-16,-5-1-2 15,-3-3 2-15,-4-3-1 16,-4-1 1-16,-3 0-1 16,-5-2 0-16,-2 0-2 15,-1 1 2-15,-8 2-2 16,1 1 2-16,-4 0-2 15,0 3 1-15,-7 0-1 0,3 0 2 16,-5 5-1 0,-1 0 1-16,1 4 1 15,-1 2 0-15,-2 3 0 0,-2 3 0 16,5 2 0-16,-5 4 0 16,2 1 0-16,-4 4-1 15,2 3-1-15,2 2-1 16,-2 2 0-16,2 5 2 15,0 0-2-15,1 5 0 16,3 0-1-16,1 5 0 16,0 1 1-16,-2 1 0 0,2 3 1 15,0 3-2 1,5 2 2-16,-5 3 0 16,7-1 1-16,0 0-1 15,4 3 2-15,2 2-1 16,0-1 3-16,4 4-2 0,0-1 3 15,6-2-3-15,1 5 3 16,2 0-3-16,7 1 4 16,0-3-3-16,7 1 1 15,5-4-2-15,-1 1 1 16,1-4-1-16,7-3-1 16,-2-1 0-16,3-1 0 15,2 2 0-15,4-5 0 16,-3-1 0-16,6 1 0 15,1-4 0-15,1 0 0 16,2-4 0-16,0-1 0 16,2-7 0-16,-6 2 0 0,4-8 0 15,-5 1 0-15,1-4 0 16,-6-1-85-16,3-2-88 16,-7 3-4-16,-19 2-8 15,7-26 0-15,-30-2-5 16</inkml:trace>
  <inkml:trace contextRef="#ctx0" brushRef="#br2" timeOffset="-153105.22">23997 19558 230 0,'0'0'181'0,"0"0"-34"15,0 0-26-15,-7-15-10 0,7 15-12 16,0 0-19-16,-16 3-34 16,16-3-41-16,-15-1-2 15,15 1-3 1,-14-2 0-16,14 2 0 0,-16-4 0 16,16 4 0-16,-19 6-7 15,19-6-7-15,-17 15-1 16,17-15-1-16,-23 30-1 15,11-10 3-15,2 5 2 16,-2 4 3-16,-2 6 3 16,7 3 2-16,2 0 3 15,1 5 0-15,4 0 1 16,4 1-1-16,4-3 1 0,3-1 0 16,4-4 1-16,-1-3-3 15,5-3 2 1,0-4-1-16,7-6 2 15,-3-4-1-15,6-6 1 0,4-6 0 16,-1-3-1-16,4-4 2 16,-1-6-1-16,1-3 0 15,3-3-1-15,-7-4 0 16,1-4-2-16,-3-1 3 16,-2-4-1-16,-6-5 0 15,-1 2 0-15,-5-5-1 16,-4-1 0-16,-5 1 2 15,-7 3-1-15,-4-1 0 16,-4 1 1-16,-3 3 2 0,-4 1-1 16,-3 5 3-1,-4-1-1-15,-1 3 0 16,-3 5 0-16,-3-1-1 0,1 4-1 16,-2 2 1-16,1 2-1 15,-1 3-1-15,-1 2-2 16,2 1 2-16,6 3-1 15,-3 1 1-15,3 1-1 16,1 3-1-16,1-1 0 16,2 1-1-16,-4 1 1 15,4 2-1-15,0 0 0 16,2 3-3-16,-2 1 2 16,3 2-2-16,-1 3 2 15,5 3-2-15,-1 3 2 16,3 6-2-16,0 3 4 15,4 6-2-15,3 1 2 0,3 3-1 16,3 3 2-16,-1-1-2 16,9 0 2-16,2-3 0 15,3-2 0-15,3-3 0 16,4-4 1-16,-1-5 0 16,4-5 0-16,4-2 0 15,-1-7 1-15,1-2-1 16,1-6 0-16,-1-4 0 15,3-6 0-15,1-4 0 16,-1-2 0-16,-3-5-1 16,1-6 0-16,-1 1 1 15,-4-6 0-15,0 0-1 0,-4-3 1 16,1-2-1-16,-6-3-1 16,-1-2 1-16,-6-2-2 15,2-3 2-15,-8-1-2 16,-1 3 3-16,-3 3 0 15,-10 3 6-15,1 4-1 16,-8 5 3-16,-13 5-2 16,-8 7-66-16,-7 7-103 15,-23-10-24-15,-3 8-13 16,-30-15-8-16,-13 7 83 16</inkml:trace>
  <inkml:trace contextRef="#ctx0" brushRef="#br2" timeOffset="-146569.57">22577 22956 342 0,'0'0'125'0,"0"0"-7"16,0 0-18-16,-7 19-16 15,7-19-23-15,0 0-17 16,18 11-23-16,-18-11-34 16,22 5-1-16,-3-2 2 0,0 1 5 15,0-4 1-15,7 2 8 16,0-2 0-16,4-2 3 15,-1 0 0 1,3-3 0-16,-3 0 0 0,1-4 0 16,3 0 1-16,-2-3-1 15,-2-2 0-15,1-1-1 16,0-1-1-16,-1 1 1 16,-1-3-1-16,-6 3-1 15,-1 1-2-15,-2 5 0 16,-19 9-2-16,26-14-1 15,-26 14-2-15,0 0-2 16,0 0 1-16,0 0 1 0,0 0 1 16,0 0-1-16,0 0 2 15,0 0 3 1,0 16 0-16,0-16 3 16,0 0 1-16,0 0 2 0,0 0-2 15,0 0 2-15,-19 10-2 16,19-10 0-16,-17 11 0 15,1-6 0-15,-3 0-3 16,0 4-2-16,-7 1 0 16,-3 1 1-16,-4 1 0 15,-6 0-1-15,-4 0-1 16,-2 0 0-16,0 0 2 0,-4 0 0 16,0-1 2-1,8-1-3-15,-1-1 0 0,6-1 1 16,6-2 1-16,8 1-2 15,6-4-2-15,16-3-3 16,-17 2-3-16,17-2 3 16,0 0 0-16,0 0 3 15,20-11 0-15,-4 6 1 16,7 2 2-16,3-1 1 16,7-1 1-16,5 3 1 15,10 1 1-15,1-5-4 16,3 5 1-16,4-3 0 15,-2-3 0-15,1 2 0 0,-6 2 2 16,-6-4-1 0,-8 0-1-16,-6 3 2 15,-10-1 0-15,-19 5-2 16,0 0-2-16,0 0 4 0,-15-7-3 16,-15 7 0-16,-6 2 0 15,-13 0 1-15,-12-1-5 16,-3 3 4-16,-10 3 1 15,-5 1-1-15,-2 3 1 16,-1-1-1-16,8 2-1 16,6 0 0-16,11-1 0 15,13-6-1-15,10-2 0 16,20-1-1-16,14-2 1 16,0 0 0-16,36-14 1 15,2 4-1-15,14 0 2 16,7 1 2-16,16-3 1 15,5 0-1-15,5-4-2 0,5 2 0 16,-1 0 0-16,-9 2 1 16,-6 0 1-16,-11 4-3 15,-18-1-1-15,-9 5 2 16,-17 3 2-16,-19 1 0 16,-17 3 2-16,-14 2-3 15,-13 4 1-15,-9 0 0 16,-17 4 0-16,-6 0-1 15,-9 0-1-15,-2 1 0 16,2 0-1-16,7 2-1 16,7-4 2-16,13-4-5 15,15-4 2-15,12-2-1 16,13-2 1-16,18 0 1 0,18-7 0 16,13-2 1-16,9-3-1 15,8 2 4-15,13-1 1 16,7-3 0-16,7 1-2 15,-1-1-1-15,1 2 0 16,-9-1 1-16,-9 3 1 16,-8 1-3-16,-16 4-2 15,-7 3 4-15,-26 2 0 16,0 0 2-16,0 0-2 16,-30 9 1-16,-3 0 0 15,-8-1 3-15,-8 1-3 16,-10 0-2-16,-2 1-1 15,0 1 1-15,-1 1-1 0,6-4-1 16,11-3-3-16,7 1 0 16,12-5 3-16,26-1 1 15,-14-3-2 1,14 3 1-16,33-14-1 0,5 4 3 16,6-4 2-16,9 2 2 15,10 0-3-15,1-4 1 16,7 0-1-16,-1 1 0 15,-6 1 1-15,-5 4-1 16,-14 1-2-16,-7 0-1 16,-12 6 3-16,-26 3 0 15,0 0 2-15,0 0-1 16,-38 12-1-16,-2-2 0 0,-15 4 0 16,-9 0 1-16,-8 0-3 15,-6 3-1 1,0 1 2-16,-2 1-1 15,6-4 1-15,11-4-3 0,15-1 0 16,9-5 2-16,20-5 1 16,19 0 0-16,16-14-2 15,19 0 0-15,24-6 1 16,12-3 2-16,14-5 2 16,16-1-2-16,8-2-1 15,2-2 1-15,-2 0 1 16,-8 4-1-16,-16 3-3 0,-14 7 1 15,-22 7 2 1,-23 5-1-16,-26 7 1 16,-21 8-1-16,-24 8 1 15,-19 6-1-15,-21 6 3 0,-13 0-2 16,-11 5-1-16,-11 0-2 16,6 3 1-16,-3-8-1 15,12 1 0-15,9-6 1 16,16-8-1-16,25-3 0 15,10-7 1-15,19-3 1 16,26-2-1-16,0 0 2 16,34-26-2-16,10 11 0 15,9-4 1-15,10 0 2 16,8-2-1-16,4 2 0 16,3 1-1-16,-4 3 0 15,-9-1 0-15,-10 6-3 16,-13 5 1-16,-13 5 6 0,-9 1-3 15,-20-1 0-15,-9 16 1 16,-17-4 0-16,-7 4-2 16,-12-1 5-16,-4 3-1 15,-3-3-7-15,0 1 3 16,3-2-1-16,4-4-3 16,16-3-1-16,6-4 1 15,23-3 1-15,0 0 2 16,0 0 0-16,38-20-2 15,6 7 3-15,4 1 1 16,13-2 4-16,7-3-2 16,3 0-1-16,4-2-3 15,-1 7 1-15,-8-4 1 0,-9 7-2 16,-11-1-2-16,-10 5 0 16,-10 5 4-16,-26 0 1 15,16 9 1-15,-16-9-1 16,-23 15 1-16,1-6 0 15,-1 5 1-15,-3-6 0 16,0 3-3-16,0-3-2 16,3-1 2-16,1 0-2 15,22-7 0-15,-26 9-1 16,26-9 1-16,0 0-2 16,0 0 0-16,0 0-2 15,0 0-1-15,0 0 2 16,0 0-1-16,0 0 1 0,0 0 1 15,0 0 1-15,0 0 0 16,0 0 3-16,0 0-2 16,0 0 0-16,0 0 1 15,0 0 1-15,0 0-2 16,0 0 0-16,0 0 1 16,0 0 0-16,7-16 1 15,-7 16-1-15,0 0-1 16,0 0 0-16,0 0 2 15,0 0-1-15,0 0 0 16,0 0-1-16,0 0 1 16,0 0 1-16,0 0-2 15,0 0 1-15,0 0 0 0,0 0 0 16,0 0 0-16,0 0 0 16,0 0 0-16,0 0 0 15,0 0 0-15,0 0 0 16,0 0 0-16,0 0 0 15,0 0 1-15,0 0 0 16,0 0-1-16,0 0-2 16,0 0 2-16,0 0 0 15,0 0-2-15,0 0 2 16,0 0-1-16,0 0 0 16,0 0-1-16,0 0 3 15,0 0 0-15,0 0-2 0,0 0 2 16,0 0 0-16,0 0 0 15,0 0-1-15,0 0 2 16,0 0 0 0,0 0-2-16,0 0 0 15,0 0 0-15,0 0 0 0,0 0-1 16,0 0 1-16,0 0-1 16,0 0 0-16,0 0 1 15,0 0 1-15,0 0-3 16,0 0 1-16,0 0 1 15,0 0-1-15,0 0 2 16,0 0-2-16,0 0 0 16,0 0 0-16,0 0 2 0,0 0 0 15,0 0-1 1,0 0 0-16,0 0 0 16,0 0-1-16,0 0 1 15,0 0 0-15,0 0 0 0,0 0 0 16,0 0 0-16,0 0 0 15,0 0 1-15,0 0-1 16,0 0 2-16,0 0-2 16,0 0 0-16,0 0-1 15,0 0 1-15,0 0 1 16,0 0-2-16,0 0 0 16,0 0 1-16,0 0 2 15,0 0-2-15,0 0 1 16,0 0-2-16,0 0 0 15,0 0 1-15,0 0 0 16,0 0-1-16,0 0-1 16,0 0 3-16,0 0 0 0,0 0-1 15,0 0 0-15,0 0 0 16,0 0 0-16,0 0 0 16,0 0 0-16,0 0-2 15,0 0 2-15,0 0 1 16,0 0-1-16,0 0-1 15,0 0 2-15,0 0-1 16,0 0 0-16,0 0 0 16,0 0-1-16,0 0 1 15,0 0 0-15,0 0-2 16,0 0 1-16,0 0-56 16,0 0-86-16,0 0-19 15,-23-17-2-15,1 5-3 0,-24-16 22 16</inkml:trace>
  <inkml:trace contextRef="#ctx0" brushRef="#br2" timeOffset="-144958.42">21166 23117 147 0,'0'0'132'16,"0"0"0"-16,-16 0-15 15,16 0-4-15,0 0-10 16,0 0-8-16,0 0-25 15,0 0-19-15,0 0-22 16,0 0-22-16,0 0-6 0,0 0-9 16,0 0-1-16,0 0 1 15,26-5-1-15,-10 5-2 16,10 2-1 0,0 0-1-16,10 1 5 0,10-5 7 15,2 2 1-15,8 0-1 16,1-1-1-16,2-1 2 15,0-2-2-15,-5 1 0 16,1-4 1-16,-6 3-1 16,-7-1 0-16,-9 2 2 15,-11-2 0-15,-3 3-2 16,-19 2-2-16,0 0-1 16,0 0 1-16,-15 5-2 0,-8-1 1 15,-10-1-1 1,-5 4-1-16,-11 0 4 15,-3 3 2-15,-7 1 1 16,-1 6-1-16,-3-5 5 0,6 5-4 16,1-4 4-16,11 4-4 15,5-9 8-15,12 1-1 16,8-4 4-16,20-5-5 16,0 0 1-16,20-8 0 15,15 1-5-15,7-7 5 16,10 5-10-16,10-5 3 15,6 2-5-15,3-8 4 16,4 6-4-16,-4 2 4 16,-5-2 0-16,-9 2 0 15,-12 1 2-15,-12 4-2 16,-7 2-3-16,-26 5 0 16,0 0-2-16,0 0 2 0,-36 0-1 15,-6 7-1-15,-13 0-2 16,-10 2 2-16,-9 1 6 15,-8 2-2-15,-5 4 3 16,-1 3-3-16,5-5 6 16,11 3-3-16,10-8 9 15,17-4-2-15,12-2-2 16,33-3-1-16,0 0 0 16,21-17 1-16,27 5-4 15,17-7 3-15,9 3-10 16,20-1 4-16,3-4-1 15,4-1 2-15,-1 2-1 16,-6 7 1-16,-12-3 1 0,-18 6-4 16,-15 3-3-16,-20 7 0 15,-29 0 0-15,0 0 1 16,-12 22 1-16,-18-8 0 16,-18 7-2-16,-8 3 5 15,-3-3 3-15,-1 7-2 16,-3-6 4-16,9 1-5 15,11-8 7-15,5 1-1 16,19-11 5-16,19-5-5 16,0 0 1-16,0 0-1 15,34-14-5-15,-4 0 5 16,3 6-7-16,8-6 0 16,1 3-3-16,-5 3 5 0,-4 1 1 15,-6 0 1-15,-9 2-3 16,-18 5-2-16,0 0-1 15,0 0 2 1,0 0-1-16,-26 15-2 0,3-10-1 16,-3 2-1-16,0 0 5 15,-4 0 1-15,8-3 2 16,-1 1-4-16,23-5 0 16,-22 3 2-16,22-3 1 15,0 0 2-15,0 0 0 16,0 0 1-16,0 0-1 15,0 0 1-15,7-15-1 16,-7 15 0-16,0 0-1 0,0 0-2 16,0 0-3-1,0 0-1-15,0 0-70 16,-18-9-89-16,18 9-14 16,-34-22-1-16,4 1-3 0,-12-17 88 15</inkml:trace>
  <inkml:trace contextRef="#ctx0" brushRef="#br2" timeOffset="-143088.09">9680 16579 3 0,'-23'2'47'0,"1"-4"0"15,8 2 9-15,-5-3 13 16,3 1 24-16,16 2 17 16,-26-5 20-16,26 5-12 15,-17-4-17-15,17 4-18 16,0 0-17-16,0 0-15 15,0 0-26-15,0 0-19 0,17 20-19 16,-17-20 3-16,31 22 9 16,-10-8 0-16,5 1 0 15,5 1 0 1,6 1-2-16,5 1 2 16,6-3-1-16,4-3 0 0,4 0 0 15,5-3 0-15,6 0-1 16,8-4 1-16,-4-2-1 15,7-3 2-15,4-3-2 16,-4 0 3-16,9-6-1 16,1 0-1-16,2-5 2 15,-3-3-3-15,5-2 2 16,2-2-1-16,-7-5 0 0,1 0-1 16,-1-3 2-1,-5-2 1-15,1-2-3 0,-1-2 4 16,-4-1-5-16,-4-2 5 15,1 1-4-15,-4 1 3 16,-3-2-3-16,-6 3 2 16,-8 1 2-16,-5 1 0 15,-9 0 1-15,-7-2 1 16,-11 1 0-16,-6-3-1 16,-9-1 1-16,-4-1-1 15,-10-5 1-15,-3-1-1 16,-6 0 1-16,-6 0-3 15,-4 0 2-15,-7 0 1 16,-5 4 1-16,-2-1-2 16,-6 4-2-16,-6 2 3 15,0 1-4-15,-8 4 4 16,1 1-3-16,-6 6 1 0,1 0-4 16,2 5 6-16,-3 2-2 15,-2 3-1-15,1 0 2 16,-2 5-2-16,4 1 1 15,-6-1 0-15,3 4 2 16,-5 1-2-16,5 3 1 16,-4 1-1-16,-4 1 1 15,4 3-1-15,-4 1-1 16,1 0-1-16,-1 4 0 0,0 0 0 16,4 3 0-1,0 1 0-15,5 3-1 16,-2 1 0-16,1 8 6 15,4 1-2-15,2 1 1 0,2 4-2 16,7 2 3-16,-2 2-4 16,11 1 2-16,1 6 0 15,9-2-5-15,2 1 0 16,5 1-1-16,9 1 2 16,1 4-1-16,4-1 1 15,2 5 0-15,6-1 2 16,1 0-2-16,3 2 3 15,3 2-1-15,1 3 0 16,2 0 4-16,0 0-5 16,1-2 6-16,0 1-5 15,3-3 3-15,-1-1-3 16,-2-1 3-16,1-5-2 0,3-4-1 16,-1-4 1-16,2-2-3 15,-1-6 2-15,4-4-2 16,-1-4 0-16,-2-5 1 15,4-1-3-15,-16-16 3 16,29 21 0-16,-29-21 2 16,27 7 0-16,-12-4 0 15,-15-3-34-15,33 0-93 16,-14 7-36-16,-19-7-6 16,26 26-4-16,-22-5-2 15</inkml:trace>
  <inkml:trace contextRef="#ctx0" brushRef="#br2" timeOffset="-142165.44">10536 19524 43 0,'0'0'79'15,"-33"-14"-24"-15,14 5 11 0,3 1 27 16,-7-3 25-16,9 6 3 16,-8-7-3-16,3 10-10 15,-4-5-10-15,6 11-10 16,-2-6-52-16,19 2-36 15,-30 5 0-15,30-5 0 16,-15 5 0-16,15-5 0 16,0 0 0-16,0 0 0 15,19 7-10-15,-2-7-10 16,9 2 2-16,2-2 13 16,12-2 4-16,5 1 1 15,4 1-1-15,3-4-1 16,5 1 2-16,-1-1-2 0,-4 1 1 15,-4-2 0-15,-8 1 0 16,-9 1 0-16,-5 1 2 16,-10-2-1-16,-16 4 1 15,0 0 2-15,0 0 0 16,-16-10 0-16,-10 7-1 16,-3-4 0-16,-13 5-2 15,-6-3 1-15,-8 5 0 16,-1 1-2-16,-2 5-1 15,3 2 1-15,2 1 1 16,6 3 1-16,8-3 0 16,5 1-2-16,13-5 0 15,4 2-1-15,18-7 1 0,0 0-1 16,0 0-1-16,19 14 0 16,7-12 3-16,11-4 3 15,11-1-51-15,11-10-109 16,2-16-12-16,10-6-4 15,-8-27-4-15,8-14-3 16</inkml:trace>
  <inkml:trace contextRef="#ctx0" brushRef="#br2" timeOffset="-140344.15">24101 22472 158 0,'0'0'139'16,"0"0"-18"-16,4 20-11 15,-4-20-6-15,0 0-9 16,0 0-10-16,19-15-22 16,-16-4-31-16,6-2-31 15,1-3-1-15,2-9 7 0,-5-2-5 16,4-5 5-16,-2-1-3 15,-6 3 4 1,4-2-5-16,-4 5 4 16,1 2-5-16,1 8-1 0,-5 4 2 15,0 21 0-15,4-23 1 16,-4 23 0-16,0 0-1 16,0 0-1-16,0 0-2 15,0 0 0-15,0 0-2 16,6 19-2-16,1-1-3 15,2 6-2-15,2 10 3 16,1 8-3-16,2 6 6 16,1 4-4-16,3 6 4 0,-6 2-2 15,3 1 5 1,-1-1-2-16,2-3 1 16,-2-5 2-16,-2-3-3 15,-2-4 3-15,-1-5-2 0,-2-8 2 16,0-6-3-16,-4-5 3 15,-3-21-3-15,4 24 3 16,-4-24 0-16,0 0 0 16,0 0 2-16,0 0-2 15,0 0 0-15,-18 14 0 16,18-14 1-16,-22 0-1 16,22 0-2-16,-26 0 0 15,7 4-1-15,3-4 2 0,2 2-1 16,-1 1 1-16,15-3-1 15,-26 5 0 1,26-5 1-16,-20 4-1 0,20-4 3 16,0 0-2-16,0 0 0 15,-13 5 1-15,13-5-1 16,0 0 1-16,0 0 0 16,0 0 0-16,0 0-3 15,0 0 2-15,0 0 0 16,0 0 1-16,-20 3-2 15,20-3-1-15,-15 5 0 16,15-5 2-16,-23 4-1 0,23-4 0 16,-22 7-2-1,22-7 3-15,-25 5-1 16,25-5 1-16,0 0 1 16,-15 4-1-16,15-4 4 0,0 0 2 15,0 0 0-15,0 0-1 16,0 0 0-16,22-9 0 15,-4 7-1-15,4-3 0 16,6-2-4-16,9 0-1 16,8 0 2-16,7-1-1 15,0-3 0-15,3 2 1 16,3-1 2-16,-6 1-1 16,0 1 0-16,-4 1 0 15,-2-2 2-15,-5 2 0 16,-4 0 1-16,-8 2-2 15,-6 2 0-15,-4 1 1 16,-19 2-1-16,22-4-2 0,-22 4-3 16,0 0-2-16,0 0-11 15,0 0-159-15,-19 2-25 16,-7 0-12-16,-26-21-3 16,-22 12 52-16</inkml:trace>
  <inkml:trace contextRef="#ctx0" brushRef="#br2" timeOffset="-135779.9">22372 21547 301 0,'0'0'127'16,"0"0"-12"-16,0 0-13 0,0 0-12 15,0 0-14-15,0 0-14 16,0 0-21-16,0 0-34 15,0 0-4-15,0 0-1 16,0 0 0-16,0 0-2 16,0 0-1-16,0 0-1 15,0 0 0-15,0 0 1 16,0 0-1-16,0 0 1 0,0 0 0 16,0 0-1-16,0 0 0 15,0 0-52 1,0 0-56-16,0 0-43 15,0 0-31-15,0 0-1 0,-15 5-3 16,15-5 149-16</inkml:trace>
  <inkml:trace contextRef="#ctx0" brushRef="#br2" timeOffset="-134657.1">19517 21466 289 0,'-26'-2'209'0,"7"0"-50"16,1-6-61-16,18 8-31 15,0 0-6-15,0 0-18 0,-15-9-22 16,15 9-17-16,0 0 0 16,0 0-3-16,0 0-3 15,0 0-1-15,0 0-4 16,0 0 0-16,0 0 1 16,26-3 0-16,-4 4 1 15,8-1 0-15,5 2 2 16,10-2 1-16,7 0 3 15,10 0 0-15,6-3 1 16,7-1-3-16,-1-1 1 16,4-4-2-16,2-1 1 15,2-2 0-15,-1 0 0 16,-3-4-2-16,-3 2 1 0,-11 0 1 16,-8 4 0-16,-11 0 1 15,-7 5-1-15,-15-2 1 16,-6 5-1-16,-17 2 0 15,0 0 0-15,0 0 7 16,-14-16-6-16,-1 9 6 16,-8-3-6-16,-3 0 4 15,-3-6-3-15,-4 0 4 16,-2 3-4-16,-2-1-3 16,3 0 2-16,1 2-2 15,0 1 3-15,7 1-1 16,3 3 1-16,4 0-1 15,19 7 0-15,-23-7-1 0,23 7 1 16,0 0-2-16,0 0 0 16,0 0-1-16,0 0 1 15,0 0 0-15,0 0 1 16,0 0 1-16,26 14-1 16,-10-5 1-16,7-1-1 15,3 3 2-15,3 1-1 16,1 0 1-16,3 0-2 15,-2-2 0-15,-5 1 0 16,0-2 1-16,-3-1-1 16,-6 1 0-16,-17-9 0 15,26 12 3-15,-26-12-1 16,5 21-4-16,-5-21 7 0,-12 31-7 16,-2-12 7-16,-8 7-5 15,-4 5 4-15,-6 5-6 16,-8 2 4-1,-5 1 1-15,0 2-3 0,0 4 4 16,-4-7-3-16,9-1 1 16,-1-6-1-16,11-5 0 15,4-6-1-15,11-6 0 16,15-14-1-16,-19 14-1 16,19-14 1-16,0 0 1 15,0 0-2-15,0 0-52 16,22-7-89-16,-3 5-28 0,0-6-2 15,11 4-3-15,-4-6 4 16</inkml:trace>
  <inkml:trace contextRef="#ctx0" brushRef="#br2" timeOffset="-133181.05">19494 24351 342 0,'-21'4'164'0,"2"-6"-52"15,-3-6-34-15,22 8-3 16,-19-13-7-16,19 13-12 16,0 0-41-16,0 0-1 15,0 0-5-15,0 0-2 16,12-15-2-16,9 13-5 15,6 0 0-15,6-3-1 16,13 2 3-16,9-2-1 16,9 1 2-16,6-3-3 15,4 4 0-15,3-1 1 0,1-3-1 16,0 0-1-16,0 0 0 16,-3 4-1-16,-1-4-1 15,-2-2 1 1,-12-1 0-16,-1 5-1 0,-10 1 3 15,-7-3 0-15,-9 4-1 16,-7 1-1-16,-11 2 2 16,-15 0 1-16,18 2 1 15,-18-2 1-15,0 0-3 16,0 0 1-16,0 0 1 16,-26-26 3-16,8 12-3 15,-8-3 0-15,-5-2-1 0,-2-2-1 16,-5-1 1-1,-2-1-1-15,-5 4-3 16,3-2-2-16,-1 4 0 16,4 3-4-16,6 4 1 15,-1 3-1-15,8 3 3 0,7-1-1 16,1 2 0-16,18 3 2 16,-15 5 1-16,15-5 4 15,0 0-1-15,0 0 1 16,0 0 0-16,15 17 4 15,3-10 1-15,1 3-1 16,7 4 0-16,3 4 0 16,3-1-1-16,1-1 1 0,5-1-2 15,-2 1-1 1,6-1 1-16,-6-1 0 16,2-7-1-16,-5 5 2 15,2-3-1-15,-5-1-3 0,-1-1 3 16,-3-1-2-16,-3-3-1 15,-1 4-1-15,-6 0 1 16,-16-7-7-16,26 3-1 16,-26-3 2-16,14 16-1 15,-14-16 1-15,0 24-1 16,-11-7 1-16,-4 8 2 16,-4 6 6-16,-14 2 0 15,-5 7 2-15,-9 3-2 0,-4 5 3 16,-8-3-2-1,4 2 1-15,-6-5 10 16,6 1 3-16,6-3-5 16,7-6 7-16,6-8-6 0,6-7 3 15,11-3-4-15,19-16 9 16,-22 15-15-16,22-15 3 16,0 0-8-16,-4-24-155 15,8-12-22-15,6-9-16 16,-5-23 7-16,13-18-16 15</inkml:trace>
  <inkml:trace contextRef="#ctx0" brushRef="#br2" timeOffset="-130347.03">22386 21556 193 0,'-14'0'105'0,"14"0"23"15,-29 3-6-15,29-3-10 0,-26 4-11 16,26-4-11-16,-23 2-16 15,23-2-18 1,-15 1-23-16,15-1-29 16,-16 0 0-16,16 0-3 0,0 0-1 15,0 0 0-15,0 0-1 16,0 0-10-16,0 0-5 16,0 0-1-16,0 0-1 15,19 7 1-15,7-5-1 16,-3-4 1-16,13 0 3 15,-1 1 7-15,3-3 5 16,5 1 0-16,-1-4 0 0,-4 2 1 16,-1 0 1-1,-11-1 0-15,-4 5 0 16,-3-1 1-16,-19 2 0 16,19-4 3-16,-19 4 4 0,0 0 2 15,0 0 2-15,0 0-2 16,-15 9 2-16,15-9-3 15,-33 9-1-15,14-2-2 16,-7-2-3-16,-5 3-4 16,-6 5 0-16,-1 0 0 15,-6 5 0-15,-4-1 3 16,-1 2-1-16,1 0 2 16,3-2-3-16,3-1 1 0,12-4-4 15,4-5-4-15,26-7-4 16,-19 5 0-1,19-5-1-15,26-8 0 16,0-1 1-16,9-3 0 0,5 0 5 16,2-4 3-16,6-1 4 15,1 0-2-15,-1-1 0 16,-2 3 0-16,-7-1 1 16,-7 4 0-16,-6 2 1 15,-4 4 6-15,-22 6 2 16,14-5 5-16,-14 5-2 15,0 0-1-15,-29 2 0 16,6 0 0-16,-3 1-2 16,-7 1-5-16,-5 1-5 15,1 3-1-15,-1 3 1 16,0-1 3-16,2-1-4 16,10 1-1-16,7-3-3 0,1-3-2 15,18-4 1-15,0 0-4 16,0 0-1-16,24 7 1 15,-1-7 1-15,5-4 3 16,5 2 2-16,0 1 2 16,1-5 0-16,-1 1 3 15,-3 0-1-15,-1 0 1 16,-9 1 0-16,-5 3 1 16,-15 1 6-16,0 0 3 15,0 0 1-15,0 0 2 16,0 0 0-16,-19 1-1 15,0 1-1-15,-4-2-2 16,1 0-4-16,-8 2-4 0,4 0-1 16,4-1-1-16,-1 3-1 15,6-2-1-15,17-2-2 16,-19 3-3-16,19-3-3 16,0 0 0-16,0 0 0 15,26-5-1-15,-4 5 1 16,1-4 2-16,3 4 2 15,3-3 5-15,8 3 1 16,-6-2-1-16,2 0 2 16,-7 1 0-16,-7-1 0 15,0 0 3-15,-19 2 1 16,18 2 4-16,-18-2 2 16,0 0 2-16,0 0-1 0,0 0 1 15,-21 7-1-15,21-7-1 16,-16 2-4-16,16-2-3 15,-19-2-2-15,19 2-1 16,0 0-1-16,-19-2 0 16,19 2-1-16,0 0 0 15,0 0 1-15,0 0 0 16,0 0-1-16,0 0 1 16,0 0 0-16,0 0-1 15,0 0 1-15,0 0 0 16,0 0-1-16,0 0 2 15,0 0-1-15,0 0 1 16,0 0-1-16,0 0 2 0,0 0-2 16,0 0 1-16,0 0 0 15,0 0-1 1,0 0 1-16,0 0 0 16,0 0 0-16,0 0 0 0,0 0 1 15,0 0-2-15,0 0 1 16,0 0 0-16,0 0 1 15,0 0-1-15,0 0 1 16,0 0-1-16,0 0 0 16,0 0 0-16,0 0 0 15,0 0 0-15,0 0-1 16,0 0 1-16,0 0 0 0,0 0 0 16,0 0 0-16,0 0 0 15,0 0 0 1,0 0 0-16,0 0 1 15,0 0-1-15,0 0 0 0,0 0 1 16,0 0-1-16,0 0 0 16,0 0 0-16,0 0 0 15,0 0 0-15,0 0 0 16,0 0 1-16,0 0-2 16,0 0 0-16,0 0 1 15,0 0 0-15,0 0 0 16,0 0-2-16,0 0 1 15,0 0 0-15,0 0 0 16,0 0 0-16,0 0 1 16,0 0-1-16,0 0 1 15,0 0 1-15,0 0-1 16,0 0-1-16,0 0 1 0,0 0 1 16,0 0-2-16,0 0 0 15,0 0 1-15,0 0 0 16,0 0-1-16,0 0 0 15,0 0 0-15,0 0 0 16,0 0 0-16,0 0 1 16,0 0-2-16,0 0 0 15,0 0 2-15,0 0-1 16,0 0 1-16,0 0-1 0,0 0 1 16,0 0 0-1,0 0-1-15,0 0 1 16,0 0-1-16,0 0 0 15,0 0 0-15,0 0 1 0,0 0-2 16,0 0 2-16,0 0 0 16,0 0 1-16,0 0-1 15,0 0 1-15,0 0-1 16,0 0 1-16,0 0-1 16,0 0 0-16,0 0 0 15,0 0-2-15,0 0 2 16,0 0 0-16,0 0 1 15,0 0-1-15,0 0 1 16,0 0-1-16,0 0 0 16,0 0 0-16,0 0 1 15,0 0-1-15,0 0 0 16,0 0-2-16,0 0 1 0,0 0 1 16,0 0 0-16,0 0 0 15,0 0 0-15,0 0 0 16,0 0 1-1,0 0 0-15,0 0-2 0,0 0 0 16,0 0 1-16,0 0 0 16,0 0 0-16,0 0 0 15,0 0-2-15,0 0 2 16,0 0 0-16,0 0 1 16,0 0-2-16,0 0 1 15,0 0 0-15,0 0 0 16,0 0 0-16,0 0 1 15,0 0-2-15,0 0 2 0,0 0-1 16,0 0 0-16,0 0 0 16,0 0 1-16,0 0 0 15,0 0-1-15,0 0 1 16,0 0-1-16,0 0 0 16,0 0 0-16,0 0 1 15,0 0-2-15,0 0 0 16,0 0 2-16,0 0-1 15,0 0-1-15,0 0 1 16,0 0 0-16,0 0-2 16,0 0-2-16,16-5-2 15,-16 5-114-15,10-16-56 0,-13-11-6 16,-1-10-3-16,-11-25 1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30:00.4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23900 20696 244 0,'-4'-18'165'0,"-3"-2"-36"16,7 4-16-16,-5-5-5 15,5 21-10-15,-7-28-16 16,7 28-31-16,-7-19-42 15,7 19 3-15,-15-10 0 16,15 10-12-16,-23 2 0 16,23-2 0-16,-29 21 0 15,10-1 0-15,1 6 0 16,3 4 0-16,-8 10 0 16,7 3 0-16,2 5 0 0,2 1 0 15,5 1 0-15,4-2 0 16,6-3 0-16,1 2 0 15,8-7 0-15,2-2 0 16,5-3 0-16,7-4 0 16,0 0 0-16,9-7-5 15,-2-1 4-15,5-8-7 16,2-4 6-16,5-8-2 0,0-5 2 16,4-6 2-1,3-10-3-15,0-1 6 16,0-5-5-16,0-2 5 15,0-1-5-15,-3-3 4 16,-8 1-3-16,-6-1-1 0,-5 1 3 16,-8-2 0-16,-8-2 1 15,-7-4-1-15,-7 3 2 16,-7-3 1-16,-7-1 0 16,-5 4 0-16,-3-4 0 15,-8 5-4-15,-1 0 0 16,-6 7 0-16,-1 0 0 15,-2 2 0-15,2 3 0 16,2 4 0-16,1 3 0 16,2 2 0-16,3 3 0 15,4 4 0-15,4 1 0 16,3 4 0-16,3 0 0 0,16 0 0 16,-23 2 0-16,23-2 0 15,0 0 0-15,-17 5 0 16,17-5 0-16,0 0 0 15,0 0 0-15,0 0 0 16,0 0 0-16,0 0 0 16,0 0 0-16,0 0 0 15,0 0 0-15,0 0 0 16,0 0 0-16,0 0 0 16,0 0 0-16,0 0 0 15,0 0 0-15,0 0 0 16,0 0 0-16,-22 12 0 15,22-12 0-15,-16 14 0 0,16-14 0 16,-30 21 0 0,15-7 0-16,-6 1 0 0,2 3 0 15,-7 1 0-15,3 3 0 16,-3 4 0-16,7 4-90 16,-7-1-101-16,0-3-4 15,3 4-8-15,-3-15-15 16</inkml:trace>
  <inkml:trace contextRef="#ctx0" brushRef="#br0" timeOffset="7107.82">22562 24653 333 0,'-21'1'138'0,"21"-1"-10"15,0 0-19 1,0 0-6-16,-6-19-29 0,6 19-21 15,16-12-38-15,-16 12-32 16,30-10 4-16,-4 3-2 16,8-3 5-16,3 1 3 15,4-2 7-15,5-1-2 16,-1 0 3-16,-2 2-3 16,-5-1 1-16,-1 3 1 15,-15 1 1-15,-3 3-1 16,-19 4 3-16,20-6 0 0,-20 6 0 15,0 0 4-15,-35-4 1 16,9 11-2 0,-11-2-2-16,-4-1 1 15,-8 3-1-15,0 3 1 0,1 4-2 16,-1-2-1-16,6 3-1 16,8-4-1-16,9-4-5 15,7 0 2-15,19-7-2 16,0 0-2-16,0 0 0 15,26 0-1-15,12-11 3 16,7-3 1-16,7 1 5 16,11-1-4-16,1-5 3 15,7 1 1-15,-3-2 1 16,-2-1-3-16,-9 7-2 16,-5 0 1-16,-10 7 3 15,-9-3 2-15,-10 10 0 16,-23 0 1-16,0 0 4 0,0 0 0 15,-30 15 0-15,-1-6 0 16,-14 5-2-16,-2 2-1 16,-4 1-2-16,-4-3-2 15,3 3-3-15,3 2 1 16,8-3 0-16,8-8-3 16,7-1-6-16,10-2 3 15,16-5 0-15,0 0 1 16,26-10 0-16,5-2-2 15,6 0 1-15,8 0 3 16,7-2 4-16,3-3-1 16,-1-1-2-16,-5 4 0 15,-1 1 4-15,-11 0 1 0,-4 3-1 16,-11 5 2-16,-22 5 3 16,0 0 2-16,0 0 2 15,-26 10-2-15,-10-3-3 16,-9 7 3-16,-7 2 0 15,-9 1-3-15,-5 2-6 16,2 5 2-16,5 0-3 16,1-1 4-16,13-6-3 15,9-1-5-15,10-4-3 16,10-10 2-16,16-2 1 16,0 0-2-16,38-23 2 15,-1 4-3-15,11 2 4 0,10-6 2 16,4 1 4-16,2-1 0 15,-1 2-1-15,-2-3-2 16,-13 5 1-16,-8 5-1 16,-12 2 5-16,-11 4 4 15,-17 8 0-15,0 0-1 16,-33 1 0-16,-1 8 3 16,-17 0 0-16,-2 8-1 15,-10 4-3-15,-1-1-4 16,1 5-1-16,6 1 3 15,12-11-6-15,5 4-3 16,17-5-3-16,8-9 2 16,15-5 0-16,22-8-1 0,8 1 0 15,8-7 0-15,7 2 4 16,7-6 3-16,4 1 1 16,-1 2 0-1,-6 1-1-15,-4 0 1 0,-10-2-2 16,-6 9 3-16,-10 6 5 15,-19 1 0-15,0 0 3 16,0 0-2-16,-22 1 1 16,-1 8 0-16,-11 1 2 15,1-1-3-15,-6 0-6 16,6 5 1-16,0 1-3 16,7-1 0-16,4-4-4 15,22-10-2-15,-19 14 0 0,19-14 0 16,0 0 0-16,19-5-2 15,0-4 0 1,2 1 3-16,5-3 3 16,-4 1 1-16,4 0 0 0,-3 8 0 15,-7-5 3-15,-16 7 1 16,22-5 3-16,-22 5 0 16,0 0 3-16,0 0 0 15,0 0 0-15,-22 5-1 16,22-5 0-16,-26 5-1 15,10 0-2-15,16-5-2 16,-23 6-4-16,23-6-1 16,0 0-2-16,0 0 0 15,0 0-3-15,0 0-1 16,0 0 2-16,0 0-2 16,0 0-32-16,16 3-31 15,-16-3-6-15,16 2-5 0,-16-2 5 16,17-2-2-16,-17 2 2 15,19-3 15-15,-19 3 52 16,19-2 63-16,-19 2 21 16,0 0 5-16,0 0-2 15,16-14-73-15,-16 14-69 16,3-17-49-16,-11-6-15 16,4-3-39-16,-10-15 57 15</inkml:trace>
  <inkml:trace contextRef="#ctx0" brushRef="#br0" timeOffset="8556.84">3624 20460 527 0,'0'0'193'0,"0"0"-46"15,0 0-66-15,0 0-9 16,-4 16-69-16,4-16-3 16,0 0 0-16,0 0 0 15,19 12 0-15,-19-12 0 16,26 14-6-16,0-6-14 16,0 1 10-16,4-2 9 15,8 0 0-15,7-4 1 16,4-3 1-16,-1-1 0 15,-3-3 0-15,-1-3 1 16,-2 0 0-16,-10-1 1 0,-2 1-1 16,-11 2-1-16,-19 5-2 15,23-6 2-15,-23 6-1 16,0 0 3-16,-14 0 1 16,-5 2-2-16,-7 3 1 15,-9-1 1-15,-5 3 0 16,-5-2 0-16,0 4-3 15,0-1-1-15,-1 3 0 16,13-3-2-16,4-1-3 16,10-2-1-16,19-5 1 15,0 0 0-15,0 0-1 16,19 9 0-16,10-11 3 16,4 2 3-16,13-1 0 0,2-1 1 15,8-3 0-15,-2-1 0 16,1-1 0-16,-3 1 0 15,-7-1 0-15,-8 1-3 16,-9 3 3-16,-8 1 2 16,-20 2 3-16,0 0-2 15,0 0 0-15,0 0 0 16,-17 16 2-16,-6-11 0 16,4 0-6-16,-3 0 0 15,-1 2 0-15,4-1 0 16,19-6 0-16,-22 10-1 15,22-10-90-15,0 0-82 16,27 2-16-16,-6-18-8 0,21-6-1 16,3-20 25-16</inkml:trace>
  <inkml:trace contextRef="#ctx0" brushRef="#br0" timeOffset="11223.8">21303 24556 416 0,'-16'19'204'0,"9"-4"-18"16,7-15-74-16,-10 16-86 15,10-16-38-15,10 15 0 0,-10-15 1 16,30 25 1-16,-11-15 4 16,11-3-3-16,1 3 3 15,9-3 3-15,1-10 2 16,1-2 1-16,-2-4-2 15,2-3 2-15,-6 2 1 16,-5-3-1-16,-8 3-1 16,-6 0 1-16,-17 10 3 15,0 0 4-15,0 0 3 16,0 0-3-16,-33-4-1 16,4 9 2-16,-9-3 3 15,-11 2-4-15,4-3-2 16,-4 6-5-16,2 5 1 0,6-1 1 15,3-1 0-15,11-5-7 16,8 0-3-16,19-5-1 16,0 0 0-1,0 0 1-15,0 0-3 0,35 2 0 16,-2-9 3-16,5 6 3 16,4-5 3-16,5 3 1 15,-6-4 0-15,-2-3 2 16,-6 4-2-16,-11 3 2 15,-6 6 5-15,-16-3 4 16,0 0 0-16,0 0 0 16,-28-3 0-16,-1 10 0 15,-4-2 0-15,-6 0-2 0,3-3-6 16,-2 5-2-16,8 2-3 16,8-4-4-1,3-2-2-15,19-3-3 0,0 0 3 16,0 0 1-16,19-5-2 15,7 0 0-15,3 0 4 16,2-4 6-16,9 2 1 16,6-5 0-16,-1-2-5 15,10 2-111-15,-1-4-66 16,-7-4-2-16,7-1-15 16,-11-9 12-16</inkml:trace>
  <inkml:trace contextRef="#ctx0" brushRef="#br0" timeOffset="12402.64">24431 23725 75 0,'-23'14'165'0,"1"0"-37"15,-4 1-24-15,14 4-5 16,-6-7-4-16,10 4-8 16,8-16-17-16,-11 21-25 0,11-21-46 15,0 0-8-15,0 0 2 16,0 0 3-16,23 1 6 16,-23-1 4-16,26-26 4 15,-7 4 0-15,2-1 1 16,5-3-3-16,-4-5-1 15,4-3-4-15,0-3 1 16,-3 4-3-16,-7 2 0 16,-1 5 1-16,-1 4 0 15,-9 3-4-15,-5 19-2 16,11-18-3-16,-11 18-2 16,0 0 1-16,0 0-1 15,0 0 1-15,-4 25 0 0,4-6 2 16,0 7 2-16,0 10 4 15,4 2 1-15,-1 9 3 16,4 6-3-16,-2 8-1 16,2-2 0-16,-3 2 1 15,3-3 0-15,-4-2 1 16,2-4-4-16,-1 1 0 16,-1-4 2-16,-3-6-1 15,4-7 1-15,-4 3-2 16,0-8 2-16,0-2-1 15,-4-5 2-15,4-3 2 16,-3-5-4-16,3-16 5 16,-9 26-1-16,9-26 3 0,0 0-1 15,-17 19 2-15,17-19-1 16,-19 5 0-16,19-5 0 16,-23 3-4-1,4-4 1-15,0-3-2 0,-4 6-3 16,-6 1-1-16,-1 1 2 15,1 1 0-15,-4 0 1 16,5 4 0-16,-1 1-2 16,3-1 0-16,0 3 2 15,3-3 0-15,4 1-2 16,5-3-3-16,14-7-1 16,-19 12-3-16,19-12 3 15,0 0 2-15,0 0 3 0,29-5-2 16,6-5 2-16,10-4 1 15,11-5 3 1,12-2 3-16,6 4 2 16,8-9-4-16,6 5-1 0,-1-3-2 15,-5 3 4-15,-6 5-2 16,-3 2 0-16,-12 4-1 16,-9-2-3-16,-14 5 3 15,-5 0-3-15,-17 0-112 16,-16 7-40-16,3-21-10 15,-22-5-4-15,-14-3-9 16</inkml:trace>
  <inkml:trace contextRef="#ctx0" brushRef="#br0" timeOffset="18378.89">25391 17419 212 0,'-12'-21'132'15,"5"2"-5"-15,7 19-6 16,-7-24-11-16,7 24-4 15,0 0-24-15,0 0-18 16,0 0-43-16,0 0-19 16,0 0 2-16,0 0-1 15,0 0 5-15,-4 15-4 16,4-15 5-16,0 23-5 16,0-8 7-16,4 6-8 15,-4 0-3-15,3 2 0 16,1-1 0-16,3 2 0 15,-4 1 0-15,6 2 0 0,-6-1 0 16,8 2 0-16,-6 3 0 16,5 2 0-16,-3 3 0 15,2 6 0-15,1 3 0 16,-3 7 0-16,-1 5 0 16,1 5 0-16,-4 4 0 15,4 1 0-15,-7 6 0 16,3 0 0-16,-3-4 0 15,2-1-4-15,2-3 0 16,-4-1 0-16,3 0-1 16,1 1 2-16,-1-3 1 15,1 2 1-15,-1 2-1 16,2 3 2-16,2 2-3 0,0-2 4 16,0 0-2-16,2 4-4 15,1-4 4-15,-1 2-4 16,-2-3 5-16,3-2-4 15,-1 1 3-15,-2 1-3 16,0-4 2-16,1-2 3 16,-1 4-2-16,0-4 2 15,0 2-2-15,-2-2 2 16,2 1-2-16,-3-4 2 16,6 5-2-16,-5 0 0 15,2-2-1-15,4 7 0 16,-6-1 0-16,2 1 1 15,0 2-1-15,0 3 0 0,-2-1 1 16,-1 0 2-16,-1-1-2 16,1-2 3-16,-1-3-2 15,0-1-2 1,1 0 3-16,1-2-4 0,-5-4 3 16,4 1-3-16,-1-4 4 15,-3 0-3-15,4 2 2 16,-4 0 0-16,3-2-1 15,-3 2 2-15,3 0 0 16,-3 0 1-16,2 1-3 16,2 1 4-16,-1-2-4 15,1-2 3-15,3 2 0 16,-4-4-5-16,2-1 4 0,-1 1-4 16,3 0 5-16,0 1-6 15,5 1 6 1,-2 0-4-16,-3-2 3 15,5 3 3-15,-1 0-3 0,1 1 3 16,-2-2-3-16,2 1 3 16,-1-3-3-16,-2 0 3 15,1-1-4-15,0-2 3 16,2 0 1-16,-1 0-5 16,-2-2 5-16,-2-3-4 15,3-2 3-15,-1-2-4 16,-2 0 5-16,0 1-6 15,1-8 2-15,-1 2 1 16,0 0-2-16,-3 0 2 16,4 0-2-16,-4-3 2 15,-1 1-1-15,4 2 2 16,-3 2-1-16,-3 0 2 0,3-2-2 16,-1 5 1-16,1 2-1 15,-1 2 2-15,4 1-4 16,-3 1-2-16,-3-1 4 15,3 1-2-15,3-2 4 16,-4 3-3-16,1-5 2 16,1 7-4-16,-2-6 4 15,1-2 1-15,3-1-3 16,-4-1 0-16,1-4-1 0,1-4 3 16,-5-3 8-1,3-3-5-15,1 0-5 16,-1 3 0-16,1-5 0 15,-1-4 0-15,-3 8 0 0,4-4 0 16,1 2 0-16,-2 6 0 16,1-6 0-16,-1 1 0 15,1-3 0-15,-4 11 0 16,3-15 0-16,-3-22 0 16,0 0 0-16,6 99 0 15,-6-99 0-15,0 0 0 16,0 95 0-16,0-95 0 15,0 0 0-15,-2 81 0 16,2-81 0-16,0 0 0 16,-4 75 0-16,4-75 0 15,0 0 0-15,0 76 0 0,0-76 0 16,0 0 0-16,0 0 0 16,0 69 0-16,0-69 0 15,0 0 0-15,0 0 0 16,0 0 0-16,0 0 0 15,0 0 0-15,0 0 0 16,0 0 0-16,0 0 0 16,0 0 0-16,0 0 0 15,0 0 0-15,0 0 0 16,0 0 0-16,0 0-73 16,-14-48-131-16,-20-49-12 15,-11-23-21-15,-30-42 2 16</inkml:trace>
  <inkml:trace contextRef="#ctx0" brushRef="#br0" timeOffset="21802.32">26011 18575 105 0,'-23'-8'114'16,"9"2"7"-16,14 6 15 15,-26-10-6-15,26 10-11 16,-16-7-10-16,16 7-18 16,0 0-18-16,0 0-48 15,23-14-25-15,-4 6 0 16,11-1 0-16,6-2 0 0,13 1 0 16,-1-2 0-16,13-2 0 15,2-1 0-15,-3 1 0 16,3-5-43-16,-2 7-63 15,-16-4-36-15,-5-1-23 16,-2 8-20-16,-21-8-6 16,-17 17 1-16</inkml:trace>
  <inkml:trace contextRef="#ctx0" brushRef="#br0" timeOffset="22788.02">26101 18239 367 0,'-19'0'203'0,"19"0"-50"15,-23 0-63-15,23 0-11 16,0 0-3-16,-10-17-21 0,10 17-55 16,14-16 0-16,-14 16 0 15,38-27 0-15,-12 9 0 16,3-1 0-16,8 0 0 15,5 0 0-15,-1 4 0 16,1-1 0-16,-2 4 0 16,-9 3 0-16,-1 4 0 15,-8 5 0-15,-8 5 0 0,-14-5 0 16,16 33-15 0,-16 0-3-16,-7 5 1 15,-9 12 3-15,-3 9 9 16,-11 4 3-16,1 4 1 15,-6 1 1-15,-5-3-1 0,2-2-1 16,-2-6 2-16,5-7 0 16,6-8 1-16,3-8 0 15,7-6-2-15,3-9 1 16,16-19 8-16,-10 19 4 16,10-19-3-16,0 0-1 15,26-2 0-15,0-8-1 16,9-6 0-16,8-1 0 15,9-5-8-15,9-3-1 16,3-1 2-16,9-1 5 16,-2 1-1-16,-3 3-2 15,-1 6-2-15,-11 1 0 0,0 4 0 16,-15 3 0-16,-3 3 0 16,-12 2 0-16,-6 2 0 15,-20 2-46-15,0 0-70 16,0 0-41-16,0 0-18 15,-9-26-11-15,9 26-1 16,-40-36 32-16</inkml:trace>
  <inkml:trace contextRef="#ctx0" brushRef="#br0" timeOffset="23480.52">26123 17462 461 0,'7'-15'200'16,"-7"15"-30"-16,0 0-76 0,0 0-42 15,0 0-19-15,-22-4-30 16,22 4-3-16,-26 33 1 16,10-5-13-16,-1 1 1 15,5 1 4-15,1 4 2 16,8-1 1-16,3-4 3 16,7-4 2-16,7-6 3 15,1-7 4-15,8-5 2 16,-1-7 1-16,1-5 0 0,-1-8-7 15,1 1-4 1,0-8 0-16,-6-1 0 16,2-5 0-16,-7-5 0 15,2 1 0-15,-10-3 0 0,-1-1 0 16,-10-3 0-16,-3 6-11 16,-6 0 3-16,-7 5-6 15,-6 5 7-15,-4 6-3 16,-2 6 11-16,-5 9 1 15,2 7-1-15,0 7 2 16,5 1-8-16,10 10-14 16,1-8-48-16,18 4-31 15,4-21-20-15,30 17-13 0,8-19-11 16,11-10-2 0,13-2 2-16,9-12 29 15</inkml:trace>
  <inkml:trace contextRef="#ctx0" brushRef="#br0" timeOffset="23723.69">26608 17225 337 0,'15'-5'137'16,"-15"5"-13"-16,0 0-10 15,7 15-25-15,-14 6-16 16,-7 9-14-16,2 9-30 16,0 8-21-16,-5 9-7 15,5 4 3-15,-2 8-2 0,-2 1 2 16,6 7-4-16,-2-3-1 15,1-4 2 1,2-2-4-16,-1-6 0 16,7-2-58-16,-4-14-40 0,7-10-22 15,3-13-20-15,-3-22-14 16,37 7-11-16,-15-30-1 16</inkml:trace>
  <inkml:trace contextRef="#ctx0" brushRef="#br0" timeOffset="24184.02">26905 17627 387 0,'13'-33'137'0,"0"8"-14"15,-13 25-18-15,0 0-22 16,0 0-26-16,0 37-18 16,-6 6-16-16,-1 6-24 15,4 6 5-15,0 9-2 0,-1 0 1 16,4 0-2-16,4-7 1 15,-4-8-1-15,3-8 1 16,0-10-1-16,1-6 1 16,-4-10-3-16,0-15 4 15,0 0 5-15,0 0 3 16,3-36 1-16,-3 1-1 16,0-8-3-16,2-9-8 15,2-10 0-15,-4-2 0 16,3-4 0-16,4 2 0 15,0 6 0-15,2 8 0 16,1 7 0-16,6 7 0 16,1 14 0-16,-1 8 0 0,6 11 0 15,-3 3 0-15,4 9-12 16,-4 3 1-16,-2 6 1 16,-5 8 6-16,-5 0 4 15,-10 4 3-15,-13 7 0 16,-10 1 3-16,-15 7-26 15,-22-1-71-15,-15-4-56 16,-9-2-24-16,-20-15-9 16,-3-9-2-16,-13-26-3 15</inkml:trace>
  <inkml:trace contextRef="#ctx0" brushRef="#br0" timeOffset="26510.67">23096 17253 204 0,'12'-19'131'16,"-5"1"-5"-16,4 3-1 15,-6-1-12-15,-5 16-9 16,7-24-18-16,-7 24-20 15,0 0-35-15,7-17-31 16,-7 17 1-16,0 0-1 16,0 0 1-16,0 0-2 15,0 0 0-15,-14 22 3 16,14 2 0-16,3 13 2 16,1 15-3-16,3 12-2 15,1 15 2-15,3 18 1 16,4 14 1-16,-1 3-2 15,-1 1-1-15,0-3-2 0,0-6-2 16,0-11 1-16,-4-14 0 16,-2-10-1-16,-3-17 2 15,2-13-2-15,-4-8 3 16,2-8-6-16,-4-25-7 16,0 20-92-16,0-20-56 15,0 0-19-15,14-33-6 16,-2 9 5-16,-2-19 44 15</inkml:trace>
  <inkml:trace contextRef="#ctx0" brushRef="#br0" timeOffset="26990.01">25361 16806 407 0,'0'0'182'15,"7"24"-53"-15,-14 6-64 16,11 18-16-16,-4 8-1 16,10 11-5-16,-1 8-12 15,1 2-72-15,9 8-72 0,1 2-41 16,-7-11-19 0,7 2-5-16,-14-14 2 15,-2 0 58-15</inkml:trace>
  <inkml:trace contextRef="#ctx0" brushRef="#br0" timeOffset="27963.7">23728 17587 307 0,'0'0'122'0,"-19"-18"6"16,19 18-8-16,-14-15-12 0,14 15-21 15,0 0-23-15,0 0-34 16,0 0-29-16,0 0 1 16,0 0-2-16,-3 22 1 15,6 3-1-15,4 6 0 16,3 9-1-16,-1 3 2 16,1 4-1-16,-1-1 2 15,2-1-2-15,-5-7 2 16,3-8-3-16,-5-8 0 15,-4-22-4-15,7 23-2 16,-7-23-1-16,0 0-2 16,3-24 1-16,-6-1-2 15,3-6 4-15,-4-9-1 0,1-6 5 16,-6-6-1-16,2-2 4 16,0 6-2-1,4 3 2-15,-3 7-2 16,3 8 1-16,-1 9 1 0,4 21 0 15,-3-19-1-15,3 19 3 16,0 0 1-16,0 0 1 16,26 26-1-16,-10-8 0 15,10 4 0-15,0 6 1 16,10 3 0-16,-1 4-3 16,5-3 0-16,-2 0-2 15,-2-3 1-15,-4-5-2 16,-6-3 1-16,-4-7-1 0,-4-2 1 15,-18-12-1 1,22 10 2-16,-22-10 0 16,0 0 0-16,4-26 2 15,-11 4-1-15,3-8 0 0,-3-6-1 16,-1-5 0-16,-3-10-5 16,1 1 5-16,1 3-1 15,-1 6 0-15,3 6 2 16,2 8 1-16,1 6 2 15,4 21-3-15,-3-19 7 16,3 19-4-16,0 15-44 16,3 6-69-16,-3 7-30 0,0 1-30 15,4 9-1-15,-8-6 0 16,11 7 38-16</inkml:trace>
  <inkml:trace contextRef="#ctx0" brushRef="#br0" timeOffset="28639.18">24370 17372 216 0,'0'0'131'0,"16"-3"-4"15,-16 3-20-15,0 0-10 16,0 0-19-16,0 0-9 16,0 0-27-16,0 0-24 15,0 0-14-15,15-2 1 16,-15 2 4-16,0 0 5 15,0 0-1-15,0 0-4 16,0 0-4-16,-15 10 0 16,15-10 5-16,0 0-1 15,-23 25-2-15,13-10-10 16,1 2 7-16,2 4-2 16,-1 2 7-16,1 1-6 15,0 0-1-15,7 0-5 0,0-3 0 16,0-3-2-16,3-3-4 15,-3-15-1-15,11 24-2 16,-11-24-1-16,15 12 1 16,-15-12 1-16,23 2 2 15,-8-5 1-15,-1-1 4 16,5 1 2-16,-3 1 2 16,3 0 2-16,-2 4 2 15,3 2 2-15,-5 1 0 16,-1 5 6-16,-14-10 0 15,23 26 0-15,-16-10-3 16,-4 1-1-16,-6 4-4 16,-8-1-1-16,-1 3-3 0,-9-1-3 15,-7-2-1-15,-1-5 3 16,-8-3 2-16,-1-5 2 16,2-3-45-16,-6-8-80 15,6-10-44-15,10 2-4 16,-2-10-4-16,11 1-4 15</inkml:trace>
  <inkml:trace contextRef="#ctx0" brushRef="#br0" timeOffset="29925.47">20051 17843 315 0,'-6'-24'136'0,"-1"-2"-7"16,-2-4-13-16,2 4-15 16,0-1-18-16,4 6-24 15,1 2-41-15,2 19-13 16,-4-21 0-16,4 21-1 15,-3 17-1-15,6 11 2 16,1 10-2-16,1 11 0 0,2 10-7 16,0 6 5-16,2 5-2 15,1-1 2-15,0-7-2 16,3-8 2-16,-6-9-4 16,-1-11 0-16,-4-8-1 15,2-8 0-15,-4-18 0 16,3 17-1-16,-3-17 5 15,0 0 1-15,0 0 2 16,-19-5 1-16,19 5 0 16,-23-14 0-16,8 7 0 15,-6 0-2-15,2 0-4 16,0 4-3-16,0 1 0 16,1 0 0-16,18 2 0 0,-26 0 2 15,26 0-1-15,-15 4 4 16,15-4 3-1,0 0 3-15,0 0-2 16,0 0-3-16,0 0-2 0,3 15-3 16,-3-15 0-16,26 5-2 15,-7-5-1-15,4-5-4 16,3-2 4-16,3-7 2 16,1-1 5-16,1-6-1 15,2-3 2-15,-3-4-2 16,-4 1-37-16,-4-6-56 15,-3 0-34-15,0 3-25 16,-12-3-13-16,-3 7-3 0,-11-1 0 16</inkml:trace>
  <inkml:trace contextRef="#ctx0" brushRef="#br0" timeOffset="30179.65">19954 17852 451 0,'-19'-7'155'0,"2"3"-37"16,17 4-23-16,-16-10-21 16,16 10-28-16,0 0-49 15,0-26-6-15,16 10-2 16,-2-1 4-16,8-4 4 16,8-1 1-16,1-3 1 0,5 1 0 15,6 0 0 1,3 3 0-16,-1 0 0 15,-6 1-73-15,-2 1-57 16,3 5-25-16,-13-5-11 0,0 5 1 16,-7-10-4-16</inkml:trace>
  <inkml:trace contextRef="#ctx0" brushRef="#br0" timeOffset="30451.84">20553 17479 417 0,'-2'49'172'16,"2"12"-1"-16,0 8-83 15,-3 9-51-15,3 12-1 16,-7 0-27-16,4 0 1 0,-10 0-4 16,6-4-2-16,-3-8 0 15,1-9-2-15,2-17 0 16,0-12-6-16,4-12-7 15,3-11-10-15,0-17-38 16,0 0-43-16,21-28-18 16,-6-3-13-16,5-7-9 15,-1-9 3-15,7-6 3 16</inkml:trace>
  <inkml:trace contextRef="#ctx0" brushRef="#br0" timeOffset="30928.18">20807 17898 239 0,'0'0'136'16,"0"0"-8"-16,0 0-10 16,0 32-12-16,-4-1-12 15,-5 0-22-15,9 9-23 16,-3 1-42-16,3 4-6 16,3-5-3-16,-1-2 0 15,5-3-2-15,0-11 1 16,0-5-3-16,-7-19 0 15,12 22 2-15,-12-22-1 16,0 0 1-16,0 0 1 16,0 0 0-16,4-25 0 15,-8 0 3-15,-5-8-1 16,-4-10 1-16,-3-7-2 0,-1-7 3 16,1-6-4-16,0 3 3 15,2 1-2-15,6 7 3 16,4 7-3-16,4 9 2 15,9 8-1-15,1 9 0 16,6 9 2-16,7 6 0 16,-3 4 2-16,3 5 0 15,-4 6 5-15,0 1 1 16,-5 9 4-16,-2-1-2 16,-5 6 0-16,-10-1-3 15,-4 4-2-15,-2 6-40 16,-5-6-41-16,2 6-45 15,2-2-33-15,-6-7-23 0,13-2-2 16,3-24 1-16,0 17 122 16</inkml:trace>
  <inkml:trace contextRef="#ctx0" brushRef="#br0" timeOffset="31516.7">21912 17549 555 0,'0'0'178'0,"-15"31"-52"16,8-2-86-1,0 8-21-15,7 4 1 16,-4 4-4-16,8 2-3 15,-1 1-15-15,4-4 0 0,2-5-3 16,1-7 1-16,-3-6-1 16,-3-7 2-16,-4-19 0 15,8 22-1-15,-8-22 0 16,0 0-2-16,0 0 1 16,0 0-1-16,0-31 2 15,-8 7-1-15,1-7 1 16,-7-11-1-16,-2-6 2 0,1-8 0 15,1-4 2 1,-2-4-4-16,9 1 4 16,4 4 0-16,3 9-2 15,10 7 3-15,6 10-1 16,3 9 4-16,5 12 0 0,0 12 6 16,1 10-3-16,-1 7 3 15,-3 6 5-15,1 6-4 16,-9 2 3-16,-3 6-5 15,-7-3-2-15,-3 1-4 16,-10-4-1-16,-2-1-1 16,-5-4-6-16,-3-4 0 15,1-3 0-15,0-3 1 0,2-4 1 16,17-12-11 0,-19 14-59-16,19-14-40 15,0 0-25-15,0 0-10 16,0 0-13-16,19-12-7 0,-5-1 53 15</inkml:trace>
  <inkml:trace contextRef="#ctx0" brushRef="#br0" timeOffset="31991.03">22327 17549 266 0,'4'-33'154'0,"-4"9"-18"16,0 1-17-16,0-3-21 15,-4 7-18-15,-3 0-25 0,7 19-30 16,-19-21-30-16,19 21 4 16,-26 11-7-16,4 4-3 15,2 8 8-15,1 3 0 16,-3 1 5-16,4 5-1 15,3 0 4-15,4 1-1 16,6-5 6-16,7 0 0 16,8-1-2-16,6-1 1 15,8-1-4-15,4-1 1 16,5 0-2-16,5-3-2 16,-1 0-3-16,1-6 0 15,-5-4 0-15,-4 1 0 16,-10-5-5-16,-3 1-1 0,-16-8-1 15,0 0 1-15,0 0 0 16,-19 19-2-16,-7-10 1 16,-9-4 1-16,-5 6 4 15,-1-3 0-15,-5 8-77 16,-2-4-53-16,-1-2-30 16,9 4-3-16,-1-5-1 15,8 6-2-15</inkml:trace>
  <inkml:trace contextRef="#ctx0" brushRef="#br0" timeOffset="42811.71">16871 20566 164 0,'0'0'162'0,"-26"0"-27"16,26 0-32-16,0 0-13 15,-22-11-6-15,22 11-15 16,0 0-18-16,0 0-16 16,0 0-10-16,0 0-13 15,22 18-9-15,-22-18 0 0,32 15-2 16,-6-8 0-16,7 2-2 16,5-6-2-16,5 1-2 15,2-4 0 1,7-4 1-16,2-4-1 0,2-1 0 15,-4-3 0-15,-4 0 1 16,-6-2 1-16,-2 2 1 16,-10-2 1-16,-11 2 6 15,-19 12 3-15,12-19 1 16,-12 19 1-16,-30-17 0 16,-1 13 0-16,-9-1 0 15,-5 3-2-15,-7 4-4 16,-9 0-3-16,6 3-1 0,-1 2 0 15,7 1 1-15,11-1-3 16,5 0 2-16,11 0-2 16,22-7-2-16,-7 16-1 15,24-11-2-15,14-3 1 16,9-1-2-16,12 1 0 16,9-4 1-16,5-5 1 15,9-1 1-15,-2-3 0 16,-4-2 3-16,-1 0-2 15,-7 0 3-15,-9-1-2 16,-12 3 3-16,-11 3 5 16,-13-3 4-16,-16 11 0 15,0 0 0-15,-23-17 0 0,-10 14 0 16,-9 4 1-16,-6-2-2 16,-11 1-6-1,-2 3-2-15,-1-1 0 16,1 1-1-16,5 2 1 0,4-3 0 15,7 2 0-15,9-4 0 16,10 0-1-16,7 0-1 16,19 0-1-16,0 0-1 15,0 0 1-15,0 0-1 16,36 19 0-16,-10-11 0 16,0 1 1-16,5-2 1 15,2-2 1-15,-7 0 1 0,-7 2 2 16,-1-5 2-1,-18-2-2-15,19 10-63 16,-19-10-86-16,-17 5-38 16,-3-1-9-16,-18-20-7 0,-5-3 48 15</inkml:trace>
  <inkml:trace contextRef="#ctx0" brushRef="#br0" timeOffset="47855.3">5137 19887 313 0,'0'0'161'0,"-22"-15"-46"16,22 15-25-16,-26-23-7 15,26 23-12-15,-33-29-17 16,14 15-11-16,-8-3-13 15,5-1-10-15,-8 3-8 16,4-1-9-16,0 2 0 16,0 0-3-16,-1 1 0 15,0 0 1-15,-2 0 0 16,3-1 0-16,-4 0 0 0,-4 0-1 16,1-2 0-1,0 4 0-15,-5-1 2 0,1-1-2 16,-5 2 1-1,1-2-1-15,1 0 1 0,2 0 0 16,-4-2 0-16,2-3-1 16,-2 4 0-16,6-4 1 15,-6 1 2-15,4 3 0 16,-2 1 0-16,-1 4 2 16,2 4-5-16,-1 5 0 15,6 4 0-15,-3 6 0 16,3 1 0-16,1 8 0 15,0-1 0-15,3 4-1 16,-1-2 1-16,5 3 1 16,-4 2-2-16,1 1 1 15,3 1 0-15,0 0 0 16,0 3-1-16,0 4 3 0,3 0-2 16,-6 3 0-16,1 4 0 15,2 3 0-15,-4 4 0 16,4 0 0-16,0 3 0 15,0 2 0-15,0 0 0 16,4 1 0-16,2 1-3 16,7-2 0-16,-3 0 2 15,4 0-3-15,5-2 2 16,0 0-2-16,3 0 3 16,4 1-3-16,7-6 2 15,0 0 0-15,5-2 0 16,2-2 1-16,5 1-1 15,4-4 0-15,7-5 0 0,4-4 0 16,6-3 0-16,5-7 2 16,7-3 0-16,6-9-1 15,8-5 1-15,5-11 0 16,3-5 1-16,10-5-1 16,1-5 1-16,5-6-2 15,0-2 1-15,2-3-2 16,-1-7 3-16,-3-1-3 15,-5-2 2-15,-4-5-2 16,-1-7 2-16,-7-2 1 16,-7-2-1-16,-1-3 2 15,-11 2-3-15,-7-2 2 16,-11 0-2-16,-11-5 2 0,-13 5 0 16,-10 0-3-16,-15 1 3 15,-8 4-2-15,-13 4 4 16,-2 10-2-16,-9 5 2 15,-2 12 1-15,-3 8-1 16,7 8 4-16,3 5-2 16,9 5-3-16,6 5-41 15,13-4-73-15,14 1-51 16,22-18-6-16,18-9-18 16,28-8-5-16,15-22 46 15</inkml:trace>
  <inkml:trace contextRef="#ctx0" brushRef="#br0" timeOffset="48971.1">18699 15525 685 0,'0'0'210'16,"-33"-7"-82"-16,11-8-128 16,-1-1 0-16,4-5 0 15,-3-3 0-15,-11-5 0 0,1-6 0 16,-11-1 0-16,1-1 0 16,-10 3 0-16,-3-3 0 15,-6 3 0-15,-7-1 0 16,-3 4 0-16,-11 2 0 15,1 1 0-15,-13 5 0 16,-7-1 0-16,1 3 0 16,-10 4 0-16,-1 3 0 15,-5 4 0-15,-4 1 0 0,0 4 0 16,-3 5 0-16,0 9 0 16,-4 1 0-1,4 7 0-15,0 6 0 16,3 6 0-16,0 8 0 0,4 4-6 15,1 8-1-15,6 8 5 16,5 7 5-16,3 8 0 16,7 10-3-16,6 8 0 15,8 7 1-15,14 8-2 16,9 3 0-16,17-1-2 16,10-5-4-16,18 0-2 15,16-7 0-15,11-8 0 16,18-7 1-16,16-11 1 15,15-7-1-15,14-8 3 16,11-4 1-16,17-8 4 16,5-8 0-16,12-6 1 15,5-7 0-15,10-9-1 0,4-7 1 16,0-10 0-16,4-9-2 16,3-9 2-16,4-6-1 15,3-11 1-15,-1-7-1 16,-2-6 2-16,-1-6 0 15,1-3-1-15,-2-8 2 16,-5-2-1-16,-9-4-1 16,-7-4 1-16,-14 4-2 15,-15-2 0-15,-21 2-2 16,-17 3 3-16,-25 4 1 16,-24 1 4-16,-25 4 0 15,-24 5 0-15,-17 9 1 16,-19 9 0-16,-14 8 3 0,-12 10-3 15,-11 15-1-15,-1 16-2 16,-7 15-3-16,5 18-18 16,-2 15-95-16,2 22-52 15,13 25-11-15,1 17-6 16,14 22 0-16,1 10-7 16</inkml:trace>
  <inkml:trace contextRef="#ctx0" brushRef="#br0" timeOffset="49883.75">17701 19922 605 0,'-17'-4'179'16,"-11"-4"0"-16,-1-1-166 15,-1-3-15-15,-3-2 1 16,-2 0 0-16,-1-1 1 15,-6 3 1-15,-3-1 1 16,0 3-1-16,-7 3 0 16,0 2 0-16,0 5 0 0,-4 2 0 15,-1 5 1 1,1 0-2-16,1 3-1 16,-6 4 2-16,2 3 0 15,0 2-1-15,2 2 0 0,-2 1 1 16,3 4-2-16,-1 0 1 15,5 4-2-15,0-1 1 16,7 4-1-16,3-2 2 16,5 4-4-16,5-1 2 15,5 6-1-15,5 2-6 16,10 3 8-16,1 2-7 16,11 3 6-16,0 3-6 15,11 6 8-15,4 2-8 16,4-2 7-16,8 0 2 0,5 1-5 15,5-1 3 1,8-5-2-16,4-8 2 16,8-4 0-16,5-9 3 0,6-7-2 15,3-11 3-15,7-11 1 16,4-13 0-16,1-13 0 16,2-9 0-16,2-11 0 15,2-10-1-15,-6-5 1 16,2-4-1-16,-10-4 3 15,-11-1-2-15,-9 0 3 16,-9 0-1-16,-17-3 1 16,-13 2 3-16,-9 1-8 15,-14-4 2-15,-12 5-6 16,-11-5 3-16,-5 1-4 16,-11-7-69-16,-3-5-103 15,-5-4-6-15,-8-16 3 0,4-8-7 16,6-31-2-16</inkml:trace>
  <inkml:trace contextRef="#ctx0" brushRef="#br0" timeOffset="51204.68">27049 23571 131 0,'0'0'116'15,"-21"22"-1"-15,21-22 5 16,-12 19-2-16,12-19-13 15,0 0-10-15,0 18-20 16,0-18-14-16,0 0-12 16,0 0-11-16,0 0-38 15,15-21 0-15,-15 21 0 16,14-35 0-16,-2 9 0 16,-5-8 0-16,5-1 0 0,-1-5 0 15,-1-1 0-15,-1-1 0 16,1-1 0-16,-3 5 0 15,-2 7 0 1,-1 6 0-16,-4 8 0 0,0 17 0 16,0 0 0-16,0 0 0 15,-4 26 0-15,4 2 0 16,0 5-2-16,0 8-2 16,4 4 2-16,3 4 5 15,3 1-10-15,-1 5 5 16,1 1 2-16,-1 1-2 15,2 2 2-15,1-7-2 16,-5 1 1-16,-4-3 1 0,1-3 1 16,-1-4-2-16,0-3 2 15,-6 0-1-15,3-5 2 16,-7-4-1-16,4-3 1 16,-10-6-2-16,3 1-2 15,-6-8 4-15,-1 1-5 16,-2-8 4-16,0 6-3 15,-4-7 6-15,8 0-2 16,-3-5 4-16,18-2-4 16,-26 5-4-16,26-5 7 15,0 0-5-15,0 0 0 16,0 0 0-16,18-16 0 16,1 13 0-16,12-7 0 0,9 3 0 15,12 1 0-15,9-1 0 16,13-3 0-1,11-5 0-15,6-5 0 16,-1 0 0-16,-5-11-25 0,-3-9-154 16,-15-12-11-16,-22-17-26 15,-12-13 1-15,-40-25 18 16</inkml:trace>
  <inkml:trace contextRef="#ctx0" brushRef="#br0" timeOffset="51932.2">26707 19465 615 0,'0'0'217'0,"-23"-23"-46"15,23 23-151-15,-26-17-20 16,26 17 0-16,-22-3 0 15,22 3 0-15,-28 12 0 16,10 2 0-16,3 10 0 16,1 9 0-16,-2 7 0 15,4 5 0-15,2 8 0 16,3 3 0-16,10 4 0 16,4-3 0-16,5-1 0 0,9-8 0 15,2-8 0-15,8-11 0 16,9-10 0-16,2-12 0 15,3-14 0-15,-4-12 0 16,3-8 0-16,-3-8 0 16,-2-5 0-16,-10-6 0 15,-12-8 0-15,-8 0 0 16,-5 1 0-16,-11 4 0 16,-9 4 0-16,-7 5 0 15,-3 7 0-15,-10 13 0 16,-6 11 0-16,-3 16 0 15,0 19-27-15,-11 12-118 0,4 16-35 16,-3 18 2-16,-2 11-4 16,5 16 2-16</inkml:trace>
  <inkml:trace contextRef="#ctx0" brushRef="#br0" timeOffset="52532.63">26406 20827 318 0,'0'-28'182'16,"0"28"0"-16,0 0-62 15,-7-20-40-15,7 20-13 16,0 0-13-16,-26-2-34 16,26 2-20-16,-29 12 0 15,6 0-1-15,1 6 0 16,3 6 3-16,-4 9-2 15,4 5 0-15,5 5 0 16,5 4 0-16,6 1 0 16,8 2 0-16,9-3 0 15,12-2 0-15,12-7-3 16,7-3 3-16,7-11-5 0,4-7 7 16,7-8-4-16,-3-14 6 15,5-7 0-15,-6-16-4 16,-7-8 0-16,-7-9 0 15,-7-6 0-15,-9-13 0 16,-6-1 0-16,-13-3 0 16,-10 1 0-16,-10 4 0 15,-9 8 0-15,-11 6 0 0,-4 11 0 16,-6 19 0-16,-9 16 0 16,1 15 0-1,-1 17 0-15,0 25-69 16,-3 12-73-16,4 20-36 0,6 20-1 15,-3 1-6-15,8 11-4 16</inkml:trace>
  <inkml:trace contextRef="#ctx0" brushRef="#br0" timeOffset="53096.03">26604 22110 614 0,'-14'-19'207'0,"-1"0"-9"15,15 19-194-15,-23-33-4 16,9 17 0-16,14 16 0 15,-26-19 0-15,26 19 0 16,-22 2 0-16,22-2 0 16,-26 22 0-16,14 3 0 15,-8 2 0-15,10 13-13 16,-2 3 5-16,1 8 5 16,8 1-4-16,6 3 6 15,4 0-3-15,12-1 4 16,4-4-3-16,3-8 5 0,11-6 2 15,-3-6 3-15,8-10 1 16,1-9 2-16,2-6-2 16,1-15-8-16,-1-6 0 15,0-13 0-15,3-4 0 16,-2-11 0-16,0-2 0 16,-7-10 0-16,-6-3 0 15,-2-3 0-15,-9 2 0 16,-8-3 0-16,-10 6 0 15,-8 5 0-15,-10 9 0 16,-5 15 0-16,-15 9 0 16,-3 17 0-16,-24 9-88 15,-5 16-104-15,-12 13-7 0,-24 2 2 16,-21 11 5-16,-27-9 38 16</inkml:trace>
  <inkml:trace contextRef="#ctx0" brushRef="#br0" timeOffset="57098.87">27774 17222 177 0,'7'-54'155'0,"-7"-2"-10"16,4-2-12-16,-3 4-5 0,-1 4-13 16,7 10-14-16,-7 0-32 15,4 16-69 1,-8 5 0-16,4 19 0 15,0-16 0-15,0 16 0 0,0 0 0 16,0 0 0-16,0 0 0 16,-3 19 0-16,3-19 0 15,3 28 0-15,1-9 0 16,3 5 0-16,1 6 0 16,3 4 0-16,-1 1 0 15,2 1 0-15,-1 4 0 16,4-2 0-16,-2 2 0 15,4 0 0-15,-1 0 0 16,-3 1 0-16,3 6 0 16,0 3 0-16,-2 2 0 15,1 2 0-15,-1 3 0 16,-2 2 0-16,-1 1 0 0,1 4 0 16,-2 2 0-16,2 0 0 15,2 5 0-15,-2 0 0 16,2 2 0-16,-2 6 0 15,-1 3 0-15,1 1 0 16,-2 0 0-16,3-2 0 16,0 2 0-16,0 4 0 15,0 1 0-15,0-1 0 16,1-3 0-16,-2 3 0 16,2-1 0-16,-2 3 0 15,-2 1 0-15,-1 1 0 16,1 5 0-16,-1 1 0 15,1 6 0-15,-3 7 0 0,2 2 0 16,-2 4 0-16,3 3 0 16,-4 4 0-16,4-1 0 15,-3-3 0-15,2-1 0 16,1-1 0-16,0-2 0 16,3-6 0-16,0 0 0 15,0-4 0-15,2 1 0 16,-1 3 0-16,2 0 0 15,-2 0 0-15,1-5 0 16,-3 3 0-16,2 1 0 16,-2-3 0-16,2 1 0 15,2-6 0-15,-2-3 0 16,1 0 0-16,1 3 0 0,-2 4 0 16,2-5 0-16,-3-2 0 15,-4 5 0-15,2-2 0 16,1-1 0-1,-5 1 0-15,0-1 0 0,1 0 0 16,-4-2 0-16,3 3 0 16,0-8 0-16,-2 0 0 15,2-2 0-15,-4-2 0 16,4-9 0-16,2-1 0 16,-6-1 0-16,8-3 0 15,-4-1 0-15,1-2 0 16,3-6 0-16,-3 1 0 0,3-5 0 15,-4-4 0-15,1-5 0 16,-1-5 0-16,0-6 0 16,0-5 0-16,-1-3 0 15,-3-8 0-15,0-8 0 16,1 4 0-16,-4-21 0 16,7 27 0-16,-7-27 0 15,3 19 0-15,-3-19 0 16,0 0 0-16,9 26 0 15,-9-26 0-15,0 0 0 16,4 23 0-16,-4-23 0 16,0 0 0-16,0 0 0 15,0-35-160-15,-11-17-24 0,-5-32-18 16,-10-41 6 0,-7-38-3-16</inkml:trace>
  <inkml:trace contextRef="#ctx0" brushRef="#br0" timeOffset="57927.46">28227 19011 126 0,'0'0'114'0,"-22"-3"-14"15,22 3-13-15,0 0 17 16,-28-24 2-16,28 24-2 16,-10-21-3-16,10 21-12 15,-7-17-23-15,7 17-40 16,0 0-26-16,0 0 0 15,0 0 0-15,-4-16 0 16,4 16 0-16,0 0 0 16,0 0 0-16,21-2 0 15,1-3 0-15,10-4 0 0,8-3 0 16,15 2 0-16,13-4 0 16,15-3 0-16,11-2 0 15,17-2 0-15,9-2 0 16,10 3 0-16,9-5 0 15,10 1 0-15,4-2 0 16,8 0 0-16,3 2 0 16,-3-2 0-16,-1 4 0 15,-6 1 0-15,-12 4 0 16,-8 3 0-16,-25 2 0 16,-17 3 0-16,-20 4 0 15,-20 3 0-15,-14 0 0 16,-16 2 0-16,-22 0 0 0,0 0-6 15,7-17-142-15,-7 17-28 16,-29-26-10-16,3 3-3 16,-19-13-3-16</inkml:trace>
  <inkml:trace contextRef="#ctx0" brushRef="#br0" timeOffset="58643.48">28873 17637 179 0,'0'0'184'0,"0"-28"-4"16,0 13-48-16,0 15-31 16,-3-30-5-16,3 30-8 15,0-24-25-15,0 24-63 16,0 0 0-16,3-17 0 15,-3 17 0-15,0 0 0 16,0 0 0-16,0 0 0 16,0 0 0-16,0 0 0 0,-3 21 0 15,6 1 0 1,0 9 0-16,1 9 0 16,-1 10 0-16,6 14 0 15,-2 7 0-15,0 4 0 0,0-1 0 16,2 2 0-16,-2-5 0 15,-1-5 0-15,0-5 0 16,1-10 0-16,0-7 0 16,0-6 0-16,-2-10 0 15,-2-6 0-15,4-5 0 16,-7-17 0-16,7 19 0 16,-7-19 0-16,0 0-35 15,0 0-105-15,16-33-33 16,-16 13-6-16,-4-11 3 15,4-4-4-15</inkml:trace>
  <inkml:trace contextRef="#ctx0" brushRef="#br0" timeOffset="59342.97">28571 17749 266 0,'0'0'176'16,"-5"-15"1"-16,5 15-53 16,8-24-30-16,-8 24-8 15,23-28-10-15,-6 18-52 0,2-6-24 16,4-1 0-16,0 1 0 15,6 2 0-15,4 0 0 16,2 2 0-16,5 0 0 16,5 0 0-16,0 3 0 15,4 6 0-15,3 0 0 16,-4 3 0-16,4 1 0 16,-3 6 0-16,-4 2 0 15,0 3 0-15,-7 4 0 16,-5 1 0-16,-3 4 0 15,-1 3 0-15,-10 4 0 16,1 1 0-16,-7 6 0 16,-4 1 0-16,-2 5 0 0,-7 6 0 15,0 2 0-15,-7-1 0 16,-5 4 0-16,-2-2 0 16,-2 2 0-16,-6 0 0 15,-8-2 0-15,1 1 0 16,-9-5 0-16,-2 3 0 15,-5-1 0-15,-7-1 0 16,-2 0 0-16,2-1 0 16,-4-8 0-16,1 1 0 15,3-8 0-15,3-2 0 16,7-6 0-16,4-6 0 16,2-3 0-16,10-7 0 0,3 0 0 15,7-4 0-15,16-3 0 16,-17 0 0-16,17 0 0 15,0 0 0 1,0 0 0-16,0 0 0 0,7-17 0 16,-7 17-5-16,14-28-138 15,-2 13-29-15,2-10-4 16,5-1-1-16,4-10-4 16</inkml:trace>
  <inkml:trace contextRef="#ctx0" brushRef="#br0" timeOffset="59952.41">29616 18120 373 0,'0'0'177'0,"0"0"3"16,0 0-45-16,0 0-51 0,0 0-26 15,-14-5-42 1,14 5-16-16,0 0 0 15,-19 7 0-15,19-7 0 16,-12 15 0-16,12-15 0 0,-18 30 0 16,6-10 0-16,2 5 0 15,-2 2 0-15,1 3 0 16,-1 1 0-16,5 0 0 16,4-1 0-16,3-6 0 15,0 0 0-15,3-5 0 16,8-2 0-16,-11-17 0 15,26 23 0-15,-7-18 0 16,0 0 0-16,7-5 0 16,-4-1 0-16,5-3 0 15,-1-3 0-15,-4-2 0 16,1-4 0-16,-8-1 0 16,6-4 0-16,-9-1 0 0,-5-1 0 15,0-5 0-15,-5-1 0 16,-7-3 0-16,-2 1 0 15,-4-1 0-15,-8 1 0 16,-3 6 0-16,-8-3-144 16,-5-9-45-16,9-1-9 15,-10-27-4-15,17-14-5 16</inkml:trace>
  <inkml:trace contextRef="#ctx0" brushRef="#br0" timeOffset="64870.9">22726 20047 80 0,'-17'10'49'0,"17"-10"10"16,0 0 11-16,0 0-2 15,0 0-2-15,0 0 0 0,0 0 13 16,0 0 6-16,0 0-9 16,0 0-14-16,17-5-12 15,-17 5-5-15,0 0-2 16,0 0-7-16,23-16-16 15,-7 11-15-15,3-2-2 16,7 0 0-16,3-5-2 16,4 2 1-16,5-1-2 0,6-1 2 15,1 2-3 1,4-2 1-16,3 1-1 16,1 1 0-16,0 1 0 15,2 2 0-15,-3 2 1 0,0 2-1 16,-7-1 0-16,-6 2 0 15,-3 2 1-15,-7 2 0 16,-6 0 1-16,-7 1-1 16,-16-3-1-16,15 5 3 15,-15-5 0-15,0 0 0 16,0 0-1-16,-19 4 1 16,4-9-1-16,-5-4 0 15,-2-1-1-15,-4-2 0 16,-4-6-2-16,1 3 0 15,-1-3 0-15,1-1 0 16,5 2 1-16,-1 1 0 16,6 1-1-16,4 5 2 0,15 10-1 15,-20-16 1-15,20 16 1 16,0 0-2-16,0 0 1 16,0 0-1-1,0 0-1-15,0 0 0 0,0 0 1 16,0 0 0-16,0 0 0 15,0 0 1-15,20 9-1 16,-20-9 1-16,34 19 2 16,-13-7-2-16,2 0 0 15,-1 3 1-15,1-1-1 16,-1 0 0-16,1 3 0 16,-4-1 0-16,-5 3 0 15,-2 4 0-15,-5 1 3 0,-4 5-2 16,-3 4 1-16,-7 3-1 15,-3 4 2-15,-9 2-2 16,-4-1 2-16,-3 4-3 16,-3-1-3-16,-2-6 3 15,-2-2-3-15,3-6 4 16,-1-6-91-16,7-7-63 16,8-3-22-16,0-12-4 15,16-2-12-15,-22-14 17 16</inkml:trace>
  <inkml:trace contextRef="#ctx0" brushRef="#br0" timeOffset="66031.73">22824 21004 52 0,'-23'1'88'0,"23"-1"-40"15,-26 9-2-15,26-9 13 16,-19 7 22-16,19-7 17 16,0 0-5-16,-21 4-9 15,21-4-3-15,0 0-6 16,0 0-7-16,0 0-16 16,0 0-21-16,17-6-29 15,-17 6 0-15,26-5 1 0,-6 3 3 16,2 1 1-16,8-1-3 15,-1 0 0-15,9 0-2 16,4 1-2-16,-2-1 0 16,2 0-1-16,-4 2 0 15,2 0-2-15,-6-1 2 16,-1 2 0-16,-3-1 0 16,-4 2 1-16,0-2-2 15,-7 2 1-15,-3-1 0 16,1-1 0-16,-17 0 0 15,23 6 0-15,-23-6-1 16,15 3 1-16,-15-3 0 0,0 0 1 16,0 0-2-16,16 7 1 15,-16-7 2-15,0 0 1 16,0 0 3-16,0 0-1 16,0-17-1-1,0 17 1-15,-5-21-1 0,5 21-2 16,-7-31-9-16,3 15-12 15,-3-3-13-15,7 19-7 16,-8-34-2-16,8 34-1 16,-7-30 2-16,7 30 3 15,-11-26 17-15,11 26 33 16,-12-22 16-16,12 22 8 16,0 0 3-16,-22-19 0 0,22 19 1 15,0 0-3-15,0 0-9 16,-20-6-21-16,20 6-7 15,0 0 1-15,0 0 0 16,0 0 0-16,0 0-1 16,0 0 2-16,20 14-1 15,-20-14 0-15,33 23 0 16,-14-9-1-16,3 1 0 16,4 4 0-16,0-1 0 15,-3 2-3-15,-1 1 0 16,-3 0-1-16,1 1 2 15,-10 1-2-15,-1 1 3 16,-6 2-2-16,-6 0 2 0,-3 3 0 16,-7 3 0-16,-3 2 1 15,-7 1-4 1,1 1 5-16,-4 1-6 16,0-3 4-16,0 1-4 0,0 3-21 15,-4-9-67-15,8 4-46 16,3 0-27-16,-1-2-13 15,7 9 0-15,-7-4 24 16</inkml:trace>
  <inkml:trace contextRef="#ctx0" brushRef="#br0" timeOffset="66907.35">23056 22525 379 0,'4'18'187'0,"-4"-18"-29"16,0 0-74-16,0 0-38 0,10-18 0 15,9 17-5-15,0-6-35 16,7 1-2-16,7 1-1 15,6 0-1-15,6 2 0 16,3-1-1-16,8 1-2 16,-4 3 0-16,3 0 2 15,1-2-1-15,-6 2 2 16,2 0-2-16,-3 0 2 16,-9 0-2-16,-2-2 4 15,-5 0-1-15,-7 1-2 16,-3 1 2-16,-8-2 0 15,-15 2 3-15,19-3-1 16,-19 3 1-16,0 0-2 0,-8-18-4 16,8 18-1-16,-30-24-2 15,8 8 1-15,-4-1-3 16,-4-2 0-16,-5 2-1 16,2-1 2-16,0 5 4 15,2-1 3-15,-2 3-1 16,7 4-5-16,0 4-1 15,7 1-1-15,2 2 0 16,17 0-1-16,-19 4 1 16,19-4-1-16,0 0 1 15,13 15 7-15,3-6 2 16,3 0 0-16,4 3 2 0,6 2 0 16,4-1-2-16,0 3-1 15,-2 0-2-15,6 1 1 16,-2 0-1-16,-6 0-3 15,-3 1-1-15,-3 3-2 16,-8-2 1-16,-4 5 0 16,-8 4-1-16,-10 6-3 15,-5 3 4-15,-10 4-1 16,-1 2 3-16,-10 2 0 16,0 4 0-16,-2-4-2 15,-1-5-6-15,6-2-82 16,-4-4-52-16,1-6-28 15,10 3-8-15,1-7 0 0,2 4 39 16</inkml:trace>
  <inkml:trace contextRef="#ctx0" brushRef="#br0" timeOffset="67812">23074 23955 158 0,'26'7'188'16,"-11"-10"-28"-16,4-8-53 15,14 6-21-15,0-5 2 16,16 4-5-16,-4-6-23 15,12 9-28-15,2-4-28 0,2 2-1 16,2-1 0-16,-3 5-3 16,6-1 2-1,-5 0 2-15,-2-3-3 16,-2 2 2-16,-1-3-1 0,-4 6 0 16,0-3 0-16,-7-2 0 15,-3 0-1-15,-6 1-2 16,-10 4 2-16,0-2 0 15,-10-3 2-15,-16 5-2 16,7-15-39-16,-7 15-27 16,-30-16-18-16,1 0-5 15,1 10-8-15,-15-12-5 16,5 13-7-16,-11-9-2 16,4 7 39-16,1-5 36 15,3 5 28-15,3-3 23 16,8-1 27-16,4 6 9 15,3 0 16-15,23 5 21 0,-22-12 17 16,22 12-9-16,0 0-9 16,22-9-16-16,-6 6-19 15,7 3-8-15,3-5-9 16,3 10-19-16,1-3-15 16,1 4 0-16,2 1-1 15,0 7-1-15,-4-2-1 16,-3 2 1-16,2 0 0 15,-2 0 2-15,0 2-2 16,-3 4-1-16,-1 1 0 16,-4 0-1-16,-3 1-2 15,-4 3 0-15,-6 2 1 0,-5 3 0 16,-5-3-1-16,-9 1 4 16,-5 7-3-16,-7 5 0 15,-12-1 4-15,-2 6-1 16,-12-1-2-16,-6 4 0 15,-1-3-59-15,-8-10-75 16,-5-16-42-16,6-16-5 16,-1-20-15-16,6-11 4 15</inkml:trace>
  <inkml:trace contextRef="#ctx0" brushRef="#br0" timeOffset="71738.78">29113 19183 345 0,'-9'-26'196'15,"-2"7"-43"-15,11 19-24 16,-12-28-19-16,12 28-20 16,-14-19-90-16,14 19 0 15,0 0 0-15,-22-2 0 16,22 2 0-16,-23 18 0 15,8 4 0-15,-3 1 0 0,-1 8 0 16,-3 3 0-16,3 13-10 16,-1 2-7-16,3 2 9 15,5 3-1 1,2-2 11-16,4-2-2 0,6-3 6 16,6-2 0-16,4-10 4 15,6-2 3-15,3-9-6 16,7-3-7-16,-4-9 0 15,8-5 0-15,-4-7 0 16,3-7 0-16,1-7 0 16,-4-5 0-16,0-7 0 15,-4-2 0-15,1-3 0 16,-4-2 0-16,-5-3 0 0,-2-2 0 16,-5-4 0-1,-2 2 0-15,-1-1 0 16,-9-1 0-16,-2 4 0 15,-4-2 0-15,-1 6 0 0,-5 3 0 16,1 6 0-16,-3 1 0 16,0 3 0-16,-4 2 0 15,6 9-49-15,-6 3-76 16,8 7-36-16,15 0-11 16,-30 28 2-16,23 3-4 15,-5 5 3-15</inkml:trace>
  <inkml:trace contextRef="#ctx0" brushRef="#br0" timeOffset="72407.25">29085 20225 585 0,'-7'-18'189'0,"3"1"-34"0,4 17-77 16,-19-17-62-16,19 17-16 16,-17-2 0-16,17 2 0 15,-28 11-12-15,28-11 0 16,-29 34 5-16,18-6 2 16,-1 6 2-16,2 6-1 15,1 5 3-15,2 4 0 16,7 1 2-16,0 0-1 15,7-3 3-15,2-6 2 16,6 1-2-16,6-7 4 16,2-9 3-16,6-2 2 15,2-5-8-15,6-9-4 0,1-10 0 16,2-8 0-16,2-11 0 16,-1-7 0-16,-4-7 0 15,1-7 0-15,-5-5 0 16,-7-2 0-16,-7-3 0 15,-3-2 0-15,-9 0 0 16,-7 0 0-16,-7 0 0 16,-5 5 0-16,-2 6 0 15,-12 6 0-15,0 8 0 16,-6 8 0-16,-4 10-4 16,-2 5-11-16,1 10 2 15,-4 2 6-15,8 10-75 16,-2 2-50-16,2 12-38 0,10 9 0 15,1 1-5-15,11 13-3 16</inkml:trace>
  <inkml:trace contextRef="#ctx0" brushRef="#br0" timeOffset="73383.95">29210 21973 575 0,'0'0'189'16,"0"0"-31"-16,0 0-81 16,17-26-63-16,-8 4-4 15,-2-11-10-15,3-4 0 16,-5-4 0-16,6-8 0 15,-4 1-3-15,1-1-1 16,-1 1-3-16,0 3 3 16,-3 9 1-16,-1 8-3 15,2 9 2-15,-5 19 9 0,0 0-3 16,0 0 0-16,0 0 1 16,-5 26 0-1,2 3 0-15,6 11 4 16,-3 9-2-16,2 6-9 0,5 9 4 15,0 5 1-15,0 0-2 16,1 1 2-16,-4-1 0 16,3-3-5-16,0-9 5 15,-5-5-4-15,1-5 2 16,-3-9-5-16,0-7 4 16,-3-5-7-16,1-9 5 15,2-17 0-15,-11 23 3 0,11-23 0 16,-15 8 2-1,15-8 1-15,-21 2-1 16,21-2 0-16,-28 2-1 16,14-1 0-16,-5 1-2 15,4 3-2-15,1 0 2 0,14-5 0 16,-23 13 2-16,23-13 5 16,0 0-1-16,-15 10-6 15,15-10-2-15,0 0 0 16,19-5-1-16,-19 5 0 15,33-18-1-15,-7 6-4 16,5-1 2-16,2-3 4 16,5-1 4-16,-2-2 5 15,3 5-5-15,-3-2 0 16,-3 8 0-16,-5-5-46 16,-2 15-69-16,-4 2-26 15,-22-4-31-15,27 31-4 0,-24-10 0 16,0 18 56-16</inkml:trace>
  <inkml:trace contextRef="#ctx0" brushRef="#br0" timeOffset="74350.64">29474 23671 518 0,'0'23'179'0,"0"-23"-20"15,0 0-70-15,3-18-62 16,2-2-24-16,6 1 2 16,-8-7 5-16,6-4 3 15,-2-6-2-15,0-6-7 0,0-1-1 16,-6 3-1-16,3-3-2 15,-4 3 0-15,3 5 0 16,-3 6 0 0,0 12-5-16,0 17 10 0,0 0-7 15,0 0 2-15,0 0 2 16,-7 36-6-16,7-8 6 16,4 10-3-16,-4 2 4 15,7-1-3-15,0 8 0 16,0 2-1-16,1 3-2 15,-1-2 2-15,2-2-3 16,1-1 3-16,1 0-2 16,1 0 2-16,-2-2-2 0,-1-4 3 15,2-3-4 1,-1 2 2-16,-5-2 2 16,6-7 2-16,-8-8-1 15,0-3 1-15,1-4 0 0,-4-16 2 16,0 16 5-16,0-16-6 15,0 0-3-15,0 0 0 16,-17-4 0-16,17 4 0 16,-19-5 0-16,19 5 0 15,-27 3 0-15,27-3 0 16,-26 7 0-16,7-1 0 16,0 4 0-16,-2 0 0 15,2 4 0-15,-3 2 0 16,-4-4-1-16,3 2-2 15,4-4-3-15,3-1-8 16,16-9 4-16,-17 5 0 16,17-5 3-16,0 0 1 0,14-12 0 15,5 1-3-15,4 3 5 16,6-1 7-16,6 2 0 16,5-3-1-16,5 1-2 15,4 1-1-15,3 4-1 16,0-1 1-16,1 1 0 15,3 6 1-15,-11 2-1 16,-1-4-1-16,-6 5-1 16,-12-2-3-16,0 1 2 15,-26-4-72-15,19 3-86 16,-19-3-11-16,0 0-23 16,-19-7-2-16,-19-7 70 0</inkml:trace>
  <inkml:trace contextRef="#ctx0" brushRef="#br0" timeOffset="78694.73">29765 18449 1 0,'0'0'36'15,"0"0"-2"-15,0 0-15 16,9 15-14-16,-9-15-22 16,0 0-33-16,0 0 23 0,3-36 27 15,4 8 0-15</inkml:trace>
  <inkml:trace contextRef="#ctx0" brushRef="#br0" timeOffset="86068.97">31341 14838 452 0,'-7'-26'196'0,"4"5"-38"16,3 21-31-16,0-21-37 15,0 21-90-15,0 0 0 16,3 20 0-16,4 7 0 16,-1 8 0-16,4 17-19 15,0 10-3-15,6 14 13 16,0 11 12-16,3 10-1 15,-2 5 2-15,-1-2-2 16,-1-5 2-16,-1-6-2 0,-2-10 2 16,-1-11 0-16,-8-9 0 15,1-18 0-15,-1-8 1 16,-6-12 1 0,3-21-3-16,-4 19-2 0,4-19-3 15,-10-16-10-15,-2-6-39 16,8-1-33-16,-6-10-22 15,1-3-17-15,-1-5-3 16,-2-8-8-16,5 1-4 16,-4-8 10-16,3 8 31 15,-3-8 78-15</inkml:trace>
  <inkml:trace contextRef="#ctx0" brushRef="#br0" timeOffset="86564.32">31185 15131 357 0,'-29'-18'129'0,"-1"4"-6"0,4-1-17 16,7 3-13-16,-4-2-18 15,23 14-15-15,-22-19-38 16,22 19-23-16,-7-21 0 16,7 21-2-16,3-28 3 15,-3 28-1-15,26-27 2 16,-6 13-1-16,6 0 2 15,10 0-2-15,2 4 0 16,7 3 0-16,7 5-1 16,0 5 1-16,11 8-2 15,1 6 1-15,0 7-2 16,-1 11 3-16,1 5-1 16,-5 10 3-16,-2 2-3 0,-4 5 4 15,-14 5 3-15,-7 6 0 16,-15-4 2-16,-8 3-1 15,-13 1-1-15,-15-2-1 16,-12 0-1-16,-12-2 1 16,-15-6-6-16,-4-4 1 15,-6-4-2-15,-3-8 1 16,0-9-1-16,0-11 3 16,8-6-2-16,7-9 1 15,11-7-2-15,7-7 1 16,16-5 0-16,8-6 0 15,17-2-47-15,8-6-67 16,11-7-32-16,13 2-17 0,5-7-1 16,12 3-1-16,-4-8-4 15</inkml:trace>
  <inkml:trace contextRef="#ctx0" brushRef="#br0" timeOffset="87181.77">32261 15475 366 0,'0'0'170'0,"-29"-2"-4"16,10-6-67-16,19 8-31 15,-30-13-11-15,30 13-15 16,-29-10-30-16,29 10-9 16,-23-9-4-16,23 9 3 15,-19-3 0-15,19 3 0 16,-19 7-2-16,19-7 2 16,-23 28 2-16,13-4-3 15,-2 9 3-15,-2 7-1 16,2 8-5-16,1 4 5 15,4 2-5-15,6 4 2 0,1-4-2 16,5-7 2-16,9-6-4 16,1-6 2-16,5-9 1 15,6-10-1-15,3-10 1 16,1-11 1-16,-1-5 1 16,2-9-1-16,-1-7 2 15,-1-9-1-15,-6-3 0 16,-4-2 0-16,-9-6 2 15,-6-3-2-15,-4 2 1 16,-7 2-1-16,-9 2 1 16,-5 5-3-16,-3 7 2 15,-5 5-1-15,-4 10 1 16,3 4-2-16,-1 7 2 0,5 7 0 16,5 1-1-1,2-1 2-15,19-2-9 16,-16 12-40-16,16-12-56 15,23 9-20-15,0-11-28 0,9 2-8 16,0-5-10-16,11 7 4 16,-1-13 82-16</inkml:trace>
  <inkml:trace contextRef="#ctx0" brushRef="#br0" timeOffset="87796.2">32664 15444 271 0,'0'0'142'16,"0"0"-9"-16,-14 8-13 16,14-8-14-16,0 0-21 15,0 0-20-15,0 0-24 16,-19 9-22-16,19-9-17 16,0 0-1-16,0 0 1 15,-22 17-2-15,22-17 1 16,0 0-1-16,0 0 0 15,0 0 1-15,-16 9-1 0,16-9-1 16,0 0 1-16,0 0 0 16,0 0 0-16,0 0 1 15,0 0-2-15,0 0 2 16,0 0-1-16,0 0 1 16,0 0-1-16,0 0 0 15,0 0 1-15,0 0-2 16,0 0 2-16,16-14 0 15,-16 14-1-15,0 0 0 16,22-21-4-16,-6 11 5 16,1-2-4-16,9-2 2 15,5 0-3-15,9-1 2 16,5-1-3-16,4 1 4 0,7-1 2 16,-3 6-1-16,-4-1 0 15,-4 6 1-15,-5 7-36 16,-14 1-59-16,-7 8-37 15,-8 8-27-15,-15 0-7 16,-3 15 2-16,-12-3-5 16</inkml:trace>
  <inkml:trace contextRef="#ctx0" brushRef="#br0" timeOffset="88379.62">32754 15863 346 0,'-26'17'170'15,"26"-17"-2"-15,-19 14-49 16,19-14-41-16,0 0-11 16,-19 2-27-16,19-2-36 15,0 0-4-15,0 0 0 16,0 0 1-16,0 0-2 15,0 0-1-15,0 0 0 16,0 0 0-16,0 0-1 16,0 0 2-16,0 0 0 15,0 0 0-15,0 0 2 0,0 0-1 16,0 0 0-16,0 0 0 16,0 0 1-1,0 0-2-15,0 0 0 16,0 0 0-16,0 0-2 0,0 0 2 15,0 0 1-15,0 0 0 16,0 0-1-16,0 0 2 16,0 0 1-16,19-7-1 15,-19 7 2-15,23-11-2 16,-1 4 1-16,4-1 1 16,13-4 0-16,6-1-2 15,10 0 0-15,8-3 0 16,4 2 0-16,8-1-1 0,-4 3-2 15,0-2 1-15,-3 5 1 16,-5 0 0 0,-15 2 1-16,-10 4 2 15,-12 1-1-15,-6 2 1 0,-20 0-1 16,0 0-67-16,-13 18-52 16,-9-10-42-16,-1 10-3 15,-10-3-6-15,7 8-1 16,-9-4 8-16</inkml:trace>
  <inkml:trace contextRef="#ctx0" brushRef="#br0" timeOffset="95358.57">33766 15165 235 0,'-3'-15'191'0,"-11"-10"-24"16,5 5-52-16,2 1-18 15,0-2-17-15,4 5-26 0,3 16-47 16,-5-22-8-16,5 22 1 16,0-16 0-16,0 16 0 15,0 0 0-15,0 0 0 16,0 0-1-16,0 0 1 15,0 0-1-15,0 0-1 16,5 24-2-16,2-1 0 16,3 6 1-16,6 9-2 15,0 7 2-15,1 6-1 16,2 4 3-16,4 2 2 16,-1-2 1-16,-3-3 0 15,-1-5 1-15,1-7 1 16,-4-7-2-16,-1-9 4 0,-2-5-2 15,-12-19-1-15,19 17-1 16,-19-17 1-16,0 0-1 16,21-7 0-16,-21 7-2 15,16-32 2-15,-4 7-4 16,2-4-3-16,2-9 3 16,1 0-1-16,-1-7 0 15,-1 1-1-15,2 3 3 16,-4 3-4-16,2 3 3 15,-4 8 1-15,1 6-1 16,-5 5 2-16,-7 16 0 16,10-19 1-16,-10 19-2 15,0 0 0-15,0 0 1 0,19 26-1 16,-8-9 0-16,1 4-1 16,7 2 0-1,-2 1 0-15,2 2 2 16,0-5 0-16,1-2 2 0,-3-4-1 15,-1-1 1-15,-16-14 0 16,22 12 0-16,-22-12-2 16,0 0 0-16,19 4 1 15,-19-4-1-15,7-16 1 16,-7 16 0-16,4-33 1 16,-4 9-1-16,0-11 1 15,0-4 0-15,-4-6 0 16,1 1-1-16,-4-2 1 0,-2 4-4 15,2 6-1 1,-3 6 1-16,1 8 0 16,2 6-1-16,7 16-1 15,0 0-22-15,0 0-68 0,-10-15-32 16,10 15-21-16,0 0-14 16,10-19-3-16,-10 19 1 15</inkml:trace>
  <inkml:trace contextRef="#ctx0" brushRef="#br0" timeOffset="98842.67">34619 14769 248 0,'0'0'139'0,"7"-23"-11"16,-7 23-13-16,3-21-14 15,-3 21-16-15,0 0-15 0,5-17-19 16,-5 17-23-1,0 0-24-15,0 0 1 16,0 0-2-16,0 0 0 16,0 0-1-16,0 0-8 0,0 0-4 15,0 0 1-15,0 0-1 16,-15 19-1-16,15-19-1 16,3 31-1-16,-3-12 1 15,9 6 6-15,-2 2 3 16,3 1-2-16,2-4 1 15,2 0-1-15,2-4 3 16,-1-7 0-16,3-2 1 16,1-8 2-16,-4-3 0 15,5-2 1-15,-7-4 1 16,-13 6-1-16,30-28-1 16,-14 9 0-16,-6-4-2 15,6-1 1-15,-6-4-2 0,-1-1 2 16,1 0-2-16,-3-1 2 15,-2 4-1-15,-1 0 0 16,-1 5 0 0,-3 6 1-16,0 15-1 0,4-21 0 15,-4 21-1-15,0 0 1 16,0 0 0-16,0 0 1 16,-4 17 1-16,4 2 0 15,4 6 1-15,-1 8-2 16,2 3 2-16,2 12-1 15,4 4 0-15,-3 12-1 16,3 6 2-16,-4 4-3 16,5 4 3-16,-2 3 3 0,2 4 0 15,-1-5 0-15,-1-4 0 16,-1-9 0-16,-2-6-1 16,0-9 1-16,-2-5 0 15,-1-8-5-15,-4-6 2 16,3-5 1-16,-3-4 0 15,0-5 1-15,0-19-1 16,0 25 0-16,0-25 2 16,0 0 2-16,0 0-1 15,0 0 3-15,0 0 2 16,0 0-6-16,0 0-2 16,-19 8-3-16,19-8-3 15,0 0-3-15,-19-17-1 0,19 17-3 16,-18-21-3-16,18 21 6 15,-22-21 4-15,22 21 0 16,-16-17 3 0,16 17 1-16,-15-14-1 0,15 14-2 15,0 0 0-15,0 0-2 16,-14-19 0-16,14 19 1 16,0 0-1-16,0 0 0 15,0 0 1-15,0 0 2 16,0 0-1-16,-11-15 1 15,11 15 1-15,0 0-1 16,0 0 0-16,0 0 0 16,0 0 0-16,0 0 1 0,0 0 1 15,0 0-1 1,0 0 1-16,0 0 0 16,0 0 0-16,0 0-1 15,0 0 1-15,0 0-1 0,0 0 1 16,0 0-1-16,0 0 1 15,0 0 0-15,0 0 0 16,0 0 1-16,0 0-1 16,14-16 0-16,-14 16 1 15,0 0 0-15,0 0 0 16,0 0 0-16,0 0-1 16,0 0 1-16,0 0-1 15,0 0 1-15,0 0-1 16,0 0-1-16,0 0 0 15,0 0-1-15,0 0 1 16,0 0 0-16,0 0-1 16,0 0 1-16,0 0 1 0,0 0-1 15,0 0 1-15,0 0 0 16,0 0 0-16,0 0 0 16,0 0 1-16,0 0-2 15,0 0 0-15,0 0 0 16,0 0 0-16,0 0 1 15,0 0-2-15,0 0 1 16,0 0 0-16,0 0 1 16,0 0 0-16,0 0-1 15,0 0 1-15,0 0 0 16,0 0 0-16,0 0-1 16,0 0 1-16,0 0 0 0,0 0-1 15,0 0 1-15,0 0-1 16,0 0 0-16,0 0 0 15,0 0 0-15,0 0 0 16,0 0 0-16,0 0 0 16,0 0 0-16,0 0 0 15,0 0 0-15,0 0 0 16,0 0 0-16,0 0 0 16,0 0 0-16,0 0 0 15,0 0 0-15,0 0 1 16,0 0-1-16,0 0 0 15,0 0 0-15,0 0 0 16,0 0 0-16,0 0-1 0,0 0 0 16,0 0 1-16,0 0-1 15,0 0 1-15,0 0 0 16,0 0-1 0,0 0 0-16,0 0 1 0,0 0 0 15,0 0-1-15,0 0 0 16,0 0 0-16,0 0 0 15,0 0-1-15,0 0 0 16,0 0 1-16,0 0-1 16,0 0 0-16,0 0 1 15,0 0-1-15,0 0 1 16,0 0 1-16,0 0-1 16,0 0-1-16,0 0 1 0,0 0 1 15,0 0-1-15,0 0 0 16,0 0 0-16,0 0 0 15,0 0-2-15,0 0 2 16,0 0 0-16,0 0-2 16,0 0 2-16,0 0 1 15,0 0-2-15,0 0 1 16,0 0 1-16,0 0-1 16,0 0 0-16,0 0 0 15,0 0-1-15,0 0-1 16,0 0 2-16,0 0-1 15,0 0 0-15,0 0 1 16,0 0 0-16,0 0 0 0,0 0 1 16,0 0 0-16,0 0-1 15,0 0 0-15,0 0 1 16,0 0 0 0,0 0-1-16,0 0 1 0,0 0-1 15,0 0 1-15,0 0 0 16,0 0 0-16,0 0 0 15,0 0 1-15,0 0 0 16,0 0-1-16,0 0 1 16,0 0 0-16,0 0 1 15,0 0-1-15,0 0 0 16,0 0 1-16,0 0-1 16,0 0 0-16,0 0 1 0,0 0-2 15,0 0 1 1,0 0 0-16,0 0 0 15,0 0-2-15,0 0 2 16,0 0 0-16,0 0 0 0,0 0 0 16,0 0-1-16,0 0 1 15,0 0-1-15,0 0 1 16,0 0-2-16,0 0 1 16,0 0 0-16,0 0 0 15,0 0 0-15,0 0 1 16,0 0-1-16,0 0 1 15,0 0 0-15,0 0-1 16,0 0 1-16,0 0 0 16,0 0 0-16,0 0-1 15,0 0 0-15,0 0 0 16,0 0 0-16,0 0 0 16,0 0 1-16,0 0-1 0,0 0-1 15,0 0 0-15,0 0 2 16,0 0-2-16,0 0 2 15,0 0-1-15,0 0 0 16,0 0-1-16,0 0 2 16,0 0-1-16,0 0 0 15,0 0 0-15,0 0 0 16,0 0-1-16,0 0 1 16,0 0 0-16,0 0 1 15,0 0-1-15,0 0-1 16,0 0 1-16,0 0 1 15,0 0-1-15,0 0 1 0,0 0-1 16,0 0-1-16,0 0 2 16,0 0-1-16,0 0-1 15,0 0 1-15,0 0-1 16,0 0 2-16,0 0-1 16,0 0 0-16,0 0 1 15,0 0 1-15,0 0 1 16,0 0-2-16,0 0 0 15,0 0 1-15,0 0-1 16,0 0-1-16,0 0 1 16,0 0-1-16,0 0 0 15,0 0 1-15,0 0-1 16,0 0 0-16,0 0 2 0,0 0-1 16,0 0 0-16,0 0 0 15,0 0 0-15,0 0-1 16,0 0 1-1,0 0 1-15,0 0-2 0,0 0 0 16,0 0 0-16,0 0 3 16,0 0-3-16,0 0 1 15,0 0 0-15,0 0-2 16,0 0 2-16,0 0 0 16,0 0-1-16,0 0-1 15,7-16 1-15,-7 16 0 16,0 0-1-16,0 0 1 15,0 0-2-15,0 0 1 0,0 0 0 16,0 0 0-16,0 0 1 16,0 0-1-16,0 0 1 15,0 0-1 1,0 0 1-16,0 0 1 0,0-15-1 16,0 15 0-16,0 0 0 15,0 0 0-15,0 0 1 16,0 0 1-16,0 0-2 15,0 0 0-15,0 0 0 16,0 0-1-16,0 0 1 16,0 0 0-16,5-16-1 15,-5 16 0-15,0 0 0 16,7-22 1-16,-7 22 0 0,11-24-1 16,-3 6-2-1,3 1 2-15,-1-4-2 16,2-5-2-16,4-2 1 15,1-4-2-15,3-3 2 0,6-3-1 16,3-2 2-16,2-3-3 16,6-1 5-16,1 1 0 15,-2 2-1-15,6 3 1 16,-5 1-2-16,-6 10 3 16,-2 2-2-16,-6 8 1 15,-6 3-5-15,-17 14 2 16,23-10 2-16,-23 10 3 15,0 0 3-15,0 0 0 16,0 0 0-16,-18 14 1 16,18-14-39-16,0 0-61 15,-15 24-41-15,15-24-19 16,-12 15-8-16,12-15-2 0,0 0 37 16</inkml:trace>
  <inkml:trace contextRef="#ctx0" brushRef="#br0" timeOffset="99699.28">34514 14416 135 0,'0'0'118'16,"0"0"6"-16,-19 0-5 15,19 0-6-15,0 0-13 16,0 0-17-16,0 0-16 15,0 0-16-15,0 0-29 16,13-19-28-16,4 12-2 16,9-4 3-16,2-3 1 15,12-1 3-15,1-1-1 0,11-3-1 16,0 0-1 0,4 0 2-16,1 4-1 0,-5 1 0 15,-3 3 2 1,-6 3-1-16,-11 1 0 0,-6 5 3 15,-7 2-1-15,-19 0-52 16,21 17-38-16,-20 2-31 16,-2 2-28-16,1 17-8 15,-11 0-3-15,8 13 3 16</inkml:trace>
  <inkml:trace contextRef="#ctx0" brushRef="#br0" timeOffset="100196.63">35478 14971 279 0,'-26'4'149'0,"26"-4"-36"15,-23-2-7-15,23 2-7 16,0 0-19-16,-22-5-27 0,22 5-43 15,0 0-10-15,0 0-1 16,0 0 1-16,0 0 1 16,-4-16 0-16,4 16 0 15,16-17 0-15,-16 17 0 16,29-28 0-16,-10 11 2 16,4-2-3-16,3 0-1 15,7 0-1-15,-3 1 0 16,-1 5-1-16,2-1 4 15,-5 3-2-15,-7 1 0 16,2 5-77-16,-21 5-46 16,19-12-25-16,-19 12-9 0,0 0-1 15,-7-19 7-15</inkml:trace>
  <inkml:trace contextRef="#ctx0" brushRef="#br0" timeOffset="100502.84">35591 14575 320 0,'0'0'128'15,"-19"-31"-9"-15,6 15-10 16,0 1-17-16,13 15-21 16,-23-18-27-16,23 18-42 15,-19-10 1-15,19 10-3 0,-11 15-3 16,8 4 3-16,0 11-3 15,1 6 1-15,4 8-2 16,1 9 2-16,4 10-2 16,3 1 3-16,6 0 2 15,-4 0-3-15,5 0 4 16,3-2-5-16,-5-5-63 16,-1 0-57-16,-2 4-30 15,-15-9-3-15,3 8 2 16,-12-8-4-16</inkml:trace>
  <inkml:trace contextRef="#ctx0" brushRef="#br0" timeOffset="102470.24">33688 16545 234 0,'7'-28'130'0,"-7"28"-6"16,12-31-12-16,-8 12-6 0,3 3-12 16,-2-3-17-16,2 4-20 15,-7 15-40-15,10-23-11 16,-10 23-6 0,0 0-1-16,0 0-6 0,0 0 0 15,12 17 1-15,-8 15-3 16,3 16 3-16,0 13-2 15,1 11 4-15,6 10 3 16,2 3 2-16,0-1-2 16,4-7-2-16,0-13 2 15,-1-13-2-15,0-12 4 16,0-15 2-16,2-12 0 16,-2-12 0-16,0-7 2 0,0-12 2 15,0-5-2 1,-2-9 1-16,2-5-2 15,1-6-2-15,-5-1 0 16,3-1 1-16,-3-1-3 0,-1 4 1 16,-2 6-2-16,-1 6 2 15,1 5-6-15,-5 7-2 16,-7 19-2-16,22-8 2 16,-6 14 0-16,1 12-1 15,2 3 1-15,4 5 1 16,3-1 4-16,3 1 4 15,6-1 1-15,-5-6 2 0,3-7 2 16,-2-5 1 0,-2-4 1-16,-3-8 0 15,0-5 0-15,-6-6-3 16,-3-5-4-16,-8-6-1 0,-6-6-3 16,-10-5 0-16,-2-4-4 15,-4-1 0-15,-7-2 1 16,1 5 0-16,-3 2 2 15,3 10 1-15,5 4 3 16,-2 8-1-16,16 16 0 16,-17-8-50-16,17 8-35 15,-9 17-33-15,13 0-17 16,-4-17-20-16,15 38-5 16,-8-20-2-16</inkml:trace>
  <inkml:trace contextRef="#ctx0" brushRef="#br0" timeOffset="109534.26">34936 16484 361 0,'-7'-33'143'0,"4"2"-10"15,-6 0-15-15,6 7-15 16,-4-1-17 0,7 25-16-16,-7-20-61 15,7 20-9-15,0 0 0 0,0 20 0 16,7 6-5-16,3 7-6 15,-1 9 1-15,5 1-6 16,1 0 14-16,4 2 1 16,2-5 4-16,2-7-6 15,-1-10 5-15,1-8 1 16,0-8 1-16,3-9-1 16,-4-5 0-16,1-6-3 15,-1-6 2-15,-3-6 1 0,4-4 0 16,-6-7-2-1,-1-6-1-15,-6-3 1 16,2 0-1-16,-5-2 2 16,0 6-3-16,-5 3 2 0,2 5-3 15,-4 10 2-15,0 6 0 16,0 17-3-16,0 0-3 16,0 0 1-16,0 0 0 15,-9 24 0-15,9 11 1 16,5 12-3-16,2 10 3 15,3 14 0-15,3 13 4 16,1 13-1-16,5 4 0 16,0 1 1-16,3-3 0 15,-3-6 2-15,2-8-2 16,-9-11 3-16,4-10 5 16,-9-12-3-16,-11-10 4 15,1-11-2-15,-9-14-1 0,12-17-5 16,-33 7 3-16,10-17 0 15,-6-13-6-15,6-10 5 16,1-13-4-16,-1-10 1 16,7-9 0-16,6-8 5 15,10-5-3-15,10 0-3 16,10 2 0-16,6 3-3 16,12 7 1-16,2 6-2 15,12 18-65-15,-4 8-55 16,1 11-35-16,-7 20-9 15,-13 4-4-15,-10 20 0 16,-19 5 44-16</inkml:trace>
  <inkml:trace contextRef="#ctx0" brushRef="#br0" timeOffset="110127.69">33452 18281 129 0,'-24'-4'106'16,"24"4"-1"-16,-19-3 20 15,19 3-8-15,-19-5-2 16,19 5-13-16,0 0-12 16,-16-7-16-16,16 7-14 0,0 0-60 15,0 0 0-15,0 0 0 16,0 0 0-16,12-16 0 16,-12 16 0-1,14-20 0-15,-2 4-6 0,11-1 1 16,-1-2 3-16,8-4 4 15,-1 1-3-15,6 1 3 16,-5 5-1-16,-1 2 4 16,-3 6-1-16,-7 3-4 15,-1 3 0-15,-18 2-22 16,15 14-57-16,-11 1-30 16,-4 4-21-16,-4 4-14 15,1 3-10-15,-4 3-2 16,-2 4 2-16</inkml:trace>
  <inkml:trace contextRef="#ctx0" brushRef="#br0" timeOffset="110374.86">33428 18522 425 0,'0'0'138'16,"-23"12"-11"-16,23-12-19 15,0 0-16-15,0 0-23 16,26-12-31-16,4 1-31 15,3-3-12-15,12-3-1 16,4 0 3-16,6-4 2 0,6 2 0 16,-2-4 4-1,-7 6-4-15,-3 0 3 16,-4 8-46-16,-12-5-59 16,-11 0-38-16,4 4-24 0,-17-13-3 15,5 4-5-15,-12-15 3 16</inkml:trace>
  <inkml:trace contextRef="#ctx0" brushRef="#br0" timeOffset="112496.37">34271 18134 603 0,'-19'-16'185'0,"19"16"-5"15,-22-17-125-15,22 17-55 16,0 0 0-16,-14-17 0 16,14 17 0-16,0 0 0 15,-4 31 0-15,8-9 0 16,-1 8 0-16,1 6 0 15,-1 4 0-15,4 1 0 16,2 3 0-16,-2-6 0 16,0-2 0-16,2-7 0 15,-3-6 0-15,1-7 0 16,-7-16 0-16,9 15 0 0,-9-15 0 16,0 0-1-16,0 0-7 15,23-22 0 1,-16-1 1-16,6-3 1 15,0-7 4-15,0-3 2 0,7-4 2 16,-1 0 0-16,0 1 0 16,7 2 1-16,-7 9-2 15,3 8 5-15,3 6 2 16,-3 9 0-16,1 8-8 16,-1 9 0-16,5 9 0 15,-1 5 0-15,5 7 0 16,-2 1 0-16,1 5 0 0,3-5 0 15,-2-1 0-15,2-7 0 16,-3-5 0 0,-1-6 0-16,-6-6 0 15,-1-7-7-15,-3-9 2 0,0-7 0 16,-8-10 2-16,1-6 2 16,-5-8 3-16,-4-8 2 15,-6-8 2-15,-1-7 0 16,-6 1-3-16,-2 1-3 15,-4 3 0-15,-1 6 0 16,-2 10 0-16,3 8 0 16,2 7 0-16,14 25 0 15,-22-20 0-15,22 20 0 16,-16-6-7-16,16 6-141 16,-10 21-35-16,10-21-14 15,-16 16 0-15,16-16 0 16</inkml:trace>
  <inkml:trace contextRef="#ctx0" brushRef="#br0" timeOffset="116378.13">35643 13959 165 0,'3'-25'123'16,"4"10"-43"-16,-7-1-37 16,0 16 22-16,9-22 18 0,-9 22 1 15,-5-19-5-15,5 19-4 16,-18-19-5-16,-4 8-5 15,-8 4-25-15,-8-1-24 16,-14-1-19-16,-12 4-4 16,-14 0-2-16,-16 3 4 15,-14 2 3-15,-12 0-1 16,-6 2 2-16,-13 1 0 16,-10 1-1-16,-8-1 1 15,-1-1 1-15,-8 1 0 16,-3-1-1-16,-2 0 0 15,-6-1 0-15,1 3 1 16,1-2-1-16,3 1-1 0,4-1-1 16,3 1-2-16,2 1 0 15,6-1-1-15,10-3 0 16,10 2-1-16,5-2 0 16,9 0 1-16,8 2-1 15,14-1 2-15,11 1-1 16,12 5 2-16,7 2 0 15,3 1 0-15,9 4 1 16,2 3-1-16,1 2 3 16,4 4 0-16,0-1 0 15,0 4 0-15,3 0 1 16,4 0 0-16,4-2 1 16,4 2-1-16,6-3 1 0,1-1-1 15,8 3 1-15,1-1 0 16,5 4 1-16,6 4-1 15,1 8 1-15,6 9 0 16,-1 11-4-16,1 8 4 16,3 8-3-16,0 12 0 15,0 9 0-15,3 11 1 16,4 6-1-16,-3 12 2 16,4 6 3-16,-1 11-4 15,4 8 5-15,4 8-2 16,-1 2 1-16,2 2-1 15,-1 1 0-15,5-3-2 0,0-3 1 16,3-2 0-16,0-6 2 16,-1-1 2-16,4-2-2 15,0-5 2-15,0 5 0 16,0-3 0-16,6 1 1 16,-3-6-1-16,4-4 0 15,-3-5-1-15,-3-7-1 16,3-7-1-16,-4-14 2 15,0-9-1-15,-4-10-1 16,4-10 0-16,-3-6 0 16,3-9-3-16,0-5 4 15,4-1-4-15,3-5 1 16,5 1-3-16,3-3 2 0,8 2-1 16,7-2 0-16,8 0-1 15,5-2-3-15,15 1 2 16,6-1-2-1,14-3 1-15,7-4-2 0,12-5 3 16,16-5-1-16,17-5 1 16,6-5 3-16,17-8 0 15,5-4 1-15,5-9 1 16,14-6 0-16,2-3-1 16,1-3 2-16,3-2 0 15,1-4 0-15,-2-1-3 16,-3-2 2-16,-2 2-1 15,-9 0 0-15,-8 1-1 0,-14 2-1 16,-14 2-1 0,-18 4-1-16,-20-1 2 15,-19 2 0-15,-18 6-33 16,-17-6-58-16,-17-3-48 0,-8-1-23 16,-25-13-3-16,-6-3-4 15,-16-17-2-15</inkml:trace>
  <inkml:trace contextRef="#ctx0" brushRef="#br0" timeOffset="117719.08">35299 13905 35 0,'19'-17'30'0,"4"1"-6"16,1 1-6-16,7 1-6 16,2 0-1-16,2 5-3 15,-2 2-1-15,0 6-2 16,-4 1 2-16,3 3 0 16,-3 2 1-16,-6 6 6 15,-1-1 2-15,1 4 5 16,-1 0 2-16,1 3 3 15,-6 4 0-15,2 3 4 16,-3 2-3-16,5 7-5 16,-9 5-3-16,4 5-1 15,-2 7-3-15,-6 6-1 0,3 4-3 16,-8 8-1-16,4 8 0 16,-2-2 5-1,-5 3 0-15,4 2 2 16,-1 1-2-16,1 3 6 0,-1 0 13 15,1-2 18-15,4 4-1 16,-8 0-6-16,7 3-1 16,-3 4 2-16,3 7-2 15,-7-2-7-15,8 6-14 16,-4 5-19-16,-1 1-1 16,8-4 2-16,1 3-2 15,2-4-5-15,-2-1 2 16,4-2-1-16,1-6 0 0,-1-1 0 15,3-1 0-15,-2 1 1 16,-1-1 0-16,-4 2-1 16,2-3 2-1,1 0-2-15,-4 1 4 0,-3 1 1 16,-1-3-2-16,-7-2 2 16,4-1-2-16,-8-3 2 15,4-4-2-15,-3 0 2 16,-1-4-4-16,-1-6 0 15,5-2 3-15,-3-5-4 16,-1-5 3-16,4 0-4 16,0-2 0-16,-3-7 0 15,3-3 0-15,0-2 0 0,0-6-1 16,0 0 1 0,0-5-1-16,0-4 3 15,0-1 1-15,-4-1-1 16,4-4 0-16,-3-2 0 0,3 1 2 15,-4-2-2-15,-1-4 0 16,2 0 0-16,-1-1 0 16,-3-1 0-16,0 1 1 15,7-16-2-15,-15 28 1 16,15-28 0-16,-19 29 1 16,19-29-2-16,-23 28 2 15,13-13 0-15,10-15-1 16,-32 28 1-16,15-12-1 15,-2-1 1-15,-4-1 0 16,-6 5 0-16,-1-3 0 16,-8 5-19-16,-7-4-89 15,-7-5-54-15,-4 4-7 0,-18-18-3 16,3-3-6-16,-20-23 18 16</inkml:trace>
  <inkml:trace contextRef="#ctx0" brushRef="#br0" timeOffset="120689.2">32223 20429 12 0,'5'26'62'0,"-5"-26"-30"15,4 16 2-15,-4-16 18 16,0 0 30-16,0 0 19 15,0 0 13-15,0 0-7 0,0 0-3 16,7-18-4-16,-14-1-9 16,7 4-19-16,-7-11-27 15,5 0-30-15,-5-4-15 16,0 4 0-16,0 6 0 16,2 1 0-16,5 19 0 15,-14-23 0-15,14 23 0 16,0 0 0-16,0 0 0 15,-12 24-10-15,12-24 7 16,9 28-4-16,-9-28 11 16,21 22-2-16,-6-16 3 15,8-5-3-15,-1-6 4 16,8-5-5-16,3-6-1 0,-2 1 0 16,2-3 0-16,-3-1 0 15,-4 4 0-15,-4 3 0 16,-6-2 0-16,-16 14 0 15,22-12 0-15,-22 12 0 16,0 0 0-16,0 0 0 16,0 0 0-16,7 17 0 15,-7 2 0-15,-3 7-7 16,-1 7 2-16,-3 10 2 16,2 9 2-16,-5 10-2 15,-6 11 3-15,-1 7 0 16,-9 1-1-16,-5 2 4 15,-6 0-3-15,-5-7 1 0,1-6-2 16,-3-10 3-16,6-13-3 16,5-12 0-16,4-11 2 15,10-10 4-15,19-14 1 16,-19 3-1-16,19-3-5 16,6-24 0-16,7 5 0 15,-3 0 0-15,6-4 0 16,3 3 0-16,2-1 0 15,-2 2 0-15,3 3 0 16,4 6 0-16,-3 6 0 16,-1 4 0-16,1 9 0 15,0 3 0-15,-1 4-4 16,1 1 2-16,-4 2-1 16,5 0 3-16,-5-5 3 0,0-2-1 15,-3-5 2 1,1-9-15-16,6 2-45 15,-23 0-36-15,26-22-26 0,-14 6-31 16,-5-5-17-16,0 2-9 16,-5-5 0-16,1 2 95 15</inkml:trace>
  <inkml:trace contextRef="#ctx0" brushRef="#br0" timeOffset="121066.48">32116 20644 147 0,'0'0'154'16,"-14"15"29"-16,14-15-53 15,0 0-31-15,0 0-4 16,17 7-4-16,-1-12-15 16,13 5-28-16,1-9-48 15,15 1 0-15,3-3 0 16,4-1 0-16,6 0 0 0,1 2 0 15,-4 4-13-15,-6-2-92 16,-4 10-38-16,-3 4-23 16,-13 3-19-16,-3 10-7 15,-26-19-4-15</inkml:trace>
  <inkml:trace contextRef="#ctx0" brushRef="#br0" timeOffset="121548.85">32907 20746 610 0,'0'0'194'0,"0"0"-65"16,0 0-68-16,0 0-32 15,0 0-29-15,0 0 0 16,26 8 0-16,-7-11 0 16,4-2 0-16,6 0 0 15,6-2 0-15,1-4 0 16,6 6-96-16,-5-5-41 15,1 5-26-15,-5 5-18 16,-7 1-3-16,-4 10-12 16</inkml:trace>
  <inkml:trace contextRef="#ctx0" brushRef="#br0" timeOffset="121819.04">33023 20976 429 0,'-26'23'191'16,"-3"-11"1"-16,6-4-70 16,23-8-65-16,-26 16-32 15,26-16-18-15,0 0-7 16,0 0 0-16,19 7 0 16,7-12 0-16,11-4 0 15,4 0 0-15,15-3 0 16,5-2 0-16,10 1 0 0,11-5 0 15,6 6-36-15,-5-9-78 16,2 9-29 0,-5 0-33-16,-7-2-6 15,-12 6-5-15,-12-5 3 0</inkml:trace>
  <inkml:trace contextRef="#ctx0" brushRef="#br0" timeOffset="128492.79">32329 19188 90 0,'-23'-14'79'0,"-3"14"-35"16,-15-2-7-16,-4 8-4 0,-14-1-9 16,-9 3-9-16,-3 3 0 15,-7-1 1-15,0 1 7 16,-1-1-1-16,5-3 7 16,-1 0 6-16,11-2 7 15,3-2 2-15,6 1 7 16,9-2 9-16,14-1-3 15,2-2-6-15,14 4-8 16,16-3-9-16,-22 2-5 16,22-2-6-16,0 0-4 15,0 0-1-15,0 0-3 16,0 0 0-16,0 21-3 16,0-6 0-16,3 9-3 0,-3 8 5 15,5 9-3-15,-5 13-10 16,4 10-2-16,-1 17-1 15,4 18 3-15,-3 13-3 16,-1 15 1-16,3 13-1 16,-3 12 2-16,0 13-3 15,1 6 2-15,3 6-2 16,-4 3-3-16,3 0 3 16,-3 1 3-16,1 1-3 15,-1-7 0-15,0-11 3 16,-3-8-7-16,0-17 7 15,4-15-2-15,-4-15 4 16,3-19-4-16,-1-12 4 0,2-12-4 16,-1-12 2-16,1-8 2 15,-1-7-2-15,0-12 1 16,1-6-3-16,-4-2 1 16,0-19-1-16,5 16 1 15,-5-16 1-15,0 0-3 16,0 0 1-16,0 0 2 15,14-4 1-15,-14 4-1 16,23 2 1-16,-1 1 0 16,11-1-2-16,9-5 3 15,13-1 0-15,17 1-2 16,18-6 2-16,17-5-1 16,17-5 1-16,18-5-1 0,12-4 1 15,22 1-2-15,13-6 1 16,11-2 1-16,8 2-1 15,5 4-1-15,8-2 1 16,-1 1 0-16,1 4 1 16,-6 4-1-16,-8 1 2 15,-6 2-3-15,-7 3 1 16,-15 4-1-16,-14 2 2 16,-12-1-1-16,-18 4-1 15,-15 2 2-15,-16 0-3 16,-22 2 2-16,-11-1 0 15,-19 2-1-15,-14 1 0 16,-8 1-3-16,-11 0 0 0,-19 0 1 16,0 0 1-1,14 0 1-15,-14 0 3 0,0 0-68 16,-4-16-66 0,4 16-37-16,-7-31-5 0,4 14-5 15,-13-11-7-15</inkml:trace>
  <inkml:trace contextRef="#ctx0" brushRef="#br0" timeOffset="137603.74">33794 20346 503 0,'0'0'217'15,"4"-17"-23"-15,-4 17-100 16,0 0-79-16,0 0-15 16,0 0 0-16,-4 27 0 15,11-4 0-15,0 8-22 16,3 14-2-16,3 5 2 15,2 13 8-15,-1 2 17 16,5 3-4-16,0-2 5 16,-1-9 0-16,1-5 1 15,-4-13-6-15,-1-11 0 16,2-9 0-16,-16-19-1 16,22 9 2-16,-22-9-4 0,26-28 0 15,-13 2 1-15,4-8 4 16,-1-6 1-16,-1-4 1 15,3-6-1 1,-3 2 0-16,-1 1-2 0,-2 4 2 16,-1 6-3-16,-3 8 0 15,-1 8-1-15,-7 21 6 16,0 0 0-16,23 2 0 16,-9 20 0-16,-2 8-1 15,7 6 3-15,-2 2-1 16,6 0-1-16,3 1-6 15,-4-8-1-15,4-5-3 0,-3-9 0 16,0-7 3-16,-4-6-3 16,0-8 3-16,-19 4 0 15,26-24 4-15,-16 3 0 16,-5-10 3-16,-1-3-1 16,-4-8-2-16,0-6 1 15,-5-1 0-15,-2-1-2 16,0 1-1-16,3 4 0 15,-4 9 0-15,1 7 1 16,0 8 4-16,7 21-2 16,-9-19 0-16,9 19 0 15,0 0-61-15,-3 21-62 16,3-21-41-16,8 29-4 0,-8-29-8 16,21 26 2-1</inkml:trace>
  <inkml:trace contextRef="#ctx0" brushRef="#br0" timeOffset="138381.29">34836 20194 435 0,'15'-32'176'0,"-15"32"-6"16,11-19-51-16,-11 19-55 15,0 0-33-15,-4-15-25 0,4 15-1 16,-3 17-3-16,3 2-1 16,-4 7 0-1,4 9-5-15,0 3 4 16,0 3-4-16,7 1 1 0,0 1-3 16,5-6 2-16,2-6-2 15,2-10 1-15,-1-8 0 16,6-6 0-16,-5-7-1 15,3-5 2-15,-5-5-1 16,1-8 4-16,1-6 0 16,1-7 4-16,-4-4 6 15,0-3-5-15,3-5 4 16,-4-2-6-16,2 2 4 16,-2 3-4-16,-1 5 3 15,-1 8-4-15,-5 8-2 16,-5 19 5-16,0 0 0 15,0 0 0-15,18 17 1 0,-15 18-2 16,2 13-3-16,2 9 3 16,4 14-5-16,1 17 0 15,3 13-2-15,-1 11 1 16,2 6-1-16,1 5 1 16,2-2 1-16,-3 0 0 15,0-3-1-15,-2-12 0 16,-2-13 0-16,-5-12 1 15,0-8-2-15,-7-16 2 16,-4-12 3-16,-6-12-2 16,-2-12 2-16,-8-13-4 15,-6-13 0-15,-7-12-1 16,-1-11-1-16,-3-8 3 0,-1-4-3 16,-5-1 2-16,5-3-2 15,5 3 6-15,1-4 4 16,6 3 2-16,9 1 3 15,5-4-4-15,8-6 1 16,15-6-3-16,4-7 1 16,18-8-3-16,12-5-4 15,20-4-2-15,6-4-4 16,14 4-5-16,-2 3-95 16,2 7-54-16,-7 16-5 15,-17 6-3-15,-5 16 0 16,-23 6-5-16</inkml:trace>
  <inkml:trace contextRef="#ctx0" brushRef="#br1" timeOffset="190726.84">31577 8527 486 0,'-10'-24'152'16,"1"5"-18"-16,-1-2-14 15,3 5-29-15,-2-1-51 0,9 17-40 16,-3-17 0-16,3 17 0 16,0 0 0-1,0 0 0-15,0 0 0 16,0 0 0-16,-7 27 0 0,7 6-3 15,0 16-2-15,3 13 3 16,1 19-1-16,3 18 4 16,-2 19-5-16,2 10 5 15,3 14-5-15,-1 7 0 16,1-1-2-16,6 0 1 16,-2-3-1-16,2-8 0 15,3-11 2-15,0-12 0 16,2-15 1-16,1-14 4 15,-6-12-2-15,-1-15 3 16,-1-11-1-16,-3-14 2 16,-3-9-2-16,-8-24-24 15,0 0-69-15,0 0-43 0,0-15-24 16,-3-11-12-16,-6-18 1 16,6-4-5-16</inkml:trace>
  <inkml:trace contextRef="#ctx0" brushRef="#br1" timeOffset="191686.53">31555 8506 186 0,'-19'-26'112'0,"-2"2"21"15,-2-2-6-15,1 5-8 16,-8-1-8-16,11 9-17 15,0-2-16-15,19 15-28 16,-26-14-37-16,26 14-13 16,0 0 0-16,0 0-6 0,0 0-2 15,26 4-2-15,4 1 1 16,11 0 5-16,11 0 1 16,16 0 1-1,17 0 0-15,16-3 0 0,19-2 0 16,11-2 2-16,15-3-2 15,7-2 0-15,7-1 2 16,5-4-3-16,0-1 3 16,-9 0-3-16,-10-3 1 15,-11 2-1-15,-17 0 1 16,-17 4 1-16,-21 1 0 16,-21 1 2-16,-18 4 0 15,-11 2 4-15,-30 2 1 0,15 0 3 16,-15 0 5-16,0 0 3 15,0 0-3-15,-15 9-14 16,15-9 0 0,0 0 0-16,0 0 0 0,-16 4 0 15,16-4 0-15,0 0 0 16,-17 1 0-16,17-1 0 16,-19 2 0-16,19-2 0 15,-19 2 0-15,19-2 0 16,-20 2 0-16,20-2 0 15,-13 1 0-15,13-1 0 16,0 0 0-16,0 0 0 16,0 0 0-16,0 0 0 0,0 0-2 15,-9 19-3 1,9 0-1-16,2 11 2 16,1 11 1-16,-3 15 2 15,0 15 2-15,-3 15 1 0,3 15-4 16,-2 13 2-16,2 12-3 15,-4 9 5-15,1 9-4 16,3 3 2-16,3 0-4 16,3 2 0-16,1-2-1 15,-4-5 4-15,4-7-3 16,5-7 0-16,-5-8 4 16,4-10-5-16,-3-7 6 15,-1-13-4-15,0-13 5 16,-2-9-4-16,2-16 6 15,-3-11-6-15,3-11-55 16,-4-13-66-16,-3-17-41 16,0 0-4-16,0 0-10 0,0 0-11 15</inkml:trace>
  <inkml:trace contextRef="#ctx0" brushRef="#br1" timeOffset="192831.34">31525 10725 40 0,'16'0'11'0,"-16"0"-2"16,26-12-5-16,-9 3-3 16,2 2-4-16,1-3-4 15,-5 0-3-15,6-2 2 16,-21 12 0-16,26-26 1 16,-17 10 5-16,-2 0 9 0,0-1 15 15,-7 0 27-15,0 0 24 16,-4 1 36-16,-3-3 10 15,7 19 3-15,-15-30-5 16,15 30-7-16,-18-17-16 16,18 17-20-16,0 0-25 15,-19 0-32-15,19 0-16 16,-12 35 0-16,5-2 0 16,4 10-6-16,-1 7 6 15,1 11-6-15,-1 6 5 16,4 4-6-16,4 0 5 15,3-2-5-15,0-6 1 16,1-6 2-16,3-7-1 0,-1-7 1 16,2-8-1-16,-1-9 1 15,1-5 0-15,2-6 1 16,-14-15-1 0,26 16 2-16,-11-16 0 0,8-4-1 15,3-1 0-15,3-3 1 16,10-1 0-16,9-3 1 15,11 0 1-15,9-2-1 16,17 0 1-16,9 0 0 16,15 0 2-16,11 0-1 15,7-3 0-15,10 2 0 16,5-1-1-16,-7 0-2 16,3 1 2-16,-15-1-3 0,-10 2 2 15,-16 2-2 1,-23 5 2-16,-15 0 0 15,-17 2 3-15,-12 3 0 16,-30 2 5-16,15 4 5 0,-15-4 0 16,0 0 1-16,0 0-2 15,-15 16-2-15,15-16-2 16,0 0-5-16,0 0-7 16,0 0-7-16,0 0-1 15,0 0 0-15,0 0 0 16,0 0 0-16,0 0 3 15,0 0 4-15,0 0 2 16,0 0 3-16,0 0-72 16,15-20-84-16,-18 0-17 15,6-3-10-15,-15-22-4 16,12 2 18-16</inkml:trace>
  <inkml:trace contextRef="#ctx0" brushRef="#br1" timeOffset="194046.21">31704 9008 243 0,'0'-31'174'0,"0"31"-16"16,4-23-41-16,-4 23-13 15,0 0-12-15,0 0-24 16,0 0-31-16,-4 23-38 15,4 5-1-15,0 10-4 16,0 8 1-16,4 8 3 16,-4 7 1-16,5 3-2 15,-2 0 2-15,1-4-1 16,-4-8 1-16,3-8 1 16,-3-8 1-16,0-10-1 15,0-7 2-15,0-19-23 16,0 0-67-16,0 0-26 15,0 0-19-15,4-24-7 0,-4-1-5 16,0-6 2-16,0-3 1 16</inkml:trace>
  <inkml:trace contextRef="#ctx0" brushRef="#br1" timeOffset="194385.45">31664 9140 346 0,'-8'-28'132'0,"-6"5"-8"16,5 4-12-16,9 19-17 15,-14-29-23-15,14 29-24 16,0 0-44-16,14-19-10 16,-14 19-1-16,35-2 0 15,-9 4 3-15,7 5 4 16,5 5 3-16,7 5-2 0,4 4-1 16,3 5 2-16,0 3 1 15,-4 4 2-15,-6 4 0 16,-2 1 3-16,-14 2-1 15,-10 1 2-15,-16 2 0 16,-9 2 0-16,-17-3-2 16,-11-1 0-16,-8-4-4 15,-10-4 0-15,-2-6-3 16,-6-9 0-16,11-4-51 16,0-13-51-16,14-8-32 15,15-5-22-15,9-12-9 16,18-2-8-16,10-12 1 0</inkml:trace>
  <inkml:trace contextRef="#ctx0" brushRef="#br1" timeOffset="194678.66">32228 9266 178 0,'-5'28'78'16,"2"6"5"-16,-1-1 2 15,1-2-10-15,-1 2 15 16,4-12-13-16,4-2-12 16,-4-19-9-16,15 12-10 15,-15-12-11-15,26-14-6 0,-15-3-9 16,4-6-21-16,-4-8 4 16,-4-7 0-16,-2-2 3 15,-5 1 3-15,-12-1 1 16,-2 9-4-16,-9 10-98 15,-11 12-58-15,-18 13-16 16,0 15-7-16,-20 5-4 16,5 16-12-16</inkml:trace>
  <inkml:trace contextRef="#ctx0" brushRef="#br1" timeOffset="196494.95">27566 9695 378 0,'-5'-29'197'0,"1"5"-36"15,1-1-51-15,-1-2-16 16,8 8-16-16,-4 3-73 16,-4 0-5-16,4 16 0 15,0-20 0-15,0 20 0 16,0 0 0-16,0 0 0 16,0 0-8-16,0 0-2 15,0 0-1-15,7 38-1 0,-3-7 1 16,4 7 1-16,-1 5-1 15,4 9 5-15,-3 2 4 16,3-4 2-16,1-1 2 16,-5-11 2-16,3-9 2 15,-4-6 0-15,-6-23-3 16,13 20-9-16,-13-20 2 16,0 0 2-16,23-27-1 15,-11-1 2-15,-1-12-4 0,4-7 0 16,3-6 6-1,1-8 6-15,0-1 1 16,-4 1-4-16,3 6 1 16,-6 8-3-16,2 11 3 0,-6 8 1 15,3 11-3-15,-11 17-2 16,22 0-1-16,-6 15 1 16,1 6 0-16,6 9-2 15,6 2 1-15,3 8-3 16,1 2 1-16,0-2 3 15,1-2-2-15,-1-4 3 16,0-3-2-16,-5-6 2 16,-2-5-2-16,-8-6 2 15,1-5 0-15,-19-9-1 16,26 9 2-16,-26-9 0 16,0 0 0-16,3-26-2 15,-10 3 1-15,4-8-2 0,-8-9 3 16,3-5-1-16,-3-7-1 15,-1-1-2-15,-2 1 1 16,2 3 2-16,5 9 1 16,-3 9 0-16,4 5-3 15,0 11 0-15,2-1-49 16,4 16-74-16,0 0-46 16,23 14-3-16,-4 1-6 15,3-2-3-15,15 9 45 16</inkml:trace>
  <inkml:trace contextRef="#ctx0" brushRef="#br1" timeOffset="197271.51">28637 9479 279 0,'-26'14'195'0,"26"-14"-3"0,0 0-74 15,0 0-59-15,0 0 0 16,3-18-15-16,-3 18-31 15,23-12-20-15,-23 12-5 16,22-12 1-16,-6 7 8 16,1 2 4-16,6 1 3 15,0 0-1-15,8 2 1 16,2 0-3-16,8 0 4 16,12 2-2-16,-1-2 3 15,10 0-1-15,9 0-2 16,4 2-1-16,5-2 2 15,1-2-2-15,4 0-2 16,6 0 1-16,-1-1-3 0,4-1 0 16,1-1 1-16,-1 0 1 15,3-4-3 1,-3 2 2-16,0-1 1 16,-4-1-1-16,-2 0 1 0,-4 3 0 15,-6-3-1-15,-4 2 0 16,-6 2 0-16,-5-2 1 15,-8 2 0-15,-1-1-2 16,-5 1 3-16,-6-2-1 16,-5 2 1-16,-1-2 0 15,-6 2-2-15,2-2 1 16,-7 2 0-16,-4-2 0 16,1 2 0-16,-4 0 0 0,-2-1 0 15,3 1-1 1,-5-2 2-16,3 2 0 15,-3-2-1-15,4 2 1 16,0 0-1-16,-5 0 0 0,-14 5 1 16,26-7 2-16,-26 7 0 15,0 0 2-15,16-2 2 16,-16 2-4-16,0 0-3 16,0 0-1-16,0 0-9 15,0 0-120-15,-16 3-38 16,16-3-7-16,-7-20-4 15,11-5 0-15</inkml:trace>
  <inkml:trace contextRef="#ctx0" brushRef="#br1" timeOffset="200560.39">35056 8632 136 0,'0'0'76'0,"-16"0"14"16,16 0 24-16,0 0-3 16,0 0-13-16,0 0-4 15,0 0-12-15,20-3-13 16,-20 3-19-16,0 0-20 15,0 0-38-15,0 0 2 16,0 0 0-16,0 0-1 16,0 0-1-16,0 0 1 0,0 0-1 15,0 0-1-15,0 0 2 16,0 0 2 0,0 0 2-16,0 0 2 15,0 0 1-15,0 0 1 0,0 0-2 16,0 0 1-16,0 0-18 15,0 0-80-15,0 0-38 16,6 17-25-16,-6-17-1 16,0 0-6-16,23-14 37 15</inkml:trace>
  <inkml:trace contextRef="#ctx0" brushRef="#br1" timeOffset="201334.94">35292 8695 133 0,'0'0'157'0,"0"0"-34"15,0 0-19-15,0 0-1 0,0 0-14 16,0 0-13-16,0 0-13 15,17-11-20-15,-17 11-40 16,30-7-5-16,-11 2 3 16,7-2 0-16,4 2-1 15,4-2-1-15,3 0 0 16,1 0-1-16,-2 4-1 16,-4-1-1-16,-3 4 0 15,-6 4 4-15,-8 1-1 16,-15-5 2-16,11 28 3 15,-18-4 0-15,-5 7 2 16,-7 6 0-16,-7 4 1 16,-4 4-4-16,-3 4-1 0,-2 1-1 15,-1-5-4-15,1 0 3 16,2-2-3-16,4-5 1 16,3-3 1-16,3-6 0 15,4-3 0-15,3-7 1 16,6-2-3-16,10-17-2 15,-10 16 2-15,10-16 0 16,0 0 2-16,0 0-1 16,26-5 0-16,-9 0 1 15,9-6 2-15,2 1 2 16,5-1-1-16,8 1-2 16,-1-4 0-16,5 2-1 15,4-2 2-15,0 6-3 0,-4-1 3 16,3 4-1-16,-6 0 0 15,-2 1 1 1,-2 2 0-16,-5-3 2 16,0 5-50-16,-10-3-66 0,-8-6-45 15,8 9-8-15,-23 0-12 16,14-17-3-16</inkml:trace>
  <inkml:trace contextRef="#ctx0" brushRef="#br1" timeOffset="204134.45">34138 7817 207 0,'0'0'90'0,"-5"-29"24"15,-2 11 9-15,7 3-5 16,0 15-15-16,-11-23-9 15,11 23-21-15,0 0-24 16,0 0-21-16,-15-3-28 16,15 3-17-16,-11 38-9 15,9-7 8-15,-1 12-5 16,0 11 12-16,-4 14 6 16,3 13 7-16,-1 11-5 15,1 8-2-15,4 0 4 16,4 6-1-16,-2 0 3 0,5-9-2 15,0-6 2-15,1-6-2 16,3-7 2-16,2-11 1 16,-4-4 0-16,5-13-3 15,-5-7 4-15,1-8-1 16,-3-7 2-16,-2-8-30 16,-5-20-70-16,0 0-38 15,0 0-22-15,7-19-7 16,-3-1-3-16,-11-15 5 15</inkml:trace>
  <inkml:trace contextRef="#ctx0" brushRef="#br1" timeOffset="204886.96">33999 8144 108 0,'-12'-15'115'16,"12"15"-20"-16,-4-19 7 0,4 19 3 15,-3-25-11-15,3 10-8 16,0 15-16-16,10-24-14 16,-10 24-17-1,23-21-13-15,-8 12-15 0,8 2-9 16,0 0-2-16,6 4 1 16,1 1 0-16,1 0 0 15,2 4 0-15,-4 5 0 16,4 2-2-16,-1 5 0 15,1 3 1-15,-4 5-1 16,2 4-1-16,2 5-1 16,0 4 0-16,-3 7-1 15,1 3 2-15,-2 1-3 0,-2 3 2 16,-1 3-2-16,-4-2 3 16,-3 2-1-1,-1-4 1-15,1 1 3 0,-4-2 0 16,-1-2-1-16,2-4 0 15,-6-3 0-15,-1 0-1 16,-6-1 1-16,-3-3-2 16,-3-1-2-16,-6-3 1 15,-5 2 1-15,-5 0 1 16,-3-1 0-16,-11-2 0 16,-2 1-1-16,-1-3 2 15,-6 3-2-15,-2-1 2 0,3-3-2 16,-4 2 2-16,0-4-2 15,8-3 2-15,-1 0 1 16,5-4 1 0,3-7 0-16,4-4 4 0,7-8 0 15,4-3-5-15,15 5-46 16,-26-23-21-16,26 23-9 16,-16-28-18-16,16 28-20 15,-10-24-22-15,10 24-23 16,-4-17-1-16,-3 1 130 15</inkml:trace>
  <inkml:trace contextRef="#ctx0" brushRef="#br1" timeOffset="206015.77">33506 9027 188 0,'0'0'103'0,"0"0"11"15,0 0-7-15,0 0-7 16,0 0-8-16,0 0-11 15,0 0-16-15,-4-17-21 16,4 17-25-16,0 0-16 16,23-9-3-16,-23 9-1 15,33-10-2-15,-7 5 2 16,0-2-1-16,7-2 1 16,2 2-1-16,1 0 0 0,2 0 0 15,-1 2 1-15,-2 0 0 16,-2 0-1-16,-7 3 2 15,0-2-1-15,-7 3 0 16,-19 1 1-16,26 0-1 16,-26 0 0-16,15-2 1 15,-15 2-1-15,0 0 2 16,0 0-1-16,0 0 0 16,0 0 2-16,0 0-1 15,0 0 0-15,18 2 0 16,-18-2 0-16,0 0 0 15,0 0 0-15,19 0-1 16,-19 0-1-16,0 0 1 0,0 0 0 16,15-2-1-1,-15 2 2-15,0 0 1 16,0 0 1-16,0 0-7 16,0 0-9-16,-15 9-90 0,15-9-55 15,-23 5-4-15,1-7-9 16,4 9-2-16,-13-12 52 15</inkml:trace>
  <inkml:trace contextRef="#ctx0" brushRef="#br1" timeOffset="207478.81">32945 8979 314 0,'-3'-18'131'0,"-2"3"3"16,-6-3-11-16,11 18-18 15,-19-22-16 1,19 22-20-16,-17-12-24 0,17 12-32 16,-16 2-15-16,16-2-21 15,-16 10-1-15,16-10 0 16,-17 24 2-16,5-7 4 15,5 9 6-15,-2 2 4 16,2 5 5-16,0 3 6 16,4 4-2-16,3-2 2 15,3-1-2-15,1-3 2 16,6-4-3-16,2-6-1 0,4-3 1 16,1-6 0-1,6-6-1-15,3-6 0 16,0-4 1-16,0-6-1 15,2-5 2-15,1-2 4 0,-6-4-2 16,3-1-1-16,-9-3-1 16,2-2-1-16,-6-1 0 15,-6-2-1-15,-4-1 0 16,-3-3-2-16,-7-2 4 16,-2 2-1-16,-4 0 1 15,-7-1-1-15,1 5 0 16,-7 4-1-16,0 4-1 15,0 5-1-15,-3 6-1 0,-1 4-2 16,1 3 2-16,-3 2 0 16,6 3 2-1,0 1 0-15,7-2 0 16,2 3 2-16,17-6-1 0,-23 10 2 16,23-10 0-16,-8 21 2 15,9-6 0-15,6 4 1 16,7 6 0-16,-2 2 1 15,11 6-3-15,0 4 2 16,6 1-5-16,8-2 1 16,1 2-1-16,7-7 0 15,10 0-64-15,1-8-55 16,1-13-34-16,9 2-8 16,-5-20-1-16,7 1-4 15</inkml:trace>
  <inkml:trace contextRef="#ctx0" brushRef="#br1" timeOffset="210326.83">29927 9425 210 0,'0'0'172'0,"0"0"-28"16,0 0-34-16,-9-17-15 16,11 0-7-16,-4-9-24 15,2-4-40-15,-7-8-22 16,4-5-1-16,-4-9 1 16,-2-5-1-16,-1-6 0 15,-3-4-2-15,3-6 1 16,0 6-3-16,-3-2 2 0,3 1-2 15,5 6 1-15,1 3-2 16,4 3 2-16,0 8-1 16,4 6 2-16,4 4-1 15,-1 7 1-15,0 5-1 16,2 7 1-16,-2 4-1 16,-7 15 1-16,0 0 0 15,10-16 1-15,-10 16 0 16,0 0 1-16,0 0-1 15,0 0 0-15,0 0 1 16,0 0-1-16,0 0 0 16,0 0 0-16,0 0 0 0,0 0-1 15,0 0 2-15,-3-19 0 16,3 19-1-16,-4-17 2 16,4 17 1-16,-7-25-1 15,7 25-1-15,-6-22 1 16,6 22-1-16,-9-19 1 15,9 19-1-15,-7-17 0 16,7 17-2-16,0 0 2 16,0 0 0-16,-12-16-1 15,12 16 1-15,0 0-2 16,0 0-1-16,0 0 0 16,28 9-1-16,-11-6 0 15,9-1 0-15,9 1 1 0,6-3-1 16,18-1 3-16,6-8 1 15,16 0 0-15,4-6 0 16,12-3 0 0,4-2 0-16,8-3-1 0,8 1 1 15,1-1-1-15,2 1 0 16,3-1 0-16,0 6-1 16,0-2 1-16,1 3 0 15,-5 2 1-15,1 2 0 16,-4 0-1-16,1 2 1 15,-6-1 0-15,2 3 3 16,-6-3-3-16,3 3 4 16,-6-3-4-16,-4 1 3 0,1-2-4 15,-4 1 4 1,-3-1-7-16,-5 2 3 16,-10-1-3-16,-4 3 2 15,-9 1-3-15,-9 0 3 0,-12 3-2 16,-8 1 4-16,-15 1 0 15,-6 1 1-15,-16 1-2 16,0 0 0-16,0 0 0 16,0 0-2-16,0 0 0 15,0 0-2-15,0 0 0 16,0 0 0-16,0 0 1 16,0 0 2-16,0 0 2 15,0 0-1-15,0 0 2 16,0 0 0-16,0 0-1 15,0 0 0-15,0 0-1 16,0 0 0-16,0 0 0 16,0 0-1-16,0 0-1 0,0 0 0 15,0 0 1-15,0 0 0 16,0 0 1-16,0 15 1 16,0-15 2-16,0 0-3 15,0 0 5-15,7 21-5 16,-7-21 5-16,0 0-9 15,7 19 9-15,-7-19-9 16,7 16 4-16,-7-16-4 16,9 17 4-16,-9-17-4 15,7 17 3-15,-7-17 1 16,12 23-1-16,-12-23 1 16,10 24 0-16,-6-7 1 15,4 1 0-15,-4-1-1 0,3 4 1 16,0-1-1-16,-4-1 0 15,2 2 0-15,2-2-1 16,-3-3 1-16,-1-1-1 16,-3-15 3-16,9 26-1 15,-9-26 0-15,14 16 0 16,-14-16 1-16,0 0-1 16,22 16 0-16,-22-16 1 15,0 0-3-15,19 6 1 16,-19-6 1-16,0 0-1 15,0 0-1-15,14 16 1 16,-14-16 0-16,0 0-1 16,9 17 2-16,-9-17-1 0,0 0-1 15,17 19 0-15,-17-19 2 16,0 0-3-16,23 12 0 16,-23-12 0-16,15 2-2 15,-15-2 0-15,23-3 0 16,-23 3 1-16,33-7 1 15,-14-2 0-15,7 1 1 16,4-1 1-16,4 0-1 16,6-1 1-16,5-1 0 15,8 1 0-15,-5-4 0 16,6 7 1-16,1 0-2 16,-6 2 1-16,0 0 1 0,-13 1 0 15,-1 3 2-15,-14 1 0 16,-2 0-2-16,-19 0-1 15,0 0 0-15,0 0-36 16,0 0-50-16,0 0-40 16,0 0-30-16,0 0-13 15,0 19-11-15,0-19 59 16</inkml:trace>
  <inkml:trace contextRef="#ctx0" brushRef="#br1" timeOffset="210951.27">34600 8842 292 0,'0'0'123'0,"0"0"-7"16,0 0-16-16,26-5-12 16,-4-1-13-16,1-2-7 0,11 1-22 15,6-2-41-15,9 1-6 16,0-1 0-16,3 2-1 15,-4 2 0-15,-6-2-11 16,-4 7-96-16,-5 2-52 16,-33-2-4-16,23-4-4 15,-23 4-1-15,-23-19 51 16</inkml:trace>
  <inkml:trace contextRef="#ctx0" brushRef="#br1" timeOffset="212262.21">35270 9740 287 0,'-20'0'131'16,"20"0"-12"-16,-22 2-10 15,22-2-12-15,0 0-20 0,0 0-28 16,16-12-33-16,13 5-5 16,4-2-2-1,16-3-2-15,6-3-6 16,6-1-3-16,7-1 0 0,1 1 1 16,-5 1 1-16,-3 1 0 15,-5 5-2-15,-17 2-7 16,-11 4-2-16,-10 4 1 15,-18-1-1-15,0 0-1 16,-33 18 2-16,3-6-2 16,-12-2 3-16,-3 6 7 15,-7 1 0-15,-7-1 0 16,2 1 1-16,1-1 1 16,4-1-2-16,4-4 3 15,6 1-1-15,9-5 8 16,14-6 3-16,19-1-2 15,0 0 1-15,0-15-2 0,23 3 2 16,10-4-1-16,12-1 0 16,3-4-8-16,8 2-1 15,1 0-1-15,2 2 1 16,2 3 1-16,-6 3 1 16,-9 1-1-16,-10 5-8 15,-10 3-1-15,-10 0 1 16,-16 2 0-16,0 0-2 15,-26 12 1-15,-4-3-1 16,-5 3-1-16,-5 0 8 16,-1 2 1-16,3 2-3 15,1-2 3-15,8-1 3 16,10-7 7-16,19-6 0 0,0 0-34 16,0 0-54-16,0 0-41 15,33-23-30-15,-14 1-3 16,14 4-7-16,-11-9 9 15</inkml:trace>
  <inkml:trace contextRef="#ctx0" brushRef="#br1" timeOffset="212973.71">34162 9147 12 0,'0'0'63'15,"19"-4"-54"-15,-19 4-57 0,0 0 13 16,-26 2 35-16,-10-13 0 16</inkml:trace>
  <inkml:trace contextRef="#ctx0" brushRef="#br1" timeOffset="-211206.25">33860 21052 285 0,'-29'23'211'0,"29"-23"-16"16,-16 15-55-16,16-15-40 15,0 0-12-15,-17 2-84 16,17-2-4-16,0 0 0 16,0 0 0-16,0 0 0 15,0 0 0-15,0 0 0 16,0 0 0-16,0 0 0 15,22 14 0-15,-5-9 0 16,6 2 0-16,7-2 0 16,8 0 0-16,7-1 0 15,7-2 0-15,4-4 0 16,-1-2 0-16,-1 3 0 0,-2-1 0 16,3 0 0-16,-6-1 0 15,0 1 0-15,-4 0 0 16,0 1 0-16,0-1 0 15,-2-3 0-15,-4 1 0 16,-10 1 0-16,-3-3 0 16,-7 5 0-16,-19 1 0 15,23-4 0-15,-23 4 0 16,0 0 0-16,0 0 0 16,-26 2 0-16,3 3 0 15,-6 0 0-15,-13 2 0 16,-7 2 0-16,-6 3 0 0,-9 2 0 15,-11 2 0-15,0-3 0 16,-6 3 0-16,4 0 0 16,3-3 0-1,8-1 0-15,9-3 0 16,13-4 0-16,9 1 0 0,16-5 0 16,19-1 0-16,0 0 0 15,23-15 0-15,12 4 0 16,10-3 0-16,10 1 0 15,8-3 0-15,5 0 0 16,3 1 0-16,-4 3 0 16,-4 1 0-16,-6 3 0 15,-12 1 0-15,-8 3 0 0,-11 3 0 16,-4-1 0-16,-22 2 0 16,0 0 0-16,0 0 0 15,-29 9 0-15,3-4 0 16,-12 2 0-16,-8 0 0 15,-6 3 0-15,-7 0 0 16,4 2 0-16,-6 2 0 16,6-3 0-16,2-1 0 15,8-3 0-15,12 0 0 16,11-4 0-16,22-3 0 16,0 0 0-16,0 0 0 15,36-3 0-15,9-2 0 16,7 0 0-16,13-4 0 15,1 2 0-15,1-2 0 0,5 2 0 16,-1 0 0-16,-7 2 0 16,-9 0 0-1,-9 0 0-15,-10 3 0 0,-10 0 0 16,-10 1 0-16,-16 1 0 16,0 0 0-16,-38 1 0 15,1 3 0-15,-12 3 0 16,-8 0 0-16,-9 3 0 15,-8 0 0-15,-1 3 0 16,0-3 0-16,4 0 0 16,3 1 0-16,13-4 0 15,6-4 0-15,18 1 0 0,10-4 0 16,21 0 0 0,0 0 0-16,33-9 0 15,5 0 0-15,11 2 0 16,7 0 0-16,6-1 0 0,2 1 0 15,0 0 0-15,-5 2 0 16,0 0 0-16,-5 3 0 16,-14-2 0-16,-5 4 0 15,-12-1 0-15,-23 1 0 16,0 0 0-16,0 0 0 16,-23 5 0-16,-8-2 0 15,-9 1 0-15,-9 1 0 16,-3 0 0-16,-9 0 0 15,2 1 0-15,2-1 0 16,2-2 0-16,2 1 0 16,12-1 0-16,8-1 0 15,14-4 0-15,19 2 0 0,0 0 0 16,15-14 0-16,18 9 0 16,9-5 0-16,3 1 0 15,11 0 0-15,-4 2 0 16,0 1 0-16,-4-1 0 15,-9 5 0-15,-6-2 0 16,-11 4 0-16,-22 0 0 16,16 2 0-16,-16-2 0 15,-23 12 0-15,-6-3 0 16,-6 0 0-16,-10 1 0 16,-4 4 0-16,-6-2 0 15,-1 2 0-15,4-6 0 16,7 3 0-16,7-4 0 0,12-4 0 15,26-3 0-15,-18 2 0 16,18-2 0-16,37-9 0 16,1 4 0-16,5-4 0 15,6 1 0-15,5-1 0 16,5-1 0-16,-7 3 0 16,0 0 0-16,-7 0 0 15,-8 2 0-15,-10 3 0 16,-9 0 0-16,-18 2 0 15,0 0 0-15,0 0 0 16,-23 11 0-16,-6-4 0 16,-8 1 0-16,-8 1 0 0,-7 1 0 15,3 1 0-15,-3-3 0 16,7 1 0-16,7-2 0 16,8-4 0-16,11-1 0 15,19-2 0-15,0 0 0 16,26-12 0-16,6 5 0 15,8-2 0-15,5-1 0 16,7 1 0-16,0 1 0 16,0 1 0-16,-7 0 0 15,-7 3 0-15,-5 1 0 16,-7 3 0-16,-10 0 0 16,-16 0 0-16,15 2 0 15,-15-2 0-15,0 0 0 0,-22-7-58 16,22 7-101-16,-28-24-9 15,11 3 5 1,1-7-12-16,2-3-3 0</inkml:trace>
  <inkml:trace contextRef="#ctx0" brushRef="#br1" timeOffset="-209953.35">34981 21149 228 0,'-52'7'156'16,"11"0"25"-16,11-2-54 15,4-10-43-15,26 5-7 16,0 0-4-16,7-17-8 16,19-1-33-16,19 5-32 15,14-5 0-15,5-1 0 16,8-2 0-16,6 2 0 16,3 2 0-16,-4 3 0 15,1 6 0-15,-12 1 0 0,-9 1 0 16,-8 8 0-16,-13-2 0 15,-6 5 0-15,-30-5 0 16,0 0 0-16,-7 19 0 16,-19-8 0-16,-13-3 0 15,-7 5 0-15,-12 0 0 16,-4 1 0-16,-9 0 0 16,-7 0 0-16,3 0 0 15,7-2 0-15,4-2 0 16,12-1 0-16,12-4 0 15,12-7 0-15,28 2 0 16,0 0 0-16,16-13 0 0,17-1 0 16,12 3 0-16,10-3 0 15,6 1 0-15,2 1 0 16,8-1 0-16,-7 1 0 16,-1 5 0-16,-13 2 0 15,-10 2 0-15,-5 6 0 16,-18-3 0-16,-17 0 0 15,0 0 0-15,-26 19 0 16,-14-12 0-16,-9 5 0 16,-15-1 0-16,-10-1 0 15,-5 2 0-15,-7-1 0 16,4-1 0-16,4-3 0 16,14 1 0-16,8-8 0 0,21 0 0 15,15-6 0-15,20 6 0 16,13-19 0-16,20 8 0 15,13-4 0-15,11 2 0 16,9 1 0-16,8 0 0 16,-2 2 0-16,2 3 0 15,-9 3 0-15,-6 1 0 16,-11 6 0-16,-13-3 0 16,-13 9 0-16,-22-9 0 15,7 16 0-15,-26-8 0 16,2 6 0-16,-14-3 0 15,-2 1 0-15,-9 0 0 16,2 0 0-16,-2-2 0 0,1-1 0 16,4 0 0-16,6-6 0 15,10-1 0 1,6-2 0-16,15 0 0 16,0 0 0-16,0 0 0 0,15-16 0 15,6 9 0-15,-5-5-2 16,3 4-103-16,-2-6-53 15,-1-7-16-15,-1 2-3 16,-4-9-8-16,1 2-4 16</inkml:trace>
  <inkml:trace contextRef="#ctx0" brushRef="#br1" timeOffset="-205746.36">31584 10145 139 0,'4'-26'87'0,"-4"26"6"15,-7-20 5-15,7 20 9 16,0 0 4-16,-19-23-4 15,19 23-7-15,-18-7-12 0,18 7-14 16,0 0-55-16,0 0-19 16,-15-9 0-16,15 9 0 15,0 0 0 1,0 0 0-16,22 6 0 0,-3-3 0 16,8 6 0-16,6 1 0 15,5 6 0-15,7 1 0 16,7 4 0-16,0 1 0 15,0 3 0-15,-3-3 0 16,-8 4 0-16,-4-3 0 16,-8-3 0-16,-6-2 0 15,-11-3 0-15,-12-15 0 0,7 23 0 16,-7-23 0-16,-23 22 0 16,1-11 0-16,-4 1-1 15,-4 2 2 1,-4-1-2-16,-6 5 2 15,-2-1-1-15,2 0-1 0,2 1-1 16,-4 1 4-16,6-2-2 16,1 0 1-16,2 1-1 15,7-5 0-15,3 3-21 16,1-9-45-16,22-7-33 16,-23 14-32-16,23-14-37 15,0 0-11-15,0 0 3 16,-10-19-6-16</inkml:trace>
  <inkml:trace contextRef="#ctx0" brushRef="#br1" timeOffset="-205201.97">31612 10270 345 0,'0'0'186'16,"0"0"-4"-16,0 0-61 16,0 0-37-16,0 0-12 15,-24 10-39-15,6-1-33 16,-8 3 0-16,-8 0 0 16,-15 6 0-16,-10 1 0 15,-9 1 0-15,-6 3 0 16,-1-2 0-16,0-2 0 0,4-2-1 15,4-3 1-15,11-6 0 16,11-1 1-16,8-1-1 16,11-5-1-16,7-1 2 15,19 0-1-15,-15-3 0 16,15 3 0-16,0 0 0 16,0 0 0-16,0 0 0 15,0 0 0-15,0 0 0 16,0 0 0-16,3 28 0 15,-1 3-5-15,1 15 4 16,1 15-5-16,-1 19 8 16,4 18-3-16,-3 17 4 15,1 7-4-15,5 7 10 0,-3-1-9 16,2-2 0-16,1-5 0 16,3-12 0-16,-3-14 0 15,0-15 0-15,-1-11 0 16,5-8-49-16,-9-13-108 15,-7-15-21-15,4-2-2 16,-7-12-3-16,2 0 0 16</inkml:trace>
  <inkml:trace contextRef="#ctx0" brushRef="#br1" timeOffset="-204053.64">30131 12387 569 0,'4'-45'186'16,"-8"-4"3"-16,-2 3-110 16,-1 8-79-16,-6 6 0 15,-6 12 0-15,0 14 0 0,-7 13 0 16,0 16 0-16,0 13 0 16,0 11 0-16,4 8 0 15,4 8 0-15,6 2 0 16,12-2 0-16,12-3 0 15,11-6 0-15,6-11 0 16,16-12 0-16,14-11 0 16,9-14 0-16,3-12 0 15,4-12 0-15,0-11 0 16,3-11 0-16,-4-7 0 16,-6-6 0-16,-12-5 0 15,-11 1 0-15,-12-3 0 0,-7 3 0 16,-11 3 0-16,-15 9 0 15,-3 9 0-15,-13 4 0 16,-3 10 0 0,-3 12 0-16,-4 13 0 0,-1 14 0 15,-2 11 0-15,6 8 0 16,1 8 0-16,8 8 0 16,10 1 0-16,11 4 0 15,7-3 0-15,9-4 0 16,8-10 0-16,9-7 0 15,2-9 0-15,3-12 0 16,3-10 0-16,-2-14 0 16,-6-9 0-16,1-8 0 15,-8-8 0-15,-3-4 0 16,-11-8 0-16,-4-1 0 16,-8 0 0-16,-7-2 0 15,-7 7 0-15,-5 3 0 0,-2 4 0 16,-5 7 0-16,0 10 0 15,0 6 0-15,19 15 0 16,-29 5 0-16,18 14 0 16,4 12 0-16,7 9 0 15,0 9 0-15,7 6 0 16,4 9 0-16,1 2 0 16,2-4 0-16,1-8 0 15,1-8 0-15,-2-7 0 0,-2-12 0 16,-2-8 0-1,-10-19 0-15,23 2 0 16,-16-21 0-16,5-10 0 16,-2-10 0-16,-1-6 0 0,5-1 0 15,-2-4 0-15,-2 3 0 16,1 5 0-16,-6 13 0 16,2 8 0-16,-7 21 0 15,0-16 0-15,0 16 0 16,-19 13 0-16,19-13 0 15,-30 27 0-15,15-9 0 16,-3 2 0-16,6-1 0 16,2 2 0-16,10 0 0 15,3-4 0-15,-3-17 0 16,40 26 0-16,-5-19 0 16,10-3 0-16,7-8 0 15,7-1 0-15,2-5 0 0,1-3 0 16,3 0 0-16,-10 2 0 15,-6 3 0-15,-14-1-95 16,-9 11-44-16,-26-2-23 16,7 26-13-16,-23 1-7 15,-21 3-1-15</inkml:trace>
  <inkml:trace contextRef="#ctx0" brushRef="#br1" timeOffset="-203761.43">29993 13252 752 0,'53'11'197'16,"-4"-13"-123"-16,29-10-74 15,16-4 0-15,20-4 0 16,15-5 0-16,15-2 0 16,7-3 0-16,-2-1 0 15,-6 0 0-15,-10 1 0 16,-16-1-93-16,-20-7-84 16,-16 0-1-16,-22-10-6 15,-13-6-5-15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33:58.26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22246 11996 327 0,'0'0'188'0,"7"-37"-13"16,-7 15-68-16,3 6-22 16,-3-3-11-16,0 19-37 15,3-21-38-15,-3 21 1 16,0 0 1-16,0 0-1 16,7 26 0-16,2 4 0 15,-5 6 0-15,6 7 2 16,-1 8-2-16,1 2-1 15,6-1-1-15,-6-5 1 16,6-7-2-16,-2-9 2 0,1-9-2 16,1-8 0-1,6-10 0-15,-4-6 2 16,4-8-1-16,1-9 0 16,-4-6 0-16,0-6 1 0,4-5 1 15,-2-4-1-15,-2-1 2 16,-4-1-2-16,1 4 1 15,1 7-2-15,-1 5 3 16,-2 5-2-16,-14 21 2 16,27-3-1-16,-13 18 1 15,5 11 0-15,1 7-1 16,2 5 2-16,4 7-2 16,0 0 0-16,0-3-1 0,0-4 1 15,0-9 0-15,-3-5-1 16,-1-6 0-1,-4-10 0-15,-3-6 1 16,-15-2-1-16,30-19 1 0,-21-5 0 16,-2-11-1-16,-4-8 1 15,1-9 1-15,-1-3-2 16,-3-3 2-16,0 5-1 16,-3 3 2-16,3 8-1 15,0 11 0-15,0 10-1 16,0 21 0-16,0-21-64 15,0 21-43-15,0 0-19 16,19 9-18-16,-4 0-13 16,6-6-13-16,7 4 0 15</inkml:trace>
  <inkml:trace contextRef="#ctx0" brushRef="#br0" timeOffset="632.41">23410 11830 382 0,'0'0'135'0,"0"0"-1"16,0 0-19-16,0 0-30 15,-10 20-36-15,5-1-13 16,1 7-18-16,4 2-9 16,0 3-5-16,4 4-5 15,1-4 1-15,2-2-1 16,8-4 0-16,3-10 0 15,1-4-1-15,3-11 1 16,1-6 1-16,0-4-2 0,-4-7 1 16,2-6-2-16,-2-1 2 15,-4-5 1-15,-1-1-1 16,-2 4 1-16,-1 2 1 16,-3 1 0-16,-1 6 1 15,-7 17 3-15,11-22-2 16,-11 22 1-16,0 0 0 15,-4 19-1-15,1 7-1 16,3 12-1-16,-4 10 2 16,1 14-4-16,6 15 2 15,-3 7-2-15,7 10-2 16,-3 5 5-16,1 1-2 0,2-1 3 16,-4-2-2-16,1-9 2 15,-4-5-2-15,-4-9 4 16,-3-8 2-16,-5-12-3 15,-2-11 3-15,-5-12-5 16,-3-12 0-16,-4-14-3 16,-7-10-2-16,-5-14 1 15,-1-12-3-15,-1-9 0 16,2-5-2-16,5-7 3 16,4-1-1-16,10-3 4 15,15-1 1-15,18-2-3 16,12-1 2-16,19-3-3 15,7 1 3-15,19 3-84 0,4 0-56 16,8-1-29-16,2 10-2 16,-6-2 1-16,0 14-4 15</inkml:trace>
  <inkml:trace contextRef="#ctx0" brushRef="#br0" timeOffset="1517.07">24244 12089 226 0,'0'16'196'16,"0"-16"-31"-16,22-11-51 0,4 4-26 16,4-5-15-16,4 2-10 15,3-4-23-15,4 2-40 16,-1 2-2-16,-1-4-12 15,-6 10-51-15,-11-3-32 16,-3 7-21-16,-19 0-18 16,12 25-12-16,-20 1-7 15,-11 5-2-15,-4 10 85 16</inkml:trace>
  <inkml:trace contextRef="#ctx0" brushRef="#br0" timeOffset="1698.2">24322 12349 460 0,'0'0'138'0,"19"-4"-15"16,3-1-18-16,15-5-19 16,11 3-25-16,6-4-59 15,16-1-3-15,6 0-5 16,-1 0-89-16,3 0-45 16,-7 5-24-16,-16-3-8 15,-2 8-3-15,-27-5 0 16</inkml:trace>
  <inkml:trace contextRef="#ctx0" brushRef="#br0" timeOffset="3387.47">12396 15118 174 0,'0'0'89'0,"0"0"29"16,-12-15 2-16,12 15-6 0,0 0-10 15,-17-17-10 1,17 17-13-16,0 0-15 16,0 0-21-16,-16-14-31 15,16 14-10-15,0 0-4 0,0 0 0 16,0 0 0-16,0 0 0 15,-7 26 0-15,7-4 0 16,4 11 0-16,-1 5 0 16,1 11 0-16,-1 8 0 15,2 3 0-15,-1 1 0 16,-1-2 0-16,-3-7 0 16,4-7 0-16,-4-9 0 15,-4-7 0-15,4-10 0 16,0-19 0-16,4 18 0 15,-4-18-66-15,0 0-38 16,3-21-23-16,1 4-19 16,1-4-7-16,2-7-9 0,-4 2-7 15,1-7 74-15</inkml:trace>
  <inkml:trace contextRef="#ctx0" brushRef="#br0" timeOffset="3738.72">12344 15267 117 0,'0'0'92'0,"-22"-22"18"15,22 22 14-15,-12-21-7 16,12 21-12-16,-7-19-9 16,7 19-12-16,0 0-12 15,19-21-21-15,0 23-27 0,7 1-26 16,10 4 0-16,-1 9 1 15,9 3 0-15,-3 7-1 16,1 3 2-16,-2 6 1 16,-9 1 2-16,-14 4 3 15,-4 3-2-15,-13-1 3 16,-7 1 0-16,-9-1 2 16,-7-2-7-16,-10-2-2 15,-1-4 0-15,1-4-45 16,0-13-45-16,5-5-36 15,4-8-21-15,8-10-14 16,16 6-10-16,-3-34-8 0,20 8 76 16</inkml:trace>
  <inkml:trace contextRef="#ctx0" brushRef="#br0" timeOffset="3981.9">12844 15359 67 0,'0'0'102'16,"0"0"4"-16,0 0 4 15,0 0-15-15,0 0-2 16,23 9-6-16,-1-13 1 16,4-8-5-16,9 3-9 0,5-1-73 15,-5-4-74-15,8 4-41 16,-5 1-30-16,-8 2-18 15,-1 9-9-15,-29-2 1 16,26 19 99-16</inkml:trace>
  <inkml:trace contextRef="#ctx0" brushRef="#br0" timeOffset="4168.03">12948 15641 203 0,'0'0'112'0,"0"0"-32"16,0 0-46-16,20-10-12 16,2-4-2-16,13-3 2 0,1-4-34 15,6-5-41-15,3 5-32 16,-8-7-12 0,8 11-11-16,-16-5-9 0</inkml:trace>
  <inkml:trace contextRef="#ctx0" brushRef="#br0" timeOffset="5218.76">13408 15233 43 0,'0'0'94'0,"-6"-23"-27"15,6 23-24-15,-4-15 3 16,4 15 8-16,0 0 3 0,0 0-6 16,0 0-5-16,0 0-2 15,0 0 28-15,0 0-2 16,0 0-10-16,0 0-10 16,0 0-5-16,-3 17-4 15,3-17-1-15,0 0-3 16,3 15-31-16,-3-15-4 15,0 0-1-15,4 16 0 16,-4-16 0-16,3 17-1 16,-3-17 1-16,3 19-2 15,-3-19 1-15,7 23-1 16,-7-23 0-16,6 19 1 16,-6-19 0-16,0 0 0 0,3 17 0 15,-3-17 1-15,0 0-2 16,0 0 1-16,0 0 0 15,0 0-1-15,0 0 0 16,-3-17 0-16,3 17-1 16,-4-17 1-16,4 17 0 15,-5-19 1-15,5 19 0 16,-4-16-1-16,4 16 1 16,0 0-1-16,0 0 2 15,0 0-1-15,0 0 1 16,0 0-1-16,0 0 0 15,0 0 1-15,0 0 0 16,0 0-1-16,7 24 1 0,-1-6 0 16,1 2 0-16,-1 5 4 15,3 2-4-15,2 3 3 16,1-1-4-16,2-3 4 16,-2 0-4-16,-2-5 4 15,2-6-7-15,-12-15 1 16,21 16-1-16,-21-16 1 15,16-12-1-15,-9-4-3 16,1-6 4-16,-1-4-3 16,0-7 5-16,0-5-4 15,-2 3 3-15,2-1-3 16,-3 1 4-16,3 8-1 0,-5 4 1 16,1 7 0-16,-3 16 0 15,0 0 1-15,0 0 0 16,21 9-1-16,-12 10 3 15,4 2 0-15,3 3 0 16,7 2 0-16,3 0 0 16,-4-3-2-16,8-3 1 15,-8-2-1-15,4-6 1 16,-3-4-3-16,-4-2 0 16,-19-6 0-16,23 0 1 15,-23 0 0-15,0 0-1 16,10-28 1-16,-14 9 0 15,-2-5 1-15,-3-7-1 0,-2-8 0 16,-1 0-1-16,-2-1 1 16,2 2-1-1,-2 5 2-15,7 3 0 16,-1 10 0-16,1 4 0 0,7 16 1 16,0 0-3-16,0 0-68 15,14 23-37-15,-6-4-30 16,6 8-27-16,-5-1-5 15,5 11-5-15,-5-6 17 16</inkml:trace>
  <inkml:trace contextRef="#ctx0" brushRef="#br0" timeOffset="5655.08">12497 16233 316 0,'0'0'127'0,"0"0"15"16,38-5-72-16,2-12-25 16,18 3 2-1,4-9 9-15,21 1 1 16,9-8-1-16,14 3-4 0,2-4-28 16,12 1-22-16,-1 1 0 15,1-1-2-15,-2 4 0 16,-5 2-3-16,-5 2 1 15,-9 1-1-15,-11 3 3 16,-10 1-1-16,-17 8-40 16,-12-1-58-16,-9 0-55 15,-6 6-24-15,-16-11-5 16,-3 3 0-16,-8-14 35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35:34.4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5">
        <inkml:traceFormat>
          <inkml:channel name="X" type="integer" max="3520" units="cm"/>
          <inkml:channel name="Y" type="integer" max="1984" units="cm"/>
          <inkml:channel name="T" type="integer" max="2.14748E9" units="dev"/>
        </inkml:traceFormat>
        <inkml:channelProperties>
          <inkml:channelProperty channel="X" name="resolution" value="127.53623" units="1/cm"/>
          <inkml:channelProperty channel="Y" name="resolution" value="128" units="1/cm"/>
          <inkml:channelProperty channel="T" name="resolution" value="1" units="1/dev"/>
        </inkml:channelProperties>
      </inkml:inkSource>
      <inkml:timestamp xml:id="ts1" timeString="2022-01-10T06:36:29.164"/>
    </inkml:context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7218 1227 387 0,'0'0'188'15,"-41"-79"-16"-15,41 79-55 16,0 0-35-16,0 0-20 16,0 0-50-16,0 0-9 0,0 0-3 15,0 0 0-15,0 0 0 16,0 0 0-16,0 0-12 16,0 0 8-16,0 0-1 15,0 0 4-15,0 0 3 16,-33 72-8-16,33-72 9 15,10 120-8-15,-3-37 17 16,2 16-6-16,1 22-7 16,-1 14-5-16,1-5-6 15,1-2 9-15,-3-7-10 16,-1-7 12-16,2-20-12 16,-2-15 2-16,3-37 6 0,3-23-25 15,-13-19-88-15,26-31-54 16,3-16-4-16,1-35-7 15,11-11 6 1</inkml:trace>
  <inkml:trace contextRef="#ctx0" brushRef="#br0" timeOffset="548.39">8145 1227 381 0,'0'0'201'16,"0"0"-13"-16,0 0-60 16,-15-76-39-16,15 76-53 0,0 0-36 15,0 0 0-15,0 0 0 16,0 0-4-16,0 0-2 15,0 0-2-15,0 0 7 16,-59 73-7-16,59-73 14 16,-19 102-13-16,19-102 4 15,-16 142 7-15,13-64-7 16,3-2 5-16,3-3-8 16,6-11 2-16,8 0 4 0,2-3 2 15,11-28-2-15,4-17-4 16,-34-14 11-16,89-7 2 15,-89 7 2 1,94-55 2-16,-94 55-13 0,86-118 0 16,-86 118 0-16,63-123 0 15,-47 54 0-15,-9 0 0 16,-7 69 0-16,-23-130 0 16,23 130-1-16,-71-107-9 15,71 107-9-15,-108-78 11 16,108 78 5-16,-123-37 5 15,123 37 3-15,-116-3 0 16,116 3-92-16,-75 26-68 0,75-26-4 16,0 0-22-1,12 78-14-15,-12-78 6 16</inkml:trace>
  <inkml:trace contextRef="#ctx0" brushRef="#br0" timeOffset="875.62">9251 928 629 0,'0'0'208'15,"0"0"-46"-15,0 0-153 16,0 0-12-16,0 0 2 15,0 0 0-15,7 69 4 16,-7-69-13-16,4 111 10 0,-4-111 0 16,6 147-7-16,0-62 9 15,-3 1 2-15,4-1-16 16,0 9 8 0,-2-3 1-16,2-2-1 0,4-8-1 15,-8-20-55-15,9 10-94 16,-1-4-32-16,-6-3-9 15,2-15-7-15,-7-11 33 16</inkml:trace>
  <inkml:trace contextRef="#ctx0" brushRef="#br0" timeOffset="2798.99">6408 824 531 0,'0'0'190'0,"0"0"-54"16,0 0-69-16,0 0-16 15,0 0-12-15,71 41-35 0,-71-41-4 16,0 0-5-16,26 77 0 16,-26-77 1-16,0 0 4 15,17 69-10-15,-17-69 5 16,0 0 1-16,0 0 4 15,0 0 1-15,0 0-2 16,0 0 0-16,0 0-4 16,0 0 13-16,0 0-11 15,0 0 5-15,0 0-3 16,0 0 1-16,58-85 1 16,-58 85 7-16,0 0-3 15,7-100 1-15,-7 100 0 16,0 0-1-16,-7-85 0 0,7 85-3 15,0 0-2-15,0 0 0 16,0 0 0 0,0 0-1-16,0 0 0 15,0 0-2-15,0 0-1 0,-4 73-4 16,4-73 2-16,23 79 2 16,-23-79 0-16,26 78-1 15,-26-78 2-15,0 0-1 16,36 78 5-16,-36-78-1 15,0 0 2-15,0 0 0 16,0 0 0-16,0 0-8 16,0 0 10-16,0 0-10 15,4-69 5-15,-4 69 1 16,0 0 4-16,-49-92-4 16,49 92 3-16,0 0 6 15,-62-80-11-15,62 80 11 16,0 0-9-16,0 0 1 0,0 0-4 15,0 0 2-15,0 0-1 16,0 0-111-16,-42 104-60 16,42-104-26-16,36 87 11 15,-36-87-2-15,65 72 58 16</inkml:trace>
  <inkml:trace contextRef="#ctx0" brushRef="#br0" timeOffset="3635.58">9774 549 262 0,'0'0'193'0,"0"0"3"16,0 0-77-16,0 0-17 15,0 0-17-15,0 0-37 16,0 72-57-16,0-72 4 15,0 78 1-15,0-78 4 16,0 0-3-16,0 87-1 16,0-87-3-16,0 0 6 0,0 0 1 15,0 0 2-15,0 0-1 16,0 0 0-16,0 0-2 16,52-87 5-16,-52 87 4 15,26-83-9-15,-26 83 8 16,22-85-7-16,-22 85 4 15,0 0-1-15,19-84 1 16,-19 84-5-16,0 0-3 16,0 0 7-16,0 0-6 15,-7 86 0-15,7-86 0 16,-12 81-6-16,12-81 6 16,-7 80 1-16,7-80 1 15,0 0-2-15,0 0 1 0,0 0 4 16,0 0-2-16,0 0 4 15,0 0-1-15,0 0-4 16,72-43 1-16,-72 43-2 16,0 0 7-16,55-95-3 15,-55 95 1-15,0 0-2 16,0 0-2-16,0 0 2 16,0 0-3-16,0 0 5 15,0 0-10-15,0 0-101 16,26 126-64-16,-26-126-20 15,-16 126-15-15,-1-56 14 16,17-70 82-16</inkml:trace>
  <inkml:trace contextRef="#ctx0" brushRef="#br0" timeOffset="30412.77">7095 3002 190 0,'-19'12'201'0,"-10"-11"-4"16,3-2-77-16,0 9-9 16,-4-9-16-16,11 7-22 15,-4-4-37-15,23-2-36 16,-22 4 0-16,22-4 0 15,0 0 0-15,29 8 0 16,10-1 0-16,9-2 0 16,18-5 0-16,14 0 0 15,17-1 0-15,14 2 0 16,19-2 0-16,6-1 0 16,13-1 0-16,7 1 0 0,6 7 0 15,-1 2-1-15,6 0 1 16,-9 0 0-16,-2 1-4 15,-14 5 3-15,-8 0-2 16,-14-2 1-16,-11-4-1 16,-15 0 1-16,-19 1 1 15,-13-1-1-15,-13-5 3 16,-15 1 0-16,-8-4 2 16,-26 1-1-16,21-4-2 0,-21 4-2 15,0 0 1 1,-26-21-1-16,4 16-23 15,-8-16-63-15,1 9-42 16,-8-2-21-16,-5-3-13 0,-10 3-5 16,-8 0-8-16,-3 8 76 15</inkml:trace>
  <inkml:trace contextRef="#ctx0" brushRef="#br0" timeOffset="30764.02">7012 3150 292 0,'-43'7'155'0,"8"-5"-18"15,16 5-14-15,19-7-19 16,0 0-14-16,27-2-17 15,26 4-34-15,13-7-35 16,17 0-1-16,24-2-2 16,17-4-2-16,22 1 0 15,11-7 0-15,19-1 2 16,6-1 0-16,16-5 0 16,8-2-3-16,6-12 1 15,2-4 6-15,3-3-5 16,-9-1-20-16,-5-3-159 15,-14 8-9-15,-34-8-17 16,-15 13-4-16,-46-7-12 0</inkml:trace>
  <inkml:trace contextRef="#ctx0" brushRef="#br0" timeOffset="34271.51">20564 3879 693 0,'0'0'177'0,"0"0"-55"16,0 0-133-16,0 0 0 0,-7 21-1 15,10 10-2-15,4 18 2 16,0 16 7-16,5 17-1 16,-1 20 0-1,1 7 0-15,-2 7 6 0,-1 5 1 16,-6-5 1-16,1-9 1 16,-8-17-1-16,1-19 2 15,-1-17-1-15,3-16 3 16,2-21-6-16,-1-17-81 15,0 0-52-15,30-39-35 16,-4 0-14-16,0-18-5 16,14 0 9-16</inkml:trace>
  <inkml:trace contextRef="#ctx0" brushRef="#br0" timeOffset="34679.8">21251 4189 514 0,'0'0'173'0,"0"0"-58"16,0 0-34-16,10 19-46 16,-13 12-38-16,-1 9 1 15,1 8-3-15,-1 10-1 16,8 2 0-16,-1 2 4 16,6-3-1-16,5-3 3 15,2-13-1-15,6-8 0 0,11-13-1 16,5-11 1-16,6-11 0 15,8-6 1 1,2-9 0-16,1-10-1 16,1-4 2-16,-1-6-2 0,-10-6 4 15,-6-4-2-15,-13-7 1 16,-12 0-3-16,-14-2 3 16,-14 2-1-16,-12 6 1 15,-16 6-1-15,-14 5 1 16,-4 11 0-16,-10 8 1 15,-1 11-1-15,0 7 1 16,3 7-4-16,16 5-89 16,7-4-32-16,19 0-34 0,26-10-12 15,0 0-8-15,33 4-8 16</inkml:trace>
  <inkml:trace contextRef="#ctx0" brushRef="#br0" timeOffset="35003.03">22596 3732 447 0,'0'0'182'0,"7"21"1"15,-17 0-119-15,-2 10-64 16,5 9-3-16,0 10 5 15,3 12-4-15,4 7 4 16,4 13-5-16,3 6 5 16,7 0-7-16,-2 4 4 0,3 0-3 15,-1-1 4-15,-2-6 3 16,2-5-1 0,-2-13 3-16,-1-8-5 0,-4-7 2 15,-6-10-101-15,6-11-48 16,4-5-20-16,-11-26-15 15,19 7 0-15,-7-25 84 16</inkml:trace>
  <inkml:trace contextRef="#ctx0" brushRef="#br0" timeOffset="35451.35">23320 4172 459 0,'0'0'183'0,"0"0"-35"16,-21 17-81-16,2 12-39 15,0 13-37-15,-4 8 2 16,4 11 3-16,2 8 3 16,1 5-2-16,9 4 2 15,7-5 3-15,7-5-2 16,13-10 5-16,9-9-2 15,7-15 3-15,13-9-5 16,8-17 6-16,9-8-3 0,5-12-5 16,4-12 4-16,0-9-5 15,-4-8 6-15,-7-8-5 16,-8-8 4-16,-11-5-5 16,-16-4 2-16,-13-2 0 15,-16 6-3-15,-12 1 2 16,-18 4-3-16,-15 11 2 15,-10 8-1-15,-13 12 2 16,-7 8-2-16,1 11 3 16,-4 7 0-16,10 4 0 15,5 3-82-15,22 5-46 16,15-2-30-16,26-10-13 16,19 4-6-16,17-13 19 0</inkml:trace>
  <inkml:trace contextRef="#ctx0" brushRef="#br0" timeOffset="35871.65">24487 4047 423 0,'10'42'176'0,"-10"-10"-60"16,-10 10-30-16,6 13-15 15,-3 11-71-15,2 9 0 16,1 1-3-16,8 3 2 0,1-1-2 16,9-3 2-16,5-13 4 15,4-10-1-15,6-14 4 16,4-10-5 0,9-14 4-16,3-13-2 0,4-11 1 15,-4-13 1-15,3-9-6 16,1-8 5-16,-9-9-6 15,-5-10 6-15,-9-5-2 16,-9-3-2-16,-12-1 0 16,-14 3-2-16,-8 4 0 15,-18 4-2-15,-6 12 1 16,-15 10-2-16,-6 16 2 16,-6 9 0-16,4 12 1 0,-6 1-56 15,17 9-63-15,7 4-29 16,13-6-17-1,33-10-7-15,0 0-7 16</inkml:trace>
  <inkml:trace contextRef="#ctx0" brushRef="#br0" timeOffset="36219.9">25816 3900 365 0,'12'17'190'15,"-5"7"-50"-15,4 11-45 16,-11 0-21-16,12 18-38 16,-9 10-41-16,8 9 5 0,-3 11-4 15,10 7 5-15,-3 11 0 16,4 1-5-16,4 0 5 15,-4-5-3-15,2-7 3 16,-2-10-3-16,-3-11 4 16,-2-10-6-16,-2-18 3 15,-2-8 5-15,-1-10-29 16,-9-23-72-16,0 0-41 16,22-19-22-16,-11-16-12 15,4-5-1-15,3-17 51 16</inkml:trace>
  <inkml:trace contextRef="#ctx0" brushRef="#br0" timeOffset="36715.25">26568 4135 364 0,'0'0'183'0,"0"0"-28"15,0 0-69-15,0 0-15 16,-16 18-24-16,16-1-43 16,0 2-17-16,0 2 1 15,-3 3 9-15,3 0 1 16,0 2 0-16,-4 2 0 0,4-2 0 16,0 2 1-16,0 4-2 15,0 7 2-15,0 0 1 16,0 6 0-16,4 0-3 15,3 0 4 1,5 2-1-16,2-7-1 0,5-5 2 16,3-6-3-16,11-8 2 15,6-9 1-15,-1-10 2 16,5-8-1-16,-1-11 0 16,3-7 1-16,-3-9 0 15,-6-10 1-15,-6-6-1 16,-11-8 0-16,-7-2-1 15,-9-5-3-15,-15 4 2 0,-7 2-4 16,-17 7 2-16,-10 6-2 16,-9 12 1-1,-2 8-1-15,-6 13-1 16,-1 7-60-16,8 12-47 0,8 2-25 16,15 1-24-16,17 6-4 15,16-16-9-15</inkml:trace>
  <inkml:trace contextRef="#ctx0" brushRef="#br0" timeOffset="37032.47">27564 4047 361 0,'0'0'179'0,"9"21"-58"16,-2 5-28-16,-4 8-9 16,6 18-33-16,1 11-49 15,1 8-2-15,8 12-3 16,3 8 3-16,1 5 1 16,0-1-5-16,-1-5 7 15,1-9-6-15,-1-12 7 16,-4-8-7-16,-10-12 6 15,3-17-67-15,-4-9-71 0,-7-23-27 16,0 0-10-16,24-12-3 16,-17-25-5-1</inkml:trace>
  <inkml:trace contextRef="#ctx0" brushRef="#br0" timeOffset="37420.75">28140 4262 332 0,'0'0'179'16,"-15"8"-26"-16,4 18-71 15,-4 5-25-15,-3 18-18 16,3 6-42-16,-4 8 4 16,3 4-2-16,6 4-1 15,3-5 8-15,10-4-4 16,1-12 8-16,11-8-6 15,3-13 7-15,9-6-8 0,6-16 10 16,4-7-7-16,5-11-7 16,6-9 3-16,1-10-6 15,-4-6 8-15,0-6-7 16,-2-8 5-16,-8 0-7 16,-9-4 2-16,-10 4 0 15,-16 2 1-15,-12 10-2 16,-14 1-3-16,-11 11 1 15,-13 5 0-15,-9 13-34 16,-4-3-54-16,-1 6-33 16,9 2-21-16,6-8-13 15,18 8-13-15,8-18 63 16</inkml:trace>
  <inkml:trace contextRef="#ctx0" brushRef="#br0" timeOffset="37729.97">28764 3999 312 0,'0'0'180'16,"-7"36"-31"-16,7-3-61 15,0 8-18-15,7 20-11 16,-2 6-54-16,9 11-4 0,1 12-3 15,4 7 0-15,4 2 4 16,1 1-5-16,-1-6 4 16,-1-9-4-1,-2-7 7-15,-5-7-5 0,3-16 6 16,-6-10-3-16,-2-5-41 16,-5-18-72-16,-5-22-39 15,21 5-12-15,-12-29-6 16,5-7-5-16</inkml:trace>
  <inkml:trace contextRef="#ctx0" brushRef="#br0" timeOffset="38135.25">29560 4388 425 0,'14'29'184'0,"-21"6"-58"15,-3 5-49-15,1 17-20 16,-8 7-54-16,8 5-6 16,-1 4 7-16,3-2-6 15,10-4 6-15,4-6-4 16,12-11 8-16,7-10-7 16,11-12 1-16,8-11 2 15,4-10 0-15,3-10-1 16,5-13 1-16,2-7-2 0,-4-11-5 15,-2-9 5-15,-8-11-5 16,-7-5 4-16,-16-3-6 16,-8-4 4-16,-21 2-7 15,-12 2 4-15,-17 8 0 16,-20 7 0-16,-8 14-1 16,-7 7-1-16,-7 13 0 15,0 0-49-15,10 15-42 16,7 2-34-16,18-4-20 15,20 5-12-15,23-5-2 16,18-7 71-16</inkml:trace>
  <inkml:trace contextRef="#ctx0" brushRef="#br0" timeOffset="38532.54">30442 4398 104 0,'-12'33'129'16,"2"12"-12"-16,-3 9-15 15,-4 3-18-15,5 12-10 16,2-6 0-16,6 6-7 16,4-12-12-16,14 0-23 15,5-12-20-15,11-7-7 16,8-14 10-16,10-6-6 15,8-11-2-15,3-7 2 16,2-11-4-16,1-8 1 16,-1-8-8-16,-9-12 4 15,-7-9-8-15,-19-4 3 0,-10-5-4 16,-16-4 1-16,-19 3-5 16,-16 4 5-16,-14 5 1 15,-10 11 0-15,-8 11 0 16,-1 4 1-16,2 9-5 15,2 4-53-15,19 6-44 16,12 1-29-16,10-6-22 16,23 9-3-16,19-22-11 15</inkml:trace>
  <inkml:trace contextRef="#ctx0" brushRef="#br0" timeOffset="38939.83">31331 4340 394 0,'-14'27'158'0,"-5"8"-47"0,-4 12-23 16,-3 1-35-16,4 13-26 16,-1 3-17-16,8 3-9 15,4-3 6-15,8-1-4 16,10-10 6-16,12-4-5 15,7-13 6-15,10-8-5 16,9-14 2-16,11-9 0 16,1-10 1-16,9-9-2 0,2-7-6 15,-4-12 5-15,-8-8-7 16,-8-8 3-16,-10-5-7 16,-15-3 3-16,-16-2-6 15,-16-1 2-15,-17 4 2 16,-17 6-2-16,-14 10 1 15,-6 8 1-15,-8 13 2 16,0 5-1-16,3 14-48 16,6 0-54-16,16 7-31 15,17 5-20-15,29-12-3 16,0 0-2-16,33 3 80 16</inkml:trace>
  <inkml:trace contextRef="#ctx0" brushRef="#br0" timeOffset="39316.1">32265 4366 427 0,'19'32'173'0,"-31"-7"-49"16,-9-1-49-16,-2 16-22 15,-15 3-33-15,2 9-20 16,1 8 3-16,2 6-4 15,7-2 6-15,7-1-4 16,12-5 5-16,10-7-2 16,17-12 5-16,9-7-5 0,4-17 3 15,12-10-1 1,7-8-1-16,0-9-1 16,0-11-5-16,-3-11 4 15,-7-8-6-15,-8-8 1 0,-9-5-6 16,-13-6 4-16,-16 0-4 15,-15-3 2-15,-14 9 2 16,-12 3-3-16,-10 12 3 16,-10 4-58-16,1 15-58 15,5 6-24-15,4 1-18 16,20 9-1-16,9-11-2 16</inkml:trace>
  <inkml:trace contextRef="#ctx0" brushRef="#br0" timeOffset="39607.3">32777 4198 379 0,'0'0'176'15,"-11"24"-41"-15,10 2-60 16,-10 3-8-16,11 16-18 15,0 12-50-15,4 7 1 16,-1 14-4-16,6 5 3 16,1 6 1-16,-1-1-1 15,1-5 3-15,1-9-1 16,-6-6 3-16,-1-11-5 16,2-8-68-16,-6-15-51 15,-3-15-43-15,3-19-5 0,0 0-12 16,0 0 1-16</inkml:trace>
  <inkml:trace contextRef="#ctx0" brushRef="#br0" timeOffset="39907.51">33584 4208 504 0,'0'0'180'16,"0"0"-4"-16,0 0-136 0,-16 28-27 16,3 8-29-16,-3 11 2 15,2 13 9-15,2 15 6 16,8 10 1-16,1 10-3 16,6 4 3-16,1-3-3 15,6-7 3-15,2-8-3 16,2-10 3-16,-5-10-2 15,-2-15-44-15,-7-11-79 16,0-18-40-16,0-17-4 16,0 0-13-16,23-19-3 15</inkml:trace>
  <inkml:trace contextRef="#ctx0" brushRef="#br0" timeOffset="40190.74">34291 4196 470 0,'13'43'182'16,"-16"-5"-3"-16,3 16-120 16,3 15-56-16,3 13-9 15,1 9 4-15,0 8 2 16,3 1 0-16,-1 1 0 15,4-6 0-15,0-9 3 16,1-13-1-16,-2-11 4 0,-2-13-5 16,6-11-73-16,-6-15-62 15,-10-23-29-15,23 0-2 16,-15-25-6 0,10-4 1-16</inkml:trace>
  <inkml:trace contextRef="#ctx0" brushRef="#br0" timeOffset="40464.92">35287 4286 538 0,'3'33'170'16,"-3"15"-4"-16,-3 9-143 15,-8 16-29-15,-1 14 2 16,-2 4 5-16,6 8-3 0,-3 3 2 16,8-3 1-16,3-2 3 15,7-7-3 1,2-12 2-16,1-13-115 0,0-11-51 16,6-5-11-16,-13-25-15 15,6 0-1-15</inkml:trace>
  <inkml:trace contextRef="#ctx0" brushRef="#br0" timeOffset="42467.34">18099 4334 436 0,'-16'6'187'0,"16"-6"-40"15,-16 3-73-15,16-3-29 16,39 9-30-16,1-9-22 16,8 1 0-16,13 3 2 15,7-6 3-15,3 2 0 16,-2-3 1-16,-5 3 1 16,-11-4 4-16,-12 4 2 15,-11 0-1-15,-15 2 0 0,-15-2-1 16,0 0 1-16,-19 9-2 15,-3-6-1-15,-1 4-3 16,-3 2-1-16,0 1 2 16,3 4 0-16,1 5 1 15,6 5-1-15,2 6 2 16,7 6 1-16,6 4-3 16,2 5 1-16,6 3-2 15,0 2-1-15,2-1 6 16,-2-4-8-16,0-4 6 15,-11-2-5-15,-3-7 4 16,-8 0-3-16,-4-8 3 16,-7-5 0-16,-11-2-5 0,3-3 5 15,-6-2-2-15,-2-5 1 16,0-2 0-16,6-3-1 16,-2 0 2-16,12-2 2 15,0-2-6-15,10-1-2 16,16 3 0-16,0 0 0 15,0 0-1-15,0 0 1 16,42-18-1-16,-4 13-2 16,14-2 6-16,7 0 2 15,12-3 1-15,7-2-5 16,2-2-69-16,2-5-66 16,-4-9-23-16,0 0-10 15,-10-11-4-15,-1 0 33 0</inkml:trace>
  <inkml:trace contextRef="#ctx0" brushRef="#br0" timeOffset="42707.51">19211 4194 454 0,'-22'-12'180'0,"6"28"-36"15,-1 15-69-15,-2 10-33 16,3 18-37-16,-3 10-5 15,-2 15 2-15,6 9 0 16,-5 9 0-16,1 7 2 16,-1 0-2-16,0-7 1 15,1-6-2-15,0-8-71 16,0-15-53-16,5-20-32 16,11-11-14-16,3-42-11 15,3 17-2-15</inkml:trace>
  <inkml:trace contextRef="#ctx0" brushRef="#br0" timeOffset="43150.82">19371 4722 305 0,'0'0'154'0,"12"33"-37"15,-12 2-16-15,-3 15-14 0,-1 5-23 16,3 13-29-1,1 3-20-15,1 1-11 16,6-1 2-16,4-8-3 16,1-6-4-16,-2-10 2 0,6-11-5 15,-6-12 1-15,-10-24-1 16,19 7 0-16,-19-7 0 16,12-40 1-16,-12 0 1 15,0-8-2-15,-5-11 6 16,-2-8-5-16,-3-11 0 15,5 0 3-15,-2 0-1 16,7 5 1-16,7 6-3 16,1 8 2-16,11 9-4 15,7 13 9-15,7 18 0 16,4 12-1-16,-2 13 1 16,1 9 3-16,-10 11 0 15,-3 10 0-15,-15 6 5 0,-8 5-5 16,-15-1 1-16,-18 3-88 15,-9-1-57-15,-3 3-30 16,-11-12-10-16,1 3-8 16,-9-14 20-16</inkml:trace>
  <inkml:trace contextRef="#ctx0" brushRef="#br0" timeOffset="43748.25">18512 5745 396 0,'113'4'173'16,"6"-13"-59"-16,12-15-38 15,7-4-5-15,0-12-41 16,0-7-28-16,-7-6 1 16,-5-6-3-16,-9-3 1 15,-8-6-3-15,-15-3 5 16,-9-3-6-16,-21-4 0 16,-12-7 1-16,-19-5 0 0,-10-9 3 15,-16-3 1-15,-18-5 1 16,-11-2-2-16,-20-4 6 15,-14 3 2 1,-15 0 0-16,-22 7 0 0,-19 11-7 16,-20 11 6-16,-13 13-5 15,-25 18 0-15,-11 15-5 16,-10 20 3-16,-7 23-2 16,0 22-1-16,7 20 4 15,2 19-7-15,14 26 6 16,13 23-5-16,27 17 8 15,20 17-1-15,29 11 1 16,27 8-1-16,29 6 1 0,37-2-2 16,33-16 0-16,31-13-2 15,26-20-3 1,27-21-1-16,21-21-3 16,24-26 3-16,6-21-11 0,16-13-64 15,-7-15-44-15,2-13-24 16,-11-3-18-16,-13-10-12 15,-13 10-8-15</inkml:trace>
  <inkml:trace contextRef="#ctx0" brushRef="#br0" timeOffset="45083.18">18437 6664 254 0,'0'0'163'0,"-19"-12"-20"15,19 12-31-15,0 0-12 16,-10-19-16-16,10 19-22 16,0 0-50-16,3 33-16 15,1-2 6-15,1 9-5 16,-2 5 7-16,1 3-3 15,3 6 3-15,0-5-6 16,-2-4 3-16,2-9-8 16,3-14 0-16,-10-22 3 15,23 18-2-15,-8-23 1 16,8-9 1-16,0-5 1 0,-1-9-5 16,4-7 9-16,0-3-5 15,0-3 2-15,-7-1-4 16,4 1 5-16,-9 3-6 15,1 1 3-15,-4 8 2 16,-4 6-1-16,1 6 1 16,-8 17 1-16,11-19 1 15,-11 19-1-15,0 0 1 16,0 0 1-16,0 0 0 16,0 0 0-16,0 0 0 15,0 0-1-15,0 0 0 16,0 0 1-16,0 0-1 15,0 0-1-15,0 0 0 0,0 0 0 16,0 0 0-16,0 0 2 16,0 0-1-16,0 0 0 15,0 0-1 1,0 0 1-16,0 0 0 0,0 0 1 16,0 0-1-16,0 0-1 15,0 0 1-15,0 0 0 16,0 0 1-16,0 0-1 15,0 0 2-15,0 0-3 16,0 0 1-16,0 0 0 16,0 0 1-16,0 0-1 15,0 0-1-15,0 0 1 16,0 0-1-16,0 0 2 0,0 0-1 16,0 0 0-16,0 0-1 15,0 0 0 1,0 0 2-16,0 0-2 15,0 0 1-15,0 0 0 0,0 0 0 16,0 0-1-16,0 0 0 16,0 0 0-16,0 0 0 15,0 0 0-15,0 0 0 16,0 0 0-16,0 0 0 16,0 0 0-16,0 0 0 15,0 0 0-15,0 0 1 16,0 0 0-16,0 0 1 15,0 0-1-15,0 0 2 16,0 0 0-16,0 0 2 0,0 0-2 16,0 0 1-16,0 0 1 15,0 0-43 1,0 0-72-16,0 0-34 0,0 0-12 16,0 0 0-16,0 0-11 15</inkml:trace>
  <inkml:trace contextRef="#ctx0" brushRef="#br0" timeOffset="45759.68">18206 6607 174 0,'-41'-8'178'0,"8"4"-26"16,-2 4-47-16,5-3-9 16,8 4-7-16,-4-2-20 15,12 2-34-15,14-1-38 16,-23 4-2-16,23-4-3 16,0 0 1-16,37 5-1 15,-6-10 1-15,12-2 0 16,11-5 3-16,16-6 2 15,4-4 1-15,6-2 1 16,2-4 1-16,-1-1 1 16,-6 3-1-16,-7 3 0 15,-9 6 1-15,-18 5 2 0,-6 6 2 16,-18 6 0-16,-17 0-1 16,16 30 0-16,-23-4 0 15,-8 10-1-15,-5 9 0 16,-9 11-4-16,-8 9 0 15,-4 8 4-15,-11 2-6 16,-2 4 5-16,-5 4-4 16,0-1 4-16,2-5-4 15,5-6 5-15,3-6-5 16,9-10-3-16,9-12 1 16,8-6-3-16,13-13 2 15,10-24 0-15,10 17 1 16,21-22-1-16,13-11-2 0,17-6 3 15,13-4 3-15,16-5 0 16,11-6-2-16,14-4 3 16,1-1-1-16,4 2 1 15,-7 1 1-15,-13 4 0 16,-15 4 0-16,-13 5 1 16,-20 5 2-16,-18 6 1 15,-20-1-54-15,-14 16-55 16,0 0-31-16,-40-21-25 15,6 19-3-15,-15-8-13 16,0 7 73-16</inkml:trace>
  <inkml:trace contextRef="#ctx0" brushRef="#br0" timeOffset="45983.83">18397 6881 323 0,'37'1'175'16,"18"-9"-7"-16,16-13-62 15,13-8-78-15,16-3 1 16,5-7-12-16,-1-5-19 16,-4 3-67-16,-13-1-63 15,-16-8-21-15,-12 5-5 16,-33-12-1-16,-10 3-2 0</inkml:trace>
  <inkml:trace contextRef="#ctx0" brushRef="#br0" timeOffset="46900.49">16057 5015 246 0,'-10'-23'126'15,"3"-1"-3"-15,2 7-12 16,1-2-8-16,4 19-20 16,-7-25-19-16,7 25-22 15,0-15-29-15,0 15-13 0,0 0 0 16,0 0 0-16,0 0 4 16,7 26-1-16,0 3 2 15,5 13-3-15,2 10 1 16,5 12 0-16,4 7-6 15,0 5 5-15,-1-5-7 16,1-4 5-16,3-8-4 16,-7-10 2-16,3-13-1 15,1-12 2-15,-1-13-1 16,-1-11 4-16,2-9-3 16,-1-12-1-16,-2-8 2 15,2-9-1-15,-3-9 2 0,0-8-2 16,-1-3 2-16,-3 0-5 15,-1-1 3-15,2 5 0 16,-4 7 1-16,-2 9-1 16,1 11 1-16,-11 27 1 15,28-14 0-15,-11 26-1 16,2 10 1-16,4 6 0 16,-1 7-1-16,8 1-1 15,-1 0-1-15,2 1 1 16,-5-10-2-16,0-4 3 15,-3-8-2-15,-6-4 3 16,-1-9-1-16,-16-2 1 16,26-16 1-16,-19-3 0 0,-4-9 0 15,-3-5-1-15,-3-10 1 16,-1-4-7-16,-2-3 1 16,2-2 0-16,-5 4 0 15,6 6 0-15,-1 9 0 16,1 6 0-16,3 27-19 15,0 0-106-15,19-6-29 16,0 27-3-16,-1-4-10 16,16 13-1-16</inkml:trace>
  <inkml:trace contextRef="#ctx0" brushRef="#br0" timeOffset="47335.8">15743 6178 516 0,'35'-5'178'0,"17"-14"-4"0,26-13-130 16,26 0-47-16,28-10 1 15,14-6-1-15,17-3-3 16,5 1 5-16,-3 0-5 16,-3 3 5-16,-13 4-4 15,-12 5 5-15,-14 7-108 16,-17 8-55-16,-28 2-1 16,-6 11-7-16,-20-2 3 15,-11 14 58-15</inkml:trace>
  <inkml:trace contextRef="#ctx0" brushRef="#br0" timeOffset="48231.43">19769 6626 469 0,'0'0'171'16,"0"0"-8"-16,0 0-91 16,46 11-53-16,0-15-23 15,11-1 1-15,9-2-1 16,10-2 3-16,2 1-2 16,-7-1 1-16,-5 0 0 0,-10-1 0 15,-18 0-10-15,-8 1-60 16,-22-7-21-16,-8 16-9 15,-15-29-9 1,-8 10-7-16,-6-4-1 0,-6 1 1 16,-2-1 15-16,-4 3 79 15,8 2 24-15,3 6 10 16,4 0 42-16,7 10 48 16,19 2 20-16,0 0-2 15,-7 16-4-15,7-16-12 16,30 31-8-16,-8-14-9 15,8 9-23-15,-1 0-41 16,4 4-16-16,-5 3-1 0,-2 3 2 16,-9 7-4-16,-8 4 2 15,-12 3 2 1,-13 6-6-16,-13 4 2 0,-17 3-60 16,-18 1-93-16,-10 10-25 15,-31-13-5-15,-7 1-7 16,-29-22 35-16</inkml:trace>
  <inkml:trace contextRef="#ctx1" brushRef="#br1">30254 12208 0,'0'0'0,"-27"28"16,-1-1-16</inkml:trace>
  <inkml:trace contextRef="#ctx0" brushRef="#br1" timeOffset="56264.14">20553 5338 163 0,'-15'-7'97'0,"15"7"8"16,0 0 8-16,0 0-10 16,0 0-10-16,-20-5-9 15,20 5-11-15,0 0-13 16,0 0-12-16,0 0-17 15,0 0-19-15,0 0-3 16,-13 5-1-16,13-5 0 16,0 0-2-16,0 0-4 0,0 0-2 15,0 0-3-15,0 0-1 16,0 0-2 0,0 0 0-16,17 14 1 15,-17-14-1-15,29 16 2 0,-9-6 1 16,6 2 0-16,1 0 0 15,6 2 0-15,4-2-1 16,4 1-1-16,1-3 1 16,7 0-1-16,-1-1 0 15,4-2 2-15,0-2-1 16,4-1 0-16,0-1 1 16,4-3 0-16,-1 0 1 15,9 0 0-15,0-3 0 16,3-1 0-16,3-1 0 15,1 0-1-15,0-2 2 16,6 0-1-16,1-4 1 16,-2 3 0-16,-2-1-1 0,0-1 2 15,4 1-2-15,-3 2 2 16,0-1-2-16,-8 2 2 16,-4 1-1-16,-4 2 0 15,-6-2 2-15,-10 3 0 16,-5 4 2-16,-13-2 1 15,-6 1 1-15,-8-1 2 16,-15 0 1-16,16 4 1 16,-16-4 1-16,0 0-1 15,0 0 1-15,0 0-3 16,0 0 0-16,0 0-2 16,0 0-2-16,0 0-2 15,0 0-1-15,0 0-1 0,0 0-2 16,0 0 1-16,0 0 0 15,0 0 0-15,0 0 1 16,0 0 2-16,0 0 0 16,0 0 0-16,0 0 1 15,0 0 0-15,0 0 0 16,0 0 0-16,0 0 0 16,0 0-2-16,0 0 1 15,0 0-1-15,0 0-2 16,0 0-46-16,0 0-104 15,0 0-31-15,0 0-5 16,0 0-2-16,0 0-8 16</inkml:trace>
  <inkml:trace contextRef="#ctx0" brushRef="#br1" timeOffset="57460.99">23664 5958 197 0,'0'0'127'16,"0"0"4"-16,0 0-10 16,0 0-25-16,0 0-12 15,0 0-15-15,5-24-11 16,5 8-15-16,-3-6-42 16,2-4-12-16,-2-5 0 0,3-4 13 15,-1-1-2-15,-5 1 2 16,2 2 1-1,-6 5 6-15,0 6 3 16,0 6-4-16,0 16-3 0,-6-20-1 16,6 20-1-16,0 0 0 15,-7 17-4-15,1-2-4 16,6 8-3-16,-3 3 4 16,3 9 6-16,0 4-1 15,0 6 1-15,0 6-3 16,0 0 3-16,0 1-4 15,3 6 4-15,-6 0-3 16,3-4 0-16,0 0 0 16,-4-1-1-16,1-4 2 15,3-2-1-15,-4-2 1 16,1-9-2-16,3-3 1 16,-3-4-2-16,3-5 2 0,-2-4-1 15,2-20 2-15,-4 25-2 16,4-25 2-16,0 0 0 15,0 0 0-15,-14 16 0 16,14-16 0-16,0 0 0 16,-19-2 0-16,19 2-1 15,-26 0 0-15,7 0 0 16,0 0 1-16,-3 4-1 16,-1-1 0-16,-3 1 0 15,0 1 1-15,5 0 0 16,-1-1 0-16,6-1 4 15,16-3 2-15,-16 2-3 16,16-2-1-16,0 0 0 0,32-2 0 16,0-1 0-16,5-3-1 15,12 1-2-15,1 0-3 16,12-2 4-16,3-2 0 16,-3 2 0-16,-5-1 0 15,-10 1 1-15,-5 2 6 16,-9 1 0-16,-11 1-5 15,-22 3-2-15,20-2 0 16,-20 2 0-16,0 0 0 16,0 0 0-16,0 0-7 15,0 0 3-15,0 0-44 16,0 0-79-16,0 0-46 0,0 0-14 16,22-21-6-16,-15-1 0 15</inkml:trace>
  <inkml:trace contextRef="#ctx0" brushRef="#br1" timeOffset="62299.43">20843 6102 182 0,'0'0'109'0,"0"-21"23"16,0 21-10-16,0 0-10 15,-3-17-18-15,3 17-12 16,0 0-18-16,0 0-19 0,-14-7-23 16,14 7-29-16,-19 12 2 15,19-12-1-15,-23 33 2 16,7-9 1-16,6 4 1 15,-2 8-1-15,1 4 3 16,1 3-1-16,8 4 1 16,-1 0-2-16,8-4 4 15,-2-2-2-15,8-1 2 16,5-9-1-16,1-3 1 16,-2-9 2-16,8-5 3 15,-4-9 2-15,4-1-1 16,-1-10 0-16,1-2 0 15,-2-8 1-15,-2-3-2 0,-4-7-3 16,1-7-2-16,-2-5-3 16,-7-5-2-1,-7-4 1-15,-7-5-1 16,0 0 0-16,-5 0-2 0,-6 4 1 16,-1 5-2-16,4 5 2 15,-4 6-1-15,1 10 0 16,6 5 0-16,12 17-1 15,-19-19-1-15,19 19-60 16,0 0-48-16,0 0-39 16,-3 19-14-16,3-19-4 15,26 20 1-15,-11-11 74 16</inkml:trace>
  <inkml:trace contextRef="#ctx0" brushRef="#br1" timeOffset="62779.77">21605 6029 180 0,'0'0'178'15,"-3"-16"-9"-15,3 16-57 16,0 0-24-16,0 0-15 15,-21 13-21-15,16 6-14 0,-6 3-11 16,4 11-19 0,-1 9-12-16,-3 3 3 15,2 6-2-15,2 0 2 16,4-3-2-16,6-5 2 0,1-5 0 16,5-5 2-16,1-10-1 15,6-8 4-15,3-8 1 16,5-5-2-16,2-7 3 15,2-5 1-15,-2-10-1 16,3-5 0-16,-6-10 0 16,0-3-4-16,-10-9 0 15,0-3-2-15,-13-6 1 16,-4-1-5-16,-5 2 3 16,-4 1-2-16,-3 8 0 15,-7 4 1-15,1 7 0 16,3 11 0-16,-2 7-17 15,2 6-68-15,19 11-46 0,-23 6-24 16,23-6-14-16,-7 22-1 16,7-22-5-16</inkml:trace>
  <inkml:trace contextRef="#ctx0" brushRef="#br1" timeOffset="63294.14">22690 5934 344 0,'-16'-12'177'0,"16"12"-50"0,-15-9-25 16,15 9-15-16,0 0-27 16,-14 16-33-16,7 3-28 15,-2 7-1-15,-1 8 0 16,1 10 1-16,-1 6-1 16,-1 5 2-16,6 2-1 15,2 0 0-15,6-1-1 16,2-6 0-16,6-5-1 0,4-9 2 15,3-8-1-15,4-6 2 16,-3-9 2-16,7-6 1 16,-3-11 1-16,0-6 0 15,3-13 1-15,-7-6-1 16,0-9 0-16,-5-9-3 16,-6-8-1-16,-4-4-3 15,-9-4 2-15,-6 3-3 16,-8 3 3-16,-7 6-2 15,-7 10 0-15,-2 6-57 16,2 16-60-16,-3 11-34 16,-2 1-18-16,5 12 3 15,1-2-8-15</inkml:trace>
  <inkml:trace contextRef="#ctx0" brushRef="#br1" timeOffset="67290.98">27816 4120 207 0,'-12'-23'84'0,"5"8"1"16,7 15-6-16,-23-35 11 15,13 19-3-15,-13-6-12 16,8 1-13-16,-8-5-9 16,4 4-17-16,-11-6-2 15,8 6-13-15,-15-1-11 0,6 2-11 16,-9-1 2-16,-1 6-4 15,-5-1 3-15,-2 3 1 16,-4 4 0-16,0 1-1 16,3-1 2-16,-3 3-2 15,7 1 1-15,0 1 0 16,0 5 0-16,1-3 0 16,3-1 0-16,-1 1 0 15,2 1-1-15,-2 0 1 16,1-1-2-16,-1-2 3 15,-5 0-3-15,2-2 1 16,0 0 1-16,0 0-2 0,-4 2 1 16,1-2-1-16,-1 0 2 15,0 2-2-15,4 1 2 16,2 2 0-16,1-1 0 16,0 1 0-16,6-1 0 15,-2 3 0-15,5-2 0 16,-2 2-1-16,2-3-1 15,0 1 1-15,-2 4-2 16,2 1 2-16,1 0-1 16,-3 1 1-16,5-1-1 15,-3 4 0-15,2-2-1 16,2 6 1-16,-1-2 0 16,4 1 0-16,3 2-1 0,-3 2 1 15,4 1 0-15,-4 5 0 16,3 2 3-16,-3 1 5 15,0 6-6-15,0 0 3 16,4 4-3-16,-8 0 4 16,4 3-5-16,0 1 4 15,-2 1-5-15,2 2-3 16,0-4 1-16,0 0 3 16,4 3 0-16,-1 0-2 15,2 3 0-15,2-1 2 16,3 6-3-16,3-2 1 15,0-2 0-15,3 2-1 16,1 0-2-16,6-1 4 0,-1-1-4 16,4-3 2-16,0-2-1 15,7 2 0 1,-2-2 6-16,2 2-5 16,4-4 5-16,1 0-5 0,-2-1 7 15,6-2-6-15,-6-2 7 16,6-2-5-16,1-1-1 15,-1 2 2-15,3-5-2 16,0 1 2-16,4 0-2 16,-1 0 1-16,4-1-2 15,-3 1 3-15,6-6-1 16,1 1 1-16,-4 0 0 16,4 0-2-16,4-2 1 0,-1-4 1 15,0 3 0 1,2-5-1-16,5 1 0 15,-2 0 0-15,-2-2-1 16,3-1 1-16,-3-1 0 0,2 0 0 16,1-1-1-16,-3 1 0 15,2-1 0-15,-1 0 1 16,1-1 1-16,2-1-1 16,-2 0-1-16,-2 2 1 15,6-2 1-15,-4 1 0 16,2-1-1-16,-2 0 0 15,-5-1 0-15,2 0 1 16,1 0-1-16,-6-3-1 16,1 2 0-16,2-1 0 0,-3-1 2 15,-1 2-1 1,1-1 1-16,1-1 0 16,2-1-1-16,5 2 1 0,-5-1 0 15,4 0-1-15,-3-1-1 16,3 2 3-16,-3-3-3 15,-1 1 1-15,0 0 0 16,-1 0 1-16,4-2 0 16,-5 0 0-16,2 0 0 15,0 0-1-15,0 0 0 16,-1 0 3-16,-3 0-2 16,1 0-1-16,-1 1 1 15,-1-1-1-15,-2-1-1 16,0-1 1-16,-3 2-1 15,-3-2 0-15,-1 0 0 16,1-1-1-16,-5-1-2 0,3-1-23 16,-3 4-6-16,-15 1-3 15,33-7 0-15,-33 7-1 16,31-11-2-16,-31 11-3 16,30-8-3-16,-30 8 19 15,26-13 7-15,-26 13 2 16,26-10 2-16,-26 10-1 15,26-12 2-15,-26 12 4 16,23-17 7-16,-23 17 0 16,22-16 3-16,-22 16-6 15,19-16-5-15,-19 16 0 16,23-17-1-16,-23 17 1 0,24-15-1 16,-24 15 2-16,19-19 0 15,-19 19 4-15,16-21 5 16,-16 21 1-1,15-21 0-15,-15 21 0 0,11-24-1 16,-11 24 0-16,12-21 0 16,-12 21 1-16,14-21 0 15,-14 21-1-15,15-22 1 16,-15 22-1-16,14-19 1 16,-14 19 0-16,16-21 0 15,-16 21 0-15,14-16 0 16,-14 16 0-16,9-15 0 15,-9 15 0-15,6-16 1 0,-6 16-1 16,7-15 1-16,-7 15 0 16,9-19 1-16,-9 19 0 15,4-21 1-15,-4 21 1 16,7-18 4-16,-7 18 9 16,6-24 6-16,-6 24 7 15,6-22 5-15,-6 22 3 16,7-24 5-16,-7 24 5 15,3-26-1-15,-3 26-10 16,4-26-4-16,-4 26-8 16,3-25-4-16,-3 25-4 15,5-22-4-15,-5 22-8 16,7-19 1-16,-7 19 0 0,7-18 3 16,-7 18-1-16,4-17 0 15,-4 17-2-15,3-15 2 16,-3 15-2-1,0-18-6-15,0 18 3 0,-3-19-10 16,3 19 8-16,-4-24-7 16,4 24 6-16,0-28-5 15,0 28 7-15,-7-26-2 16,7 26 3-16,-3-26-2 16,3 26 2-16,-4-20-3 15,4 20 3-15,-1-18-2 16,1 18-1-16,-7-15 1 15,7 15-1-15,-4-16 0 0,4 16 0 16,-3-19 1 0,3 19 0-16,-7-19-1 15,7 19 1-15,-4-22 0 16,4 22-1-16,-5-23 0 0,5 23 0 16,-3-24 1-16,3 24-1 15,-7-24 1-15,7 24-2 16,-7-28 2-16,5 12-1 15,-5 1 3-15,3-4-3 16,-2 1 1-16,-3-2-1 16,2-1 1-16,-3-2 1 15,1-1-1-15,-2 0-1 16,4-2 1-16,-1 2-1 16,-3-1 1-16,4 1-1 15,-5 2 1-15,2 3 0 16,1 1 1-16,-5 3-1 15,14 15 0-15,-31-24 0 0,14 22-66 16,-9-2-66-16,-4 3-40 16,4 2-2-16,-5-1-5 15,5 6 0-15</inkml:trace>
  <inkml:trace contextRef="#ctx0" brushRef="#br1" timeOffset="68910.13">28253 6498 126 0,'-8'-22'124'0,"8"3"-26"0,3-4-2 16,2-1 6-16,-1-11-12 16,6 2-17-1,-3-10-8-15,5 2-10 0,-8-6-6 16,6 5-15-16,-5-1-14 16,-1 1-21-16,-1 6 2 15,1 8-1-15,-1 4 1 16,-3 7-1-16,0 17 2 15,-3-21-1-15,3 21 0 16,0 0 0-16,0 0-1 16,0 0 0-16,0 0 0 15,-11 23 0-15,11-6-3 16,0 5 1-16,0 6 0 16,0 5 1-16,7 3 0 15,-3 1 0-15,3 6-1 16,1-3 0-16,-1 3 1 0,4-1 1 15,-3-3-2-15,3-2 3 16,-2-1-3-16,-3-1 1 16,1-4-1-16,0 0 2 15,-1-5-1-15,1-2-1 16,-4 0 0-16,-3-3 0 16,3 0 1-16,-3-4 1 15,0-17-1-15,0 28 1 16,0-28 0-16,0 19 1 15,0-19 0-15,0 0-1 16,-6 17 0-16,6-17-1 16,0 0 1-16,0 0 2 15,-13 19-4-15,13-19 4 0,0 0-3 16,0 0 4-16,-20 19-5 16,20-19 5-16,-20 9-3 15,20-9 0-15,-19 9-1 16,19-9 2-16,-19 10-2 15,19-10 1-15,-14 9-1 16,14-9 2-16,0 0-2 16,-19 14 2-16,19-14-2 15,0 0 1-15,0 0 2 16,-19 12-2-16,19-12 1 16,0 0 0-16,-26 10-1 15,26-10-1-15,-22 9 1 0,22-9 0 16,-26 8-1-16,6-6 0 15,3 3 1-15,1-1-1 16,-3 1 1-16,0-2 1 16,2 1-2-16,1-2 2 15,16-2 0-15,-26 5 0 16,26-5-1-16,0 0-1 16,0 0 0-16,0 0 1 15,0 0-1-15,33-9-1 16,2 7 0-16,5-3 0 15,8 2 1-15,10-1 2 16,8-1-1-16,1 0 0 16,5 1 3-16,2-1 0 0,-6 2 3 15,-6-2-3-15,-8 1 0 16,-7 2 0-16,-16 2 2 16,-5 0 0-1,-26 0-3-15,19 2-1 0,-19-2-2 16,0 0 0-16,0 0-9 15,0 0-106-15,0 0-41 16,0 0-12-16,-5-17 2 16,5 17-8-16,5-40 32 15</inkml:trace>
  <inkml:trace contextRef="#ctx0" brushRef="#br1" timeOffset="77761.37">28234 6398 99 0,'7'-18'40'0,"-7"18"-10"16,7-32-8-16,-2 12-6 16,-1-4 3-16,3-2 4 15,-4-1 6-15,1-5 5 16,-1 1 3-16,2 0 15 15,-1 5 5-15,-4-2 10 16,7 9 9-16,-11-3-4 16,4 22-7-16,4-24-5 15,-4 24-7-15,0 0-13 16,0 0-11-16,0-16-14 16,0 16-13-16,0 0 0 15,-4 17-1-15,4-17-1 16,-3 30 0-16,-1-6 0 0,4 7 0 15,4 6 0-15,-4 2 0 16,3 6-1-16,-3 2 2 16,4 2-2-16,-1 1 1 15,1-2-2-15,-4-1 1 16,0 0-1-16,0-2 1 16,-4-4-2-16,4-3 6 15,-7 0-6-15,4-1 6 16,-1-4-6-16,-1-2 6 15,2-5-6-15,-4-2 6 16,7-5-4-16,-7 0 1 16,7-19 4-16,-5 21-4 0,5-21 6 15,0 0-6-15,0 0 0 16,-7 15 0-16,7-15 6 16,0 0-7-16,0 0-5 15,0 0 5-15,0 0-6 16,0 0 6-16,0 0 0 15,0 0 1-15,0 0-2 16,0 0 1-16,0 0 0 16,0 0 1-16,0 0 6 15,0 0-6-15,0 0 0 16,0 0 0-16,0 0 0 16,0 0-1-16,0 0 6 15,0 0-8-15,0 0 1 0,0 0 0 16,0 0 7-16,0 0-6 15,0 0 1-15,0 0 1 16,0 0 0-16,0 0 1 16,0 0-7-16,0 0 6 15,0 0-8-15,0 0 7 16,26-10-5-16,-26 10 3 16,26-7-4-16,-7 2 3 15,0 2-27-15,-3-4-51 16,1 1-34-16,2 3-43 15,-19 3-21-15,23-17-10 16,-20-2 31-16</inkml:trace>
  <inkml:trace contextRef="#ctx0" brushRef="#br1" timeOffset="82484.72">29026 4274 134 0,'0'0'74'0,"3"-21"4"16,-3 21 8-16,4-21 7 15,-4 21 3-15,0-22-10 16,0 22-9-16,-4-26-7 16,4 26-10-16,0-35-10 15,0 20-16-15,-7-8-18 16,4 4-13-16,-4-3 0 15,2-1-1-15,-2 1 1 0,0 2-2 16,-2 0 1 0,-1-1-2-16,-2 2 1 15,1-2-9-15,1 6 6 16,-6-1-6-16,6 0 4 16,-2-1-2-16,12 17 3 0,-23-26-4 15,23 26 5-15,-23-19 2 16,23 19-4-16,-22-21 4 15,22 21-1-15,-30-19 0 16,11 12 0-16,-3-3-1 16,-4 0 1-16,3-1 2 15,-6 1-1-15,-1-2-1 16,1 3 1-16,-1-3 0 16,-1 2 1-16,5 1-1 15,-4 0 1-15,4 1-1 16,0-1 1-16,0 2 0 15,0 0 1-15,0 0-3 0,3 2 1 16,1-2 1-16,-1 2 0 16,1 0-1-16,-1-1 0 15,-3 3-1-15,0-4 0 16,0 2 1-16,0 0 0 16,-3 1-1-16,2 2 0 15,-4 1 0-15,5-3 2 16,-3 3-1-16,-1 2-1 15,4-1 1-15,0 2 0 16,4 0 0-16,-4-1 0 16,6 1-1-16,-2 2 0 15,3-1-1-15,1-3 2 16,-1 2-1-16,-3 1 0 0,3-1 1 16,0-2-1-16,-4 4 1 15,2-3-1-15,2 3 1 16,0 3 0-16,0 0-2 15,0-1 2-15,1 0-2 16,3 1 2-16,-4 0-1 16,1 1 0-16,3 1 1 15,-1-2-1-15,-1 0 2 16,1 1-2-16,16-8 2 16,-29 19-1-16,29-19 1 15,-26 18-1-15,26-18 1 16,-26 20-2-16,26-20 0 15,-20 20 0-15,20-20 1 0,-22 20-1 16,22-20 1-16,-19 23 1 16,19-23-2-16,-23 24 2 15,23-24 8 1,-19 33-7-16,9-14 2 0,-1 0-4 16,3 3 4-16,-3-2-5 15,4 0 6-15,-1 3-7 16,4-2-3-16,-3-4 5 15,4 0-1-15,-3 0 1 16,3-1 1-16,0 1-2 16,-1 1 1-16,1-1 1 15,-1 0-2-15,4 4 1 16,-3-2 0-16,1 2-1 0,-2 0 1 16,4 3-2-16,-3 0 2 15,0 2-1-15,3 0 2 16,-4-2-3-16,4 2 3 15,0 0-3-15,-3-2 2 16,3 2 0-16,0-1-1 16,-4-3 0-16,4 1 1 15,0 1-1-15,-3 0 1 16,3-3 0-16,-2 3-1 16,2-1 0-16,-4-1 1 15,4-1-1-15,-3 1 2 16,-1-3-2-16,4 1 1 15,-3 0 0-15,3-2-3 16,-3-1 2-16,3 2-2 0,0-3 8 16,3 1-7-1,0-2 8-15,-3-15-6 16,7 28 6-16,-7-28-4 0,6 28 5 16,-6-28-4-16,10 24-2 15,-10-24 1-15,10 23-2 16,-10-23 0-16,13 22-1 15,-13-22 2-15,13 21-2 16,-13-21 1-16,16 21 0 16,-16-21 0-16,23 20 1 15,-23-20-1-15,26 19 0 0,-26-19 0 16,26 19 0 0,-26-19 0-16,29 21-1 15,-13-10 1-15,0-1-1 16,-3 4 1-16,3-2 1 0,3 2-2 15,-2-2 0-15,-1 0 1 16,0 0 0-16,1-1 0 16,-1-1-1-16,-16-10 0 15,26 19 0-15,-26-19 1 16,29 17-1-16,-13-8 1 16,-2 0 0-16,1 1 1 15,4 0-2-15,1 2 1 16,0 1 0-16,6-3-1 15,-3 4 1-15,3-4-1 16,0 1-1-16,-2 1 1 16,2-4 0-16,0-2 1 15,-3 0-1-15,-2 1 3 0,-2-3-2 16,0 1 0-16,0-1 0 16,-2-3 0-16,3 3 0 15,-5-1 0-15,4-1 0 16,-1 0-2-16,-3 1 2 15,1-1 0-15,1 1 1 16,-1-1-1-16,3 3 0 16,-2-1 0-16,-1-1-1 15,3 2 1-15,0 1 0 16,-2-3 0-16,3 2-1 16,-1 0 1-16,3-3 0 15,-3 2 0-15,-1-4-1 16,1 1 1-16,-4 1-1 0,3 1 2 15,-18-3-1-15,28 2-1 16,-28-2 1-16,29 2 0 16,-29-2 0-16,30 2 0 15,-15-2 1-15,-1 0-1 16,5 0 1-16,-3 1 0 16,1-1-1-16,-1 0 4 15,-1 0-2-15,-1 0-1 16,2-1 0-16,-16 1 0 15,26 0-1-15,-26 0 1 16,26-2-1-16,-26 2-2 16,26-2 2-16,-26 2 1 15,23 2 0-15,-23-2-1 0,29 2 2 16,-29-2-2-16,26 1 2 16,-26-1-2-16,26 2 0 15,-10-2 1 1,-16 0-2-16,26 0 2 0,-26 0-2 15,26-2 1-15,-26 2-1 16,22-1 1-16,-22 1 1 16,26 0 0-16,-26 0-1 15,23-4 0-15,-23 4 2 16,23-2-2-16,-23 2 1 16,22-1-1-16,-22 1 0 15,19-4 0-15,-19 4 1 16,21-5-1-16,-21 5-1 0,16-5 1 15,-16 5 0 1,19-5-1-16,-19 5 1 16,17-7-1-16,-17 7 0 15,16-5 1-15,-16 5 0 0,15-7 0 16,-15 7 0-16,18-7 0 16,-18 7 0-16,15-7 1 15,-15 7 0-15,16-7-2 16,-16 7 0-16,0 0 1 15,17-9 0-15,-17 9 0 16,0 0-1-16,19-10 0 16,-19 10 1-16,0 0 0 15,16-11 0-15,-16 11 0 16,0 0 0-16,14-15 1 16,-14 15-1-16,0 0 1 15,19-21 0-15,-19 21 0 16,12-15-1-16,-12 15 1 0,14-19-1 15,-14 19 0-15,12-16 0 16,-12 16 0-16,7-16-1 16,-7 16 1-16,0 0 0 15,11-20-1-15,-11 20 2 16,0 0-1-16,8-16 0 16,-8 16 0-16,0 0 1 15,11-21-2-15,-11 21 1 0,0 0 0 16,8-21 1-16,-8 21-1 15,7-19-1 1,-7 19 1-16,4-15-1 16,-4 15 2-16,7-16 0 0,-7 16-1 15,3-19-1-15,-3 19 1 16,2-21 0-16,-2 21 0 16,3-22 1-16,-3 22-1 15,4-28 0-15,-4 28 0 16,3-26 2-16,-3 26-3 15,4-27 2-15,-4 27-1 16,3-26 1-16,-3 26-1 16,4-25 1-16,-4 25-2 15,0-26 2-15,0 26-1 16,0-26-6-16,0 9 6 16,-4 2-5-16,4-3 5 15,-3-1-5-15,-1 0 8 0,1 0-10 16,-4 0 10-16,2 0-2 15,-2 2 1-15,3-2-2 16,1 1 4-16,-2 3-2 16,1-1-3-16,1 1 4 15,-1-1-2-15,4 16 0 16,-7-29 1-16,7 29 0 16,-3-25-3-16,3 25 1 15,0-27 1-15,0 27-1 16,-4-28 0-16,4 28 1 15,-1-26-2-15,1 26 3 16,-4-26-3-16,4 26 2 16,-3-26-1-16,3 26 1 0,-4-19-1 15,4 19 1-15,0-24-1 16,0 24 1-16,-7-24 0 16,7 24-1-16,-8-28 0 15,8 28 0-15,-14-31 0 16,7 13 1-16,-5 1-2 15,1-2 0-15,-1 0 1 16,-2-2 0-16,-1 2-1 16,-5-3 1-16,1 1-2 15,2 0 1-15,-6 4 0 16,4-2 0-16,0 2-1 16,0 4-65-16,-2-2-66 15,2 1-33-15,0 5-3 16,0-1-4-16,0 6-1 0</inkml:trace>
  <inkml:trace contextRef="#ctx0" brushRef="#br1" timeOffset="84039.83">28922 5416 39 0,'0'0'24'15,"0"0"-3"-15,0 0-1 16,0 0 1-16,0 0 3 0,0 0 2 16,-16-12 2-16,16 12 0 15,0 0-1-15,0 0-3 16,0 0-3-16,0 0-2 16,0 0-6-16,0 0-2 15,0 0-2-15,0 0-2 16,0 0-1-16,-10-15-1 15,10 15-16-15,0 0-30 0,0 0-25 16,0 0-28 0,3-23-11-16,11 23 50 15,-14 0 55-15</inkml:trace>
  <inkml:trace contextRef="#ctx0" brushRef="#br1" timeOffset="85839.11">29989 6406 150 0,'-3'16'67'0,"3"-16"10"15,0 0 5-15,-4 17 2 16,4-17 5-16,0 0-9 16,0 0-10-16,0 0-8 15,0 0-10-15,0 0-12 16,0 0-10-16,0 0-7 0,0 0-13 16,0-17 1-16,0 17-2 15,4-29-1-15,-4 6 0 16,0-3-4-1,0-3 1-15,3-3-1 0,-3-2-2 16,4-3-1-16,-4 1 1 16,1 2-3-16,-1 2 2 15,-1 5-3-15,1 2 1 16,-4 5-2-16,4 4 2 16,0 16-1-16,-3-24 1 15,3 24 1-15,0-16-2 16,0 16-1-16,0 0 0 15,0 0-1-15,0 0-1 0,-7-15-1 16,7 15-1-16,0 0-1 16,0 0 1-1,0 0 2-15,0 0 0 16,-7 20 1-16,7-20 1 0,0 28 0 16,0-7 1-16,0 5 2 15,0 3-3-15,0 6 2 16,0 3-1-16,0 0 1 15,0 4 0-15,0 1 0 16,0 2 0-16,0 0 1 16,0 0-1-16,0-2 1 15,0-1-2-15,-4 1 2 0,4-3-2 16,-1-4 1 0,1-1-1-16,-4-4 6 15,4-2-6-15,0 1 7 16,4-4-5-16,-4 0 5 0,5-5-6 15,-2-2 6-15,1-4-5 16,-1 1-1-16,-3-16-1 16,7 17 2-16,-7-17-1 15,0 0 0-15,0 0 0 16,4 16 1-16,-4-16 0 16,0 0-1-16,0 0 7 15,1 19-6-15,-1-19 6 16,0 0-6-16,4 22 6 15,-4-22-7-15,0 0 6 16,0 21-5-16,0-21-1 16,0 0 0-16,0 0-1 15,0 0-4-15,0 0 4 0,0 0-2 16,0 0 2-16,0 0 2 16,0 0-2-16,-16 10 2 15,16-10 0-15,-15-3 5 16,15 3-5-16,-23-2 5 15,23 2-4-15,-30 2 0 16,13 0 0-16,2-1-5 16,-1-1 3-16,16 0 1 15,-26 4 0-15,26-4-5 16,-19 2 4-16,19-2-4 16,0 0 4-16,-18 1 4 15,18-1 0-15,0 0 2 16,0 0 1-16,0 0 7 0,0 0-5 15,0 0 5-15,0 0-3 16,18-15 1-16,-18 15-5 16,26-9-2-16,-7 2-8 15,3 0 5-15,13-1-7 16,5-3 6-16,5-3-7 16,4 0 7-16,6-1-6 15,3-1 8-15,-3 1 0 16,-3-1 0-16,-3 2 0 15,-11 2-1-15,-5 3 0 16,-10 1-2-16,-4 3-1 16,-19 5-3-16,14-6-2 15,-14 6-1-15,0 0-2 0,0 0-72 16,0 0-59-16,0 0-26 16,-30 2 4-16,30-2-5 15,-33-8 5-15</inkml:trace>
  <inkml:trace contextRef="#ctx0" brushRef="#br1" timeOffset="86766.77">29123 6233 154 0,'-7'-31'130'16,"7"12"-9"-16,0 19-6 16,-3-28-11-16,3 28-19 15,-9-22-11-15,9 22-11 16,0 0-18-16,-23-14-18 16,23 14-23-16,-26 5-7 15,26-5-1-15,-26 23 3 0,12-4 1 16,6 5-1-1,-3 7 1-15,8 6 0 16,-1 2-2-16,8 8 2 16,-1-2-1-16,8 4 0 0,1-3 0 15,7-1 2-15,-2 0-1 16,9-3 2-16,-3-2-1 16,6-2 6-16,3-4-6 15,1-1 6-15,0-5-5 16,1-4 3-16,-1-3-6 15,-3-4 6-15,-2-8-5 16,-2-2 0-16,-6-5 0 16,0-4 0-16,-5-5 0 15,-15 7 1-15,26-30 2 16,-19 10-7-16,2-8 8 16,-2-1-8-16,-4-6 8 15,-3-7-7-15,0-1 8 0,-7-4-8 16,2-3 7-16,-9-2-3 15,-1 0 1-15,-5-1-1 16,0 1-2-16,-6 3-1 16,-2 4 0-16,-2 5-1 15,-3 8 0-15,0 0 0 16,2 8 1-16,-2 3-1 16,4 6 3-16,3 3-1 15,3 1 1-15,7 4 1 16,16 7-70-16,-15-8-50 15,15 8-43-15,0 0-6 16,19-11-5-16,0 13 2 16</inkml:trace>
  <inkml:trace contextRef="#ctx0" brushRef="#br1" timeOffset="91508.14">28234 6283 103 0,'0'0'38'16,"0"0"0"-16,0 0-3 0,0 0 0 15,0 0 1-15,0 0-2 16,0 0-2-16,0 0-5 16,0 0-3-16,0 0-3 15,0 0-2-15,0 0-3 16,0 0-6-16,0 0-6 15,0 0-2-15,0 0 0 16,0 0-1-16,0 0 0 16,0 0-1-16,0 0-1 15,0 0 0-15,0 0 0 16,0 0 1-16,0 0-2 16,0 0-1-16,0 0-13 15,0 0-18-15,0 0-17 0,0 0-22 16,14 6-17-16,-14-6-19 15,0 0 13-15,0 0 96 16</inkml:trace>
  <inkml:trace contextRef="#ctx0" brushRef="#br1" timeOffset="94803.48">28290 5949 225 0,'0'0'124'0,"0"0"-11"0,0 0-3 15,0 0-12-15,0 0-9 16,0 0-14-16,0 0-21 16,7 35-34-16,-4-9-22 15,6 7 2-15,-2 7-1 16,3 5 1-16,2 5-2 16,-1 2 1-16,1-2-1 15,4-3 2-15,-6-4-3 16,2-5 2-16,-1-7-2 15,-5-5-2-15,3-3-32 16,-9-23-33-16,11 26-29 16,-11-26-33-16,-4 17-24 15,4-17-15-15,0 0 1 0,0 0 118 16</inkml:trace>
  <inkml:trace contextRef="#ctx0" brushRef="#br1" timeOffset="100799.53">28861 4282 127 0,'-7'-20'63'0,"7"2"4"15,0 18 4-15,-7-27 6 16,7 27-1-16,-9-16 2 15,9 16 4-15,0 0-13 16,0 0-9-16,0 0-8 16,0 0-11-16,0 0-10 0,0 0-10 15,-3 28-10-15,6-6-12 16,2 9 1-16,-1 8 1 16,3 7-2-1,0 8 1-15,-2 1-2 0,5 6 1 16,-3-1-2-16,2 3 1 15,-2-4 6-15,0-4-5 16,0-5 5-16,-2-5-5 16,-1-7 6-16,-1-3-5 15,1-9 7-15,-4-5-5 16,-4-6-2-16,4-15-1 16,0 0-2-16,0 0-3 15,0 0 2-15,0 0-2 0,-12-17 0 16,8-6-2-16,1-4-5 15,0-11 7 1,-8-6-3-16,2-6 10 16,2-5-5-16,-5-8 6 0,2-2-7 15,-1-5 8-15,-1 3 1 16,-2 3-1-16,6 5 1 16,-3 5-3-16,3 8 0 15,1 9-1-15,0 8 3 16,3 8-2-16,4 21 3 15,-3-15 2-15,3 15 0 16,3 22-1-16,4 9-1 0,0 14 2 16,5 12-2-1,6 13 0-15,-3 11-5 0,8 9-1 16,-4 3 7 0,4-3-7-16,-4-6 6 15,-2-7-6-15,-1-9 6 0,-1-7-6 16,-1-13 7-16,-7-8-5 15,-2-7-2-15,-1-11-16 16,6 1-87-16,-10-8-42 16,0-15-31-16,0 0-12 15,0 0-3-15,0 0 90 16</inkml:trace>
  <inkml:trace contextRef="#ctx0" brushRef="#br1" timeOffset="102983.08">29937 6368 134 0,'0'0'68'15,"0"0"0"-15,0-15 7 0,0 15 0 16,-3-16 2-16,3 16 3 16,-4-26 5-16,4 26-10 15,0-36-10-15,4 17-9 16,-4-12-14-16,3 3-11 16,-3-8-7-16,4 3-11 15,-4 0-10-15,0 0 0 16,0 3 1-16,0 6-1 15,0 5 1-15,0 4-2 16,0 15 0-16,0 0-6 16,-4-16-1-16,4 16 3 15,0 0 0-15,-3 19-2 16,3-19-1-16,0 30 3 0,0-11-1 16,-4 1 6-16,1 5-2 15,-1-3 1-15,-1 2-2 16,-2-3 0-16,0 0 1 15,0-4-1-15,-2 0 0 16,9-17 0-16,-13 28 0 16,13-28 0-16,-16 23-1 15,16-23 1-15,-10 20-1 16,10-20 1-16,-9 16-1 16,9-16 0-16,0 0 0 15,0 0 0-15,0 0 0 16,0 0 0-16,0 0-1 15,0 0 0-15,0 0-2 0,0 0-3 16,0 0-3-16,0 0 1 16,0 0-1-16,0 0 1 15,0 0-1 1,9-16 2-16,-9 16 3 0,13-26 1 16,-4 9 4-16,2-5 0 15,-1-4 1-15,-1-2-1 16,1 0 1-16,-3 4-2 15,2 2 2-15,-6 3 0 16,1 1 0-16,-4 18-1 16,3-19 0-16,-3 19 0 15,0 0 2-15,0 0 0 0,0 0 1 16,0 0 2-16,0 0 1 16,0 0 0-16,0 0 1 15,-3 26 0 1,3-26-2-16,0 33 0 15,3-9-1-15,-3 4-3 0,4 3-1 16,1 0 0-16,-2 4-1 16,1 0 1-16,3-1-1 15,-4 4 0-15,1-3-2 16,1-4-7-16,2 4-56 16,-4-4-39-16,1-2-26 15,-1 4-18-15,1-5-14 16,-3 5-12-16,-1-6 43 0</inkml:trace>
  <inkml:trace contextRef="#ctx0" brushRef="#br1" timeOffset="103280.29">29920 7215 196 0,'0'0'83'16,"0"0"-8"-16,0 0-27 0,0 0-51 15,0 0-45-15,-9-18-37 16,9 18-19-16,0-26-9 16,7 11 65-16</inkml:trace>
  <inkml:trace contextRef="#ctx0" brushRef="#br1" timeOffset="112354.74">24049 5833 164 0,'0'0'65'0,"0"-17"13"16,0 17 7-16,4-17 11 15,-11 1 2-15,7 16-10 16,0-27-8-16,0 27-6 16,-4-28-13-16,4 28-13 15,-7-26-13-15,7 26-19 16,-8-28-13-16,8 28-1 16,-11-29 2-16,2 13-2 0,3-1 1 15,-1 0-2-15,-2-3 0 16,-2 1 0-16,1 0 0 15,1 0-1-15,2 0 2 16,-3 0-1-16,1 2 1 16,2 1 2-16,-5-1 1 15,12 17-2-15,-21-26-3 16,21 26 0-16,-31-28 0 16,17 16 0-16,-5 2 0 15,0 1 0-15,2 1 0 16,1 2 0-16,0 1 0 15,16 5 0-15,-26-3 0 16,26 3 0-16,-19 0 0 0,19 0 0 16,-17 3 0-16,17-3 0 15,0 0-2-15,-23 11-11 16,23-11 0-16,0 0 3 16,-22 10 2-16,22-10 4 15,-16 9 1-15,16-9 0 16,-19 5 2-16,19-5 0 15,-21 5 0-15,21-5 0 16,-27 10 0-16,27-10 1 16,-26 14-1-16,8-5 0 15,3 0 0-15,-1 3 0 16,2 0 0-16,-5 2 1 16,3 1 0-16,2 3-2 0,-1-1 1 15,1 4 1-15,-2-1-1 16,6 1 1-16,-6 2-1 15,4 1 1 1,2 0-2-16,-2 0 3 0,1 4-2 16,1 0 1-16,-2 1 4 15,1 2-4-15,4 2 2 16,2 0-1-16,-2 0 3 16,4 0-4-16,-1 0 3 15,4 0-3-15,0-2-1 16,4 0 0-16,-1 0 1 15,-3-3-1-15,4 3 0 16,-1 0 1-16,0-3-1 0,3 1 2 16,-3 2-2-16,1-1 2 15,-1 1-2-15,4 0 2 16,-4-1-2-16,3-1 1 16,1 2 0-16,-4 0 0 15,4-1-1-15,-2-3 2 16,2 1 0-16,0-2 0 15,2 2 0-15,1-4 1 16,1 0 0-16,1-3 1 16,2 3-2-16,-2 1 3 15,3-5-3-15,3 1 3 16,-3 0-2-16,5-2 1 16,-3-2 1-16,5 1-2 0,-2-5 2 15,-1-1-9-15,0 1 7 16,3-5-5-1,-4 1 3-15,1-2-9 16,0-4 4-16,0-1-1 0,-2-2-2 16,2-3 6-16,-3-1-4 15,1-1 0-15,2-2-2 16,1-3 8-16,-1-1-7 16,0-3 5-16,-2 1-2 15,2-5 3-15,0 1-3 16,4-2 3-16,-6-2 1 15,-1 2-1-15,3-3 2 0,-5 1-2 16,-2-3 2-16,4 3-2 16,-6-3 2-1,0-1-1-15,3-2 1 16,-3 1 0-16,-1-2 0 16,-2 0-1-16,0 1 2 0,1-3-2 15,-1 4 1-15,0 0 0 16,0 2 0-16,2 0 0 15,-2 0 0-15,-4 1 0 16,4-3 1-16,-2 0 0 16,-1-2 2-16,-1 1-2 15,1-4 1-15,-4-1 0 16,0-2 0-16,0 3-2 16,0-2 0-16,0 0 1 15,-4 2-4-15,4-2 3 16,-3 0-2-16,-1 2 3 15,1 1-1-15,3-1 4 0,-5 3-3 16,-2 2 3-16,0 2 1 16,3 3-2-16,-8 2-2 15,2 4 0-15,1-1-3 16,-1 1-36-16,10 15-85 16,-16-14-53-16,16 14-3 15,0 0-7-15,-10-17 3 16,10 17 83-16</inkml:trace>
  <inkml:trace contextRef="#ctx0" brushRef="#br1" timeOffset="113608.64">28167 7386 237 0,'0'0'175'0,"38"4"-1"15,-9-3-66-15,1-4-22 16,15 6-5-16,-5-6-37 15,8 5-35-15,-2-2-7 16,-1 0-1-16,-4 1 1 16,-1 1 0-16,-9 0-2 15,-1-1-1-15,-7 1 1 0,-4 0 2 16,-19-2 4-16,17 3 5 16,-17-3 2-1,0 0 0-15,0 0 1 16,-26 0 0-16,3-5-1 15,1 2-2-15,-11-1-5 0,-4 1-6 16,-8-2 0-16,-3 1 0 16,-4 2 0-16,-2 1 0 15,-5 1 0-15,3 0 0 16,-1 1 0-16,8 1-1 16,6 2 1-16,8-4-7 15,13 3-4-15,4-3 1 16,18 0-1-16,0 0-1 15,26 9 1-15,7-8-1 16,12 5-1-16,8-3 5 16,6 1 5-16,8-3-1 15,4 1 1-15,-3 0 1 0,0-4 1 16,-6 2-1-16,-10-2 4 16,-10 1 2-16,-12-1 10 15,-8 4 3-15,-22-2-1 16,0 0-2-16,0 0-1 15,-29-6 0-15,-4 5-1 16,-2-1-6-16,-7 0-6 16,-6 2-1-16,-1 0-2 15,2 4 3-15,5-4 0 16,4 0-1-16,12 1-22 16,0-2-84-16,26 1-47 15,0 0-25-15,26-16-4 16,23 7-3-16,12-8 1 0</inkml:trace>
  <inkml:trace contextRef="#ctx0" brushRef="#br1" timeOffset="114360.17">29993 7338 246 0,'-33'0'119'15,"7"3"8"-15,0-3-10 0,10 5-15 16,-1-5-14-16,17 0-14 16,0 0-11-16,17 18-28 15,14-11-28-15,6-2-15 16,15 2-2-16,8 0 3 15,12-1 5-15,-1-2-1 16,3-2 1-16,-4-2 1 16,-13-2 2-16,-5 2 1 15,-12-2 7-15,-12-1 4 16,-28 3-2-16,17-5 0 16,-17 5 1-16,-29-7 0 15,-4 5-5-15,-5 0-7 16,-8 2 0-16,-6 2 0 0,0 3 0 15,0 0 0-15,0 4 0 16,7 0 0-16,3-1 0 16,9 1 0-16,14-2-4 15,19-7-5-15,0 0-2 16,0 0 0-16,0 0-22 16,42 12-68-16,0-14-46 15,6 4-27-15,1-7 2 0,10 5-2 16,-4-11 0-16</inkml:trace>
  <inkml:trace contextRef="#ctx0" brushRef="#br1" timeOffset="118560.15">5193 8859 515 0,'8'-26'181'16,"-8"4"-45"-16,-1 3-48 16,1 19-17-16,1-18-39 0,-1 18-32 15,0 0 0-15,0 0 0 16,-27 28 0-16,9-4 0 16,-1 13 0-16,-10 9-6 15,-1 15-7-15,-5 10 0 16,-1 10 7-16,1 2 3 15,-1 2-2-15,10-3 3 16,0-6-1-16,10-12 1 16,6-7 1-16,10-9 0 15,14-10 3-15,8-5 0 16,11-8 2-16,16-3-3 16,8-3 3-16,6 0-2 15,11-3 0-15,6 3-2 0,2 5 0 16,-1 4-1-16,3 8-2 15,-6 9 2-15,-7 5-3 16,-5 9 3-16,-12 5-3 16,-11 4 3-16,-8 3-4 15,-16 0 4-15,-9 1-3 16,-13-1 0-16,-9-2 5 16,-6-1-5-16,-8-4 6 15,-2-3-6-15,-1-4 5 16,3-5-5-16,3-7 5 15,6-9 0-15,8-3 0 16,9-7 1-16,7-5 2 16,9-6 1-16,6-4 0 0,8-3 0 15,5-1 0-15,8-2-1 16,6 1-1-16,4 1-1 16,6-2-2-16,9 3-1 15,3 8-1-15,7 1 1 16,1 7-2-16,6 8 1 15,-2 2-2-15,2 4 3 16,2 7-5-16,-6 2 4 16,-6-2-1-16,-11 0 2 15,-5-2 2-15,-7-5-1 16,-10 2 2-16,-13-5-4 16,-2-2 4-16,-12-6-3 0,-4-2 3 15,-3-5-3-15,-1-4 0 16,-7-16 1-16,7 21 3 15,-7-21 3 1,0 0-2-16,0 0-6 16,0 0-97-16,23-5-53 0,-15-16-20 15,6 2-5-15,-5-16-2 16,8 2-3-16</inkml:trace>
  <inkml:trace contextRef="#ctx0" brushRef="#br1" timeOffset="119099.53">7274 11109 495 0,'0'0'178'0,"-19"16"-34"16,19-16-77-16,-17 16-18 15,17-16-40-15,-4 22-11 16,8-6 0-16,-1 3 2 15,4 1 4-15,0 8 0 16,5 2-4-16,2 3 1 16,2 1-3-16,-1 2 2 15,6 3-4-15,-2-1 1 16,0 1 4-16,0-4-3 16,-5 1 3-16,-2-3-3 0,-1 0 2 15,-3-5-2-15,-4-4 2 16,-1-1 0-1,-3-4-3-15,-3 1 2 16,-4-2 0-16,2-1 2 0,-6 2-2 16,-8 0 3-16,0 2-1 15,-10 3-1-15,-1 2 0 16,-12 4 1-16,-3 2 1 16,-7 3-1-16,-10 5 2 15,-2 1-1-15,-4 1-1 16,-3 1 2-16,-2-1-2 15,5-4 0-15,4 0-3 16,8-3 2-16,8-9-1 0,13-6 6 16,5-4-2-1,17-4-4-15,13-12-2 16,0 0 1-16,26-5-90 16,7-9-58-16,12-9-16 0,10-1-12 15,10-10 3-15,13-3 1 16</inkml:trace>
  <inkml:trace contextRef="#ctx0" brushRef="#br1" timeOffset="121293.09">8956 11142 132 0,'-26'-12'177'16,"-9"-2"-36"-16,-5-3-26 15,2 5-8-15,-7-4-14 16,0 9-16-16,-11 2-13 15,1 9-20-15,-9 1-37 0,-4 7-10 16,-3 9 0-16,-7 8 1 16,-1 9 0-16,-6 9 3 15,-1 5-2 1,1 7 1-16,1 12 2 0,3 7-3 16,3 8-1-16,6 8 1 15,5 10-1-15,4 8 0 16,13 8 0-16,3 2 1 15,12 5 2-15,2 1 0 16,14 0 1-16,4-3 0 16,15-6-1-16,1-6 1 15,13-4 0-15,5-7-2 16,11-7-4-16,8-7-5 0,11-1 0 16,6-8 3-16,16-2-1 15,7-5 3 1,13-3-2-16,13-4 2 15,7-5-1-15,9-6 9 0,15-7-3 16,7-9 1-16,11-7-2 16,7-9 1-16,8-8-1 15,4-12 0-15,12-9-1 16,-2-10 0-16,6-13 2 16,-6-6-3-16,-1-11 2 15,-3-10 0-15,-6-11 4 16,-7-6-3-16,-12-6 3 0,-7-11-2 15,-9-8 1-15,-12-7-2 16,-11-8 5 0,-9-7-6-16,-15-5-3 15,-12-6 0-15,-10-5 2 16,-16-1-3-16,-11 1 3 0,-11 2-1 16,-14 4 1-16,-13 4-2 15,-10 8 1-15,-16 8 0 16,-11 7-2-16,-6 12 3 15,-21 6-1-15,-10 8 2 16,-14 7-3-16,-12 5 3 16,-13 7 5-16,-13 0-2 15,-11 6 2-15,-15 3-1 16,-9 3 0-16,-17 5-1 16,-13 6 2-16,-13 10-1 15,-11 12 3-15,-8 16 0 16,-13 22-1-16,-6 23 1 0,-3 26-2 15,-1 20 1-15,7 26-75 16,12 15-64-16,11 11-34 16,27 14-13-16,18-6-7 15,32 1-4-15</inkml:trace>
  <inkml:trace contextRef="#ctx0" brushRef="#br1" timeOffset="122112.68">8467 11926 389 0,'-20'40'186'16,"-9"9"-2"-16,6 15-71 15,8 21-54-15,-4 12-41 16,5 10-14-16,2 7 0 15,1 2 0-15,-1-5 0 16,2-11 0-16,-1-11 0 16,3-17-1-16,1-15-6 15,0-15 0-15,1-14-4 0,6-28 2 16,0 0-1-16,0-19 0 16,2-21 2-16,2-14-1 15,-1-13-5-15,4-16 7 16,0-16-2-16,2-5 2 15,-2-7-2-15,3 2 2 16,2 4-1-16,2 8 0 16,2 10 7-16,-1 14-5 15,3 15 4-15,1 14 0 16,3 15 1-16,1 17-2 16,3 12 0-16,3 14 1 15,6 15-2-15,5 14 1 16,2 14-2-16,-1 9 1 0,5 10-2 15,-1 9 4-15,2 2 4 16,-6 1-1 0,1-1 2-16,-9-4-1 15,2-9 2-15,-6-6-1 0,-6-10 1 16,-1-13-2-16,-8-7-5 16,-2-13-63-16,-12-25-70 15,21 20-31-15,-21-20-7 16,-7-24-5-16,-7-7-5 15</inkml:trace>
  <inkml:trace contextRef="#ctx0" brushRef="#br1" timeOffset="122376.86">8489 12645 460 0,'-19'0'179'15,"19"0"-6"-15,0 0-87 16,0 0-44-16,0 0-47 16,0 0-2-16,36-19 0 15,-1 12-5-15,7-4 11 16,13 5-5-16,8-3 7 16,5 4 1-16,3 1-1 15,3 6-93-15,-2 10-61 16,-17-7-14-16,-3 16-10 15,-29-7 0-15,-4 10 38 16</inkml:trace>
  <inkml:trace contextRef="#ctx0" brushRef="#br1" timeOffset="123872.93">9744 11433 359 0,'11'-24'124'16,"1"1"-10"-16,-5 3-8 16,-4 1-19-16,-3 19-19 0,4-23-31 15,-4 23-33-15,0 0-1 16,0 0-1-16,0 0-2 15,-18 24 2-15,10 7-2 16,-3 16 6-16,-1 21-1 16,2 18-3-16,-1 27 1 15,-1 22-1-15,2 17 10 16,-3 11-6-16,-2 6 2 16,1 5-5-16,-2-7 0 15,-6-6 3-15,4-13-1 16,-8-17 0-16,4-10-12 15,-4-8 4-15,0-15-2 16,-2-9 1-16,5-11-2 0,-3-13 2 16,4-7-1-16,1-12 2 15,5-15 3-15,1-8 0 16,15-23-1-16,-11 17 0 16,11-17-1-16,7-26-86 15,5-5-62-15,14-9-19 16,0-15-8-16,14-6-5 15,-1-18 18-15</inkml:trace>
  <inkml:trace contextRef="#ctx0" brushRef="#br1" timeOffset="124583.43">10058 12399 303 0,'0'0'135'16,"-15"-5"-13"-16,15 5-17 0,-16 5-11 16,16-5-19-16,0 0-17 15,0 0-38-15,0 0-28 16,0 0 0-16,0 0 1 16,16-2 0-16,3-3 1 15,10-2 1-15,1-3 2 16,4 3 1-16,-1 0 0 15,-3-2 1-15,-4 4 2 16,-7 3 1-16,-3 6 2 16,-16-4 1-16,10 29 0 15,-10 1-1-15,-3 8 4 16,-4 10 3-16,-5 8-2 0,1 4-1 16,-4 4-2-16,-5 2 1 15,1-4-2-15,-1-8 2 16,-3-2-6-16,4-11-2 15,0-6 1 1,1-7-1-16,6-7 0 0,12-21 0 16,-15 22-3-16,15-22-2 15,0 0 1-15,0 0-1 16,0 0 0-16,0 0 1 16,15-17 1-16,-15 17-3 15,26-18 5-15,-7 12 2 16,4-3-1-16,3 7 1 15,4 0-1-15,-4 2 0 16,3 2 2-16,2 2 2 16,-1 1-2-16,-1-2 1 15,-6 1-29-15,3-4-79 16,-4 3-43-16,-2-8-11 0,2-2-11 16,-11-15-4-16,11 3 63 15</inkml:trace>
  <inkml:trace contextRef="#ctx0" brushRef="#br1" timeOffset="124861.63">10503 12641 453 0,'-23'12'174'15,"23"-12"-43"-15,0 0-56 0,0 0-24 16,19 4-19-16,2-6-36 16,2 0-1-16,3 1 2 15,0-1 0-15,-2 0 3 16,2 1 1-16,-5 2-41 16,-2 3-47-16,-19-4-37 15,22 15-17-15,-22-15-17 16,7 23 0-16,-7-23-3 15</inkml:trace>
  <inkml:trace contextRef="#ctx0" brushRef="#br1" timeOffset="125063.77">10520 12879 472 0,'0'0'137'0,"-17"17"-19"15,17-17-26-15,0 0-29 16,0 0-33-16,22 8-32 15,-4-11 0-15,4-4 1 16,4-3 0-16,0-6-38 16,9-3-58-16,1-3-34 15,-1-11-23-15,9 3-7 16,-13-8-13-16,10 4 25 16</inkml:trace>
  <inkml:trace contextRef="#ctx0" brushRef="#br1" timeOffset="125541.11">11070 12297 465 0,'0'0'164'0,"0"0"-37"0,0 0-34 16,-15 0-24-16,15 0-57 15,-18 12-16-15,18-12-2 16,-19 23 0-16,19-23-1 15,-19 31 3-15,12-9 0 16,2 2 1-16,1 8-2 16,4 2 5-16,6 3 3 15,1-1-2-15,0 0 3 16,5 2-2-16,2-5 3 0,1-3-3 16,1-4 3-16,5-6-6 15,1-2 2 1,1-4 0-16,6-8-2 15,-3-2 2-15,2-4 0 0,5-5 1 16,-3-7 0-16,-1-4-1 16,-6-5-2-16,-1-6 2 15,-3-6-6-15,-3-5 0 16,-6-7-2-16,-6-4 4 16,-1-3-4-16,-6 0 2 15,-4 0 0-15,-9 2 4 16,-6 5 6-16,-11 7 2 0,-9 10-1 15,-13 15-97 1,-17 9-66-16,-9 23-22 16,-25 0-4-16,-9 23-6 15,-34-4 89-15</inkml:trace>
  <inkml:trace contextRef="#ctx0" brushRef="#br1" timeOffset="137980.97">11862 12257 128 0,'0'0'70'15,"0"0"5"-15,-19 5-4 16,19-5-8-16,0 0-7 16,0 0-8-16,0 0-7 15,0 0-7-15,0 0 1 16,0 0 1-16,0 0 6 16,0 0-2-16,0 0 0 15,0 0-1-15,0 0-2 16,0 0-2-16,0 0-11 15,0 0-10-15,0 0-12 16,-14 0-1-16,14 0-1 16,0 0 1-16,-19 5 0 0,19-5 1 15,-16 0-2-15,16 0-2 16,-21 2-44-16,21-2-39 16,0 0-32-16,-15 4-27 15,15-4-27-15,0 0-5 16,0 0-14-16</inkml:trace>
  <inkml:trace contextRef="#ctx0" brushRef="#br1" timeOffset="141631.57">11739 12240 102 0,'0'0'65'0,"0"0"11"15,0 0 15-15,0 0 26 16,-16-21-7-16,16 21-8 16,0 0-9-16,0 0-11 15,0 0-12-15,0 0-18 16,0 0-24-16,0 0-34 16,16-2 0-16,-16 2-1 15,26-1 2-15,-7-3 4 16,3 1 1-16,8-3 0 15,3 0 1-15,5-1-1 0,4 0 0 16,-2-2 0-16,8 2 1 16,4 2-1-16,-1 0 1 15,1 3-1 1,3 0 0-16,1 6 1 0,4 1-2 16,-1 0 2-16,6 4-2 15,1-1 1-15,5 1-2 16,3 1 2-16,6-1-1 15,2 0 0-15,3-2 0 16,5-2 1-16,4-2-1 16,7-1 0-16,-1-2 1 15,8-3 0-15,8 1 0 16,1-2 0-16,2-1 0 0,8 2 1 16,0-2-1-16,3 1 1 15,2 2 1 1,-2 1-2-16,0-1 0 15,2 0 2-15,-2-1-1 0,1 1-1 16,-6 2 0-16,1-2 0 16,1 1-3-16,0-3 3 15,3 1-1-15,-2-3 0 16,3 1-1-16,-1-5 0 16,5 1 2-16,2-3-3 15,-1-4 3-15,1 3-1 16,2-1 1-16,3-5 0 0,0 1 1 15,-1 3-1 1,-6-2 1-16,-5 1 1 16,-6 4-2-16,-8-2 0 15,-15 2 0-15,-8 3 1 0,-14 2-1 16,-15 2 0-16,-16 2 1 16,-11 1 1-16,-11 0-1 15,-7 2 0-15,-19 0 1 16,0 0-1-16,0 0-1 15,0 0 1-15,0 0-1 16,-16-3-3-16,16 3 0 16,-26-16-2-16,26 16-14 15,-29-28-22-15,18 13-20 16,3-6-12-16,4 2-2 0,-3-5 0 16,0 1 2-1,-1-1 0-15,-3 3 18 16,-1-3 23-16,-5 2 29 0,-6 1 16 15,-6 3 22-15,1 3 14 16,-5 1 16-16,3 5 9 16,-4 2-5-16,8 6 1 15,-4-3-9-15,8 6-5 16,2-4-19-16,20 2-13 16,-20 4-11-16,20-4-9 15,0 0 2-15,22 22-1 16,-1-13 1-16,7 6-1 15,5 1 2-15,5 3-2 16,9 0-4-16,10-2 2 16,-5 2-3-16,7-3 0 15,-1 1 0-15,-3-3 0 0,1 4-2 16,-4-5-1-16,-11 6-2 16,-4 0 1-16,-9 7-1 15,-11 2 1-15,-8 5 0 16,-13 7 0-16,-11 7 0 15,-12 3 3-15,-11 5-1 16,-7 4 3-16,-14 0-2 16,0 0 3-16,-5 1-1 15,0-3-2-15,1-6 4 16,2-8-3-16,13-7 4 16,4-8-5-16,17-7 7 15,6-13-45-15,21-8-72 16,0 0-42-16,21-29-16 0,17 5-1 15,7-18-5-15,17 1 33 16</inkml:trace>
  <inkml:trace contextRef="#ctx0" brushRef="#br1" timeOffset="142563.23">20104 11033 300 0,'-33'-33'205'0,"0"6"-49"16,-2 6-43-16,-7-3-9 16,-1 15-27-16,-9-1-37 15,-2 6-15-15,-12 6-22 16,-2 3-6-16,-6 7-8 16,-4 0 4-16,-9 7 0 15,-4 2-1-15,-1 5-3 0,-1 7-1 16,2 9 0-16,-2 4 2 15,8 10-3-15,1 8 3 16,6 5-2 0,4 7 11-16,11 7 1 15,6 4 5-15,10 1-5 0,12 2 6 16,9 0-6-16,14 2 6 16,9-2-6-16,8-4 2 15,9 1-5-15,5-6 3 16,10 1 2-16,9-4-5 15,2-4 5-15,12-3-3 16,6-4 3-16,8 1-2 16,5-7 3-16,9-3-3 0,8-9 3 15,3-4 2 1,6-7-2-16,3-5 2 16,12-7 0-16,-7-7 2 15,6-11-1-15,2-1 1 0,-5-8-2 16,5-10 0-16,-2-6 0 15,-2-4-1-15,-1-8-1 16,-7-4-2-16,-4-3 2 16,-7-8-1-16,-3 1 0 15,-9-2 0-15,-10 0-3 16,-13-5 3-16,-3-4-3 16,-7 0 3-16,-5-3-5 15,-5-2 4-15,-5 1-2 16,-4-6 0-16,-4 1 3 0,1 3-4 15,-8 1 2 1,-4 0-3-16,-4 0 1 16,-2 4-3-16,-5-2 1 0,-2 3-3 15,-8-1 0-15,-2-3 1 16,-9 1-1-16,-5 2-3 16,-9-2 5-16,-5 1-2 15,-14 4 4-15,-8 2-2 16,-9 2 7-16,-13 8-6 15,-15 5 7-15,-7 4-1 16,-8 7 0-16,-11 1-4 16,-2 4-69-16,-6 4-84 15,-6-8-16-15,15 4-12 16,-6-19-12-16,10 9 41 16</inkml:trace>
  <inkml:trace contextRef="#ctx0" brushRef="#br1" timeOffset="143825.13">13395 10805 302 0,'-6'-19'146'15,"6"19"-25"-15,-3-16-9 0,3 16-12 16,0 0-17-16,-7-15-24 15,7 15-24-15,0 0-38 16,0 0-3-16,0 0 2 16,-10 32-1-16,13-2-5 15,0 11 5-15,4 6 3 16,2 12-1-16,2 3 1 16,4 6-1-16,-1-4 1 0,5-5-1 15,0-6 2 1,-1-9 0-16,1-8 4 15,-4-12 0-15,4-5 4 16,-1-12 1-16,-3-3 1 0,1-11-1 16,1-7-1-16,-1-7 0 15,3-7-2-15,-2-8-1 16,-1-4-3-16,0-5 0 16,1-5-2-16,-5 0 2 15,4 0-1-15,-6 3 1 16,1 4-2-16,-3 6 1 15,3 8-1-15,-4 6 1 16,-2 8-1-16,-5 15 0 16,0 0-4-16,0 0-1 15,17 0 0-15,-8 19 0 16,1 5 0-16,9 6-1 16,1 6 2-16,6 5-1 0,3 4 5 15,1 0-1-15,3-3 2 16,1-4 1-16,-1-5 2 15,-2-7 2-15,-1-7 2 16,-4-7 1-16,-3-7 0 16,-6-6 0-16,-1-6-1 15,-6-9-1-15,-8-5-2 16,1-6-2-16,-6-10-2 16,1-6 1-16,-5-7-3 15,-3-2 4-15,-3 0-2 16,3-2 2-16,-2 7 6 15,2 2-3-15,-1 11 2 16,6 4-4-16,-2 11 3 0,7 19-5 16,0-24-1-16,0 24-100 15,26 2-54-15,-26-2-23 16,38 12-5-16,-15-5 2 16,10 7-2-16</inkml:trace>
  <inkml:trace contextRef="#ctx0" brushRef="#br1" timeOffset="144120.34">14368 10942 185 0,'-14'19'164'0,"14"-19"6"15,0 0-60-15,0 0-24 16,7-23-3-16,-7 23-17 15,20-16-17-15,-20 16-17 16,26-19-18-16,-26 19-14 16,19-15 1-16,-19 15-1 15,0 0 2-15,17-14-1 16,-17 14-2-16,0 0-1 16,0 0-38-16,0 0-50 15,0 0-38-15,0 0-21 16,0 0-15-16,-10 21-8 15,10-21-3-15</inkml:trace>
  <inkml:trace contextRef="#ctx0" brushRef="#br1" timeOffset="144359.51">14313 11199 420 0,'0'0'139'15,"0"0"-15"-15,0 0-21 16,0 0-25-16,0 0-30 16,33-12-34-16,-14 0-10 15,3 2-1-15,1-4-1 16,3 2-2-16,0-2-1 0,0-2-63 16,0 3-67-16,-3 0-33 15,-4-4-4-15,0 3 0 16,-9-6-4-1</inkml:trace>
  <inkml:trace contextRef="#ctx0" brushRef="#br1" timeOffset="144807.81">14821 10704 325 0,'0'-26'188'15,"4"6"-41"-15,-1 2-36 16,-3 1-18-16,0 17-20 0,4-19-49 16,-4 19-14-16,0 0-3 15,0 0-1-15,0 0-2 16,0 0 0-16,3 26 2 15,-1-7-5-15,5 5 0 16,0 7-12-16,0 6 11 16,5 8-8-16,-2 1 9 15,3 5-8-15,0 1 5 16,0 0-5-16,-3-2 4 16,-1-4 3-16,-2-1-3 15,0-5 1-15,-4-7 0 16,1-7 2-16,-3-5 0 15,3-5 3-15,-4-16-1 0,3 19 1 16,-3-19-58-16,0 0-72 16,0 17-40-16,0-17-5 15,-7 22-3-15,6 3-18 16</inkml:trace>
  <inkml:trace contextRef="#ctx0" brushRef="#br1" timeOffset="145899.6">19649 11019 348 0,'17'-10'133'16,"6"12"-13"-16,6-4-10 15,16 11-13-15,9-4-23 16,12 7-56-16,2 2-91 15,3 1-76-15,-3-1-28 16,3 5-8-16,-16-8-11 16,1 8 77-16</inkml:trace>
  <inkml:trace contextRef="#ctx0" brushRef="#br1" timeOffset="146535.04">19039 11663 277 0,'-29'-22'190'15,"29"22"-34"-15,-23-5-44 16,23 5-17-16,-15 19-17 16,11 1-35-16,-3 12-53 15,7 11 2-15,4 11 1 16,3 10 10-16,3 12-1 16,2 3-5-16,1-1 4 15,0 0-4-15,3-7 3 16,-2-9-1-16,2-8 1 0,-6-9-33 15,-5-15-71 1,2-13-49-16,-7-17-14 16,0 0-13-16,0 0-5 15,4-28 83-15</inkml:trace>
  <inkml:trace contextRef="#ctx0" brushRef="#br1" timeOffset="147259.57">18968 11855 397 0,'-3'-15'173'16,"3"15"-45"-16,-4-33-20 0,8 17-14 16,3-8-23-1,5 5-32-15,5-3-48 0,6-3 4 16,-1-1 1-16,8 1 0 15,1 0 0-15,6 5-2 16,-4 2-1-16,-2 6-2 16,-2 7 3-16,-3 7-5 15,0 11 7-15,-3 7 3 16,-7 5-1-16,-9 8 2 16,0 5-1-16,-11 4 5 15,-3 5-1-15,-9-1 2 0,-3-1-8 16,-7 2 2-1,-3-4-3-15,-1-3 2 16,-3-3 0-16,6-4 0 16,1-6-2-16,3-6 3 0,6-7-1 15,17-14 2-15,-19 14 3 16,19-14 4-16,0 0 1 16,0 0-1-16,0-18 0 15,0 18-1-15,6-24 3 16,-6 24-3-16,20-29-2 15,-10 11-5-15,2 1 2 16,2 0-1-16,9 1 1 16,-1 2-1-16,8 4-1 15,-3 3 0-15,6 4-2 16,0 4 0-16,6 5-3 16,-3 4 1-16,6 2-1 15,-8 4 2-15,-1 4-2 0,0 3 2 16,-3 5-1-16,-4 1 2 15,-7 2 1-15,-3 2 0 16,-6 2-1-16,-6 1 2 16,-4 0 0-16,-11 1 2 15,-5-4-2-15,-6 1 3 16,-8 1-3-16,-10 1 0 16,-8-3 5-16,-4-2-4 15,-2-7 2-15,-5-6-65 16,3-10-67-16,8-8-31 15,3-13 1-15,10-5-5 16,2-11-10-16</inkml:trace>
  <inkml:trace contextRef="#ctx0" brushRef="#br1" timeOffset="148451.41">19902 11296 238 0,'0'-24'173'15,"0"3"-35"-15,0 2-21 16,0 19-13-16,0-20-26 15,0 20-19-15,0 0-18 16,0 0-32-16,0 0-13 16,0 0 0-16,0 0-1 15,0 0 0-15,0 0 2 16,0 0 0-16,0 0 0 16,0 22 2-16,0-6-1 15,4 4 1-15,-1 6-2 16,-3 7 2-16,4 9-1 15,-3 6 2-15,3 11 1 16,-4 10 4-16,0 11-5 0,0 12 5 16,-5 12-5-16,1 10 6 15,-3 5-7-15,-3 8 1 16,-2-1 0-16,-2 2 0 16,-2-3 2-16,1-6-1 15,-3-15-1-15,3-12 0 16,-1-13 2-16,2-13 3 15,5-16-7-15,2-15 3 16,4-14 0-16,3-21 4 16,0 17-2-16,0-17-2 15,0 0-35-15,7-26-86 16,-7 2-43-16,12 1-9 16,-9-13-12-16,8 3-4 0</inkml:trace>
  <inkml:trace contextRef="#ctx0" brushRef="#br1" timeOffset="149047.84">20116 12003 376 0,'-16'-28'182'16,"16"28"-44"-16,-14-16-16 15,14 16-15-15,0 0-29 16,0 0-58 0,-12-15-20-16,12 15 0 0,0 0 0 15,19-7-14-15,-19 7 2 16,30-16 2-16,-8 6 3 15,4 0 6-15,4-1 5 16,-1-1-1-16,3 2 0 16,-6 3-1-16,-4 5-3 15,1 5-1-15,-23-3 1 16,21 28-1-16,-21-2 0 0,0 7-4 16,-11 7 1-16,1 8 0 15,-6 2 3 1,-3 6-1-16,-4-1 2 15,-3-1-2-15,0-4 2 0,0-3 0 16,4-4 0-16,3-7-1 16,1-4 1-16,6-5 1 15,5-8 0-15,0-3 3 16,7-16 1-16,4 19 1 16,-4-19-1-16,19 10 1 15,-2-10-1-15,2 0 1 16,7-1-2-16,0-3-2 15,0 1-4-15,4-4-33 0,-2-5-75 16,5-7-44 0,0 3-19-16,-4-13 0 15,2 4-3-15,-5-9 22 16</inkml:trace>
  <inkml:trace contextRef="#ctx0" brushRef="#br1" timeOffset="149275">20479 12108 467 0,'0'0'182'0,"0"0"-34"16,0 0-51-16,32 0-23 16,-12-7-46-16,2 4-29 15,-1-2 0-15,5 1-3 16,-3 4-55-16,-8-3-49 15,-15 3-35-15,19 1-16 0,-19-1-9 16,-7 18-2-16,-8-8-2 16</inkml:trace>
  <inkml:trace contextRef="#ctx0" brushRef="#br1" timeOffset="149407.09">20451 12312 166 0,'26'4'74'15,"-4"-11"-35"-15,10-5-45 16,8-5-30-16,-6-9-26 16,11 1-16-16,-5-11-18 15</inkml:trace>
  <inkml:trace contextRef="#ctx0" brushRef="#br1" timeOffset="149751.34">20998 11920 401 0,'0'0'149'0,"0"0"-14"16,-20 3-21-16,20-3-29 16,-19 19-38-16,19-19-47 15,-19 31 0-15,9-7 1 16,6 2-1-16,4 2 1 16,0 2 0-16,7-1 1 15,0-1 1-15,5-2 2 16,2-4 0-16,2-6 4 15,-16-16-2-15,26 15-1 0,-26-15 1 16,23-7-1-16,-23 7 1 16,22-29-2-16,-15 8-1 15,0-7-4-15,-5-4 0 16,-2-5-2-16,-6 1-2 16,-4 3-4-16,-9 5 1 15,-7 6-86-15,-4 6-70 16,-4 20-10-16,-13 6-2 15,-2 18 1-15,-18 3-1 16</inkml:trace>
  <inkml:trace contextRef="#ctx0" brushRef="#br1" timeOffset="160047.66">21235 12105 253 0,'-14'-4'202'15,"14"4"-37"-15,0 0-29 16,0 0-10-16,-22-3-19 16,22 3-73-16,0 0-34 15,0 0 0-15,0 0 0 16,0 0 0-16,-12 17 0 15,12-17-12-15,0 0-11 16,0 0 4-16,22 14 4 16,-22-14 5-16,32 10 9 15,-12-4 5-15,12 0-1 16,8 1 1-16,8-3-1 0,13 1-2 16,7 0 1-16,6-5-1 15,15 4 1-15,11-3-1 16,10-1 0-16,10 0 1 15,10-3-1-15,9-2 0 16,6 0-1-16,8-2 1 16,3 0-1-16,2-4 0 15,2 3 1-15,-4-1-1 16,-1-1 0-16,-2-1 0 0,-8-1 0 16,5 2 1-1,-8-1 0-15,4 1-1 16,-7 1 0-16,-2-1-1 15,-2 5 1-15,-1-2 1 0,1 5 3 16,-5-3-5-16,4 1 1 16,-2 3 2-16,2-3-1 15,1 3 0-15,-1-1 0 16,-4 0-2-16,2 0 0 16,-2 1 0-16,-7-1 1 15,-6 0-1-15,-10 2 1 16,-10 0-1-16,-6 0 1 15,-17 0 0-15,-9 0 0 16,-13-2-1-16,-16 4 1 16,-10 2-1-16,-7-4-1 15,-19 0 0-15,0 0-1 16,0 0-1-16,0 0 1 0,0 0 0 16,0 0 0-16,0 0 1 15,0 0 1-15,0 0 2 16,0 0 2-1,0 0 0-15,0 0 1 0,0 0 0 16,0 0-74-16,-10-19-79 16,-6-9-20-16,4 4 0 15,-18-16-6-15,4-2-1 16</inkml:trace>
  <inkml:trace contextRef="#ctx0" brushRef="#br1" timeOffset="161183.46">22765 10935 544 0,'-16'-7'175'0,"16"7"-36"16,0 0-70-16,0 0-40 15,0 0-32-15,0 0-2 0,0 0 1 16,-14 19-1 0,14 3 0-16,0 8 0 15,7 8 2-15,3 7-1 16,-1 7 4-16,5 1-3 0,5-1 1 15,0-5 0-15,0-4 3 16,2-10 1-16,-2-9 3 16,-3-8-1-16,-2-6 1 15,-14-10-1-15,26 4 3 16,-26-4-3-16,26-30 0 16,-14 3 0-16,-2-10-4 15,3-4 2-15,-3-11-2 16,2-4 1-16,-5-4-2 0,3 3 1 15,-4 3-2 1,1 7 2-16,0 11-1 16,-4 7 1-16,-3 10-2 15,0 19-1-15,0 0 0 0,19 19 1 16,-10 5 0-16,5 9-1 16,1 5 1-16,4 5-2 15,6 4 4-15,2 0-2 16,0-6 2-16,-1-5 0 15,0-6 2-15,-4-4-2 16,-3-7 3-16,-5-7 0 16,-14-12 0-16,23 12 1 15,-23-12-1-15,0 0 0 16,10-26-1-16,-10 2 0 16,0-6-1-16,-3-6 0 15,3-7-2-15,0-4 3 16,-4 0-2-16,8 4 3 0,-4 3-2 15,5 9 1-15,2 3-2 16,0 9-2-16,-7 19-90 16,22-20-63-16,1 20-11 15,-4-2-7-15,10 7 2 16,-3-5-4-16</inkml:trace>
  <inkml:trace contextRef="#ctx0" brushRef="#br1" timeOffset="161389.61">23624 11061 471 0,'-9'21'171'16,"9"-21"-38"-16,23 5-59 16,3-7-15-16,5-3-37 15,5 0-23-15,6 1-77 16,0 1-53-16,-9 1-32 15,0 6-6-15,-18-1-2 16,-15-3 0-16</inkml:trace>
  <inkml:trace contextRef="#ctx0" brushRef="#br1" timeOffset="161894.97">23537 11414 342 0,'0'19'171'0,"16"-22"-10"15,17-11-63-15,8-5-25 16,11-7-80 0,7-9-65-16,2-3-14 15,-2-7-1-15,2 2 2 0,-6-7-1 16,-2 3 2-16,-8 0 28 16,-7 4 90-16,-5 7 50 15,-11 3 4-15,-2 8-2 16,-14 5-1-16,-6 20 0 15,7-18-2-15,-7 18-18 16,0 0-33-16,-17 23-34 16,12-2-3-16,-2 8 2 0,0 4 1 15,3 7 0-15,3 8-1 16,2 2 2 0,3 2-1-16,6 0 4 15,3-7 0-15,4-7 2 0,5-6 2 16,4-7 2-16,4-11 0 15,1-7 1-15,2-10-1 16,2-6-1-16,1-10-2 16,-3-7 0-16,-5-12-1 15,-2-7-3-15,-5-10 0 16,-9-4-3-16,-8-2 0 16,-15 2-1-16,-11 6 5 15,-13 8-5-15,-14 12 0 16,-10 14-2-16,-8 19-73 15,-1 15-73-15,-7 4-22 16,16 16 0-16,4-6-5 16,20 6 2-16</inkml:trace>
  <inkml:trace contextRef="#ctx0" brushRef="#br1" timeOffset="163278.94">27936 10971 333 0,'0'0'140'0,"7"-17"-13"0,-7 17-9 16,0 0-14-16,-13-18-16 15,13 18-27 1,-26-1-53-16,6-1-3 0,-8 4-1 16,-5-1-3-16,-5 3-1 15,-6 3-1-15,-4 1 0 16,-4 5 0-16,-2 2-1 16,-5 2 2-16,0 2-2 15,-2 6 2-15,5 2-3 16,-1 3 3-16,2 4-2 15,3 4-1-15,6 2-1 16,3 7 2-16,5 2-2 0,5 2 2 16,2 5-2-16,5 6 3 15,-1 4 1-15,8 1 0 16,-1 8 0 0,4 3 0-16,4 3 0 0,1 4 1 15,4 1 0-15,7 4-1 16,4 1-2-16,3-1 3 15,2-2 1-15,8-3-2 16,2-2 3-16,7-4-2 16,10-4 2-16,3-6-2 15,9-3 3-15,13-7-3 16,5-4 1-16,12-3 1 16,5-7-3-16,6-5 2 0,5-9-3 15,-1-5 1-15,1-9-1 16,-9-6 0-1,2-8-1-15,-9-12 1 16,-7-6-1-16,-3-6 1 0,-6-8 1 16,3-8-1-16,-6-6 1 15,5-2 0-15,0-3 2 16,-1-3-3-16,4 1 2 16,1-2 1-16,-5 2-5 15,1-4 5-15,2 2-5 16,-6 0 3-16,-4 1-2 15,1-3 3-15,-5 0-2 16,-3-3 1-16,0-2 3 16,-6 0-3-16,-1 1 4 15,-8-1 0-15,-1 0 2 16,-7-2-2-16,-10 2 2 16,-2 2-3-16,-11 0-3 0,-10-3 2 15,-8-3-3-15,-11 3 2 16,-11-1-2-16,-8 0 1 15,-10-1-1-15,-13 3 0 16,-7 2 6-16,-8 5-4 16,-16 6 2-16,-3 2-2 15,-9 6 0-15,-9 5 0 16,-4 7-1-16,-2 4 1 16,-3 8-1-16,6 4 0 15,9 6 1-15,4 2-1 16,13 6-1-16,12 5-3 15,17 8-77-15,9 9-74 16,11-2-17-16,16 12-2 0,6-1-3 16,19 10-3-16</inkml:trace>
  <inkml:trace contextRef="#ctx0" brushRef="#br1" timeOffset="163835.34">27427 11740 502 0,'0'0'198'0,"-7"-28"3"15,-2 9-110-15,9 19-60 16,-17-24-31-16,17 24 0 16,-22-16 0-16,22 16 0 15,-28-7 0-15,10 9 0 16,-1 3 0-16,-3 4 0 15,-1 4 0-15,-3 5 0 16,0 8 0-16,-3 3 0 0,3 11 0 16,-1 5 0-16,8 7-9 15,4-2 2 1,8 7 0-16,7-1 3 0,7-3-2 16,15-1 3-16,8-7-2 15,12-7 2-15,6-1-1 16,4-10 2-16,5-6-1 15,2-9 1-15,-3-7 1 16,1-6 1-16,-5-8 2 16,-3-5 1-16,-9-5 2 15,-5-5-2-15,-6 0-11 16,-6-6-113-16,-9-4-43 0,-2 4-4 16,-12-8-5-16,0 5-2 15</inkml:trace>
  <inkml:trace contextRef="#ctx0" brushRef="#br1" timeOffset="164195.61">27965 11277 405 0,'4'-29'187'0,"-4"29"-6"16,19-23-91-16,-19 23-25 16,0 0-25-1,0 0-37-15,-4 45 1 16,-1-1-2-16,2 13 0 0,-8 19-2 16,4 19-1-16,-1 18 1 15,1 11 1-15,0 8-1 16,-2 1 0-16,-1 0 4 15,1-4-2-15,2-13 0 16,0-14-1-16,0-16 1 16,2-13-3-16,1-16-101 15,4-10-43-15,0-23-24 16,9-5-3-16,-9-19-3 16,17-14 2-16</inkml:trace>
  <inkml:trace contextRef="#ctx0" brushRef="#br1" timeOffset="164675.94">28234 12036 540 0,'0'0'174'15,"0"0"-2"-15,0 0-99 16,0 0-50-16,11-25-24 15,8 11 2-15,7 1-2 16,0-5 2-16,7 3-1 16,-2-1 1-16,5 4-2 15,-6 3-2-15,-2 4 1 16,-7 7 2-16,-6 5 4 0,-15-7-3 16,16 33 2-16,-16-9-2 15,-9 7 2-15,-1 7 1 16,-9 4-1-16,-7 3-4 15,0 1 0-15,-7 1-1 16,-2 0 1-16,2-4-2 16,3-1 2-16,4-9-3 15,7-4 1-15,4-6 0 16,8-3-1-16,7-20 0 16,7 23 1-16,-7-23-1 15,31 7 2-15,-7-7 1 16,7-5 2-16,-1-4 2 15,6-5-1-15,3-2-1 0,-3-3-24 16,6 0-77-16,-4-1-47 16,-5-8-18-16,2 4-4 15,-6-7-1 1,1 6-1-16</inkml:trace>
  <inkml:trace contextRef="#ctx0" brushRef="#br1" timeOffset="164876.09">28689 12146 407 0,'0'0'172'0,"0"0"-8"0,0 0-77 16,0 0-23-16,23-7-17 16,-8 2-74-16,-1 3-66 15,-14 2-28-15,23-3-21 16,-23 3-10-16,0 0-4 15,0 19 3-15</inkml:trace>
  <inkml:trace contextRef="#ctx0" brushRef="#br1" timeOffset="165016.19">28604 12290 365 0,'0'0'133'0,"3"24"-15"15,-3-24-13-15,26 11-54 16,-3-13-77-16,0-12-65 0,13 4-45 15,-8-15-29 1,12-2-4-16,-6-13 1 16</inkml:trace>
  <inkml:trace contextRef="#ctx0" brushRef="#br1" timeOffset="165359.43">29152 11830 328 0,'0'0'151'0,"-10"19"-24"15,-9 3-17-15,0 6-24 16,-7-2-18-16,3 8-15 16,1-2-34-16,1-3-20 15,5 4-2-15,4-2 1 0,5-3-1 16,4-4 2-16,6-2 0 16,1-3 4-1,3-3 2-15,-7-16 3 16,19 23 0-16,-19-23 1 0,29 1 0 15,-13-2-2-15,-1-10 1 16,3-4-2-16,-3-6-2 16,4-5-3-16,-5-7 0 15,-1-3 0-15,-3-2-2 16,-5-1 3-16,-10 3-7 16,-21 5-119-16,-14 2-49 15,-9 9-16-15,-37 0-4 16,-12 14-3-16,-39-7 75 15</inkml:trace>
  <inkml:trace contextRef="#ctx0" brushRef="#br1" timeOffset="169438.33">29347 11952 333 0,'0'0'146'0,"-16"-5"-14"16,16 5-13-16,0 0-13 15,0 0-16-15,0 0-18 16,0 0-47-16,0 0-25 16,0 0 0-16,0 0 0 15,0 0 0-15,0 0 0 16,0 0 0-16,0 0 0 0,0 0 0 16,23-8 0-16,-4 6 0 15,7 0 0 1,5-3 0-16,16-2 0 15,10 0 0-15,18-3 0 0,14-1 0 16,9-3 0-16,17 1 0 16,12 0 0-16,15-2 0 15,7 3 0-15,9 1 0 16,11 1 0-16,6 1 0 16,4 1 0-16,0 1 0 15,1 0 0-15,-1 2 0 16,0 1 0-16,-11-1 0 15,-10 3 0-15,-5-1 0 16,-13 3 0-16,-11-2 0 16,-11 4 0-16,-12-2 0 15,-12 0 0-15,-9 2 0 16,-11-1 0-16,-10-1 0 0,-8 2 0 16,-11-2 0-16,-12 2 0 15,-7-2 0-15,-7 0 0 16,-19 0 0-16,19 3 0 15,-19-3 0-15,0 0 0 16,0 0 0-16,0 0 0 16,0 0 0-16,0 0 0 15,0 0 0-15,0 0 0 16,0 0 0-16,0 0 0 0,0 0 0 16,0 0 0-1,0 0 0-15,0 0 0 16,0 0 0-16,0 0 0 15,0 0 0-15,0 0 0 0,0 0 0 16,0 0 0-16,0 0 0 16,0 0 0-16,0 0 0 15,0 0 0-15,0 0 0 16,0 0 0-16,0 0 0 16,0 0 0-16,0 0 0 15,0 0 0-15,0 0 0 16,0 0 0-16,0 0 0 0,0 0 0 15,0 0 0 1,0 0 0-16,0 0 0 16,0 0-54-16,-12-26-115 15,12 26-9-15,-36-40-6 0,10 13-7 16,-13-15 1-16</inkml:trace>
  <inkml:trace contextRef="#ctx0" brushRef="#br1" timeOffset="170495.08">30407 10831 369 0,'0'0'180'0,"-17"-4"-3"16,17 4-56-16,0 0-33 15,0 0-41-15,0 0-45 16,0 0 0-16,0 0-2 0,-9 26-3 15,9-5 1-15,4 10-1 16,-2 4 0 0,5 6-1-16,0 6 5 15,-1 0-4-15,3-4 3 0,2-5-1 16,1-5 3-16,-2-7 0 16,2-5 2-16,-12-21-1 15,21 19 1-15,-21-19 1 16,16-2-1-16,-16 2 1 15,22-29-2-15,-15 3 0 16,5-5-2-16,-1-9 3 16,1-4-4-16,-5-4 2 15,3-4-2-15,-1 2 1 16,1 5-2-16,-3 2 1 16,2 10-1-16,-2 5 1 15,0 9-1-15,-7 19-3 16,0 0-2-16,19-5 0 0,-12 20 2 15,5 10-1-15,-1 1 0 16,4 6 1-16,4 3 2 16,4 1 3-16,3-3 2 15,0-2-1-15,-4-6 2 16,4-6-1-16,-3-2 0 16,-4-8-2-16,-1-4 1 15,-3-3 0-15,-15-2 1 16,26-14-2-16,-26 14 1 15,16-35 1-15,-9 7-1 16,-4-6 0-16,4-4-1 16,-3-4 0-16,-1-1 2 15,-1 1 1-15,-2 6 0 0,3 5-7 16,-3 5 8-16,4 7-7 16,-4 3 6-16,0 16-73 15,0 0-69-15,0 0-36 16,22-5-6-16,-22 5 0 15,30 12-6-15</inkml:trace>
  <inkml:trace contextRef="#ctx0" brushRef="#br1" timeOffset="170721.24">31170 10881 398 0,'0'0'181'16,"-14"14"-1"-16,14-14-57 16,0 0-61-16,40-2-24 15,-13-3-38-15,3-4-60 16,6 2-50-16,2 0-32 16,-8-1-26-16,-1 8-10 15,-29 0-4-15,23 8 41 16</inkml:trace>
  <inkml:trace contextRef="#ctx0" brushRef="#br1" timeOffset="170907.37">31159 11137 388 0,'0'17'172'0,"19"-17"-35"0,4-6-23 15,10 4-19-15,1-14-27 16,13 2-39-16,-2-5-29 15,-3-5-55-15,7 0-73 16,-11 0-37-16,-5-6-13 16,0 3-2-16,-14-8-2 15</inkml:trace>
  <inkml:trace contextRef="#ctx0" brushRef="#br1" timeOffset="171556.84">31697 10445 381 0,'0'-21'140'16,"0"21"-13"-16,0 0-11 16,-3-21-19-16,3 21-17 0,0 0-29 15,0 0-44-15,0 0-5 16,0 0-2 0,0 0-1-16,0 0 1 15,0 0 0-15,0 0 0 0,0 0 0 16,0 0-1-16,0 0 1 15,0 0 1-15,0 0-2 16,0 0 0-16,0 0 0 16,0 0 0-16,0 0 1 15,0 0-1-15,0 0 0 16,0 0-1-16,0 0-1 16,0 16-1-16,0-16-2 15,0 0 0-15,7 21-2 16,0-6 0-16,-2 4 0 15,2 7 1-15,-4 10 6 16,8 4-4-16,-3 9 6 16,-1 4-6-16,4 5 8 0,-3 0-6 15,3 3 4-15,-3 0-6 16,-1-6 2-16,0-5 0 16,2-3-1-16,-5-6 3 15,-1-6-2-15,0-6 3 16,-3-6 1-16,4-7 1 15,-4-16 2-15,0 19 3 16,0-19 1-16,0 0-76 16,0 0-78-16,0 0-18 15,-4-23-2-15,4 23-4 16,-6-19-3-16</inkml:trace>
  <inkml:trace contextRef="#ctx0" brushRef="#br1" timeOffset="173011.87">34395 11177 342 0,'-4'-26'178'16,"8"3"-43"-16,-4 3-18 15,-4-3-17-15,1 6-34 16,-9-4-36-16,1 0-39 16,-4 2-1-16,-5 2 0 0,-6 0-2 15,-3 3 1-15,-8 2 1 16,-4 3 3-1,-4 6 2-15,-7 1 3 16,0 9 1-16,-4 5 1 0,-1 7-1 16,-2 3 2-16,3 11-2 15,2 5 2-15,2 11-3 16,0 6 3-16,4 6-4 16,2 6 5-16,1 10 3 15,5 9 1-15,-1 4 0 16,4 9 2-16,3 3-1 15,4 5 1-15,1 1 0 16,6 1 2-16,4-4-8 16,5-3 7-16,9-5 1 15,5-2-2-15,12-6 3 16,5-4-2-16,8-2 3 16,11 0-3-16,13-4-3 0,10-1-6 15,12 0 0-15,16-3 0 16,13-6 0-16,13-3 0 15,14-9 0-15,7-5 0 16,8-9 0-16,7-8 0 16,4-11 0-16,1-9 0 15,-4-8 0-15,-8-8 0 16,-1-10 0-16,-11-8 0 16,-14-9 0-16,-7-8 0 15,-11-12 0-15,-13-10 0 16,-14-9 0-16,-12-11 0 15,-14-10 0-15,-7-7 0 0,-12-6 0 16,-10-4 0-16,-13-1 0 16,-8-3 0-16,-12 3 0 15,-6-1 0-15,-12 3 0 16,-8-1 0-16,-9 1 0 16,-5-2 0-16,-11 1 0 15,-1-1-1-15,-6 0-10 16,-5 3 0-16,-5 4-1 15,-5 4-3-15,-4 3 8 16,-3 7-7-16,0 9 7 16,-4 5-1-16,-3 10 2 15,0 11-2-15,3 9 2 16,-5 11 1-16,5 15 1 0,-6 13-1 16,6 16 2-16,7 13 1 15,8 15 0-15,11 10-88 16,12 12-64-16,25 16-7 15,5-1-5-15,26 8-3 16,7-8 14-16</inkml:trace>
  <inkml:trace contextRef="#ctx0" brushRef="#br1" timeOffset="173457.19">33707 11790 459 0,'0'0'166'0,"0"15"1"16,4 13-85-16,-8 7-33 0,8 17-19 16,-4 8-24-1,3 13 1-15,-3 5-4 0,4 3 0 16,1 0-2-16,-2-1 2 15,4-11 3-15,0-6-3 16,-3-15 2-16,1-6-1 16,2-15 10-16,-4-6-15 15,-3-21-77-15,0 0-48 16,0 0-33-16,23-12-8 16,-23-16-7-16,7 1-3 15</inkml:trace>
  <inkml:trace contextRef="#ctx0" brushRef="#br1" timeOffset="174027.59">33581 11987 353 0,'0'0'181'16,"-16"-21"-12"-16,12 6-53 15,4 15-18-15,11-25-25 16,-11 25-40-16,26-24-33 16,-10 10 0-16,3 2 0 15,3 0 0-15,-3 2 0 0,2 1 0 16,2 2 0-16,-1 4 0 16,4 1 0-1,-3 5 0-15,3 4 0 16,0 4 0-16,5 3 0 15,-1 5 0-15,-1 5 0 0,1 4 0 16,1 3 0-16,-2 2 0 16,-2 3-4-16,-1 2 0 15,-4 4-3-15,-8 1 2 16,5-2-2-16,-7 3 1 16,2-1 1-16,-5 2 2 15,-2-2-1-15,-4-1 3 16,1-1 1-16,-4-1-3 15,-7-2 3-15,-2 0-3 16,-8 0 4-16,-2-3-3 16,-7 0 3-16,-9 1-6 15,-5-1 2-15,-5-3 2 0,-7 3 0 16,3-4 0-16,1-1 0 16,-1-4 2-16,7-4 2 15,6-6 8-15,10-9 3 16,3-7-18-16,23 0-101 15,-15-30-45-15,11-3-13 16,15-1-1-16,1-16-6 16,10-4-7-16</inkml:trace>
  <inkml:trace contextRef="#ctx0" brushRef="#br1" timeOffset="174507.93">34410 11359 491 0,'0'0'179'0,"0"0"-50"15,0 0-36-15,0 0-22 0,0 0-56 16,0 0-21-16,-1 29-4 16,1-1 0-16,1 15 5 15,-1 12 1 1,0 18 2-16,0 19 3 0,-5 17 0 15,2 14 3-15,-8 12 3 16,-1 9-2-16,-5 1-4 16,-2 4 1-16,-4-4 0 15,0-6 0-15,1-9 0 16,-4-11 0-16,3-15-3 16,1-11 5-16,4-17-5 15,3-15-21-15,3-18-87 16,8-13-48-16,4-30-4 0,0 0-5 15,-3-28-2-15,18-12-3 16</inkml:trace>
  <inkml:trace contextRef="#ctx0" brushRef="#br1" timeOffset="175131.37">34447 12480 503 0,'0'0'173'0,"19"-10"-25"16,-5-2-55-16,14 5-26 0,-6-7-46 15,8 2-15-15,-1 0 0 16,1 3-1-16,-4-1-4 16,-7 3-4-16,-4 3-4 15,-15 4-4-15,23-1 1 16,-23 1-2-16,0 0-2 16,7 19 3-16,-7-19 0 15,0 29 2-15,-4-8 2 0,-1 3 6 16,-2 6 2-16,0 4-1 15,-5 3 4 1,-5 4-3-16,-2 2 3 16,-7 4-2-16,0-2 1 15,-4 0-4-15,-1 2 0 0,1-7-1 16,4-2 0-16,4-5 1 16,3-7 1-16,8-6 2 15,11-20 6-15,-7 28 3 16,7-28 0-16,0 0 2 15,30 4-1-15,-11-4 1 16,3-2-2-16,5-2-4 16,2 3-7-16,1-6 0 15,-1 5 0-15,1-1 0 16,-8-1 0-16,1-3 0 16,-1 0 0-16,-6-1 0 15,6 1-45-15,-22 7-68 0,26-28-40 16,-6 16-16-16,-7-9-5 15,3 4 0-15,-6-6-3 16</inkml:trace>
  <inkml:trace contextRef="#ctx0" brushRef="#br1" timeOffset="175372.55">34806 12735 447 0,'0'0'173'0,"17"-4"-37"0,-1 4-38 15,-16 0-17-15,33-5-18 16,-17 2-38-16,6-1-25 16,-6 4-7-16,-16 0-72 15,26-5-55-15,-26 5-28 16,0 0-13-16,0 0 0 15,0 21-2-15</inkml:trace>
  <inkml:trace contextRef="#ctx0" brushRef="#br1" timeOffset="175551.68">34764 12972 321 0,'20'7'176'0,"-20"-7"-11"0,32-12-43 16,-9 0-86 0,3-7-91-16,9 5-71 0,-9-12-48 15,7 5-1-15,-7-10-3 16</inkml:trace>
  <inkml:trace contextRef="#ctx0" brushRef="#br1" timeOffset="176399.28">35202 12780 493 0,'0'0'182'15,"0"0"-11"-15,3-26-60 0,13 3-45 16,-6-8-66-16,9-9 0 15,-5-5 0-15,5-1 0 16,-3-1 0-16,0 4 0 16,-2 3 0-16,-7 7 0 15,1 7 0-15,-8 9 0 16,0 17-9-16,0 0-5 16,0 0-1-16,0 0 1 15,0 0-1-15,-15 10 3 16,15-10 8-16,-7 29 4 15,3-9 0-15,4 2 2 16,-5 4 4-16,5 2-1 16,-4 3 1-16,4 0-4 0,4 2 1 15,-4 2-4-15,0-1 5 16,2 2-5-16,1 1-1 16,-3-3-1-16,0 5 4 15,4-1 1-15,-1-2 0 16,-3 2-1-16,4-2-1 15,-1-4 1-15,1-1 0 16,-1-4 0-16,-1-4-2 16,1-8 2-16,1 1-2 15,-4-16 2-15,0 16 1 16,0-16-1-16,0 0 1 16,0 0-1-16,0 0-1 0,0 0-1 15,0 0 1-15,0 0-1 16,0 0-1-16,0 0 4 15,0 0-2-15,0 0 0 16,-23 5 1-16,23-5 0 16,-22-2 0-16,6 2 0 15,-1 0 1-15,1 2-4 16,-3 1 1-16,0 1-1 16,1-1 0-16,18-3 0 15,-22 7-2-15,22-7 3 16,0 0 9-16,0 0 2 15,0 0 1-15,0 0 0 16,19-5 2-16,2 0-9 0,1-4-4 16,10-1 0-16,1-1 0 15,8 1 0-15,8-4 0 16,3 2 0-16,0 0 0 16,0 0 0-16,-3 0 0 15,-4 5 0-15,-5 0 0 16,-16 0 0-16,-7 5 0 15,-17 2-145-15,-3-15-27 16,3 15-4-16,-37-23-4 16,6 6-2-16</inkml:trace>
  <inkml:trace contextRef="#ctx0" brushRef="#br2" timeOffset="214472.04">7484 13166 170 0,'0'0'132'15,"-19"-23"-5"-15,19 23-3 16,-26-24-10-16,7 3-20 15,0 11-5-15,-11-9-1 16,4 7-17-16,-7-9-57 16,-2 7-14-16,-1-3 0 15,-9 3 0-15,-4 0 0 16,-3-3 0-16,-9 5 0 0,-4 3 0 16,-7 2 0-16,-2 5 0 15,-4 2 0-15,-2 6 0 16,-2 4 0-16,1 2 0 15,-3 4 0-15,6 1 0 16,0 9 0-16,0 3 0 16,-2 8 0-16,5 3 0 15,1 5 0-15,-1 5 0 16,7 9 0-16,2 8 0 16,6 8 0-16,4 6 0 15,4 9 0-15,4 7 0 16,6 10 0-16,5 6 0 15,8 4 0-15,1 5 0 0,2-1 0 16,9 2 0-16,5-2 0 16,1-3 0-16,11-6 0 15,0-1 0-15,14-6 0 16,2-4 0-16,6-8 0 16,8-6 0-16,4-4 0 15,6-3 0-15,9-11 0 16,7-3 0-16,-3-9 0 15,10-5 0-15,1-6 0 16,7-4 0-16,4-9 0 16,3-7 0-16,4-7 0 15,1-11 0-15,-2-8 0 0,8-12 0 16,1-12 0-16,1-14 0 16,6-14 0-1,3-14 0-15,1-10 0 16,0-14 0-16,3-9 0 15,-2-8 0-15,-1-5 0 0,-4-3 0 16,-5-2-2-16,-5-3 4 16,0 3-4-16,-2 1 3 15,-7 3-4-15,-3 6 3 16,-8 6-4-16,-11 10 6 16,-11 11-1-16,-7 9-2 15,-12 10 2-15,-12 13 0 16,-10 10 3-16,-8 10-4 15,-10 6 0-15,-1 6 0 0,-5 4 0 16,-2 5 0-16,-1 5 0 16,-3 4 0-1,0 2 0-15,-3 4 0 0,3 3 0 16,3 2 0-16,-3 3 0 16,-3 1 0-16,3 2 0 15,-4 6 0-15,2 1 0 16,-5-1 0-16,4 5 0 15,-4-2 0-15,-2-1 0 16,6-2 0-16,-1-5 0 16,4-2 0-16,7-5 0 15,3-4 0-15,16-9 0 0,-14-3 0 16,14 3 0 0,7-28 0-16,4 5 0 15,8-4-5-15,3-6 3 16,5-2 1-16,7-1 2 0,3 0-2 15,1 1 1-15,2 2 0 16,1 4 1-16,-4 3-2 16,1 3 1-16,-1 8 1 15,-6-1 0-15,-2 7-1 16,4 6 1-16,-7 1 0 16,0 6 2-16,2 4-2 15,-2 6-1-15,0 3 0 16,0 9 0-16,0 6 0 15,0 7 0-15,0 8 0 16,4 10 0-16,-8 7 0 16,4 5 0-16,0 8 0 15,-3-3 0-15,3 1 0 0,0 8 0 16,0-7-100-16,0-7-72 16,4 2-10-16,-8-16-7 15,1-1-7-15,-8-14 13 16</inkml:trace>
  <inkml:trace contextRef="#ctx0" brushRef="#br2" timeOffset="-214069.01">5701 17062 411 0,'-22'-7'190'0,"-4"-8"-1"0,0-1-74 15,7 6-34-15,3-4-44 16,16 14-37-16,-14-19 0 16,14 19 0-16,0 0 0 15,33 16 0-15,-3 3 0 16,4 8 0-16,11 6 0 16,4 3 0-16,7 4 0 15,-4 2 0-15,0-4 0 16,-7-3 0-16,-3-6 0 0,-9-8 0 15,-7-4 0-15,-7-7 0 16,-19-10 0-16,19 6 0 16,-19-6 0-16,0-33 0 15,-9 3 0-15,-5-6 0 16,-1-9 0-16,-8-5 0 16,0-7 0-16,-3 0 0 15,4 5 0-15,1 7 0 16,5 5 0-16,4 7 0 15,5 7 0-15,4 9 0 16,3 17 0-16,3-23 0 16,-3 23 0-16,30-9 0 0,-8 13 0 15,8 5 0-15,12 1 0 16,-1 7 0 0,4 2 0-16,7 2 0 15,0 3 0-15,-6-1 0 0,-1-4 0 16,-9-2 0-16,-6-1 0 15,-4-8 0-15,-7-1 0 16,-19-7 0-16,22-1 0 16,-22 1 0-16,-3-32 0 15,-8 8 0-15,-1-12 0 16,-10-4 0-16,-1-8 0 16,-3-4 0-16,-3 1 0 15,3 1 0-15,3 4 0 16,4 0 0-16,5 10 0 15,5 2 0-15,9 4 0 16,4 2 0-16,11 8-60 16,5 2-91-16,2 1-22 0,11 10-15 15,-3-8-2-15,8 9-1 16</inkml:trace>
  <inkml:trace contextRef="#ctx0" brushRef="#br2" timeOffset="-213823.83">6703 16344 324 0,'0'0'170'0,"-12"16"11"16,12-16-61-16,0 0-39 15,0 0-20-15,15-14-28 0,-15 14-15 16,33-23-10-16,-10 11-40 15,0-4-50-15,3 6-29 16,0 1-25-16,-7 6-17 16,0 12-18-16,-19-9 2 15,19 39 28-15</inkml:trace>
  <inkml:trace contextRef="#ctx0" brushRef="#br2" timeOffset="-213649.72">6774 16681 476 0,'-3'21'146'0,"3"-21"-13"16,7 18-22-16,-7-18-23 16,33-14-27-16,-11-7-53 0,4-5-8 15,9-7 0-15,-6-10-57 16,11-4-70-16,-2-3-25 16,-5-7-20-16,2 1 0 15,-5-4-4-15,-1 3 10 16</inkml:trace>
  <inkml:trace contextRef="#ctx0" brushRef="#br2" timeOffset="-213152.36">7232 15802 425 0,'-17'-22'180'16,"17"22"-26"-16,-19-2-28 0,19 2-26 15,0 0-62-15,-19 22-38 16,15-6 0-16,4 3 0 15,4 5 0-15,3 7 0 16,1 2 0-16,3 5 0 16,1 0 0-16,11 2 0 15,-3 0 0-15,3-4 0 16,0-1 0-16,3-4 0 16,0-5 0-16,0-3 0 15,-2-4 0-15,2-5 0 16,-5-2 0-16,1-5 0 15,-3-6 0-15,1-2 0 16,-5-5 0-16,3-6 0 0,-3-5 0 16,-4-4 0-16,1-5 0 15,2-3 0-15,-6-6 0 16,3 1 0-16,-4-6 0 16,-2 0 0-16,-5-2 0 15,-5 1 0-15,-2 1 0 16,-7 2 0-16,-2 3 0 15,-6 2 0-15,-1 8 0 16,-10 4 0-16,2 9 0 16,-6 8 0-16,-1 6 0 15,-2 8 0-15,2 6 0 16,9 6-50-16,-1 4-116 16,4 0-11-16,7-3-1 0,19-23-8 15,-19 24 0-15</inkml:trace>
  <inkml:trace contextRef="#ctx0" brushRef="#br2" timeOffset="-173221.66">20531 11407 288 0,'0'0'185'0,"-9"-29"-57"15,9 29-42-15,-11-33-3 16,3 12-12-16,-3-1-41 16,-2-4-28-16,0 1-1 15,-2-1-2-15,-3 0-1 16,-1 2 1-16,-3 0 0 16,-1 3 0-16,-3 2 1 0,0 2-1 15,-3 1 1-15,-3 1 0 16,3 3 2-1,-4-2-1-15,0 3-1 16,-2-1 0-16,-1 0 1 0,-3 0 0 16,-2 2 0-16,1 3 0 15,-2 0-1-15,1 3 0 16,1 1 2-16,-2 3-2 16,0 0 0-16,6 2 0 15,-2-1-1-15,5 3 1 16,-4-2 0-16,-1-1 0 15,3 3-1-15,-1-1 0 16,-1 1 0-16,-1 1 0 16,0 2 0-16,-2 1 1 15,-5 1-1-15,7 1 0 16,-6 3 0-16,3 0 1 16,-1 0-1-16,-1 0 1 0,5-1-2 15,-4 1 1-15,5-1 1 16,6 2 0-16,-2-1-1 15,0 0 1-15,4 0 0 16,1-1 0-16,5 2 0 16,-3 0 1-16,6 0-2 15,0 0 0-15,-2 0 1 16,-1 1-2-16,1 3 0 16,-1-1 1-16,1 0 0 15,-1 4-1-15,0-2-1 16,-3 2 2-16,4 1 0 15,1-1 2-15,-2 2-3 0,4-1 1 16,0 2-1-16,0 1 2 16,2 1 2-16,1 3 3 15,6 0-3-15,-2 4 4 16,1-2-3-16,6 2 3 16,-5 2-3-16,3 1 2 15,3-1-5-15,-1-2 1 16,1 3-3-16,1-1 3 15,0-1-3-15,-4 3 2 16,7 1-2-16,0 0 2 16,-4 0-1-16,4 2 1 15,4-2-2-15,-1 2 2 16,1 0-1-16,-1-1 1 0,4-2-1 16,2-3 0-16,-2 1-1 15,0-4 3-15,1 4-2 16,3-1 1-16,-1-1 3 15,2 0-5-15,-5-2 5 16,9 2-4-16,-2-3 4 16,1 1-5-16,1-4 5 15,1-1-4-15,2 0 1 16,0-1 1-16,7 1-1 16,-6 0 2-16,6-1-2 15,0 1 1-15,-4 0-1 16,4 0 2-16,0 0-2 15,0-1 1-15,0-1-1 0,0-2 1 16,0 1 0-16,-3-2 1 16,3-1-1-16,0 1 0 15,0-4 0-15,5 2 2 16,-1-3-2-16,3 0 1 16,-4-4-1-16,3 0 1 15,1 0-1-15,3 0 1 16,-5-3 0-16,2 1 0 15,0-1-1-15,2 1 1 16,5-1-1-16,-5-4 0 16,6 0-1-16,3-1 1 15,4-1-1-15,1 1 0 16,-1-4 0-16,5-2 1 0,-3 2-1 16,5-4 1-16,1 1-2 15,0-1 2-15,-4-2 0 16,1 0 0-1,3-1-1-15,-1-3 0 0,1 0 0 16,1-2 1-16,-1-2 1 16,-1-2-2-16,3-1 1 15,-3-2-1-15,1 0 2 16,-4-2-1-16,-4-2 0 16,-2 6-1-16,-5-5 1 15,-1 4-1-15,-9 1 1 16,-1 0-1-16,-4-1 1 15,0 1-1-15,-3 0 1 0,-4-2-1 16,2 0 2-16,-6-4-2 16,4-3 2-1,0 2-3-15,0-4 1 16,2 2 1-16,-5-3-1 0,3 1-1 16,-2 1 1-16,-1-3 0 15,0 2-4-15,-3 1 6 16,0-4-6-16,-3 1 4 15,2 1-4-15,-5-1 5 16,4 1-5-16,-3-1 4 16,-1-1 0-16,0 2-1 15,-2-1 3-15,2 1-2 16,0-2 0-16,-3-2 0 16,-1 2 2-16,2 0-3 15,2-2 2-15,-3-2-2 16,-1 2 1-16,1 0-2 15,-1 2 2-15,-1 0-1 0,-2 0 0 16,0-2-1-16,-2 4 1 16,-1-1-1-16,-4 2 1 15,0-1-1-15,-2 1 1 16,2 1 0-16,-7 1-4 16,2-2 3-16,2 0-2 15,-6 1-2-15,0-1 2 16,-1 2-2-16,2 2 2 15,-8-2 0-15,7 1 4 16,-8 3-5-16,1-1 5 16,1 1 1-16,-1 1-1 15,1-1 0-15,-1-1 1 0,4 2-1 16,-3 1 1-16,-1-3-1 16,0 2 0-16,1 1-1 15,1-1 1-15,2-2-1 16,-7 1 2-16,0-1-2 15,0-1 1-15,-2 0 0 16,-5 0 1-16,4-2-1 16,-6 1 1-16,-2 1-1 15,4 0 0-15,2 1 1 16,-2 3 0-16,4 2-1 16,-4 3 1-16,5 1 0 15,2 2 0-15,0 1 0 16,0 6 1-16,0 0-1 0,0 3-1 15,0 1 0-15,-4 4 0 16,-5 0 0-16,-1 3 0 16,-2 2-1-16,-6 1 0 15,-4 1-1-15,-6 4 1 16,-2 0 0-16,1 0 1 16,3-2 0-16,3 2 2 15,1-5 2-15,9-3-1 16,6-7 2-16,18-4-114 15,15 5-50-15,3-25-6 16,20 18-5-16,3-8-4 16,12 17 72-16</inkml:trace>
  <inkml:trace contextRef="#ctx0" brushRef="#br2" timeOffset="-143742.72">18901 11154 118 0,'0'0'72'0,"0"0"7"16,0 0 12 0,0 0 11-16,0 0-8 0,0 0-6 15,0 0-10-15,0 0-9 16,0 0-14-16,0 0-14 16,0 0-22-16,0 0-17 15,0 0-1-15,-18-5 0 16,18 5-1-16,0 0 2 15,0 0-2-15,0 0 0 16,-19-5 0-16,19 5 0 16,0 0 0-16,-15-2 0 0,15 2-1 15,0 0 0 1,0 0-1-16,-20-3 2 16,20 3 0-16,0 0-1 15,0 0 0-15,0 0 0 0,0 0 1 16,-17-4 0-16,17 4 0 15,0 0-2-15,0 0 2 16,-19-7 0-16,19 7 0 16,-16-10-1-16,16 10 2 15,-22-17-2-15,22 17 1 16,-23-28 0-16,23 28-1 16,-26-33 0-16,12 18 0 15,-1-4 0-15,1 0 0 16,2 0 0-16,0-1 0 15,-2 5 0-15,1-2 0 16,13 17-1-16,-26-28 1 16,26 28 0-16,-22-24 0 0,22 24-1 15,-21-19 1-15,21 19 0 16,-16-16 0-16,16 16 0 16,0 0 1-16,-19-16-1 15,19 16 1-15,0 0-1 16,-19-12 1-16,19 12 0 15,0 0 0-15,0 0 0 16,0 0 1-16,-10-17 5 16,10 17-6-16,0 0 0 15,0 0 0-15,-4-21 6 16,4 21-6-16,-12-17 5 16,12 17-15-16,-7-19 10 15,7 19-9-15,-10-26 15 0,10 26-16 16,-5-28 9-16,1 11-7 15,1 0 4-15,-1-2 5 16,1 1-6-16,-1-1 5 16,1 4-5-16,-2-3 7 15,1 3-7-15,4 15 4 16,-3-24 0-16,3 24 0 16,-4-21 1-16,4 21-1 15,-7-21 0-15,7 21 1 16,-3-16 0-16,3 16 1 15,-2-15 0-15,2 15-1 16,0 0 0-16,-7-19 0 16,7 19 1-16,0 0-2 0,-3-19 1 15,3 19-1-15,0 0 1 16,-4-18 0-16,4 18 0 16,0 0 0-16,0-20 0 15,0 20 2-15,0 0-3 16,-3-18 1-16,3 18 0 15,0 0 0-15,0-19 0 16,0 19 1-16,0 0-1 16,3-17 0-16,-3 17 0 15,0-16 0-15,0 16 0 16,0-17 0-16,0 17 0 16,7-21 0-16,-7 21-1 0,0-26 1 15,0 26 0-15,7-29 1 16,-2 13-1-16,-1-1 1 15,-1-4-2-15,4 1 2 16,-3-3-1-16,1 1 1 16,-2-3-2-16,-3 3 1 15,4-1 0-15,-4 2 0 16,3 2 0-16,-3 0-1 16,4 4 0-16,-4-2 1 15,0 1 0-15,0 16-1 16,3-29 0-16,-3 29 2 15,0-28-1-15,0 28 1 16,4-28-1-16,-4 28 0 0,1-24 0 16,-1 24 0-16,7-30 1 15,-7 30-3-15,11-31 2 16,-4 14-1 0,-2 0 1-16,5-2-1 0,-3-2 3 15,5 2-2-15,-1 2 0 16,1-3 1-16,2 5 0 15,-2-1-1-15,2 1 1 16,-2-1-1-16,-12 16-1 16,23-28 2-16,-23 28-1 15,26-29 0-15,-16 10 0 16,6 2 0-16,-1-1 0 16,3 1 0-16,-3-2 1 0,4 0-1 15,-1 0-1-15,1 2 1 16,-4 1 0-1,1 0 0-15,1 1 0 16,-4-1 0-16,0 1 0 0,-13 15 0 16,26-26 1-16,-26 26-1 15,27-24-1-15,-15 8 2 16,-12 16-2-16,26-23 2 16,-26 23-2-16,29-22 1 15,-29 22 1-15,30-21-1 16,-30 21 0-16,31-19 0 15,-31 19-1-15,23-17 2 16,-23 17-1-16,22-14 0 16,-22 14 0-16,21-14 0 15,-21 14 0-15,19-10 0 16,-19 10 0-16,19-14 0 16,-19 14 0-16,26-12 0 0,-26 12 0 15,26-14 2-15,-10 7-3 16,1 0 0-16,-1-2 1 15,6 1 1-15,1 1-2 16,3-2 2-16,0-1-1 16,0-1-1-16,4 5 2 15,-4-1 1-15,0 0-2 16,0 1 1-16,0 3 0 16,-7 1 0-16,3 2-1 15,1 0 0-15,-4 0 1 16,0 2-2-16,2 1 2 15,-2 1-2-15,0 1 2 16,4 0-1-16,-1-1 0 0,1 3 1 16,-1 0 0-16,1 1 0 15,0-1 0-15,-3 2 0 16,3 1 0-16,0-1-1 16,-1 3 1-16,1 0-1 15,-1-1 0-15,4 2-1 16,-3-1 1-16,-1 4-1 15,1-4 1-15,0 2-1 16,-1 2 1-16,-5-1 0 16,6 1 0-16,-7 3 0 15,6 0 1-15,-3 0-1 16,-1 3 1-16,1 3-1 16,0-5 0-16,0 5 0 0,-2-1 0 15,-1 2 0-15,3 0 1 16,-2 0 0-16,-1 0 0 15,0 3-1-15,-3-1 2 16,0 1-1-16,1 1 0 16,-2 1-1-16,-2-2 0 15,-1 2-2-15,-2 1 4 16,3-5-1-16,-5 3-2 16,6-4 3-16,-8 1-3 15,6-2 3-15,-6-1-1 16,8-2 1-16,-8 1-3 15,4-1 1-15,-2 1 1 0,-1-1-2 16,-1 3 2-16,-3-1-1 16,0 0 2-16,0 0-1 15,-3 1 1-15,3 1-2 16,-4 1 2-16,-4 1-2 16,1 0 1-16,0 1-2 15,0 0 1-15,-5 1-1 16,1-1 2-16,-1-1-2 15,2 1 0-15,1-3 0 16,-5 0 1-16,6 0-1 16,-6-1 2-16,5-1-2 15,-1-2 0-15,-1 1 0 16,2-2 1-16,-4 1-1 0,4-1 5 16,2-2-4-1,-3 2 4-15,4-1-5 0,-4-1 6 16,3-1 3-1,-2 1-3-15,2-2 3 0,0 2-11 16,0-2 12-16,-5-1-13 16,2 1 12-16,1 1-12 15,-1 1 4-15,1-4-6 16,-5 1 5-16,4-1 0 16,10-15 0-16,-19 28 0 15,19-28 1-15,-16 26-1 16,16-26 1-16,-16 23 1 15,16-23-1-15,-13 15 1 16,13-15-2-16,0 0 0 0,0 0-2 16,0 0-1-1,0 0 0-15,0 0 0 16,0 0 0-16,0 0-1 0,0 0 3 16,-20-26-1-16,17 7 1 15,-4-5 2-15,-2-4 0 16,-1-5 5-16,3-1-11 15,-2-6 11-15,6-2-13 16,-4 3 9-16,7 0-7 16,-4 1 7-16,4 4-8 15,7 1 2-15,-7 2 5 16,4 3-4-16,3 4 5 16,-2 0-1-16,-1 3 0 15,-1 2-1-15,-3 19 2 16,7-28-2-16,-7 28 1 15,0 0 0-15,7-17-1 0,-7 17 1 16,0 0 1-16,0 0-1 16,-7 19 2-16,7-4-1 15,-4 6-1-15,4 5 2 16,0 9-2-16,0 8 4 16,0 2-5-16,0 2 5 15,0 1 3-15,-3 1-7 16,3-3 8-16,-3 1-8 15,-1-7 8-15,4-2-11 16,-5-3 11-16,1-4-12 16,4-2 4-16,0-4 1 15,0-6-3-15,0-2 2 16,0-17-2-16,0 22 2 0,0-22-2 16,0 0 0-16,0 0 0 15,0 0 1-15,0 0 0 16,0 0 0-16,19 12 0 15,-19-12 0-15,20-5 1 16,-5 0 0-16,6-4 0 16,5-1-1-16,5-4 0 15,6-1 1-15,4-4 2 16,5 0-2-16,6-2 0 16,-4 0 0-16,4 0 2 15,-3 4-2-15,-7 0 1 16,-3 1-1-16,-4 2-1 0,-5 4 2 15,-8 3-2-15,-3 0 0 16,-1 3 0-16,-18 4 1 16,19-3 1-16,-19 3 0 15,0 0 1 1,0 0-1-16,0 0 2 0,0 0 1 16,0 0 0-16,0 0 1 15,0 0-20-15,0 0-123 16,7-21-29-16,-7 6 6 15,-7-20-14-15,3 0 2 16</inkml:trace>
  <inkml:trace contextRef="#ctx0" brushRef="#br2" timeOffset="-142684.96">19921 8544 376 0,'-22'-5'173'15,"22"5"-8"-15,0 0-80 16,-16-9-20-16,16 9-25 16,0 0-41-16,0 0 0 15,0 0-1-15,0 0 1 0,0 0-1 16,9 25 1-16,1-5-1 16,1 3 0-1,8 10 0-15,3 5-1 16,1 2 1-16,-1 1-1 0,4 1 1 15,0-3-1-15,-6-4 2 16,2-5-2-16,-8-8 2 16,-2-5 2-16,-1-1-2 15,-11-16 0-15,12 15 1 16,-12-15-2-16,0 0 1 16,0 0 0-16,0 0 0 15,7-22-1-15,-4 5 0 16,-3-9 5-16,0-5-3 15,0-4 2-15,0-5-2 16,0-1 2-16,4 1-1 16,-4 0 2-16,3 4-2 15,-1 6-4-15,1 6 3 0,1 3-1 16,-1 6 0-16,-3 15 0 16,7-18 1-16,-7 18-2 15,0 0 2-15,16 14 0 16,-1 3 1-16,6 4-1 15,2 7 0-15,6 0 2 16,6 6-3-16,-2 3 0 16,5-3 1-16,-5-3-1 15,-3-3 0-15,-4-4-2 16,0-5 2-16,-11-3-1 16,-15-16 2-16,23 15-1 15,-23-15 1-15,0 0 1 16,0 0-1-16,0 0 4 0,12-25-2 15,-12 2 3-15,-5-8-5 16,-2-5 2 0,0-8-1-16,-2-4 0 0,-1-1 0 15,0 1-3-15,-3 5 2 16,3 3-2-16,5 9 4 16,-2 5-2-16,3 7 1 15,1 3 1-15,3 16 1 16,-4-21-1-16,4 21 2 15,0 0-1-15,11-21 1 16,-11 21-1-16,22-12-17 16,-6 5-85-16,7 4-44 0,10 6-16 15,-11-3-3-15,11 9-4 16,-7-2 15-16</inkml:trace>
  <inkml:trace contextRef="#ctx0" brushRef="#br2" timeOffset="-142392.76">20697 8726 203 0,'0'0'160'0,"0"0"-47"15,16-16-7-15,-1 2-7 16,5 4-15 0,0-6-17-16,6 6-33 0,2 0-35 15,-2-1-11-15,0 8-46 16,-12-2-27-16,5 8-17 16,-19-3-18-16,7 17-2 15,-10-1-4-15,-8 7-1 16,-1 4 15-16</inkml:trace>
  <inkml:trace contextRef="#ctx0" brushRef="#br2" timeOffset="-142204.62">20746 8942 379 0,'2'19'125'0,"-2"-19"-11"16,26-1-16-16,-9-8-16 15,6-1-19-15,3-10-28 0,8 3-35 16,3-4 1-16,-3-5 3 15,3-1-6-15,-4-3-63 16,-2 1-63-16,2 3-35 16,-10-4-3-16,-4 5-3 15,-9-7-1-15</inkml:trace>
  <inkml:trace contextRef="#ctx0" brushRef="#br2" timeOffset="-141905.41">21173 8181 280 0,'0'0'174'16,"7"-16"-4"-16,-7 16-56 15,0 0-17-15,3 26-28 16,2 5-38-16,2 11-26 15,4 10-1-15,1 10-3 16,5 5 0-16,-1 11-2 16,3 2-1-16,0-2 1 15,-2-2 1-15,6 2-20 16,-7-7-97-16,-6-2-50 16,2 6-20-16,-12-11-8 15,0 5-2-15,-12-7 139 0</inkml:trace>
  <inkml:trace contextRef="#ctx0" brushRef="#br2" timeOffset="-82368.88">21105 12591 77 0,'0'0'40'0,"0"0"2"15,0 0 6-15,0 0 9 16,0 0 3-16,0 0 2 15,0 0 0-15,0 0 8 16,0 0 10-16,0 0 1 16,0 0-9-16,0 0-14 15,0 0-9-15,0 0-11 16,0 0-2-16,0 0-13 16,0 0-20-16,0 0-59 0,0 0-31 15,0 0-23-15,0 0-25 16,7-15-13-16,-7 15-21 15,16-25-2-15,-16 25 90 16</inkml:trace>
  <inkml:trace contextRef="#ctx0" brushRef="#br2" timeOffset="-81872.52">21166 12361 72 0,'0'0'39'0,"0"0"1"15,0 0-3-15,0 0-3 16,0 0-7-16,0 0-4 16,0 0-8-16,0 0-5 15,0 0-6-15,0 0-14 16,0 0-5-16,0 0-9 16,0 0-1-16,0 0-4 15,17-2-7-15,-17 2-12 16,26-7-7-16,-7 6-1 15,4-10 54-15,10 9 2 0</inkml:trace>
  <inkml:trace contextRef="#ctx0" brushRef="#br2" timeOffset="-80429.49">27882 12648 72 0,'0'0'43'0,"0"0"-1"0,0 0 5 16,0 0 1-16,0 0 4 15,0 0 4-15,0 0 12 16,0 0 8-16,0 0 9 15,0 0-5-15,0 0-5 16,0 0-9-16,0 0-5 16,0 0-11-16,0 0-18 15,0 0-15-15,0 0-16 16,0 0 1-16,0 0-1 16,0 0 1-16,0 0-1 15,0 0 0-15,0 0-1 16,0 0 0-16,0 0 1 0,0 0-1 15,0 0-1-15,0 0 0 16,0 0 1-16,0 0-2 16,0 0 1-16,0 0 2 15,0 0-2 1,0 0 0-16,0 0-1 0,0 0 1 16,0 0 0-16,0 0 0 15,0 0 1-15,0 0-3 16,0 0 3-16,0 0-1 15,0 0 2-15,0 0-2 16,0 0 1-16,0 0-1 16,0 0 1-16,0 0 0 15,0 0-1-15,0 0 0 0,0 0 0 16,0 0 0-16,0 0 1 16,0 0-1-16,0 0 1 15,0 0-1-15,0 0 1 16,0 0 1-16,0 0-1 15,0 0 0-15,0 18 0 16,0-18 1-16,0 0-2 16,0 0 1-16,2 15 0 15,-2-15 0-15,0 0 0 16,0 0 0-16,0 0 0 16,0 0 1-16,0 0-1 15,0 0-1-15,0 0 1 16,0 0 1-16,0 0 0 0,0 0 1 15,0 0 1-15,0 0 2 16,0 0-14-16,0 0-60 16,0 0-45-1,17-2-34-15,-17 2-22 0,7-17-12 16,-7 17-6-16,9-17 99 16</inkml:trace>
  <inkml:trace contextRef="#ctx0" brushRef="#br2" timeOffset="-66293.45">26623 11798 31 0,'-33'-3'102'0,"14"3"-38"0,-3-2-6 16,3 2 27-16,1 4 26 15,-1-8-4 1,19 4-5-16,-29-3-2 16,29 3-12-16,-23-7-9 0,23 7-12 15,-16-9-38-15,16 9-29 16,-22-10 0-16,22 10 0 15,-23-14 0-15,23 14 0 16,-22-16 0-16,22 16 0 16,-23-12 0-16,23 12 0 15,-14-10 0-15,14 10 0 16,0 0 0-16,0 0 0 16,0 0 0-16,4 15 0 0,-4-15 0 15,26 32 0 1,-7-13 0-16,7 3 0 15,3 4 0-15,4 0 0 16,2-2 0-16,2 1 0 0,-3-3 0 16,3-3 0-16,-8-2 0 15,-3-1 0-15,-3-2 0 16,-7-6 0-16,-16-8 0 16,22 16 0-16,-22-16 0 15,0 0-1-15,0 0-5 16,7 19 2-16,-7-19-1 15,0 0 2-15,-23 28 0 0,10-9 2 16,-7 3 0-16,-2 8 0 16,-8 4 0-16,-1 8 0 15,-5 1 1 1,-6 2 0-16,2 0-2 16,2-2 2-16,-2-1-2 0,5-6 4 15,6-5-4-15,3-5 3 16,7-5-1-16,19-21 3 15,-26 23 1-15,26-23 4 16,0 0-1-16,0 0 0 16,0 0-6-16,0 0-1 15,0 0-88-15,0 0-73 16,22-18-25-16,-6 8-13 16,-6-11 1-16,13 6 8 15</inkml:trace>
  <inkml:trace contextRef="#ctx0" brushRef="#br2" timeOffset="-45547.08">26851 12849 25 0,'15'-10'11'16,"-15"10"-6"-16,0 0-5 16,16-7-2-16,-16 7 0 15,0 0 1-15,17-5 2 16,-17 5 2-16,0 0 3 16,0 0 2-16,0 0 4 15,0 0 3-15,0 0 2 0,0 0 1 16,0 0 1-16,0 0 0 15,0 0-1-15,0 0 1 16,0 0-1-16,0 0-2 16,0 0-3-16,0 0-2 15,0 0 0-15,0 0-2 16,0 0 1-16,0 0-1 16,0 0 0-16,0 0 0 15,0 0-1-15,0 0-1 16,0 0 0-16,0 0-1 15,0 0 1-15,0 0-2 16,0 0 0-16,0 0 1 16,0 0-1-16,0 0-2 0,0 0 0 15,0 0-2-15,0 0-1 16,0 0 0-16,13 15 0 16,-13-15 1-16,0 0-1 15,0 0-1-15,0 0 1 16,0 0-2-16,0 0 1 15,0 0 1-15,0 0 0 16,0 0-1-16,0 0 0 16,0 0-15-16,0 0-20 15,0 0-30-15,15 12-19 16,-15-12-14-16,0 0 38 16,4-24 61-16</inkml:trace>
  <inkml:trace contextRef="#ctx0" brushRef="#br2" timeOffset="-24517.35">27613 11151 102 0,'0'0'48'16,"0"0"-4"-16,0 0 2 16,0 0 8-16,0 0 9 15,0 0 6-15,0 0 2 0,0 0 2 16,-14 7 1-16,14-7-6 16,0 0-11-1,0 0-13-15,0 0-13 16,0 0-9-16,0 0-5 15,0 0-8-15,0 0-8 0,0 0 0 16,0 0-1-16,0 0-1 16,0 0 0-16,0 0 1 15,0 0 0-15,0 0 1 16,0 0-1-16,0 0-1 16,0 0 1-16,0 0 0 15,0 0 0-15,0 0 0 16,0 0-1-16,0 0 1 0,0 0-1 15,-7 15 0 1,7-15 0-16,0 0 0 16,0 0 0-16,0 0 0 15,0 0 0-15,0 0 1 0,0 0 0 16,0 0-11-16,0 0-68 16,0 18-42-16,0-18-24 15,0 0-16-15,0 0-5 16,0 0-7-16</inkml:trace>
  <inkml:trace contextRef="#ctx0" brushRef="#br2" timeOffset="-14913.43">27446 11004 49 0,'0'0'84'15,"0"0"-30"-15,0 0-3 16,0 0 8-16,0 0 4 15,0 0-3-15,0 0 12 16,-15-9 8-16,15 9 12 16,0 0-8-16,0 0-11 15,0 0-15-15,-20-24-5 16,20 24-3-16,-3-16-11 16,3 16-37-16,-4-26-2 0,1 9 0 15,0-5 0-15,-3-1 0 16,-1-3 0-1,0-2 0-15,-1-3 0 16,-6-2 0-16,2-3 0 0,-6 0 0 16,-1-1 0-16,0-2 0 15,0-1 0-15,-3 0 0 16,-8-2 0-16,4 1 0 16,-4-1 0-16,1-1 0 15,-4-2 0-15,-2 2 0 16,2-4 0-16,-5 0 0 15,2 1 0-15,-3-3 0 0,-2 1 0 16,-6-1 0 0,-2 1 0-16,1-1 0 15,-6-1 0-15,-2 0 0 16,-3-2 0-16,-5 3 0 0,0-1 0 16,-2 0 0-16,-5 0 0 15,0-2 0-15,-4-2 0 16,0 1 0-16,-6-1 0 15,1-2 0-15,-5 1 0 16,-5-2 0-16,-4 2 0 16,0 1 0-16,-10 2 0 15,0 2 0-15,-4 3 0 16,-1 0 0-16,-2 4 0 16,1 2 0-16,-4 1 0 15,1 3 0-15,-3 1 0 16,-4 0 0-16,4-1 0 15,-6 3 0-15,2-3 0 0,1-4 0 16,-1-3 0-16,0-1 0 16,0 0 0-16,0-1 0 15,-3-1 0-15,3-1 0 16,-3 3 0-16,0 1 0 16,0 4 0-16,-4 1 0 15,4 2 0-15,-4 3 0 16,4 6 0-16,-4 2 0 15,4 4 0-15,-4-1 0 16,4 4-18-16,0 3 8 16,3 3-5-16,-3 0 17 15,3 1-6-15,0 2 4 16,4 3-2-16,-4 2 1 0,4 1 0 16,-2 3 0-16,5 1 0 15,0 1 0-15,-2 1 0 16,-1 2 0-16,3-3 1 15,-1 3 1-15,1 1 1 16,0 0-1-16,-2-1-1 16,3 1 2-16,1 0-2 15,1 0 2-15,-1 2 0 16,5-2-3-16,2 2 3 16,0-2-3-16,3 1 4 15,1-1-11-15,-1 2 10 16,-2 1-9-16,3-1 7 15,-1 4-6-15,0-1 5 0,-3 2-5 16,0 0 5-16,2 0 2 16,-6 4-2-16,0 0 1 15,-4-1 0 1,1 2 2-16,1-1-1 0,-3 1 1 16,-1 2 0-16,4-3 0 15,-1 1 1-15,2 1 1 16,1 1-2-16,-4 0 0 15,0 0-1-15,3 0 1 16,-5 3 0-16,1 2 2 16,-4-1-4-16,3 3 2 15,-2 0-1-15,3 0 2 16,-5 2-3-16,-2 1 3 0,4-3-3 16,-4 3 2-16,0-1-1 15,0 0 1-15,1-2-2 16,0 0 1-1,3 0-1-15,3 0 1 0,-1 3-2 16,1-3 0-16,0 5 0 16,2 0 0-16,-2 0-1 15,6 1 1-15,-6 1 1 16,5-1-1-16,-1 1 0 16,5 2 0-16,-1-2-1 15,1 0 3-15,4 1-3 16,1 1 2-16,-2 0-3 0,4 1 3 15,-4 0-1 1,9 2 0-16,-5 0 0 0,3 2 3 16,4 0-4-1,1-2 3-15,6 4-3 16,-5-1 1-16,4-1 0 0,-6 0 1 16,5 3-1-16,-2-1-5 15,2 1 6-15,0 0-3 16,2 1 3-16,1-1-3 15,-1 0 3-15,5 4-2 16,0-4 0-16,3 4 4 16,0-2-3-16,1-2 2 15,-1 4-3-15,4 0 2 0,0-1-1 16,3-1 1 0,2-1 0-16,2-6 0 15,5 1-1-15,5 1 1 16,5-5-1-16,-3-2 2 0,7-4-3 15,2 1 2-15,5-1 0 16,1-3 0-16,2 2-1 16,2-4-1-16,7-2 2 15,4-1 0-15,3-2 3 16,3-3-4-16,16-16 2 16,-29 24 0-16,29-24 0 15,-18 14 0-15,18-14 0 16,0 0-7-16,-19 14 5 15,19-14 0-15,0 0 1 16,0 0-1-16,0 0 0 16,0 0 0-16,0 0 1 15,0 0 0-15,0 0-1 0,0 0 1 16,0 0-1-16,0 0-3 16,0 0 5-16,0 0-6 15,0 0 4-15,0 0 2 16,0 0-1-16,0 0-5 15,0 0 4-15,0 0-1 16,0 0 1-16,-19 21 0 16,19-21 1-16,0 0-1 15,-19 19 1-15,19-19-1 16,0 0 1-16,-19 15 3 16,19-15 5-16,0 0 2 15,0 0-3-15,0-15 3 16,2-3-5-16,5-8 7 0,-1-10-6 15,7-6 5-15,1-6-11 16,1-9 5-16,4-5-4 16,2-3 2-16,2 1 1 15,-4 11-2-15,0 3 1 16,0 8-2-16,-5 11 0 16,-6 5-3-16,-8 26-1 15,14-23-3-15,-14 23 0 16,0 0-1-16,0 0 0 15,0 0 0-15,0 0 0 16,0 0 1-16,-7 26 5 16,-1-8 1-16,4 9 0 15,-3 8 3-15,-3 8-4 0,-2 7 3 16,1 11-3-16,-8 1 2 16,4 4 0-1,-4 0-6-15,-2-4 6 16,-2-3-7-16,4-7 7 0,-4-5-6 15,8-13 5-15,-3-6-4 16,6-7 6-16,12-21 3 16,-14 22-2-16,14-22 3 15,0 0 0-15,18-1-2 16,4-8 2-16,8-1-1 16,15-3-3-16,12 0-4 15,9-6 3-15,18 1-1 16,4-3-1-16,9 2 6 0,4 0-7 15,0 0 7 1,-8 2-6-16,-6 1 8 0,-9 4-6 16,-13-3 4-1,-6-3-7-15,-14-4-87 0,-4-6-66 16,-1-8-19-16,-2-14-3 16,11-11-15-16,0-24-2 15</inkml:trace>
  <inkml:trace contextRef="#ctx0" brushRef="#br2" timeOffset="-13129.16">25096 8181 173 0,'0'0'143'0,"0"0"-31"16,-16-19-5-16,16 19-8 15,0 0-16-15,-3 32-18 16,3-6-18-16,3 11-7 16,-3 4-8-16,9 15-3 0,-2 1-22 15,3 3-8-15,6 6 1 16,-6-5 0-16,9-4 1 16,-6-7-2-16,0-7 1 15,0-5 0-15,0-8 3 16,-4-8-4-16,-2-6 0 15,-7-16-2-15,0 0 1 16,0 0 1-16,0 0 0 16,17-12 1-16,-15-11-4 15,2-4 2-15,-1-8-1 16,1-5 1-16,-1-5-1 16,1 0 1-16,1-2-2 15,-2 6 0-15,4 3 3 0,0 5-2 16,2 7 2-16,-2 3-1 15,-7 23 2 1,15-22 1-16,-15 22 1 0,26 5 1 16,-8 9-1-16,1 7 2 15,3 7-2-15,4 6 2 16,0 4-3-16,4 2 0 16,-4 7 3-16,2-2-4 15,-2-5 2-15,-5-2-2 16,1-7 2-16,-6-5-3 15,-1-5 3-15,-4-4-2 16,-11-17-2-16,15 10 0 16,-15-10 1-16,0 0 1 0,7-24-4 15,-7 3 5-15,0-8-4 16,-3-8 1-16,-1-6 1 16,-1-4 1-1,2-3-1-15,-4 0-1 0,3 2 4 16,-3 4-4-16,2 4 4 15,2 6-1-15,-1 8 0 16,1 2 0-16,-1 5 0 16,4 3 1-16,0 16 1 15,-3-21-2-15,3 21 1 16,0 0 0-16,3-17-1 16,-3 17-23-16,19-5-62 15,-19 5-41-15,33-5-26 0,-3 8-17 16,-1-6-2-1,10 8-3-15</inkml:trace>
  <inkml:trace contextRef="#ctx0" brushRef="#br2" timeOffset="-12792.93">25771 8648 311 0,'0'0'152'0,"0"0"-10"15,0 0-22-15,0 0-17 0,9-17-23 16,10 15-25-16,2-3-49 15,5 0-5-15,1-1-2 16,6 3-1-16,-3-1 1 16,3 3-1-16,-7-1-2 15,-3-3-75-15,-1 5-53 16,-3 3-34-16,-19-3-7 16,16 4-4-16,-16-4 2 15</inkml:trace>
  <inkml:trace contextRef="#ctx0" brushRef="#br2" timeOffset="-12560.76">25813 8896 381 0,'0'0'160'15,"0"0"-31"-15,26 17-19 16,-11-21-17-16,15 3-27 15,-8-8-33-15,11-5-36 16,9-1-62-16,-5-13-48 16,4-3-38-16,4 0-19 15,0-9-5-15,4 3-8 16,-4-6 72-16</inkml:trace>
  <inkml:trace contextRef="#ctx0" brushRef="#br2" timeOffset="-12101.43">26542 8314 255 0,'0'0'177'15,"0"0"-30"-15,-19 7-35 16,19-7-20-16,-12 26-25 16,8-4-22-16,-3 1-21 15,0 8-17-15,-2 2-9 16,3 3 2-16,-1 6-3 15,3-1 3-15,-1 4 2 16,5 2-2-16,2-4 3 0,5 1-3 16,3-3 1-16,2-3-1 15,11-3 3 1,-1-4-3-16,4-9-2 16,7-4 0-16,6-6 1 0,-3-9 1 15,6-4 0-15,-2-6 0 16,-6-5 1-16,3-4 0 15,-6-6 1-15,-2-6 3 16,-9-7-6-16,-7-3 3 16,-6-7-2-16,-7-3 2 15,-7-4-2-15,-6-2 1 16,-3 4-1-16,-14 3 0 16,-1 7 5-16,-5 7-1 0,-9 9-1 15,-1 10 0-15,-2 11-51 16,-8 1-62-16,4 6-49 15,7 6-12 1,-3-1-2-16,9 3-5 0,-1-7 65 16</inkml:trace>
  <inkml:trace contextRef="#ctx0" brushRef="#br2" timeOffset="1021.89">10088 10131 129 0,'3'-17'45'16,"-3"17"-7"-16,0 0-7 16,0 0-8-1,0 0-5-15,0 0 0 16,0 0 0-16,0 0 2 16,0 0-1-16,0 0 0 0,0 0-1 15,0 0-1-15,0 0-4 16,0 0-8-16,-15-7-3 15,15 7-2-15,0 0 2 16,-7 21-1-16,3-4 1 16,-3 4 1-16,-1 8 0 15,1 8 1-15,-5 4 1 16,-2 4 7-16,-5 2 13 16,3 5 8-16,-5-2 3 15,2 2 2-15,0-5 2 16,0 0-3-16,-2-6 5 15,5 1-9-15,1-6-6 0,4-1-11 16,-4-8 4-16,8-4-6 16,-2-6 2-16,9-17-2 15,-10 21-2-15,10-21-2 16,0 0-3-16,0 0-1 16,0 0-3-16,26-2-2 15,-26 2 0-15,29-12 0 16,-6 3-1-16,3 1-1 15,5-1 0-15,6-1 0 16,1-1 2-16,2 1-2 16,1 0 1-16,8-1 0 15,3 3 0-15,-3-3 4 16,6 1-3-16,-1 1 3 0,1-1-7 16,1 1 8-16,-4 0-7 15,4 1 7-15,-6 1-7 16,2-3 3-16,-9 3-3 15,-1-2 3-15,-4 4-1 16,-5-4 1-16,-3 6-1 16,-8-3 0-16,-6 5-1 15,-16 1 1-15,17-4 0 16,-17 4-1-16,0 0 0 16,0 0 1-16,0 0 3 15,0 0 1-15,0 0 3 16,0 0-1-16,0 0 3 15,-21 16-2-15,21-16 0 0,-27 8-2 16,1-4 0-16,0 1-2 16,-7 0 1-16,-9 2-3 15,-3 0 2 1,-7 4-7-16,0-3 8 0,-4 3-7 16,1-1 5-16,-3 0-6 15,6 1 3-15,4-3-5 16,4 3 4-16,3-1 0 15,2 2 0-15,6 0 0 16,-1 1 0-16,4-1 0 16,4 0 0-16,0-2 1 15,4 1 0-15,2-5 2 16,3 0-1-16,-2-1 1 0,3-2-2 16,-1-1 2-16,17-2-1 15,-28 2-2-15,28-2 0 16,-26-4 0-16,26 4-1 15,-17-5-2-15,17 5-1 16,0 0 0-16,-9-21 1 16,9 21 1-16,4-27 0 15,1 6 4-15,5-5-6 16,6-7 9-16,1-5-5 16,2-5 6-16,7-6-5 15,0-1 6-15,-3-4-6 16,3-1 1-16,-3 0 2 15,-4 3-1-15,0 5 0 16,-5 2-1-16,-2 7 2 16,-5 7 1-16,-4 5 1 15,1 7-1-15,-4 19 3 16,-4-21 0-16,4 21 0 0,0 0 0 16,0 0-1-16,-17 7-3 15,8 8 0-15,-1 6-1 16,-6 10-1-16,2 7-1 15,-8 11-2-15,-1 6 3 16,-3 11-4-16,-3 5-1 16,-3 3 4-16,-1-1-6 15,4-2 5-15,-2-3-4 0,5-6 5 16,0-7-6 0,8-10 7-16,3-7-1 15,4-6-1-15,6-10 0 16,5-5 0-16,0-17 1 15,19 16-1-15,0-16 0 0,11-5 0 16,4-4-1-16,10-5 2 16,4 0 1-16,8-3-1 15,1-2-1-15,2 0 0 16,5 0 0-16,-1-2 2 16,5-1-2-16,3-1 1 15,0 2 0-15,7-1 1 16,5-1 4-16,-4 3-3 15,-1-1 2-15,-7 4-5 16,-4 3 7-16,-11 2-5 16,-7 3 3-16,-13 2-6 15,-10 4 5-15,-7 1 2 0,-19 2 0 16,16 2 4-16,-16-2-1 16,0 0 1-16,0 0-1 15,0 0 1-15,-19 10-38 16,19-10-51-16,0 0-43 15,-19 3-31-15,19-3-15 16,-19-3-1-16,19 3-4 16</inkml:trace>
  <inkml:trace contextRef="#ctx0" brushRef="#br2" timeOffset="5415.11">9669 14156 126 0,'0'0'77'0,"0"0"8"0,0 0 17 16,0 0 13-16,0 0-7 16,0 0-11-16,0 0-11 15,0 0-12-15,0 0-15 16,0 0-19-16,0 0-20 16,-8 22-25-16,8-22 2 15,5 26 2-15,-2-7 1 16,-3 6-1-16,7 1 1 15,-3 5-1-15,5 0-1 0,-2-3 1 16,-4-2-1-16,4-6 0 16,-4-2 1-1,-3-18-1-15,9 24 0 16,-9-24-3-16,0 0-1 0,0 0 2 16,0 0 1-16,0 0 0 15,17-3 1-15,-17 3 0 16,23-30 1-16,-7 8 4 15,6-6-1-15,4-7 0 16,7-5-1-16,5-5-1 16,4-3 0-16,1-2 1 15,3 0-3-15,6 1 2 0,-4 2-2 16,1 4 1 0,-4 7 0-16,-3 3 0 15,-2 3 1-15,-6 8-1 16,-1 5 0-16,-7-1 2 0,-3 6-1 15,-4 4 0-15,-3 1-1 16,-16 7 2-16,20-7-2 16,-20 7 3-16,0 0 0 15,0 0 0-15,0 0 0 16,0 0 1-16,0 0 0 16,0 0 0-16,0 0 0 15,0 0 0-15,0 0 1 16,0 0 0-16,0 0 0 15,0 0-5-15,0 0-84 16,0 0-63-16,2 15-19 16,-2-15-26-16,0 0-1 15,0 0 8-15</inkml:trace>
  <inkml:trace contextRef="#ctx0" brushRef="#br2" timeOffset="6912.17">19185 13699 128 0,'0'0'64'16,"0"0"13"-16,0 0 21 16,0 0 11-16,0 0 10 0,0 0-14 15,0 0-9-15,0 0-12 16,0 0-12-16,0 0-18 16,0 0-37-16,0 0-17 15,0 0 0-15,0 0 0 16,0 0-24-16,0 0-3 15,4 17 1-15,-4-17 1 16,0 0 0-16,3 25 5 16,-3-25 3-16,12 27 8 15,-5-8 6-15,4 0 2 16,-3 7-2-16,6-3 0 16,-2 1 2-16,2-3-2 15,2 0 1-15,0-4 1 0,1-3 2 16,-1-2 0-16,3-5 5 15,3-6 4-15,-1-7 0 16,2-5 1-16,4-10-1 16,10-6 0-16,-1-13-1 15,9-7-2-15,8-10-4 16,4-4 0-16,9-6-2 16,5 1 0-16,0 0 1 15,0 2-1-15,4 5 2 16,-4 4-1-16,-7 8 0 15,-1 6-3-15,-6 4 0 16,-8 6-2-16,-6 11 1 16,-12 0-4-16,-1 10-1 0,-13 3-1 15,-1 7 1-15,-16 0 2 16,0 0 2-16,0 0 2 16,0 0 2-16,0 0 3 15,0 0 2-15,0 16-1 16,0-16-3-16,0 0-3 15,0 0-70-15,0 0-53 16,0 0-40-16,7-23-4 16,-14 2-2-16,10 6-1 15</inkml:trace>
  <inkml:trace contextRef="#ctx0" brushRef="#br2" timeOffset="8296.16">26922 13600 102 0,'0'0'125'16,"0"0"-29"-16,0 0 10 15,-10-17-1-15,10 17-2 16,0 0-3-16,0 0-5 16,0 0-13-16,0 0-23 15,0 0-18-15,0 0-32 16,0 0-9-16,0 0 0 15,0 0 0-15,-7 16 0 16,7-16-22-16,0 0-5 16,0 0-1-16,3 20 1 15,-3-20 1-15,7 26 3 16,-4-10 6-16,1 5 9 16,1 1 8-16,2 4-2 0,0 0 2 15,-4-2-3-15,4-3 2 16,-1-2-1-16,1-3 1 15,-7-16 0-15,10 21 3 16,-10-21 3-16,0 0 4 16,23 1 2-16,-23-1 1 15,26-21 1-15,-4 6-3 16,1-9 2-16,6-4-5 16,6-8-1-16,5-4-2 15,2-5-4-15,3-2 2 16,3-1-1-16,1 1 0 15,3 2-1-15,-7 3 0 16,0 4-1-16,-5 7-1 0,2 5-2 16,-9 4-3-16,2 6 1 15,-13 2 0-15,1 7-1 16,-23 7-2 0,26-8 1-16,-26 8-1 0,0 0 3 15,0 0 2-15,0 0 2 16,0 0 3-16,0 0 4 15,0 0-2-15,17-7-86 16,-17 7-50-16,0 0-24 16,16-14-3-16,-16 14-4 15,3-17-5-15</inkml:trace>
  <inkml:trace contextRef="#ctx0" brushRef="#br2" timeOffset="17811.92">32942 11385 233 0,'-23'-2'125'16,"4"2"-9"-16,-3 2-9 15,2 1-8-15,3-1-12 16,17-2-12-16,-26 7-23 16,26-7-51-16,-19 3 1 15,19-3-1-15,0 0-2 16,0 0 1-16,-16 9-1 15,16-9-2-15,0 0 1 16,0 0 0-16,0 0-1 16,16 10 0-16,-16-10 0 15,23 21-1-15,-10-5 0 16,3 1 1-16,3 7 1 16,4-1 4-16,3 3-5 0,3-6 5 15,4 3 4-15,-3-2-4 16,4-6 4-16,3-1-3 15,-6-5 2 1,2-1-6-16,-3-4 7 0,-1 1-6 16,-6-5 0-16,-1 0 1 15,-6 2-1-15,-16-2 0 16,26 2 1-16,-26-2-2 16,16 3 1-16,-16-3 0 15,0 0 0-15,0 0 2 16,0 0 0-16,0 0 1 15,0 0 0-15,0 0 1 16,0 0 0-16,-9 23 0 0,-5-6-1 16,2 5 0-16,-11 11-3 15,-3 10 3-15,-7 9-5 16,-8 9 3-16,-5 7-3 16,-2 2 2-16,-4 0-3 15,-4-3 4-15,8-8-2 16,3-4 2-16,-1-10-3 15,10-6 3-15,5-12-1 16,8-4 0-16,2-9 0 16,21-14 0-16,-19 17-2 15,19-17 1-15,0 0-1 16,0 0 0-16,0 0-1 0,0 0 0 16,0 0 0-16,0 0 0 15,0 0 0-15,0 0 1 16,0 0 2-1,0 0-1-15,0 0 0 16,0 0 1-16,0 0 0 0,0 0 0 16,0 0 0-16,0 0 0 15,0 0-1-15,0 0 1 16,0 0 0-16,0 0 1 16,0 0-2-16,0 0 2 15,0 0-1-15,0 0 0 16,0 0-1-16,0 0 1 15,0 0 1-15,0 0-2 16,0 0 0-16,0 0 1 16,0 0-1-16,0 0 2 15,0 0-2-15,0 0 1 16,0 0-1-16,0 0 0 0,0 0 2 16,0 0-3-16,0 0 2 15,0 0-1-15,0 0 1 16,0 0-1-16,0 0 1 15,0 0 1-15,0 0-1 16,0 0 0-16,0 0-1 16,0 0 0-16,0 0 0 15,0 0 0-15,0 0 0 16,0 0 0-16,0 0 0 16,0 0 2-16,0 0 0 15,0 0-1-15,0 0 2 16,0 0-1-16,0 0 0 15,0 0 0-15,0 0 0 0,0 0 0 16,0 0 0-16,0 0-69 16,0 0-73-16,0 0-23 15,14-33-3-15,-9 14-7 16,-8-21 3-16</inkml:trace>
  <inkml:trace contextRef="#ctx0" brushRef="#br2" timeOffset="54011.41">24315 22257 586 0,'0'0'212'15,"-16"5"-34"-15,16-5-173 0,-22 28 0 16,11 0-1-16,4 15-2 16,4 19-4-16,1 16 2 15,2 12-1-15,5 9 2 16,2 5-4-16,4 5 6 16,4 1-5-16,1-13-3 15,-2-14 2-15,1-22-81 16,4-16-73-16,7-14-25 15,-3-26-2-15,10-20-6 16,-7-27 8-16</inkml:trace>
  <inkml:trace contextRef="#ctx0" brushRef="#br2" timeOffset="54386.67">24947 22485 520 0,'0'0'204'0,"3"33"-13"16,-3 7-86-16,-3 10-108 16,6 9-3-16,4 7 2 15,0 10 4-15,5 2-5 16,4 0 5-16,6 2-1 0,4-13 1 16,7-13-6-1,0-18 5-15,5-10-3 16,4-21 3-16,5-15 1 15,-2-13-1-15,4-16 0 0,-4-10 1 16,-4-12 6-16,-8-3-5 16,-7-13 5-16,-6 0-6 15,-17-1 3-15,-10 2-5 16,-15 2 2-16,-4 8 0 16,-16 9 3-16,-3 12-2 15,-7 12 1-15,-7 12-96 16,10 16-74-16,4 12-22 15,0 5-7-15,15 11-1 16,4-9 39-16</inkml:trace>
  <inkml:trace contextRef="#ctx0" brushRef="#br2" timeOffset="54778.95">25894 22124 670 0,'16'-12'208'15,"-16"12"-70"-15,16 0-131 16,-10 19-7-16,8 12 0 16,-5 14 0-16,1 14 0 15,3 17 0-15,1 14 0 16,1 8 0-16,1 3 0 16,-2-6 0-16,1-3 0 15,-1-11 0-15,2-13 0 16,3-18 0-16,-9-21-74 15,9-4-89-15,4-13-28 16,-4-16 1-16,7-8-4 16,0-14 1-16</inkml:trace>
  <inkml:trace contextRef="#ctx0" brushRef="#br2" timeOffset="55276.31">26662 22591 577 0,'0'0'193'15,"0"0"-9"-15,0 0-115 16,0 0-69-16,0 0 0 16,3 16 0-16,4-1 0 15,0 3 0-15,2 7 0 16,1 7 0-16,9 4 0 0,0 6 0 15,7 3 0-15,0-4 0 16,4-3 0 0,3-5 0-16,1-7 0 15,3-9 0-15,1-5 0 0,2-10 0 16,2-9 0-16,-1-10 0 16,4-9 0-16,1-9 0 15,0-6 0-15,0-11 0 16,-8-4 0-16,-5 1 0 15,-4-5 0-15,-13-3 0 16,-9 4 0-16,-11 6 0 16,-15-4 0-16,-3 10 0 15,-11 5 0-15,-9 8 0 16,-1 11 0-16,-6 13 0 16,0 8 0-16,-3 12 0 15,4 11 0-15,3 5 0 16,6 11 0-16,3-5-92 0,13 3-86 15,8-4-3-15,8-3-22 16,14-2 0-16,-7-26 38 16</inkml:trace>
  <inkml:trace contextRef="#ctx0" brushRef="#br2" timeOffset="55576.52">28099 21765 623 0,'-7'28'204'16,"-4"17"-8"-16,-1 16-196 15,2 11 0-15,1 11 0 16,6 13 0-16,6 8 0 15,6 5 0-15,5 0 0 16,5-4 0-16,0-6 0 16,7-9-25-16,-9-21-89 15,2-10-57-15,1-11-16 16,-10-20-8-16,2-11 1 16,-12-17 58-16</inkml:trace>
  <inkml:trace contextRef="#ctx0" brushRef="#br2" timeOffset="58962.93">27135 23443 57 0,'0'0'74'0,"7"19"-45"15,-7-19-16-15,7 21-7 16,-7-21-4-16,6 32-3 15,-3-11 2-15,-3 9-10 16,0-4-4-16,3 0 1 16,-3-2 1-16,0-3 10 15,-3-4 12-15,3-17 30 16,0 22 46-16,0-22 30 16,0 0 2-16,0 0-1 15,0 0-4-15,0 0-7 0,0 0-15 16,-7-17-26-16,7 17-50 15,0 0-20-15,-2-17 1 16,2 17 4-16,0 0 2 16,0 0 0-16,0 0-3 15,0 0 0-15,0 0 0 16,0 0 0-16,0 0 0 16,0 0 0-16,-7 17 0 15,7-17 0-15,0 0 0 16,0 0 0-16,0 0 0 15,0 0 0-15,0 21 0 16,7-2 0-16,-1 10 0 16,0 11 0-16,5 9 0 0,-2 13 0 15,1 5 0-15,-3 8 0 16,-2-1 0-16,2-6 0 16,0-8 0-16,-4-4 0 15,-1-4 0-15,2-16 0 16,-1-8 0-16,-3-28 0 15,4 22 0-15,-4-22 0 16,0 0 0-16,0 0 0 16,0 0 0-16,0 0 0 15,0 0 0-15,19-8-128 16,-19 8-61-16,3-18-10 16,-3 18-8-16,0-17 5 0,0 17 105 15</inkml:trace>
  <inkml:trace contextRef="#ctx0" brushRef="#br2" timeOffset="62092.15">29258 23481 386 0,'7'-24'134'0,"-7"8"-3"15,0 16-17-15,7-21-12 0,-7 21-21 16,0 0-32-16,0 0-47 16,0 0 1-16,0 0 2 15,0 0 3-15,0 0 0 16,0 0-8-16,11 17 0 15,-10 6 0-15,6 5 0 16,0 12 0-16,5 5 0 16,2 5 0-16,2 7 0 15,-2 9 0-15,-2 1 0 16,-2-3 0-16,-1 4 0 16,-2-8 0-16,-4-6 0 15,1-6 0-15,-4-8 0 16,3-10 0-16,-3-6 0 15,0-24 0-15,0 17 0 0,0-17 0 16,0 0-8 0,0 0-5-16,0-26 3 15,0 7-4-15,-3-9 6 0,-1-4 0 16,-2-15 7-16,-1-10 0 16,-6-6 1-16,0-4 3 15,0-6-5-15,-2 0 3 16,-3-1-3-16,3 10 3 15,-1 14 0-15,6 10 6 16,-2 9 3-16,1 10 4 16,11 21-3-16,0 0 2 15,-15 9-7-15,15 15-6 0,1 5 0 16,6 11 0 0,4 14 0-16,1 8 0 15,5 7 0-15,6 6 0 16,-4-2 0-16,3-8 0 0,-2 5 0 15,-1-10 0-15,-6-10 0 16,0-10 0-16,-6-9 0 16,0-8 0-16,-4-4 0 15,-3-19-2-15,0 0-13 16,0 0 4-16,0-33 2 16,-7 2-1-16,-3-14 3 15,-3-5-3-15,-2-11 8 16,-2 0 3-16,1-6 1 15,2 1 0-15,2-3-3 16,5 8 3-16,-2 11-4 16,6 7 4-16,-1 8-1 15,1 11 4-15,3 7 3 0,0 17 3 16,0 0 0-16,0 0 2 16,7 29-2-16,1-1-11 15,3 8 0-15,4 11 0 16,3 10 0-16,1 7 0 15,0 2 0-15,0-6 0 16,-2 1 0-16,-1-4 0 16,-4-5 0-16,-1-14 0 15,-4-7 0-15,1-10-78 16,-8-21-99-16,0 0-4 16,0-31-5-16,-8-12-4 15,4-16 6-15</inkml:trace>
  <inkml:trace contextRef="#ctx0" brushRef="#br2" timeOffset="63983.49">27259 23503 220 0,'-19'-22'173'0,"19"22"-31"15,-20-14-22-15,20 14-8 16,0 0-20-16,-22-17-11 16,22 17-26-16,0 0-40 15,0 0-7-15,0 0-3 16,-7 27-5-16,14 1 0 16,-2 10 0-16,12 9 0 15,-1 13 0-15,10 13 0 16,0 7 0-16,5 1 0 15,-1 4 0-15,-1-7 0 16,-3-4 0-16,-3-10 0 0,-7-12 0 16,-2-10 0-16,-7-13 0 15,1-3 0 1,-8-26-9-16,0 0-1 16,0 0-2-16,-3-17 1 0,-6-7-2 15,-5-11 3-15,-1-12 3 16,-5-8 3-16,-2-2 5 15,-4-7 0-15,0-2 2 16,3-2 2-16,-3-1 0 16,7 7-4-16,2 5-3 15,1 15 7-15,6 2 1 16,-2 14 5-16,8 9 0 16,4 17-2-16,0 0 0 15,-10 30 1-15,13 9-9 16,4 6-1-16,0 19 0 0,9 11 0 15,-1 8 0 1,3 5 0-16,1 4 0 0,0-2 0 16,-5-4 0-16,-2-15 0 15,-2-3 0-15,-1-16 0 16,-6-11-15-16,4-11-78 16,-7-30-60-16,0 0-18 15,-22-42-8-15,4 3-1 16,3-22-3-16</inkml:trace>
  <inkml:trace contextRef="#ctx0" brushRef="#br2" timeOffset="64823.09">24520 23462 163 0,'-27'15'152'16,"-5"1"-20"-16,-7-4-12 15,10 7-16-15,-8-10-14 16,10 11-9-16,-10-9-3 16,11 8-19-16,0-10-31 15,3-3-28-15,23-6-6 16,-22 18 0-16,22-18 1 0,0 0-3 16,10 17 2-16,9-8-1 15,13 5-1-15,8-2 4 16,12 2 2-1,8-6 2-15,15 6-2 0,3 0 3 16,12-2-1-16,2-7 3 16,7-1 0-16,2-4-4 15,7-2 2-15,-1-2-1 16,-1-8 3-16,-2-7-4 16,-6 4-1-16,-5-13-1 15,-8 2 2-15,-3 0-1 16,-11-8 3-16,-10-1 1 15,-6 0-3-15,-3 2-1 0,-3-1 5 16,-4 6 3-16,-7-3-8 16,-8 7 8-16,-1 3-6 15,-9 7 1-15,-20 14 4 16,26-14 9-16,-26 14-11 16,0 0 2-16,0 0 5 15,0 0-3-15,0 0 1 16,0 0-5-16,0 0-3 15,0 0 0-15,0 0 0 16,0 0 0-16,0 0 0 16,0 0 0-16,0 0-31 15,0 0-106-15,0 0-43 16,10 28-13-16,-10-28-14 0,3 40-3 16</inkml:trace>
  <inkml:trace contextRef="#ctx0" brushRef="#br2" timeOffset="65738.73">26097 23837 317 0,'-19'-7'202'0,"19"7"-50"16,0 0-42-16,0 0-21 15,0 0-19-15,0 0-28 16,11 26-18-16,4-13-28 15,8-1 1-15,6 0 7 16,10 7-3-16,7 0-2 16,8 3 2-16,2-3-1 15,3 0 1-15,2-1-2 16,-2-1 3-16,-2 2-5 16,-2-3 5-16,-9 1 0 15,2-1 0-15,-4-3-2 16,-6 1-1-16,0-2 1 15,-2 2-2-15,-6-3 3 0,-4-6-6 16,-3 0 2-16,-4-7-2 16,-4 7 1-16,-15-5-5 15,21 2 6-15,-21-2-1 16,0 0-2-16,-3-19 7 16,3 19-4-16,-18-26 0 15,3 7 3-15,-4 0 2 16,-4-3-5-16,-3 1 3 0,-4-2 0 15,1-6-4 1,-4 5 3-16,2 1 1 16,1 2 0-16,1 2 2 15,6 2-1-15,1 5-1 16,2 3 2-16,20 9 2 0,-22-7-3 16,22 7 0-16,0 0 0 15,0 0 0-15,-17-5 1 16,17 5 3-16,0 0 0 15,0 0-1-15,0 0 1 16,26 17-3-16,-13-6 2 16,10 4 2-16,0-1-3 15,3-2-1-15,3 4-2 16,2 1 0-16,-1 1 0 16,-1-6 1-16,-6 0 0 15,-4 3-4-15,-19-15 5 16,23 32-1-16,-20-13-1 0,-3 0 1 15,-9 1-3-15,-4 12 0 16,-10-1 2-16,-3-2-5 16,-9 6 3-16,-5-1-2 15,-1-1 2-15,-1 5-3 16,-5-12 5-16,5-5-31 16,8-2-77-16,1-8-65 15,0-17-2-15,10-8-7 16,4-15 0-16,9-14 45 15</inkml:trace>
  <inkml:trace contextRef="#ctx0" brushRef="#br2" timeOffset="67266.83">25842 21807 69 0,'-7'22'89'15,"-8"-4"-27"-15,4 1 3 0,11-19 15 16,-22 24 3-16,15-8 8 16,7-16 2-16,-16 15-5 15,16-15-10-15,-16 11-7 16,16-11-17-16,0 0-17 15,-17 13-15-15,17-13-9 16,-15 18-12-16,15-18 0 16,-20 26 0-16,10-11 1 15,-2 1 0-15,12-16 0 16,-18 26 1-16,18-26-1 16,0 0-2-16,-19 17 1 15,19-17-1-15,0 0-4 16,0 0-1-16,0 0 1 0,0-21-1 15,0 21-1-15,0-22 2 16,0 6-3-16,4-3 5 16,-1-5 0-16,1-4 3 15,4-1-2-15,-1-2 4 16,9-7-2-16,1 1 1 16,3-4-1-16,6-1 1 15,7 1 2-15,1-3-1 16,8 3-1-16,1-2 1 15,6 3-2-15,3-2 4 16,5 4-4-16,-1-2 2 16,8 0 1-16,-1 6-4 0,1 1 5 15,3 0-5-15,-1 2 6 16,-1 5-6-16,-6 5 6 16,-2 4-6-16,-5 3 0 15,0 4 0-15,-3 3 0 16,-4 2 0-16,0 3 0 15,4 0 0-15,3 0 0 16,3 2 0-16,4 2 0 16,2 2 0-16,7 1 0 15,-2 2 0-15,1-2 0 16,-2 3 0-16,1 1 0 16,-2 0 0-16,-5-1 0 15,-2 1 0-15,-5 0 0 0,-3-1 0 16,-1 1 0-16,-6 0 0 15,-2 1 0 1,-5-1 0-16,1 3 0 16,-6-2 0-16,1 2 0 0,-2 4 0 15,4 1 0-15,-3 1 0 16,5-1 0-16,-6 4 0 16,4-2 0-16,-2 3 0 15,-1-1 0-15,-1 1 0 16,-3-1 0-16,-3 0 0 15,-1 2 0-15,-2-1 0 16,-7-1 0-16,0-2 0 16,-3 0 0-16,-10-19 0 0,16 24 0 15,-16-24 0-15,7 17 0 16,-7-17 0 0,0 0 0-16,0 0 0 15,0 0 0-15,0 0 0 0,0 0-18 16,0 0-129-16,0 0-27 15,10 16-8-15,-10-16-2 16,23 29-6-16</inkml:trace>
  <inkml:trace contextRef="#ctx0" brushRef="#br2" timeOffset="68466.68">28517 23432 335 0,'0'0'165'0,"-14"-8"-32"15,14 8-17-15,0 0-18 16,-19-7-16-16,19 7-24 0,0 0-40 16,0 0-14-16,0 0 1 15,0 0-3-15,0 0 4 16,0 0-5-16,0 0-1 16,19 22 0-16,0-8 0 15,7 5 0-15,4-3 0 16,6 4 0-16,6 3 0 15,3 1-1-15,0 2-1 16,4-2 0-16,-1-5 2 16,-4 0-1-16,-2 1-1 15,-1-3 2-15,-8-5-1 16,-3-2 2-16,-8-1-1 16,-6-2-1-16,-16-7 1 0,19 3-4 15,-19-3 3-15,0 0-1 16,0 0-1-16,3-15-1 15,-3 15-1 1,-15-26 3-16,4 9-1 0,-4-1 0 16,-4-9 0-16,-2-1 0 15,-3 0 4-15,-2-1-2 16,-1 1 2-16,5 4-2 16,-4 3 2-16,9 2 1 15,1 7 2-15,16 12 1 16,-23-16 0-16,23 16-2 15,0 0 3-15,0 0 0 16,-15-5-1-16,15 5-2 0,0 0-1 16,0 0-2-16,8 17 0 15,-8-17 0-15,19 26 0 16,-1-10 0-16,1 5 0 16,0 1 0-16,7-3 0 15,0 4 0-15,0-2 0 16,4 1 0-16,-4 1 0 15,-4-4 0-15,1-2 0 16,-4 0 0-16,-3-3 0 16,-16-14 0-16,20 23 0 15,-20-23 0-15,0 0 0 16,13 20 0-16,-13-20 0 16,0 18 0-16,0-18 0 0,-16 29 0 15,2-15 0 1,-5 7 0-16,-4 5 0 15,-3 0 0-15,-3 3 0 16,-2-1 0-16,-2-1 0 0,3 5 0 16,1-1 0-16,3-11 0 15,6-2-6-15,-2-10-112 16,22-8-55-16,-19 0-2 16,19 0-6-16,-7-22-3 15,7 6-1-15</inkml:trace>
  <inkml:trace contextRef="#ctx0" brushRef="#br2" timeOffset="82659.77">26885 22307 112 0,'-15'21'117'0,"-15"-7"-52"16,11 5-19-16,0-4-26 15,19-15-44-15,-26 33-49 16,26-33-35-16,0 30-16 16,0-30 94-16,19 12 30 15</inkml:trace>
  <inkml:trace contextRef="#ctx0" brushRef="#br2" timeOffset="84624.16">33883 13367 127 0,'0'0'69'16,"0"0"0"-16,0 0 0 16,0 0 0-16,-7 24-6 0,-5-9-9 15,-2 10-15-15,-2 1-14 16,-3 1-7-16,2-1 1 16,-3-3-5-1,5 1 31-15,1-8 4 0,14-16-1 16,-19 12-2-16,19-12 2 15,3-18-2-15,-3 18-1 16,19-38-6-16,-1 11-35 16,-3-1-6-16,5-1 1 15,-1 1 0-15,-2 5-1 16,-5 4 5-16,-12 19 5 16,19-20 0-16,-19 20-3 15,0 0-5-15,-15 25 0 0,-1-4 0 16,-5 3 0-1,-5 6 0-15,4-2 0 16,-6 3 0-16,5-2 0 16,2-6 0-16,2-4 0 0,7-4 0 15,12-15 0-15,0 0 0 16,0 0 0-16,0 0 0 16,0 0-11-16,16-27-2 15,-6 8 5-15,6 0 2 16,-1-2 4-16,3 0-1 15,-6 5 2-15,-12 16 2 16,22-20 4-16,-22 20 5 16,0 0 1-16,0 0 3 15,0 0-11-15,-15 34-3 16,-4-8 0-16,1 4 0 16,-4-1 0-16,-1 4 0 15,1 0 0-15,-1-7 0 0,4-4 0 16,5-6 0-16,14-16 0 15,0 0 0-15,0 0 0 16,0 0-5-16,7-26-7 16,12 7 2-16,4-7 2 15,-1-2 5-15,-1 1 2 16,-2 4 1-16,0 4 5 16,-19 19 8-16,16-19 1 15,-16 19-7-15,0 0-7 16,-23 28 0-16,4-8 0 15,-3 5 0-15,-4 2 0 16,0 3 0-16,-4 1 0 0,4-5 0 16,0-4 0-16,10-1 0 15,1-10 0-15,15-11 0 16,0 0 0-16,0 0-4 16,15-19-6-16,11-4-1 15,4-5 1-15,5-3 8 16,-2 0 2-16,0 2 0 15,-4 6 4-15,-10 4 9 16,-19 19-2-16,16-9-2 16,-16 9-9-16,-16 25 0 15,-1-3 0-15,-6 2 0 16,1 8 0-16,-4-1 0 16,0 0 0-16,0-3 0 0,3-6 0 15,4-3 0-15,19-19 0 16,-19 19 0-16,19-19-1 15,0 0-11-15,12-21 1 16,5 6-2-16,-1-3 4 16,0 3 6-16,-2-1 4 15,-14 16 5-15,19-17 8 16,-19 17 1-16,0 0-2 16,0 0-13-16,-23 10-43 15,23-10-81-15,-19 33-38 16,2-17-12-16,4 8-8 15,-2 0-5-15</inkml:trace>
  <inkml:trace contextRef="#ctx0" brushRef="#br2" timeOffset="100071.14">24172 23579 74 0,'0'0'37'0,"0"0"-2"16,16 19 3-16,-16-19 2 15,19 2 0-15,-19-2-3 16,30 0 6-16,-8 2 2 16,1-2 4-16,6 2 0 15,1-4-2-15,3 2 0 16,1-2 1-16,6 9-3 15,-5-5-1-15,10 1-11 16,-8-1-4-16,4 3-7 16,1-5-2-16,1 0-10 0,-1-1-4 15,3-5-1-15,-3 1-4 16,5 0 3-16,-2 0 0 16,0-4-2-16,0 0 1 15,0 4-3-15,0-2 0 16,-1 2 1-16,1 2 3 15,0-1-3-15,0-1 1 16,-3 2 0-16,1 1-2 16,-5-2 2-16,4 1 3 15,-6-6-3-15,3-3-2 16,-3 2 3-16,-1-2 1 16,1 0-3-16,-3-6 0 0,2 3 1 15,1-3 3-15,-1 4-1 16,2 2 3-16,-3-3-5 15,-4 1 0-15,-1 5 2 16,-6 1 0 0,-1-1-34-16,-6 7-60 0,-16 2-39 15,17-3-37-15,-17 3-5 16,0 0-15-16,9 15 44 16</inkml:trace>
  <inkml:trace contextRef="#ctx0" brushRef="#br2" timeOffset="100870.71">26892 23164 48 0,'0'0'60'15,"-15"-12"-27"-15,15 12-10 16,-14 0-3-16,14 0-5 0,-16-7-7 16,16 7-3-16,0 0 7 15,-19 17 2-15,19-17 13 16,0 0 5-16,0 0 12 16,0 0 2-16,0 0 6 15,0 0-6-15,0 0-6 16,0 0-4-16,9 19-2 15,-9-19-7-15,0 0-4 16,17 19 2-16,-17-19 4 0,16 12 3 16,-16-12-2-1,22 18-2-15,-6-4-5 16,-2-9-1-16,8 12-3 16,-2-10-7-16,6 5-7 0,0-7 3 15,7 4-1-15,-2-6 1 16,5 1-2-16,3-4 2 15,0 0 0-15,3-2 0 16,3-1-1-16,0-2-5 16,1-6 2-16,6 4-3 15,0-8 5-15,3-3-4 16,4 1 0-16,-1-4 2 16,4 1-2-16,-1-3 4 15,3 6-2-15,5-9 2 16,-1 7-5-16,-4 1 2 15,-1-2-1-15,1 2-1 16,-1-1-1-16,-6 0 0 0,-5 4-4 16,-7-1 3-16,0-1 1 15,-5 5-2-15,-5 0-1 16,-6 3 2-16,-3 2-10 16,-3 7-54-16,-23 0-35 15,33-2-35-15,-14 9-24 16,-19-7-16-16,33 23-4 15,-33-23 39-15</inkml:trace>
  <inkml:trace contextRef="#ctx0" brushRef="#br2" timeOffset="102231.68">29310 23870 217 0,'4'42'70'15,"3"-6"2"-15,-4-3-5 16,1-14-12-16,-4 4-17 16,0-23 0-16,5 22 15 15,-5-22 6-15,0 0 4 16,0 0 11-16,0 0-10 16,-12-19-4-16,12 19-4 15,-7-31-19-15,3 8-37 16,-4-11 0-16,1 1 0 15,-4-10 0-15,6-1 0 16,-2-4 0-16,-3-4 0 0,1-2 0 16,2 8 0-16,4 2 0 15,-1 1 0-15,4 10 0 16,0 5 0-16,4 9 0 16,-4 19-2-16,3-19-11 15,-3 19 4-15,0 0-3 16,7 21 0-16,-2 0 10 15,2 7 7-15,0 6-2 16,5 9-4-16,2 4-4 16,2 2 1-16,-2 4-2 15,1-1 6-15,1 2-1 16,-2-6 3-16,-2-4-5 0,2-6 5 16,-5-4 1-16,-2-4-2 15,0-8-1-15,-1-6 0 16,-6-16 2-16,6 19-2 15,-6-19 1-15,0 0-1 16,0 0 2-16,0 0 6 16,0 0 12-16,0 0-5 15,-4-16-9-15,4 16-6 16,-2-19 0-16,-1 4 0 16,0-6 0-16,-1-3 0 15,1-2 0-15,-1 1 0 16,1 5 0-16,3-1-5 0,0 5-7 15,0 16 0-15,0 0 1 16,0 0 2-16,7 21 2 16,0 9 6-16,-1 6 1 15,3 11 1-15,2 1-12 16,-4 4-64-16,5 2-41 16,-2-2-38-16,-5-14-23 15,2 2-14-15,-7-40-7 16,-7 20 154-16</inkml:trace>
  <inkml:trace contextRef="#ctx0" brushRef="#br2" timeOffset="107647.22">28267 13223 265 0,'9'-21'135'0,"-9"21"-6"0,0 0-12 16,0 0-7-16,0 0-12 16,0 0-9-16,0 0-20 15,0 0-58 1,-16 0-11-16,16 0 0 0,-15 14 0 16,15-14 0-16,-23 26 0 15,9-9 0-15,2 9 0 16,-5 4 0-16,-2 4 0 15,3 4 0-15,-3 4 0 16,0 0 0-16,1-3 0 16,-1 1 0-16,4-5 0 15,1-4 0-15,-2-7 0 16,6-3 0-16,10-21 0 0,-12 24 0 16,12-24-1-16,0 0-7 15,0 0 1 1,0 0 0-16,0 0-1 15,8-19-1-15,-1 4 3 0,4-10 7 16,-3-4-1-16,3-4 1 16,1-5-2-16,-2-5 2 15,6-2-1-15,1 0 2 16,-5-2-1-16,2 4-2 16,-2 6 2-16,4 4 0 15,-9 7 1-15,3 7-3 16,-10 19 1-16,0 0 3 15,20-8-3-15,-20 8 1 0,26 31-1 16,-11-7 1 0,8 4-1-16,3 3 3 15,7 4-1-15,0 1-1 16,1-3 0-16,3-2 1 0,-6-3 0 16,2-2 0-16,0-2 0 15,-7-5-3-15,0 2 0 16,-7-13-56-16,0 4-68 15,-3 1-24-15,-16-13-26 16,17 10-3-16,-17-10-3 16</inkml:trace>
  <inkml:trace contextRef="#ctx0" brushRef="#br2" timeOffset="111010.61">28088 13226 184 0,'0'0'121'0,"0"0"6"15,0 0-12-15,0 0-9 16,0 0-10-16,0 0-10 15,0 0-16-15,0 0-24 16,0 0-31-16,0 0-13 16,0 0 0-16,0 0 0 15,0 0 0-15,0 0 1 16,0 0-1-16,0 0 0 16,0 0 0-16,-3 16 1 15,3-16-1-15,0 0 0 0,7 24 0 16,-7-24 1-16,7 24-1 15,-7-8 1-15,3 1-1 16,-3-1 1-16,4 3-1 16,-4 0 0-16,0 2-1 15,1-4 0-15,-1 2-1 16,0-2 0-16,4 1 0 16,-4-3-1-16,3 1 1 15,-3-16 0-15,4 29-1 16,-4-29-2-16,7 30 2 15,-2-15-1-15,2 1 2 16,-4 1-2-16,1-1 1 16,-1 1-2-16,1 2 3 0,-1 0 0 15,-1 0 0-15,2 0 0 16,-4 0-1-16,3 2 1 16,1 0-1-1,-1-4 2-15,0 2-2 0,1-1 1 16,1 1 0-16,-1-2 1 15,-1 0-2-15,-3-17 1 16,7 28-1-16,-7-13 0 16,0-15 1-16,9 26-1 15,-9-26-1-15,10 26 2 16,-3-8-2-16,2-3 2 16,1 4-1-16,2 0 0 15,-1 4-1-15,4-1 0 0,-1 3 0 16,-2 1 2-16,6-2-2 15,-3 0 1 1,1 0-2-16,1-1 3 16,-1-1 0-16,0-1 0 0,1-2-2 15,-1 2 2-15,-1-2 0 16,-1 0 0-16,2 0 0 16,-2 0 1-16,1-2 0 15,-3 2 0-15,6 4 2 16,-6-6-6-16,2 4 4 15,1 1-5-15,1-1 6 16,-2 0-5-16,2 2 2 16,1-3-3-16,-2-1 4 15,1 4 0-15,1-4 1 0,-1 2-1 16,3-1 1-16,-3 1-2 16,-2 2 1-1,5-4 0-15,-5 2-1 0,-2-2 1 16,3 1-1-16,-1-1 2 15,2 2-1-15,1 2 1 16,2-3-1-16,1 1 0 16,-1 2-1-16,0-1 1 15,3 2-1-15,-1 1 1 16,5-3-2-16,0 2 2 16,0 1 0-16,-1 1 1 15,7 0-3-15,-2 0 2 16,3-2-1-16,-2 2 0 15,6-2 1-15,-3 2-1 16,3-4-1-16,1 1 3 16,-2-1 0-16,3-1-1 0,-3 3 2 15,2-3 0-15,2 0-1 16,-2 0 1-16,4 0 1 16,1 1-2-16,-1-1 1 15,3 1 0-15,4-6-1 16,-1 5-1-16,1-4 0 15,3 0 0-15,4-1 0 16,-1-1 1-16,6 1 0 16,-2-4 0-16,2 2-1 15,1-4 1-15,-1-1 0 16,-2 0 0-16,5-4 0 16,-1-2-1-16,-2-1 1 15,3-2-1-15,-2 0 1 0,2-2 0 16,-1 1 0-16,5-3 1 15,-4-1-1-15,2 1 1 16,2-1 0-16,-4-2 0 16,2 0-1-16,-6 1-1 15,5-5 1-15,1 4-1 16,-9-1 2-16,2-3-2 16,-3 1 0-16,1 1 0 15,-2 0 1-15,1-1-1 16,-4 0 1-16,0-1-1 15,5 1 0-15,-1-2 1 16,-1 0-1-16,-3-4 0 0,2 2 0 16,2-1-1-16,-8-3-1 15,5 1 1-15,-8 0-3 16,0 1 4-16,2-1-3 16,-2 0 3-16,-4-2-4 15,1-1 4-15,1 1-1 16,-1-1-1-16,3-3 2 15,0-3-2-15,-3 2 1 16,5-5-1-16,-2-1 2 16,0-3-1-16,4 0 1 15,-1-1-1-15,1-1 1 16,0 0 0-16,-1-3 0 16,-3 0 0-16,0 0 0 0,-1 2 0 15,-2-2 0-15,-4 0-1 16,-2-2 1-16,2 5-1 15,-1-3 1 1,-6 2 4-16,-1-1-3 0,-1-1 4 16,-3 2-4-16,0-2 4 15,-3-2-5-15,-4-1 6 16,0-1-5-16,2 1-1 16,-6-3 1-16,4-1-3 15,1 0 3-15,-7 0-2 16,7 0 1-16,-5 0 0 15,3 2-1-15,-6 1 1 16,5 3 0-16,-5 4-1 0,-1-1 2 16,-3 3-2-16,3 0 2 15,-3 3-2 1,-1 1 2-16,0 3-3 16,0 0 3-16,2-2-1 0,-6 6 0 15,1 1 0-15,-1 4 0 16,1 1 0-16,-4 16 0 15,5-22 1-15,-5 22-1 16,0 0 0-16,0 0 0 16,-2-16 1-16,2 16-1 15,0 0 0-15,0 0 0 16,0 0 0-16,0 0 0 16,0 0 0-16,0 0 2 15,0 0-5-15,0 0 5 16,0 0-1-16,0 0 1 15,0 0 0-15,0 0-1 16,0 0 0-16,0 0-2 0,0 0 5 16,0 0-4-16,0 0-1 15,0 0 2-15,0 0-3 16,0 0 2-16,0 0 2 16,0 0 2-16,0 0 4 15,0 0-5-15,0 0-9 16,-17-9-128-16,17 9-32 15,-42-10-2-15,9 7-8 16,-19-8-1-16</inkml:trace>
  <inkml:trace contextRef="#ctx0" brushRef="#br2" timeOffset="112462.64">30128 14980 465 0,'0'0'201'0,"3"-35"-22"16,1 13-76-16,1 6-37 0,-1 1-57 16,-4 15-9-16,14-23 0 15,-14 23 0 1,0 0 0-16,15-3 0 15,-15 3 0-15,23 36 0 0,-9-3 0 16,1 5 0-16,4 9 0 16,4 3 0-16,-2 4 0 15,1-2 0-15,-6-6 0 16,3-4 0-16,-5-11 0 16,1-5 0-16,-4-9 0 15,-11-17 0-15,16 18 0 16,-16-18 0-16,0 0 0 15,0 0 0-15,0 0 0 16,15-16 0-16,-11 0 0 16,-1-4 0-16,1-8 0 15,3-7 0-15,-2-6 0 16,-2-6 0-16,4-3 0 0,0 0 0 16,2 1 0-16,-2 2 0 15,0 9 0-15,1 5 0 16,-1 11 0-16,-3 3 0 15,-4 19 0-15,0 0 0 16,15-4 0-16,-8 20 0 16,9 7 0-16,-2 6 0 15,8 6 0-15,8 6 0 16,1 6 0-16,2-2 0 0,0-2 0 16,-2-3 0-1,-1-4 0-15,-4-6 0 16,-7-8 0-16,-2-4 0 15,-17-18 0-15,19 19 0 0,-19-19 0 16,0 0 0-16,0 0 0 16,0 0 0-16,11-32 0 15,-15 6 0-15,1-6 0 16,-4-8 0-16,0-5 0 16,-2-4 0-16,2 3 0 15,0 1 0-15,-1 5 0 16,1 7 0-16,3 9 0 15,1 6 0-15,3 18 0 16,-4-17 0-16,4 17 0 16,0 0 0-16,0 0 0 15,0 0 0-15,18 0-86 16,-3 9-77-16,1-8-17 0,14 6-3 16,-1-8-2-16,13 7 0 15</inkml:trace>
  <inkml:trace contextRef="#ctx0" brushRef="#br2" timeOffset="112850.92">31069 15120 461 0,'0'0'184'16,"-14"4"-37"-16,14-4-35 16,0 0-26-16,0 0-53 15,0 0-33-15,0 0 0 16,19-14 0-16,-19 14 0 15,21-4 0-15,-21 4 0 16,26-5 0-16,-26 5 0 16,28-3 0-16,-7 1 0 15,-6-2 0-15,4 3 0 0,-3-3-1 16,5 4-94-16,-6-1-53 16,-15 1-26-16,26-7-2 15,-26 7-2-15,19-9-2 16</inkml:trace>
  <inkml:trace contextRef="#ctx0" brushRef="#br2" timeOffset="113124.11">31123 15333 470 0,'-13'26'177'0,"-2"-9"-20"0,15-17-46 15,-14 28-32-15,14-28-53 16,0 0-25 0,0 0-3-16,23 7 1 15,-4-16-1-15,7-3 0 0,3-3-1 16,4-4 1-16,5-2 0 16,-5-7-48-16,6 2-70 15,0 4-46-15,-9-8-7 16,5 4-5-16,-13-8 1 15,8 6 35-15</inkml:trace>
  <inkml:trace contextRef="#ctx0" brushRef="#br2" timeOffset="115723.96">31742 14751 447 0,'0'0'173'0,"0"0"-35"15,0 0-19-15,0 0-21 16,0 0-50-16,0 0-48 16,0 0 0-16,0 0 0 15,0 0 0-15,0 0 0 16,-15 0 0-16,15 0 0 16,0 0 0-16,0 0 0 0,0 0 0 15,-19-13 0-15,19 13 0 16,0 0 0-16,0 0 0 15,-14-4 0-15,14 4 0 16,0 0 0-16,-16 7 0 16,16-7 0-16,0 0 0 15,-22 23 0-15,22-23 0 16,-23 24 0-16,16-7 0 16,-3 2 0-16,4 2 0 15,-1 1 0-15,4 1-1 16,0 1-3-16,3 4 0 15,0 0 2-15,3 1 0 16,4 0 1-16,-4 1 0 0,6-2 0 16,-2-3-1-16,5 3 2 15,-5-5 0 1,4-3-1-16,-3-1-1 0,3-3 2 16,-1 0-1-16,-10-16 0 15,19 24 1-15,-19-24-2 16,19 14-1-16,-19-14 2 15,19 10 0-15,-19-10 0 16,14-2-1-16,-14 2 1 16,19-7 1-16,-19 7 1 15,16-8-1-15,-16 8 0 16,14-16 1-16,-14 16 0 16,12-19 0-16,-12 19-1 15,10-22 1-15,-10 22-1 16,9-26 1-16,-9 26-1 15,4-26 1-15,-4 26-1 16,3-28 0-16,-3 28 0 0,3-26 0 16,-3 26 1-16,0-26 0 15,0 26-2-15,0-29 3 16,0 29-1-16,4-30 1 16,-8 13-1-16,4 0 0 15,-3 1 0-15,3-1 0 16,-3-1 1-16,-1 1-2 15,1 0 1-15,-3 1-1 16,3 1 0-16,-1-1 0 0,4 16 0 16,-10-29-1-1,10 29 0-15,-9-26 2 16,9 26-2-16,-10-19 0 16,10 19 1-16,-9-18 2 0,9 18-1 15,0 0 1-15,0 0 0 16,-17-15 1-16,17 15 1 15,0 0-1-15,0 0-3 16,-16-7 0-16,16 7 0 16,0 0 0-16,-15-4 0 15,15 4 0-15,-21-1 0 16,21 1-99-16,-19 7-74 16,3-6-15-16,16-1 1 15,-19 9-4-15,19-9 7 16</inkml:trace>
  <inkml:trace contextRef="#ctx0" brushRef="#br2" timeOffset="119186.42">34820 13245 296 0,'0'0'182'0,"-23"30"-39"15,13-11-27-15,0-3-20 16,4 4-19-16,6-20-18 15,-3 30-11-15,3-30-42 16,22 19-6-16,4-14 0 16,4-5 0-16,15-4 0 0,0-1 0 15,14-2 0-15,-1 0-1 16,4-3 1 0,-5 1-1-16,-1-1 2 15,-4 1-1-15,-7 4 1 16,-12 0-1-16,-10 2 0 0,-23 3 0 15,19-4 0-15,-19 4 0 16,-19 7 0-16,-4 0 0 16,-6 0 0-16,-8 1-5 15,-8 1-1-15,-4 2 3 16,-3 1 2-16,4-2 1 16,3 0-1-16,6-1 6 15,6-2-3-15,14-4 0 16,19-3-1-16,0 0 0 15,0 0 1-15,38-13-1 16,2 2 0-16,6-3-4 16,6-1 2-16,5-1 1 0,-2 1 0 15,1 1 0-15,-14 2 0 16,-6 3 3-16,-13 6-7 16,-8 1 1-16,-15 2 1 15,0 0-1-15,-29 24 1 16,-6-10 1-16,-5 7 0 15,-8 1-2-15,-10 4 6 16,3 0 0-16,-1 4-1 16,4-4 0-16,3-4 1 15,15-3 2-15,4-3-2 16,11-8-3-16,19-8 0 16,0 0 0-16,0 0 0 15,4-15 0-15,-4 15 0 0,26-25 0 16,-14 10 0-16,0-1-18 15,-12 16-53-15,24-24-20 16,-24 24-8-16,16-16-15 16,-16 16-15-16,0 0-18 15,0 0-15-15,0 0 6 16,0 0 121-16</inkml:trace>
  <inkml:trace contextRef="#ctx0" brushRef="#br2" timeOffset="120395.28">34324 13516 27 0,'3'27'26'0,"-10"3"5"16,7 6-7-16,-3 2 2 16,-4 7-7-16,-2 7 1 0,-5 3-6 15,-2 3-1-15,-3 7 2 16,-7 3-7 0,-3 1-2-16,-6 2 0 15,-8-2 18-15,-11 0 17 0,-9 1 15 16,-4 2 12-16,-11-6 9 15,-4 3 5-15,-12-1 12 16,-3 6-5-16,-7-3-15 16,-5 7-19-16,-8-5-14 15,-1 5-12-15,-9 0-11 16,3 0 0-16,-10 1-13 16,-2-1 0-16,-1-3-2 0,-5-1 1 15,0-1-1-15,-4-4-1 16,4-3-2-1,-8 0 0-15,-3-9-2 16,4-7 3-16,0-2-2 0,0-6 2 16,-4-6-2-16,2-6 0 15,-5-8 1-15,-1-6-2 16,5-4-1-16,-6-10-21 16,5-4-10-16,0-12-1 15,2-3-2-15,-5-14-14 16,10-2-22-16,-3-12-1 15,10-2 1-15,-5-9 20 16,12-4 9-16,2-11-2 16,10-9 13-16,12-6 16 15,6-15 31-15,13-11-2 16,11-9 5-16,14-13 0 16,9-9 1-16,9-1 5 0,8-3 0 15,9 5 4-15,3 7-4 16,7 10 19-16,1 6 12 15,6 18-2-15,-2 10 2 16,9 18-4-16,-2 6-5 16,7 16-11-16,-3 6-1 15,3 12-18-15,0 7-13 16,3 6 0-16,1 2-2 16,-4 18 2-16,12-26-4 15,-12 26 4-15,14-20-3 16,-14 20 0-16,12-21 0 15,-12 21-1-15,10-17 1 16,-10 17 0-16,0 0-1 0,7-19 1 16,-7 19 0-16,0 0 1 15,0 0-1-15,0 0 0 16,0 0 1-16,0 0 0 16,0 0-1-16,0 0 2 15,0 0-1-15,0 0-16 16,0 0-61-16,0 0-53 15,9-18-27-15,10 4-15 16,-5-19 0-16,12-8-3 16</inkml:trace>
  <inkml:trace contextRef="#ctx0" brushRef="#br2" timeOffset="121302.43">28611 11980 175 0,'19'-5'84'16,"7"5"11"-16,7-2 12 15,2-1-1-15,10 6-14 16,10-5-14 0,17 4-12-16,9-7-8 0,20 2-9 15,15-8-15-15,18 3-24 16,20-6-11-16,13-4 2 15,17-2 1-15,7-1-1 16,7 0 1-16,10 4 1 16,-1 1-1-16,4 4-1 15,-4 5 2-15,-6 5-3 16,-10 4 1-16,-5 5 0 16,-11 5-1-16,-13 4-1 15,-16 3 0-15,-8 0 1 16,-18 3 1-16,-12 1-1 15,-11-1-1-15,-15 1 3 16,-11-2-3-16,-10-2 2 0,-16-4-1 16,-5-4 0-16,-11-3-1 15,-3-1 2-15,-10-3-1 16,-16-4 2-16,19-2-1 16,-19 2 1-16,0-23 1 15,-7 4-3-15,-5-8 2 16,0-8-2-16,-6-5 1 15,-1-7-2-15,0-4-6 0,0-1 4 16,-2-2-4-16,2 4 0 16,-4 1 0-1,4 4 1-15,-3 5-1 16,-8 6 4-16,1 6 8 0,-4 9-3 16,-2 4 5-16,2 6 3 15,-5 5-1-15,5 6-2 16,7 2-6-16,3 4-3 15,23-8-4-15,-22 30-1 16,25-8 0-16,13 2-2 16,10 11 6-16,10 3 0 15,9 4 8-15,8 3-1 16,2 1 1-16,2 3 0 16,2 1 0-16,-1 2-1 15,-15-2-4-15,-5 4 4 16,-8 6-1-16,-15 8 4 15,-15 6-3-15,-12 11 4 0,-17 7-9 16,-9 1-68-16,-2 4-54 16,-2 0-32-16,-3-15-15 15,22-8-3-15,6-20 2 16</inkml:trace>
  <inkml:trace contextRef="#ctx0" brushRef="#br2" timeOffset="121818.34">35164 13477 179 0,'0'0'95'0,"-23"0"11"16,23 0 8-16,-17 0-6 15,17 0-11-15,0 0-4 0,0 0-13 16,0 0-14-16,0 0-24 16,0 0-20-16,0 0-22 15,7-17-4 1,-7 17 1-16,22-12-1 0,-22 12 3 16,19-9 0-16,-19 9 1 15,18-7 1-15,-18 7 0 16,0 0 0-16,0 0 0 15,0 0 2-15,0 0-2 16,0 0 1-16,0 0-79 16,0 0-46-16,0 0-24 15,-18 13-22-15,3-15-3 16,-1 7-7-16,-13-3 48 0</inkml:trace>
  <inkml:trace contextRef="#ctx0" brushRef="#br2" timeOffset="122658.93">34216 13503 97 0,'-4'18'95'16,"4"-18"-39"-16,-8 22-12 15,4-4-17-15,-3 1-11 16,-1 0-9-16,-6 3 0 16,5 2-4-16,-5 6-3 15,2 3-10-15,-2 5-12 16,-1 3-7-16,1 4-6 15,-5 5 0-15,6 8-2 16,-9 0 2-16,1 6 1 16,-10 1 10-16,1 4 2 15,-11 3-1-15,-8 6 26 0,-10 2 10 16,-12 1 15-16,-4 8 10 16,-10-1-1-16,-5 7 0 15,-11 0-10-15,0 2 23 16,-8-3-24-16,5 3-13 15,-4-4-19-15,-1-5-23 16,1 1-5-16,-4-11-1 16,0-4 13-16,0-6-11 15,-5-6 4-15,-2-10 12 16,1-5 13-16,-2-6 19 16,-7-10 8-16,4-1 5 15,-6-10 4-15,-1-4-1 16,0-9-9-16,-2-7-25 0,2-7-16 15,-6-7-13-15,-1-3-2 16,-2-9-6-16,2-2-3 16,-5-8-3-16</inkml:trace>
  <inkml:trace contextRef="#ctx0" brushRef="#br2" timeOffset="123534.55">28260 13422 292 0,'0'0'132'16,"-7"-22"0"-16,7 22-9 15,0 0-9-15,-22-16-17 0,22 16-16 16,-23 9-37-16,8 1-48 16,-8 7-1-16,0 8-3 15,-6 6 5-15,-4 9 0 16,-5 3 4-16,-7 9-4 15,-4 3 5-15,-7 4-1 16,1 0-3-16,-1 0 5 16,3-7-4-16,4-6 1 0,6-4 0 15,8-9 1 1,9-11-3-16,7-8 1 16,19-14 4-16,-18 7 0 15,18-7 1-15,11-33-2 0,-1 2 0 16,9-5-1-16,4-9 2 15,3-6-5-15,3-6 2 16,3-5 0-16,1 0-2 16,3-1 1-16,-5 1 0 15,2 3 0-15,-3 6 0 16,1 4 2-16,-8 6-2 16,1 8-1-16,-8 7 2 15,-1 8 0-15,-15 20 0 16,19-23-1-16,-19 23-1 15,0 0 1-15,0 0-2 16,0 0 1-16,0 0 0 16,18 21 0-16,-3-5 1 0,8 1 2 15,10 4-1-15,15-1 1 16,10 3-1-16,16-4 0 16,11-2 1-16,9-1 0 15,3-6 0-15,4-1-1 16,-4 0 1-16,-12-4-2 15,-5 0-81-15,-17-2-68 16,-22-4-17-16,-4-1-5 16,-22-10 0-16,-15 12-8 15</inkml:trace>
  <inkml:trace contextRef="#ctx0" brushRef="#br2" timeOffset="125430.9">35283 13394 126 0,'0'0'64'0,"-29"12"0"16,29-12-7-16,-19 9-1 16,19-9-5-16,0 0 8 15,0 0 24-15,22 0-6 16,-6-7-9-16,10 4-1 16,0-6-2-16,4 4-3 15,3-4-8-15,1 6-17 16,-4-2-36-16,-4 1 0 15,-7 1 3-15,-3 3 0 16,-16 0-3-16,0 0-2 0,0 0 0 16,-23 8 0-16,-3 1 1 15,-9 0-1-15,-6 1-3 16,-3 2 1-16,-4 2 4 16,-1 0 1-16,4 0 0 15,7 0-1-15,8-6 3 16,8-1-3-16,22-7-3 15,0 0 0-15,0 0 1 16,0 0 0-16,34-15-1 16,-4 4-1-16,3-1 0 15,2 0 1-15,-3 0 3 16,1-2-1-16,-1 4 0 16,-8 1-1-16,-5 2 1 0,-19 7 5 15,23-5-1-15,-23 5-1 16,0 0-2-16,0 0 0 15,0 0 0-15,-14 22 1 16,14-22-1-16,-16 12-3 16,16-12-1-16,0 0 2 15,-22 19 3-15,22-19 1 16,0 0-1-16,0 0 0 16,0 0 0-16,0 0-1 15,0 0 1-15,0 0-3 16,0 0-2-16,0 0-2 15,0 0 1-15,0 0 1 16,22 6-2-16,-22-6 2 0,16 5-1 16,-16-5 2-16,22 7 0 15,-22-7 1-15,26 5 0 16,-26-5 1 0,21 5 1-16,-21-5 0 0,16 2 0 15,-16-2 0-15,0 0 1 16,0 0 2-16,0 0 0 15,0 0 0-15,0 0-1 16,0 0 1-16,0 0 0 16,0 0-1-16,-19-4-2 15,19 4 0-15,0 0-3 16,0 0 0-16,0 0-1 16,0 0-1-16,0 0-2 0,0 0 1 15,0 0 2-15,0 0 1 16,22-15 0-1,-22 15 0-15,32-11 1 16,-15 4 1-16,2 2-80 0,0-2-59 16,-19 7-25-16,19-17-17 15,-19 17-7-15,-2-21-4 16</inkml:trace>
  <inkml:trace contextRef="#ctx0" brushRef="#br2" timeOffset="126507.67">30020 24367 283 0,'0'0'172'16,"0"0"-33"-16,0 0-20 0,0 0-16 16,0 0-13-1,0 0-25-15,0 0-42 16,0 16-24-16,0-16 0 15,7 19 1-15,0 0 0 0,0 5-1 16,5 0 2-16,-1 6-3 16,1 2 3-16,-2-6-3 15,2-1 2-15,2-6 0 16,-14-19 5-16,32 8 2 16,-15-16-2-16,9-6 2 15,5-16-5-15,6-11 6 16,11-14-8-16,4-10 0 15,9-4 0-15,5-5 0 16,5-1 0-16,-3 1 0 16,0 8 0-16,-6 9 0 15,-5 14 0-15,-4 5 0 16,-14 12 0-16,-7 8 0 0,-13-2 0 16,-2 11 0-16,-17 9-2 15,16-10-119-15,-16 10-56 16,-16-19-16-16,-1 10-1 15,-11-7-5-15,-1 15 63 16</inkml:trace>
  <inkml:trace contextRef="#ctx0" brushRef="#br2" timeOffset="128342.97">12232 1412 320 0,'-68'21'203'0,"68"-21"-7"16,0 0-82-16,0 0-51 15,0 0-11-15,0 0-2 16,106 71-25-16,-106-71-25 16,120 14 0-16,-120-14 0 0,133 7 0 15,-133-7 0-15,113 2-105 16,-113-2-74-16,97-5-10 16,-97 5 1-16,78-28-11 15,-78 28 37-15</inkml:trace>
  <inkml:trace contextRef="#ctx0" brushRef="#br2" timeOffset="129650.9">13726 1092 561 0,'0'0'200'15,"-88"94"-16"-15,88-94-133 16,-58 79-24-16,58-79-27 16,-40 99 0-16,40-99 0 15,-12 118 0-15,12-118 0 16,26 112 0-16,-26-112 0 16,52 95 0-16,-52-95 0 15,75 64 0-15,-75-64 0 16,87-6 0-16,-87 6 0 15,90-52 0-15,-90 52 0 16,78-90 0-16,-78 90 0 0,59-111 0 16,-59 111 0-16,30-102 0 15,-30 102 0 1,-11-87 0-16,11 87 0 16,-48-71 0-16,48 71 0 0,-75-47 0 15,75 47 0-15,-87-13 0 16,87 13 0-16,-81 8 0 15,81-8 0-15,0 0 0 16,0 0 0-16,-68 40 0 16,68-40 0-16,0 0 0 15,0 0 0-15,109-24 0 16,-109 24 0-16,101-35 0 16,-101 35 0-16,116-38 0 0,-116 38 0 15,111-28 0 1,-111 28 0-16,98-8 0 15,-98 8 0-15,100 24 0 16,-100-24 0-16,104 59 0 0,-104-59 0 16,110 81 0-16,-110-81 0 15,107 85 0-15,-107-85 0 16,87 71 0-16,-87-71 0 16,0 0 0-16,82 54 0 15,-82-54 0-15,0 0 0 16,0 0 0-16,0 0 0 15,0 0 0-15,29-85 0 16,-29 85 0-16,-14-71 0 0,14 71 0 16,-15-69 0-1,15 69 0-15,0 0 0 16,0 0 0-16,-4-77 0 16,4 77 0-16,0 0 0 0,0 0 0 15,0 0 0-15,97-13 0 16,-97 13 0-16,101-11 0 15,-101 11 0-15,146-19 0 16,-64 5 0-16,1-6 0 16,2-1 0-16,-7-2 0 15,-7 1 0-15,-71 22 0 16,94-38 0-16,-94 38 0 16,0 0 0-16,0 0 0 15,0 0 0-15,0 0-9 16,0 0 1-16,0 0 6 15,0 0-11-15,-82 12 2 16,82-12 9-16,0 0 17 0,-74 99-12 16,74-99 9-16,-26 74-12 15,26-74 15-15,0 0-15 16,26 92 0-16,-26-92 0 16,0 0 0-16,85 38 0 15,-85-38 0-15,74-2 0 16,-74 2 0-16,79-21 0 15,-79 21 0-15,0 0 0 16,93-55 0-16,-93 55 0 16,0 0 0-16,0 0 0 15,68-75 0-15,-68 75 0 16,0 0 0-16,0 0 0 0,0 0 0 16,0 0 0-16,0 0 0 15,78-5-2-15,-78 5 4 16,0 0-2-16,104 50 0 15,-104-50 0-15,84 56 0 16,-84-56 0-16,81 64 0 16,-81-64 0-16,0 0 0 15,75 86 0-15,-75-86 0 16,0 0 0-16,0 0 0 16,0 0 0-16,0 0 0 15,83 14 0-15,-83-14 0 16,63-72 0-16,-63 72-59 15,104-108-113-15,-104 108-21 0,135-126 0 16,-53 55-9-16,5 3 1 16</inkml:trace>
  <inkml:trace contextRef="#ctx0" brushRef="#br2" timeOffset="132070.62">16984 1123 210 0,'0'0'176'0,"0"0"12"16,0 0-75-16,-71 26-8 15,71-26-1-15,0 0-25 16,9-98-40-16,-9 98-39 15,10-111 9-15,-10 111-9 16,7-126 0-16,-7 126 0 16,-10-122 0-16,10 122 0 15,-19-88 0-15,19 88 0 16,0 0 0-16,0 0 0 16,0 0 0-16,0 0 0 15,-75 23 0-15,75-23 0 16,-7 102-2-16,7-102-8 15,17 121 4-15,2-52 6 0,-19-69 0 16,65 118 7-16,-65-118 4 16,97 83-11-16,-97-83 0 15,123 50 0-15,-48-38 0 16,-1-10 0-16,5-9 0 16,-5-7 0-16,-3-5 0 15,-71 19 0-15,124-53 0 16,-124 53 0-16,81-66 0 15,-81 66 0-15,0 0 0 16,35-82 0-16,-35 82-6 16,0 0 0-16,0 0-2 15,-87-8-4-15,87 8-8 16,-75 36 13-16,75-36 3 0,0 0-1 16,-85 76 6-16,85-76-4 15,0 0 1-15,0 0 8 16,0 0 5-16,0 0-5 15,0 0-2-15,0 0-1 16,92 31-2-16,-92-31 3 16,0 0-8-16,98 13 4 15,-98-13-10-15,0 0 7 16,86 27 7-16,-86-27-3 16,0 0 6-16,85 21 0 15,-85-21 4-15,0 0-8 16,103-10 10-16,-103 10-7 0,75-30-4 15,-75 30-2-15,78-47 0 16,-78 47 0-16,0 0 0 16,93-98 0-16,-93 98 0 15,40-71 0-15,-40 71 0 16,0 0 0-16,23-75 0 16,-23 75 0-16,0 0 0 15,0 0 0-15,0 0 0 16,0 0-9-16,0 0-3 15,-4 75-3-15,4-75 20 16,23 112-7-16,-4-36 9 16,-2 9-9-16,3 9 4 15,-1-2-2-15,-4-1 5 0,-1 4 2 16,-7-1-15-16,-5-9 6 16,1-18 0-1,-3-10-1-15,0-12 6 0,-3-12 11 16,3-33-2-16,0 0-12 15,0 0 0-15,-5-109 0 16,5 33 0-16,0-14 0 16,3-14 0-16,-1-7 0 15,8 1 0-15,6 16 0 16,1 8 0-16,2 13 0 16,-19 73 0-16,52-109 0 15,-52 109 0-15,72-54 0 16,-72 54 0-16,78-7-4 0,-78 7-10 15,71 30 2-15,-71-30 8 16,0 0-10 0,64 79 9-16,-64-79-4 15,0 0-1-15,-23 85 8 0,23-85 3 16,0 0-2-16,-93 49-3 16,93-49 4-16,-85 20-10 15,85-20 14-15,-84 12-3 16,84-12-1-16,0 0-1 15,-88 16 7-15,88-16 14 16,0 0-10-16,0 0 5 16,0 0-4-16,0 0 11 15,81 35-22-15,-81-35 0 0,94 0 0 16,-94 0 0 0,108-26 0-16,-108 26 0 15,113-40 0-15,-113 40 0 16,97-61 0-16,-97 61-14 0,74-71 16 15,-74 71-5-15,53-71 8 16,-53 71 2-16,0 0-6 16,36-86-3-16,-36 86 6 15,0 0-4-15,0 0-8 16,0 0 4-16,0 0-6 16,0 0 2-16,0 0-4 15,0 0 4-15,-14 86-2 16,14-86 18-16,11 118-10 15,-3-31 8-15,-4 13-9 16,3 16 9-16,-4 21 1 16,-3 12 2-16,4-2-12 15,-8 0-14-15,1-3 12 0,-1-27-9 16,1-15 13-16,3-24-2 16,0-38 3-16,0-40 9 15,0-54 0-15,3-27 15 16,-3-31-1-16,0-20-16 15,0-20-7-15,4-11 0 16,3 0 0-16,1 16 0 16,3 29 0-16,4 16 0 15,8 17 0-15,-23 85-7 16,48-109 8-16,-48 109-4 16,0 0 7-16,85-67 1 15,-85 67-8-15,75 5-3 16,-75-5-4-16,75 33 5 0,-75-33-11 15,0 0-1-15,87 78 4 16,-87-78 10-16,0 0 0 16,3 80 2-16,-3-80 1 15,0 0 6-15,-71 65-4 16,71-65 14-16,-78 42-9 16,78-42-7-16,-78 34 2 15,78-34 6-15,0 0 0 16,-87 52-3-16,87-52-3 15,0 0 7-15,0 0 0 16,0 0-6-16,0 0-3 16,0 0 0-16,0 0 0 0,97 35 0 15,-97-35 0-15,94-21 0 16,-94 21 0-16,104-40 0 16,-104 40 0-1,90-46 0-15,-90 46 0 0,75-57 0 16,-75 57-1-16,0 0-5 15,0 0 6-15,74-84-10 16,-74 84 6-16,0 0-2 16,0 0-1-16,0 0-3 15,0 0 6-15,0 0 3 16,0 0-7-16,0 0 12 16,27 85 1-16,-27-85 13 15,0 0-8-15,67 87 4 0,-67-87-12 16,75 41 2-16,-75-41-4 15,85 19 0-15,-85-19 0 16,90-10 0-16,-90 10 0 16,68-50-99-16,-68 50-61 15,52-88-28-15,-52 88-5 16,23-122-1-16,-23 50 8 16</inkml:trace>
  <inkml:trace contextRef="#ctx0" brushRef="#br2" timeOffset="132234.74">20071 672 356 0,'-82'12'180'0,"82"-12"5"15,0 0-76-15,0 0-35 16,0 0-52-16,-71 40-108 16,71-40-89-1,0 0-8-15,0 0 1 0,0 0-5 16,0 0 75-16</inkml:trace>
  <inkml:trace contextRef="#ctx0" brushRef="#br2" timeOffset="133430.59">20178 969 395 0,'0'0'205'0,"26"-83"-45"16,-26 83-59-16,0 0-4 15,0 0-53-15,0 0-42 16,71 30-3-16,-71-30 2 16,26 69-8-16,-26-69 5 15,13 93-11-15,-13-93 11 16,13 82 4-16,-13-82 11 16,0 0-8-16,23 71 8 15,-23-71-6-15,0 0-17 16,0 0 13-16,80-35-7 15,-80 35 1-15,0 0-15 16,88-99 16-16,-88 99-2 0,0 0 5 16,82-95 11-16,-82 95-7 15,0 0-14-15,0 0 13 16,68-38-3-16,-68 38-5 16,0 0-3-16,0 0 2 15,87 78 2-15,-87-78-2 16,67 49 6-16,-67-49 1 15,85 46-1-15,-85-46 1 16,101 18-7-16,-101-18 9 16,123-26-15-16,-123 26 13 15,130-56 6-15,-130 56-10 16,132-95 3-16,-132 95 0 16,108-111 11-16,-108 111-7 0,64-90 6 15,-64 90-16-15,0 0 1 16,7-72-2-16,-7 72 8 15,0 0-7 1,-97 45-2-16,97-45-7 0,-85 76 6 16,85-76 3-16,-78 83 5 15,78-83 0-15,-49 69-4 16,49-69 10-16,0 0-3 16,0 0 3-16,0 0-6 15,0 0 5-15,0 0 1 16,101-9-2-16,-101 9 5 15,0 0-7-15,100-36 1 16,-100 36-3-16,0 0 5 0,86 2-7 16,-86-2-5-16,0 0 3 15,78 90 1 1,-78-90-5-16,60 107 6 0,-34-34 3 16,4 8 4-16,-8 9-7 15,-2 17 7-15,-3 16-10 16,-5 11-9-16,-8 8 6 15,-4 5-6-15,-11 0 2 16,-1-16-3-16,-7-6 11 16,-5-26-7-16,-4-30 16 15,-5-26 8-15,-5-36-2 16,-6-29-1-16,3-35 7 16,-1-42 2-16,5-28 5 15,6-18-7-15,7-9-11 16,15-2-2-16,16 6-4 15,12 9 0-15,13 15 0 16,14 34 0-16,12 13-46 0,-58 79-85 16,126-116-37-16,-54 71-23 15,-72 45 4-15,138-75-20 16</inkml:trace>
  <inkml:trace contextRef="#ctx0" brushRef="#br2" timeOffset="135802.27">23388 956 590 0,'0'0'188'16,"0"0"-62"-16,0 0-64 15,-85-11-33-15,85 11-34 16,-80-2 5-16,80 2-7 16,-78 32 4-16,78-32-2 15,0 0-6-15,-85 86 16 16,85-86 8-16,0 0-11 16,-30 78 12-16,30-78-12 15,0 0-6-15,0 0 7 16,0 0-2-16,101-5-7 15,-101 5-8-15,75-42 14 16,-75 42-9-16,74-36 17 0,-74 36-5 16,0 0-4-16,97-7-3 15,-97 7 2-15,0 0 10 16,75 64-7-16,-75-64 6 16,0 0-6-16,82 85 13 15,-82-85-12-15,0 0 13 16,93 52-15-16,-93-52 0 15,0 0 0-15,101-16 0 16,-101 16-4-16,0 0-15 16,87-86 16-16,-87 86-1 15,43-97 7-15,-43 97-3 16,19-120 12-16,-19 120 3 0,4-121-15 16,-4 121 0-16,-23-100 0 15,23 100 0-15,0 0 0 16,-55-76 0-16,55 76 0 15,0 0-10-15,0 0-6 16,-82 86 6-16,82-86 1 16,-16 113 7-16,16-113-3 15,7 136 14-15,-7-136-12 16,42 125 11-16,-42-125-6 16,68 111 13-16,-68-111 3 15,78 71-15-15,-78-71-3 16,85 21 0-16,-85-21 0 15,76-30 0-15,-76 30 0 0,70-78 0 16,-70 78 0-16,48-126 0 16,-32 51 0-16,-6-1 0 15,-8 5 0 1,-2 0 0-16,0 71 0 0,-16-100 0 16,16 100 0-16,0 0 0 15,0 0 0-15,0 0 0 16,-67 50-15-16,67-50-1 15,-23 130 2-15,16-52 7 16,11 1 2-16,3-8 7 16,5-1 1-16,-12-70 5 15,45 100 0-15,-45-100 10 16,0 0-1-16,82 69-16 0,-82-69-1 16,0 0 0-16,90-26 0 15,-90 26 0 1,0 0 0-16,78-88 0 15,-78 88 0-15,0 0 0 0,59-76-2 16,-59 76-17-16,0 0 17 16,0 0 4-16,0 0-5 15,0 0 4-15,0 0-5 16,61 71 9-16,-61-71-11 16,0 0 24-16,74 90-8 15,-74-90-10-15,71 43 0 16,-71-43 0-16,79 9 0 15,-79-9 0-15,74-31 0 16,-74 31 0-16,0 0 0 16,59-106 0-16,-59 106 0 15,-7-97 0-15,7 97 0 16,-45-85 0-16,45 85 0 0,-78-46-1 16,78 46-14-16,-108-7-10 15,108 7 11-15,-109 48 6 16,109-48 1-16,-92 71 0 15,92-71 14-15,0 0 14 16,-57 94-5-16,57-94 4 16,0 0-16-16,0 0 3 15,109 13-5-15,-109-13-2 16,108-41 0-16,-108 41-1 0,123-62-4 16,-123 62 5-1,130-63 6-15,-130 63-6 16,117-40 0-16,-117 40 0 15,93-12 0-15,-93 12 0 0,0 0-3 16,91 42-8-16,-91-42-2 16,0 0-13-16,26 95 17 15,-26-95 15-15,0 0-3 16,-6 87 2-16,6-87-4 16,0 0 6-16,0 0 3 15,0 0 17-15,0 0-24 16,0 0-3-16,0 0 0 15,0 0 0-15,0 0 0 16,0 0 0-16,0 0 0 16,0 0 0-16,80-59 0 15,-80 59 0-15,0 0 0 16,85 3 0-16,-85-3 0 0,97 14 0 16,-97-14 0-16,110 12 0 15,-110-12 0-15,111 9 0 16,-111-9 0-16,90-11 0 15,-90 11 0-15,0 0 0 16,0 0 0-16,71-67 0 16,-71 67 0-16,0 0 0 15,-29-78 0-15,29 78 0 16,0 0 0-16,0 0 0 16,0 0-2-16,-71-69-3 15,71 69 2-15,0 0 13 16,0 0-10-16,0 0 0 0,0 0 0 15,0 0 0-15,0 0 0 16,0 0 0-16,71-28 0 16,-71 28 0-16,0 0 0 15,0 0 0-15,73-38 0 16,-73 38 0-16,0 0 0 16,0 0 0-16,0 0 0 15,0 0 0-15,0 0 0 16,0 0 0-16,0 0-2 15,0 0-12-15,0 0 0 16,0 0 8-16,0 0 8 16,0 0-1-16,-40 71-3 15,40-71 6-15,0 0-3 0,0 0-2 16,0 0 11 0,0 0-2-16,62 73-1 0,-62-73-1 15,0 0-6-15,103-6 0 16,-103 6 0-16,100-15 0 15,-100 15 0-15,124-24 0 16,-124 24 0-16,130-26 0 16,-130 26 0-16,107-16 0 15,-107 16 0-15,72-9 0 16,-72 9 0-16,0 0 0 16,0 0 0-16,0 0 0 15,0 0-5-15,0 0-6 16,-89 44 15-16,89-44-22 0,0 0 11 15,-90 34 5-15,90-34-2 16,0 0 14 0,0 0-4-16,0 0 3 15,0 0-1-15,0 0 2 0,87 45-10 16,-87-45 0-16,92-19 0 16,-92 19 0-16,93-43 0 15,-93 43 0-15,82-83 0 16,-82 83 0-16,64-102 0 15,-64 102 0-15,45-106 0 16,-45 106 0-16,16-86 0 16,-16 86 0-16,0 0 0 15,0 0 0-15,0 0 0 16,0 0 0-16,-57 86-5 16,57-86-4-16,-23 137 3 15,23-54 5-15,4 4-5 16,4 6 4-16,3-8-4 0,1-9 5 15,2-7-35-15,-14-69-47 16,15 108-32-16,-15-108-54 16,0 0-4-16,0 0 6 15,0 0 3-15,0 0 85 16</inkml:trace>
  <inkml:trace contextRef="#ctx0" brushRef="#br2" timeOffset="136650.87">14153 1909 568 0,'26'-22'170'16,"26"8"-3"-16,7 21-154 15,25-12-37-15,13 8 46 16,17 8-6-16,18-6 3 16,14 3-8-16,21-4 8 0,10-8-3 15,15-1 3-15,18 7-12 16,18-9-7-16,11-9-1 16,15 6 0-1,20-14 3-15,9 3-2 0,19 9 0 16,16-11 0-16,15-1 0 15,7 0 0-15,11-2 0 16,8 5 0-16,4 0 0 16,2 1 0-16,4 1 0 15,3-2 0-15,1 5 0 16,4-1 0-16,1 8 0 16,6-8-3-16,-6 7 4 15,-5-1-1-15,-6-4 0 0,-10 6 1 16,-8-1 0-16,-14 4-1 15,-14-4 0-15,-14 5 0 16,-15 0 0-16,-19-1 0 16,-17 3 0-16,-16 3 0 15,-23-2 0-15,-19-5 0 16,-23 9 0-16,-17-5 0 16,-28-1 0-16,-13 4 0 15,-29 4 0-15,-88-4 0 16,120 5 0-16,-120-5-22 15,0 0-111-15,0 0-41 16,0 0 0-16,0 0-5 16,22-97-23-16</inkml:trace>
  <inkml:trace contextRef="#ctx0" brushRef="#br2" timeOffset="141630.53">25865 23079 134 0,'0'0'162'0,"0"0"-26"15,0 0-38-15,0 0 1 16,0 0-17-16,0 0-13 16,0 0-18-16,0 0-6 15,3 16-10-15,-3-16-9 16,5 15-16-16,-5-15-21 16,18 33 0-16,-9-14 7 15,4 4 5-15,3 4 0 16,3-1 0-16,2-1-5 0,5 1 6 15,-3-7-7-15,4-7 9 16,3-2-3-16,-1-6 1 16,4-13-2-16,6-3-2 15,-3-7 9-15,6-9-10 16,-1-3 9-16,3-2-8 16,-6-7-2-16,0-1 1 15,-8 3-1-15,-4-6 6 16,-4 8-6-16,-8 3 5 15,-5 5-1-15,-6 6 7 16,-3 5 3-16,0 17-2 16,0 0 0-16,-22-4 0 15,9 20 2-15,-4 3-3 0,-5 3-1 16,-1 8-6-16,-7 1-1 16,-4 3-1-1,-3-2 0-15,-4 4 0 16,-4-8 2-16,-1 1-2 0,-2-8 2 15,-4-2-3-15,3-12 1 16,4-7-4-16,-4-4 1 16,3-11-4-16,0-1-2 15,5-11 1-15,3-1-2 16,1-3 3-16,8-2 0 16,6 2 4-16,4-1 1 15,8 5 2-15,3 4 1 16,4 6 0-16,4 17 0 15,-3-19 3-15,3 19-1 0,7 16 0 16,1 3 1-16,3 3-2 16,-1 6 1-1,2 1 0-15,8 4 1 0,2 3-2 16,-3-6 2-16,7 1-3 16,4-10 4-16,-1 0-4 15,4-9 6-15,5 0-4 16,4-12 2-16,-2-11-2 15,9-1-1-15,-1-8 1 16,4-1-2-16,0-9 4 16,2 3-7-16,-5-10 6 15,-1 4-4-15,-4 2 3 0,-6 0-1 16,-5 2 3 0,-10 4-3-16,-8 8 3 15,-15 17 3-15,18-7 2 16,-18 7-1-16,-7 28-1 0,-4-2 0 15,-4 5-1-15,-5 5 3 16,-2-1-6-16,-4-2 0 16,-4 5-3-16,-3-3 3 15,-1-6 0-15,-3-3 1 16,-1-4-7-16,2-4 4 16,-3-6-3-16,-1-12-1 15,6-12-3-15,-3-7-2 0,6-6 0 16,-2-7-2-1,7-6 8-15,0-6-6 16,7 1 6-16,0 5-5 16,5 3 8-16,-2 4-3 15,6 9 3-15,3 1-1 0,7 21 4 16,0 0-2-16,0 0 0 16,0 0 3-16,-9 28-1 15,18-6 0-15,-2 6-3 16,7 3 0-16,1 0-3 15,8-2 3-15,3-3-2 16,0-5-2-16,7-2 2 16,2-7 2-16,5-3-1 15,-2-9 3-15,7-7-1 16,4-3-2-16,-1-8 2 16,1-1 2-16,-4-7-2 15,3-5-1-15,-4-2 1 0,-6-1-1 16,-5-1 1-16,-7 0 0 15,-7 8-1-15,-7 3 3 16,-5 6 5-16,-7 18-1 16,0 0 1-16,0 0-2 15,-19 24 1-15,2 6-1 16,-6 5 0-16,-3 4-1 16,-2 3-6-16,-8-1 2 15,-2 4-4-15,-2-3 6 16,-2-6-2-16,1-6 2 15,-5-8-6-15,7-10 2 16,0-3-3-16,3-9 0 16,1-14 0-16,2-7-5 0,4-1-1 15,-1-8 0-15,8-2 6 16,-1 0-5-16,4-2 5 16,3 1-1-16,6 5 3 15,-1 6 0-15,6 4 2 16,2 3 0-16,3 15 0 15,0 0 1-15,0 0-2 16,12 26 2-16,-2-4-1 16,3 1 1-16,7 4-1 15,3 1 1-15,8 5-2 16,-1-9 4-16,10 1-4 16,-2-13 4-16,7-5-3 15,0-4 0-15,7-6 1 0,0-6-1 16,4-8 0-16,-4 1-3 15,0-6 5-15,-4 2-4 16,-2-2 3 0,-8 1 0-16,-9 0 0 0,-6 4 0 15,-23 17 6-15,22-22 0 16,-22 22 0-16,0 0 3 16,0 0-2-16,-26-4-49 15,26 4-49-15,-34 26-41 16,16-12-28-16,-1 3-19 15,0 1-1-15,5 1 14 16</inkml:trace>
  <inkml:trace contextRef="#ctx0" brushRef="#br2" timeOffset="147555.15">26283 23095 70 0,'0'0'44'15,"0"0"6"-15,0 0-6 0,0 0-8 16,0 0-2-16,0 0-4 15,0 0-4-15,0 0-7 16,0 0-27 0,0 0-35-16,0 0-30 0,19 7-15 15,-19-7-12-15,0 0 60 16</inkml:trace>
  <inkml:trace contextRef="#ctx0" brushRef="#br2" timeOffset="154605.17">29340 11767 1 0,'-42'5'53'0,"9"6"-27"16,7-6-7-16,7 2-4 0,19-7-3 16,-19 10 0-16,19-10 0 15,0 0 0-15,26 5 0 16,-3-3 4-16,3-4 7 15,3 4 7-15,9-5 3 16,8 1 5-16,-1-3-1 16,10 0-1-16,8-1-4 15,1-2-4-15,7-1-6 16,4-1 2-16,6-1 11 0,6-2 2 16,7-3-5-1,0 2 3-15,1-1-3 16,7-1-3-16,-1 0 4 15,0 3-8-15,3 0-11 0,-3 6-9 16,-1 4 7-16,1 1-7 16,0 7 8-16,-8 1 5 15,1 8-8-15,-4-2 3 16,1 3-6-16,-3 1 4 16,-6 3-6-16,-6-5 11 15,2 0-8-15,-3-2 0 16,3-4 0-16,-3-1 0 15,3-2 0-15,-4-3-2 16,5 0-1-16,-5 0-5 16,-3-2 1-16,-3 1-2 15,-7 1-1-15,-9 3 1 16,-7 0-1-16,-9 1 3 0,-6 1-1 16,-7 1 2-16,-8-1-2 15,-15-7-2-15,16 17 1 16,-16-17 0-16,7 16-1 15,-7-16 0-15,0 0 0 16,3 17-2-16,-3-17 4 16,0 0 2-16,0 0 0 15,0 0 0-15,0 0-1 16,0 0 1-16,0 0-1 16,0 0-1-16,0 0 0 15,0 0 0-15,0 0-1 16,0 0-72-16,7-20-30 15,-14 2-10-15,-5-6 4 0,-2-5 10 16,-12-13 10-16,4-1 1 16,-8-9 4-16,-1 0 75 15,-2 0 31-15,3 5 11 16,1 1-3-16,1 7-11 16,-1 7-8-16,6 6 5 15,0 5 9-15,6 7 16 16,1 5 16-16,16 9 3 15,-22-12 3-15,22 12-2 16,0 0 1-16,0 0-1 16,0 0-8-16,0 0-18 15,0 28-15-15,0-28-5 0,29 35-1 16,-10-13-1-16,11 4 0 16,-2 0-8-16,8 2-3 15,6 3-2 1,6-4 3-16,1 3-6 0,3-1 6 15,4-1 3-15,-4 0-2 16,3-4 2-16,-4-2-2 16,-8-4 4-16,-1 3-6 15,-6-9 6-15,-5 0-6 16,-5-2-1-16,-3-1-1 16,-9-2 1-16,-14-7-4 15,19 19-2-15,-19-19 2 16,-3 29-2-16,-10-5 1 0,-4 8-1 15,-9 4 1-15,-9 11-1 16,-6 6 4 0,-15 10-1-16,-3 2 1 15,-9 3-1-15,1 1 3 0,-5 0-27 16,1-3-64-16,2-9-35 16,1-3-16-16,0-19-18 15,6-8-2-15,1-20 0 16</inkml:trace>
  <inkml:trace contextRef="#ctx0" brushRef="#br2" timeOffset="156990.84">32796 12094 133 0,'3'18'52'0,"-3"-18"-4"16,-12 17-8-16,12-17-8 0,-22 22-7 16,1-6-7-16,2 3-11 15,-7 2-7-15,-4 3-1 16,-4 2-1-16,1-3-4 16,-6 3-24-16,3-7-26 15,10 8-26-15,-9-15-18 16,14 11 23-16,-3-16 77 15</inkml:trace>
  <inkml:trace contextRef="#ctx0" brushRef="#br2" timeOffset="157711.37">29130 15369 35 0,'-120'-129'12'16,"6"-1"1"-16,9-2-1 15,12 8 5-15,6-1-1 16,12 11-1-16,1 6 2 15,11 5-1-15,9 4-1 0,9 7-5 16,5 7-7-16,7 7-7 16,11 6-1-16,-1 2-6 15,11 8-4 1,-2 3-11-16,9 7-4 0,-2 0 0 16,7 7-1-16,-4 2 3 15</inkml:trace>
  <inkml:trace contextRef="#ctx0" brushRef="#br2" timeOffset="160207.15">28102 13469 78 0,'0'0'106'0,"-10"24"-26"0,-2-3-39 15,-6 12-16-15,-4 5-4 16,-4 17-7-16,-4 13 2 16,-4 16 8-16,-3 12 7 15,-5 4 16-15,4 7 26 16,-5-1 1-16,8 0-5 15,-5-16 2-15,12-9-7 16,-1-20-6-16,12-13-17 16,1-19-15-16,6-13-31 15,10-16 2-15,-2-19 5 16,4-10-8-16,4-13 7 16,5-12-5-16,1-11 6 15,2-10-3-15,5-10 3 0,4-3-4 16,6 0-4-16,1-2 7 15,1 3-6-15,5 6 4 16,-1 3 0 0,5 9 0-16,-5 8 0 0,5 7-2 15,-6 11 3-15,3 9-5 16,-3 8 4-16,-1 8-1 16,4 11 0-16,5 13 1 15,-1 4 1-15,4 9 1 16,2 7-2-16,7 2 3 15,2 3-1-15,6 0-1 16,2 0-2-16,1-5 2 16,2-2-1-16,-1-5-1 0,2-3-71 15,-4-2-53 1,6 3-31-16,-22-10-11 16,6 7 0-16,-14-11-5 15</inkml:trace>
  <inkml:trace contextRef="#ctx0" brushRef="#br2" timeOffset="163772.68">34431 13616 66 0,'0'0'101'0,"2"21"-11"16,-2-21-92-16,0 0-53 0,3 20-14 15,-3-20-13-15,0 0 34 16,0 0 48-16</inkml:trace>
  <inkml:trace contextRef="#ctx0" brushRef="#br2" timeOffset="182031.68">27984 13389 99 0,'0'0'30'15,"0"0"-3"-15,0 0-9 16,0 0-7-16,0 0-1 0,0 0-3 16,0 0-1-1,0 0 0-15,0 0-1 16,0 0 0-16,0 0-2 15,0 0 1-15,0 0-2 0,0 0-1 16,0 0 0-16,0 0 0 16,0 0 1-16,0 0 1 15,0 0 0-15,0 0 1 16,0 0-1-16,0 0 1 16,0 0-1-16,0 0 0 15,0 0-1-15,0 0-2 16,0 0-1-16,0 0 1 0,0 0-1 15,0 0 0 1,0 0-1-16,0 0 1 16,0 0-1-16,0 0-4 15,0 0 0-15,0 0-2 16,0 0-1-16,0 0-1 0,0 0 0 16,0 0 1-16,0 0-2 15,0 0 2-15,0 0-3 16,14-9-6-16,-14 9-3 15,0 0-3-15,0 0-2 16,0 0-2-16,16-10 0 16,-16 10 9-16</inkml:trace>
  <inkml:trace contextRef="#ctx0" brushRef="#br2" timeOffset="196599.62">28189 13280 9 0,'0'0'15'16,"0"0"-4"-16,0 0-1 16,0 0 1-16,0 0-1 15,0 0-1-15,0 0 1 0,0 0 1 16,0 0 0-16,0 0-1 15,0 0-4-15,0 0-2 16,16-5-2-16,-16 5-2 16,0 0 1-16,0 0-1 15,0 0-1-15,0 0-3 16,0 0-6-16,0 0-24 16,0 0-13-16,0 0 14 15,-6-19 33-15,6 19 0 16</inkml:trace>
  <inkml:trace contextRef="#ctx0" brushRef="#br2" timeOffset="196870.81">28208 13271 20 0,'0'30'28'16,"0"-30"-8"-16,0 24-11 16,0-24-5-16,4 17 2 15,-4-17 4-15,0 0 8 16,0 0 5-16,0 0-5 16,0 0-5-16,0 0-20 0,14-13-15 15,-14 13-15-15,8-23-11 16,-8 4-6-1,0 19 54-15</inkml:trace>
  <inkml:trace contextRef="#ctx0" brushRef="#br2" timeOffset="201587.17">28059 13368 56 0,'0'0'37'15,"0"0"-2"-15,0 0-4 0,0 0 0 16,0 0-5-16,0 0-6 16,-19 18-5-16,19-18-1 15,-23 26-6 1,8-9 0-16,-3 12-4 0,-8 9-2 15,2 13-1-15,-9 6 2 16,0 12 0-16,-5 11 5 16,-2 8 6-16,2 0 4 15,-1-1 1-15,3-9 1 16,7-7 1-16,2-11 2 16,5-13 3-16,10-12 8 15,1-15 23-15,8-2 5 0,3-18-2 16,0 0 2-16,0 0-1 15,0 0 0-15,0 0-4 16,0 0-13 0,0 0-34-16,14-19-34 0,-14 19-51 15,12-33-39-15,-5 2-35 16,8 1-22-16,3-17-4 16,10 2-2-16,1-12 112 15</inkml:trace>
  <inkml:trace contextRef="#ctx0" brushRef="#br2" timeOffset="-212675.6">2582 19501 372 0,'4'-15'187'15,"-4"-1"-47"-15,0 16-33 16,3-22-18-16,-3 22-21 15,0 0-48-15,0 0-14 16,0 0-1-16,0 0-1 16,0 0 0-16,0 0-1 15,-3 17 0-15,3-17-1 16,6 35-2-16,-2-6-1 0,5 7 0 16,-2 13 1-16,3 10 1 15,-1 8 0 1,1 8 1-16,-6 4-2 15,1-3 5-15,-5-1-3 16,-5-8 1-16,1-4-2 0,-3-11-2 16,4-11 1-16,-6-12-5 15,6-8 1-15,3-21-5 16,0 21 3-16,0-21-2 16,0 0 2-16,3-35 5 15,-3 6-4-15,2-4 6 16,-2-8-2-16,0-6 3 15,-2-9-1-15,2 1 2 0,0-2-3 16,0 2-3 0,2 3 3-16,1 0-3 15,1 5 3-15,3 4-3 16,0 3 3-16,-2 5-3 0,5 4 4 16,-3 3 0-16,5 2 0 15,-5 6-1-15,4-1 3 16,1 5-3-16,-2 1 3 15,-10 15-2-15,23-18 1 16,-23 18-1-16,29-1-1 16,-13 6 2-16,3 5-1 15,0 9 0-15,7 6 0 16,0 7 2-16,7 6-2 16,-3 7 2-16,1 6-1 15,2 4 2-15,-4 2-1 16,-3 0 3-16,-3 2-2 15,0-2 1-15,-8-5-3 0,-1-2-2 16,-9-5-13-16,-1-12-59 16,3-2-54-16,-7-8-27 15,0-23-22-15,0 0-5 16,0 0 3-16,-23-12 51 16</inkml:trace>
  <inkml:trace contextRef="#ctx0" brushRef="#br2" timeOffset="-212398.41">2742 19986 374 0,'-26'14'178'0,"7"0"-35"16,5 1-34-16,14-15-22 15,-16 14-18-15,16-14-30 16,0 0-40-16,0 0 0 15,31-24-1-15,-1 5-3 16,10-9 2-16,12-1 3 16,5-3-1-16,11-4-1 15,-2 0 1-15,5-1-2 16,-7 3-77-16,-1 8-73 16,-9 14-23-16,-11-2-3 15,-8 9-1-15,-13 3-6 16</inkml:trace>
  <inkml:trace contextRef="#ctx0" brushRef="#br2" timeOffset="-211202.55">3068 21215 384 0,'0'0'197'0,"0"0"-32"0,0 0-57 0,0 0-37 16,4 24-16-16,-4-24-30 16,7 37-36-1,-1-10 4-15,3 11 0 0,2 11 5 0,1 8 0 0,2 9 0 32,1 8 1-32,-1 1 4 0,-2-1 2 15,-1-1-2 1,-3-6 0-16,-4-8 0 0,-1-12 0 15,1-9-2-15,-4-14-2 0,0-24-5 16,3 16 3-16,-3-16-1 16,-7-26 0-16,4-5 1 15,-6-8-1-15,2-6 4 16,-3-10-2-16,-2-6 3 16,-2-4-3-16,2-3 3 15,1 1 0-15,2 3 0 16,6-4 0-16,3 6-1 15,9 5 6-15,1 3-4 16,6 6 2-16,6 6-4 16,1 6 3-16,6 8-4 15,4 12 4-15,-3 11-3 0,1 10 1 16,2 11 1-16,-7 10-1 16,0 9 3-16,-10 10-4 15,-2 1 3-15,-7 6-3 16,-11 2 2-16,-3-2-4 15,-7-4 4-15,2-1-1 16,-7-7 0-16,0-7 2 16,2-7-3-16,4-11-2 15,13-15-1-15,-13 9-1 16,13-9 2-16,0 0-3 16,-4-16 2-16,4 16-4 15,14-26 1-15,-14 26 4 16,26-22-2-16,-7 11 3 0,7 1-3 15,4 5 1-15,4 1 0 16,6 8 3-16,2 6 2 16,-4 4-1-16,2 9 3 15,-7 3 2-15,-5 5-1 16,-11 9 1-16,-8 5-1 16,-13 5 0-16,-11 7-2 15,-15 5 1-15,-15 2-4 16,-7 0-7-16,-9-8 4 15,2-17-1-15,4-4-51 16,4-21-77-16,11-17-33 16,14-13-7-16,14-20 0 15,18-11 1-15</inkml:trace>
  <inkml:trace contextRef="#ctx0" brushRef="#br2" timeOffset="-210666.18">3243 21146 485 0,'-8'-18'172'16,"8"18"-36"-16,-18-17-41 0,18 17-27 0,-8 16-43 15,4 3-23-15,4 14 0 16,4 13-4 0,1 8 4-16,5 13-3 0,-3 11 2 0,5 14-4 15,-1 9 4 1,-2 2-2-16,-3-4 2 16,1-4 2-16,-7-5-5 15,0-12-2-15,0-14 1 16,0-17-5-16,0-14 4 0,0-14-4 15,0-19-67-15,0 0-66 16,19 2-25-16,-19-2-3 16,23-33-2-16,-13 17 2 15</inkml:trace>
  <inkml:trace contextRef="#ctx0" brushRef="#br2" timeOffset="-208460.61">2433 21840 101 0,'-26'-12'131'0,"26"12"-36"0,-19-9-32 15,19 9-8 1,0 0-3-16,-16-19 4 15,16 19 7-15,0 0 16 16,0 0-1-16,0 0-4 0,0 0-9 16,-19 0-11-16,19 0-6 15,0 0-39-15,0 0-9 16,-17 5 0-16,17-5 0 16,0 0 0-16,0 0 0 15,0 0 0-15,-16-3 0 16,16 3 0-16,0 0-21 15,0 0-103-15,0 0-50 16,0 0-26-16,0 17-4 16,0-17-3-16,7 23 115 15</inkml:trace>
  <inkml:trace contextRef="#ctx0" brushRef="#br2" timeOffset="-208048.32">4301 21417 605 0,'36'-3'194'0,"-1"-7"-50"15,8-3-130-15,7 1-13 16,3 4 1-16,-1 1-2 15,-7 3 2-15,-2 3-1 16,-8 1 1-16,-6 1 0 16,-6 1-3-16,-4-5-65 15,-5-1-89-15,5 4-24 16,-12-15-15-16,12 2 3 0,-10-14 11 16</inkml:trace>
  <inkml:trace contextRef="#ctx0" brushRef="#br2" timeOffset="-207244.75">5448 21063 576 0,'7'-21'183'15,"-11"2"-56"-15,-3-9-65 0,6 4-50 16,-3 0-9-16,1 1 1 16,-1 4 1-1,1 3 0-15,3 16 0 16,0 0-2-16,0 0-1 0,-16 18 0 16,16 9-1-16,0 13 2 15,0 11-4-15,4 11 0 16,1 14-1-16,2 7-4 15,3 5 5-15,-1 4-1 16,-2-5 1-16,3-6-2 16,-1-10 2-16,-6-12-1 15,1-16 0-15,-1-13 2 16,1-13-1-16,-4-17-1 0,3-19-1 16,-3-12 0-16,-3-9 1 15,-1-14-2-15,1-8 7 16,-4-9-3-1,-2-7-1-15,2 2 2 0,-3-6 1 16,1 10 2-16,2 3-5 16,-3 8 3-16,5 11-4 15,-2 12 3-15,3 10 0 16,-3 9 1-16,7 19-2 16,0 0 1-16,0 0 1 15,-8 35 0-15,11-1 0 16,2 9 0-16,2 13-2 15,4 6-4-15,1 7 3 0,2-1-5 16,1-1 4-16,1-4 0 16,-2-6 0-1,-5-9-1-15,1-15-1 16,-3-7 2-16,-2-10 0 0,-5-16 2 16,0 0 0-16,4-30-3 15,-4-8 2-15,-4-12-1 16,-1-11 5-16,-6-10 2 15,-1-5-4-15,2-3 1 16,-1 8-3-16,-1 7 5 16,2 13-5-16,-2 15 7 15,8 19-6-15,4 17 1 16,0 17 1-16,7 18 0 16,5 13 3-16,-1 11-6 15,8 14-80-15,-3 10-84 16,-6 3-14-16,2 11-14 15,-12-5-1-15,-5 5 36 0</inkml:trace>
  <inkml:trace contextRef="#ctx0" brushRef="#br2" timeOffset="-206338.1">3762 22993 300 0,'4'24'183'0,"-4"9"-56"16,7-4-29-16,-7 2-15 16,9 1-16-16,-6-8-20 15,4-3-16-15,-7-6-28 0,0-15 2 16,0 0-3-16,0 0 2 16,7-28-2-1,-11 8 0-15,-3-12 2 16,1 5-1-16,-3-10-2 0,-5 6-5 15,-2 2 3-15,1-1-4 16,-3 6 5-16,-1 7-2 16,4 5 2-16,-3 8 0 15,3 6 1-15,-1 5 0 16,-1 9 1-16,5 3-1 16,-6 8-1-16,6 10 0 15,-4 9-1-15,6 5 2 16,3 6-2-16,2 2-7 0,5 5 7 15,5 3-4-15,5-3 5 16,6-3-4-16,7-9 3 16,3-2-3-1,7-10 4-15,5-4 3 0,2-15-5 16,5-4 1-16,3-10-1 16,5-4 2-16,-1-8 1 15,0-3-3-15,-4-6 2 16,1-4 1-16,-4 6-3 15,-7-7-95-15,-5-1-73 16,0 6-2-16,-10-12-15 16,5 7 4-16,-8-11 66 15</inkml:trace>
  <inkml:trace contextRef="#ctx0" brushRef="#br2" timeOffset="-205989.85">4648 23252 508 0,'-7'35'185'0,"7"-35"2"16,0 0-123-16,-19 7-63 15,19-7-1-15,0 0 0 16,19-14 0-16,-2 2 2 15,6-7-2-15,8-4 1 16,9-4-1-16,8-3-1 16,5 1 1-16,0-6-2 15,6 2 1-15,-3 7-1 0,-11 6 1 16,0 6 0-16,-12 5 3 16,-10 2 1-16,-4 7 0 15,-19 0-38-15,0 0-101 16,15 24-39-16,-15-24-11 15,0 0-8-15,-19 0 0 16</inkml:trace>
  <inkml:trace contextRef="#ctx0" brushRef="#br2" timeOffset="-205228.31">5675 22688 356 0,'0'0'145'15,"-26"-28"-15"-15,26 28-16 16,-22-22-14-16,22 22-17 15,-16-21-26-15,16 21-31 16,0 0-28-16,-7-21 1 16,7 21-2-16,0 0-4 0,0 0-1 15,0 0 3 1,0 0 0-16,0 0-1 16,11 21 2-16,-3-2-1 15,3 5 1-15,8 6 4 0,0 10-33 16,3 1-94-16,8 4-52 15,-1 4-11-15,-3-13-2 16,4 4-3-16</inkml:trace>
  <inkml:trace contextRef="#ctx0" brushRef="#br2" timeOffset="-204850.04">6146 22685 423 0,'0'0'189'0,"0"-16"1"16,0 16-85-16,0 0-62 15,0 0-35-15,0 0-1 16,0 0-2-16,-7 28 0 15,7-1-1-15,7 11 1 16,0 7-4-16,5 13 0 16,-2 11-5-16,6 9-2 15,-1 5 7-15,-1-5-4 16,2 0 3-16,-2-6-5 16,-2-3 7-16,-2-10-6 15,3-15 4-15,-10-17-6 0,7-8-4 16,-10-19-82-16,0 0-57 15,23-29-23-15,-19-7-13 16,11-6 6-16,-8-15 6 16</inkml:trace>
  <inkml:trace contextRef="#ctx0" brushRef="#br2" timeOffset="-204353.69">6590 22866 469 0,'0'0'177'0,"0"0"-42"0,0 0-30 16,0 0-55-16,0 0-46 15,12 18-1-15,-12-18-1 16,14 20-1-16,-5-4 2 16,1 5-1-16,2 5 0 15,2 1-1-15,2 8 0 16,-2 3-1-16,1 2 4 15,1 0-2-15,1-4 0 16,2-3-4-16,4-4 4 16,-4-4-5-16,7-5 3 15,-3-11-2-15,3-7-2 16,0-2-1-16,3-11 4 16,-3 1-1-16,-3-14 1 0,-1-2 1 15,-2-5 2-15,-7-6-2 16,-4 1-2-16,-5-7 4 15,-4 1-5-15,-7-5 5 16,-9 6-5-16,-7-4 5 16,-3 5-4-16,-7 4 3 15,2 3 1-15,-5 3 1 16,1 11 2-16,-1 5 0 16,3 8 0-16,1 7 1 15,3 6-3-15,6-2 1 16,1-1-76-16,22-4-67 15,-19 24-33-15,19-24-10 16,0 0-6-16,0 0-4 0</inkml:trace>
  <inkml:trace contextRef="#ctx0" brushRef="#br2" timeOffset="-203669.2">7271 22299 315 0,'0'0'132'16,"0"0"-14"-16,0 0-10 16,0 0-17-16,-20-2-12 15,20 2-16-15,0 0-24 16,0 0-31-16,0 0 1 15,0 0-4-15,0 0 0 16,0 0 1-16,0 0 0 16,0 0-2-16,0 0 0 15,0 0-3-15,-6 15-2 16,6-15 2-16,0 0 1 16,0 0 1-16,0 0-2 0,0 0-3 15,0 0 3-15,0 0 2 16,0 0-2-16,0 0 0 15,0 0-1-15,0 0-3 16,0 0 4-16,0 0 1 16,0 0-1-16,0 0-3 15,0 0 2-15,0 0-2 16,0 0 2-16,0 0-1 16,0 0-3-16,0 0 1 15,0 0-1-15,0 0 3 16,0 0 0-16,0 0-1 15,0 0 2-15,0 0 2 16,0 0 0-16,0 0 5 0,0 0 0 16,0 0-4-16,0 0-76 15,0 0-73-15,-11 21-37 16,9-4-6-16,-8-1-7 16,6 13-1-16</inkml:trace>
  <inkml:trace contextRef="#ctx0" brushRef="#br2" timeOffset="-203321.95">7166 22271 523 0,'0'0'194'0,"0"0"-56"16,0 0-50-16,-3 38-40 15,3-2-38-15,3 13-2 0,-3 15-70 16,0 2-82-16,4 8-41 16,-1 7-11-16,-10-10-4 15,4 2-4-15</inkml:trace>
  <inkml:trace contextRef="#ctx0" brushRef="#br2" timeOffset="-202609.45">3960 24729 432 0,'-7'-16'171'0,"7"16"-21"16,-8-24-45-16,8 24-27 15,0 0-30-15,0 0-27 16,-18 3-3-16,22 23-18 15,3 6 0-15,5 13 0 0,-12-45 0 16,40 135 0-16,-14-52 0 16,3 5 0-16,3 0 0 15,-3-6 0 1,1 1 0-16,-30-83 0 0,41 119 0 16,-41-119 0-16,33 69 0 15,-33-69-1-15,0 0-118 16,0 0-50-16,0 0-11 15,0 0-10-15,0 0 16 16,16-81-11-16</inkml:trace>
  <inkml:trace contextRef="#ctx0" brushRef="#br2" timeOffset="-202206.16">3879 24978 486 0,'-26'-28'185'0,"26"28"-17"16,-9-20-57-16,6 1-38 15,3 19-73-15,22-21 0 16,-3-2 0-16,11 3 0 16,8 6 0-16,5-14 0 15,11 16 0-15,9-4 0 16,4 4 0-16,1 12 0 0,1-2 0 15,-1 13 0-15,-7 11 0 16,-2 11 0-16,-11 0 0 16,-48-33 0-1,72 100 0-15,-72-100 0 0,29 120 0 16,-29-40 0-16,-10-9 0 16,-9 1 0-16,-7 11 0 15,26-83 0-15,-75 142 0 16,33-73 0-16,42-69 0 15,-81 92 0-15,81-92-29 16,0 0-108-16,-78 75-55 16,78-75 8-16,0 0 2 15,0 0-7-15</inkml:trace>
  <inkml:trace contextRef="#ctx0" brushRef="#br2" timeOffset="-201925.96">5179 25027 658 0,'17'1'187'16,"-17"-1"-9"-16,26-12-178 0,-3 12 0 15,3-3 0-15,5-1 0 16,2-10 0-16,0 1-8 16,2 6-148-1,1-4-26-15,-10-1 0 0,6-7-22 16,-15-2 2-16</inkml:trace>
  <inkml:trace contextRef="#ctx0" brushRef="#br2" timeOffset="-201457.63">6078 24180 426 0,'-14'-22'216'0,"2"4"-15"0,12 18-80 16,-23-19-62-16,23 19-63 16,0 0-6-16,0 0-3 15,-3 24 0-15,10-1-5 16,5 6 0-16,0 3-5 15,9 7-38-15,-2 1-83 16,0-3-30-16,11 4-15 16,-8-15-1-16,4 7 25 15</inkml:trace>
  <inkml:trace contextRef="#ctx0" brushRef="#br2" timeOffset="-201044.34">6616 24308 443 0,'0'-15'172'15,"0"15"-34"-15,-10-19-29 16,10 19-31-16,0 0-53 16,0 0-19-16,-4 27-3 0,4 3 1 15,0 11 0-15,4 4-6 16,3 12 3-16,0 7 15 16,1 4-11-16,3 13 15 15,-3-3-19-15,3-14-1 16,-1-3 0-16,-1-1 0 15,1-9 0-15,-3-8 0 16,-7-43 0-16,0 0 0 16,23 74 0-16,-23-74-19 15,19 25-114-15,-19-25-39 16,19-18-8-16,-3-11-14 16,-2-13 10-16</inkml:trace>
  <inkml:trace contextRef="#ctx0" brushRef="#br2" timeOffset="-200427.9">7128 24538 547 0,'0'0'179'16,"0"0"-42"-16,0 0-64 15,0 0-72-15,0 0-4 16,0 16-1-16,0-16-2 16,4 29 6-16,1-11 9 0,2 4 12 15,0 8-9 1,3-1 6-16,-1-3-7 0,1 10 9 16,2-6-12-1,2-1-8-15,2 1 0 0,0-4 0 16,1-2 0-16,5 2 0 15,1-4 0-15,0-16 0 16,-1 4 0-16,-3 5 0 16,0-6 0-16,2-5 0 15,-5-11 0-15,-4-9 0 16,2-1 0-16,-14 17 0 16,19-33 0-16,-9-3 0 15,-4 1 0-15,1 4-10 0,-4-2-1 16,0-2-8-1,-3 4 11-15,0-5-11 16,0 5 15-16,-3-4-15 16,0 2 19-16,-6 4 1 0,-2-4 0 15,1 0 1-15,-9 2 0 16,0 0-2-16,-4 6 0 16,1-1 0-16,-4 7 4 15,-4 0-3-15,4 5 0 16,0 8-4-16,4 4 2 15,-1 5 1-15,7 2-4 16,-1 8 0-16,17-13-5 0,-23 31-93 16,23-14-47-1,7 0-30-15,-7-17 1 16,23 23-7-16,-4-21 55 16</inkml:trace>
  <inkml:trace contextRef="#ctx0" brushRef="#br2" timeOffset="-200041.62">7767 24000 564 0,'0'0'180'0,"0"0"-39"15,0 0-77-15,0 0-66 16,0 0-3-16,0 0 3 0,3 21-1 16,-3-4 3-16,6 2-3 15,1 9 3-15,0 5 1 16,1 14-3-16,6-1 2 16,-2 13-6-16,6 9 4 15,-3 4-3-15,4-4 15 16,-1 3 6-16,-3-11-4 15,1-1 7-15,-2-7-11 16,-2-5 12-16,-2-19-5 16,-3-8-12-16,2 1-3 15,-9-21-52-15,17 16-88 16,-17-16-30-16,13-21-9 16,-7-2-24-16,-2-13 15 0</inkml:trace>
  <inkml:trace contextRef="#ctx0" brushRef="#br2" timeOffset="-199650.35">8256 23796 324 0,'0'-19'178'0,"0"19"-38"16,-10-33-29-16,10 33-14 0,-12-21-23 15,12 21-35-15,0 0-36 16,-7-19-2-16,7 19-2 15,0 0 1-15,0 0-2 16,0 0-1-16,0 0-3 16,-12 17 2-16,12-17 3 15,0 32-1-15,5-8-1 16,-1 7-2-16,6 7-125 16,2 14-48-16,-12-5-17 15,14 10-3-15,-14-5-8 16</inkml:trace>
  <inkml:trace contextRef="#ctx0" brushRef="#br2" timeOffset="-198741.7">4472 25381 236 0,'0'0'181'16,"0"0"-30"-16,-71 64-47 16,71-64-2-16,0 0-12 15,0 0-23-15,0 0-16 16,7 85-25-16,-7-85-44 16,0 0 17-16,23 82-30 15,-23-82-87-15,0 0-47 16,0 0-24-16,0 0-6 15,0 0-6-15,0 0 112 16</inkml:trace>
  <inkml:trace contextRef="#ctx0" brushRef="#br2" timeOffset="-197138.56">1811 18575 627 0,'0'0'196'0,"-14"-7"-13"16,14 7-181-16,-26 2-2 15,26-2-3-15,-22 14-2 0,22-14 1 16,-30 33-3-16,11-6 1 16,0 13-2-16,-7 10 0 15,-3 16-2-15,-3 9 9 16,-4 8-2-16,3 5 4 15,-2 9-3-15,2 0 1 16,4 0 0-16,6-2 1 16,1-5 0-16,9-5-2 15,6 0 0-15,7-4-2 16,7-8 2-16,6-4 2 16,13-3-3-16,3-4 2 15,9-1 0-15,7 3 0 16,8-2 0-16,-1 4-1 0,7 6 2 15,-2 6-3-15,-2 9 5 16,-9 8-2-16,-10 12-1 16,-10 2 2-1,-14 11 0-15,-15 6-2 0,-13 2 1 16,-17 0-1-16,-9-1 0 16,-10-8-2-16,-12-8 4 15,-7-5-5-15,0-16 3 16,-4-11 1-16,-3-13 0 15,0-14 1-15,7-12-3 16,0-14 6-16,8-11-1 16,9-8 1-16,9-8 2 15,9-6-2-15,10-11 0 0,14 3-2 16,5-4 3-16,10-2-4 16,9 2-2-16,7 2-3 15,7 3 1-15,7 3 1 16,9 8-1-16,3 5 2 15,7 8-3-15,0 6 2 16,4 11 1-16,-1 4-1 16,3 7 3-16,-3 9-4 15,1 5 4-15,-1 7-2 16,-1 10 2-16,2 4-2 16,-4 5 3-16,-4 5 1 15,1 5-2-15,0 2 3 16,-4 9 0-16,0 5-6 0,-5 3 6 15,-2 0-3-15,-2 11 2 16,-1 7-3 0,-5 5 1-16,-4 1 0 15,0-3-3-15,-7 5 0 0,-4 8 2 16,3 4 13-16,-6-15-5 16,-5 1 8-16,3-1-9 15,-1 2 12-15,1-16-5 16,-1 7-14-16,5-26 0 15,-2 1 0-15,2-9 0 16,2-3 0-16,6-13 0 16,1-2 0-16,-1-2 0 15,-22-69 0-15,49 111 0 0,-49-111 0 16,49 104 0 0,-49-104 0-16,48 79 0 15,-48-79 0-15,47 71 0 16,-47-71 0-16,49 71 0 0,-49-71 0 15,0 0 0-15,79 80 0 16,-79-80 0-16,66 78 0 16,-66-78 0-16,80 73 0 15,-80-73 0-15,92 67 0 16,-92-67 0-16,103 57 0 16,-103-57-143-16,144-15-47 15,-144 15-25-15,146-115 6 16,-93 17-21-16</inkml:trace>
  <inkml:trace contextRef="#ctx0" brushRef="#br2" timeOffset="-161546.03">34443 13680 135 0,'0'0'83'16,"0"0"4"-16,0 0 9 15,0 0 4-15,0 0 2 16,0 0-12-16,0 0-9 16,0 0-13-16,0 0-11 15,0 0-15-15,0 0-15 16,0 0-16-16,0 0-8 15,0 0-3-15,0 0-3 16,0 0-1-16,0 0-2 16,0 0 1-16,0 0 0 15,0 0 0-15,0 0-1 0,0 0 2 16,0 0 2-16,0 0 1 16,0 0 0-16,0 0 0 15,0 0 0-15,0 0 1 16,0 0 0-16,0 0 0 15,0 0 0-15,0 0 0 16,0 0 0-16,0 0 1 16,0 0-1-16,0 0 0 15,0 0-1-15,0 16 0 16,0-16-1-16,0 0 1 16,0 22 0-16,0-22 0 15,4 19-1-15,-4-19 1 16,0 19 0-16,0-19 0 0,0 23 0 15,0-23 1-15,-4 29-1 16,4-13 2-16,-3 4-2 16,3 1 1-1,-4 2-2-15,4 3 2 0,-3 0 0 16,1 1 0-16,-1 3-2 16,-1 1 2-16,1 2-1 15,-1 0 2-15,-3 3 0 16,2-3 0-16,2 2-2 15,-4-3 0-15,0 0 1 16,2-1 0-16,-2-4-1 16,0 1 0-16,0-2 1 15,1 0-1-15,0 2 2 0,2 1-6 16,-3-3 6-16,-2 2-6 16,6 0 5-16,-4 1-5 15,0-1 4-15,-2 3-3 16,2-4 3-16,-3 3 1 15,-2 1-1-15,2 2 2 16,-3 0-1-16,-1 1 0 16,-1 1 0-16,-1-2 1 15,-1 5-3-15,1-3 4 16,1 1-3-16,-3 0 1 16,-1 2-1-16,0 1 2 15,0-1-3-15,2 3 3 16,-6-3-1-16,4 4 1 0,0-4-2 15,0 2 2-15,-4 1 3 16,2 1-1 0,2-2 2-16,-3 1-4 15,-1 1 2-15,1-1 0 0,-1 1 2 16,-3 1-2-16,3-1-4 16,1 1 2-16,-4 0-2 15,0 2 3-15,-4 4-2 16,1 1 1-16,-1 0-3 15,-1 2 3-15,-5 2-2 16,1-2 2-16,-2-1-3 16,-4 1 2-16,1 0 0 0,2-1-3 15,-4-3 4-15,-3 0-3 16,5-1 3 0,-5 0-3-16,3-2 4 15,-3 2-2-15,-4-2 0 0,2 0 1 16,-1-2 0-16,-1 0 0 15,1 4 0-15,-6 0 0 16,2 3 0-16,0-2 0 16,-4-1-1-16,1 2 3 15,-3 2-3-15,-1 0 1 16,2-5 3-16,-5 1-1 16,-3 2 0-16,-1 1-2 15,-1-2 3-15,-1 2-5 16,-3-1 4-16,0-1-3 15,-1 3-1-15,3 1 0 16,-7-4 0-16,3 0 2 16,0 1-1-16,-5-1 1 0,0 1-1 15,0-1 2-15,-4-1-3 16,-1 0 3-16,1-2-3 16,-1-2 3-16,-2 0-2 15,0-5 0-15,1 2 1 16,-1-2-4-16,2-3 4 15,-2 1-2-15,2-3 2 16,-6 4-3-16,2-8 2 16,2 6 1-16,-2-4-1 15,2 2 1-15,-5 0 0 16,2-2 1-16,1 2-2 16,0-1 2-16,-2 1-1 15,3 0 2-15,-3 2-2 0,-5 0 1 16,8-4-1-16,-6 2 0 15,1-1-1-15,-2 1 1 16,2-2-1-16,-1 2 0 16,2-5-1-16,0 2 1 15,1-5-1-15,-1 1 2 16,0-3-4-16,5-1 4 16,-2-3 1-16,2 1-2 15,1-5 2-15,3 2-4 16,-1-3 3-16,2 0-4 15,-1 0 6-15,-1-4-5 16,1 4 0-16,-6-2-1 16,5 2 2-16,-1-5-2 0,1 3 3 15,-3 0-4-15,2-2 4 16,-2 3-3-16,5-5 2 16,-1-1 0-1,-4 2 2-15,1-1-1 0,-1-2 0 16,2-1 0-16,1 0 0 15,1-3-1-15,1-1 1 16,-2-1-1-16,4 0-2 16,0 0 2-16,3-3 0 15,1-2 0-15,3 0 0 16,-8-2 1-16,3 0-2 16,1-5 2-16,-3 3 1 15,0-7-2-15,0 6 2 0,0-4-1 16,3-1-1-16,-5-4 4 15,6 1-5-15,-4 1 5 16,0-2-7-16,-4-2 7 16,2-1-7-16,-5 1 6 15,2-2-5-15,-2-1 0 16,0-2 1-16,1-5 0 16,-1 0 0-16,-1-6 0 15,4 1-1-15,-5-5-1 16,6-4 3-16,-6-4-2 15,-2-3 0-15,-1 2 0 16,5-4 3-16,-2 1-3 0,-1-1 3 16,1-1-1-1,2-2 1-15,5-1 4 0,-2 1-1 16,4 0 1 0,0-3-1-16,-2-3 0 15,2-1 1-15,0 0-1 0,0 0-1 16,0 0-4-16,3 2 2 15,4-2-2-15,0 0 2 16,3 1-2-16,0 1 2 16,2-4-4-16,2 0 3 15,0-1 2-15,-2-2-2 16,2-2 2-16,-4-2-1 16,6-1 0-16,-3-3 1 0,1 3 1 15,-2-2 0-15,2 1-3 16,1 3 2-1,3 2-2-15,1-2 2 16,-2 1 1-16,2 2-1 0,2 1 2 16,-2 2-3-16,3-1 2 15,-1-2-1-15,1-2 1 16,1 7-1-16,3-4-2 16,3 4 1-16,0-4-1 15,4 3 1-15,4 2-2 16,-4 3 3-16,8-3-3 15,-1 1-2-15,1 3 2 16,8 0-1-16,-2 1 2 16,1-1-2-16,8-4 1 15,-4 3-1-15,6-1 2 16,0 1 3-16,-3-4-4 16,4 0 3-16,0 0-3 0,0 1 2 15,-2 1-1-15,5 1 3 16,-3-1-2-16,5 1-3 15,2 4 5-15,0 0-6 16,2 2 6-16,-4 1-5 16,5 0 5-16,-1 3-6 15,-2 2 4-15,1 4-1 16,-1 2-1-16,-2 1 3 16,-2-1-3-16,3 3 2 15,0 4-1-15,-2-1 1 16,-3 3-1-16,3-1 1 15,1 1-2-15,2 1 2 16,-2 2 0-16,2 1 0 0,1 2-2 16,3 4 1-16,-3 3 0 15,3 2 2-15,1 4-2 16,7 15 0-16,-14-19 1 16,14 19-1-16,0 0 0 15,0 0 0-15,0 0-1 16,0 0 1-16,-12-18 1 15,12 18-2-15,0 0 1 16,0 0-1-16,0 0 1 16,0 0-2-16,0 0 1 15,0 0 1-15,-16 25-2 16,9-10 0-16,0 4 2 16,-5 7 0-16,-5 5 2 0,-3 9-1 15,-2 4 2-15,-4 6-3 16,0 0 2-16,-4 4-1 15,-1-3 1 1,5 1-2-16,-4-5 1 0,4-4-1 16,4-4 0-16,-1-8 0 15,6-5 1-15,5-9 0 16,12-17 1-16,-16 19 2 16,16-19 0-16,0 0 1 15,0 0 2-15,0 0-1 16,0 0-2-16,5-21 1 15,-5 21-2-15,11-31-1 16,-8 9 0-16,4-4-2 0,-2-6-1 16,2 0 2-1,0-3-2-15,2-1 2 16,-2-3-1-16,3 1 1 16,-1 2-1-16,1 1 1 0,1 4-1 15,1 2 0-15,2 1 0 16,-2 2 2-16,4 4-3 15,-2 3 3-15,1 0-2 16,-1 3 2-16,-14 16-1 16,26-24 0-16,-26 24 1 15,16-14-1-15,-16 14 0 16,19-5 0-16,-19 5-1 0,22-2 0 16,-22 2 1-16,30 10-1 15,-1 1-1-15,3 6 1 16,11 6 1-1,6 11 0-15,15 10 2 16,7 14 1-16,14 12 1 0,9 11-1 16,13 6 2-16,13 9-85 15,12 5-79-15,9-16-7 16,6-2-18-16,-6-31-4 16,8-4 66-16</inkml:trace>
  <inkml:trace contextRef="#ctx0" brushRef="#br2" timeOffset="-159963.34">24763 18553 622 0,'0'0'190'16,"-20"-4"-73"-16,20 4-100 15,0 0-16-15,0 0-1 16,0 0-3-16,0 0 1 16,0 0 2-16,0 0-3 15,23 24 3-15,-14-5-2 16,8 9 2-16,-1 5 0 0,6 3-1 15,1 4 0-15,-4 5-1 16,3 2 2 0,-1-2-2-16,-2-3 5 15,-3-4-4-15,0-6 2 0,1-4 2 16,-5-2-1-16,-12-26 1 16,19 24 0-16,-19-24-1 15,21 6-1-15,-21-6 1 16,19-21-2-16,-7 0-2 15,-1-7-1-15,4-5 2 16,-4-6-2-16,4-10 4 16,-1-1-3-16,-2-2 1 15,2 2 0-15,2 1 2 16,-6 10-1-16,3 2 2 16,-3 11-2-16,-1 7 1 15,-9 19-1-15,10-15 2 16,-10 15 0-16,16 17 0 0,-6 2-1 15,6 5 0-15,6 6 1 16,1 4-2-16,10 4 1 16,0 0-2-16,1-1 3 15,3-6-3-15,-6-3 2 16,2-6-2-16,-3-6 2 16,-8-6-1-16,1-6 1 15,-8-4 1-15,-15 0-2 16,21-19 1-16,-16-2 0 15,-5-7 1-15,-1-5-1 16,-6-8 1-16,-4-3-2 16,-1-4 1-16,-2-1-3 15,2 4 2-15,-2 4-2 0,2 5 2 16,2 3 0-16,3 8 0 16,2 3 1-16,-2 3 1 15,3 2 4-15,4-1-5 16,4 1 1-16,-4 17-115 15,26-24-46-15,-7 8-7 16,10 9-6-16,1-8-3 16,15 9-5-16</inkml:trace>
  <inkml:trace contextRef="#ctx0" brushRef="#br2" timeOffset="-159486">25877 18546 547 0,'-9'29'181'15,"-1"-10"-39"-15,10-19-76 0,0 19-60 16,0-19-9-16,29 0-2 16,-3-10 3-16,7-4-2 15,2-3 0-15,2-2 2 16,1 0 1-16,-2 0 0 15,-5 5-10-15,-8 2-28 16,-2 8-5-16,-21 4 2 16,0 0 2-16,0 16 5 15,0-16 34-15,-33 33 5 0,7-14 9 16,3 5 31-16,-6-2 4 16,6 4 0-1,-3-5-2-15,7 5-5 16,2-3-36-16,8-3-3 0,6-2-3 15,3-18-1-15,6 22 0 16,-6-22-4-16,27 12 2 16,-5-12 0-16,4-3 0 15,4 1 1-15,1-5 1 16,2 0 1-16,0-3 0 16,-5-2 1-16,1-4-1 15,-3-1-14-15,0-4-87 0,-7-3-35 16,0-7-23-16,2 1-4 15,-2-11-5-15,7 3-6 16</inkml:trace>
  <inkml:trace contextRef="#ctx0" brushRef="#br2" timeOffset="-159224.81">26582 17999 556 0,'0'-16'170'16,"0"16"-40"-16,0 0-33 15,0 0-51-15,-4 31-44 16,4-1-4-16,4 8 3 16,-1 10-5-16,2 9-2 0,2 11 2 15,4 5 0-15,1 5 1 16,4 1 2 0,4-1 1-16,-4-5-2 15,3-11 2-15,4-8 2 0,-4-4-68 16,-5-19-48-16,-2-12-36 15,-12-19-19-15,17 2-3 16,-8-19-1-16,-13-20 40 16</inkml:trace>
  <inkml:trace contextRef="#ctx0" brushRef="#br2" timeOffset="-156560.92">3091 22238 43 0,'10'22'32'0,"-10"-22"6"16,10 19 1-16,-10-19 7 15,0 0-1-15,23 21 6 16,-23-21-1-16,16 12 7 16,-16-12-10-16,29 9-3 15,-13-4-5-15,6-3-1 16,4 1-2-16,4-4-8 16,3-1-2-16,5-3-8 15,4 1 10-15,-2-8 12 16,5 4 2-16,-4-8-6 15,8 7 2-15,-12-5-4 0,4 4-1 16,-8-2-7-16,-2 3-8 16,-5 4-16-1,-8 3-1-15,-18 2 0 16,22-1-2-16,-22 1 0 0,0 0-4 16,0 0 5-16,-17 8-6 15,-2-4 2-15,-4 3-3 16,-8-2 4-16,-5 2-2 15,-3-4 5-15,-7 4 1 16,0-3-1-16,5 4 2 16,-1-6-1-16,2 0 3 15,9 1-3-15,5-1-1 16,3-2 1-16,9 0-1 0,14 0-1 16,-15 0 1-16,15 0 1 15,0 0-3-15,0 0 5 16,0 0-1-1,22 9-1-15,-6-4-2 0,7-3 0 16,6-6-46-16,13 8-70 16,1-4-37-16,6-7-22 15,8 0 3-15,-5-4-6 16,11-3 70-16</inkml:trace>
  <inkml:trace contextRef="#ctx0" brushRef="#br2" timeOffset="-155153.92">5863 21926 285 0,'-23'-3'158'16,"-12"-9"-1"-16,3 5-77 16,5 3-14-16,-2-3-20 15,3 4-19-15,-2-2-13 16,2 7-4-16,0-2 4 16,0 3 5-16,0-3-2 15,3 3-17-15,1 1 10 16,-1 1-2-16,2 0-4 15,6 2-2-15,15-7 0 16,-26 11-2-16,26-11-2 16,-16 7-6-16,16-7-7 15,0 0 0-15,0 0 0 16,0 0 4-16,0 0-2 0,26 15-1 16,-10-11 3-16,6-1 8 15,4 2 7-15,1 0 2 16,5-1 0-16,3 1 4 15,2-1 8-15,4 1 1 16,-3-4 0-16,2 6-1 16,-1-3 0-16,1-1-1 15,-6 1-1-15,-1 1-5 16,-3-3-9-16,-4-1 0 16,-4 3-1-16,-6-4 0 15,-16 0-1-15,19 2 2 16,-19-2 0-16,0 0-1 0,0 0 1 15,-16-11-2-15,1 4 2 16,-8 2-2-16,-6-4-1 16,-4 1-1-16,-9-1-2 15,-3 4 0-15,0 2-1 16,-2 1-1-16,-2 4 0 16,1-1 2-16,3 6 0 15,-4 0 1-15,7 3-1 16,1 1 3-16,4-1 0 15,4-1 1-15,6-2 1 16,2 0 0-16,10-2 2 16,15-5 1-16,-20 2 0 15,20-2-1-15,0 0 2 0,30-9-2 16,-7 6 0-16,3-4-2 16,5-2 0-16,9 0 0 15,1 1 0-15,5-3 0 16,-3-1 0-16,2-2 1 15,4 2 0-15,-8 2 0 16,4-1-2-16,-5 3-1 16,-5-1 0-16,-5 2 1 15,-4 2-1-15,-7 5-2 16,-19 0 0-16,22 0-1 16,-22 0 0-16,0 0-1 15,0 0 2-15,-29 17-1 16,6-8 0-16,-8-2 2 0,-5-2-2 15,-3 4 3 1,-8-1 1-16,-1 1-1 16,-1 0 1-16,1-1 0 15,-1 1 0-15,0 1 0 0,1-1 1 16,6-2-1-16,4-2 0 16,9 0 4-16,2-5 5 15,8 2-3-15,19-2 0 16,-17-5 0-16,17 5 0 15,0 0 0-15,26-21-2 16,-3 11-2-16,3-2-5 16,7-4 1-16,8-1 2 15,3-1-2-15,4 1 1 16,4 0-1-16,-1-2 3 0,1 3 1 16,0 4-2-1,-4 2 2-15,1 3 0 16,-9 3 0-16,-5-1-1 0,-6 5-3 15,-6 2-1-15,-23-2-2 16,22 7-1-16,-22-7-1 16,0 0 0-16,-7 19 0 15,7-19 1-15,-34 22-61 16,15-6-56-16,-11-2-35 16,-3-7-11-16,-5 0-4 15,-5-16-3-15</inkml:trace>
  <inkml:trace contextRef="#ctx0" brushRef="#br2" timeOffset="-148105.91">25880 19304 459 0,'46'10'200'15,"-7"-15"-1"-15,14-5-98 16,14-4-95-16,15-2-6 15,8-3 9-15,14-2-7 16,6-3-1-16,6 0-1 16,-2 0-1-16,-1 1 0 15,-5-1 0-15,-11 7 1 16,-7-2 0-16,-15 5-2 16,-16 5 2-16,-10 1 6 15,-18 4 1-15,-14 2 3 16,-17 2 0-16,0 0-3 0,-40 19 2 15,-1-7-7-15,-11 6-2 16,-16-1 0-16,-3 2 0 16,-14 2 0-16,-2 1 0 15,-2-1 0-15,6 0 0 16,1-4 0-16,11-1 0 16,7-2 0-16,9-4 0 15,16-1 0-15,10-6 0 16,11-1-9-16,18-2-3 0,0 0-2 15,7-19-1 1,16 7 0-16,10-6 3 16,9 3 2-16,3-4 8 15,14-2 3-15,5 0-2 0,7-1 1 16,4-2-1-16,-1 3 2 16,-2 0-2-16,-6 2 1 15,-6 2-1-15,-11 5 0 16,-13 3 6-16,-10 2 8 15,-10 7-1-15,-16 0 1 16,0 0 1-16,-29 0-1 16,-6 9 1-16,-14-1-6 15,-10 6-8-15,-9 0 0 16,-10 3 0-16,-8 4 0 16,-6 3 0-16,1 2 0 15,5-1 0-15,4-5 0 16,14 1 0-16,13-5 0 0,13-6-3 15,9-1-10-15,17-6 0 16,16-3 1-16,0 0 0 16,23-5 1-16,5-2 0 15,15-2-1-15,6 1 6 16,8-4 8-16,6-1-2 16,4 1 2-16,4 0-3 15,-3-2 1-15,-2 4-2 16,-5 0 2-16,-13 3 0 15,-8 2 1-15,-5 3 7 16,-18 0 6-16,-17 2 0 16,0 0 0-16,0 0 0 15,-10 23-2-15,-23-8 1 0,-9-1-11 16,-3 5-2-16,-10 0 0 16,-10 0 0-16,0 0 0 15,-7-3 0-15,12-2-83 16,-3-13-60-16,6-11-27 15,13-7-7-15,3-18 0 16,18-10-5-16</inkml:trace>
  <inkml:trace contextRef="#ctx0" brushRef="#br2" timeOffset="-146874.04">26445 17936 238 0,'0'0'152'15,"0"0"-8"-15,0 0-13 16,0 0-7-16,3-15-13 16,-3 15-20-16,0 0-59 15,0 0-32-15,-7 21 0 16,7-21 0-16,-3 27 0 15,-3-9 0-15,6 4 0 16,-3-1-1-16,-1 1 0 16,1 3 2-16,-4-6-1 0,7-2-2 15,0-17 1-15,-5 24-3 16,5-24 1-16,0 0-2 16,3 16 0-16,-3-16 0 15,0 0 1-15,0 0 3 16,0 0 0-16,16-19 1 15,-16 19-1-15,12-26 2 16,-5 8 1-16,-3-4-1 16,2-2 1-16,0-6-5 15,1 1 3-15,0 3-2 16,-4 2 3-16,2 1-1 16,-1 6-1-16,-4 17 0 15,7-19 1-15,-7 19-1 0,0 0 1 16,0 0 1-16,0 0-2 15,3 29 2-15,1-4 1 16,4 6 1-16,-1 7-1 16,7 7 3-16,-2 8-4 15,4 8-1-15,1 1-1 16,2 1-2-16,4-3 0 16,-4 3-1-16,7-6 2 15,0-4-2-15,0-1 2 16,0-5 1-16,0-2 0 15,-3-3 3-15,-1-4-2 16,1-4 0-16,-9-4 0 16,1-6 0-16,-4-3 1 0,-3-6 2 15,-8-15 2-15,7 18 4 16,-7-18 0-16,0 0 1 16,0 0-8-16,0 0-2 15,-22 5 0-15,22-5 0 16,-26-5 0-16,7 1 0 15,1 1 0-15,-4-3 0 16,-4 3 0-16,3 3 0 16,1 0 0-16,3 0 0 15,-4 3 0-15,4-1 0 16,2 0 0-16,17-2 0 16,-28 7 0-16,28-7 0 15,-18 5 0-15,18-5 0 0,0 0 0 16,0 0-7-16,0 0-4 15,0 0-2-15,0 0 2 16,19-7-1-16,-1 4 2 16,1-1 4-16,3 1 5 15,5-2 3-15,6-6 0 16,5 1-1-16,-2-8-4 16,-1-4-63-16,5-1-45 15,-2-4-31-15,-9-4-24 16,1 3-2-16,-11-3-4 15,-3 8 44-15</inkml:trace>
  <inkml:trace contextRef="#ctx0" brushRef="#br2" timeOffset="-132128.56">32463 11753 1 0,'291'108'73'16,"-37"4"-12"-16,-29 11-85 16,-27 16-5-1,-35 11-8-15,-20 18-7 0,-49 3 44 16,-27 20 0-16,-48-13 0 15</inkml:trace>
  <inkml:trace contextRef="#ctx0" brushRef="#br2" timeOffset="-130996.75">19645 13438 99 0,'0'0'58'0,"-12"17"-14"0,12-17 10 16,-14 26-6-16,2-2 1 15,2 11-13-15,-6 10-10 16,0 10-19-16,-3 13 0 16,-1 10 0-16,-7 3-4 15,5 2 1-15,-4-3 1 16,3-6 16-16,1-6 36 15,-4-17 0-15,10-6 3 16,0-17-1-16,6-4 1 16,10-24-1-16,-10 18 2 15,10-18-15-15,0 0-33 16,0 0-2-16,7-25-3 16,-7 25 1-16,10-25-1 0,-10 25-60 15,19-37-74-15,-12 4-46 16,5-1-9-16,-8-18 0 15,8-5-2-15</inkml:trace>
  <inkml:trace contextRef="#ctx0" brushRef="#br2" timeOffset="-128357.88">20451 9680 324 0,'0'0'129'0,"0"0"-2"0,19-6-14 16,14 3-12 0,5-9-24-16,14 3-26 15,12-8-47-15,14 0-4 0,9-9 1 16,9-2-1-16,3-3 1 16,5-2-1-16,0 0 1 15,0 0-1-15,-10 4 1 16,-13 3-1-16,-13 5-3 15,-12 5-3-15,-22 9 0 16,-15 4 0-16,-19 3 0 16,-22 19-1-16,-16 0 0 15,-21 7 1-15,-16 3 1 16,-12 6 5-16,-13 3-1 16,-8 0 1-16,-5 2 1 15,0-2-1-15,9-2 3 16,10-4-1-16,20-8 2 0,15-3 1 15,10-13 5-15,27-2-2 16,22-6-2-16,7-26 1 16,31-2-1-16,17-7 0 15,16-3-1-15,14-5-3 16,9-2-2-16,7 0 0 16,5 3 1-16,-2 3-2 15,-3 4 2-15,-8 5-1 16,-11 6 1-16,-14 3-2 15,-9 6-2-15,-18 4-4 16,-11 8-1-16,-30 3 2 16,0 0-1-16,-14 29-1 15,-21-6 0-15,-13 5 1 0,-15 1 1 16,-8 2 6-16,-11 6-1 16,-11-1 1-16,-1 0-1 15,-7-1 1-15,1 0-2 16,6-1 3-16,12-1 1 15,6-5-3-15,17-6 3 16,14-3 1-16,15-8 4 16,15-3-1-16,15-8 2 15,19-1-3-15,14-6-1 16,15-5 3-16,10-7-3 16,9-1-1-16,8-4-4 15,10-2 2-15,2-1-3 16,1-6 3-16,-1 2-1 0,-2 1 0 15,-7 4-1-15,-7 0 1 16,-10 5 0-16,-12 4-5 16,-13 5 0-1,-13 5-1-15,-23 7-1 0,-16 0 3 16,-20 9-1-16,-16 5-1 16,-16 5 0-16,-10 3 4 15,-16 6 2-15,-10 3 1 16,0 9 1-16,-2 1-3 15,2-1 1-15,6-2-1 16,13-3 2-16,14-6-2 16,14-8 9-16,21-7-3 15,20-11 2-15,16-3-1 0,22-17 0 16,24-2 1-16,13-9-1 16,17-3 1-16,9-2-8 15,9-1 2-15,3-3-1 16,7-1 0-16,0 2 1 15,-7 3-1-15,-6 5 1 16,-17 6 0-16,-9 4-7 16,-22 6-1-16,-12 7-1 15,-31 5 0-15,0 0 0 16,-26 23 1-16,-19-3-2 16,-12 5 2-16,-18 2 4 15,-6 6 3-15,-17 5 1 16,-6 2-1-16,0 2 1 15,2-3-1-15,4-2 2 0,10-4-3 16,13-7 4-16,20-7 3 16,17-11 1-1,15-4-1-15,23-4 1 0,3-21 1 16,20 2-3-16,15-10 4 16,11-9-2-16,10-4-8 15,9 0-57-15,-6-8-46 16,6 2-42-16,-1 1-30 15,-11-7-3-15,0 15-2 16,-22-6 91-16</inkml:trace>
  <inkml:trace contextRef="#ctx0" brushRef="#br2" timeOffset="-66537.39">12244 19775 388 0,'-6'-26'214'16,"6"26"-39"-16,0 0-43 15,0 0-35-15,0 0-80 16,0 0-17-16,-3 45 0 16,8-2 0-16,6 11 0 15,-4 10 0-15,5 3 0 16,-2 13 0-16,2-2 0 0,-1-7 0 15,-4-7 0-15,-2-12 0 16,2-11 0-16,-4-10 0 16,-3-10 0-16,0-21 0 15,0 0 0 1,0 0-6-16,-3-29 5 0,-1-9-3 16,-4-12 5-16,-3-13-5 15,-4-15 5-15,4-8 0 16,-1-6 1-16,5 0 0 15,0 7-3-15,4 6 1 16,6 6-4-16,4 13 5 16,0 9-4-16,9 12 4 15,-1 9 2-15,11 11-1 0,4 10 3 16,3 9-1-16,2 9-4 16,4 7 0-16,-4 8 0 15,-2 9 0 1,-7 7 0-16,-10 5 0 0,-16 1 0 15,-9 3 0-15,-12-1 0 16,-5 2 0-16,-12-6 0 16,0-6 0-16,1-11 0 15,8-1-112-15,6-12-37 16,23-14-23-16,-15 14-12 16,15-14-3-16,34-3-2 15</inkml:trace>
  <inkml:trace contextRef="#ctx0" brushRef="#br2" timeOffset="-66101.08">13009 19860 568 0,'19'-26'186'0,"-5"-7"-42"16,5 5-40-16,-7-12-83 15,2 9-21-15,-7-4 0 16,2 6 0-16,-6 1 0 15,-3 8 0-15,0 20 0 16,-19-20 0-16,0 24 0 16,-3 6 0-16,-4 8 0 15,-4 2 0-15,1 8 0 0,3 2 0 16,0 1 0-16,10 0 0 16,9 3 0-1,7 1 0-15,10 0 0 16,9-1 0-16,11 4 0 0,1 0 0 15,9 1 0-15,-5 0 0 16,1 3 0-16,-6-2 0 16,-11-2 0-16,-10 3 0 15,-9-1 0-15,-13 0 0 16,-16-2 0-16,-13-3 0 16,-10-8 0-16,-9-2 0 15,-8-10 0-15,5-13-3 16,5 0-88-16,1-16-45 15,15-9-42-15,15-3 7 16,11-8-4-16,20-3 0 16</inkml:trace>
  <inkml:trace contextRef="#ctx0" brushRef="#br2" timeOffset="-65406.59">13521 19280 601 0,'19'-44'181'0,"-5"5"-1"15,-10 6-119-15,8 12-61 16,-12 21 0-16,14-19 0 16,-14 19 0-16,5 21 0 15,2 6 0-15,3 15 0 16,6 13 0-16,7 21 0 16,3 18 0-16,0 20 0 15,7 21 0-15,-6 16 0 16,6 13 0-16,-3 9 0 15,-4 11 0-15,0 3 0 16,0 1 0-16,0 1 0 16,0-5 0-16,5 6 0 0,-1 2 0 15,-1 2 0-15,1 7 0 16,-1 10 0-16,-1 0 0 16,-2 6 0-16,0 6 0 15,-3 2 0-15,-2 0 0 16,1-4 0-16,1-1 0 15,-1-15 0-15,1-3 0 16,-1-6 0-16,-3-16 0 16,4 0 0-16,-6-26 0 15,-1-2 0-15,-4-24 0 16,2-3 0-16,-5-11 0 16,5-17 0-16,-7-10 0 15,-7-87 0-15,12 128 0 0,-12-128 0 16,7 100 0-16,-7-100 0 15,0 71 0-15,0-71 0 16,0 0 0 0,-4 88 0-16,4-88 0 0,0 0 0 15,-10 71 0-15,10-71 0 16,0 0-129-16,-28-88-70 16,7 0 20-16,2-30-9 15,-3-41-13-15</inkml:trace>
  <inkml:trace contextRef="#ctx0" brushRef="#br2" timeOffset="-64630.04">15321 19214 591 0,'-3'-28'177'0,"3"28"-12"15,3-19-89-15,-3 19-73 16,0 0 4-16,0 0-3 16,23 7-4-16,-16 16 0 0,8 13 0 15,-2 7 0-15,4 7 0 16,-1 6 0-16,3 3 0 16,-2-6 0-16,-5-2 0 15,-1-10 0-15,-6-8 0 16,-2-11 0-16,-3-22 0 15,4 19 0-15,-4-19 0 16,-9-22 0-16,-1-2 0 16,-1-11 0-16,-4-12-6 15,-1-6 0-15,-1-6 3 16,5 0 0-16,1 0 4 16,2 7-2-16,6 4 1 15,3 10-1-15,3 10 7 0,6 9-6 16,8 10 1-16,6 9 3 15,8 9 0-15,9 8 0 16,5 8-4-16,4 2 0 16,6 4 0-16,-1 6 0 15,2-4 0-15,-8 1 0 16,-8-6 0-16,-5-6 0 16,-5-6-1-16,-8 0 0 15,-6-8-6-15,-16-8 6 16,17-1-1-16,-17 1 2 15,0-39 3-15,-7 8-2 16,-3-5 3-16,-2-11-5 0,1-5 5 16,-1-3-4-16,-2 3 1 15,2 2-3-15,2 6-2 16,6 12-1-16,2 4 0 16,4 12-82-16,-2 16-63 15,17-19-24-15,3 23-7 16,6-6-2-16,8 7 0 15</inkml:trace>
  <inkml:trace contextRef="#ctx0" brushRef="#br2" timeOffset="-64209.74">16559 18890 605 0,'0'0'184'16,"10"-15"-40"-16,-10 15-58 15,-15-14-82-15,15 14-4 16,-21-9 0-16,5 9 0 16,1 4 0-16,-3 4 0 15,3 3 0-15,-4 8 0 16,1 0 0-16,-1 7 0 16,7 0 0-16,2 5 0 15,6-4 0-15,4 1 0 16,11-2 0-16,4-3 0 15,4-4 0-15,11 0-8 16,3-2 3-16,5 0 1 0,-2-1 4 16,6 0 4-16,-5 1 1 15,-6 0 3-15,-5 4-8 16,-9-4 0 0,-5 4 0-16,-15 3 0 0,-6 4 0 15,-13 1 0-15,-11-1 0 16,-9 1 0-16,-7-4-12 15,2 2-110-15,-3-2-50 16,-2-12-10-16,9 3-5 16,1-11-14-16,16 4 55 15</inkml:trace>
  <inkml:trace contextRef="#ctx0" brushRef="#br2" timeOffset="-63230.04">14417 20701 591 0,'-10'-17'186'0,"10"17"-51"15,-7-20-63-15,7 20-75 16,0 0 3-16,0 0 4 16,7 28 3-16,-1 3-1 15,10 13 3-15,0 6-3 16,1 9 1-16,2 5-4 15,4 0-3-15,-4-5 0 16,-5-4 0-16,1-13-5 16,-4-11-2-16,1-9-7 15,-12-22 4-15,26 9-2 16,-26-9 2-16,26-31 4 0,-12 0 0 16,-2-9 5-16,4-12 0 15,-6-5 5-15,2-4-4 16,-1 2 1-16,-4 6-3 15,1 8 2 1,-4 5-2-16,3 14 3 0,-7 26 1 16,0 0 2-16,22-4 0 15,-6 25 3-15,1 7-1 16,2 3-1-16,7 7-1 16,4 0-2-16,-4-2-3 15,2-3-1-15,-2-5-1 16,-9-7-2-16,2-7-1 15,-19-14 3-15,23 3 1 0,-23-3-1 16,10-31 1-16,-8 3 3 16,-2-10-2-16,-2-10 2 15,2-1-1-15,-3-4 2 16,3 2-2-16,0 6 0 16,0 4-1-16,8 6-1 15,3 9 0-15,4 11-73 16,-1 3-58-16,5 3-33 15,0 5-6-15,1 4-3 16,0 7 1-16</inkml:trace>
  <inkml:trace contextRef="#ctx0" brushRef="#br2" timeOffset="-62685.66">15198 20675 378 0,'4'22'143'0,"-4"-22"-23"16,19 14-24-1,-4-5-17-15,3-7-18 0,1 6-17 16,-4-3-27-16,1 4-22 16,1 1-6-16,-17-10-4 15,12 28 0-15,-12-12 0 16,-5 5 1-16,-5-1 5 16,-4 3 11-16,2-2 5 15,-4-2 4-15,9-4 3 16,7-15-1-16,0 0 0 15,0 0-2-15,0 0-4 0,33-31-11 16,-5 0-2 0,8-9 3-16,3-3 2 15,1-7 2-15,1 1 0 16,1 1 1-16,-6 6-2 0,-1 6 4 16,-12 10 2-16,-6 8 5 15,-17 18-1-15,19 2-1 16,-12 14 0-16,-7 8-2 15,4 7 0-15,-3 4-3 16,10 1-4-16,3 2-7 16,5-7 2-16,3-3-3 15,8-7 1-15,-3-6 2 16,3-9 1-16,-4-6 1 16,0-11 0-16,-7-6 3 15,-1-6 0-15,-13-6 2 16,-2-7-1-16,-8-4 3 15,-5 0-3-15,-6-2 6 0,-1 6 4 16,-9 3-1-16,0 2-95 16,-2 9-79-16,10 6-4 15,-1-3-11-15,16 3-1 16,3-8-7-16</inkml:trace>
  <inkml:trace contextRef="#ctx0" brushRef="#br2" timeOffset="-61874.08">16965 20493 613 0,'16'-9'186'0,"-16"9"-12"16,26-3-168-16,-7 15 3 16,-2 7-1-16,2 5 3 15,-3 8-3-15,0 0 0 16,-2 1-8-16,-4-3 0 16,-1-6-2-16,-2-8-9 15,-7-16-1-15,0 0 1 16,22 3-1-16,-15-20 3 15,-2-2 1-15,6-7 2 16,-4-4 5-16,1 4 2 16,-1-1 1-16,0 6-2 15,-3 2 2-15,-4 19 0 0,0 0 1 16,22-11 1-16,-22 11 2 16,26 23-2-16,-26-23-1 15,32 29 2-15,-15-15-3 16,2-2-2-16,-3-3-4 15,-16-9-1-15,26 10 2 16,-26-10-1-16,19-7 2 16,-19 7-1-16,17-26 2 15,-8 7-1-15,-2-5 3 16,3-2 0-16,-1 0-2 16,1-3 2-16,6 3-3 15,1 3 2-15,2 3-2 16,4-1-7-16,3 12-38 0,-4-5-13 15,11 13-7 1,-10-8 1-16,8 12 1 16,-10-4 0-16,2 8 0 15,-4-2 11-15,0 2 48 0,-4 1 17 16,3-4 6-16,-3 3-1 16,5-4-3-16,-1 2-34 15,1-3-38-15,0 5-24 16,-5-5-26-16,8 8-14 15,-23-10 7-15</inkml:trace>
  <inkml:trace contextRef="#ctx0" brushRef="#br2" timeOffset="-61676.94">17788 20602 433 0,'-19'14'164'15,"19"-14"-22"-15,-14 17-30 16,14-17-38-16,24-3-53 0,4-6-31 15,2-6-1-15,9-1-63 16,0-6-53-16,2-10-42 16,3 1 1-16,-10-10-6 15,3 1 10-15</inkml:trace>
  <inkml:trace contextRef="#ctx0" brushRef="#br2" timeOffset="-61481.8">18277 20138 564 0,'0'0'177'15,"0"31"-17"-15,-3-6-82 0,3 13-80 16,3 8 5-16,-3 8-6 16,4 10 2-16,-1 5-2 15,1 4 0-15,-4-4-88 16,7-5-74-16,-2 0-17 15,-5-17-3-15,7-7-3 16,-7-40 30-16</inkml:trace>
  <inkml:trace contextRef="#ctx0" brushRef="#br2" timeOffset="-60734.27">18949 18556 546 0,'4'-21'188'16,"-4"21"2"-16,22 0-121 15,-22 0-59-15,30 44 1 16,-15 1-2-16,4 19-9 15,-5 21 0-15,5 15 0 16,-6 21 0-16,4 19 0 16,-1 23 0-16,-4 17 0 15,2 17 0-15,-4 9 0 16,-1 12 0-16,1 13 0 16,2 4 0-16,-5 2-2 15,4 4-4-15,-3 1-4 0,3 0 8 16,1 1-6-16,-2 3 0 15,6-7-2 1,0-1 8-16,4 0-6 16,-1-5 7-16,4-3-5 0,3-10 2 15,4-7-2-15,-4-17 7 16,0-8-3-16,0-21-2 16,-4-8 18-16,4-24-10 15,-3-10 6-15,-4-16-5 16,4-12 13-16,-1-14-10 15,-3 0 10-15,4-11-17 16,-23-72-1-16,36 125 0 16,-36-125 0-16,26 87 0 0,-26-87 0 15,0 0 0 1,19 74 0-16,-19-74 0 16,0 0 0-16,0 0 0 15,0 0 0-15,0 0-21 0,-19-76-152 16,-7 14-24-16,7-15-14 15,-21-23-4-15,5-26 10 16</inkml:trace>
  <inkml:trace contextRef="#ctx0" brushRef="#br2" timeOffset="-60041.78">19692 18947 545 0,'0'0'214'0,"0"0"-2"15,0 0-160-15,0 0-52 16,0 0 0-16,-26 26 0 16,16 4 0-16,-1 3 0 15,3 8 0-15,1 6 0 16,3 5 0-16,8-2-3 15,6 2-3-15,2-5-2 16,7-4 1-16,7-8-3 0,4-9 1 16,-1-9-2-16,6-12 6 15,2-8-2-15,-1-11 3 16,-1-7 5-16,-6-8 0 16,1-8 3-16,-11-8 1 15,-4-7 3-15,-11-5-2 16,-8 0 5-16,-8 0-1 15,-7 3-1-15,-7 9-1 16,-3 4-1-16,-11 11-7 16,-2 13 0-16,0 12 0 15,1 6-62-15,8 10-86 16,3 3-28-16,8-4-1 16,22-10-4-16,-7 17-2 0</inkml:trace>
  <inkml:trace contextRef="#ctx0" brushRef="#br2" timeOffset="-59781.59">20369 18807 557 0,'7'16'182'0,"-2"3"-1"15,-6 7-90-15,2 14-87 16,-1 10-3-16,0 12 2 15,0 11-6-15,-5 5-1 16,5 5-1-16,-10-2 0 0,6-5-1 16,-8-8-27-16,9-8-53 15,-8-16-31 1,8-17-23-16,3-27-15 16,0 0-11-16,26-10 2 0,-4-23 30 15</inkml:trace>
  <inkml:trace contextRef="#ctx0" brushRef="#br2" timeOffset="-59384.32">20624 19174 551 0,'25'-41'155'16,"-6"11"-24"-16,-7 11-42 15,-12 19-37-15,0 0-47 16,14 36-2-16,-14 1-3 16,3 11 2-16,-1 6-7 0,5 6-2 15,3 1 3 1,-1-2 0-16,-2-5 0 15,0-8-3-15,0-9 6 16,2-11 1-16,-9-26 2 0,3 15-1 16,-3-15 0-16,0-34 2 15,-3 2 1-15,-1-11 1 16,-1-9 0-16,1-5-4 16,4-2 1-16,0 4 2 15,4 3-1-15,1 7 0 16,2 7-1-16,0 14 3 15,-7 24-3-15,22-18 3 16,-22 18 0-16,27 19-3 16,-19 0-3-16,-1 6 1 15,-3 4-5-15,-11 4 1 16,-5 8-4-16,-15-2-33 16,-9 4-82-16,-13 0-45 0,-15-5-5 15,-3-1-2-15,-12-13-2 16,5 2 42-16</inkml:trace>
  <inkml:trace contextRef="#ctx0" brushRef="#br2" timeOffset="-58410.43">10940 21750 609 0,'40'12'203'16,"-10"-17"-22"-16,15 1-179 15,19-3-2-15,17 0-5 0,20-5 1 16,15 2 2-16,18-6-1 16,14 2-1-16,15 1 1 15,9-5 1-15,19 1 1 16,6 0-2-16,8 1 2 16,9 1 0-16,10-3 1 15,8 1 0-15,3 0-2 16,1-1 4-16,7 1-3 15,0 0 1-15,0 1-1 16,0 1-4-16,3 1 4 16,-3 2-1-16,4 1 2 15,-1 3-2-15,1 1 1 16,-1 0-1-16,1 1 1 0,-4-2 5 16,0-4-7-16,-2-4 4 15,-1 1-1 1,-13-4-2-16,2-4 3 15,-5-1-2-15,-10-2 4 0,-3 2-4 16,-9-1 5-16,-3 3-3 16,-6-2 4-16,-2 1-1 15,-7 1 0-15,-2 1 1 16,-3-2-4-16,-5-1 0 16,-3 2 0-16,-7 1 0 15,-6 2-1-15,-13 1 1 16,-4 1 0-16,-13 3 0 15,-10 0 1-15,-15 6 0 16,-11 1 0-16,-14 2-1 16,-14-2-3-16,-8 7 1 15,-18-4 7-15,-9-3-101 16,-20-8-59-16,-18-13-4 0,-20-13-8 16,-23-25-7-16,-16-21-5 15</inkml:trace>
  <inkml:trace contextRef="#ctx0" brushRef="#br2" timeOffset="-56367.98">13094 21864 447 0,'0'0'194'0,"5"-16"-18"15,-5 16-72-15,0 0-93 16,-15 25-2-16,11 9 0 16,4 13-2-16,0 15-2 15,-3 9 3-15,3 12-10 16,0 4 1-16,0 1-4 16,0-8 4-16,0-13-5 15,0-8 0-15,0-21-4 16,3-10 0-16,-3-28 1 0,0 0 1 15,0-31-2 1,4-12 2-16,-4-13 5 16,3-10 0-16,-6-8 10 0,-1-9-5 15,1 2 3-15,-1 6-5 16,3 6 7-16,-3 12-5 16,1 12 0-16,-1 12-2 15,1 10-1-15,3 23 0 16,0 0 0-16,0 0 2 15,0 0-3-15,26 37-1 16,-7-6 1-16,7 7 0 16,3 5 4-16,10 9 0 15,1 2-6-15,-2-2 5 16,2 0-4-16,-9-6 8 16,-2-4-9-16,-2-7-24 15,-12-11-77-15,-1-9-41 0,-14-15-20 16,0 0-9-16,0 0 2 15,-23-22 66-15</inkml:trace>
  <inkml:trace contextRef="#ctx0" brushRef="#br2" timeOffset="-56168.84">13013 22330 516 0,'0'0'159'0,"-7"24"-45"16,7-24-47-16,22 7-46 15,4-7-27-15,11-5 2 16,8-2 1-16,4-9 2 16,6 4 0-16,2-4-92 0,2 3-61 15,2 13-13-15,-17 0-11 16,-6 17-7-16,-16-2 101 16</inkml:trace>
  <inkml:trace contextRef="#ctx0" brushRef="#br2" timeOffset="-55590.43">13316 22885 434 0,'-12'45'185'16,"-3"-10"-3"-16,4 1-102 16,8 4-83-16,6 9 1 0,1 1 5 15,-1 0 0-15,6 2-8 16,-6-7 10-16,4-5-8 15,-3-7 5-15,-1-9-6 16,-3-24 9-16,0 0-2 16,0 0-7-16,-10-35 16 15,3-3-15-15,2-10 9 16,-2-9-5-16,0-2 5 16,0-5-9-16,5 0-2 15,4-2 7-15,5 5-10 16,7 9 7-16,1 6-3 15,1 11 0-15,1 6 2 16,2 13 1-16,-19 16 3 0,26-2-2 16,-22 21 4-16,-4 9-3 15,-7 8 3 1,-3 4-1-16,-3 7-1 16,-6-4-2-16,2 2-2 0,-2-7-1 15,3-5-1-15,9-10 1 16,4-4 2-16,3-19-2 15,26 26 1-15,-4-19-2 16,11 1 2-16,6 1 0 16,0 0-1-16,0 8 2 15,-3-5 6-15,-8 7-2 16,-2-7 5-16,-12 7-6 16,-7 4 7-16,-14 1 0 0,-7 2 3 15,-12-7-5 1,-5 9-14-16,-6-1 2 15,-4 3-95-15,-1 1-45 16,5 9-30-16,-1-7-6 0,9 8-6 16,-1-5 70-16</inkml:trace>
  <inkml:trace contextRef="#ctx0" brushRef="#br2" timeOffset="-55190.14">13417 23981 549 0,'0'0'192'0,"0"-21"-33"16,-5 2-156-16,1 2-2 16,4 17-1-16,-6-26-2 0,6 26 0 15,-13-19 0-15,13 19 1 16,-17-4 0-16,17 4 0 15,-23 28 1-15,8-11 0 16,1 6-1-16,-2 6 0 16,6 4 2-16,-2 4-2 15,5-4 0-15,7-2-1 16,3 3 1-16,4-8-2 16,9 0 0-16,3-7 2 15,3-1-2-15,8-6 1 16,0 0 1-16,6-2 0 15,-1-10 2-15,1 2 0 16,-1 1 2-16,-6 6-40 0,-3 0-84 16,-3 1-40-16,-4 13-8 15,-15-6 0-15,-4 11-7 16</inkml:trace>
  <inkml:trace contextRef="#ctx0" brushRef="#br2" timeOffset="-54621.74">13492 24635 465 0,'0'0'171'0,"-16"23"6"15,16-23-93-15,-10 21-85 16,10 5 12-16,3 1 4 16,1 4-4-16,3 13 5 0,1 11-8 15,3-1 6-15,-11-54-4 16,22 116 8-16,-22-116-10 15,19 102-1-15,-19-102-8 16,14 71-11-16,-14-71-40 16,0 0-33-16,9 17-9 15,-9-43-20-15,0-3-8 16,-5-9 0-16,-2 0 14 16,-4-18 31-16,-1 4 68 15,-2-14 51-15,-5 13 38 16,4 6 12-16,-4 2 8 15,5-7-4-15,-2 12-1 0,9 11-26 16,0 1-21-16,7 11-23 16,0 17-23-16,14-19-2 15,-14 19 1-15,33 9 2 16,-10 3-2-16,8 1 3 16,2 5-3-16,8 8 2 15,-1 7 14-15,6-2 3 16,-8 10-4-16,-2 1 5 15,-5 8-2-15,-5 2 2 16,-26-52-5-16,18 119-3 16,-18-119-13-16,-37 120 0 15,37-120 0-15,-93 102 0 16,93-102 0-16,-143 83 0 0,65-53 0 16,-3-8 0-16,13-8-77 15,68-14-71 1,-120 17-17-16,120-17-8 15,-71-47-20-15,61 8-4 0</inkml:trace>
  <inkml:trace contextRef="#ctx0" brushRef="#br2" timeOffset="-48098.1">19743 20140 202 0,'-23'14'116'0,"23"-14"1"16,-16 26 6-16,16-26-23 15,-12 21-9-15,12-21-16 0,0 19-10 16,0-19-15-16,16 7-14 15,-1-11-25 1,8-1-13-16,13-2 6 16,6-3-5-16,3-4 1 15,7-2-2-15,4 1 3 0,-4 1-2 16,-3 2 2-16,-8-1-3 16,-8 7 3-16,-10 0-3 15,-8 8 1-15,-15-2 1 16,7 19-2-16,-14 0 3 15,-8 11-4-15,-8 6-2 16,-3 5 1-16,-3 6-1 16,-10 5 3-16,0 0-6 0,-7 0 6 15,8 2-5-15,2-9 5 16,3-6 1-16,2 0-1 16,8-8 1-1,9-7 2-15,5-7 4 0,9-17-3 16,0 16-1-16,0-16 0 15,16-4 1-15,-16 4 0 16,33-15-3-16,-5 4 2 16,5 1-2-16,7-2 0 15,5 2 1-15,3-1 1 16,4 1-2-16,6-2 2 16,-3 3 3-16,-3 0-2 15,-6 2-3-15,-8 2 1 0,-9-3-39 16,1 4-53-1,-15-1-34-15,-15 5-36 16,0 0-13-16,-15-19-12 16,-1 12 12-16</inkml:trace>
  <inkml:trace contextRef="#ctx0" brushRef="#br2" timeOffset="-47829.9">19775 20448 540 0,'20'16'180'15,"-20"-16"-26"-15,36 3-77 0,-10-6-67 16,9-4-19-16,13-2-3 15,4-8-86-15,11 1-57 16,8-1-18-16,-3-4-6 16,3 11-1-16,-12-4 26 15</inkml:trace>
  <inkml:trace contextRef="#ctx0" brushRef="#br2" timeOffset="-47114.4">19954 21494 465 0,'-14'-28'220'15,"2"0"-45"-15,-3-6-67 16,15 13-53-16,-14-7-55 15,14 28 0-15,-7-15 0 16,7 15 0-16,-9 15 0 0,-1 8 0 16,6 13-13-16,-4 7-14 15,4 18-4 1,-3-1 0-16,7 8 19 16,0-1 10-16,7-3 1 0,5-8 5 15,6-9 1-15,1-13-1 16,7-13 0-16,3-14 1 15,2-14 2-15,6-14-1 16,-6-8-1-16,2-9-3 16,-3-11-1-16,-4-3 0 15,-4-7 3-15,-3 2-5 16,-12 4 1-16,-3 6-3 16,-11 7-1-16,-12 9-3 0,-4 12 1 15,-10 5-69 1,4 19-56-16,-13 11-40 15,-3 5-22-15,3 17-7 16,-10 3 38-16</inkml:trace>
  <inkml:trace contextRef="#ctx0" brushRef="#br2" timeOffset="-46621.05">19883 22376 491 0,'19'0'182'0,"-19"0"-44"16,0 0-136-16,-22 2-88 15,22 21-17-15,-11-1 7 16,11 18 4-16,-12 1 36 16,9 11 50-16,3 7 64 15,-4-5 16-15,15 3 6 16,-3-8 1-16,15-3 0 16,-2-16-3-16,10-6-22 15,2-17-25-15,5-5-24 16,-2-15-2-16,3-9 0 15,-3-9 2-15,-1-9-2 16,-2-7 0-16,-7-3-3 0,-11-5 2 16,-1 1-1-16,-10 2 0 15,-8 7-8-15,-10 7 1 16,-12 9-1-16,-5 13 0 16,-12 9-56-16,5 21-60 15,-14 10-38-15,-1 16-32 16,5 17-3-16,-9 4-8 15,13 15 191-15</inkml:trace>
  <inkml:trace contextRef="#ctx0" brushRef="#br2" timeOffset="-46141.71">19958 23425 549 0,'0'0'209'16,"-11"19"-30"-16,4 0-112 15,-1 4-79-15,-6 3 0 16,2 9 4-16,-2 6 2 15,5 4 0-15,2 5 1 16,4-1 9-16,6 3-1 0,11-7-4 16,5-11 2-16,7-6-8 15,5-5 2-15,6-15 1 16,1-4 3 0,2-15 4-16,5-10-3 0,-7-8 6 15,-1 1-4-15,-3-10 4 16,-4-5-4-16,-11 3 1 15,-5-7-4-15,-7 4 1 16,-14 0-2-16,-7 7 0 16,-14-3-3-16,-5 10-1 15,-8 8 3-15,-3 6 0 16,-4 3-60-16,6 12-57 0,-3 8-34 16,8 4-30-16,11 20-9 15,-1-5-8 1,16 16 172-16</inkml:trace>
  <inkml:trace contextRef="#ctx0" brushRef="#br2" timeOffset="-45449.22">20138 24772 618 0,'0'0'196'15,"23"-22"5"-15,-9-15-193 16,-2 6-8-16,2-9 0 0,-2 4-9 16,2-4-8-16,-6 5 6 15,3 4 9-15,-1 2 3 16,-4 12-1-16,-3 1-1 15,-3 16 0-15,0 0-4 16,0 0 3-16,0 0-5 16,7 33 1-16,0-2 2 15,-2 0 1-15,2 4 9 16,0 5 7-16,9 8-4 16,-6-6 2-16,2 4-2 15,-1-2 6-15,-4-5-11 16,1 0-4-16,-1 2 0 15,-3 1 0-15,-4-18 0 0,3 10 0 16,-3-4 0-16,0-2 0 16,0-9 0-16,0-19 0 15,0 0 0-15,0 0 0 16,-17 88 0-16,17-88 0 16,0 0 0-16,0 0 0 15,0 0 0-15,-68 54 0 16,68-54 0-16,0 0 0 15,0 0 0-15,-75 7 0 16,75-7 0-16,0 0 0 16,0 0 0-16,0 0 0 15,0 0 0-15,0 0 0 16,0 0 0-16,0 0 0 0,0 0 0 16,0 0 0-16,11-26 0 15,27 1 0-15,11 13 0 16,10-3 0-16,8-6 0 15,8-2 0-15,7 15-13 16,-3-18-159-16,-4 3-27 16,-6 2-9-16,-34-13-1 15,-16-3 4-15</inkml:trace>
  <inkml:trace contextRef="#ctx0" brushRef="#br2" timeOffset="-40161.46">31425 20457 473 0,'0'0'223'16,"-4"-30"-5"-16,4 4-109 16,14 0-109-16,-2-10 0 15,11 3 0-15,6-3 0 16,8 3 0-16,1 3 0 15,7 5 0-15,4 5 0 16,-4 12 0-16,3 11 0 16,-1 6 0-16,-9 17 0 15,-8 9 0-15,-7 10 0 16,-11 8 0-16,-9 8 0 16,-11 3 0-16,-13 3 0 15,-5 1 0-15,-6-2 0 0,-4-6 0 16,-2-1 0-16,-2-5 0 15,2-9 0-15,5-9 0 16,7-7 0-16,7-8 0 16,19-21 0-16,-16 18 0 15,16-18 0-15,16-9 0 16,6-3 0-16,4-2 0 16,11 0 0-16,1-1 0 15,7 2 0-15,7 1 0 16,0 2 0-16,0 1 0 15,0 8 0-15,-3-1 0 16,-4 4 0-16,-10 1 0 16,-6-1 0-16,-6 1 0 0,-9 2-36 15,-14-5-58-15,0 0-61 16,8-17-18-16,-13 0-2 16,2-1-2-16,-4-11-1 15</inkml:trace>
  <inkml:trace contextRef="#ctx0" brushRef="#br2" timeOffset="-39626.08">32249 20040 514 0,'-3'-51'175'15,"-8"1"2"-15,-4-2-54 0,1 9-89 16,-12 1-34-16,-2 4 0 15,-12 4 0 1,-5 4 0-16,-11 6 0 16,-1 7 0-16,-9 8 0 0,-8 9 0 15,-5 9 0-15,0 10 0 16,-3 9 0-16,-3 11 0 16,2 10 0-16,1 10 0 15,7 10 0-15,4 7 0 16,7 7 0-16,8 9 0 15,11 8-5-15,12 8-1 16,14 8 2-16,9 0 1 0,17 0 1 16,12-2 2-1,14-3-2-15,8-6-2 0,12-11 4 16,9-13-4-16,9-15 4 16,9-16-5-16,9-14 4 15,4-15-3-15,8-17 8 16,7-18 4-16,1-14-1 15,7-14 5-15,-1-13-4 16,-2-7-7-16,-6-13-1 16,-3-6 0-16,-17-9 0 15,-9-4 0-15,-17-2 0 16,-16-1 0-16,-15-2 0 16,-27 4 0-16,-22 5 0 0,-26 3-109 15,-26 6-70-15,-26 15-16 16,-44-7-1-1,-36 13 2-15</inkml:trace>
  <inkml:trace contextRef="#ctx0" brushRef="#br2" timeOffset="-32120.6">31312 21961 346 0,'0'0'170'0,"0"0"-9"16,0 0-19-16,0 0-14 16,-7-17-52-16,7 17-76 15,0 0 0-15,0 0 0 0,0 0 0 16,0 20 0-16,-4 6 0 16,1 6 0-16,3 14 0 15,-5 10 0-15,-2 9 0 16,0 10 0-16,-4 3 0 15,3-6 0-15,-3-4 0 16,-1-7-3-16,5-13 0 16,0-12 4-16,2-10 1 15,5-26-1-15,-3 19-2 16,3-19-2-16,3-17 1 16,-1-4 0-16,1-10 1 15,1-7-2-15,-1-7-1 16,-3-7 6-16,4-8-2 0,-1-3 5 15,1 3-5-15,1-1 5 16,2 4-3-16,0 5 2 16,-4 7-4-16,6 9 0 15,-6 8 0-15,1 9 0 16,-4 19 0-16,7-24 0 16,-7 24 0-16,0 0 0 15,0 0 0-15,0 0 0 16,0 0 0-16,8 17 0 15,3-1 0-15,5 6 0 16,1 8 0-16,2 6 0 16,7 9 0-16,-3 5 0 15,3 2 0-15,-7 2 0 0,0 1 0 16,-2-3 0-16,-5-2 0 16,-1-8 0-16,-3 1-65 15,-11-14-76 1,3-3-41-16,-2-5-3 0,2-21-3 15,-21 11-1-15</inkml:trace>
  <inkml:trace contextRef="#ctx0" brushRef="#br2" timeOffset="-31857.42">30883 22491 639 0,'0'0'179'0,"0"0"-3"0,33 0-175 16,5-12-3-16,7-4-1 16,18-5-1-16,8-8 6 15,11-1-11-15,-3-6-99 16,10 0-60-16,-2 4-10 15,-9 1-3-15,-10 14 0 16,-16 0 19-16</inkml:trace>
  <inkml:trace contextRef="#ctx0" brushRef="#br2" timeOffset="-30897.74">31227 22975 735 0,'0'0'219'0,"0"0"-150"16,0 0-69-16,-16 0 0 15,23 23 0-15,-7 6 0 16,5 16 0-16,-1 4-13 16,3 8-3-16,-4 3 10 15,1-2 8-15,-4-3-5 0,0-7 4 16,0-8-5-16,0-16 2 15,0-6-1-15,0-18-6 16,0 0 2-16,0 0 1 16,-7-35 8-16,3 2-11 15,-3-12 11-15,4-7-5 16,1-8 5-16,-1-3-1 16,6-1 3-16,6 2-4 15,5 1-4-15,5 6 6 16,7 8-7-16,3 11 4 15,6 10 0-15,-2 9 5 16,2 12 2-16,-6 8 1 16,-3 13 2-16,-10 6 0 0,-6 11 3 15,-10 3-2-15,-7 6-1 16,-12 1-2-16,-3-1-4 16,-4-1-4-16,0-4 2 15,0-1-1-15,3-15-2 16,4-1-7-16,19-20-1 15,-16 21-1-15,16-21 3 16,0 0 0-16,16-8-1 16,0-5 0-16,4 5 1 15,3-4 7-15,5 5-1 16,1-7 1-16,4 9-1 16,5 5 2-16,2 5 2 15,2 9 2-15,-6 7 5 0,-8 1 4 16,-2 9-6-16,-12 0 6 15,-9 7-7-15,-17-10 6 16,-14 10-9 0,-12-5 4-16,-11-2-11 0,-10-1 2 15,-5-4 5-15,2 1-56 16,-10-9-55-16,12 1-50 16,8-4-22-16,0-13-25 15,22 3 1-15,1-8 97 16</inkml:trace>
  <inkml:trace contextRef="#ctx0" brushRef="#br2" timeOffset="-30469.43">31390 23957 653 0,'0'0'214'16,"19"-28"-58"-16,-12 9-156 16,-10-2 0-16,-1-1 0 15,-6 3 0-15,10 19 0 16,-30-21 0-16,11 23 0 16,-4 6 0-16,-3 4 0 0,0 16 0 15,-3 2 0 1,1 6 0-16,-1-1 0 15,10 8 0-15,1 0 0 16,9-1 0-16,9-4 0 0,9-7 0 16,14-2 0-16,6-6 0 15,8-9 0-15,11-4 0 16,1-8 0-16,8-4 0 16,2-8 0-16,0-4 0 15,-5-3 0-15,-5-1 0 16,-9 6 0-16,-6 10-85 15,-16-3-69-15,-18 5-25 16,5 19-20-16,-28 0-1 16,-3 18-5-16</inkml:trace>
  <inkml:trace contextRef="#ctx0" brushRef="#br2" timeOffset="-30195.23">31260 24672 649 0,'3'27'209'0,"-3"-11"-44"15,0-16-165-15,4 48 0 16,4-6 0-16,-1 10 0 16,0 0 0-16,-7-52 0 15,16 133 0-15,-9-64 0 16,-4 4 0-16,-3-73 0 15,9 118 0-15,-9-118 0 16,10 78 0-16,-10-78-137 0,0 0-43 16,0 0-5-16,0 0 12 15,-3-71-1-15</inkml:trace>
  <inkml:trace contextRef="#ctx0" brushRef="#br2" timeOffset="-29862">31268 24755 536 0,'-19'-14'182'16,"19"14"-10"-16,0 0-51 15,-8-21-109-15,8 21-12 16,0 0 0-16,27-2 0 16,-2 6 0-16,6 5 0 0,5 11 0 15,10 15 0-15,2-2 0 16,4 8 0-16,0 4 0 15,-7-1 0-15,-6 4 0 16,-39-48 0-16,45 106 0 16,-45-106 0-16,-9 121 0 15,9-121 0-15,-71 118 0 16,71-118 0-16,-134 110 0 16,51-66 0-16,-9-22 0 15,2-3 0-15,-4-22-89 16,9-13-76-16,5-10 1 15,80 26-18-15,-115-114 0 16,81 45-12-16</inkml:trace>
  <inkml:trace contextRef="#ctx0" brushRef="#br2" timeOffset="-29085.45">31876 22459 327 0,'0'0'156'16,"-14"-15"-16"-16,14 15-7 15,0 0-14-15,-19-17-19 16,19 17-52-16,0 0-48 16,0 0 0-16,0 0 0 15,0 0 0-15,0 0 0 16,0 0 0-16,0 0 0 15,0 0 0-15,0 0 0 0,14-18 0 16,-14 18 0-16,28-15 0 16,-6 6 0-16,4 0 0 15,7-3 0-15,4 0 0 16,4 0 0-16,5-4 0 16,-1 4 0-16,-5 0 0 15,-2 0 0-15,-5 2 0 16,-7 5 0-16,-7-1 0 15,-19 6-65-15,0 0-79 16,7 21-39-16,-14 3-16 16,-16 1-3-16,6 13-6 15</inkml:trace>
  <inkml:trace contextRef="#ctx0" brushRef="#br2" timeOffset="-28734.2">31899 23072 401 0,'-20'23'206'0,"20"-23"-11"16,0 0-84-16,0 0-57 16,0 0-28-16,32-4-20 15,1-1-28-15,5-7-2 16,14 0 9-16,4-2 10 16,6-2 5-16,2 4-4 15,0 0 1-15,-8 0-59 16,5 3-72-16,-13 9-40 15,-15-3-14-15,-3 15-6 16,-30-12 21-16</inkml:trace>
  <inkml:trace contextRef="#ctx0" brushRef="#br2" timeOffset="-28320.9">31933 23952 653 0,'-12'20'211'0,"12"-20"-64"15,0 0-135-15,0 0-12 16,0 0 0-16,0 0 0 16,23-13 0-1,-4 7 0-15,10-2 0 0,8 1 0 16,4 0 0-16,11-5 0 16,9 3 0-16,2-1 0 15,4 4-5-15,1 5 3 16,0 2 1-16,-6-4 0 15,-6 5 1-15,-11 6 1 16,-3 3-76-16,-13-1-66 16,-13 1-31-16,-6 9-20 15,-13 1-7-15,-8 21 0 0</inkml:trace>
  <inkml:trace contextRef="#ctx0" brushRef="#br2" timeOffset="-28000.68">32034 25274 612 0,'0'0'201'16,"0"0"2"-16,0 0-196 16,104-21-7-16,-55-3 0 15,13-5 0-15,6 8 0 0,7-17 0 16,-4 17 0-16,0-12 0 16,0 12-50-16,-12-5-120 15,-10-5-22-15,-11-3 0 16,-19-15-3-16,-5-5-19 15</inkml:trace>
  <inkml:trace contextRef="#ctx0" brushRef="#br2" timeOffset="-27230.13">32836 21902 577 0,'5'-24'185'16,"-1"1"-50"-16,-4 23-67 16,0-31-38-16,0 31-13 15,-7-17-6-15,7 17-11 16,-16-2 0-16,16 2 0 16,-23 23 0-16,11-4 0 15,-2 5 0-15,-1 9 0 0,4 7 0 16,-1 6 0-16,5 3 0 15,0-4 0 1,7 5 0-16,4-10 0 16,10 0-4-16,-2-7-17 15,10-6 6-15,1-9-5 0,6-5 6 16,1-4-1-16,5-9 8 16,-2-5 7-16,0-9-5 15,-2-3 8-15,-2-4-4 16,-3-2 8-16,-6-4-1 15,-3-4 8-15,-8-4-4 16,-2-1 3-16,-11-9 3 16,1 0-1-16,-10-6 1 0,0 3-14 15,-10-1-2-15,4 6 0 16,-7 3 0-16,0 8 0 16,0 9 0-1,-4 7 0-15,3 15-2 0,-3 1-91 16,4 14-44-16,0 5-35 15,3 5-16-15,9 7-2 16,-1-7-11-16</inkml:trace>
  <inkml:trace contextRef="#ctx0" brushRef="#br2" timeOffset="-26720.77">33431 21667 533 0,'0'0'211'0,"0"0"-6"16,0 0-131-16,0 0-74 15,0 0 0-15,0 0 0 16,0 0 0-16,0 0 0 15,-8 27 0-15,1-2 0 16,0 6 0-16,0 9 0 16,-2 5 0-16,6 3 0 15,3 2 0-15,0-1-4 16,7-4 0-16,5-5 0 16,2-9 1-16,5-9 0 15,3-6 1-15,1-6 7 0,6-8 0 16,-3-4 1-16,6-6-2 15,1-10-4-15,3-1 0 16,-1-5 0-16,1-5 0 16,-1-8 0-16,-6-4 0 15,-2-4 0-15,-8-2 0 16,-6 0 0-16,-9 0 0 16,-8 2 0-16,-9 4 0 15,-6 6 0-15,-8 8 0 16,-6 6-4-16,-5 5-100 15,5 9-54-15,-5 14-23 16,-4 5-8-16,9 11-3 16,-8 6-2-16</inkml:trace>
  <inkml:trace contextRef="#ctx0" brushRef="#br2" timeOffset="-25962.23">32885 22719 272 0,'0'0'220'15,"0"0"-30"1,0 0-52-16,0 0-35 16,0 0-24-16,0 21-58 0,0-21-21 15,-18 17 0-15,9-1 0 16,-1 8 0-16,-6 7 0 15,3 7 0-15,0 4 0 16,0 3 0-16,7 3 0 16,-1 1 0-16,7 1 0 15,0-5 0-15,9-3 0 16,5-11 0-16,5-5 0 16,4-6 0-16,6-9 0 15,4-13-1-15,2-15 2 16,1-6-1-16,-1-10 0 15,-2-3 0-15,0-7 0 16,-11-13 0-16,-6-1 0 0,-2 2 0 16,-14 1 0-16,-3 2 0 15,-11 0 0-15,-5 2 0 16,-7 10 0-16,-7 6 0 16,1 11-2-16,-4 6-6 15,-2 12 4-15,5 1-1 16,3 16 0-16,-1 6-16 15,14 13-65-15,-3-2-42 16,10 4-32-16,10 3-18 16,4-10-3-16,6 6-4 15</inkml:trace>
  <inkml:trace contextRef="#ctx0" brushRef="#br2" timeOffset="-25653.01">33393 22485 555 0,'16'-24'204'0,"-16"24"-19"15,0 0-106-15,10-19-79 16,-10 19 0-16,0 0 0 15,4 17 0-15,-4 3 0 16,0 7 0-16,0 10 0 0,3 9-8 16,-1 13-5-16,1 2 11 15,4 3-1-15,0-4-48 16,5 6-82-16,-1-2-44 16,-8-3-9-16,6-2-13 15,-9-16-4-15</inkml:trace>
  <inkml:trace contextRef="#ctx0" brushRef="#br2" timeOffset="-25166.67">33036 23642 448 0,'0'0'228'0,"0"0"-41"16,-9-16-57-16,9 16-100 15,0 0-30-15,0 0 0 16,-14 30 0 0,9-4 0-16,-2 0 0 0,3 6 0 15,1 10 0-15,-1 8 0 16,4 4 0-16,0-4 0 15,0-2 0-15,4-4 0 16,-1 3 0-16,1-8 0 16,-1-6 0-16,-3-12 0 15,9 0-66-15,-9-21-98 16,7 19-24-16,-7-19-5 0,10-26 0 16,-1 10-7-16</inkml:trace>
  <inkml:trace contextRef="#ctx0" brushRef="#br2" timeOffset="-24858.44">33400 23647 514 0,'16'-19'193'15,"-16"19"-6"-15,7-16-65 0,-7 16-115 16,0 0-7 0,0 0 0-16,15 14 0 15,-11 3 0-15,-1 6 0 16,-3 10 0-16,4 7 0 0,-1 1 0 16,2 8 0-16,-1 6 0 15,3 7-11-15,-11-3-123 16,11 4-44-16,-3 4-30 15,-8-6 0-15,4 3-6 16,-10 3 145-16</inkml:trace>
  <inkml:trace contextRef="#ctx0" brushRef="#br2" timeOffset="-24517.2">32956 24793 834 0,'0'0'189'0,"0"0"-189"16,0 0 0-16,3 31 0 15,2-3 0-15,2-6 0 16,0 20 0-16,2-9 0 16,-9-33 0-16,17 102 0 15,-17-102 0-15,12 104 0 16,-12-104 0-16,11 83 0 0,-11-83-122 16,0 0-72-16,0 0-9 15,29 36-2-15,-29-36-10 16</inkml:trace>
  <inkml:trace contextRef="#ctx0" brushRef="#br2" timeOffset="-24077.89">33438 24757 643 0,'0'0'173'16,"14"-20"2"-16,-14 20-143 15,2 18-32-15,-2-18 0 0,3 27 0 16,1-4 0-16,-4 5 0 16,0 3 0-16,3 3 0 15,4 5 0-15,-3-12 0 16,4 16 0-16,-8-43 0 16,33 70 0-16,-33-70 0 15,42 46 0-15,-42-46 0 16,0 0 0-16,94 44 0 15,-58-43 0-15,2-2 0 16,2-10 0-16,2-11 0 16,-4 8 0-16,-1-15 0 15,-4-8 0-15,-11-3 0 0,-6-15 0 16,-9-4 0 0,-11 6 0-16,-10 16 0 0,-5-10 0 15,-10 13 0-15,-6 6 0 16,-10 13 0-1,-4 16 0-15,-3 6 0 0,-10 7-25 16,10 7-131-16,-9-2-8 16,2 5-10-16,2-1-3 15,8-1-13-15</inkml:trace>
  <inkml:trace contextRef="#ctx0" brushRef="#br2" timeOffset="-15564.84">33633 23358 156 0,'0'0'69'16,"0"0"-15"-16,0 0-8 15,0 0-6-15,0 0-12 16,0 0-28-16,0 0-32 16,0 0-35-16,0 0-25 15,0 0-27-15,0 0 37 0,0 0 82 16</inkml:trace>
  <inkml:trace contextRef="#ctx0" brushRef="#br2" timeOffset="-14987.25">31321 24563 117 0,'0'0'84'0,"0"0"-79"0,0 0-80 16,0 0-21-16,13-9 62 15,-6-14 34 1</inkml:trace>
  <inkml:trace contextRef="#ctx0" brushRef="#br2" timeOffset="-14352.78">33756 24151 145 0,'0'0'106'16,"0"0"-30"-16,0 0-22 15,0 0-8-15,0 0 9 16,0 0 7-16,0 0 16 15,0 0-4-15,0 0-10 16,-16 3-8-16,16-3-1 16,0 0-7-16,0 0-10 15,0 0-15-15,0 0-18 16,0 0-5-16,0 0 1 16,0 0 0-16,0 0 0 15,0 0-3-15,0 0-15 0,0 0-69 16,0 0-43-16,0 0-25 15,0 0-6-15,-10-22-5 16,10 22-8-16</inkml:trace>
  <inkml:trace contextRef="#ctx0" brushRef="#br2" timeOffset="-13834.41">31192 25541 272 0,'0'0'156'16,"35"81"-4"-16,-35-81-39 15,0 0-50-15,0 0-34 16,0 0-18-16,0 0-38 15,0 0-45-15,0 0-35 16,0 0-36-16,0 0-20 0,0 0-7 16,52-71 57-16</inkml:trace>
  <inkml:trace contextRef="#ctx0" brushRef="#br2" timeOffset="-12965.8">33730 25385 234 0,'0'0'162'16,"0"0"-43"-16,0 0 12 15,0 0-21-15,0 0-10 16,0 0 1-16,0 0-35 16,0 0-66-16,0 0 0 0,0 0 0 15,0 0 0-15,0 0 0 16,0 0 0-16,0 0 0 15,0 0 0-15,0 0 0 16,0 0 0-16,0 0 0 16,0 0 0-16,0 0 0 15,0 0 0-15,0 0 0 16,0 0 0-16,0 0 0 16,0 0 0-16,0 0 0 15,0 0 0-15,0 0 0 16,0 0 0-16,0 0 0 15,0 0 0-15,0 0 0 16,0 0 0-16,0 0 0 0,0 0 0 16,0 0 0-16,0 0 0 15,0 0 0-15,0 0 0 16,0 0 0-16,0 0 0 16,0 0 0-16,0 0 0 15,0 0 0-15,0 0 0 16,0 0 0-16,0 0 0 15,0 0 0-15,0 0 0 16,0 0 0-16,0 0 0 16,0 0 0-16,0 0 0 15,0 0 0-15,0 0 0 16,0 0 0-16,0 0 0 0,0 0 0 16,0 0 0-16,0 0 0 15,0 0 0-15,0 0 0 16,0 0 0-16,0 0-13 15,0 0-145-15,0 0-17 16,0 0-1-16,0 0 7 16,0 0-22-16</inkml:trace>
  <inkml:trace contextRef="#ctx0" brushRef="#br2" timeOffset="39175.25">825 15523 106 0,'0'0'95'16,"-15"-29"-40"-16,15 29 1 15,-18-28-4-15,18 28 9 16,-12-17 7-16,12 17 5 16,0 0 12-16,-14-19-8 0,14 19 4 15,0 0-18-15,0 0-22 16,0 0-24-16,0 0-45 15,0 0-36-15,0 0-41 16,4 16-43-16,6 6-30 16,-1 4-7-16,12 16 16 15,-9 1 117-15</inkml:trace>
  <inkml:trace contextRef="#ctx0" brushRef="#br2" timeOffset="40426.65">1035 4876 130 0,'26'42'118'0,"-12"-6"-44"16,12 16-72-16,9 16 1 15,5 18 2-15,5 13 0 16,7 15 2-16,2 9-1 15,-2 5-2-15,0 2-1 16,-7-6-18-16,0-8-41 16,-12-20-31-16,0-5-16 15,-20-37 8-15,0-12 95 0</inkml:trace>
  <inkml:trace contextRef="#ctx0" brushRef="#br2" timeOffset="41127.15">904 5056 164 0,'-33'-27'191'0,"10"9"-17"16,23 18-79-16,-23-15-7 16,23 15-11-16,19-2-11 15,14 9-11-15,9-4-19 16,17 4-36-16,16 2-11 0,12 5 11 15,6 6 0-15,8 8 1 16,-4 9-5-16,-12 13 3 16,-10 15-3-1,-21 13 0-15,-21 19-23 0,-19 9 5 16,-21 12-2-16,-23 3 4 16,-12 7-1-16,-13-5 6 15,-9-6 6-15,-6-11 9 16,-1-18 27-16,3-10 0 15,8-22-4-15,11-15 2 16,9-24-3-16,18-18-6 16,15-27-3-16,17-13-5 15,13-18-7-15,15-12-1 0,10-9 1 16,11-6-1-16,0-4-4 16,6 6 3-1,-3 5-2-15,-8 10 1 16,-5 10-3-16,-10 9 3 0,-7 10 0 15,-15 9 0-15,-5 8 4 16,-12 4 0-16,0 19 0 16,-19-23-1-16,0 15 0 15,0 3 0-15,-2 5 0 16,-1 0-1-16,2 7-1 16,1 5 1-16,9 7 0 15,1 5-1-15,9 7-1 16,5 2 3-16,6 2-5 15,4 1 6-15,8-3 0 16,7-7 0-16,-1-7-2 0,8-9 3 16,-3-11-4-1,3-5-1-15,-3-6 3 0,-4-5-4 16,-1 0 0-16,-6-4-3 16,3 4-50-16,-10-3-58 15,-2 3-32-15,-14 17-28 16,22-31 2-16,-22 31-5 15,16-29 92-15</inkml:trace>
  <inkml:trace contextRef="#ctx0" brushRef="#br2" timeOffset="42763.33">2037 5472 245 0,'0'0'167'16,"0"0"-44"-16,10-18-20 15,-10 18-3-15,16-39-10 16,-2 14-12-16,-5-9-34 16,4-3-44-16,0-3 2 15,-6 1-3-15,0-3 2 16,-4 4 0-16,-6 7 0 16,-1 3-2-16,-3 6 2 15,-2 4-3-15,9 18-1 16,-20-12 2-16,20 12-3 15,-28 25 2-15,14 2-2 16,2 8 1-16,5 6-1 16,0 10 5-16,3 4-2 15,8 2 3-15,6 0-1 0,6-5 0 16,7-5 0-16,6-7 3 16,1-11-2-1,8-8 0-15,5-14-1 0,2-12-2 16,4-16 0-16,3-12 0 15,-2-14-1-15,2-8-2 16,-8-11 3-16,-3-7-1 16,-6-3 1-16,-5 0 1 15,-16 2-6-15,-6 3 7 16,-4 7-3-16,-8 12 5 16,-4 8-7-16,1 11 6 15,-6 11-8-15,13 22 6 16,-20-14 1-16,20 14-2 15,-9 30 4-15,9-6-4 16,5 3 6-16,6 8-5 16,8 1 7-16,3 4-7 0,8-3 6 15,6 1-6-15,9-2 0 16,0-1 1-16,4-2-3 16,0-1 2-16,-4 0-1 15,-9-3 1-15,-1 2-4 16,-16 0 3-16,-9-1-3 15,-13 1 2-15,-9-3-1 16,-14-2 1-16,-11 0-1 16,-4-6 2-16,-4-4 3 15,5-7-2-15,-2-11-2 16,9-10 0-16,9-11 1 16,6-10-2-16,11-12 2 0,14-8-3 15,11-10 1-15,4-2 0 16,13-3 4-16,10 2-2 15,4 6-3-15,3 3 4 16,3 10-3-16,1 10 7 16,-4 17-8-16,-3 11 6 15,-4 14 0-15,-7 14 1 16,-2 12 6-16,-6 16-6 16,-8 7 4-16,1 3-6 15,-7 0 5-15,-1-8-67 16,-1-4-81-16,2-13-30 15,-16-32-6-15,19 7 0 16,-12-34-1-16</inkml:trace>
  <inkml:trace contextRef="#ctx0" brushRef="#br2" timeOffset="43694.98">3662 4559 324 0,'-9'-24'217'0,"-8"3"-60"16,-6 6-52-16,4 11-12 15,-7 6-34-15,7 19-43 16,-4 13-38-16,4 8-2 16,5 10 2-16,-1 0 8 15,4-4 21-15,11-3-6 16,0-10 6-16,11-13-3 15,4-13 2-15,8-16-5 16,3-17 1-16,3-7 3 0,6-9-7 16,-2-5 8-16,4-2-7 15,-6 2 3 1,2 5-4-16,-7 11 4 16,0 8-1-16,-4 13-2 0,1 16 0 15,0 15-1-15,3 17-3 16,0 15 0-16,7 11 8 15,5 15-8-15,2 13 4 16,-2 6-4-16,0 4 3 16,-5-2-3-16,-3-9 6 15,-11-6-4-15,-4-11-2 16,-8-15 1-16,-10-18 2 16,-6-14 6-16,-8-22 0 15,-9-21 2-15,-9-24 1 16,-5-20-1-16,-5-24 3 15,-4-13-2-15,4-19-3 16,4-6-2-16,15-3-1 0,6 2 2 16,14 9-4-16,16 13 3 15,9 16-4-15,16 10 4 16,10 23-1-16,3 10-1 16,1 18 1-16,7 15 0 15,-4 14-3-15,-4 10-2 16,-3 9-2-16,-8 7 4 15,-8 0-3-15,-9 0 1 16,-5-6-2-16,-4-6 4 0,-8-5 3 16,-3-16 1-1,0 0 2-15,-3-24 0 16,-4-9 3-16,3-7-2 16,4-7 1-16,7-1-5 0,0 1-1 15,9 4 0-15,6 10-1 16,11 14 1-16,9 17 0 15,10 16 0-15,0 13-1 16,5 12 0-16,2 11-2 16,-7 9-51-16,-3 13-91 15,-11 15-33-15,-20-4-8 16,-10 7-7-16,-23-10 14 16</inkml:trace>
  <inkml:trace contextRef="#ctx0" brushRef="#br2" timeOffset="44130.28">699 7592 623 0,'-30'52'189'0,"21"-31"-14"16,36-23-178-16,37-26 0 0,40-30 3 16,31-26-2-16,44-28 1 15,31-25-1-15,37-27-2 16,25-16-4-16,30-14 5 15,16-7-2-15,19-1-5 16,10-4 6-16,3 3 2 16,-6 9-4-16,-11 16 6 15,-18 17-1-15,-36 21 1 16,-29 22-2-16,-47 24 2 16,-47 25-5-16,-43 28 4 15,-50 20-23-15,-41 28-99 16,-48 22-33-16,-48 20-23 15,-43 23 2-15,-46 17-2 0</inkml:trace>
  <inkml:trace contextRef="#ctx0" brushRef="#br2" timeOffset="44498.56">268 7734 598 0,'-71'48'179'0,"24"-25"5"15,47-23-178-15,26-24-2 16,44-20 0-16,36-20 1 0,39-22-3 16,34-23-4-16,35-24 0 15,32-18-2 1,34-19 1-16,27-15-4 15,24-9 5-15,13-7 0 0,15 1-6 16,8-1 5-16,-1 7 1 16,-3 5 0-16,-16 14 2 15,-23 20-1-15,-25 18-5 16,-30 23 4-16,-45 22-2 16,-40 19 2-16,-42 32-51 15,-41 18-102-15,-42 11-39 16,-21 17-6-16,-38-5-2 15,-28-12 77-15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43:25.54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26877 1494 478 0,'19'-71'207'0,"-19"71"3"16,0 0-93-1,0 0-106-15,0-69-11 16,0 69 0-16,0 0 0 15,0 0 0-15,0 0 0 0,22 83 0 16,-22-83 0-16,30 152 0 16,-14-33 0-16,-1 13 0 15,-4 1 0-15,-1-6 0 16,-8-11 0-16,1-9 0 16,-3-22 0-16,-3-37 0 15,3-48-3-15,0 0 6 16,-16-55-3-16,7-21 0 15,-1-25 0-15,0-16 0 16,-3-13 0-16,0 0 0 16,7 9 0-16,-1 3 0 15,11 18 0-15,-1 25 0 16,-3 75 0-16,19-90 0 0,-19 90 0 16,0 0 0-16,0 0 0 15,98 12 0-15,-98-12 0 16,71 102 0-16,-38-31 0 15,9 16 0-15,-10 12 0 16,0 6 0-16,-6 1 0 16,-4-9 0-16,-4-9 0 15,-3-10 0-15,1-21 0 16,-9-27 0-16,-7-30 0 16,22-32 0-16,-22 32 0 15,23-135 0-15,-6 33 0 16,-4-10 0-16,6-9 0 15,0 5 0-15,2 8 0 0,1 16 0 16,1 11 0-16,-23 81 0 16,38-107 0-16,-38 107 0 15,0 0 0-15,0 0 0 16,0 0 0-16,71-11 0 16,-71 11 0-16,30 96 0 15,-17-20 0-15,7 16 0 16,-5 30 0-16,-1 10 0 15,2 0 0-15,-4-1 0 16,2-6 0-16,-2-9 0 16,-2-30-76-16,9-20-102 15,0-43-7-15,7-30 8 16,4-31-3-16,3-32-5 0</inkml:trace>
  <inkml:trace contextRef="#ctx0" brushRef="#br0" timeOffset="1683.16">28380 1257 537 0,'0'0'189'16,"0"0"-2"-16,0 0-77 15,0 0-110-15,0 0 0 16,0 0 0-16,-38 72 0 16,38-72 0-16,-52 154 0 15,26-48 0-15,3 12 0 16,8 6 0-16,4-6 0 0,8-7 0 15,10-14 0-15,12-21 0 16,10-26 0 0,4-27 0-16,9-35 0 15,3-30 0-15,-45 42 0 16,87-145 0-16,-44 46 0 0,-12-7 0 16,-5-3 0-16,-12-1 0 15,-10 9 0-15,-8 18 0 16,4 83 0-16,-40-123 0 15,40 123 0-15,-71-67 0 16,71 67 0-16,-71-28 0 16,71 28 0-16,0 0 0 15,0 0 0-15,0 0 0 16,0 0 0-16,0 0 0 16,0 0 0-16,82-55 0 15,-82 55 0-15,126-30 0 16,-126 30 0-16,127-29 0 0,-127 29 0 15,97-16 0-15,-97 16 0 16,0 0 0-16,75 14 0 16,-75-14 0-16,0 0 0 15,9 97 0-15,-9-97 0 16,-13 114 0-16,7-36 0 16,-1 9 0-16,3 16 0 15,2 1 0-15,4-3 0 16,5 4 0-16,7-13 0 15,5-9 0-15,4-22 0 16,10-21 0-16,-2-34 0 16,5-25 0-16,-36 19 0 15,71-110 0-15,-38 28 0 0,-10-13 0 16,-7-7 0-16,-9 2 0 16,-7 1 0-16,-14 12 0 15,14 87 0-15,-49-124 0 16,49 124 0-16,-68-78 0 15,68 78 0-15,0 0 0 16,-93-45 0-16,93 45 0 16,0 0 0-16,0 0 0 15,0 0 0-15,0 0 0 16,0 0 0-16,83-56 0 16,-83 56 0-16,95-17 0 15,-95 17 0-15,103-7 0 16,-103 7 0-16,88 7 0 0,-88-7 0 15,72 35 0-15,-72-35 0 16,57 69 0-16,-57-69 0 16,43 116 0-16,-27-33 0 15,-6 10 0-15,-5 15 0 16,-5 9 0-16,-1-1 0 16,-6-5 0-16,-4-10 0 15,3-18 0-15,-3-21 0 16,4-17 0-16,4-29 0 15,-2-39 0-15,1-31 0 16,8-27 0-16,1-19 0 16,-2-13 0-16,8-17 0 15,1-6 0-15,5 2 0 0,6 18 0 16,3 21 0-16,5 17 0 16,-31 78 0-1,71-112 0-15,-71 112 0 16,0 0 0-16,101-61 0 0,-101 61 0 15,0 0 0-15,0 0 0 16,0 0 0-16,66 80 0 16,-66-80 0-16,-23 71 0 15,23-71 0-15,-55 74 0 16,55-74 0-16,0 0 0 16,-97 90 0-16,97-90 0 15,0 0 0-15,-75 61 0 16,75-61 0-16,0 0 0 15,0 0 0-15,0 0 0 0,33 90 0 16,-33-90 0-16,71 57 0 16,-71-57 0-1,106 88 0-15,-47-29 0 0,2 9 0 16,-2 11 0-16,-7 1 0 16,-4 5 0-16,-9-7 0 15,-10-1 0-15,-13-16 0 16,-6-9 0-16,-6-30-63 15,-4-22-20-15,-4-24-2 16,4-28-20-16,-7-27 6 16,7-22 9-16,-5-18 11 15,10-11 25-15,2 0 71 0,7-3 43 16,12 20 32 0,-7 10 31-16,16 19-21 15,-6 15 6-15,-29 69-16 0,72-92-28 16,-72 92-64-16,0 0 0 15,81-46 0-15,-81 46 0 16,0 0 0-16,0 0 0 16,56 111 0-16,-56-111 0 15,8 126 0-15,-11-48 0 16,-6 12 0-16,-1 17 0 16,1 2 0-16,-5 11 0 15,2-8 0-15,2-6 0 0,3-11 0 16,3-9 0-1,8-11-3-15,6-20 3 16,2-18-10-16,18-18 14 16,3-9 1-16,12-8-1 0,7-11-4 15,9-10 0-15,5-10 0 16,1-11 0-16,1-7 0 16,-9-3 0-16,-14-14-32 15,-3 2-124-15,-13 8-11 16,-18 7-11-16,-11-1-7 15,0 48 6-15</inkml:trace>
  <inkml:trace contextRef="#ctx0" brushRef="#br0" timeOffset="1889.33">30644 1838 498 0,'-79'-26'197'0,"79"26"0"0,0 0-66 16,0 0-131-16,89-41 0 15,-89 41 0-15,113-42 0 16,-113 42 0-16,135-48 0 16,-135 48 0-16,123-64-73 15,-123 64-103-15,85-61 5 16,-85 61-25-16,0 0 0 16,16-81 2-16</inkml:trace>
  <inkml:trace contextRef="#ctx0" brushRef="#br0" timeOffset="2095.48">30689 1281 441 0,'-94'-29'192'0,"94"29"1"0,0 0-59 15,0 0-71-15,0 0-63 16,0 0 0-16,108-30 0 16,-34 25 0-16,6-4 0 15,9 4 0-15,-3 3 0 16,-8 1 0-16,-78 1 0 15,117 3-63-15,-117-3-108 16,0 0-23-16,0 0 2 16,-4 92-3-16,4-92-1 15</inkml:trace>
  <inkml:trace contextRef="#ctx0" brushRef="#br0" timeOffset="2598.84">26429 2984 641 0,'-104'23'178'0,"22"-11"-28"15,21 5-146-15,28-3 0 16,33-14 2-16,27 16 0 0,32-15 0 16,38-6 0-16,35-4-2 15,40-6 2-15,36-4-5 16,42-7 0-16,38-5-4 16,33 0 3-1,30-1 9-15,27 5-9 0,14-3 4 16,11 4-4-16,-2 6 0 15,-9 4 0-15,-18 9 0 16,-31 5 0-16,-34 1 0 16,-47 1 0-16,-48 3 0 15,-46 6 0-15,-50-1 0 16,-50-2 0-16,-49-1 0 16,-45-2-40-16,-52-5-26 15,-35 2-10-15,-43-5 0 16,-32 7 3-16,-36-7-8 15,-22 13-30-15,-30-4-25 16,-19 8 46-16,-19 5 11 0,-7 4 20 16,-13 3-9-16,-2 1 16 15</inkml:trace>
  <inkml:trace contextRef="#ctx0" brushRef="#br0" timeOffset="2951.09">27057 3040 250 0,'-258'15'125'0,"27"-4"-3"16,40-1-6-16,35-8-3 15,46-2-11-15,36-9-28 16,51 4-23-16,42-7-25 16,49 0-20-16,46-7 0 15,51-2 0-15,42 0-3 16,43 2-4-16,45-4 1 16,37 3 12-16,30-1-12 0,27 5 10 15,26 9-9-15,19-1-1 16,10 8 0-16,11 5 0 15,5 7-1-15,-3 7-12 16,-10-2 12-16,-18 4-9 16,-31-2 12-16,-29 2-2 15,-44-2-38-15,-45-5-133 16,-55-18-15-16,-46-9-10 16,-68-29-12-16,-43-25 13 15,-39-6 195-15,-20 2 0 16,-21-7 0-16,-7 9 0 15,-11 6 0-15,8 13 0 16,15 24 0-16,7 26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43:31.501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5536 964 567 0,'0'0'206'0,"0"0"-6"16,0 0-150-16,0 0-50 15,0 0 0-15,0 0 0 16,0 0-15 0,0 0 12-16,49 92 6 0,-49-92-5 15,35 104 3-15,-35-104-6 16,33 121-19-16,-33-121-102 15,41 128-38-15,-41-128-10 16,44 118-8-16,-44-118 5 16</inkml:trace>
  <inkml:trace contextRef="#ctx0" brushRef="#br0" timeOffset="316.2">6333 1177 550 0,'0'0'179'16,"14"-92"-6"-16,-14 92-93 15,0 0-77-15,0 0 8 16,0 0-12-16,0 0 14 16,0 0-11-16,0 0 4 15,0 120-6-15,12-39 7 16,-1 37-8-16,1 43-3 15,-2 29-1-15,-3 11-5 16,-2 14 2-16,-5-9-9 16,4 1 13-16,-4-30-11 15,0-26 6-15,0-58-83 16,7-36-62-16,5-27-26 16,-12-30 5-16,36-47-1 0,-13-28 4 15</inkml:trace>
  <inkml:trace contextRef="#ctx0" brushRef="#br0" timeOffset="751.53">7166 1328 537 0,'0'0'174'16,"0"0"3"-16,0 0-72 15,0 0-75-15,0 0-30 16,0 0 0-16,14 79 0 15,-24 1 0-15,-2 46 0 0,1 16 0 16,4 17-13-16,2 2 1 16,5 9 7-16,5-16-13 15,9-3 0-15,5-28 0 16,11-44 11-16,12-30-4 16,6-23 6-16,8-25 1 15,4-25 3-15,10-19 6 16,1-26-1-16,0-9 15 15,0-28-17-15,-6-15 16 16,-10-14-9-16,-6 3 1 16,-13-1-7-16,-13 14 7 15,-15 1-10-15,-15 12-1 16,-17 20 10-16,24 86-2 0,-85-107 1 16,85 107-1-16,-123-70-5 15,123 70-2-15,-134-27 0 16,134 27-4-16,-99-14-123 15,99 14-36-15,0 0-21 16,0 0 11-16,0 0-6 16</inkml:trace>
  <inkml:trace contextRef="#ctx0" brushRef="#br0" timeOffset="1154.81">8925 1078 421 0,'0'0'206'0,"0"0"-22"15,0 0-60-15,0 0-56 16,0 0-57-16,-70-32-15 16,70 32-2-16,0 0 5 15,7 72-9-15,-7-72 8 16,7 114-2-16,-3-29 17 0,-1 17-8 16,-3 28 7-16,0 17-16 15,-3 9-9-15,-1 3 11 16,1-11-7-1,-4-15 6-15,3-22-11 0,3-20-2 16,1-46-39-16,0-45-78 16,15-13-31-16,-8-50-15 15,12-25 6-15,0-25-7 16</inkml:trace>
  <inkml:trace contextRef="#ctx0" brushRef="#br0" timeOffset="1394.98">9543 663 560 0,'0'0'188'0,"0"0"6"16,0 0-117-16,0 0-77 15,0 0-3-15,0 0 5 16,-45 76 3-16,45-76-5 15,-30 90 0-15,30-90-34 16,-22 109-121-16,22-109-24 16,-13 118-11-16,13-118-4 15,9 102 2-15</inkml:trace>
  <inkml:trace contextRef="#ctx0" brushRef="#br0" timeOffset="1719.21">10782 1525 448 0,'-116'50'185'15,"116"-50"-49"-15,-92 35-33 16,92-35-34-16,0 0-34 16,0 0-28-16,0 0 2 15,0 0-6-15,137-64-2 0,-62 29 1 16,15 6-7-16,4-4 7 16,3 2-58-16,0 0-86 15,-12 5-42-15,5 3-6 16,-12 1 7-16,9 8-14 15</inkml:trace>
  <inkml:trace contextRef="#ctx0" brushRef="#br0" timeOffset="2599.84">13884 1058 573 0,'0'0'196'16,"0"0"0"-16,0 0-138 16,0 0-58-16,0 0-2 15,0 0 4-15,0 0-2 16,-54 126 0-16,44-53 0 15,-6 13 0-15,6 4 0 16,-2 4 0-16,-2 1 0 16,2-5 0-16,5-16 0 15,0-15 0-15,3-19 0 0,4-40 0 16,0 0 0-16,0 0 0 16,0 0 0-1,30-128 0-15,-20 57 0 16,6-10 0-16,-1-4 0 0,-1 0 0 15,5 4 0-15,1 6 0 16,-20 75 0-16,39-123 0 16,-39 123 0-16,46-83 0 15,-46 83 0-15,0 0-9 16,0 0 2-16,74-48-3 16,-74 48 11-16,0 0 4 15,68 71-4-15,-68-71 10 16,55 88-10-16,-55-88 6 0,58 111-7 15,-58-111 0 1,52 109 0-16,-52-109 0 0,45 90 0 16,-45-90 0-1,0 0 0-15,59 73 0 0,-59-73 0 16,0 0 0-16,0 0 0 16,82-75 0-16,-82 75 0 15,45-104 0-15,-45 104 0 16,45-130 0-16,-45 130 0 15,55-128 0-15,-55 128 0 16,52-112 0-16,-52 112 0 16,46-83 0-16,-46 83 0 15,0 0 0-15,0 0 0 16,0 0 0-16,0 0 0 16,0 0 0-16,0 0-5 15,71 17 0-15,-71-17 3 16,22 88 9-16,-22-88-7 0,30 123 5 15,-22-48-5-15,3 15 0 16,-8 14 0-16,-3 22 0 16,-3 19 0-16,-1 4 0 15,4 10 0-15,-3-11-9 16,6-7 4-16,1-21-9 16,12-18 0-16,-3-43-105 15,13-38-50-15,6-33 1 0,1-28-10 16,12-31 5-1,-5-33 0-15</inkml:trace>
  <inkml:trace contextRef="#ctx0" brushRef="#br0" timeOffset="3000.12">15545 1187 580 0,'16'-83'190'16,"-16"83"-35"-16,0 0-57 15,0 0-98-15,0 0 0 16,0 0 0-16,0 0 0 16,0 0 0-16,0 0-7 15,-26 70 14-15,26-70-7 16,-12 98 0-16,12-98 0 16,-26 134 0-16,8-53 0 15,-1 9 0-15,4 7 0 0,-5 0 0 16,3 3 0-16,5-12 0 15,5 2 0-15,7-13-9 16,7-13 0-16,5-14-3 16,14-15 13-16,11-15-9 15,11-11 12-15,13-13 0 16,14-11-1-16,10-13 13 16,8-3-14-16,1-16 6 15,3-8-8-15,-6 1 0 16,-6-5-103-16,-85 59-67 15,116-90-6-15,-116 90-2 16,49-74-2-16,-49 74-2 16</inkml:trace>
  <inkml:trace contextRef="#ctx0" brushRef="#br0" timeOffset="3223.28">15616 1715 591 0,'0'0'185'16,"79"-17"-5"-16,-79 17-113 15,131-28-67-15,-56 6 0 16,-4-6 0-16,-71 28 0 16,127-64 0-16,-127 64-24 15,90-73-120-15,-90 73-36 0,0 0-10 16,18-96 5-16,-18 96-4 15</inkml:trace>
  <inkml:trace contextRef="#ctx0" brushRef="#br0" timeOffset="3427.43">15269 1049 660 0,'0'0'190'0,"0"0"-17"15,110-38-173-15,-32 26 0 16,10 3 0-16,3 0-1 16,-1 4-1-16,-9 0-76 0,1 5-62 15,-82 0-35-15,120 21-8 16,-120-21-13-16,71 48-4 16</inkml:trace>
  <inkml:trace contextRef="#ctx0" brushRef="#br0" timeOffset="4966.52">16604 1432 359 0,'0'0'193'0,"0"0"-14"15,85-39-48-15,-85 39-16 16,0 0-69-16,0 0-46 16,56-72 0-16,-56 72 0 0,0 0 0 15,0 0 0-15,0 0 0 16,-14-71 0-16,14 71 0 16,0 0 0-16,-71 26 0 15,71-26 0-15,0 0 0 16,-101 104 0-16,101-104-4 15,-64 98 8-15,64-98-4 16,-33 97 0-16,33-97 0 0,0 0 0 16,22 87 0-1,-22-87 0-15,0 0 0 16,101-4 0-16,-101 4 0 16,82-38 0-16,-82 38 0 0,78-45 0 15,-78 45 0-15,0 0 0 16,0 0 0-16,74-64 0 15,-74 64 0-15,0 0 0 16,0 0 0-16,0 0 0 16,0 0 0-16,9 87 0 15,-9-87 0-15,0 0 0 16,49 76 0-16,-49-76 0 16,0 0 0-16,92 38 0 15,-92-38 0-15,86-23 0 16,-86 23 0-16,98-62 0 15,-98 62 0-15,104-104 0 16,-104 104 0-16,100-138 0 0,-54 56-9 16,-1 3 3-16,-9-9 1 15,-8 6 3-15,-5-4 1 16,-6 9 7-16,-14 6 7 16,-3 71-12-16,-7-109 2 15,7 109-4-15,0 0-4 16,0 0-2-16,-97-51-2 15,97 51-2-15,-59 76 0 16,59-76 2-16,-52 126 2 16,33-45 6-16,7 6 5 15,12 1-2-15,3 6 4 16,13-6-7-16,7-1 10 16,10-4 0-16,8-4 6 0,-41-79-13 15,108 120 1-15,-108-120-3 16,139 65 3-16,-61-51 0 15,2-17-4-15,1-16-2 16,-3-14 1-16,-3-3 0 16,-7-6 2-16,-68 42 6 15,116-80-7-15,-116 80 0 16,71-58 5-16,-71 58-6 16,0 0-2-16,0 0 5 15,0 0-6-15,0 0-6 16,0 0 6-16,0 0 5 15,7 72-7-15,-7-72 14 16,0 0-4-16,-7 102-1 0,7-102 3 16,0 0 9-16,59 78-8 15,-59-78-4 1,75 16-2-16,-75-16 0 16,94-14 0-16,-94 14 0 0,100-48 0 15,-100 48-2-15,90-66 1 16,-90 66 0-16,66-76 3 15,-66 76 0-15,0 0-2 16,49-85 0-16,-49 85 0 16,0 0-4-16,0 0-2 15,0 0-1-15,0 0-1 16,0 0-3-16,0 0 2 16,0 0-1-16,-42 76 6 0,42-76 11 15,-20 128-7 1,7-24-7-16,3 14-4 15,5 22 8-15,-2 9-9 16,3 15 9-16,8 1-13 0,-1 13 4 16,6-14-7-16,1-3 15 15,3-10-1-15,-3-7 0 16,6-11 3-16,-6-7-2 16,-3-13 7-16,-2-15-4 15,-5-16 7-15,-5-18-4 16,-9-16 3-16,-9-17-4 15,-9-15 0-15,-7-20 0 16,-9-16 7-16,-8-17 1 16,-8-15-6-16,1-15 2 15,3-16-5-15,8-12 7 16,10-14-6-16,16-13 6 16,19-9-14-16,17-15 7 0,25-11 1 15,28-14 1-15,16-11 16 16,29-7-15-16,12 9 16 15,19 5-16-15,7 20 15 16,10 11-15-16,-4 26 14 16,-6 19-11-16,-7 27-7 15,-19 11 7-15,-16 13-8 16,-19 8 6-16,-85 40-17 16,103-55-89-16,-103 55-63 15,0 0 2-15,0 0-8 16,0 0-13-16,-120 12 8 15</inkml:trace>
  <inkml:trace contextRef="#ctx0" brushRef="#br0" timeOffset="6391.53">13006 2827 321 0,'-4'29'178'0,"27"-12"-26"0,25-8-68 16,41-2-15-16,34-16 3 16,39 4-4-16,39-12-63 15,42-7 5-15,40-16-6 16,40-5 2-16,34-7-4 15,32-9 1-15,26-4-4 16,33-3 9-16,24-3-11 16,21 5 11-16,10-3-13 15,10 3 14-15,-1 4-11 16,-12 7 14-16,-21 4-15 16,-28 10 1-16,-47-1 0 15,-43 2 2-15,-53 14 3 16,-55 4-3-16,-62-4 3 0,-61 2-60 15,-50-2-53-15,-80 26-56 16,0 0 5-16,-68-83-16 16,-48 52 7-16,-30-1 13 15</inkml:trace>
  <inkml:trace contextRef="#ctx0" brushRef="#br0" timeOffset="7310.19">15743 1264 375 0,'-74'10'175'15,"74"-10"-19"-15,0 0-41 16,0 0-1-16,0 0-26 15,0 0-88-15,0 0 0 16,0 0 0-16,74-16 0 16,-74 16 0-16,77-26 0 0,-77 26 0 15,100-39 0-15,-100 39 0 16,97-52 0 0,-97 52 0-16,82-56 0 15,-82 56 0-15,0 0 0 16,75-88 0-16,-75 88 0 0,0 0 0 15,0-85 0-15,0 85 0 16,0 0 0-16,0 0 0 16,-85-74 0-16,85 74 0 15,0 0 0-15,-98-7-6 16,98 7 6-16,-74 17-5 16,74-17 0-16,-71 31 3 15,71-31-1-15,-72 54 2 16,72-54-3-16,-71 64 1 15,71-64 13-15,-67 80-7 16,67-80 8-16,-59 95-9 16,59-95 1-16,-53 109-3 0,53-109 0 15,-38 128 0-15,28-57 0 16,5 3 0-16,1 10 0 16,8 0 0-16,8 1 0 15,7 0 0-15,10-4 0 16,4-6 0-16,12-11 0 15,8-26 0-15,14-24 0 16,15-32 0-16,15-20 0 16,16-19 0-16,14-21 0 15,15-8-23-15,4-4-141 16,-6 5-2-16,-4 11-19 16,-25 16 5-16,-24 5-14 15</inkml:trace>
  <inkml:trace contextRef="#ctx0" brushRef="#br0" timeOffset="11594.23">2926 6103 320 0,'-16'4'134'0,"-3"-4"-6"15,19 0-12-15,-17-2-12 16,17 2-18-16,0 0-15 16,0 0-19-16,0 0-41 15,0 0-10-15,0 0-1 16,0 0 0-16,0 0 0 16,0 0 0-16,17-2 0 15,-17 2 0-15,0 0 0 16,0 0 0-16,16 6 0 15,-16-6 0-15,0 0 0 16,0 0 0-16,0 0 0 0,0 0 0 16,0 0 0-16,-4-21 0 15,4 21 0-15,-7-16 0 16,7 16 0 0,-12-15 0-16,12 15 0 0,-10-16 0 15,10 16 0-15,0 0 0 16,-9-17 0-16,9 17 0 15,0 0 0-15,0 0 0 16,0 0 0-16,-3-17 0 16,3 17 0-16,0 0 0 15,0 0 0-15,0 0 0 16,0 0 0-16,0 0 0 16,0 0 0-16,0 0 0 15,0 0 0-15,-4 24 0 0,8 0 0 16,-4 11 0-1,0 13-3-15,0 13-1 16,0 6 1-16,-4 4 3 0,4 0-3 16,-3-2 3-16,3-8-2 15,-4-9 3-15,8-14 0 16,3-12 3-16,-7-26 0 16,19 19 1-16,0-26-5 15,3-9 0-15,4-8 0 16,0-10 0-16,7-10 0 15,0-4 0-15,-1-4 0 16,1-2 0-16,-4 1 0 16,-3 2 0-16,-7 8 0 15,0 7 0-15,-3 8 0 16,-6 7 0-16,-10 21 0 16,12-20 0-16,-12 20 0 0,18 15 0 15,-9 4 0-15,4 9 0 16,3 8 0-16,7 6 0 15,3 6-3-15,3 2 1 16,1 1 0-16,3-5-1 16,-2-2 1-16,2-8 3 15,0-8 0-15,-5-8 3 16,-2-7 0-16,-4-8-2 16,-1-5-2-1,-2-11 0-15,-3-8 0 0,-6-8 0 16,-1-10 0-16,-6-9 0 15,-6-8 0-15,-2-8 0 16,-6-4 0-16,-1 0 0 0,2 4 0 16,-6 5 0-16,6 8 0 15,-1 9 0-15,6 11 0 16,2 6 0-16,3 23 0 16,3-22-57-16,-3 22-100 15,31 12-21-15,-8 0-7 16,6 4-3-16,8 1-2 15</inkml:trace>
  <inkml:trace contextRef="#ctx0" brushRef="#br0" timeOffset="11778.37">4031 6256 403 0,'0'0'188'0,"27"2"-18"16,-5-11-67-16,18 2-17 15,-2-10-22 1,18-2-112-16,4 6-83 0,3-2-42 16,-6-1-9-16,-5 8 1 15,-12 2-4-15</inkml:trace>
  <inkml:trace contextRef="#ctx0" brushRef="#br0" timeOffset="11958.49">4210 6541 431 0,'-14'25'186'0,"14"-25"-36"16,30 20-56-16,6-25-25 15,22 3-15-15,11-8-88 16,6-7-90-16,11-4-36 16,12-2-21-16,2-6-10 15,5 3-4-15,0-9 97 16</inkml:trace>
  <inkml:trace contextRef="#ctx0" brushRef="#br0" timeOffset="12342.76">8118 5667 460 0,'15'-17'203'0,"-11"-2"0"16,-8-4-68-16,4 23-113 16,-7-24-22-16,7 24 0 15,0 0 0-15,-15 5 0 16,8 21 0-16,3 12 0 15,1 16 0-15,3 14 0 0,-4 18 0 16,-1 15 0-16,2 11 0 16,-4 4 0-1,-2 2 0-15,-1-8 0 16,-1-6 0-16,3-14 0 0,-3-17 0 16,8-26-57-16,10-23-90 15,-7-24-36-15,38-16 0 16,-5-20-6-16,12-28-1 15</inkml:trace>
  <inkml:trace contextRef="#ctx0" brushRef="#br0" timeOffset="12743.05">8730 5781 544 0,'0'0'194'0,"0"0"-10"16,-10 20-86-16,0 11-95 15,1 12-3-15,9 12 0 0,-7 9-6 16,3 11 5-16,8 4-2 16,-4-4 4-16,10-4 5 15,2-7-4-15,8-10-1 16,6-16-1-16,3-12 0 16,8-16 0-16,4-12 0 15,8-15 0-15,-1-12 0 16,5-11 0-16,-5-12 0 15,-3-9 0-15,-3-5 0 16,-9-5 0-16,-14-5 0 16,-5 2 0-16,-9 6 0 15,-14 8 0-15,-4 6 0 16,-14 13 0-16,-7 9 0 0,-11 13 0 16,-4 12 0-16,-3 11 0 15,-4 1-47-15,8 14-70 16,6 0-46-16,6 2-17 15,20-4-6-15,16-17-4 16,12 18 51-16</inkml:trace>
  <inkml:trace contextRef="#ctx0" brushRef="#br0" timeOffset="13082.29">10376 5550 461 0,'14'-2'195'0,"-14"2"-37"16,0 0-51-16,7 19-35 0,-14-2-56 16,0 9-26-16,-5 5 5 15,5 18 6-15,0 10-3 16,-2 12 4-16,2 12-3 15,-3 12 2-15,1 7-3 16,-1 0 4-16,-2-1-3 16,-2-10-1-16,2-8 3 15,-2-12-2-15,7-15 2 0,-2-18 1 16,6-17-67-16,3-21-76 16,0 0-34-1,26-18-2-15,-4-13-13 16,1-21-3-16</inkml:trace>
  <inkml:trace contextRef="#ctx0" brushRef="#br0" timeOffset="13549.62">11010 5690 462 0,'0'0'194'0,"0"0"-8"0,0 0-82 15,5 24-45-15,-10 9-49 16,-9 7-14 0,1 10-8-16,3 12 6 15,-6 9 2-15,10 7 7 0,-1 2-4 16,7-6-1-16,7-1 5 16,8-11-1-16,8-6 6 15,13-17 3-15,6-11-1 16,10-16-10-16,10-12 0 15,6-15 0-15,10-11 0 16,6-12 0-16,1-7 0 16,-6-9 0-16,0-5 0 15,-10-5 0-15,-15-4 0 0,-14-1 0 16,-21 2 0-16,-16 1 0 16,-20 5 0-1,-14 9 0-15,-18 6 0 16,-6 11-12-16,-10 9 6 0,-4 14 6 15,-2 7-1-15,6 10 0 16,1 4 0-16,9 6-2 16,6 1-67-16,20 11-61 15,9 5-40-15,14-6-3 16,16 0-17-16,9-13-2 16</inkml:trace>
  <inkml:trace contextRef="#ctx0" brushRef="#br0" timeOffset="13831.82">12471 5411 509 0,'0'0'192'15,"12"21"-3"-15,-13 7-65 16,-3 6-115-16,4 13-13 15,0 13-4-15,4 11 2 16,1 9 8-16,-2 5-4 16,1 5 3-16,-4 2-2 15,0 1 4-15,-4-1-3 16,-3-9-4-16,-5-12-72 16,5-7-59-16,4-12-34 15,-3-19-3-15,10-16-4 16,-4-17-9-16</inkml:trace>
  <inkml:trace contextRef="#ctx0" brushRef="#br0" timeOffset="14290.15">13540 5626 714 0,'0'0'189'16,"-19"-23"-69"-16,4 20-120 0,-4 8 0 15,-2 14 0-15,-2 14 0 16,1 14 0-16,-4 11-7 16,0 17 2-16,3 6 2 15,4 6 4 1,3-4-2-16,13-4 5 0,3-9-2 15,8-15 0-15,13-13 5 16,11-20-7-16,7-13 0 16,14-20 0-16,7-9 0 15,8-15 0-15,1-12 0 16,3-8 0-16,-8-7 0 16,-9-11 0-16,-10-2 0 15,-12-2 0-15,-17 4 0 0,-12 7 0 16,-18 4 0-16,-9 12 0 15,-8 10 0-15,-6 17 0 16,-4 8-30 0,4 16-83-16,3 8-50 0,4 0-9 15,30-9-18-15,-16 17 1 16,32-12 24-16</inkml:trace>
  <inkml:trace contextRef="#ctx0" brushRef="#br0" timeOffset="14687.43">14851 5496 337 0,'-4'43'183'16,"-18"2"-1"-16,-11 11-59 15,-5 15-44-15,-11 3-16 0,4 7-34 16,5 1-26-16,2-6-4 15,15-9 6-15,9-8-1 16,18-16 2-16,18-11 1 16,15-19-4-16,15-13-3 15,16-17 0-15,10-11 0 16,12-11 0-16,4-8 0 16,-2-8 0-16,-5-10 0 15,-9-2 0-15,-14-4 0 16,-19 0 0-16,-19 2 0 15,-19 5 0-15,-19 7 0 16,-21 10 0-16,-16 14-3 16,-13 12 3-16,-6 14-1 0,-3 16-48 15,0 3-55-15,15 7-39 16,8 5-25-16,18-5-3 16,25-1-13-16,5-18-1 15</inkml:trace>
  <inkml:trace contextRef="#ctx0" brushRef="#br0" timeOffset="15063.7">16002 5453 503 0,'15'27'181'16,"-20"13"-49"-16,-16 7-53 15,-1 19-17-15,-9 3-30 0,-2 9-34 16,3 5 3-16,4-4-2 15,14-2 5-15,12-8-4 16,9-15 8-16,13-13-1 16,18-17-1-16,9-15 0 15,8-18-1-15,9-11-5 16,5-17 0-16,-3-8 0 16,-1-7 0-16,-8-12 0 15,-10-5 0-15,-16-2 0 16,-10 0 0-16,-20 2-2 15,-10 8-5-15,-12 6 4 16,-14 13 0-16,-5 13 2 16,-11 17 0-16,1 13 0 0,1 17-55 15,-7 1-53-15,11 7-43 16,8 1-18-16,19-9 0 16,18-3-14-16,12-15 21 15</inkml:trace>
  <inkml:trace contextRef="#ctx0" brushRef="#br0" timeOffset="15431.96">17163 5465 422 0,'19'29'180'16,"-22"7"-16"-16,-20 11-66 0,1 17-28 15,-15 0-32-15,2 9-41 16,6 1 2-16,3-1 0 15,10-7 6-15,13-9-2 16,18-15 4-16,11-11-2 16,14-16 0-16,11-11 0 15,11-15 1-15,16-9-1 16,6-13-2-16,1-7-1 16,-4-9 0-16,-4-4 1 15,-15-8-3-15,-10-3 1 16,-21-2-6-16,-17 2 3 15,-24 4-3-15,-21 4 3 16,-13 15-1-16,-13 6-2 0,-9 14 2 16,-2 11-26-16,1 14-72 15,8 2-45-15,7 3-23 16,24 0-6 0,28-9-12-16,0 0 1 0</inkml:trace>
  <inkml:trace contextRef="#ctx0" brushRef="#br0" timeOffset="15667.12">18524 5177 599 0,'42'12'188'0,"-13"9"-35"16,-6 19-78-16,-13 10-79 0,-6 11-1 15,-1 12-3 1,2 8 6-16,-5 11-1 15,0 6-1-15,0 4 3 16,-1-1-1-16,-3-6 1 0,-3-10-45 16,7-7-82-16,-7-14-41 15,4-23-8-15,6-15-4 16,-3-26-3-16</inkml:trace>
  <inkml:trace contextRef="#ctx0" brushRef="#br0" timeOffset="15919.3">19623 5293 700 0,'0'0'183'16,"7"40"-49"-16,-11 5-128 0,-3 17-14 15,-1 11-2-15,1 15 6 16,-2 9 0-16,5 6 3 15,4 0 0-15,6-2 3 16,-3-11-2-16,11-11 3 16,-2-16-77-16,11-17-69 15,-1-16-23-15,4-27-5 16,7-20-4-16,-3-23-3 16</inkml:trace>
  <inkml:trace contextRef="#ctx0" brushRef="#br0" timeOffset="16176.49">20534 5266 471 0,'33'-6'188'0,"-14"13"-7"16,-8 14-72-16,1 21-41 16,-9 6-62-16,1 14-8 15,-1 16-2-15,6 7-2 16,-2 10 3-16,0 2 0 15,5-1 3-15,-2-5 0 16,2-9 1-16,-1-11-3 16,-1-13-2-16,-5-16-87 15,2-14-64-15,-7-28-13 16,0 0-7-16,23-23 0 0,-13-20-4 16</inkml:trace>
  <inkml:trace contextRef="#ctx0" brushRef="#br0" timeOffset="16438.66">21459 5207 609 0,'31'-4'177'16,"-8"13"-3"-16,-13 7-118 15,3 15-62-15,-3 14-3 16,0 10 3-16,-1 14-1 15,2 9 4-15,1 11 2 0,-2 2-1 16,6 3 3-16,-2-4 0 16,-2-4 1-16,2-8-4 15,1-9-105-15,-4-8-61 16,-10-23-17-16,10-8-3 16,-11-30-6-16,15-4 53 15</inkml:trace>
  <inkml:trace contextRef="#ctx0" brushRef="#br0" timeOffset="17003.07">22765 5279 566 0,'0'0'181'16,"0"0"-47"-16,-19 20-86 16,19-1-35-16,-4 8-26 15,1 4 5-15,-6 9 5 16,-2 5 2-16,-1 7-2 15,-2 2 3-15,2 3 1 0,-2 2-1 16,7 1 1 0,2-1 0-16,2 0 2 15,3-4-2-15,7-4 5 16,5-3-1-16,3-11 5 0,6-6 2 16,7-14 1-16,5-7-1 15,9-11 1-15,5-10-1 16,3-11-3-16,5-9-4 15,-2-9-7-15,2-10 2 16,-10-9-3-16,-3-5 1 16,-9-6-3-16,-11-6-2 15,-11 2-1-15,-15-1 0 16,-6 6 1-16,-16 7-3 16,-5 10 4-16,-13 10-2 15,-4 18 2-15,-13 14 2 16,-2 18 1-16,-4 10-62 15,-1 16-62-15,2 10-38 0,2-1-3 16,15 7-14-16,4-10 1 16</inkml:trace>
  <inkml:trace contextRef="#ctx0" brushRef="#br0" timeOffset="17332.3">24035 5119 529 0,'0'0'188'16,"18"-4"-1"-16,-18 4-108 15,0 26-87-15,-4 2 2 16,4 12-1-16,0 8 4 15,7 16-1-15,-2 9 2 16,6 13-1-16,4 4 2 16,3 0 1-16,1 0 1 15,-4-5 0-15,3-7-1 16,-6-7 0-16,-5-10-70 16,2-11-69-16,-3-7-29 15,-2-22-14-15,-4-21-1 16,0 0-2-16</inkml:trace>
  <inkml:trace contextRef="#ctx0" brushRef="#br0" timeOffset="18022.8">25039 5511 471 0,'5'-24'197'15,"-2"0"-4"-15,1 3-69 16,-11-1-86-16,7 4-38 0,0 18 0 15,0 0-6-15,-26-5-9 16,7 21-1-16,-4 15-1 16,0 5 3-1,-3 13 0-15,0 3 9 0,4 10 6 16,6 2-1-16,9-3 6 16,7-3 0-16,11-4 5 15,8-9-1-15,16-10 3 16,8-6-2-16,11-17 0 15,8-5 0-15,9-12-4 16,4-7-7-16,3-9 0 16,-3-10 0-16,-8-9 0 15,-11-5 0-15,-11-5-5 16,-19-5-5-16,-17 1-2 16,-21 0 2-16,-18 6 2 15,-15 6-1-15,-14 11 2 16,-9 7 1-16,-3 12 4 0,3 7-2 15,9 8-77-15,7-1-33 16,23 3-31-16,29-5-24 16,0 0-3-16,40 2-2 15,12-11 80-15</inkml:trace>
  <inkml:trace contextRef="#ctx0" brushRef="#br0" timeOffset="18384.06">26018 5392 509 0,'26'0'179'0,"-11"2"-41"16,-15-2-41-16,0 0-41 15,12 27-64-15,-20-2 0 0,1 9-1 16,-5 10 3-16,1 11 0 16,1 6 5-16,1 3 4 15,2 0 2-15,7-6 5 16,11-4-2-16,8-11 4 15,10-6-2-15,13-15 5 16,6-8-7-16,11-12 2 16,9-7-9-16,0-9-1 15,3-12 0-15,-7-9 0 16,-5-8 0-16,-14-7 0 16,-12-7 0-16,-17-2-7 15,-25-2-2-15,-17 6-2 16,-26 5 1-16,-16 8 2 0,-17 4-19 15,-1 14-114-15,-3 10-39 16,2-2-11-16,25 6-4 16,13-9-2-16</inkml:trace>
  <inkml:trace contextRef="#ctx0" brushRef="#br0" timeOffset="20986.9">3224 7898 360 0,'-33'4'171'16,"-1"5"-12"-16,1 3-39 16,-6-4-15-16,10 8-25 15,-1-7-52-15,8 1-28 16,22-10-1-16,0 0-3 15,0 0 0-15,48-5 4 16,5-11-3-16,11-5 5 16,10-3-11-16,11-2 10 15,-1-1-10-15,1-1 12 16,-11 7-9-16,-6 5 6 16,-12 8-5-16,-15 8 9 15,-15 10 8-15,-10 11-12 0,-12 3 12 16,-10 9-11-16,-15 5 5 15,-5 9-6-15,-8 0 0 16,-8 1 0-16,-10 2 0 16,0-3 0-16,0 0 0 15,0-6 0-15,0-3-2 16,7-5 1-16,6-7-1 16,10-5-3-16,6-5 0 15,9-6 2-15,14-10-1 16,0 0 0-16,4 16 1 15,10-15-1-15,12 1 0 16,5-2 1-16,14 2 1 16,7-2-1-16,7 0 1 0,5 0 1 15,8-2-1-15,2 0 2 16,1-1 2 0,-9-1-1-16,-5-1 0 15,-9-2 0-15,-11 2-69 0,-11-5-52 16,-11-4-39-16,-19 14-15 15,0-28-8-15,0 28-1 16</inkml:trace>
  <inkml:trace contextRef="#ctx0" brushRef="#br0" timeOffset="21211.06">3530 8111 438 0,'-33'-8'191'15,"10"9"-5"-15,9-2-68 16,14 1-59-16,11-18-49 16,18 11-21-16,16-3-2 0,20 1 5 15,9-3 1-15,15-2 7 16,5 1-1-16,3 1-1 16,0-2-122-16,-7-2-41 15,2 7-3-15,-21-8-6 16,-3 5 0-16</inkml:trace>
  <inkml:trace contextRef="#ctx0" brushRef="#br0" timeOffset="24007.05">7708 7165 188 0,'0'0'124'0,"-19"-11"3"15,19 11-7-15,0 0-6 16,0 0-10-16,0 0-11 0,0 0-19 16,0 0-27-16,-16-7-36 15,16 7-13-15,0 0-2 16,0 0-1-16,0 0 0 15,0 0 0-15,0 0 1 16,0 0-2-16,0 0 0 16,0 0 2-16,0 0 2 15,0 0 1-15,0 0-2 0,0 0 2 16,0 0-2-16,0 0 0 16,0 0 1-1,0 0 0-15,23 19 0 16,-23-19-1-16,35 11 0 0,-9-4-1 15,3-2 1-15,9 2 0 16,9 0 0-16,2-4-1 16,5 2 3-16,8-1 0 15,9-1 1-15,0-3-1 16,7 0 0-16,4 0 1 16,1-3-1-16,8 1 1 15,4-1-1-15,-1-1 0 16,0-1 1-16,-1 1-1 15,1 1 2-15,0-2 0 16,-2 0 1-16,-2-1-2 16,0 1 0-16,2 0 1 15,6-2 0-15,-5-2 0 0,4 2-1 16,-3 1 0-16,-7-1 0 16,-2 0 2-16,-10 2-1 15,-8-1 1-15,-15 3-2 16,-13 1 1-16,-6 0-1 15,-14 2 1-15,-2 0-1 16,-17 0-1-16,0 0 1 16,0 0 0-16,0 0-1 15,0 0 1-15,0 0 0 16,0 0 0-16,0 0 0 16,0 0 1-16,0 0-1 15,0 0 0-15,0 0 1 16,0 0 0-16,0 0 0 0,0 0-2 15,0 0 0-15,0 0 1 16,0 0-1-16,0 0 0 16,0 0 0-16,0 0-1 15,0 0 0-15,0 0 2 16,0 0-1-16,0 0 1 16,0 0 0-16,0 0 3 15,0 0 2-15,0 0 1 16,0 0 1-16,0 0-3 15,0 0-138-15,0 0-32 16,0 0-6-16,0 0-22 16,0 0-1-16</inkml:trace>
  <inkml:trace contextRef="#ctx0" brushRef="#br0" timeOffset="25252.95">10390 7836 305 0,'0'0'184'0,"-14"21"-31"16,14-21-44-16,0 0-11 16,0 0-24-16,0 0-43 0,0 0-34 15,0 0-5 1,17-26 5-16,-8 7-2 16,-2-5 6-16,3-4-4 15,2-3-3-15,-1-2 7 16,-2 0-6-16,1 2 6 0,-3 1-7 15,-4 6 6-15,-1 5-6 16,-2 19 8-16,4-22 0 16,-4 22 1-16,0 0 0 15,0 0 1-15,0 0-1 16,-19 17 0-16,19-17-1 16,-7 35-2-16,1-13 1 15,3 13-3-15,-1 1 7 0,1 6-3 16,-1 3-3-1,1 0 5-15,3 0-4 16,-3 0 3-16,3-4-3 16,-2-6 5-16,2-4-11 0,-4-5 6 15,4-7 1-15,0-3-2 16,0-16 2-16,-3 17-2 16,3-17 1-16,0 0 0 15,0 0 0-15,0 0 0 16,0 0 0-16,-4 17 0 15,4-17 2-15,-7 19-2 16,7-3 0-16,-3 3-2 16,-2 3 1-16,1 4-1 15,1 4 1-15,-1-3 0 16,1 5 0-16,-1 0-1 16,1-4 3-16,3 2-2 15,0-3 1-15,0-2-1 0,3-3 1 16,-3-5-1-16,0-1 0 15,0-16 1-15,4 19 0 16,-4-19-1-16,0 0 1 16,0 0 0-16,0 0 2 15,0 0-1-15,0 0 2 16,0 0-1-16,0 0 0 16,0 0 0-16,-23 7 1 15,23-7-2-15,-26-2 1 16,11 2-2-16,-8 0 1 15,1 2-1-15,-5 1 0 16,1 1 1-16,0 1-1 16,4 0 0-16,-1 0 1 0,2-1-1 15,21-4-3-15,-22 7-3 16,22-7 0-16,0 0 0 16,0 0-1-16,17-2 1 15,6-1-1-15,3-1 2 16,9-1 3-16,4 1 3 15,10-1 0-15,0 0 1 16,3 0 0-16,-4-2-1 16,-2 0-1-16,-8 2 0 15,-2 0-1-15,-10 1 0 16,-3 2 3-16,-8 1 0 16,-15 1 1-16,16-2 1 15,-16 2 1-15,0 0-1 0,0 0 0 16,0 0-103-16,0 0-63 15,10-28-4-15,-3 4-7 16,-7-16-10 0,13-5 32-16</inkml:trace>
  <inkml:trace contextRef="#ctx0" brushRef="#br0" timeOffset="27132.27">10419 6919 418 0,'0'-19'141'0,"0"19"-17"16,0 0-24-16,0 0-20 16,0 0-35-16,0 0-43 15,0 0-7-15,0 0 3 16,-7 29-5-16,7-5 4 15,0 8 2-15,-3 6-1 0,3 3 2 16,0 6-3 0,0-2 3-16,-4 0-3 15,1-4 2-15,3-4-1 16,-3-10 0-16,1-6 0 0,2-5 1 16,0-16 2-16,0 0 2 15,0 0 1-15,0 0-2 16,5-19 2-16,-5 1-2 15,-3-7 2-15,1-7-2 16,-2-4 0-16,1-4-2 16,-1-1 0-16,1 1 2 15,-4 3 1-15,7 6-1 16,-5 4 0-16,5 8-1 16,0 19-2-16,-4-19-1 15,4 19-1-15,0 0-1 16,0 0 0-16,-3 15 0 15,3 1 1-15,3 4 0 0,-3 6 2 16,4 4 1-16,-4 1 1 16,5 5-1-16,-2-3 0 15,1-2 1-15,-1-3-1 16,1-5 1-16,-4-4-1 16,0-19 0-16,3 24 1 15,-3-24 3-15,0 0 2 16,0 0-2-16,0 0-28 15,0 0-103-15,4-36-33 16,1 11-3-16,-5-16-10 16,7-4-1-16</inkml:trace>
  <inkml:trace contextRef="#ctx0" brushRef="#br0" timeOffset="28320.12">7666 4554 273 0,'16'-21'138'15,"-2"1"-13"-15,-2 2-8 16,-5-2-11-16,-7 20-12 16,12-33-31-16,-12 33-40 15,0-23-19-15,0 23-3 16,-2-21 1-16,2 21-1 15,0 0-1-15,0 0-2 16,-17-13 1-16,17 13-3 16,0 0-1-16,0 0 0 15,0 0-1-15,-16 27 0 0,13-1 0 16,-4 11 1-16,2 11-1 16,-2 11 4-16,0 10 3 15,0 11-2-15,2 1 2 16,-2 0-2-16,3-3 2 15,1-5-3-15,3-7 6 16,0-11-3-16,0-11 3 16,3-10 2-16,1-11-1 15,-1-8-1-15,-3-15-80 16,16 2-40-16,-6-18-31 16,2-1-21-16,-5-12-3 15,2 1-4-15</inkml:trace>
  <inkml:trace contextRef="#ctx0" brushRef="#br0" timeOffset="28852.5">7461 4897 288 0,'-15'7'168'15,"15"-7"-45"-15,0 0-15 16,29 0-19-16,1 0-24 16,1-5-14-16,14 3-12 15,7-5-43-15,0-5 0 0,7 3-2 16,-1-3 1-16,1 2-1 16,-11-4 5-1,1 7-4-15,-7-3 5 16,-6 6-2-16,-10 2-1 0,-3 4-2 15,-8 7 0-15,-15-9 5 16,11 27-2-16,-15-7 0 16,-3 5-1-16,-1 5 3 15,1 3 1-15,0-2 2 16,3-2 1-16,1 1-4 16,6-4 4-16,4-4 1 15,0-4 2-15,-7-18-2 16,26 19 2-16,-26-19-1 0,31 0-2 15,-17-9 0 1,5-3-2-16,-3-5-2 0,-2-4 0 16,-5-5-1-1,-2-4-4-15,-7-1-1 0,-9-3 0 16,-5 4-1-16,-9-1 1 16,1 9-3-16,-4-1-83 15,3 11-50-15,23 12-26 16,-22-4 2-16,22 4-6 15,0 0 23-15</inkml:trace>
  <inkml:trace contextRef="#ctx0" brushRef="#br0" timeOffset="29196.75">9183 4597 317 0,'-26'-19'179'0,"7"6"-10"16,4 0-54-16,-3 1-29 16,18 12-39-16,0 0-47 15,0 0-1-15,-12 25-2 16,16 1 0-16,-3 8-2 15,3 8-2-15,-1 6 7 16,-3 4-2-16,0 2 4 16,0-1-3-16,-3-1 4 0,-1-3-4 15,3-8 4-15,-3-6-65 16,1-4-60-16,3-3-29 16,-4-9-17-16,4 0-1 15,0-19-10-15</inkml:trace>
  <inkml:trace contextRef="#ctx0" brushRef="#br0" timeOffset="29411.89">8753 5094 452 0,'0'0'174'0,"23"-24"-54"0,-4 5-25 16,10 7-32-16,6-5-46 15,5 3-17-15,5 2-11 16,0-4-78-16,4 6-50 16,3 3-21-16,-7-2-13 15,3 6 0-15,-6-4-2 16</inkml:trace>
  <inkml:trace contextRef="#ctx0" brushRef="#br0" timeOffset="29599.03">9388 4990 463 0,'0'16'135'0,"0"5"-17"0,0 5-29 15,-3 1-32-15,6 6-50 16,-3 5-9-16,-3-1 2 16,3 3-53-16,-4-8-59 15,4-4-45-15,4-2-9 16,-4-26-4-16,0 0-2 15</inkml:trace>
  <inkml:trace contextRef="#ctx0" brushRef="#br0" timeOffset="29867.22">9796 4696 512 0,'11'-28'174'0,"-11"28"-26"16,0 0-93 0,5 16-61-16,-5 5 1 0,0 12 3 15,-2 5-3-15,2 7 7 16,-3 5-3-16,3 4 4 16,0-2-2-16,0-2 3 15,0-2-3-15,3-6-41 16,-1-9-73-16,1-9-39 15,4 0-9-15,-7-24-6 16,19 19-8-16</inkml:trace>
  <inkml:trace contextRef="#ctx0" brushRef="#br0" timeOffset="30058.56">9855 5093 408 0,'-14'-30'165'16,"14"13"-15"-16,0 17-46 15,11-33-31-15,4 17-61 16,4 1-13-16,7-1-5 16,1 1 6-16,2 1-3 15,4 3-24-15,-3 1-95 16,-6 1-43-16,5 11-8 16,-11-4-8-16,-3 13 6 15</inkml:trace>
  <inkml:trace contextRef="#ctx0" brushRef="#br0" timeOffset="30398.8">10058 5049 437 0,'14'-1'154'16,"-14"1"-35"-16,26-4-16 15,-7 8-32-15,-3 1-73 16,1 2-1-16,-17-7-2 15,23 24 0-15,-20-5 0 16,-3 2 4-16,-3 5-3 0,-8 1 2 16,-4 3 0-1,-3-3 1-15,-1 3 1 16,4-4 1-16,1-4-2 16,2-4 1-16,5-3 3 0,7-15 3 15,0 0 0-15,22 11 1 16,4-22 1-16,14-3-1 15,5-3 2-15,16-7-77 16,10-6-72-16,11 1-22 16,3-9-19-16,12 5-3 15,-7-7 20-15</inkml:trace>
  <inkml:trace contextRef="#ctx0" brushRef="#br0" timeOffset="30902.16">11036 4736 458 0,'-11'-24'188'16,"8"5"-49"-16,3 19-50 15,0 0-51-15,0 0-47 16,0 0-2-16,19 38 2 16,-9-4 6-16,2 8-4 15,6 6 4-15,-3 6 2 16,4 3 3-16,-1-1-1 15,-3-4 4-15,1-4-3 16,-2 2-69-16,-5-8-55 0,-2-9-33 16,3-2-3-16,-10-16-16 15,9 3-1 1</inkml:trace>
  <inkml:trace contextRef="#ctx0" brushRef="#br0" timeOffset="31104.3">11077 5167 482 0,'-7'-26'177'0,"14"7"-44"15,-7 19-52-15,30-35-33 16,-4 18-54-16,2-2 3 0,8 2 3 16,2 3-26-1,-1 2-69-15,4 3-41 16,1 7-24-16,-9 1-10 15,0 8 1-15,-7-2 14 16</inkml:trace>
  <inkml:trace contextRef="#ctx0" brushRef="#br0" timeOffset="31471.56">11499 5077 406 0,'0'0'133'0,"23"2"-15"16,-23-2-15-16,22 7-21 15,-22-7-40-15,19 12-45 0,-19-12-1 16,11 22 2 0,-15-6-1-16,-3-1 2 15,-3 3 0-15,-2-1 2 16,-4 0-2-16,6-1 1 0,10-16-1 16,-19 26-1-16,19-26 2 15,-4 22-1-15,4-22 2 16,23 23-1-16,-4-11 1 15,0 2 1-15,2 1 1 16,-2 3-2-16,0 1 0 16,-7 0 1-16,-5 2 0 15,-7 1 1-15,-12 2-1 16,-6 1 3-16,-9-3-1 0,-3 2 1 16,-3-1-81-1,4-6-59-15,-3-12-26 16,19-1-5-16,13-4-5 15,0-30-6-15</inkml:trace>
  <inkml:trace contextRef="#ctx0" brushRef="#br0" timeOffset="31922.88">12228 4698 389 0,'-7'-23'150'0,"7"4"-22"16,0 4-22-16,0-1-27 15,0 16-33-15,0 0-47 16,0 0 0-16,0 0-2 16,4 16 1-16,-4 13-1 15,3 9-2-15,1 7 5 16,2 7 0-16,0 7 4 15,4 0-3-15,2-2 4 16,-1-3-3-16,1-9 3 0,-2-9-4 16,1-1-81-16,-6-11-34 15,-2-7-36-15,-3-17-11 16,4 16-5-16,-4-16 2 16</inkml:trace>
  <inkml:trace contextRef="#ctx0" brushRef="#br0" timeOffset="32390.21">12120 5096 357 0,'-12'-29'166'15,"21"11"-26"-15,12 3-30 16,5-8-23-16,9 2-41 16,6 1-44-16,3-1-3 0,1 2-5 15,-4 2 5 1,-4 1-4-16,-6 6 3 15,-8 1-3-15,-9 5 4 0,-14 4 0 16,15 4 0-16,-15-4 7 16,4 22-6-16,-4-6 3 15,3 1-3-15,1 4 2 16,3 0-1-16,-2 0-2 16,5-2 4-16,-1-4-4 15,-9-15 4-15,24 19 0 16,-24-19 0-16,24 9 0 0,-24-9 2 15,26-5-1-15,-26 5-1 16,25-14 1 0,-25 14-3-16,22-16 1 15,-22 16-1-15,0 0 0 16,16-15-2-16,-16 15 0 0,0 0 1 16,12 19-1-16,-5 0 0 15,-3 5 0-15,2 5 1 16,3 6-1-16,2 3 0 15,1 4-70-15,2-6-66 16,-6-7-24-16,10-1 1 16,-18-28-4-16,38 24-2 15</inkml:trace>
  <inkml:trace contextRef="#ctx0" brushRef="#br0" timeOffset="32811.51">13289 4617 406 0,'5'-16'159'0,"2"0"-9"16,-7 16-48-16,15-15-29 16,-15 15-42-16,18 12-30 15,-6 10 0-15,-2 10 0 16,-1 9 4-16,1 9-3 15,1 7 1-15,-2 4-2 16,-2 1 3-16,-4-5-2 16,0-3 2-16,1-7-3 15,-1-4-62-15,-3-13-62 16,0-10-39-16,2-1-1 16,-2-19-8-16,0 0-1 15</inkml:trace>
  <inkml:trace contextRef="#ctx0" brushRef="#br0" timeOffset="33290.85">13289 5054 363 0,'-7'-17'166'0,"7"17"-17"16,15-22-45-16,3 4-19 15,8 3-29-15,2-4-41 16,1 1-19-16,7-1-2 15,-1 2 3-15,-2 1-1 16,0 4 1-16,-7 2-2 16,-7 1 6-16,-19 9-5 15,26-7 6-15,-26 7 0 0,0 0-1 16,4 19 4-16,-4-19-2 16,-11 28 2-16,8-9-3 15,-1 2 2-15,-1 1-2 16,2 1 3-16,-1-2-2 15,8-4-2-15,-4 0 0 16,0-17 0-16,12 26 1 16,-12-26-1-16,22 19 0 15,-8-10 0-15,-14-9-1 16,35 14-1-16,-16-7 1 16,2 1-1-16,-5 1 0 15,-1 1 1-15,-15-10 1 16,26 20 0-16,-26-20 2 0,7 20 1 15,-7-20 1-15,-14 25-2 16,-1-13-9 0,-1 5-83-16,-6-1-38 15,-8-4-35-15,1 1-3 0,-6-6-5 16,5 2 0-16</inkml:trace>
  <inkml:trace contextRef="#ctx0" brushRef="#br0" timeOffset="33501">13610 4914 489 0,'28'-8'166'15,"1"-6"-3"-15,4 0-78 0,5 0-160 16,2 5-87-16,5 2-3 15,-10-5-4-15,1 4-6 16,-6 1 19-16</inkml:trace>
  <inkml:trace contextRef="#ctx0" brushRef="#br0" timeOffset="33951.32">14540 4672 409 0,'0'-21'156'16,"-3"2"-14"-16,-1-3-40 16,4 22-14-16,-3-30-28 15,3 30-43-15,-4-15-16 16,4 15-2-16,0 0 2 16,0 0-1-16,-8 15-1 15,1 4 0-15,3 5-2 0,-3 9 1 16,-1 11 3-16,4 9-3 15,-3 3 4 1,0 4-2-16,2 3 2 0,-2-1 0 16,7-5 2-16,-3-7-2 15,3-7-3-15,3-11-15 16,4-3-88-16,-2-10-47 16,-5-19-13-16,18 5-9 15,-18-5-5-15,12-26 2 16</inkml:trace>
  <inkml:trace contextRef="#ctx0" brushRef="#br0" timeOffset="34455.68">14342 5027 384 0,'-17'-4'169'15,"17"4"-7"-15,17-8-53 0,-1-4-30 16,13 3-28-16,6-5-52 15,5-2-4-15,9-1 0 16,3-2 0-16,0 0 0 16,2-2 2-16,-2 2-1 15,-7 0 1-15,-5 5-1 16,-9 1 6-16,-5 2 2 16,-9 2 2-16,-17 9-2 15,0 0-1-15,16-3-2 0,-16 3 1 16,-10 16 0-16,4-1-1 15,-4 6 3-15,3 7-3 16,-5-1 3-16,-2 11 0 16,2 0 0-16,-4 2-1 15,6 2-1-15,-2-2 0 16,5-2-6-16,3-5 3 16,8-6-1-16,4-6 2 15,6-4 0-15,2-6-1 16,1-3 1-16,2-6 1 15,0-4-1-15,-3 1 0 16,-16 1 0-16,21-7 1 0,-21 7 4 16,0 0 1-1,0 0-1-15,-26-7 1 16,5 14-61-16,-7-4-60 16,-5 1-44-16,4 3-2 15,3-9-9-15,3 0-1 0,23 2 19 16</inkml:trace>
  <inkml:trace contextRef="#ctx0" brushRef="#br0" timeOffset="35035.08">15651 4575 486 0,'4'-17'160'0,"-1"1"-36"15,-3 16-29-15,11-24-22 16,-11 24-50-16,0 0-24 16,19 5 0-16,-12 12 0 15,1 9 0-15,3 9-1 16,1 10 1-16,2 10 3 16,1 6-3-16,1 5 3 15,-2-1 1-15,1 1 1 16,-4-3-2-16,1-6 3 15,-5-9-2-15,-4-6-3 16,1-13-19-16,1-1-72 0,-5-13-45 16,0-15-25-16,0 0-4 15,0 0-4-15,-16-7 0 16</inkml:trace>
  <inkml:trace contextRef="#ctx0" brushRef="#br0" timeOffset="35215.21">15622 5079 479 0,'-2'-31'168'16,"11"10"-35"-16,17 3-33 15,3-4-27-15,16-1-61 16,4 3-17-16,3 1 1 16,7 5-51-16,-5 2-72 0,1 3-36 15,-6 7-7-15,-13 2-4 16,-4 11 6-16</inkml:trace>
  <inkml:trace contextRef="#ctx0" brushRef="#br0" timeOffset="35534.44">16012 5086 310 0,'-29'5'181'0,"29"-5"-22"15,0 0-45-15,8-16-12 16,13 8-26-16,-2-3-57 0,7 1-21 16,0-1 2-16,0 3 0 15,-3 3-2 1,-4 1 0-16,-19 4 1 16,26 5 0-16,-26-5 2 0,9 26 0 15,-6-5 0-15,1 7 1 16,-4 5 0-16,3 3 2 15,-3 6-2-15,-3-1 0 16,3 1-2-16,0-6-65 16,0 0-59-16,0-1-42 15,-4-11 0-15,-1-5-3 16,5-19-1-16</inkml:trace>
  <inkml:trace contextRef="#ctx0" brushRef="#br0" timeOffset="35723.58">16012 5354 485 0,'26'-12'166'16,"5"-7"-24"-16,13-5-60 16,10-1-72-16,8-2-107 15,6 2-61-15,-4-1-8 16,11-1-9-16,-4-6-8 15</inkml:trace>
  <inkml:trace contextRef="#ctx0" brushRef="#br0" timeOffset="36214.93">16884 4468 327 0,'22'-31'168'0,"-22"31"-33"16,30-20-19-16,-30 20-17 15,33 0-25-15,-14 13-50 16,-4 9-23-16,4 11-2 16,-1 7 2-16,-6 10-3 15,2 9 3-15,-2 5 2 16,-2 5-3-16,-6-1 3 15,-2-4-2-15,-2-5 1 16,0-8-2-16,3-4 2 16,1-10-3-16,3-11-3 15,-1-7 2-15,10-7 0 16,3-9 1-16,4-6 0 0,-1-8-57 16,8-4-69-16,-4-3-36 15,0-8-7-15,0 0-1 16,-14-6-8-16</inkml:trace>
  <inkml:trace contextRef="#ctx0" brushRef="#br0" timeOffset="36407.06">16845 4852 342 0,'-17'-7'177'16,"17"7"-17"-16,0 0-53 15,33-17-35-15,5 10-32 0,9 0-114 16,3-4-37 0,13 5-25-16,1 4-18 0,-1-2-10 15,8 8-4 1,-10 3 78-16</inkml:trace>
  <inkml:trace contextRef="#ctx0" brushRef="#br0" timeOffset="36875.4">17613 4888 519 0,'0'0'126'16,"0"0"-13"-16,0 0-31 15,-9-15-34-15,9 15-45 16,-19-12 0-16,2 8 0 0,1 2 0 16,-3 4 0-16,1 0-1 15,-1 1-1 1,0 8-1-16,4-3 3 15,-3 4-2-15,18-12-1 0,-15 23-1 16,11-7 2-16,4-16-1 16,7 31 1-16,5-16 0 15,11 4-5-15,3-1 2 16,7 2 2-16,5 1 0 16,-2 2-1-16,3-3 2 15,-6 3 2-15,-11 1 2 16,-6-1 2-16,-13-1 1 0,-11-3-1 15,-13 0 1 1,-14-5-2-16,-5-2 0 16,-5-3-5-16,0-6-4 15,-4-4-5-15,8-10 0 0,8-3 2 16,10-6 0-16,11-6 2 16,12-5 0-16,16-2 3 15,10-4-1-15,12 4-29 16,5-1-78-16,11-1-41 15,5 6-19-15,0-6-7 16,2 7-9-16,-6-4 91 16</inkml:trace>
  <inkml:trace contextRef="#ctx0" brushRef="#br0" timeOffset="37370.75">18449 4301 311 0,'-12'-29'190'15,"5"5"-27"-15,0 8-48 0,-1 1-31 16,8 15-23-16,0 0-49 16,0 0-19-16,0 0-2 15,-7 27 1-15,3 5-2 16,-3 7 5-16,2 13 1 15,2 7 2-15,-1 7-3 16,1 3 6-16,-1 2-4 16,4-3-1-16,4-8 8 15,3-8-3-15,1-9 3 16,6-8-4-16,5-7 5 16,7-8-6-16,7-11 6 15,5-7-6-15,4-4-30 16,1-10-57-16,3 0-34 0,-1-4-33 15,-12-4-9-15,-5 2-2 16,-18-1-3-16</inkml:trace>
  <inkml:trace contextRef="#ctx0" brushRef="#br0" timeOffset="37554.88">18158 4831 347 0,'0'0'159'16,"3"-19"-39"-16,27 9-17 16,11-6-87-16,8 1-66 15,13-4-72-15,6 3-14 0,3 0-10 16,4 6-10-16,-7-2 22 16</inkml:trace>
  <inkml:trace contextRef="#ctx0" brushRef="#br0" timeOffset="37980.18">18901 4687 487 0,'-19'18'130'15,"19"-18"-15"-15,-30 12-31 16,13-2-28-16,-6 1-54 16,1-1-4-16,-4-1 1 15,3 1 0-15,0 1 0 0,4-3-1 16,19-8 1-16,-19 12 0 15,19-12 0-15,0 0 1 16,16-5 0 0,-1-2 1-16,10-1 0 15,3-3 1-15,-2 1 2 0,0-2-2 16,-4 3 0-16,-1 0 0 16,-5 4-1-16,-16 5-1 15,15-5-1-15,-15 5-1 16,0 0-1-16,0 0 1 15,0 19 0-15,0-19 0 16,4 38 5-16,-1-9-4 16,4 6 5-16,-2 5-3 0,-1 3 4 15,-1 2-2 1,-6-2 6-16,-2 1-4 16,-13-8-2-16,-4-5-45 15,-8 0-66-15,-8-5-31 0,-7-10-21 16,0-2-5-16,-4-18-16 15,16-1 78-15</inkml:trace>
  <inkml:trace contextRef="#ctx0" brushRef="#br0" timeOffset="38474.54">19611 4340 367 0,'3'-42'180'16,"2"4"-16"-16,9 9-66 16,-7-3-28-16,9 13-32 0,-6 4-41 15,-10 15 1 1,9-18 2-16,-9 18 2 16,0 18 1-16,0 4-1 15,-4 13-1-15,1 8 2 0,-2 13-2 16,1 8 3-16,4 7-6 15,-3 0 1 1,3 5-2-16,3-5 0 0,1-9 5 16,4-5-5-16,3-12 3 15,4-7-4-15,6-10 4 16,-2-9-7-16,7-10 8 16,0-9-21-16,2-4-84 15,-2-8-55-15,-8-9-7 16,-3 0-1-16,-11-6-8 15,-1 3 59-15</inkml:trace>
  <inkml:trace contextRef="#ctx0" brushRef="#br0" timeOffset="38670.67">19315 4648 489 0,'27'-14'174'0,"11"3"-40"16,2-2-84-16,13 0-52 16,6 5-102-16,4 3-46 15,-6-4-9-15,2 11-14 16,-10-6 0-16,-1 9 88 16</inkml:trace>
  <inkml:trace contextRef="#ctx0" brushRef="#br0" timeOffset="38882.83">19932 4720 290 0,'-19'40'172'16,"15"-16"-24"-16,-3 2-36 16,4 7-21-16,-4-5-28 15,7 1-57-15,-2 1-4 16,-1-4-53-16,3-7-56 15,0-2-35-15,0-17-19 16,0 0-5-16,0 0-12 0,31 5 100 16</inkml:trace>
  <inkml:trace contextRef="#ctx0" brushRef="#br0" timeOffset="39136.01">20081 4829 140 0,'-21'14'120'16,"12"9"-12"-16,-4 1-32 16,0-5 6-16,10 7-1 15,-4-9-9-15,7 4-5 16,0-21-7-16,14 21-9 16,-14-21-20-16,22 3-14 0,-22-3-16 15,27-8-3 1,-27 8 1-16,22-21-2 15,-22 21-62-15,11-31-63 16,-15 8-35-16,4 4-12 0,-3-8-6 16,6 4-2-16</inkml:trace>
  <inkml:trace contextRef="#ctx0" brushRef="#br0" timeOffset="39602.34">20425 4300 353 0,'-7'-23'190'0,"3"1"-34"15,1 3-58-15,3 19-22 16,-4-18-28-16,4 18-41 16,0 0-16-16,7 38 2 15,0-3-2-15,0 10 2 16,2 5 6-16,-2 7 3 15,5 6-3-15,-2-1 2 16,1-3-4-16,1-7 3 0,-5-7-3 16,5-9-1-16,-2-5 2 15,3-10-2-15,0-4 1 16,3-6-1-16,7-9 3 16,-1-4-2-16,8-5-73 15,-4-3-47-15,0-6-32 16,3 6-11-16,-13-9-6 15,0 5-5-15</inkml:trace>
  <inkml:trace contextRef="#ctx0" brushRef="#br0" timeOffset="39787.47">20305 4682 290 0,'0'0'176'16,"0"0"-19"-16,5-22-51 15,25 8-31-15,11 0-57 16,8 2-102-16,3-4-32 16,4 3-15-16,3 0-14 15,-7 3-5-15,-4 3-3 16</inkml:trace>
  <inkml:trace contextRef="#ctx0" brushRef="#br0" timeOffset="39955.58">20829 4604 336 0,'-7'23'141'0,"2"1"-8"0,-2 4-27 16,4 5-22-1,-4 0-30-15,3 3-29 16,2-3-36-16,-1-5-74 16,3-1-40-16,3-3-32 0,-3-24-7 15,9 26-15-15,-9-26 22 16</inkml:trace>
  <inkml:trace contextRef="#ctx0" brushRef="#br0" timeOffset="40142.71">21057 4745 312 0,'-4'17'175'0,"-8"-1"-13"15,-5 6-58-15,8 7-34 16,-5-3-17-1,2 4-57-15,5 1-77 0,3-2-51 16,1-13-27-16,6 1-8 16,-3-17-10-16,23-1 22 15</inkml:trace>
  <inkml:trace contextRef="#ctx0" brushRef="#br0" timeOffset="40527.04">21588 4251 253 0,'-9'-20'163'16,"6"2"-44"-16,-1-1-15 16,4 19-13-16,-3-26-14 15,3 26-19-15,0 0-32 16,0 0-29-16,7 28-1 16,-4 5 5-16,-3 12-2 15,2 10 1-15,1 9-1 16,-3 5 2-16,4 1-2 15,-1-3 1-15,-3-3-23 0,0-12-69 16,0-9-34-16,4-4-36 16,-8-17 2-16,1-3-16 15,3-19 33-15</inkml:trace>
  <inkml:trace contextRef="#ctx0" brushRef="#br0" timeOffset="40714.17">21433 4713 369 0,'0'0'157'0,"0"-20"-28"16,12 4-38-16,11 2-15 15,-1-5-38-15,11-2-46 16,6 2 5-16,-3-1-1 0,6 6-65 16,-9-4-44-16,-2 5-25 15,-1 4-15-15,-8-1-5 16,1 8-5-16</inkml:trace>
  <inkml:trace contextRef="#ctx0" brushRef="#br0" timeOffset="40910.31">21815 4558 350 0,'0'0'135'15,"0"29"-15"-15,-3-10-25 16,6 9-12-16,-3-2-22 15,0 8-26-15,0 3-38 0,0-3-43 16,4 3-51-16,-4-4-40 16,-4-7-23-16,11 0-4 15,-7-26-1 1,5 29 59-16</inkml:trace>
  <inkml:trace contextRef="#ctx0" brushRef="#br0" timeOffset="41275.57">22003 4698 427 0,'0'0'164'16,"20"-16"-44"-1,-20 16-38-15,19-14-17 16,-19 14-62-16,20-3-1 15,-20 3-1-15,19 9 3 0,-19-9 0 16,7 24 1-16,-11-7 0 16,-3 11 1-16,-5 1 4 15,-5 6-4-15,1-2 3 16,-6 0-7-16,2-4 3 16,1-1-9-16,9-6 6 15,-1-6-9-15,11-16 0 16,0 0 2-16,27 12 1 0,-7-15-1 15,12-4-20-15,1-7-82 16,5-4-48 0,7-4-7-16,-2-7-12 15,2 3-6-15,-3-11 94 0</inkml:trace>
  <inkml:trace contextRef="#ctx0" brushRef="#br0" timeOffset="41727.39">22522 4258 348 0,'0'-27'175'0,"0"27"-19"15,0 0-60-15,19-11-26 16,-2 27-43-16,-5 8-26 16,6 12 1-16,1 11-2 15,0 8 2-15,0 6-1 0,-4 3 2 16,-1 0-2-16,-2-5 1 16,-1-2-5-16,-11-8-91 15,0-8-48-15,-4-3-20 16,-4-14-2-16,-3-1-5 15,11-23 20-15</inkml:trace>
  <inkml:trace contextRef="#ctx0" brushRef="#br0" timeOffset="42070.63">22535 4745 463 0,'16'-16'163'0,"0"-1"-37"0,10-6-60 15,10 4-26-15,9 2-60 16,-6-6-51-16,7 10-19 16,-7-5-9-16,-1 6 1 15,-9 2 0-15,-6 5 2 16,-6-2 2-16,-17 7 26 16,19-4 64-16,-19 4 40 15,0 0 39-15,0 0 25 16,0 21 3-16,0-21-4 15,-3 33-1-15,-1-12-11 16,8 10-11-16,-4 0-21 16,7 7-30-16,-5-2-21 15,1-1-4-15,4-2-11 0,-7-5-72 16,3-6-43-16,1-1-34 16,-4-21-2-1,0 0-2-15,0 0-7 16</inkml:trace>
  <inkml:trace contextRef="#ctx0" brushRef="#br0" timeOffset="42448.02">23053 4741 355 0,'24'-24'170'16,"-24"24"-36"-16,24-12-34 15,-24 12-25-15,25-5-38 0,-25 5-35 16,22 0 2-16,-22 0 1 15,0 0-1-15,5 19 0 16,-5-19 0 0,-22 20-1-16,3-7 0 15,3 2-1-15,-3-3-4 0,2 4-3 16,17-16-2-16,-19 22 1 16,19-22 0-16,7 19 0 15,-7-19 1-15,34 19 5 16,-15-8-3-16,6-3 7 15,-3 6-1-15,-3-2 9 16,-19-12-5-16,19 28 6 16,-19-12-5-16,-7-1 1 15,-12 3-2-15,-3-1-29 0,-11-3-74 16,2-2-57 0,5-2-11-16,0-6-5 15,26-4 0-15,-23-9 18 0</inkml:trace>
  <inkml:trace contextRef="#ctx0" brushRef="#br0" timeOffset="42958.88">23757 4224 451 0,'-19'-21'144'0,"19"21"-27"16,0 0-21-16,0 0-29 15,0 0-24-15,-13 41-45 0,16-3-1 16,0 9-1-16,1 10 3 15,-1 6-4-15,-1 4 5 16,2-5-2 0,-1-1 2-16,1-7-1 0,2-9 1 15,-2-9 0-15,-4-10-15 16,5 0-54-16,-5-26-26 16,0 29-19-16,0-29-19 15,0 0-1-15,0 0-8 16,-15 6 5-16</inkml:trace>
  <inkml:trace contextRef="#ctx0" brushRef="#br0" timeOffset="43343.66">23601 4793 385 0,'0'0'129'16,"-22"-14"-12"-16,22 14-20 16,-4-22-18-16,11 4-28 15,12 5-37-15,7-1-18 16,4-4-1-16,11-1 4 15,1 0 2-15,5 0 0 16,-2 2-1-16,-3 1 1 16,-6 3-6-16,-1 4-46 15,-12 0-28-15,-4 8-16 16,-19 1-4-16,14 0 2 16,-14 0-1-16,0 0 3 15,0 0 20-15,-4 15 68 0,4-15 55 16,0 0 48-16,-12 21 3 15,12-21-1-15,-11 24 2 16,11-24-6 0,-6 35-13-16,-1-13-22 0,7 8-27 15,-2 1-28-15,2 2-5 16,0 0 4-16,0-4-14 16,2 0-78-16,-2-3-52 15,0-26-21-15,3 32-4 16,-3-32-6-16,0 0 37 15</inkml:trace>
  <inkml:trace contextRef="#ctx0" brushRef="#br0" timeOffset="43733.43">24117 4739 373 0,'0'-15'172'16,"0"15"1"-16,0 0-72 15,0 0-38-15,-16 19-59 16,16-19-5-16,0 26-3 16,0-26-1-16,4 26-1 15,-4-26 1-15,12 19 0 16,-12-19 0-16,26 0 2 16,-11-5 1-16,6-2 1 15,-2-2 1-15,0-5 2 16,1 2-1-16,-7-2 2 15,-13 14 0-15,27-20 0 16,-27 20 0-16,12-16 0 0,-12 16 0 16,0 0 1-16,0 0 1 15,3 24-2-15,-6-1 0 16,3 3 5-16,0 3-7 16,0 6 6-16,0-1-32 15,3 3-81-15,1-1-52 16,-4-12-2-16,3 0-14 15,-3-24-4-15,12 25 79 16</inkml:trace>
  <inkml:trace contextRef="#ctx0" brushRef="#br0" timeOffset="44098.32">24867 4319 347 0,'-11'-33'169'0,"8"9"-16"15,3 6-60-15,3 1-19 16,-3 17-18-16,30 0-61 15,-15 14-1-15,8 10 4 16,-4 11 4-16,2 10-1 0,-2 5 2 16,0 5-2-16,-7 2 1 15,2-1 0-15,-7-4 2 16,-3-7-1-16,-8-7-29 16,4 2-76-16,-10-6-46 15,-6-6-14-15,2-2-9 16,-1-9 3-16,-1 1 49 15</inkml:trace>
  <inkml:trace contextRef="#ctx0" brushRef="#br0" timeOffset="44454.57">24775 4871 468 0,'-32'-17'156'0,"32"17"-47"15,-3-28-21-15,12 9-41 16,8 0-51-16,9-2-2 15,5-3 2-15,2 1 3 16,4 3 2-16,-3 1-1 16,5 3-1-16,-6 0 0 15,-4 4 0-15,1 4 1 16,-11-1-1-16,0 6 1 16,-19 3 1-16,19-4 2 15,-19 4 2-15,0 0 0 16,0 0 1-16,7 21-2 15,-7-21 1-15,-4 31-2 0,4-10 1 16,0 6-3-16,0 5-2 16,0-1 4-1,0 2-5-15,4-6 6 16,-4-2-6-16,3 1-68 0,-6-7-48 16,3-19-25-16,3 17-11 15,-3-17-8-15,0 0-2 16</inkml:trace>
  <inkml:trace contextRef="#ctx0" brushRef="#br0" timeOffset="44702.74">25229 4779 373 0,'0'0'148'16,"9"-22"-21"-16,-9 22-16 0,0 0-30 16,0 0-33-16,0 0-46 15,0 0-1-15,4 15-2 16,-4-15-1-1,3 28 6-15,1-12-6 0,-1 1 6 16,4 4-7-16,-2-4 6 16,2 2-6-16,4-3 8 15,-11-16-4-15,12 26 1 16,-12-26-62-16,7 19-68 16,-7-19-32-16,-7 17-6 15,7-17 0-15,-16 9-6 16</inkml:trace>
  <inkml:trace contextRef="#ctx0" brushRef="#br0" timeOffset="44866.86">25197 4762 130 0,'19'-23'164'0,"1"1"4"15,8-2-61-15,9 3-46 16,-3 2-85-16,10 5-72 15,-10-10-26-15,12 8-33 16,-10-6-8-16</inkml:trace>
  <inkml:trace contextRef="#ctx0" brushRef="#br0" timeOffset="45199.1">26257 4272 411 0,'0'-24'196'0,"-7"7"-13"15,7 17-72-15,-26-33-63 16,26 33-34-16,-22-18-19 16,22 18-2-16,-20-1-2 15,20 1-1-15,-10 26 3 16,5-2 3-16,1 14 0 15,1 5 1-15,-1 11-1 16,1 3 3-16,-1 2-3 16,4 0 3-16,0-2-1 15,-3-7 3-15,3 2-49 16,-12-9-65-16,1-3-28 0,-4-2-20 16,-8-10-5-16,4-1-7 15,-10-9 73-15</inkml:trace>
  <inkml:trace contextRef="#ctx0" brushRef="#br0" timeOffset="45527.34">25868 4819 450 0,'9'-24'149'0,"5"-2"-26"16,8-5-38-16,13 6-27 16,5-6-48-16,9 2-9 15,-1 1-2-15,4 0 0 16,0 3 2-16,-3-3 0 15,0 2 2-15,-8 5 0 0,-8 4 0 16,-7 3 1-16,-7 4 2 16,-3 6 3-16,-16 4 0 15,0 0-1 1,14 28-1-16,-14-6-1 0,0 6 0 16,0 8 1-16,0 1-3 15,2 6-2-15,1 0-2 16,1 2 0-16,-4-3 8 15,0-4-7-15,0-5 5 16,-4-9-56-16,4 0-74 16,-5-5-47-16,5-19 1 15,0 0-10-15,0 0-7 0</inkml:trace>
  <inkml:trace contextRef="#ctx0" brushRef="#br0" timeOffset="45815.54">26724 4584 294 0,'-19'15'186'15,"2"4"-9"-15,1 7-55 16,-3 2-41-16,8 10-11 16,-4-3-42-16,8 4-22 15,3-2-3-15,4-6-8 16,7-2 6-16,4-4-8 0,1-10 8 15,-12-15-4-15,26 21 0 16,-26-21 1-16,19 9 3 16,-19-9 5-1,0 0-2-15,0 0-4 0,0 0-121 16,-19 8-43-16,-14-4-8 16,-2 1 0-16,-20-5-12 15</inkml:trace>
  <inkml:trace contextRef="#ctx0" brushRef="#br1" timeOffset="53581.06">7592 6792 180 0,'-14'-22'113'15,"14"22"18"-15,-12-17-6 16,12 17-7-16,0 0-10 16,-16-23-12-16,16 23-16 15,0 0-21-15,0 0-46 16,0 0-13-16,0 0 0 0,0 0 0 15,0 0 0-15,0 0 0 16,-3 23 0-16,3-23 0 16,3 32 0-16,0-9 0 15,3 1 0-15,4 6 0 16,2 1 0-16,2 0 0 16,9 4 0-16,3-4 0 15,7 0 0-15,5 3 0 16,7-1 0-16,7 0 0 15,4-3 0-15,4 3 0 16,6-2 0-16,6 0 0 16,-1-2 0-16,3-3 0 15,1-1 0-15,1-1 0 0,6-3 0 16,-4-4 0-16,7-2 0 16,-5-2 0-16,2-3 0 15,-1-3 0-15,-1-2-2 16,2-3 1-16,-1-6 0 15,-1-3-1-15,2-1 1 16,-1-4 0-16,3-2 0 16,4-4-1-16,-1-1 2 15,-2-1-1-15,-2-1 1 16,-1 2 1-16,-1-4 0 16,-3 1 0-16,-1-2-1 15,-8-1 2-15,-4 3-1 0,-6-2 0 16,-2-1 0-1,-2 1 1-15,-6-2-2 0,-7 2 1 16,-2 1-1 0,-6-1 1-16,-1 2-1 0,-3 1 0 15,-4-2 0-15,-4 4-2 16,-3 0 4-16,-3 2-6 16,-2-2 8-16,-2 3-9 15,-1-3 10-15,-5 2-10 16,3-2 7-16,-2 0-3 15,-3 3-1-15,-1-1 7 16,-3 17-6-16,0-24 3 16,0 24-2-16,0-16 0 0,0 16 0 15,0 0 0-15,0 0 0 16,0 0-43-16,0 0-98 16,-3 30-38-16,6-6-7 15,-3 0-1-15,4 11-5 16</inkml:trace>
  <inkml:trace contextRef="#ctx0" brushRef="#br1" timeOffset="54442.67">10494 7099 482 0,'-3'-31'163'15,"-1"3"-31"-15,1-3-17 16,6 13-26-16,-10-2-47 15,7 20-42-15,4-19 0 16,-4 19 0-16,0 0 0 16,0 0 0-16,0 0 0 0,-11 17 0 15,9 2 0 1,-1 3 0-16,-1 8 0 16,4 3 0-16,-3 7 0 15,3-2 0-15,-3 0 0 0,3 0 0 16,0-4 0-16,0-4 0 15,0-2 0-15,0-8 0 16,3-1 0-16,-3-19 0 16,3 25 0-16,-3-25 0 15,0 0 0-15,4 15 0 16,-4-15 0-16,0 0 0 16,0 0 0-16,-7-22 0 15,4 6 0-15,-8-1 0 16,2-6 0-16,-1 1 0 15,-6-2 0-15,3-1 0 16,-3-1 0-16,4 2 0 16,-2 3 0-16,2 4 0 0,1 1 0 15,11 16 0-15,-15-19 0 16,15 19 0-16,0 0 0 16,0 0 0-16,0 0 0 15,0 0 0-15,0 0 0 16,0 0 0-16,-4 28 0 15,8-5 0-15,3 6 0 16,-2 2 0-16,2 6 0 0,0-3 0 16,1-1 0-1,3-3 0-15,-4-5 0 16,-2-2 0-16,2-6 0 16,-7-17 0-16,14 18 0 15,-14-18 0-15,15 3 0 0,-15-3 0 16,30-17 0-16,-11 1 0 15,11-6 0-15,8-4 0 16,2-5 0-16,5-2 0 16,3-4 0-16,1-1 0 15,-4 5 0-15,-3-3-39 16,-2 7-108-16,-9 3-28 16,-9-4-5-16,-1 6-1 15,-5-7-5-15</inkml:trace>
  <inkml:trace contextRef="#ctx0" brushRef="#br1" timeOffset="55903.71">10162 6644 140 0,'0'0'77'15,"-15"-9"9"-15,15 9 7 16,-18-7 20-16,18 7-9 15,-19-9-3-15,19 9-12 16,-19-5-9-16,19 5-15 16,-19-3-14-16,19 3-27 15,-19-6-24-15,19 6 0 16,0 0 0-16,-14-1 0 16,14 1 0-16,0 0 0 15,0 0 0-15,0 0 0 16,0 0 0-16,0 0 0 15,0 0 0-15,0 0 0 0,11 19 0 16,-11-19 0-16,26 26 0 16,-11-9 0-16,8 2 0 15,6-2 0-15,4 2 0 16,6 2-3-16,2 2 4 16,8-4-5-16,3-2 5 15,7 0 0-15,2 1-4 16,1-1 7-16,6 0-7 15,0-3 8-15,3 0-10 16,0 0 10-16,0 0-10 16,2-2 5-16,3-2 1 15,-3 1-2-15,4-6 2 16,1-4-2-16,7-1 1 0,5-3-1 16,4-4 0-16,3-3 0 15,4-2 5-15,6-4-8 16,6 0 8-16,3-3-8 15,-1-5 10-15,1-2-7 16,-3-2 4-16,-2 1-5 16,-1-1-1-16,-18 0 5 15,-6 2-3-15,-15 0 3 16,-15 7-3-16,-11 0 4 16,-15 2-2-16,-15 2-1 15,-15 15 0-15,14-23 0 16,-14 23 0-16,-3-16 0 15,3 16 0-15,0 0 0 0,0 0-47 16,0 0-113-16,-11 23-25 16,11-4-5-1,0 9-10-15,-3 3 1 16</inkml:trace>
  <inkml:trace contextRef="#ctx0" brushRef="#br1" timeOffset="56915.42">12475 7570 290 0,'0'0'188'16,"0"0"-39"-16,0 0-27 15,26-6-13-15,-11-11-21 16,8 0-23-16,-4-9-53 15,2-2-12-15,1-5 0 0,-3 0 0 16,0-3 0 0,-5 3 0-16,-8 0 0 15,1 4 0-15,-7 5 0 16,0 5 0-16,-4 3 0 0,4 16 0 16,0 0 0-16,-12-17 0 15,12 17 0-15,0 0 0 16,-14 27 0-16,14-4 0 15,-3 10 0-15,3 8 0 16,0 8 0-16,0 6 0 16,0 11 0-16,0 0 0 15,3 3 0-15,-3-2 0 16,0 1 0-16,0-7 0 16,0-1 0-16,0-5 0 15,0-4 0-15,0-6 0 16,3-6 0-16,-6-2 0 15,6-6 0-15,-3-7 0 0,0-6 0 16,0-3 0-16,0-15 0 16,0 0 0-16,-3 16 0 15,3-16 0-15,0 0 0 16,0 0 0-16,0 0 0 16,0 0 0-16,0 0 0 15,-16 7 0-15,16-7 0 16,-19 8 0-16,5-1 0 15,-5 0 0-15,0 2 0 16,-3 1 0-16,-1 1 0 16,1-1 0-16,-5 0 0 15,7 1 0-15,4-4 0 0,16-7 0 16,-26 8 0-16,26-8 0 16,0 0 0-16,0 0 0 15,19-7 0-15,11-3 0 16,6-4 0-16,13 0 0 15,8-3 0-15,9 0 0 16,2-2 0-16,-1 0 0 16,1 3 0-16,-9 2 0 15,-10 2 0-15,-8 2 0 16,-11 4 0-16,-8 3 0 16,-22 3 0-16,23-2 0 15,-23 2 0-15,0 0 0 16,0 0 0-16,0 0 0 0,0 0 0 15,0 0 0-15,0 0 0 16,0 0 0-16,0 0-61 16,0 0-102-1,0 0-16-15,19-8-2 0,-9-13-5 16,10-2 1-16</inkml:trace>
  <inkml:trace contextRef="#ctx0" brushRef="#br1" timeOffset="59235.07">21760 6481 169 0,'-20'-2'130'16,"-2"-1"-1"-16,22 3-5 0,-23-7-3 16,23 7-8-1,0 0-12-15,0 0-18 16,0 0-30-16,0 0-53 16,0 0 0-16,0 0 0 0,0 0 0 15,0 0 0-15,19 10 0 16,-19-10 0-16,23 24 0 15,-4-10 0-15,4 5 0 16,6 4 0 0,8-1-2-16,8 1 1 0,7-1-1 15,3 1 2-15,10-6-3 16,9 0 3-16,4-3-1 16,6-3 1-16,4-5-1 15,2-2 1-15,8-4-1 16,-1-4 0-16,7-2 1 15,0-7 0-15,6-2 0 16,1-4 0-16,-2-2 0 0,6-5 0 16,-10 0 1-16,7 0-2 15,-10-2 2-15,-7 1-2 16,-11 1 1-16,-6 0-1 16,-14 2 3-16,-8 3-2 15,-11 2 1-15,-9 1 0 16,-10 6 0-16,-7 4 2 15,-19 8 0-15,19-11-1 16,-19 11-2-16,0 0 0 16,0 0 0-16,0 0 0 15,0 0 0-15,0 0 0 16,0 0 0-16,0 0 0 16,0 0 0-16,0 0 0 0,0 0-20 15,0 0-98-15,0 18-54 16,0 1-13-16,0-2-2 15,0 11-3-15,0-2 40 16</inkml:trace>
  <inkml:trace contextRef="#ctx0" brushRef="#br1" timeOffset="60096.68">23990 7246 359 0,'0'0'181'16,"-19"12"-33"-16,19-12-48 0,7-19-10 15,2-4-20-15,8 1-37 16,2-9-31-16,0-7-5 15,4-6 6-15,3-1 2 16,-7-3-4-16,-2-2 5 16,-1 5-4-16,-9 5 6 15,0 5-6-15,-6 9 3 16,-1 6-6-16,0 20 0 16,-8-18 1-16,8 18 0 15,0 0-2-15,-19 31 1 16,15-8 1-16,1 6-3 15,-1 8 7-15,1 9-5 16,3 5 5-16,0 4-5 0,3 4 4 16,1 1-5-16,-1 5 1 15,2 0 4-15,2-1-6 16,-3-1 5-16,3-3-5 16,-4-3 3-16,-3-1-3 15,0-6 5-15,0-5-6 16,-3-9 4-16,-1-5-2 15,1-5 3-15,-1-8-3 16,4-18 4-16,-7 21-3 16,7-21 1-16,0 0 1 15,0 0 1-15,0 0-2 16,0 0 0-16,-19-4 0 16,19 4 1-16,-22-9-1 0,22 9 0 15,-30-7 0-15,11 4-1 16,4 3 2-16,-5-2 0 15,3 2-1-15,-2 0-1 16,3 0 1-16,-1 2-1 16,17-2 0-16,-19 3 1 15,19-3 1-15,0 0 0 16,0 0-2-16,0 0 1 0,0 0 0 16,29 2 0-1,1-4 2-15,8-3-2 16,11-3 0-16,13-4 0 15,13-6 2-15,5 1-3 0,8-2 4 16,3 0-3-16,9 0 3 16,-3 5-5-16,-6 2 4 15,-3 5-3-15,-13 3 4 16,-7 3-1-16,-16 1-2 16,-11 1-104-16,-15 1-76 15,-3 5-22-15,-23-7-2 16,19-5-7-16,-23-12 95 15</inkml:trace>
  <inkml:trace contextRef="#ctx0" brushRef="#br1" timeOffset="62263.23">8100 8023 515 0,'-3'-26'200'16,"-6"2"-42"-16,-1 1-55 15,10 23-56-15,-19-22-47 16,19 22-5-16,-30 0-7 0,14 12 0 15,-6 12-1-15,-1 11 4 16,1 8 0-16,-4 11 3 16,3 8 2-16,2 6 2 15,6-1-1-15,4 1 3 16,10-10-1-16,6-4 4 16,9-11-1-16,8-8 4 15,4-12-1-15,12-11 1 16,4-14 2-16,5-8-2 15,7-13 0-15,-2-6-2 16,0-11 0-16,-3-9-3 16,-10-4 1-16,-7-6-2 15,-10-3 1-15,-11 3-3 0,-11 3 1 16,-14 6-2-16,-9 7 0 16,-8 12-2-16,-2 8 2 15,-9 13-2-15,6 11 1 16,-2 6 1-16,5 11-51 15,10 1-53-15,8 7-38 16,15 3-21-16,12-6-6 16,14 1 0-16,12-9 17 15</inkml:trace>
  <inkml:trace contextRef="#ctx0" brushRef="#br1" timeOffset="62654.5">8854 7978 445 0,'0'0'193'0,"0"-17"-6"16,0 17-61-16,-30-5-70 15,8 10-61-15,1 9-2 16,-5 10-1-16,-2 9 2 16,5 8 0-16,1 8 3 15,4 6-1-15,3 2 4 16,15-1-1-16,0-4 4 15,12-9-2-15,5-10 3 16,15-9-1-16,4-14 2 16,13-11-1-16,6-11 0 0,6-13 1 15,3-8-2-15,9-8 0 16,-2-6-4-16,-7-7 3 16,-5-3-1-1,-10-2 3-15,-11 1 3 0,-12 2-11 16,-12 8 8-16,-17 1-9 15,-11 11 10-15,-12 8-14 16,-4 7-50-16,2 13-75 16,-1 8-39-16,3-2 3 15,7 9-6-15,19-7 2 16</inkml:trace>
  <inkml:trace contextRef="#ctx0" brushRef="#br1" timeOffset="63355">11765 7561 333 0,'-14'5'169'0,"-14"2"-14"16,-2 5-61-1,1 11-16-15,-11 6-21 16,5 14-24-16,-3 8-13 16,2 9-20-16,6 6 2 0,4 5-2 15,7-2 3-15,9 0 0 16,10-8 4-16,13-7 2 16,14-13-3-16,7-13 1 15,15-14-1-15,10-14 1 16,9-14 0-16,3-10-2 15,0-11-3-15,2-10-3 16,-9-5 1-16,-7-4 8 16,-10-5-9-16,-16-5 10 15,-17 2-10-15,-10 3 1 16,-15 4-3-16,-8 4 1 16,-7 10-5-16,-10 6-6 15,10 11-68-15,-5 10-68 0,8 2-18 16,23 12-3-16,0 0 0 15,0 0-3-15</inkml:trace>
  <inkml:trace contextRef="#ctx0" brushRef="#br1" timeOffset="63897.39">13678 7374 375 0,'-27'-7'175'0,"-2"-7"1"16,6 0-50-16,23 14-36 15,-22-13-26-15,22 13-47 16,-7 15-17-16,7 13-1 16,3 8-4-16,4 9 1 15,-3 12-3-15,1 7 10 16,5 6-3-16,1-1-2 16,4-7 3-16,1-6 0 0,3-8 4 15,7-10-5-15,0-12 4 16,4-10-9-16,3-11 7 15,1-9 0 1,3-8 1-16,-4-9 0 0,-2-8-3 16,-8-7 0-16,-6-9 0 15,-5-7 0-15,-12-7 0 16,-3-5 0-16,-16-4 0 16,-4 4 0-16,-6 4 0 15,-6 6 0-15,-5 12 0 16,-2 11 0-16,6 16 0 15,1 11-15-15,9 20-77 16,3 6-43-16,10 4-31 0,13 7-4 16,7-3-1-16,12 1-3 15</inkml:trace>
  <inkml:trace contextRef="#ctx0" brushRef="#br1" timeOffset="64358.71">14941 7152 537 0,'-35'-5'172'16,"2"7"-18"-16,-5 10-70 15,-2 5-28-15,6 18-36 16,1 10-20-16,3 12 0 0,15 5 0 16,4 8 0-16,18 2 0 15,5-2 0-15,14-8 0 16,7-10 0-16,9-12 0 16,10-14 0-16,4-11 0 15,-1-15 0-15,6-12 0 16,-2-9-2-16,-4-8 4 15,-4-7-5-15,-4-8 5 16,-13-6-5-16,-11-9 7 0,-9 0-5 16,-14-5 2-1,-11 2-1-15,-11 1 0 16,-11 6 0-16,-5 7 0 16,-1 8 0-16,0 17-12 0,0 4-63 15,13 19-38-15,-3 4-21 16,13 8-23-16,13 5-10 15,3-17-3-15,26 30-1 16</inkml:trace>
  <inkml:trace contextRef="#ctx0" brushRef="#br1" timeOffset="64787.02">16330 6934 318 0,'38'2'176'0,"-22"2"-10"0,-16-4-47 16,-2 24-26-16,-24-2-20 15,-4 16-27-15,-11 11-27 16,-10 11-20-16,1 15 0 16,-2 6 1-16,3 6-1 15,9 1 6-15,11-5-6 16,13-10 6-16,13-9-6 15,17-16 4-15,15-15-6 16,9-16 7-16,18-13-6 16,8-14 2-16,4-9 0 15,7-13-5-15,-9-4 5 16,-2-9-4-16,-12-5 7 0,-11-2-5 16,-18-9 7-16,-19 1-8 15,-20-3 6-15,-14 3-2 16,-15 1 2-16,-7 7-2 15,-3 5 2-15,-3 9-7 16,6 16-63-16,4 3-49 16,15 10-37-16,10 7-13 15,23 2-4-15,0 0-2 16,0 0-1-16</inkml:trace>
  <inkml:trace contextRef="#ctx0" brushRef="#br1" timeOffset="65196.31">17555 6967 390 0,'19'16'172'16,"-22"3"-49"-16,-20 3-33 15,-6 15-8-15,-20 4-14 16,4 15-30-16,-7 8-39 15,0 5 3-15,7 4-3 16,12 3 4-16,14-4-3 16,15-4 8-16,18-11-6 15,12-12 6-15,19-15-7 16,16-17 6-16,9-11-5 0,4-14 0 16,3-12 0-16,-3-9-6 15,-4-7 6 1,-13-8-4-16,-12-8 5 15,-15-3-7-15,-17-5 6 0,-16-1-4 16,-16-1 3-16,-14 3-2 16,-16 8 1-16,-6 7-4 15,-4 15-53-15,-2 7-56 16,5 10-46-16,11 13-8 16,11 1-5-16,13 7 0 15,21-5 24-15</inkml:trace>
  <inkml:trace contextRef="#ctx0" brushRef="#br1" timeOffset="65590.59">18606 6967 384 0,'0'0'170'15,"-7"24"-16"-15,-28-1-57 16,-2 15-16-16,-8 7-29 16,-3 14-45-16,3 8-7 15,1 6 3-15,9 2-3 16,13-1 5-16,11-5-3 16,15-6 9-16,15-15-7 15,14-17 6-15,12-15-7 16,14-11 2-16,2-14-2 15,10-10-1-15,0-14 0 0,-1-10-8 16,-10-7 8-16,-1-6-5 16,-17-6 5-16,-12-5-4 15,-15-4 3-15,-11 3-3 16,-15 8 3-16,-11 2-7 16,-6 17-73-16,-8 5-46 15,-3 13-36-15,10 11-6 16,-1 5-4-16,11 7 0 15</inkml:trace>
  <inkml:trace contextRef="#ctx0" brushRef="#br1" timeOffset="66015.89">19644 6869 309 0,'19'3'173'16,"-19"-3"-30"-16,-11 17-31 16,-4 4-24-16,-18 5-13 15,3 14-27-15,-8 10-31 16,1 7-19-16,6 9 0 16,9 1 4-16,4 4-2 15,13-3 3-15,10-11 0 16,13-8 2-16,9-13-3 0,10-12 2 15,8-12-1-15,7-12-1 16,4-12 0 0,1-7-1-16,2-9-2 0,-3-5 0 15,-4-10 4-15,-7-7-2 16,-14-7 3-16,-10-4-5 16,-13 1 1-16,-11 1 1 15,-16 2-1-15,-11 7 0 16,-8 11-4-16,-10 8-50 15,6 17-54-15,-1 8-29 16,4 6-29-16,13 6-2 16,7 0-2-16,19-6-1 15</inkml:trace>
  <inkml:trace contextRef="#ctx0" brushRef="#br1" timeOffset="66444.2">20597 6884 436 0,'0'0'163'0,"0"0"-33"16,-7 19-28-16,-16-7-22 16,-3 13-28-16,-7 6-40 15,-2 10-14-15,-1 11 1 16,6 9-1-16,4 4 1 0,14 3 3 15,5-2-2-15,14-6 3 16,12-8-3 0,11-8 0-16,8-15-1 15,9-12 2-15,3-13-1 0,6-9-1 16,3-9 0-16,-7-7-1 16,2-10 2-16,-6-6 2 15,-11-6 2-15,-8-5-2 16,-13-6 2-16,-13-1-4 15,-10-1 3-15,-8 1-2 16,-18 8 1-16,-5 6-1 16,-2 9-3-16,-6 12-3 15,8 13-67-15,-7 3-39 16,12 8-30-16,11 4-14 16,3-1-13-16,19-7-2 15,0 0 6-15</inkml:trace>
  <inkml:trace contextRef="#ctx0" brushRef="#br1" timeOffset="66881.5">21826 6978 286 0,'0'0'165'15,"5"20"-30"-15,-24-6-18 16,-4 9-10-16,-15 4-20 16,5 11-36-16,-5 7-52 15,1 9 1-15,11 3-2 0,4 2 2 16,11 0 0-16,15-5 5 16,6-8-2-16,16-6 0 15,9-16 0-15,8-8 0 16,6-13-1-16,8-8 0 15,2-12-2-15,-2-6-2 16,-1-6 1-16,-4-11 3 16,-10-5 1-16,-9-5-2 15,-18-7 0-15,-15 0-2 16,-12 1 1-16,-17 6-1 16,-13 9 0-16,-10 8-3 15,-7 14 1-15,-2 12-3 0,2 14-65 16,2 7-42-16,10 6-33 15,16 5-17-15,13-8-5 16,22 4-2-16,-4-21 48 16</inkml:trace>
  <inkml:trace contextRef="#ctx0" brushRef="#br1" timeOffset="67277.8">22995 6938 483 0,'0'0'174'0,"0"0"-49"16,-41 27-24-16,11 3-25 16,-10 6-67-16,-5 13-10 15,4 8-2-15,-1 7 3 16,9 3-3-16,10 1 4 15,13-4-2-15,10-5 1 16,23-12-2-16,10-13 2 16,12-13-1-16,14-11 2 15,12-13-2-15,7-9-1 16,5-9 0-16,-1-7 1 16,-4-6 1-16,-7-10-1 15,-10-2 4-15,-13-8-4 0,-18 2 2 16,-20 0-3-16,-17 5 3 15,-19 6-5-15,-8 11-90 16,-15 10-52 0,-6 4-25-16,2 16-1 0,5-2-3 15,15 6 1-15</inkml:trace>
  <inkml:trace contextRef="#ctx0" brushRef="#br1" timeOffset="67839.19">25806 6869 273 0,'-30'-7'152'0,"-4"1"-18"16,4 1-47-16,7 14-8 15,-3 3-16-15,0 16-17 16,0 6-10-16,0 13-12 15,-3 8-6-15,6 8-14 16,4 3-5-16,7-1 4 16,9-4-1-16,6-7 3 0,13-11 2 15,10-10 1-15,7-13 0 16,8-7-1-16,4-12 0 16,4-9-2-16,3-10 1 15,-3-6-3-15,-8-9 1 16,-1-7-3-16,-8-8 0 15,-12-6-3-15,-14-5 0 16,-15-1 2-16,-14-1-9 16,-13 6 7-16,-13 8-7 15,-6 9 9-15,-9 12-2 16,-4 12 4-16,2 14-51 16,2 7-70-16,12 5-34 15,22 6-15-15,14-5 2 0,16-13-6 16,37 23 42-16</inkml:trace>
  <inkml:trace contextRef="#ctx0" brushRef="#br1" timeOffset="68199.42">26825 6856 580 0,'0'0'169'0,"-4"19"-5"15,-15-1-102-15,-3 8-74 16,-1 10 9-16,-1 2-6 0,-2 7 13 16,7 2-6-16,6 0 7 15,6-2-2-15,11-6 1 16,8-4 0-16,9-12-1 16,7-8-1-1,1-8-1-15,4-9 2 0,0-6 0 16,5-10-2-16,-5-9 1 15,-1-6 0-15,-3-5 2 16,-3-7-3-16,-10-4-3 16,-2 1 7-16,-7 1-7 15,-11 2 7-15,-6 9-9 16,-13 6-110-16,-15 9-59 16,-11 11-20-16,-29-5-2 0,-19 6-12 15,-40-19 97-15</inkml:trace>
  <inkml:trace contextRef="#ctx0" brushRef="#br1" timeOffset="69806.59">2089 9917 563 0,'43'29'181'15,"25"-6"-37"-15,19-1-69 16,21-10-45-16,24-6-24 16,27-12-3-16,17-4-2 15,25-11 1-15,25-5-1 16,17-5 0-16,20-5-2 15,22-4 0-15,14-2-1 16,18-3 0-16,17 0 2 16,13 0-4-16,10 0 3 15,13 0-4-15,8-1 5 0,11 2-1 16,7 1 2-16,3 2-1 16,6-1 1-16,4 2 0 15,6 6-1-15,4-1 0 16,4 2-1-16,-5 2-1 15,1 3 1-15,-1 2-1 16,7-1 0-16,-6 2 2 16,3-1-1-16,-4 2 3 15,0 2-1-15,2-1 2 16,-7 1-4-16,6-1 3 16,-8 1-4-16,1-1 1 15,-10 1-4-15,-1 1 0 16,2-3 2-16,-4 3-3 0,2-3 6 15,-5 1-4-15,0 1 3 16,3-1-1-16,-7 4 2 16,1-2-1-16,-8 2-3 15,4 2 2-15,-7 1-3 16,-2 4 1-16,-4 0 1 16,-1 2 0-16,-5-1 0 15,-4 4 1-15,-8 2 0 16,-6 2 0-16,-8-1 1 15,-5 3 0-15,-6 1 0 16,-3 0 0-16,-2 0 1 16,-4 0 0-16,1 1 0 0,-2-1 1 15,1 0-1-15,-2-3 1 16,-1-2-3-16,-7-1 5 16,0-2-4-1,-12-4 3-15,-7-2-1 0,-12-2 2 16,-9-1-2-16,-10 0 2 15,-12-2-1-15,-9-2 0 16,-12 2 0-16,-14 3 0 16,-5-1-1-16,-15 5-1 15,-13 1 0-15,-8 4 0 16,-15 6 0-16,-15 2-1 16,-12 5 0-16,-15 2 1 15,-14 4 1-15,-19 0 0 0,-18-3-73 16,-25-7-98-16,-23-4-19 15,-47-41-6-15,-21-18-2 16,-63-56 73-16,5 1 124 16,-14-4 0-16,13 8 0 15,2-1 0-15,12 9 0 16,32 33 0-16,17 23 0 16,44 48 0-16</inkml:trace>
  <inkml:trace contextRef="#ctx0" brushRef="#br1" timeOffset="112192.35">7475 13486 573 0,'-10'-45'204'0,"3"-5"-7"16,5-2-148-1,21 10-49-15,11 4 0 0,12 5 0 16,13 11 0-16,9 12 0 16,11 15 0-16,3 16 0 15,2 18 0-15,-9 22 0 16,-5 15 0-16,-10 18 0 15,-15 9 0-15,-6 12 0 16,-14 2 0-16,-6 3 0 16,-4-4 0-16,-6-9 0 15,2-12 0-15,0-13 0 0,9-11 0 16,-3-16 0 0,10-15 0-16,5-18 0 15,8-8 0-15,9-9 0 16,4-5 0-16,10-3 0 0,5 1 0 15,4 2 0-15,3 5 0 16,4 9 0-16,-1 5 0 16,-2 7 0-16,0 7 0 15,-4 5 0-15,-4 4 0 16,-1 3 0-16,-6 1 0 16,-5 1 0-16,0 2 0 15,-7 1 0-15,-5-2 0 16,-1 1 0-16,-10-1 0 15,-3-4 0-15,0 4 0 16,-7-1 0-16,-3-1 0 16,-2 0 0-16,-2 0 0 0,-5-4 0 15,0-4 0-15,-2-4 0 16,2-6 0-16,0-5 0 16,-7-23 0-16,15 26 0 15,-15-26 0-15,27 1 0 16,-8-4 0-16,3-9 0 15,2-2 0-15,1-5 0 16,4-2 0-16,-3-7 0 16,0 2-19-16,-3-8-70 15,-4 4-20-15,-5-6-4 16,-2 1-3-16,-8-11 2 16,-1 2 9-16,-6-6 22 15,-4-2 79-15,-2-1 60 0,-7-4 46 16,2 6 7-16,-5 1 2 15,5 17 2-15,-5-1-2 16,7 13-20-16,-5 2-32 16,17 19-59-16,-19-5 0 15,19 5 0-15,0 29 0 16,7-3 0-16,5 5 0 16,2 7 0-16,8 4 0 15,1 6 0-15,6 1 0 16,1-1 0-16,-2-1 0 15,1-2 0-15,-3-2 0 16,-3 0 0-16,-1-3 0 16,-4-3 0-16,-6 2 0 0,-5 1 0 15,-11-2 0-15,-3 4 0 16,-12-1 0-16,-7 3 0 16,-9-1 0-16,-11 2 0 15,-5-2 0-15,-8 1 0 16,-5-5 0-16,2-1 0 15,-6-1 0-15,9-6 0 16,2-3 0-16,13-4 0 16,6-7 0-16,8-8 0 15,30-9 0-15,-19 9-103 16,19-9-49-16,42-23-24 16,-2-1-5-16,14-6-12 15,1-9-3-15</inkml:trace>
  <inkml:trace contextRef="#ctx0" brushRef="#br1" timeOffset="113123">11037 15030 337 0,'7'-26'201'16,"-10"0"-13"-16,-9 0-52 16,12 26-26-16,-26-31-59 15,10 28-51-15,-10 3 0 16,0 5 0-16,-7 5 0 16,-4 7 0-16,-4 6 0 15,-1 8 0-15,-6 4 0 0,2 5 0 16,-2 5 0-16,3 3 0 15,1 1 0-15,3 2 0 16,4 5 0-16,2 3 0 16,6 1 0-16,6 3 0 15,1 1 0-15,8 5 0 16,5 7 0-16,2 4 0 16,7 1 0-16,4 6 0 15,3 1 0-15,8 4 0 16,1 1 0-16,7-1 0 15,6-6 0-15,7-1 0 16,3-7 0-16,6-3 0 16,10-8 0-16,1-3 0 0,8-7 0 15,4-3 0-15,5-9 0 16,3-7 0-16,2-9 0 16,7-10 0-16,2-12 0 15,5-10 0-15,5-13 0 16,2-10 0-16,9-10 0 15,-4-9 0-15,5-7 0 16,-1-5 0-16,0-4 0 0,4-4 0 16,-7-3 0-1,0 1 0-15,-4-3 0 16,0-1 0-16,-7 2 0 16,-6-4 0-16,-5 1 0 0,-8 1 0 15,-12-4 0-15,-15 1 0 16,-13-1 0-16,-13 1 0 15,-11-2 0-15,-11 5 0 16,-12 0 0-16,-9 3 0 16,-10 4 0-16,-6 5 0 15,-11 4 0-15,-5 0 0 16,-4 4 0-16,-9 0 0 16,-5-1 0-16,-4 3 0 15,1-1 0-15,-4 3 0 16,1 2 0-16,-1 2 0 15,4 3 0-15,-1 6 0 16,4 2 0-16,-7 8 0 0,-1 3 0 16,5 8 0-16,-4 2 0 15,3 6 0-15,-1 8 0 16,1 4 0-16,2 7 0 16,5 7 0-16,4 7 0 15,2 6 0-15,11 15 0 16,-1 3-124-16,16 6-43 15,6 8-14-15,8-3-4 16,10-1-6-16,8-7 17 16</inkml:trace>
  <inkml:trace contextRef="#ctx0" brushRef="#br1" timeOffset="113850.52">11242 15402 599 0,'0'0'192'0,"-15"-12"-6"15,15 12-140-15,0 0-46 16,0 0 0-16,-18 17 0 15,13 8 0-15,-2 8 0 16,0 12 0-16,4 8 0 0,-6 15 0 16,5 10 0-16,-6 8 0 15,1 2 0 1,6-1 0-16,-4-6 0 16,0-4 0-16,-2-12 0 0,6-9 0 15,-4-13 0-15,3-14 0 16,4-8 0-16,0-21 0 15,0 0 0-15,0 0 0 16,0 0 0-16,4-36 0 16,-1-2 0-16,-3-14 0 15,0-9 0-15,0-11 0 16,0-8 0-16,0-3 0 16,4-2 0-16,-4 4 0 15,3 6 0-15,1 9 0 16,1 9 0-16,2 11 0 15,-4 9 0-15,4 8 0 16,-1 6 0-16,-3 8 0 0,-3 15 0 16,17-16 0-16,-17 16 0 15,26 5 0-15,-6 6 0 16,2 10 0-16,4 6 0 16,9 8 0-16,-2 8 0 15,5 9 0-15,-2 3 0 16,3 8 0-16,-3 3 0 15,-3-1 0-15,2 1 0 16,-6 0 0-16,-6-2 0 0,-4-5 0 16,-5-6 0-1,-2-6 0-15,-5-5 0 16,-4-9 0-16,-3-9 0 16,0-7 0-16,0-17 0 0,0 0-113 15,-22-5-30-15,11-12-15 16,4-8-17-16,-5-4 0 15,-2-6-5-15</inkml:trace>
  <inkml:trace contextRef="#ctx0" brushRef="#br1" timeOffset="114098.7">11339 15954 429 0,'-15'0'180'0,"15"0"-35"15,-19 0-23-15,19 0-18 0,0 0-61 16,0 0-43-16,0 0 0 16,0 0 0-16,8-19 0 15,-8 19 0-15,33-12 0 16,-10 4 0-16,3-3 0 16,3 1 0-16,-3-6-22 15,9 1-152-15,-2 4-6 16,-7-6-6-16,4 5-2 15,-11-9-3-15</inkml:trace>
  <inkml:trace contextRef="#ctx0" brushRef="#br1" timeOffset="117332">10983 14833 22 0,'0'0'33'0,"0"0"-4"16,-17 15-1-16,17-15-3 16,0 0 0-16,0 0 4 0,0 0 6 15,-15 16 5-15,15-16 4 16,0 0 10 0,0 0 20-16,0 0 21 15,0 0 0-15,0 0-4 0,0 0-5 16,0 0-10-16,0 0-12 15,0 0-17-15,15 2-23 16,2-4-22-16,-1 0-2 16,3 0 1-16,4-1-1 15,-1 0 0-15,1-1-1 16,-2 1 1-16,-2-1 0 16,-19 4 0-16,26-5 0 0,-26 5-1 15,0 0-1-15,15-2 2 16,-15 2 0-1,0 0 1-15,0 0 0 16,0 0-1-16,-15 18 0 16,15-18-1-16,-23 15-1 0,6-4-1 15,-2 1-1-15,-4 1 1 16,1 1-2-16,-1 2 2 16,1-1 0-16,-1-2 1 15,4-1 2-15,2-2 1 16,17-10 0-16,-20 9 0 15,20-9 2-15,0 0 0 16,0 0 1-16,27-18-2 16,-8 6 0-16,3 0 0 15,4-3 1-15,7-3-6 16,5 4-47-16,-5-6-32 16,6 2-49-16,0 5-32 0,-4-3-13 15,2 11-7-15,-11-6-4 16</inkml:trace>
  <inkml:trace contextRef="#ctx0" brushRef="#br1" timeOffset="123247.2">12931 15222 68 0,'-19'11'56'15,"19"-11"-8"-15,-19 5 8 16,19-5 7-16,0 0 9 16,0 0 8-16,-14 7 11 15,14-7 6-15,0 0-9 16,0 0-10-16,0 0-11 15,0 0-15-15,0 0-11 16,0 0-12-16,0 0-16 0,0 0-13 16,7-18 0-16,-7 18 0 15,0 0 1-15,26-17-1 16,-10 10 0-16,4-3 1 16,3-2-1-16,3-2 0 15,2-2-1-15,5-1 1 16,3 0-1-16,2-2 0 15,1 1 1-15,1 1 0 16,-2 0-2-16,5 1 1 16,2 2 1-16,0 0 0 15,1 2 0-15,9 2 0 16,2 0 1-16,6-1-2 16,1 1 3-16,7 1-1 0,4-1 0 15,3-1 0-15,4 1-1 16,-3-4 1-16,7 2-2 15,-1-2 2 1,-2 2-3-16,2-2 1 0,5 0 0 16,-5 0 0-16,-1 2 0 15,1 0 0-15,-6 0 1 16,0 2-1-16,2-1 0 16,-3 3 2-16,0 1-3 15,2 0 1-15,2 0-1 16,5 2 1-16,5 0-1 15,-2-1 1-15,4 3 0 16,3-2 1-16,4-2 0 0,-1 0 0 16,4 0-1-16,2 0 2 15,2-3-1 1,5 1 0-16,-2-1-1 16,5 1 1-16,0 0-3 0,-1 1 3 15,5-1-1-15,-7 2 0 16,3 2 0-16,-2 1 0 15,3 1 0-15,-4 3 1 16,-2 0 1-16,1 3-2 16,-7 3 2-16,-1 0-2 15,-4 1 1-15,-9 2 0 16,-1 1 1-16,-5 1-1 16,-3-1-1-16,-8-1 2 0,1-2-1 15,-7 1 1-15,-1-2-1 16,-2-3 1-1,-6 1-1-15,-7-3 1 16,-4 1-1-16,-3-2 0 0,-12 0 0 16,-1 0 0-16,-12 0-1 15,-4 0 1-15,-16 0-1 16,16 2 2-16,-16-2 0 16,0 0 2-16,0 0 1 15,0 0-1-15,0 0 2 16,-16 3-2-16,16-3 0 15,-19-7 0-15,19 7-4 0,-26-17-1 16,9 7-1 0,17 10 0-16,-32-33 0 15,18 14 0-15,-1-4 3 16,-1-3-5-16,2-3 7 0,-1-2-6 16,1-2 7-16,2-2-7 15,-2 6 7-15,2-2-7 16,1 3 4-16,6 4 0 15,-5 3-2-15,3 4 2 16,7 17-2-16,-13-21 2 16,13 21 1-16,0 0 0 15,0 0 0-15,-19-11 0 16,19 11 0-16,0 0 0 16,0 0 0-16,0 0 0 15,0 0-3-15,0 0 0 16,0 19 0-16,0-19 1 15,19 25-1-15,-3-6 1 0,0 1 0 16,10 8-1-16,0 0 2 16,3 3 3-16,4 0-5 15,-3 0 4-15,1 0-4 16,-2-3 6-16,1 0-7 16,-7 0 7-16,-8-2-5 15,3-2 3-15,-10 0 2 16,-1 4-3-16,-7 6 1 15,-10 4-3-15,-6 4 2 16,-6 8-2-16,-8 4 1 16,-12 5-3-16,1 0 2 15,-3-2-2-15,-1-4 4 16,4-8-1-16,2-3 1 0,6-13 0 16,11-10-1-16,22-19 3 15,-23 14-4-15,23-14-74 16,16-24-59-16,3-6-35 15,14-4-6-15,2-11-8 16,13 2-1-16</inkml:trace>
  <inkml:trace contextRef="#ctx0" brushRef="#br1" timeOffset="124202.88">20015 14189 29 0,'-38'-28'121'15,"15"25"-2"-15,-10-1-32 16,2 6 0-16,-5 8 19 16,-10 2-12-16,1 11-5 15,-10-1-9-15,3 13-12 16,-9 0-20-16,2 8-8 0,-4 7-14 16,3 6-25-16,-3 4 2 15,9 6-4-15,-1 5 3 16,10 5-5-1,0 0 3-15,12 4-6 0,3-2 3 16,8-4 3-16,2-3-4 16,10-3 3-16,1-3-1 15,9-1 4-15,4 1 1 16,4-1-1-16,3-2 1 16,5 2 2-16,6 0 2 15,8 2-1-15,3-2 2 16,8-2-2-16,8-1-5 15,6-1-1-15,10-4 0 0,6-1 0 16,7-6 0 0,3-3 0-16,13-6 0 15,0-7 0-15,10-5 0 16,2-9 0-16,9-7 0 0,-3-9 0 16,12-6 0-16,-1-9 0 15,4-6 0-15,-1-8 0 16,5-5 0-16,-7-10 0 15,0-6 0-15,-6-5 0 16,-5-8 0-16,-9-8 0 16,-14-5 0-16,-12-8 0 15,-14-4 0-15,-8 2-3 16,-14 0 1-16,-9 0 1 16,-7 5 0-16,-14 2 0 15,-5 1 0-15,-7 10 4 16,-7 1 1-16,-9 1-3 0,-10 3 0 15,-7 3-1-15,-9-1 0 16,-6 5-2-16,-13-1 1 16,-5 0-2-16,-9 1-4 15,-3 3 5-15,-2 1-4 16,-8 2 5-16,-2 4-5 16,-1 3 7-16,3 7-4 15,-2 7 3-15,-1 4 2 16,-1 8-2-16,2 5 2 15,3 6-1-15,2 6 1 16,4 6-2-16,1 5 0 16,5 7 2-16,1 3-4 15,8 7 0-15,8 5 3 0,6 4-51 16,16 7-73-16,5 7-43 16,13-4-11-16,13 9-5 15,5-11 0-15,19 4 64 16</inkml:trace>
  <inkml:trace contextRef="#ctx0" brushRef="#br1" timeOffset="124512.1">20025 15013 343 0,'0'41'185'16,"-10"1"-1"-16,5 10-94 15,10 14-37-15,-8 8 0 16,10 11-5-16,-7-6-17 16,6 1-26-16,-2-2-4 15,-1-7 1-15,3-10-1 16,-6-11-12-16,7-9-65 15,-7-16-41-15,0-25-39 16,0 0-12-16,0 0-7 16,26-32 2-16,-19-7 54 15</inkml:trace>
  <inkml:trace contextRef="#ctx0" brushRef="#br1" timeOffset="125076.5">20126 15179 364 0,'0'-55'146'0,"0"10"-10"15,-3 5-18-15,6 10-16 16,1 3-18-16,-4 27-23 16,22-25-49-16,1 18-12 15,-1 6 0-15,8 4 0 16,-1 8-2-16,3 6-1 16,1 7-3-16,-4 7 2 15,1 4-2-15,-11 1 4 16,0 4 0-16,-12-2 4 15,-2-1-1-15,-5-1 0 16,-9-3 0-16,-5 0 2 16,-12 0 0-16,0-4-3 15,-5-1 3-15,-2-4-4 0,-2-3 2 16,2-4-2-16,7-3 2 16,4-6-2-16,3-6 4 15,19-2-2-15,-18-8-3 16,18 8 5-16,4-21-3 15,-4 21 4-15,26-33-2 16,-4 17-1-16,8-1-1 16,3 5 0-16,5 0 0 0,7 5 0 15,0 7 0 1,4 5 0-16,-2 9 0 16,-2 7 0-16,-3 8 0 15,-6 6-3-15,-8 6 1 0,-11 8 0 16,-8 3 4-16,-9 5-1 15,-16-2 0-15,-13 2 2 16,-9 2-3-16,-15-2 0 16,-6-3 0-16,-8-7 0 15,-1-9 0-15,-3-11 0 16,1-8-47-16,3-20-93 16,2-22-33-16,13-13-3 15,0-23-12-15,19-10-3 0</inkml:trace>
  <inkml:trace contextRef="#ctx0" brushRef="#br1" timeOffset="126270.35">14056 13931 39 0,'0'0'116'0,"-9"16"-4"15,9-16-9-15,0 0 10 16,0 0-3-16,0 0-5 15,0 0-10-15,0 0-15 16,0 0-17-16,12-28-18 16,2 9-24-16,2-9-23 15,0-1 1-15,1-8 1 16,2-2-1-16,-3-7 3 16,1 1 0-16,-8 2 2 15,1 3-2-15,-1 6 1 0,-6 4-1 16,-3 6 2-16,0 7-1 15,0 17 0-15,0 0-4 16,0 0 0 0,0 0 0-16,0 0-3 0,0 0-2 15,-5 38 1-15,7-7 2 16,1 7-3-16,1 9 4 16,3 8-2-16,0 8 2 15,1 2 0-15,-1 3 6 16,4-2-7-16,-3-2 4 15,3-4-2-15,-3-4 1 16,-1-4 0-16,4-9 1 0,-6-5-1 16,2-5 0-16,0-5 1 15,-7-8 0 1,3-2-1-16,-3-3 1 16,0-15-1-16,-7 16 0 15,7-16 0-15,-19 7 0 0,19-7-1 16,-26 0 1-16,7 0-1 15,-7 1-1-15,4 1 0 16,-8 0 1-16,1 1 0 16,-1 3-1-16,0 0 0 15,3 1 1-15,-3 2 0 16,4 0 2-16,7-2 2 16,-2 0-2-16,6-2 5 0,15-5-5 15,-16 3 0 1,16-3 2-16,0 0 0 15,19-8-2-15,4 1-2 16,6-4 1-16,9 3-5 0,11-3 5 16,3 1 1-16,4-2-3 15,8 0 1-15,-5-1 0 16,2 3 0-16,-6 0 1 16,-6 1 0-16,-9 0 1 15,-6 4 1-15,-8 2 1 16,-10-1 2-16,-16 4-2 15,17 0-46-15,-17 0-56 16,0 0-35-16,-10-15-28 16,10 15-8-16,-4-28-6 15,1 2-1-15</inkml:trace>
  <inkml:trace contextRef="#ctx0" brushRef="#br1" timeOffset="126750.69">14933 13374 204 0,'12'-26'176'0,"-12"26"-39"0,10-23-18 16,-10 23-10-16,0 0-11 15,4-17-19-15,-4 17-14 16,0 0-29-16,-4 22-36 16,1-1 0-16,-1 8 0 15,-3 20 0-15,4 12 0 16,-2 16 0-16,-2 15 0 15,0 12 0-15,-6 7 0 16,3 3-3-16,-2-1 6 16,-2-10-3-16,-2-6 0 15,-1-14 0-15,1-10-3 16,-3-16 5-16,4-10-5 16,4-14 6-16,1-7-6 0,1-9 2 15,9-17-3-15,-3 16-59 16,3-16-57-1,7-23-39-15,5-1-16 0,2-9-1 16,8-5 1-16,-3-12 30 16</inkml:trace>
  <inkml:trace contextRef="#ctx0" brushRef="#br1" timeOffset="127283.07">15266 13656 335 0,'-4'-18'180'0,"4"18"1"15,0 0-60-15,-26-13-35 0,26 13-16 16,-26 17-26 0,26-17-41-16,-29 34-4 0,17-6 0 15,-1 7-1-15,3 3 1 16,3 7-2-16,7 2 2 15,0 5-2-15,7 1 1 16,3 1 1-16,3-4 1 16,2-1-1-16,3-6 1 15,1-5-2-15,0-5 0 16,0-7 0-16,0-5 0 16,2-8 0-16,-2-2 1 0,3-8-1 15,-2-5 1 1,-1-4 0-16,1-8 0 15,3-5 1-15,-4-7-1 16,0-11 0-16,0-6-1 0,-5-9 1 16,-2-5-1-16,-5-4 2 15,-3-3-3-15,-4 0 2 16,-4 4-1-16,-3 6 2 16,-5 2-1-16,2 9 4 15,-6 7 0-15,-3 6 0 16,-2 8-2-16,-1 6 2 15,-4 7-3-15,-2 13 2 0,-2 6-5 16,4 11-103 0,0 8-49-16,4 3-20 15,3 9 0-15,1-3-7 16,10 11-4-16</inkml:trace>
  <inkml:trace contextRef="#ctx0" brushRef="#br1" timeOffset="129627.73">19442 14327 115 0,'0'0'36'16,"16"7"-8"-16,-1 0-5 15,11 0 0-15,1 0-1 16,9 2-1-16,6-2 7 15,3 0 19-15,3-4 10 16,4-1 0-16,4-2 2 16,-7-4-11-16,-1 1-3 15,-6-2-3-15,3-1-7 0,-12 1-20 16,0 3-8-16,-10-1-4 16,3 3-3-16,-11 2-2 15,4-2-5-15,-19 0-28 16,26 5-34-16,-26-5-20 15,19 5-19-15,-19-5-10 16,0 0-12-16,0 0-1 16</inkml:trace>
  <inkml:trace contextRef="#ctx0" brushRef="#br1" timeOffset="129919.93">19668 14294 149 0,'0'0'66'0,"-16"2"-2"16,16-2-6-16,0 0-6 15,0 0-11-15,30-8-10 16,-8 4-19-16,8 1-18 16,5 3-27-16,4 3-30 15,3-1-31-15,14 12-21 0,-15-7-12 16,15 19 93 0</inkml:trace>
  <inkml:trace contextRef="#ctx0" brushRef="#br1" timeOffset="134583.25">21853 15155 110 0,'-27'14'187'0,"27"-14"-21"16,-23 7-53-1,23-7-19-15,-17 0-2 16,17 0-13-16,0 0-17 15,0 0-20-15,3-21-31 0,-3 21-9 16,16-33-2-16,1 12 1 16,6-5-1-16,3-3-2 15,3-4 0-15,6-5 1 16,7-2-2-16,1 0 1 16,6 0-1-16,-1 0 2 15,6 1-2-15,5 1 2 16,9 1-3-16,3 1 3 15,7 0 3-15,7-1-5 16,9 3 5-16,-1 1-5 16,12 0 5-16,4 0-4 15,6 0 5-15,4 2-7 0,5 1 2 16,6 4 1-16,-2 0-1 16,6 1 1-16,1 0-1 15,2 3 1-15,-1-1 0 16,1 4 1-1,-2 4 1-15,-1-1-1 0,1 2 0 16,-1 2 1-16,1 5 0 16,-1 2-1-16,-2 3 0 15,2 2 1-15,5 4-1 16,-9 3 1-16,5 0-1 16,2 0 0-16,-1 1 2 15,-3-1-2-15,-6 2 0 16,1-2 1-16,-8 1 0 0,-5-1 0 15,-2 2 0-15,-13-2 0 16,-6 1-1-16,-5-1 1 16,-6 4-1-16,-12-3 0 15,-5 3 0-15,-9-3-1 16,-5 3 1-16,-8-1 0 16,-6-1-1-16,-9 1-1 15,-2-1 2-15,-8 0-2 16,-4-1 0-16,-15-8 1 15,19 12 0-15,-19-12-1 16,0 0 3-16,18 12-2 16,-18-12 1-16,0 0-1 15,0 0 1-15,0 0 1 0,0 0-2 16,0 0 0-16,0 0 1 16,0 0 2-16,0 0 1 15,0 0 3 1,0 0-1-16,0 0-1 0,3-22-2 15,-10 1 2-15,0-1-3 16,-5-9 1-16,2-11-4 16,-6-1 0-16,-1-4-2 15,1-1 3-15,-3 1-1 16,0 2 0-16,-2 3-1 16,5 6 1-16,-3 8-1 15,0 6 3-15,5 4-1 16,14 18 1-16,-26-20 0 0,26 20 1 15,-19-7-1-15,19 7 1 16,0 0 1 0,0 0-2-16,0 0 0 15,0 0 0-15,4 19 0 0,-4-19 0 16,22 27 1-16,-6-6-1 16,6 3 0-16,5 4-1 15,5 0 1-15,5 5-1 16,-2-2 1-16,1 0 0 15,2 0 0-15,4-1-2 16,-9-1 2-16,0-1-1 16,-4-2 1-16,-6-6 1 15,-4 3 0-15,-7-1 0 16,-8 6 1-16,-11 2-1 16,-5 2-3-16,-14 10 7 15,-13 7-6-15,-9 4 4 16,-8 6-4-16,-11 0 4 0,-3 0-5 15,-1-4 4-15,0-3 0 16,7-7-4-16,8-9 3 16,11-6-1-16,8-8 2 15,11-6-1-15,11-6 1 16,15-10 5-16,0 0-62 16,0-27-67-16,22 4-37 15,4-15-7-15,19-4-1 16,8-18 0-16</inkml:trace>
  <inkml:trace contextRef="#ctx0" brushRef="#br1" timeOffset="135559.94">28821 13730 452 0,'17'-15'171'16,"-17"-6"-17"-16,-3 3-71 15,3 18-24-15,-18-25-23 16,18 25-37-16,-31-23-2 16,9 16 1-16,-4 4 3 15,-4 1 0-15,1 4-2 0,-4 1 0 16,-2 6-1-16,-5 5 1 15,2 3-1-15,-4 7 0 16,-1 6 0-16,-2 4 1 16,-7 9-1-1,1 9 2-15,3 11-2 0,-5 2 3 16,5 10-3-16,-1 1 4 16,9 2 0-16,2-2-5 15,5 5 4-15,7-3-3 16,4-3 4-16,6-1-5 15,9-1 2-15,4-2-2 16,6 2-1-16,4-1 5 16,12-2-4-16,4-3 3 0,6-1-2 15,9-4 4-15,7-1-2 16,4-6 3-16,10-5 1 16,9-5 0-16,3-5 1 15,11-7 1-15,3-5 0 16,8-7 0-16,5-8-1 15,7-6-1-15,7-2-2 16,4-5-1-16,4-8 3 16,-6-3-4-16,6-2-1 15,0-1-1-15,-4-4 1 16,-1 1 2-16,-10-5-1 16,-4 1 1-16,-7-5-2 15,0-4 4-15,-20-2 5 0,-4-7-4 16,-10-6 2-1,-11-3-4-15,-9-7 2 0,-9-1-3 16,-12-3-1-16,-5 1-5 16,-7 0-2-16,-10 1-1 15,-1 2 3-15,-6-2 5 16,-6 0-6-16,1 0 5 16,-6 1-4-16,-2-1 6 15,4 0-3-15,-7 0 4 16,3 1-5-16,1 3-2 15,-1 3 5-15,-3 1-2 16,4 2 3-16,-4 2-1 16,-4 0 2-16,1 2-1 0,-3 1 2 15,-4 6-3-15,-2 0 3 16,1 3-3 0,-8 2 1-16,-3 3-2 15,-5 4 2-15,-2 3-2 0,-6 0 0 16,-1 4 1-16,-6 1 1 15,-7-1-1-15,-3 3 2 16,-2-3 1-16,-8 1-3 16,-6-1 2-16,-7 5-41 15,-11 0-60-15,-8 5-45 16,0 10-23-16,-7-3-4 16,8 7 0-16,-8-10 2 15</inkml:trace>
  <inkml:trace contextRef="#ctx0" brushRef="#br1" timeOffset="136538.64">23874 13207 486 0,'-12'-19'175'0,"12"19"-48"0,-21-15-63 16,2 10-7-16,19 5-25 15,-30 3-30-15,15 2-2 16,-8 2 1-16,0 4-1 16,1 1-1-16,-1 5 1 15,1 2-2-15,-4 7 1 16,3 3 0-16,2 4 1 15,2 5 0-15,0 2 0 16,7 5 0-16,2 0 0 16,3 0 1-16,3-2-1 15,8-3 0-15,3-3-1 16,5-4-1-16,2-2-1 16,5-9 1-16,0-3 0 0,3-5-2 15,1-5 0-15,3-4 2 16,0-5-1-16,4-4 1 15,-4-4 1 1,0-4-1-16,3-2 2 0,-3-2 0 16,0 1 0-16,0-4-1 15,-3 1 1-15,-4 1 1 16,3-2-2-16,-6 2 1 16,-2-1 1-16,-2-1-1 15,2 0 1-15,-5-1-1 16,-6-1 0-16,4-3-1 15,-7 1 2-15,0-5-2 16,0 4 0-16,-3-2 1 0,-4-2 1 16,-2 1 0-1,-1 1 0-15,1 0 1 16,-5 0 0-16,2 3 1 16,-6 3-2-16,3-1 1 0,-4 5 1 15,-4 1-1-15,2 3 1 16,-1 3-1-16,-1 4 1 15,4-1-2-15,0 3 2 16,3 3-2-16,16 0-70 16,-24-2-56-16,24 2-30 15,0 0-10-15,4 16-4 16,-4-16 0-16</inkml:trace>
  <inkml:trace contextRef="#ctx0" brushRef="#br1" timeOffset="136919.91">24454 12830 355 0,'0'0'170'0,"0"0"1"16,0 0-84-16,-20 0-20 15,20 0-3-15,-33 33-41 16,14-2-22-16,0 12-1 16,0 16 1-16,0 16-3 15,-3 9 4-15,-4 20-4 16,-1 7 1-16,-2 5-2 16,-1 2 3-16,1-2-3 0,-1-7 2 15,3-11-2-15,1-8 2 16,3-17-1-16,9-9 3 15,2-14-1-15,5-13 3 16,0-11-5-16,4-11-32 16,3-15-67-16,0 0-41 15,17-17-20-15,2-9-4 16,0-17-2-16,11-4 17 16</inkml:trace>
  <inkml:trace contextRef="#ctx0" brushRef="#br1" timeOffset="137430.28">24629 13237 347 0,'3'-17'157'0,"-3"17"-36"16,0 0-13-16,0 0-18 15,0 0-22-15,0 0-33 16,-19 27-33-16,12-3-2 15,-5 8 1-15,2 6-2 16,-2 3 2-16,1 6-2 16,4 1 0-16,-1-1 1 15,4-2-1-15,4-5 2 16,0-2-3-16,7-5 1 16,2-5-2-16,5-6 2 0,-2-5-1 15,7-4 0-15,-2-5-1 16,6-3 2-16,-4-5 0 15,3-3 1-15,1-6-1 16,3-1 1-16,-3-6 0 16,-1-1 2-16,1-5-2 15,-4-4 2-15,-2-4 0 16,-5-3-2-16,2-5 2 16,-10-2-2-16,-3-5 2 15,-2 0-2-15,-10 0 1 16,-4 0 0-16,-3 6 0 15,-4 2 2-15,-4 8-2 0,-6 5 1 16,3 8-1-16,-4 6 1 16,0 6-1-16,10 9-77 15,-3 2-55 1,7 0-31-16,16 9-5 0,3-16 1 16,21 20-4-16</inkml:trace>
  <inkml:trace contextRef="#ctx0" brushRef="#br1" timeOffset="138212.84">29038 14121 386 0,'21'-15'195'16,"-13"-3"-23"-16,-4 3-68 16,-4 15-18-16,0 0-19 15,0 0-54-15,-26-12-13 16,3 17 0-16,-3 4 0 16,-7 1 0-16,-1 4-7 15,-8 1 1-15,-2 8-2 16,-1 5 2-16,0 3 0 15,0 5 1-15,3 4-1 0,3 5 3 16,4 5 3-16,9 7-6 16,8 0 7-16,10-1-4 15,11-1 5-15,9-1-3 16,11-7 7-16,10-4-3 16,5-12 3-16,5-5 2 15,6-10-2-15,0-6 2 16,-1-7-2-16,1-6-2 15,-4-2 0-15,-3-6-1 16,-6 1-3-16,-5 1 0 16,-5-1 0-16,-3 3 0 15,-9 2 0-15,-14 5-2 0,19-5 1 16,-19 5-3-16,0 0-43 16,0 0-86-16,-7 15-40 15,-2 1-2-15,-11-4-3 16,-3 12-2-16</inkml:trace>
  <inkml:trace contextRef="#ctx0" brushRef="#br1" timeOffset="151397.74">1532 17751 284 0,'0'-27'153'16,"-4"2"-9"-16,4 25-10 15,-3-26-20-15,3 26-16 16,0 0-22-16,-4 23-56 15,4 8-20-15,0 12 0 16,0 16-12-16,4 12 2 16,-4 17 5-16,0 11 2 15,-4 5 1-15,-1-2 1 16,-2-5-1-16,0-10 2 0,0-13-1 16,-1-13 0-16,4-18 1 15,-3-12 5-15,4-14 2 16,3-17 1-1,0 0-1-15,7-15-2 0,-4-16 0 16,4-11-5-16,-2-15 0 16,6-11 0-16,-4-13 0 15,5-9 0-15,-2-7 0 16,6 0 0-16,-2 2 0 16,-2 5 0-16,5 9 0 15,-1 6 0-15,3 15 0 16,-3 11 0-16,1 11 0 15,-1 10 0-15,3 11 0 0,0 12 0 16,5 17 0 0,-1 14 0-16,3 15 0 15,2 18 0-15,-2 16 0 0,-4 11-2 16,4 13 1-16,0 3-2 16,-8 2 0-16,-3-2 1 15,1-7 0-15,-6-10 1 16,1-9 0-16,-6-12-1 15,2-8-44-15,-7-17-64 16,3-13-48-16,-3-7-8 16,0-19-5-16,0 0-3 15,-19-26-2-15</inkml:trace>
  <inkml:trace contextRef="#ctx0" brushRef="#br1" timeOffset="151650.91">1528 18428 366 0,'-22'12'162'0,"22"-12"-8"16,-12 17-34-16,12-17-21 16,27 2-31-16,-1-7-41 15,11 0-22-15,8-6 1 16,7-2-1-16,0-5-1 15,4-1 2-15,1-2-5 16,-5-3-74-16,0 2-78 16,0 3-16-16,-14-4-3 15,2 11-5-15,-8-4 0 0</inkml:trace>
  <inkml:trace contextRef="#ctx0" brushRef="#br1" timeOffset="151886.09">2339 18428 205 0,'0'0'129'15,"0"0"-3"-15,26 9-59 16,-7-15-18-16,7-6-14 0,4-5-56 15,8-2-42-15,2-9-38 16,12 6-25-16,-10-13-4 16,13 8-4-16</inkml:trace>
  <inkml:trace contextRef="#ctx0" brushRef="#br1" timeOffset="153299.09">3198 17793 605 0,'0'0'172'0,"-22"5"-21"16,6 0-83-16,2 11-57 16,2 10-16-16,-2 10 2 15,5 11 0 1,-1 8 3-16,7 9-1 0,3 11 1 15,3 1-1-15,4 2-2 16,5-9 2-16,-1-8-2 16,-3-11 2-16,3-10-1 15,-1-11 4-15,-5-12 0 16,-5-17 0-16,0 0-1 16,0 0 1-16,0 0 0 15,14-33-1-15,-17 6 1 0,3-8-4 16,0-5 2-16,3 0 0 15,6-1 3 1,5 1-3-16,5 2 3 16,7 5-3-16,7 7 2 15,9 4-1-15,3 1-1 0,3 2 1 16,4 0-1-16,4 0 0 16,-1-2-1-16,6-2 1 15,-2-4-1-15,-5-3 2 16,-2 3-2-16,0-3 2 15,-7 3 0-15,-8 6 1 16,-8 3 3-16,-10 8-4 16,-19 10-1-16,0 0-1 15,0 0-1-15,-15 36 0 0,-11 1 1 16,-4 10-3 0,-3 6-2-16,-2 6 4 15,6 5 3-15,6 4 0 0,6-4-1 16,8-9 4-16,9-8-3 15,9-13 2-15,5-6-2 16,5-11 2-16,4-10-4 16,6-12 2-16,4-10 1 15,5-10-2-15,4-6 2 16,1-7-1-16,2-2 2 16,1-1-3-16,-1 3 4 15,-4 3-3-15,-4 13-1 16,-4 6 0-16,-5 7 0 15,-8 9 0-15,-4 9 0 16,-4 8 0-16,-5 7-2 16,-7 8-2-16,-3 4-5 0,-6 2 4 15,-5 5-2-15,-5-1 5 16,-4-2-3-16,1-6 3 16,-1-1-4-16,1-10 6 15,4-8 3-15,-1-6 1 16,19-9-2-16,-19-2-1 15,19 2 2-15,-3-17-1 16,3 17-1-16,10-26 0 16,2 10-4-16,4 1 1 15,8-4 1-15,7-2 1 16,6 0 3-16,5-3-3 16,6 0 5-16,4-4-3 15,4 0 3-15,1-1-4 0,6 1 4 16,-11 2-2-16,0 4-3 15,-11-1 3-15,-2 8-1 16,-13 3-2-16,-7 6-3 16,-19 6 0-16,0 0 0 15,10 25-1-15,-22-6 1 16,2 7-2-16,-3 3-2 16,3 6 5-16,3 1 1 15,4-3 2-15,-1 1 0 16,8-8 2-16,6-1-3 15,6-10 2-15,3-6-3 16,7-9 1-16,0-10-3 16,3-10 1-16,4-7 4 0,2-8-4 15,-2-8 3-15,0-9 1 16,2-12 2-16,-2-9-2 16,0-8 3-16,-6-4-2 15,-1-1-5-15,0 1 5 16,-8 5-3-16,-3 9 4 15,-2 17 0-15,-6 13 1 16,-4 15-6-16,-3 10 0 16,0 16-2-16,0 0 0 15,-19 25 1-15,9 4-4 16,1 11-1-16,-2 8 1 16,1 8 7-16,5 11-2 15,1 8 3-15,4 1-1 0,0-4 2 16,7-4-2-16,-2-7 2 15,2-6-3 1,0-7 0-16,2-8 2 16,-2-14-50-16,3-2-71 0,-10-24-30 15,9 18-11-15,-9-18-5 16,14-19 9-16,-11-2 5 16</inkml:trace>
  <inkml:trace contextRef="#ctx0" brushRef="#br1" timeOffset="153500.23">5222 18013 476 0,'-14'-21'148'0,"6"4"-10"0,8 17-16 16,-11-23-25-16,11 23-55 15,19-22-42 1,11 9 0-16,5 1 0 16,11-3 0-16,12-1 0 0,9-5 0 15,12-1 0-15,2-2 0 16,1-6-32-16,1 6-99 15,-12 3-37-15,-12 0-7 16,-10 11 0-16,-23 1-2 16</inkml:trace>
  <inkml:trace contextRef="#ctx0" brushRef="#br1" timeOffset="154725.11">1587 19337 367 0,'0'0'187'0,"0"0"-15"15,0 0-50-15,0 26-34 16,0 8-25-16,-7 11-39 0,7 14-24 16,0 17-2-16,0 14-2 15,0 13 2-15,4-1 1 16,-4 3-1-16,3-3-2 16,1-10 3-16,-1-12-4 15,-1-18 4-15,-2-15-1 16,4-14-33-16,-1-18-31 15,-3-15-25-15,7-15-19 16,0-13-4-16,2-15-3 16,-2-9-1-16,-1-16-1 15,3-6 42-15,2-6 42 16,-8 1 45-16,1 1 42 16,-4 5 39-16,-4 7 28 0,-3 4 0 15,-3 12 1-15,-6 3-8 16,6 11-13-1,-6-1-18-15,9 8-22 0,-5 3-34 16,8 2-25-16,4 1 0 16,7 1 4-16,6 3-3 15,6 1 4-15,7 3-2 16,7 4 3-16,3 3-6 16,2 6 0-16,4 7 0 15,-6 4 0-15,-1 6 0 16,-5 8 0-16,-4 3 0 15,-9 5 0-15,-8 4-3 16,-6 6-3-16,-6 2 1 0,-13 6 3 16,-3 1-1-16,-7 2 2 15,-4 0-1-15,-6-4 2 16,5-3-2 0,-6-6 2-16,8-8 0 0,6-7 4 15,4-10-3-15,19-14-1 16,-19 7 0-16,19-7 1 15,0-18-1-15,12 3 0 16,7-4 1-16,4-4-5 16,10 2 4-16,3 2 2 15,9 0 1-15,8 7-1 16,-1 5 3-16,0 13-1 0,-4 9-2 16,-6 8-2-16,-7 10-1 15,-13 6 0 1,-4 8-3-16,-15 3 1 15,-10 7-3-15,-9 1 2 0,-10 0 0 16,-7-1 0-16,-5-1 4 16,-9-6-3-16,-1-10 6 15,-4-9 0-15,1-10 1 16,8-11-5-16,1-13-22 16,9-16-65-16,11-9-59 15,10-7-18-15,12-11-3 16,8-5-5-16,13-9-4 15</inkml:trace>
  <inkml:trace contextRef="#ctx0" brushRef="#br1" timeOffset="155099.37">2414 19757 507 0,'0'0'185'0,"0"0"-4"15,0 0-72-15,0 0-68 16,19 2-41-16,7-2-5 15,3 2 3-15,4 0 2 0,9 1-1 16,7 1-1-16,3-3 1 16,0-1 0-16,5 0 0 15,-1-1 0-15,-4-1 1 16,-4-3 0-16,-6-1 2 16,-9-2-46-16,-4-1-74 15,-3 2-44-15,-10-10-10 16,7 3-9-16,-10-7-2 15,14 2 33-15</inkml:trace>
  <inkml:trace contextRef="#ctx0" brushRef="#br1" timeOffset="156013.01">3860 19757 273 0,'0'0'183'16,"0"0"-19"-16,0 0-44 16,0-32-20-16,7 0-14 15,5-1-20-15,-2-12-35 16,6-5-31-16,-2-5 0 16,1-2 0-16,1 3 0 15,-6 6 0-15,2 4 0 16,-1 10 0-16,-8 8 0 15,-3 26 0-15,4-21 0 16,-4 21 0-16,0 0 0 16,-7 28 0-16,7-4 0 15,0 9 0-15,0 5 0 0,3 5 0 16,1 11 0 0,3 5 0-16,-2 3 0 0,5 2 0 15,-3-3 0-15,-1-1 0 16,0-3 0-1,1-5 0-15,-3-3 0 0,-4-9 0 16,3-6 0-16,-3-4 0 16,0-6 0-16,0-5 0 15,-3-4 0-15,3-15 0 16,-4 18 0-16,4-18 0 16,0 0 0-16,-13 7 0 15,13-7 0-15,-27-5 0 16,12 3 0-16,-1 0 0 0,-10 0 0 15,4 1 0-15,-1 1 0 16,1 0 0 0,1 0 0-16,-2 3 0 15,7 1 0-15,1-3 0 0,15-1 0 16,-17 5 0-16,17-5 0 16,0 0-4-16,0 0 2 15,0 0-2-15,17-17 0 16,2 8 0-16,10 1 0 15,3-4 0-15,8 1 1 16,1-1 3-16,4 2 1 16,1-2-1-16,-3 3 2 15,-1 0-3-15,-9 4 2 0,-6 0 0 16,-6 3 4 0,-2 4-1-16,-19-2 0 15,23 5 1-15,-23-5 0 16,0 0-3-16,3 21-2 0,-3-21-48 15,-10 24-92-15,3-5-29 16,-9 0-2-16,-3 7-8 16,-10-3 1-16</inkml:trace>
  <inkml:trace contextRef="#ctx0" brushRef="#br1" timeOffset="157330.96">1869 20938 231 0,'7'21'137'0,"0"1"-11"16,5 4-5 0,-9-7-16-16,11 5-13 15,-14-24-14-15,12 28-16 0,-12-28-27 16,0 0-25-16,0 0-5 15,19 4-2-15,-19-4 0 16,4-25-1-16,-4 8 0 16,-4-2-3-16,1-3 1 15,-2-1 2-15,-6 2-1 16,-1 4-1-16,-5 3-1 16,-2 7 0-16,-4 9 0 15,-7 8 1-15,1 13-2 0,-2 10 0 16,-6 10 0-1,4 7 1-15,2 14 2 16,5 5-4-16,0 4 3 16,7 5-3-16,5-2 5 0,5-3-4 15,6-4 1-15,6-5 0 16,9-12 2-16,8-9 1 16,6-8 0-16,10-12-1 15,9-11 1-15,7-11-2 16,12-8 0-16,-1-6-1 15,5-8 0-15,-4-2 0 16,-5-1 2-16,-7 3-1 16,-7 1 0-16,-10 4 3 15,-13 6-2-15,-4 4 1 16,-18 6-1-16,0 0-97 16,0 0-64-16,15 0-10 15,-15 0-6-15,0 0-2 0,0 0-3 16</inkml:trace>
  <inkml:trace contextRef="#ctx0" brushRef="#br1" timeOffset="157672.2">2589 21274 445 0,'-19'10'180'0,"2"6"3"0,1-1-58 15,0-4-58-15,16-11-46 16,-10 26-24-16,10-26-3 16,10 17 4-16,-10-17-1 15,32 9 0-15,-6-8 0 16,0-2 3-16,7-5 0 15,-4 3 3-15,6-4-1 16,-6 2-2-16,1-6-31 16,-1 8-86-16,-6-4-38 15,-7-3-20-15,3 5 1 16,-5-13-15-16,5 8 25 16</inkml:trace>
  <inkml:trace contextRef="#ctx0" brushRef="#br1" timeOffset="158050.47">3565 20727 565 0,'-23'-24'202'0,"0"-1"-17"16,1 1-114-16,22 24-71 15,-26-24 0 1,26 24 0-16,0 0 0 16,-19-9 0-16,19 9 0 0,0 18 0 15,3 1 0-15,2 1 0 16,2 8 0-16,4 3 0 15,1 4 0-15,2 3 0 16,-2 3 0-16,-2-3 0 16,2 4-45-16,-1-6-67 15,1-1-41-15,-2-2-17 16,3-11-3-16,4-3-14 16,2-13 5-16</inkml:trace>
  <inkml:trace contextRef="#ctx0" brushRef="#br1" timeOffset="158426.73">3986 20793 447 0,'0'0'177'0,"0"0"-33"16,0 0-26-16,0 0-26 15,-10 19-47-15,5-2-45 16,-2 4 0-16,0 8 0 15,0 6 0-15,-2 13 0 16,6 8 0-16,-1 11 0 16,1 11 0-16,3 9 0 15,3 3 0-15,-3 0 0 16,4 0 0-16,-4-7 0 16,3-7 0-16,-3-12 0 0,0-14 0 15,0-15 0-15,0-11 0 16,0-9-3-16,0-15 1 15,0 0 4-15,0 0 1 16,0 0-3-16,9-24 0 16,-2 9-38-16,-7-8-78 15,7-3-37-15,5 0-23 16,-2-10-4-16,9 0-8 16,1-9 17-16</inkml:trace>
  <inkml:trace contextRef="#ctx0" brushRef="#br1" timeOffset="159067.19">4483 21031 528 0,'3'-17'178'0,"-3"17"-46"16,0 0-33-16,0 0-37 15,0 0-38-15,0 0-24 16,0 0 0-16,0 0 0 16,-3 31 0-16,-1-10-2 15,4 5 2-15,-3 9 1 16,-1 4 0-16,1 10-4 16,3 5-1-16,3 1 1 0,-3 2-3 15,7 2 2-15,0-5-2 16,2-1 3-16,5-6-3 15,-2-7 3 1,2-7 2-16,-2-7 0 0,4-6 2 16,-2-9 1-16,5-3 2 15,-4-8-1-15,6-5 3 16,-2-5-1-16,4-4 1 16,-1-7-2-16,4-5 1 15,-3-1-1-15,3-5-4 16,-7 0 0-16,4-1 0 15,-6-2 0-15,-1 0 0 0,-1 3 0 16,-4-1 0-16,-4-2 0 16,-2-1 0-16,-9-1 0 15,3-1 0 1,-6-3 0-16,0-3 0 16,-5 3 0-16,-6-1 0 0,3 3 0 15,-8 4 0-15,4 4 0 16,-4 5 0-16,-3 10 0 15,0 6 0-15,0 6 0 16,-3 8 0-16,3 3-1 16,0 5 1-16,3 2-1 15,0 1 1-15,10 4-69 16,13-19-63-16,-16 21-34 0,16-21-6 16,0 0-1-16,23 2-12 15</inkml:trace>
  <inkml:trace contextRef="#ctx0" brushRef="#br1" timeOffset="159487.49">5111 20547 417 0,'0'0'139'0,"0"0"-11"15,0 0-15-15,0 0-18 16,0 0-19-16,0 0-30 16,0 0-42-16,-7 15-2 15,7-15-2-15,0 0 0 16,7 16 2-16,-7-16-1 16,4 24-1-16,-4-3 0 15,0 5 0-15,0 14-89 16,-4 6-66-16,-8 8-17 15,2 10-6-15,-6 7 0 0,-5 10-3 16</inkml:trace>
  <inkml:trace contextRef="#ctx0" brushRef="#br1" timeOffset="178731.17">1185 17166 81 0,'-4'-31'51'0,"1"7"-6"15,-2-4-4-15,-2 9-8 16,-4 0-3-16,11 19-7 16,-28-24-4-16,11 20-10 15,-9 3-2-15,0 7-1 16,-5 8-4-16,-2 7 0 16,-4 5-1-16,3 7 0 15,-6 8 0-15,1 6 0 16,1 5 0-16,5 2 0 15,0 5-1-15,4 0 1 16,6-1-1-16,1 0 1 16,6-3 0-16,6-7 2 15,4-3-1-15,10-5 2 0,-2-3 0 16,8-3 0-16,2-4 1 16,6 1-1-16,1 2 0 15,3 1-1-15,-3 8 0 16,4 3-2-16,-6 3 0 15,2 9-3-15,-6 2-1 16,-7 2 1-16,-2 1 1 16,-4-1-1-16,-7-4 1 15,-2-2 1-15,-5-5 0 16,-5-5 1-16,4-1 2 16,-6-4-2-16,-2-6 1 15,1-1-1-15,-1-2 0 16,4-3 1-16,-3-4-2 0,6-1 2 15,-1-8-1-15,1 1 0 16,16-16 0-16,-23 22 0 16,23-22 0-16,-17 16-2 15,17-16 2-15,-9 15-2 16,9-15 2-16,0 25-2 16,7-8 0-16,2 2 1 15,1 5-1-15,2 6 2 16,6 3-2-16,1 5 2 15,0 5-1-15,0 5-1 16,0 6 0-16,2 1 0 16,-2 8 0-16,-3 4 1 15,-2 8 0-15,-6 8 2 0,-1 9 1 16,-3 4 1-16,-8 7 3 16,-3 7-2-16,-1 6 1 15,-3 7 24 1,-1 5 2-16,-2 2-1 0,-1 9 3 15,-3 3 6-15,6 10 6 16,-7 2 17-16,9 17 4 16,-6 2-23-16,9 9-2 15,-5-2 0-15,8 2-8 16,-3-12-3-16,11-13-14 16,-4-18-17-16,7-27-54 15,8-17-53-15,1-31-36 16,10-34-26-16,11-30-13 15,4-42-13-15,15-24 69 16</inkml:trace>
  <inkml:trace contextRef="#ctx0" brushRef="#br1" timeOffset="179534.73">4839 19370 178 0,'-16'8'82'16,"16"-8"0"-16,0 0-11 0,-16 6-3 15,16-6-11-15,0 0-10 16,0 0-14-16,0 0-15 16,0 0-8-16,0 0 1 15,0 0 5-15,0 0 10 16,0 0 12-16,16 0 1 15,-16 0-1-15,19 17-1 16,-19-17 0-16,30 26-4 16,-15-9-7-16,3-1-11 15,-3 3-13-15,1-2-2 16,1-3 0-16,-5 1 0 16,4 1 1-16,-16-16-1 15,21 28 0-15,-21-28 0 0,19 24 0 16,-19-24 0-16,12 19 0 15,-12-19 1-15,17 10 0 16,-17-10 1-16,23-8 0 16,-7-4-1-16,3-6 1 15,7-4 0-15,3-9-2 16,9-2 0-16,2-5 1 16,2-2-1-16,0 4 1 15,1-3-3-15,-5 5 4 16,-5 4-4-16,-3 8 0 15,-11 6-17-15,-7 1-25 16,-12 15-42-16,0 0-24 16,0 0-13-16,0 0-13 0,-30 24-11 15,3-7-1-15,-10-1 3 16</inkml:trace>
  <inkml:trace contextRef="#ctx0" brushRef="#br1" timeOffset="180135.16">4752 19295 114 0,'19'-26'66'0,"-19"26"-9"0,23-15-3 16,-23 15 0 0,26-4-4-16,-26 4-8 0,22 12-2 15,-22-12 2-15,23 23 13 16,-23-23 19-16,22 33-4 16,-11-14-9-16,1 7-6 15,-5-5-4-15,8 5-5 16,-8-4-6-16,9 2-16 15,-6-1-23-15,4-2-2 16,-2-6 1-16,-12-15 0 0,30 23 0 16,-14-18 0-16,-3-3 1 15,7-6-1-15,2-3 0 16,1-7 0 0,6-5 0-16,2-7-1 15,9-7 2-15,5-1 0 0,8-6-4 16,-1 0 3-16,5 0-4 15,2 1 4-15,3 2-2 16,-4 6 2-16,-3 3-4 16,-3 4 3-16,-3 5 1 15,-4 3-1-15,-7 4 1 16,-5 2-1-16,-7 3 2 16,-3 4-1-16,-23 3 3 0,22-2-2 15,-22 2-18 1,0 0-46-16,-19 17-27 15,-3-6-25-15,-4 1-9 16,-7 2-15-16,-12 1-9 0,-4 4-12 16,-10-3 31-16</inkml:trace>
  <inkml:trace contextRef="#ctx0" brushRef="#br1" timeOffset="180662.54">4849 19342 175 0,'0'0'55'16,"0"0"-1"-16,0 0-7 0,0 0-3 15,0 0-1-15,19-3 2 16,-19 3 8-16,19 13 9 15,-19-13 2-15,23 23 6 16,-9-4-5-16,-14-19-7 16,26 31-12-16,-26-31-7 15,29 26-12-15,-29-26-8 16,25 24-6-16,-25-24-9 16,26 14-4-16,-26-14 1 15,29 4-1-15,-10-6 0 16,2-9 2-16,2-2-2 15,3-6 1-15,8-7 1 16,6-4 0-16,5-4-3 0,7-8 3 16,6 0-3-16,1 1 1 15,5-4-1-15,-2 2 0 16,-1 5-2-16,-2-1 1 16,-7 8 2-16,-7 4-2 15,-6 6 1-15,-10 4 0 16,-6 6 1-16,-23 11 1 15,22-10 1-15,-22 10-3 16,0 0-62-16,0 0-55 16,0 0-35-16,-19 14-14 15,-3-16-3-15,-1 5-3 16,-17-10 36-16</inkml:trace>
  <inkml:trace contextRef="#ctx0" brushRef="#br1" timeOffset="183734.72">28708 15536 60 0,'0'0'100'16,"7"22"-47"-1,-7-22-35-15,16 19 11 0,-16-19 24 16,19 24 41-16,-19-24 6 16,14 25 1-16,-9-10-9 15,-5-15-6-15,7 28-12 16,-7-13-17-16,0 8-23 15,-4 3-31-15,1 2 1 16,-6 4-3-16,2 3 0 16,0 7-1-16,-8 1 2 15,4 4-2-15,-8 3 2 0,4 0-1 16,-8 2 1-16,0 3 0 16,1 1 1-16,-8 1-2 15,4 0-2-15,-3-3 1 16,-4 1-1-16,2-3 1 15,-2 0-2-15,-4-4 2 16,-1 1-2-16,-4-2 4 16,-3-2 0-16,-7 1-1 15,-3-2 2-15,-5 2-1 16,-4 1 0-16,-3-4 0 16,-5 2 1-16,-2-3-3 15,-4-1 3-15,-7-1-2 16,-6-2 1-16,1-3-2 15,-11 0 0-15,1-4 3 16,-4 0-3-16,-6 2 3 16,-1-2-6-16,-5-2 6 15,-4 1-6-15,-3-4 7 0,-4-2-4 16,4 0-1-16,-4-3-2 16,0-5 2-16,4-3 1 15,3 1-2-15,1-2 1 16,6-1-2-16,-2-3 2 15,6 3-1-15,1-3 0 16,4-1 0-16,-2 0 0 16,2-1 0-16,3-1 0 15,-5 0 0-15,-1 0-1 0,-4-1 1 16,-2-1 0 0,-3-1 0-16,1-2 0 15,2-2 0-15,-3-1 1 16,5-4-2-16,1-2 2 0,-1-1 0 15,2-4-1-15,1 0 0 16,-1-3 1-16,5-2 0 16,0 1-1-16,0-3 2 15,6-1-2-15,1-2 2 16,7 1 2-16,-4 1-5 16,6-1 5-16,1 1-4 15,2-1 6-15,5 4-5 16,2 0 4-16,3 0-3 15,1-2 1-15,9 1 0 16,3-3 0-16,6 1 2 16,3-3-2-16,6-1 2 0,2-1-3 15,6 2 3-15,6 1-2 16,2 0 4-16,2-2-4 16,6-2 2-16,-3 1-1 15,3-3 3-15,3-3-2 16,-3-1 1-16,0-4-2 15,1-2 1-15,-1 0-2 16,4 0 2-16,0 2-3 16,2 0 0-16,1 3-1 15,1 2 1-15,1-1-1 16,-2-1 2-16,0 1 2 16,-1 1-3-16,1 0 3 15,3 2-4-15,-3 1 3 0,4 1-3 16,-2 5 3-16,3 5-3 15,3 1 0-15,-3 3 1 16,11 15-1-16,-8-19 1 16,8 19-1-16,0 0 1 15,0 0-1-15,0 0-1 16,-11-16-2-16,11 16-1 16,0 0 1-16,0 0 0 15,0 0 1-15,0 0-1 16,0 0 0-16,0 0 2 15,0 0 0-15,0 0 2 16,0 0-1-16,0 0 0 16,0 0-1-16,0 0 2 0,0 0-1 15,0 0 1-15,0 0-1 16,0 0 0-16,0 0 2 16,0 0 0-16,0 0 0 15,0 0-1-15,0 0 1 16,0 0-1-16,0 0 0 15,0 0 0-15,-19 17-2 16,19-17 0-16,-15 32 2 16,-3-3-1-16,3 6-4 15,-8 4 3-15,0 10 0 16,-3 4 2-16,0 1-2 16,0 0 2-16,0-6-4 15,4-6 3-15,-1-6 3 0,9-8-2 16,-1-6 0-16,4-4-1 15,11-18 2 1,-8 15 0-16,8-15 3 16,0 0 3-16,0 0 2 0,0 0 3 15,0 0-2-15,15-14 0 16,-15 14-1-16,11-31 0 16,-8 9-2-16,6-8-3 15,-6-4-6-15,4-8 1 16,2-5 1-16,-2 1-1 15,3-1 4-15,2 4-4 16,2 1 3-16,-2 4-3 16,4 3 3-16,1 6-2 15,-4 7 1-15,4 1-2 16,-5 5-1-16,-12 16 1 16,30-26-1-16,-30 26 3 15,22-14-2-15,-22 14 0 0,19-12-1 16,-19 12 1-16,18-5 0 15,-18 5 0-15,15-2 0 16,-15 2-1-16,26-3 1 16,-7 3-1-16,4 0 1 15,3-2 0-15,7 2 0 16,2 0 1-16,5 0-1 16,5 0 1-16,-4 2 0 15,4 0 0-15,1-1 1 0,-3-1-1 16,2 0 1-1,-7 2-1-15,-5-2 1 16,-3 0-1-16,-8 0-1 16,-6 0-1-16,-16 0-1 0,19 2 0 15,-19-2-1-15,0 0 0 16,0 0 0-16,0 0 2 16,0 0 0-16,0 0 2 15,0 0-1-15,0 0-128 16,0 0-39-16,7-45-6 15,0 8-17-15,-14-25-1 16</inkml:trace>
  <inkml:trace contextRef="#ctx0" brushRef="#br1" timeOffset="186878.95">4012 19989 37 0,'0'0'41'16,"0"0"0"-16,16 16-3 15,-16-16 0-15,26 9 8 16,-7-8 14-16,-2-1-3 0,-1-1-10 16,3-3-4-16,-1 1-7 15,-18 3-2-15,26-6 0 16,-26 6 2-16,0 0 8 15,15-5 7-15,-15 5 1 16,0 0-1-16,0 0 0 16,-15 4 0-16,15-4-2 15,-26-2-8-15,8 0-27 16,3-1-9-16,-5-2-4 16,1-1 0-16,-1 1 0 15,0 0-1-15,5 0 0 16,15 5-4-16,-26-11-1 0,26 11-1 15,0 0 1-15,0 0 0 16,0 0 0-16,0 0 0 16,0 0 0-1,26 11 2-15,-11-6 1 0,1 0 2 16,5-1 0-16,1-3 1 16,-2-1 1-16,2-1 0 15,-3-1-1-15,0 0 0 16,-19 2 1-16,26-5 0 15,-26 5 2-15,0 0 0 16,0 0 0-16,0 0 2 16,0 0-1-16,0 0 1 15,-34 5 0-15,11-3-1 0,1-2-3 16,-8-2-2-16,4 2 0 16,-4-1 0-1,8-1-3-15,-1-2 0 16,23 4-3-16,-26-7-1 0,26 7 1 15,0 0 1-15,0 0 1 16,16-3-1-16,1 5 1 16,2-2 1-16,0 3 3 15,1-1 0-15,-3 0-1 16,-1-2 0-16,-16 0 0 16,22 0 0-16,-22 0 1 15,0 0 0-15,0 0 1 16,0 0 0-16,0 0 1 15,0 0 0-15,0 0 3 16,0 0 1-16,0 0 1 16,0 0 1-16,0 0-2 15,-3 15 1-15,3-15-2 0,0 0-1 16,-16 5-1-16,16-5-1 16,0 0-4-16,0 0-3 15,0 0-3-15,0 0-1 16,0 0 2-16,12-17-1 15,-12 17 2-15,30-17-1 16,-4 6 2-16,0-1 2 16,3-2 3-16,6 1 1 15,5-5-1-15,2 1-1 16,-1 1-1-16,-4 4 1 16,-8 2 0-16,-3 1 0 15,-7 4 2-15,-3 2 0 16,-16 3 2-16,0 0-54 0,0 0-89 15,0 0-33-15,3-32-5 16,-6 8-5-16,-9-23-6 16</inkml:trace>
  <inkml:trace contextRef="#ctx0" brushRef="#br1" timeOffset="188592.17">24408 18295 234 0,'0'0'123'0,"0"0"-6"16,-15 7-8-16,15-7-1 15,0 0-9-15,0 0-20 16,0 0-16-16,0 0-46 16,0 0-5-16,19-9 1 15,-19 9 2-15,14-24-5 16,-9 5 1-16,2 0-3 16,3-7-8-16,-1-2 2 15,-2-1-2-15,3-1-1 16,3 2 0-16,-7 4 1 15,3 5 2-15,-5 4 0 16,-4 15-4-16,7-16-5 16,-7 16-3-16,0 0 0 0,0 0 0 15,0 0-1-15,-11 24-2 16,11-6-1-16,0 6 5 16,-2 7 5-16,4 11-1 15,2 4 0-15,-1 10 1 16,1 1 1-16,3-2-1 15,-4 4 0-15,-1-4 1 16,5 1-2-16,-4-9 4 16,1-2 2-16,-4-4-2 15,3-5 2-15,-3-3-2 16,4-8 2-16,-4-3-1 16,0-6 1-16,0-16-1 15,0 17 1-15,0-17-1 0,0 0 0 16,0 0 1-16,0 0 0 15,0 0 5-15,0 0-1 16,0 0 1 0,0 0 2-16,-26-7 0 0,26 7 0 15,-23-9 0-15,6 6-2 16,-2-1-3-16,-1 3-1 16,1 1-1-16,-3 1-1 15,1 3 0-15,2-1-2 16,3 3 0-16,16-6 0 15,-26 8-2-15,26-8 1 16,0 0-2-16,-15 7-2 0,15-7 0 16,0 0 0-16,0 0 1 15,0 0 6 1,15-2 4-16,-15 2 5 16,23-3 2-16,-4 3 1 15,7-5 3-15,7 3 1 0,2-5-1 16,8 2-4-16,2-5-4 15,4 1-4-15,3-3-2 16,-4 1-1-16,-2 3 0 16,-8-1 0-16,-5 2 0 15,-7 2 0-15,-7 3-11 16,-19 2 4-16,0 0 0 16,0 0-95-16,-16-17-71 0,16 17-16 15,-36-23-11 1,20 10 4-16,-3-17 59 15</inkml:trace>
  <inkml:trace contextRef="#ctx0" brushRef="#br1" timeOffset="189094.53">25096 17898 486 0,'7'-26'199'16,"-7"26"-32"-16,0 0-69 16,7-22-42-16,-7 22-39 0,0 0-17 15,0 0 0-15,0 0 0 16,0 0 0-16,0 0 0 15,0 0 0-15,12 19 0 16,-12 0 0-16,0 14-6 16,0 10-4-16,3 14 0 15,-3 18 4-15,0 15 1 16,0 10 0-16,-3 13 1 16,-1 1 2-16,1 0-1 15,-6-1 2-15,2-10 0 16,0-9 1-16,-1-9-1 15,4-14 4-15,-3-14-2 16,4-7-1-16,-1-12 1 0,-1-8-3 16,5-11 3-16,0-19-1 15,0 19 5-15,0-19 2 16,0 0-3-16,0 0-4 16,12-26-113-16,-5 1-58 15,-3-13-4-15,4-5-6 16,-1-17-10-16,12-5 34 15</inkml:trace>
  <inkml:trace contextRef="#ctx0" brushRef="#br1" timeOffset="190010.18">25611 18679 465 0,'-12'21'181'15,"-2"-16"0"-15,14-5-76 16,0 0-95-16,0-17-1 16,11 1-2-16,1-5 2 15,2-6-3-15,1-8-1 16,4-7-3-16,2-4-1 15,-5-1 3-15,7 0-1 16,-8 4 2-16,2 3-2 0,-4 7 1 16,-3 6 1-16,-1 8-1 15,-9 19 0-15,7-16 3 16,-7 16-4 0,0 0-3-16,0 0 0 0,0 0 0 15,0 0 0-15,0 0 0 16,-12 17 0-16,8-1-8 15,4 8-3-15,0 6 0 16,4 9 5-16,-3 8 1 16,6 8 3-16,0 4-1 15,0 7 1-15,2-2 0 16,1-5 2-16,2-2 2 0,-1-1-3 16,1-5 4-16,-5-4-4 15,3-5 2-15,-5-9-3 16,2-4 1-1,-3-5-1-15,-1-6 1 0,-3-18-2 16,4 20 1-16,-4-20-1 16,0 0 1-16,0 0 1 15,0 0 3-15,0 0 3 16,0 0 3-16,-19 6-5 16,19-6 1-16,-14 0-2 15,14 0-1-15,-30 1-2 16,8 3-2-16,-1-1-3 15,-3 2-2-15,-3 2 4 0,-3 0 0 16,3 2 1 0,-1-2 2-16,8 0-1 15,3-2 1-15,19-5 7 16,-19 7 2-16,19-7-4 0,0 0 1 16,0 0 0-16,27-17-1 15,-6 4 1-15,10 1-1 16,2-2-4-16,9-1-3 15,3-2 6-15,7-1-2 16,0 3 3-16,4-1-1 16,0 4 1-16,1 2-1 15,-9-1-2-15,1 4 1 16,-6 2 0-16,-1 2 1 16,-9-1 1-16,-10 4-1 15,-4 0-3-15,-19 0 0 16,19 4-1-16,-19-4-7 15,0 0-4-15,-12 19-121 0,-6-9-41 16,18-10-24-16,-41 17 1 16,15-11 2-16</inkml:trace>
  <inkml:trace contextRef="#ctx0" brushRef="#br1" timeOffset="205371.7">24237 19119 48 0,'0'0'90'15,"0"0"-2"-15,0 0 4 16,26 12 5-16,3-17 4 16,1-2-8-16,11 2-6 15,-3-4-9-15,9 0-19 16,-2-1-22-16,-3 1-16 15,-5 0-12-15,-3 4-7 16,-11 2 2-16,-4 3 3 16,-19 0 3-16,0 0-4 15,0 0 3-15,-35 10 0 16,-1-1-1-16,-13 1 0 16,-12 2-4-16,-5 1-2 15,-5 0 0-15,4 1 2 0,6-2-5 16,12-1-3-16,9-4-2 15,18-4-1-15,22-3 1 16,0 0-1-16,26 5-1 16,10-8-1-16,18 1 3 15,9-3 4-15,8 0 3 16,7 0 1-16,5-4 0 16,-5-2-1-16,-3 3 1 15,-13-1-1-15,-10 2 1 16,-13 4 2-16,-17 1 4 15,-22 2-1-15,0 0-3 16,0 0 1-16,-45 14-1 16,3-5 1-16,-10 1-2 0,-7 0-1 15,-8 2-3-15,-1 1 0 16,2-1 2-16,5 0 0 16,9-4-1-16,7-2-3 15,16-3-2-15,9-3 1 16,20 0-1-16,0 0 0 15,0 0-1-15,26-19-1 16,1 12 2-16,-1 0 3 16,1 0 2-16,-4 2-1 15,3 0 1-15,-9 3-2 16,-17 2 4-16,23-2 6 16,-23 2-1-16,0 0-1 15,-33 7 0-15,10-3-1 0,-3-1 2 16,-3 2 1-1,-2-3-5-15,-2 0-6 16,6 1 1-16,5-1-3 16,22-2-2-16,-23 2 0 0,23-2-2 15,0 0-1-15,0 0 1 16,26-14 0-16,-3 7 3 16,0-2 1-16,6-1 1 15,2-4-26-15,6 2-37 16,-4-5-33-16,1-1-33 15,-1-1-27-15,-7-7-8 16,7 6-3-16,-13-13 98 0</inkml:trace>
  <inkml:trace contextRef="#ctx0" brushRef="#br1" timeOffset="211666.16">27408 21196 717 0,'12'-19'232'0,"-12"19"-158"15,0 0-74-15,0 0 0 16,-5 40 0-16,-6 20 0 16,5 20 0-16,-3 24 0 15,-2 17 0-15,5 21 0 16,0 10 0-16,-1 0 0 15,4-6 0-15,-1-13 0 16,4-19 0-16,4-18-25 16,-1-38-90-16,13-21-37 15,1-30-21-15,11-28-12 0,9-21 3 16,8-25-2-16</inkml:trace>
  <inkml:trace contextRef="#ctx0" brushRef="#br1" timeOffset="212026.42">27910 21724 404 0,'33'-69'182'16,"-4"15"-19"-16,-10 19-34 16,-12 6-32-16,-7 29-49 15,0 0-48-15,-3 36 0 16,-13 14 0-16,-1 18 0 16,-2 12 0-16,3 8 0 15,-1 9 0-15,8-2 0 0,9-7 0 16,7-12 0-16,8-15 0 15,12-18 0-15,7-18 0 16,10-17 0-16,4-22 0 16,1-12 0-16,3-13 0 15,-3-15 0-15,-4-15 0 16,-7-11 0-16,-9-10 0 16,-6-9 0-16,-13 1 0 15,-10 1 0-15,-10 8 0 16,-9 13 0-16,-11 19 0 15,-6 14 0-15,-2 27 0 16,-14 13-123-16,3 17-51 16,0 13-20-16,1-4-18 0,13 3 2 15,2-14 101-15</inkml:trace>
  <inkml:trace contextRef="#ctx0" brushRef="#br1" timeOffset="212282.6">28996 21111 576 0,'33'47'204'16,"-7"20"0"-16,-10 18-165 15,-2 14-39-15,-6 15 0 0,-1 18 0 16,-7 11 0-1,-3 4 0-15,-4-6 0 16,2-5-65-16,-6-25-62 16,1-24-38-16,10-27-18 0,0-36 0 15,0-24-2-15,26-50 71 16</inkml:trace>
  <inkml:trace contextRef="#ctx0" brushRef="#br1" timeOffset="212650.86">29635 21340 542 0,'19'-7'184'0,"-5"22"1"0,-14 25-73 15,-10 14-112-15,1 20 0 16,2 16 0 0,-3 14 0-16,6 8 0 15,4 1 0-15,7-7 0 0,7-9 0 16,8-20 0-1,10-18 0-15,4-21 0 0,9-19 0 16,4-22 0-16,3-18 0 16,-3-10 0-16,-1-16 0 15,-3-10 0-15,-8-10 0 16,-6-11 0-16,-10-5 0 16,-12 1 0-16,-13 6 0 15,-8 5 0-15,-11 11 0 0,-6 11 0 16,-4 14 0-1,-12 18 0-15,0 12 0 16,-1 12-17-16,-2-4-141 16,8-3-36-16,5 0-2 0,13-15-4 15,11-6 4-15</inkml:trace>
  <inkml:trace contextRef="#ctx0" brushRef="#br1" timeOffset="212899.04">30628 21139 605 0,'45'38'192'16,"-15"3"-3"-16,-15 3-152 16,1 13-37-16,-6 12 0 0,-6 14 0 15,-4 11 0-15,-4 9 0 16,-3 1 0-16,-1 0 0 15,-3 0 0-15,-4-12-12 16,8-7-127-16,3-20-43 16,4-27-19-16,4-19-4 15,-4-19 3-15</inkml:trace>
  <inkml:trace contextRef="#ctx0" brushRef="#br1" timeOffset="213294.31">31413 21331 648 0,'0'0'202'0,"15"5"-29"16,-11 23-173-16,-11 15 0 16,0 19 0-16,-5 15 0 15,1 14 0-15,-1 6 0 16,5-2 0-16,4-1 0 15,6-11 0-15,7-16 0 16,10-20 0-16,9-19 0 16,9-21 0-16,7-18 0 15,7-13 0-15,1-16 0 16,2-12 0-16,1-10 0 16,-8-7 0-16,-6-7 0 0,-7-2 0 15,-9 0 0-15,-12 9 0 16,-14 5 0-16,-7 15 0 15,-19 9 0 1,-4 14 0-16,-12 18 0 0,-13 3 0 16,3 13-104-16,-5-4-55 15,8-1-31-15,9-5-2 16,9-10-3-16,13-10 13 16</inkml:trace>
  <inkml:trace contextRef="#ctx0" brushRef="#br1" timeOffset="213554.52">32489 20905 770 0,'38'40'187'0,"-9"12"-121"0,-13 12-66 15,-2 10 0-15,-2 13 0 16,-5 15 0-16,-7 10 0 15,0 8 0-15,-3 5 0 16,-4-3 0-16,-2-2 0 16,2-15 0-16,7-4-32 15,-10-25-138-15,10-19-28 16,7-19-11-16,-7-38 3 16,22-5-1-16</inkml:trace>
  <inkml:trace contextRef="#ctx0" brushRef="#br1" timeOffset="213980.81">33416 21213 694 0,'0'0'209'0,"7"-17"-89"16,-7 17-120-16,-18-7 0 15,18 7 0-15,-31 29 0 0,8 6 0 16,1 17 0 0,-8 14 0-16,4 13 0 15,4 13 0-15,1 3 0 16,12 0 0-16,9-8 0 16,16-11 0-16,6-15 0 0,15-14 0 15,5-20 0-15,10-16 0 16,3-13 0-16,2-14 0 15,-1-10 0-15,0-12 0 16,-4-10 0-16,-11-11 0 16,-3-9 0-16,-11-9 0 15,-10 0 0-15,-14-2 0 16,-6 6 0-16,-20 9 0 16,-10 10 0-16,-15 21 0 15,-16 1-4-15,1 13-184 16,-5 3-19-16,1-1-3 15,8-4-2-15,10-12 11 0</inkml:trace>
  <inkml:trace contextRef="#ctx0" brushRef="#br1" timeOffset="214198.96">34551 20723 863 0,'31'99'160'16,"-17"15"-160"-16,-10 30 0 15,-11 24 0-15,-13 15 0 16,3 16 0-16,-14-8-116 0,-2-11-112 16,7-4-6-16,-12-29 1 15,5-17 22-15</inkml:trace>
  <inkml:trace contextRef="#ctx0" brushRef="#br1" timeOffset="-213461.46">29087 23055 392 0,'0'0'134'0,"0"0"-12"16,0 0-12-16,0 0-23 15,0 0-17-15,0 0-29 16,0 0-26-16,0 0-4 16,0 0 0-16,0 0-7 15,0 0 9-15,0 0 0 16,-6-26-13-16,10 5 0 16,1-1 0-16,-2-1 0 0,4-1 0 15,0 5 0-15,-3 2 0 16,-4 17 0-16,5-18-9 15,-5 18-8-15,0 0 6 16,3 28 1-16,1-4 3 16,-4 9 2-16,7 7 4 15,-4 14 7-15,6 11 1 16,1 6 3-16,6 6-8 16,-2 2 1-16,2-1-4 15,-4-5 2-15,2-2-3 16,-2-16 2-16,-2-13 0 15,-3-9-2-15,-2-11 1 16,-5-22-29-16,0 0-56 0,0 0-42 16,18-35-28-16,-10 4-21 15,10 4-5-15,-6-17-10 16</inkml:trace>
  <inkml:trace contextRef="#ctx0" brushRef="#br1" timeOffset="-212973.11">30513 22899 383 0,'0'0'211'16,"7"-15"-39"-16,-7 15-47 15,0 0-30-15,0 0-58 0,-3 22-37 16,3-3 0-16,-4 9 0 16,4 5 0-16,-3 17 0 15,3 9 0-15,0 8 0 16,3 8 0-16,1 3 0 16,-1-2 0-16,4-2 0 15,2-8 0-15,-2-12 0 16,3-20 0-16,2-3 0 15,-12-31-75-15,20 21-51 16,-20-21-27-16,29-33-33 16,-6 9-1-16,-1-12-12 15,11 3 103-15</inkml:trace>
  <inkml:trace contextRef="#ctx0" brushRef="#br1" timeOffset="-212433.73">32666 22795 512 0,'0'0'195'0,"3"19"-23"16,1-1-63-16,-4-18-74 15,-4 34-35-15,4-4 0 16,-3 4 0-16,3 17 0 16,-2 9 0-16,2 8 0 15,0 8 0-15,0 2 0 16,5 5 0-16,-1 0 0 15,3 0 0-15,0-14 0 0,1-7 0 16,3-10 0-16,-1-12 0 16,-1-3-8-16,-9-37-71 15,19 26-48-15,-19-26-30 16,17-11-30-16,-5-6 2 16,2-14-4-16,5-7 99 15</inkml:trace>
  <inkml:trace contextRef="#ctx0" brushRef="#br1" timeOffset="-212108.5">34440 22709 547 0,'22'19'191'16,"-4"10"-2"-16,-10 4-93 15,-1 23-96-15,-3 13 0 16,-1 16 0-16,-3 8 0 16,-3 16 0-16,-4 4 0 15,-5-3 0-15,5-4 0 16,-4-9 0-16,3-14 0 0,-3-22-96 15,8-15-61-15,3-27-18 16,0-19-5-16,0-31 1 16,-4-24-8-16</inkml:trace>
  <inkml:trace contextRef="#ctx0" brushRef="#br1" timeOffset="-209445.61">25731 19441 257 0,'-15'5'142'0,"15"-5"-3"15,0 0-17 1,15 0-14-16,4 3-14 16,2-8-20-16,10 7-29 0,6-4-31 15,1 0-11-15,7 2-2 16,7-1 2-16,-3-1 0 15,-1 2-2-15,1 0 1 16,-9 2-1-16,-5-1-2 16,-9-2-51-16,-4 2-63 15,-22-1-55-15,7-27-21 16,-19 6-6-16,-24-19-3 16,-3-8 118-16</inkml:trace>
  <inkml:trace contextRef="#ctx0" brushRef="#br1" timeOffset="-207597.29">25768 19477 456 0,'31'0'201'16,"16"0"-47"-16,13 0-74 15,-1-2-33-15,16 1-22 16,-7-1-20-16,0-2-1 0,-3 3-3 15,-11-5-19-15,-9 3-82 16,-8-9-50-16,-18-16-34 16,-9-3-9-16,-27-23-2 15,-9-8 63-15</inkml:trace>
  <inkml:trace contextRef="#ctx0" brushRef="#br1" timeOffset="-206276.79">25726 19517 430 0,'0'0'196'16,"31"0"-56"-16,-5-9-54 15,19 2-32-15,4-7-14 16,10-3-32-16,12 3-31 16,-3-10-55-16,6-2-57 15,-2 2-30-15,-10-13-23 0,2 3-1 16,-22-16 14-16</inkml:trace>
  <inkml:trace contextRef="#ctx0" brushRef="#br1" timeOffset="-188134.11">4979 19366 109 0,'0'0'49'0,"0"0"7"16,0 0-1-16,-17 7 9 15,17-7-10-15,0 0-5 16,0 0-14-16,0 0-4 16,0 0-8-16,0 0-7 15,-7 17-7-15,7-17-7 0,-2 20 0 16,2-20 0-16,-3 31 0 15,3-14 0 1,0 2 2-16,0-2 1 16,3 1-2-16,-3-18 1 15,5 22 3-15,-5-22 2 0,0 0 21 16,0 0 31-16,23 12 0 16,-23-12 0-16,36-19-2 15,-10-7 1-15,16-3-3 16,7-13-15-16,13-3-42 15,9-7 0-15,4-3 0 16,5-2 0-16,1 0 0 16,1 7 0-16,-7 3 0 15,-8 9 0-15,-11 5 0 16,-7 7 0-16,-11 7 0 16,-12 12-8-16,-26 7-63 15,26-7-33-15,-26 7-24 0,0 0-14 16,-30 26-12-16,8-11-7 15,-4 6-6-15,-16-7 80 16</inkml:trace>
  <inkml:trace contextRef="#ctx0" brushRef="#br1" timeOffset="-187643.75">4868 19316 45 0,'-12'16'87'0,"-9"-13"8"16,21-3-55-16,-19 21-11 15,19-21 8-15,-3 24 7 16,3-24 6-16,17 30 3 15,-5-13 9-15,2 4-3 16,2-6 0-16,3 4 1 16,-4-8 6-16,8 8-5 15,-6-11-6-15,6 1-12 16,-1-7-9-16,4-4-5 16,0-7-14-16,9-3-15 15,2-9 0-15,4-6 0 0,11-4 0 16,7-6 0-16,2-4 0 15,7-3 0-15,6 1 0 16,-1 0 0 0,-1 3 0-16,-5 0 0 0,1 6 0 15,-9-1 0-15,-5 6 0 16,-2 1 0-16,-9 4 0 16,-1-2-2-16,3 7-108 15,-3-4-49-15,1-6-15 16,11-6-6-16,5-15-6 15,19-4-15-15</inkml:trace>
  <inkml:trace contextRef="#ctx0" brushRef="#br1" timeOffset="-185588.3">25660 19313 106 0,'0'0'34'0,"-16"10"-1"16,16-10-2-16,0 0-4 15,0 0 0-15,0 0 2 16,0 0 2 0,0 0-2-16,0 0 2 0,0 0 2 15,0 0 23-15,16-2 19 16,-16 2 5-16,26-2-9 15,-3 4-8-15,-4-7 0 16,14 5-2-16,0-5-4 16,8 3-23-16,1-3-21 15,7 1-8-15,-10-1-1 16,7 4-2-16,-12-3-1 16,-4 4 1-16,-8-2 1 0,-4 2 3 15,-18 0-4-15,0 0 2 16,0 0-1-1,-23 7 0-15,-6-5-2 16,-1 1-2-16,-11 1-1 0,-3 1-3 16,-4-1 4-16,-1 1-2 15,0 0 2-15,4 0-1 16,10-1 3-16,6 1 0 16,6-3-5-16,23-2 0 15,-17 1-2-15,17-1 1 16,17-3 0-16,9-2 0 15,4 1 0-15,8-3 2 16,7 2 2-16,7-2 3 16,4 0-1-16,5 0 1 15,-6 2-2-15,-3 0 3 16,-10 1-1-16,-6 3 3 16,-13-1-3-16,-23 2 0 0,19-2-2 15,-19 2 1-15,-23 9 0 16,-3-2-2-16,-7-2-1 15,-5 2-5-15,-3 2 7 16,-3 1-3-16,3 0 3 16,4-3-3-16,9-3 8 15,7 1-4-15,21-5-2 16,-19 5-3-16,19-5 4 16,0 0-2-16,23-9 1 15,-6 4 1-15,-1 0-6 16,3 0 5-16,-19 5 1 15,26-11 7-15,-26 11 1 0,16-5-5 16,-16 5-2-16,0 0 0 16,-23 2 0-16,4 1-2 15,-4 3 1-15,-10-3-4 16,-1 6-5-16,-6-2 3 16,-2 3 4-16,1-3-3 15,2 0 3-15,3-2 0 16,10 0 4-16,10-3-6 15,16-2 5-15,0 0-2 16,0 0 1-16,16-21 3 16,17 11-2-16,8-2 0 15,12-4-4-15,7 2 9 16,15-3-6-16,3 5 7 0,7 0-6 16,-2 1 2-16,-4 1-2 15,-8 1 1-15,-12 4 1 16,-14 2 0-16,-12 1-2 15,-18 0-2-15,-15 2 0 16,0 0 1-16,-38 16 0 16,-2-9 0-16,-12 3-1 15,-5 1-2-15,-5 1 3 16,-3 0-2-16,-1-2 3 16,9-1-3-16,12-1 3 15,8-1 2-15,11-3-2 16,26-4-5-16,-19 0 3 15,19 0 3-15,19-11-2 0,4-2-35 16,6 1-80-16,4-4-53 16,-3-12-4-1,8-1-1-15,-5-14-1 0,5-4 37 16</inkml:trace>
  <inkml:trace contextRef="#ctx0" brushRef="#br1" timeOffset="-182389.02">24105 19062 61 0,'38'-7'28'16,"7"3"-6"-16,0-1-5 15,4 2-4-15,-1 1 1 16,4 0-3-16,-6 0-1 15,-3-1-2-15,-8 1 0 16,-9 4 5-16,-4-2 20 0,-22 0 23 16,19 0 18-1,-19 0-12-15,0 0-3 16,-27 5-1-16,1 0-1 16,-14 2-5-16,-2 2-19 0,-10 1-27 15,-9 4-18-15,2 0 10 16,0 0 3-16,5 0 3 15,9-2 18-15,5-7 8 16,14 4-4-16,7-9 2 16,19 0 1-16,0 0 0 15,19-7 1-15,4-2-3 16,17 0-17-16,1-3-8 16,8 0 3-16,3-2-2 15,4 2-1-15,1 0-1 16,-5 0-1-16,-3 0 0 15,-8 3-2-15,-4 4 3 16,-11 0 1-16,-7 1-2 0,-19 4-2 16,19-3 3-16,-19 3 3 15,0 0-2-15,0 0 2 16,0 0-4 0,-26 14-5-16,26-14-21 0,-26 8-30 15,26-8-35-15,-26 11-32 16,26-11-15-16,-16 7-14 15,16-7-16-15,0 0-3 16</inkml:trace>
  <inkml:trace contextRef="#ctx0" brushRef="#br1" timeOffset="-177488.84">28627 15376 33 0,'0'0'19'16,"13"6"6"-16,-13-6-1 15,0 0-1-15,13 19-2 16,-13-19 17-16,13 31 2 16,-7-5 6-16,1 7-6 15,3 5 2-15,-1 5 6 16,1 5 9-16,-3 8-4 15,2 1-11-15,-6 0-3 16,8 2 21-16,-11-2-2 16,3 4-1-16,-6-6-16 15,-1 2-4-15,-3-3-4 16,-5-1 0-16,-9-1-9 16,-1-3-24-16,-4-2 0 0,-6-1-2 15,-4-4 3-15,1-2-3 16,-8-2 2-16,1 0-3 15,0-5 5-15,-6 1-2 16,3-1 0-16,-7 2 1 16,0 1-3-16,-7-1 3 15,-2 1-2-15,2 2 1 16,-9 0-3-16,0 0 5 16,-3 0-2-16,0 2 1 15,-4-3-2-15,-6 2 2 16,-1 0-1-16,-5 0 2 15,-1-2-3-15,1-1 1 16,-3 0 0-16,-2-1 0 0,2-2 3 16,-4-2-1-16,9 4 1 15,-5-2-4-15,5-2 3 16,-6 2-4-16,4-2 5 16,-5 0-4-16,6 0 0 15,-1-1-3-15,2-6 4 16,-2-2-1-16,2-1-1 15,3-2 2-15,4-2-2 16,-2-1 1-16,2-2 0 16,0-2 0-16,-3 0 0 15,4-3 1-15,-1-2-1 16,0-4 0-16,0-5 1 16,0-1-1-16,0-4 0 0,1-3 0 15,-1-4 0-15,0 0-2 16,0 0 2-16,-5 0 0 15,1 2-2-15,-3 0 1 16,5 3 0-16,2 2 1 16,0 0-1-16,3-1 2 15,4 1-2-15,0 0-1 16,5-2 2-16,5-1-1 16,2-4 1-16,-2-2 0 15,2-1 2-15,-1-5-3 16,1 1 3-16,-2-5-2 15,-2 2 0-15,3-1 2 16,1 1-2-16,0 0 2 0,1 1-3 16,10 6 3-1,-1-4-4-15,4 6 6 0,5-1-3 16,-2 1-1 0,6-1 0-16,-2 4 0 0,1 0 0 15,3 1 0-15,-3 1 0 16,2 1 0-16,2 3 1 15,4-1-1-15,-6 1 2 16,6 1-1-16,-4 0 1 16,3 0 0-16,-1 0 1 15,1 1-2-15,-2-1 1 16,0-2 0-16,-1 0-1 16,0 0-1-16,-1-1 1 0,-3-3 0 15,-1 1-1 1,1-4 1-16,-1 0 0 15,-2-2 0-15,2-3 1 0,2-1-1 16,-2-3 2-16,-1-1-3 16,6 0 3-16,-3-2-2 15,-2 0 2-15,1 0-2 16,3 0 1-16,1 0-1 16,3 0 1-16,-1-2 0 15,5 1 0-15,0-1-1 16,0 0 1-16,3 0-1 15,1-1 0-15,-1 1-1 0,-3 1 0 16,3-1 2 0,-3 4 0-16,4-1 0 15,-1 3-1-15,-3 1 3 16,5 0-3-16,-1 2 4 0,-1 2-3 16,-3 1 0-16,4-1-1 15,-4 3 2-15,3-1-2 16,0 3-1-16,-3-2 1 15,4 2-1-15,3-2 2 16,0 3-1-16,5-1 1 16,14 12 0-16,-26-19 2 15,26 19 0-15,0 0 1 16,-16-17-1-16,16 17 1 16,0 0-2-16,0 0-1 15,0 0 0-15,0 0-1 16,0 0-1-16,0 0-2 15,0 0-2-15,0 0-1 0,0 0 2 16,0 0 1-16,0 0 0 16,-10 26-1-16,5-10 3 15,-2 4-1-15,0 8 5 16,-2 5-1-16,-5 1-3 16,-2 3 2-16,-1 1-4 15,1-3 5-15,-6-1-4 16,3-3 2-16,-4-3-2 15,6-9 3-15,-2-2 0 16,0-6 0-16,3-3-1 16,16-8 0-16,-21 11 2 15,21-11 4-15,0 0 8 16,0 0-1-16,0 0 2 0,-1-18 1 16,1 18-1-16,24-34 1 15,-7 10-1-15,-1-6-8 16,3-3-7-16,-2 2 0 15,6 0 0-15,-4-2 0 16,0 4 0-16,4 3 0 16,-1 3 0-16,1 4 0 15,-2 4 0-15,1 2 0 16,-3 5 0-16,0 4 0 16,-3 4 0-16,1 4 0 15,-1-1 0-15,-1 4 0 16,6-2 0-16,-2 1 0 15,7-3 0-15,-3 1 0 0,7-4 0 16,-3 0 0-16,6-4 0 16,0 1 0-1,2-4 0-15,-6 1 0 16,1 0 0-16,-4 0 0 0,-3 1 0 16,-8 2 0-16,-15 3-9 15,0 0-1-15,0 0 1 16,0 0-2-16,-15-4 0 15,-8 6 0-15,-3 0 0 16,-7 1 5-16,-2-1 4 16,-5 0 0-16,2 1 1 15,-3 1 0-15,-3-3 2 16,6 1-1-16,0 0 0 0,1-4-1 16,4 2 1-1,2 0 0-15,2 0 0 16,3-2 1-16,3 2-2 15,4-1 1-15,19 1 0 0,-26 1 0 16,26-1 0-16,0 0 1 16,-14 0 0-16,14 0 1 15,0 0-1-15,0 0 0 16,0 0 0-16,10 18 1 16,-10-18-1-16,13 17 0 15,-13-17 0-15,19 26-2 16,-19-26 2-16,24 31-1 0,-12-14-5 15,4 6 5 1,-2-1-5-16,-2 1 4 16,5-1-1-16,-1 1 3 15,3-1-4-15,3-1 3 0,4 2 3 16,0-3-3-16,4-1 2 16,-1 2-1-16,1 2-1 15,1 1 0-15,-1-2 0 16,3 6 2-16,-4-4-1 15,-1 4-1-15,-2-2 1 16,4-2-1-16,-1 0 1 16,-3 2-1-16,0 0 1 15,0-1-2-15,0 1 3 16,0 0-2-16,0 1 3 16,2-1-2-16,2 4 3 15,3-6-2-15,1 2 4 16,6-2-2-16,5-1 1 0,4-1-1 15,3 1 1-15,7-3-2 16,2 1 1-16,10 0 0 16,0-4 0-16,7 1-2 15,0-3 1-15,9-1 2 16,-2-2-2-16,2-2 2 16,-2 1-4-16,5 1 2 15,-1-2-5-15,5 2 4 16,-1-3-3-16,4 3 0 15,-6 2-1-15,2-2 2 16,-1 2-2-16,-1-4 3 16,-1 3 0-16,-8-3-1 15,-1 4 1-15,-1-4 0 0,-2 1-1 16,0-3 0-16,0-1-1 16,0 0 0-16,2-2 0 15,-2-1 1-15,1-4 0 16,2 0 0-16,2-2 1 15,-1-1 0-15,0 1 0 16,4-5 1-16,3 2-1 16,5-2 1-16,-1 2-2 15,8-2 0-15,-4-4 0 16,13 3 0-16,-6-5 0 16,3 0 0-16,6-3 0 15,0-1 0-15,2-2 0 16,1-4 0-16,0 2 0 0,2-6 0 15,2-4 0-15,3-6 0 16,-3-6 0-16,3-7 0 16,1-7-4-16,4-6-31 15,-5-9-11-15,7 1-13 16,-3-7-18-16,3 5-11 16,-10-3-9-16,3 7-1 15,-10 1-7-15,-9 1 23 16,0 6 5-16,-13 0 11 15,-4 1 9-15,-13-4 7 16,4 5 4-16,-12-9 11 16,-2 4 35-16</inkml:trace>
  <inkml:trace contextRef="#ctx0" brushRef="#br0" timeOffset="-118737">10162 15610 80 0,'0'0'58'15,"0"0"-1"-15,0 0 5 16,-15-2 6-16,15 2 12 15,0 0-1-15,0 0 4 16,0 0 5-16,0 0-3 16,0 0-9-16,0 0-11 15,0 0-12-15,0 0-13 16,0 0-11-16,0 0-12 16,0 0-14-16,0 0-5 15,0 0-1-15,0 0-1 16,0 0-1-16,0 0 0 15,0 0 0-15,0 0 2 16,0 0 0-16,0 0 0 0,0 0 1 16,0 0 1-16,0 0 0 15,0 0 2-15,0 0-1 16,0 0 0-16,0 0 1 16,0 0-1-16,0 0 1 15,0 0-1-15,0 0 0 16,0 0-1-16,0 0 1 15,0 0 0-15,0 0-1 16,0 0 1-16,0 0 0 16,0 0-1-16,0 0 1 15,0 0 0-15,15-3 0 16,-15 3 1-16,0 0 0 16,0 0-1-16,20 5 1 0,-20-5 0 15,0 0 1-15,20 3 1 16,-20-3 0-16,0 0-70 15,19 4-63-15,-19-4-41 16,23-16-6-16,-20-8-8 16,13 0-2-16</inkml:trace>
  <inkml:trace contextRef="#ctx0" brushRef="#br0" timeOffset="-115674.82">10951 14888 110 0,'-23'4'66'0,"23"-4"2"15,0 0 1-15,-16 0 1 16,16 0 3-16,-17-4 5 16,17 4-2-16,-19-3-2 15,19 3-8-15,-23-7-6 16,23 7-12-16,-26-7-8 15,26 7-13-15,-29-12-9 16,29 12-9-16,-30-14-7 16,11 4 0-16,0-3-1 15,-4 0 0-15,1-3-1 0,-4-1 1 16,0-2 0 0,0-4-1-16,0-3 1 0,-4-2-3 15,4-1 1 1,-3-4 2-16,1-1-5 15,2-5 6-15,-4 1-6 0,4-1 6 16,-3-3-5-16,-1-1 4 16,3-2-3-16,-3 0 2 15,-3-4-1-15,4-1 0 16,3 2 2-16,-1-4-2 16,1 1 2-16,7 1-2 15,0 0 2-15,4 3-1 16,4 2 1-16,1 2-2 0,5 2 2 15,-2-1-2-15,7 2-2 16,0 0 4 0,0 2 2-16,7-2-4 15,1 1 3-15,3-1-2 0,1 0 2 16,2 2-3-16,5-2 5 16,-4 2-5-16,10-2 1 15,-3 0-2-15,1 2 2 16,-1 0-1-16,1 0 0 15,3 4 0-15,0 1 1 16,0-2-1-16,0 4 1 16,2 3 0-16,1 0 0 15,1 3 0-15,3 0 1 0,2-1-2 16,1 4 3 0,-1 1-2-16,5-1 1 15,-2 2-1-15,-2 1 2 16,6 2-2-16,0 2 1 0,-2 1 0 15,1-2-1-15,1 6 1 16,-2-1 0-16,-2 3-1 16,-5 1 1-16,2 3-1 15,-2 3 1-15,-4 1-1 16,1 3 0-16,-2 1 1 16,-2 1 0-16,-4 3 0 15,4 1 0-15,-3 1-1 16,3 3 1-16,-4-1 0 15,-1 0-1-15,2 0 0 16,-1 3 0-16,1-1 1 16,3 0-2-16,-4 2 1 15,1-2 0-15,0 1 1 0,-1 1-1 16,1 1 1-16,-1 0-1 16,1 1 0-16,-6 2 1 15,2 1 1-15,0 0-1 16,-3 0 1-16,1 1-1 15,-1 4 1-15,-2 2 0 16,2 0 1-16,-1 1-1 16,-1-1 1-16,-2 3-1 15,2 2 2-15,-2-2-1 16,-5-2 2-16,2-1-2 16,-2 1 3-16,0 1-2 15,-4-2 2-15,1-2-6 16,-1 1 2-16,-6 3-2 0,3-3 0 15,-4 3 0-15,-3-1 0 16,4-1-3-16,-6 1 0 16,2 3 3-16,0-1-3 15,0-4 3-15,-1 1 0 16,-3 2 0-16,3-1 0 16,-3 2-1-16,1 0 2 15,-2-1-2-15,-2 1 1 16,2 0-1-16,1 0 2 15,-1-1-1-15,2 1 0 16,1-4 0-16,-2 1 0 16,4 0 0-16,2-2 2 15,-2-2-2-15,0-1 0 0,4-1 0 16,-1 1 1-16,-1-3-1 16,2 3 1-1,-4-2-2-15,3-1 2 16,1 1 0-16,-2 0 1 0,-2 1-2 15,-4-1 2-15,3 5-1 16,-6-2-1-16,2 1 0 16,-2 2 0-16,-2-2 0 15,0-1 0-15,3-2 0 16,-3 1 0-16,6-4 0 16,-3 0 0-16,0-2 0 15,4 0 0-15,-2 1 0 0,11-18 0 16,-19 26 0-16,19-26 0 15,-14 17 0 1,14-17 0-16,0 0 0 16,0 0 0-16,0 0-4 15,0 0-4-15,0 0-1 0,-8-16-1 16,8 16 0-16,-7-32-1 16,3 11 1-16,-3-9 0 15,6-3 1-15,-6 1 8 16,3-3-3-16,1 2 6 15,-1 0-6-15,1 4 6 16,3 3-5-16,0 3 5 16,-4 6-2-16,4 1 0 0,0 16 1 15,-1-19 0-15,1 19 1 16,0 0 2-16,0 0 1 16,0 0 1-1,0 0 0-15,0 0 2 0,0 0-1 16,0 25 0-16,1 2 2 15,3 10-7-15,-1 4 5 16,1 6-6-16,-1 3 3 16,1 2-5-16,-4-3 4 15,3-4-5-15,-3-9 1 16,5-8-3-16,-5-6-3 16,4-6-3-16,-4-16-1 15,7 15-1-15,-7-15 0 16,0 0 2-16,19-14 1 15,-2 2 1-15,6-5 3 16,8-4 1-16,9-5 3 16,5-3 0-16,11-6 0 0,8-3-1 15,0 0-1-15,2 0 5 16,2 2-4-16,-4 3 6 16,-5 2-4-16,-3 6 6 15,-11 6-6-15,-7 5 8 16,-12 6 1-16,-7 3 2 15,-19 5 3-15,23-6-3 16,-23 6-2-16,0 0-25 16,-9-22-38-16,-1 3-25 15,-3-2-13-15,-6-10-15 16,-2-5-16-16,-5-8-13 16,-5-8-9-16,5 0 10 15,-14-12 46-15,9 7 89 0</inkml:trace>
  <inkml:trace contextRef="#ctx0" brushRef="#br0" timeOffset="-114769.18">9755 11689 66 0,'15'-12'99'0,"-15"12"-7"15,0 0-58-15,0 0-8 0,0 0 7 16,0 0 4-16,0 0 29 15,0 0 20 1,0 0 0-16,-9 16-8 16,9-16-3-16,2 33-7 0,-4-11-5 15,4 16-3-15,-2 4-32 16,7 5-21-16,-3 6-8 16,3 1 2-16,1 3-2 15,3-3 3-15,-1-1-3 16,2-6 0-16,7-4-3 15,-1-5-1-15,4-5-3 16,1-5 0-16,-1-6-2 0,4-6 0 16,0-4-1-16,0-7 3 15,1-3 1 1,-5-4 2-16,1-5 1 16,-4-1 1-16,0-4 2 0,0-6 0 15,-2 1 0-15,-1-5 1 16,0-4 2-16,-6-4 2 15,-3-3 1-15,-2-3 2 16,2-4 1-16,-10-3 2 16,-6-4 2-16,2 0-3 15,-9-3 1-15,2 3-4 16,-5 1 2-16,0-3-4 16,-3 4-8-16,-1 4 1 15,-3 6-6-15,0 4 5 16,0 7-5-16,0 3 3 15,-4 7-5-15,-3 9 4 16,2 5 11-16,-2 3-7 0,-3 6 9 16,5 1-6-16,-2 6 7 15,3 3-4-15,4-2 6 16,3 4-5-16,4-2-1 16,4 4-1-16,8-4-90 15,0 1-37-15,7-20-29 16,3 26-16-16,-3-26-10 15,30-5 0-15</inkml:trace>
  <inkml:trace contextRef="#ctx0" brushRef="#br0" timeOffset="-114279.83">10374 11203 51 0,'0'0'105'15,"19"19"-28"-15,-19-19-1 16,16 12 12-16,-16-12 20 15,16 26-14-15,-6-5-4 16,-7 1-14-16,4 11-13 0,-5 4-17 16,5 11-7-16,-7 9-7 15,4 9-28-15,-4 10 2 16,0 7-3-16,0 5 3 16,0 6-3-16,0 1 2 15,0 2-1-15,0-5-7 16,0-4 3-16,0-3-3 15,0-9 7-15,0-8 2 16,0-11-2-16,3-9 4 16,-3-6-5-16,0-11 7 15,3-7-3-15,1-8 4 16,-4-16-12-16,5 19-42 16,-5-19-49-16,0 0-41 0,0 0-21 15,14-12-18-15,2-4-8 16,1-13-8-16</inkml:trace>
  <inkml:trace contextRef="#ctx0" brushRef="#br0" timeOffset="-113638.38">10935 11681 97 0,'-21'-31'128'0,"21"31"-2"16,-19-23-18-16,19 23 0 15,-19-14 3 1,19 14-17-16,-16-8-13 16,16 8-25-16,0 0-16 0,0 0-36 15,-14 10-6-15,14-10 4 16,-3 35-6-16,-1-8 5 15,3 8 0-15,-3 8 5 16,4 6-3-16,0 8-5 16,0 3 2-16,0 1-1 15,4-2 4-15,1 0-2 16,-2-6 3-16,4-4 0 0,5-8 2 16,-1-6-2-16,-1-6-1 15,6-10-3 1,3-3-1-16,0-7-2 15,2-6-3-15,1-5-1 0,5-5 0 16,-5-5 1-16,4-5 2 16,0-6 1-16,0-3 2 15,-1-6 4-15,1-3 1 16,-6-5 2-16,3-3-1 16,-7-4 1-16,-1 0-1 15,-8-3 1-15,4 3-2 16,-11-1-3-16,-7 0-3 15,0 1 1-15,-9 4-7 16,0 4-5-16,-4 5 4 16,-3 4-4-16,-6 3 4 15,-3 8-5-15,6 3 7 16,-7 7-3-16,4 2 8 0,3 6 2 16,-2 1 1-16,7 5-6 15,-5 0-94-15,10-1-50 16,16-4-20-16,-19 15 1 15,19-15-8-15,-14 19 46 16</inkml:trace>
  <inkml:trace contextRef="#ctx0" brushRef="#br0" timeOffset="-98473.6">19708 14326 183 0,'15'-13'64'0,"-15"13"-2"16,33-10-10-16,-10 5-6 15,10 1-21-15,5 3-44 16,2-4-44-16,5 10-32 16,-7-9-21-16,8 18-17 15,-20-14 128-15</inkml:trace>
  <inkml:trace contextRef="#ctx0" brushRef="#br0" timeOffset="-96145.94">19857 14279 151 0,'0'0'77'16,"0"0"11"-16,-14 9 9 15,14-9 13-15,0 0-13 16,0 0-9-16,-19 3-14 15,19-3-6-15,0 0-12 16,-16 0-14-16,16 0-21 16,-22-10-19-16,22 10-1 15,-19-16 0-15,19 16 1 16,-26-28-1-16,12 9-1 0,2-3-2 16,-2-8 0-16,-2-4-1 15,2-1 2-15,-1-5-3 16,-1-3 0-16,2 0-1 15,2-2 3-15,-2 3 0 16,2 1 1-16,2 1-1 16,1 2 1-16,-1 1-1 15,3 1 2-15,-2-2 0 16,2 0 0-16,0-2 0 16,4-1-1-16,3-1 1 15,0-3 0-15,0-2 1 16,6 1 0-16,-2-1-2 15,8-3 2-15,2 3-2 0,2-2 3 16,1 1-4-16,2-1 4 16,4-1-3-16,3-3 2 15,3 2-1-15,-1-1 2 16,5 4-3-16,0-4-2 16,2 0 5-16,5 2-4 15,1 3 4-15,1 2-5 16,3 4 5-16,2-1-5 15,-2 1 6-15,7 4-1 16,2 3-2-16,-2 4 1 16,0 2 0-16,4 3 0 15,-4 2 1-15,3 4-1 16,-4 2 0-16,-3 1 1 0,-1 4 0 16,-2 3 0-16,-3 4-1 15,-1 3 0-15,-4 2 0 16,-2 6 1-1,5 1-2-15,-9 1 1 0,5 4 0 16,-3 2 0-16,-2 0 0 16,2 2 0-16,0 3-1 15,-3 0 2-15,-2 3 0 16,5 2-2-16,-4 1 3 16,1 2-2-16,-3 1 1 15,3 3-1-15,-4 2 2 16,-3 0 0-16,3 0-2 0,-7 1 3 15,2-1-5-15,-6 2 5 16,1 1-5 0,-2 1 5-16,-2-1-5 15,2 4 0-15,-9 0 2 0,5 3-2 16,-6 0 2-16,-1 2-3 16,1 0 3-16,-4 2-2 15,-4-2 1-15,-3 0 0 16,4-2 0-16,-6-1-1 15,2-2 2-15,-3-2-1 16,1-2 1-16,-1-3-1 16,-1-2 1-16,-1 2-1 15,-2 0-2-15,2 0 1 16,-7-2-1-16,0 2 1 16,2 0-2-16,-6 1 2 15,0 1-2-15,1-4 2 16,-4 0 1-16,0 4-3 0,0-2 3 15,-4 0-1-15,8-1 1 16,-4-2-2-16,3 1 2 16,-3 0 0-16,4 0 0 15,-1-3 1-15,0 3-1 16,1-3-1-16,-1 0 1 16,1-2-1-16,3 0 1 15,1-4-1-15,3 1 2 16,-1-6-2-16,6 0 0 15,10-17 2-15,-16 28-1 16,16-28 0-16,-14 21 1 16,14-21-1-16,0 0 0 15,-9 17 1-15,9-17 1 0,0 0-2 16,0 0 2-16,0 0-2 16,0 0 0-16,0 0-1 15,0 0 0-15,0 0-2 16,0 0 0-16,0 0-2 15,0 0-2-15,6-21 2 16,-6 21-1-16,3-28 1 16,-6 11-1-16,3-4 3 15,-2-3 0-15,4 2 1 16,-4-4 1-16,4-2 0 16,-2 0 0-16,0-1 1 15,0-1-2-15,0 3 2 16,3 1-1-16,-3 0 1 0,4 2-2 15,-4 1 2-15,3 2-1 16,-3 1 2-16,3 2 0 16,1 1 0-1,-4 17-1-15,9-26-1 0,-9 26 2 16,0 0 1-16,3-16 0 16,-3 16 2-16,0 0 1 15,0 0 1-15,-9 21 0 16,6-4 1-16,-1 8-1 15,-2 4-1-15,2 6-1 16,-5 8-2-16,2 4-1 16,-3-1-2-16,1 1 1 15,-1-3 0-15,3-5 0 0,-2-4-1 16,2-4 0-16,0-5 0 16,2-7 0-1,2-3-1-15,3-16 0 16,0 20-2-16,0-20-1 0,0 0 0 15,0 0-1-15,19 16 0 16,-19-16 0-16,22-2 1 16,-6-3 2-16,14-4 0 15,6-3 2-15,6-3 2 16,10-4 0-16,8 0 1 16,3-4 0-16,5 1 0 15,3 1-1-15,-5 2 3 16,-5 2-3-16,-2 4 1 0,-11 1-1 15,-3 4 0-15,-7-1-1 16,-8 4 0-16,-7 0 1 16,-4 3-1-1,-19 2 2-15,17 0-1 0,-17 0-2 16,0 0 2-16,-3-17-2 16,-1-1-59-16,-6-8-51 15,-6-14-39-15,-3-5-13 16,-7-17-6-16,0-4-10 15,-19-22 68-15</inkml:trace>
  <inkml:trace contextRef="#ctx0" brushRef="#br0" timeOffset="-94913.06">19847 11603 102 0,'0'0'133'16,"0"0"-29"-16,0 0-28 16,0 0 8-16,0 0 1 15,0 0-2-15,-7 15 0 16,7-15-11-16,0 0-17 15,0 0-13-15,0 0-28 16,0 0-17-16,0 0 1 16,0 0 0-16,10-22-5 15,-3 6 6-15,-3-3-5 16,1-5 6-16,2-5-4 16,0-10 6-16,0 1-6 15,5-1 5-15,-5-1-1 0,1 0 2 16,3 4-4-16,-1 4 1 15,-5 6 0-15,2 6 0 16,-7 20 1-16,11-25 0 16,-11 25 1-16,0 0 0 15,0 0 1-15,0 0 1 16,0 0 1-16,0 0 0 16,3 25 0-16,-3-3-2 15,5 9 1-15,-5 4-2 16,7 3 0-16,-3 5-1 15,3 2 0-15,1 2-3 16,-1-2 8-16,0-2-3 16,2-1 2-16,-2-2-2 0,0-2 3 15,2-2-3-15,-2 1 3 16,-1-3-2-16,-2-1-2 16,1 3-2-1,-1 1 2-15,-1-3-1 0,-3 1 2 16,0-2-1-16,-3-4 3 15,-3-3 0-15,3-5 2 16,-4-2 0-16,7-19 0 16,-23 26 0-16,8-17 0 15,-6-1-2-15,-2-1-1 16,-3-2-2-16,-1 1-1 16,-3-1-1-16,1-2 1 15,-4 2-2-15,7-1 1 0,3 1 0 16,0 0 0-16,1-1 0 15,6-1 2 1,16-3-2-16,-22 7 1 0,22-7-1 16,0 0 0-16,-18 4-2 15,18-4-1-15,0 0-1 16,0 0-1-16,0 0 0 16,0 0-1-16,0 0 0 15,0 0 1-15,0 0-1 16,18 7 2-16,-18-7 0 15,0 0-1-15,0 0 1 16,22 12 0-16,-3-11 1 0,4-2 0 16,10-3 2-16,5-3 0 15,4-1 1-15,10-4 1 16,0-1 0-16,0 1-1 16,0-2 0-1,0 1 0-15,-7-1 1 0,-7 3-1 16,-1-1 0-16,-11 4 0 15,0 1 1-15,-7 0 0 16,-3 2 2-16,-16 5 1 16,17-6 0-16,-17 6 3 15,0 0 1-15,0 0-1 16,0 0-51-16,0 0-45 16,-7-15-31-16,7 15-18 15,-3-40-17-15,13 12-12 0,-5-8-6 16</inkml:trace>
  <inkml:trace contextRef="#ctx0" brushRef="#br0" timeOffset="-94393.7">20654 10869 1 0,'0'0'67'16,"10"-16"57"-16,-10 16-38 15,0 0 13-15,0 0 14 16,0 0-2-16,0 0-2 16,0 0-16-16,0 0-16 0,0 0-21 15,0 0-19-15,0 0-26 16,0 0-11-16,0 0 1 15,-19 31-2-15,16-5 1 16,-8 11-2-16,-1 11 2 16,-2 13-1-16,-1 11 1 15,-8 13-4-15,-6 7 4 16,-1 8-1-16,-5 4 6 16,-1 2-6-16,-2-2 5 15,1-4-5-15,2-8 5 16,6-6-5-16,-1-9 2 15,11-8-6-15,0-9 3 16,5-9-3-16,2-10 1 0,5-6 0 16,4-9 2-16,-1-7 1 15,4-19 2-15,-3 22 0 16,3-22 1-16,0 0 1 16,0 0-47-16,0 0-51 15,0 0-30-15,-9-19-14 16,9 2-13-16,4-9-14 15,4-2-10-15</inkml:trace>
  <inkml:trace contextRef="#ctx0" brushRef="#br0" timeOffset="-93746.24">20852 11459 204 0,'17'-9'174'0,"-17"9"-40"16,12-15-39-16,-12 15 3 15,0 0-5-15,0 0-17 16,0 0-21-16,0 0-30 16,-22 3-17-16,22-3 0 15,-19 12-4-15,19-12-3 16,-18 25-1-16,6-6-1 15,-2 5-1-15,2 4 3 16,2 3-1-16,-3 5 1 0,3 2-2 16,-2-1 2-16,8 1-3 15,1-2 1 1,3-3-1-16,3-4-2 16,8 1-2-16,4-4 1 0,5-2-1 15,2-7 0-15,4 1 1 16,4-8-1-16,3-3 1 15,1-5 0-15,-1-6 2 16,2-4-1-16,-2-5 2 16,-3 0 0-16,-1-5 1 15,-6 1 1-15,-4-2 3 16,0 0 0-16,-9-5 2 0,-1 1 1 16,-2-3 2-1,-7-5-1-15,-4-4-2 16,1-1-1-16,-9-4-2 15,5 0-1-15,-5-1-1 0,-2 1-2 16,-2 2 3-16,6 7-2 16,-6 1 8-16,-3 4-3 15,0 6 2-15,-2 2 0 16,-1 8-1-16,-5 3 0 16,0 4-3-16,-6 4-1 15,-4 6-1-15,3 7-3 16,-6 10-85-16,-2 6-60 15,-10 3-27-15,7 15-4 16,-11 2-4-16,-1 14 2 0</inkml:trace>
  <inkml:trace contextRef="#ctx0" brushRef="#br0" timeOffset="-65269.5">29597 15413 10 0,'0'0'6'15,"0"0"-7"-15,0 0-6 16,0 0 0-16,0 0 7 15,0 0 0-15</inkml:trace>
  <inkml:trace contextRef="#ctx0" brushRef="#br0" timeOffset="-47690">29363 15747 82 0,'0'0'31'0,"0"0"-2"16,3-18-4-16,-3 18-3 15,0 0-5-15,0 0-4 0,7-15-4 16,-7 15-3-16,0 0-6 16,0 0-14-1,0 0-12-15,3-17-12 16,-3 17-6-16,0 0-9 0,0 0-5 16,0 0 58-16</inkml:trace>
  <inkml:trace contextRef="#ctx0" brushRef="#br0" timeOffset="-43112.75">29444 15705 76 0,'0'0'40'0,"0"0"-5"15,0-17-1-15,0 17 12 0,0 0 5 16,0 0 10-16,0 0 8 16,0 0 15-1,0 0-1-15,0-17 3 16,0 17-4-16,0 0-12 0,0 0-11 15,0 0-13-15,0 0-15 16,0 0-20-16,0 0-7 16,0 0-1-16,0 0-1 15,0 0-1-15,0 0 1 16,0 0-1-16,0 0-1 16,0 0 0-16,0 0 0 15,0 0 0-15,0 0 0 16,0 0 0-16,0 0 0 15,0 0 0-15,-7 15 0 16,7-15 2-16,0 17-1 16,0-17 0-16,-7 23 0 15,7-23 0-15,-2 26 0 0,2-26 0 16,-3 26 0-16,3-26-2 16,-3 26 1-16,3-26-1 15,0 24 2-15,0-24-2 16,0 23 0-16,0-23 0 15,-4 24 0-15,4-24 1 16,0 22 0-16,0-22-1 16,0 23 0-16,0-23 1 15,0 28 0-15,0-11-1 16,-3 2 1-16,3 0 0 16,-4 3 0-16,1 6 0 15,-3-2 1-15,3 4-2 16,-4 1 2-16,0 2 0 0,-2 1 0 15,2-1-1-15,-3 2 2 16,1 1-2 0,2 2-4-16,-3-2 4 0,1 1-3 15,2-1 3-15,-3-1-3 16,5 1 3-16,-6-1-4 16,4-2 4-16,-1-2 1 15,-3 0-1-15,3 2 1 16,-3 0-1-16,1 0 1 15,-2-2-2-15,1 0 2 16,3 4-2-16,-3-4 2 16,1 3-2-16,1 1 1 0,-1 0 0 15,1-3 0-15,2 5 0 16,-3-1 1-16,1-1-1 16,-2 1 0-16,3-3-1 15,-3 0 3 1,4 0-2-16,-1 0 2 0,-3 1 0 15,4 3-4-15,-1-1 4 16,-3 4-3-16,1 0 4 16,-2 3-4-16,-2 2 3 15,2 5-4-15,-4-1 2 16,-1-1 3-16,1 4-3 16,4-4 1-16,-2 4-1 15,-2-1 3-15,3-3-3 0,0-3 1 16,3-2 0-16,-2 4 0 15,1-4 0-15,-1 2 1 16,-2 0-1 0,2 0-2-16,-2-1 1 0,-1 1-1 15,-1 0 2-15,-5 0-2 16,2-2 1-16,-3 4-1 16,-1-2 0-16,-3 1 2 15,0 1-2-15,0 3 3 16,-4 1-4-16,3 0 3 15,-3 1-2-15,1 0 3 16,3-1-3-16,-4-3 2 16,4-3 1-16,-3 2 0 0,1-4 1 15,-5-1-3 1,3 1 1-16,-3 0-6 16,2 0 7-16,-5 1-6 15,-3-1 4-15,-1 2-4 0,2-2 3 16,-3 2-1-16,1-5 2 15,-5 2 2-15,-1-1-2 16,-2 1 2-16,-1 1-2 16,-3-2 1-16,0 3 0 15,-3-4 0-15,1 1-1 16,-5 1 2-16,-2-4-2 16,2 0 1-16,0-2-2 15,-5-1 2-15,-1-4-3 16,0 2 2-16,-7-2-2 15,1 0-1-15,-3 0 1 16,-5 0-2-16,0-1 3 16,-3-2-3-16,-7-1 2 0,3 1 0 15,-8-6 0-15,0 1 1 16,0-1-2-16,-6-2 1 16,-1-1 0-16,0 0 0 15,-3 0 1-15,-3 0-1 16,-3 0 1-16,-3-2-1 15,-5 2 2-15,6 2 0 16,-8-2-3-16,0-2 2 16,0 4-1-16,2-4 1 15,-5 4-1-15,0 2 2 16,0-1-2-16,-6-3 1 16,2 2-1-16,1 1 1 15,-1 1 0-15,-3-2 0 0,5-1 0 16,-2-1 1-16,0 1-2 15,1-3 1-15,-1 2 0 16,4-4 0-16,-1 3 0 16,1-1 1-16,-4-1-3 15,4-3 3-15,-2 1-2 16,7 0 2-16,-5-2-1 16,3 2 1-16,0-5 0 15,1-1 0-15,2 1 1 16,3-2-1-16,1 0 1 15,0-2 0-15,-1-1-1 16,4-1 1-16,-1 1 0 16,2-3 0-16,1 1-1 0,4-2 0 15,-2 0 1-15,5 2 0 16,1-2 1-16,-4 0-1 16,3 0 1-1,-2-2-1-15,3 2 0 0,-4-2 0 16,-1 2 0-16,5-1-1 15,-6 1 0-15,2-2 1 16,3 0-1-16,-3 2 0 16,0-2 1-16,3 2-1 15,-1-1 0-15,-2 1-1 16,-4-2 1-16,-1 2 0 16,1-2 1-16,-5 0-1 0,-1 1 0 15,1-3 0-15,0 1 2 16,2-4-1-16,-5 0 1 15,3-2-2-15,-2-1 1 16,2-1 1 0,-1-2 2-16,1-1-2 0,4-2 0 15,-3-3-1-15,0-2 4 16,1-3-4-16,1-2 2 16,-1 0-2-16,5-1 1 15,-1-3-1-15,-1 1 1 16,4 1-2-16,7 0 0 15,3 2 1-15,0-1 0 16,0 2-1-16,4-1 1 16,2-1-1-16,1-1 2 15,-2-1-1-15,2-4 0 0,2 0 1 16,2-5 1 0,-2 1-1-16,5-1 2 0,2-1 0 15,0-3-1-15,3 4 5 16,1 2-6-16,6-1 5 15,2 4-6-15,2-3 4 16,5 1-5-16,1 2 0 16,3-1 0-16,3-1 0 15,-4-1 0-15,8-6 0 16,-1 2 0-16,4-1 0 16,0-4 0-16,0 0 0 0,0 0 0 15,5 0 0 1,-2 0 0-16,0 2 0 15,6-2 0-15,-6 0 0 16,1 0 0-16,1 0 0 0,-2-2 0 16,4 0 0-16,-2-3 0 15,-2-2 0-15,1 2 0 16,4 1 0-16,2 1 0 16,-1-2 0-16,-1-2 0 15,6 2 0-15,-2 3 0 16,0 0 0-16,2 2 0 15,2 0 0-15,-4 0 0 16,7 5 0-16,-4 0 0 16,6 1 0-16,-6-3 0 15,4-1 0-15,0-2 0 16,-3 0 0-16,-1-2 0 16,-1-3 0-16,-6 0 0 0,1-2 0 15,1-2 0-15,-5 0 0 16,6-3 0-16,-8 0-1 15,5-2-1-15,-1-1-4 16,-2 1 3-16,6 0-2 16,1 0 1-16,0 4-2 15,1 3 3-15,3-2-1 16,-4 1 1-16,3 2 1 16,3 1 0-16,-6 2 1 15,3 1 1-15,1 2 1 16,3 2-2-16,0 5 2 15,0 3 1-15,6 2-3 16,1 4 1-16,4 3-1 0,1 1 1 16,2 1-1-16,1 5 1 15,-1 2-1-15,2-2 0 16,3 3 0-16,-2-1 1 16,2 1 0-16,4 1-1 15,3 15 0-15,-9-28 1 16,6 12-1-16,3 16 1 15,-4-25 0-15,4 25 0 16,0-26 0-16,0 26 0 16,0-19 0-16,0 19 1 15,0 0 0-15,0 0-1 16,0 0 1-16,0 0 2 16,0 0 0-16,0 0 0 0,0 0 0 15,-19 19-1-15,16-2 1 16,-4 5-3-16,-4 6 3 15,2 7-3 1,-4 6 1-16,0 4 0 0,-6 4 2 16,2 1-1-16,-2 0 2 15,-4 2-1-15,-3-2 1 16,4 0-2-16,-4-8 0 16,3 0-1-16,1-8 0 15,-1-3 0-15,7-6-3 16,2-6 2-16,14-19-4 15,-15 20 1-15,15-20 0 0,0 0 0 16,0 0-1-16,0 0 0 16,0 0 0-1,0 0 2-15,0-19-1 16,0 19 2-16,5-27 1 0,-1 6-1 16,-1 0 0-16,4-3-1 15,0-4 3-15,5-1-3 16,-2-1 2-16,6 1-1 15,0-4-1-15,1 2 2 16,2-2-2-16,-3 2 2 16,3 0-2-16,-2 1 2 15,2-1-2-15,0 0 1 16,-1 3 0-16,-3 2 2 0,4 2-2 16,-5 1 2-16,2 4-1 15,-4 4 2-15,-12 15 0 16,21-19 0-1,-21 19-2-15,0 0 3 0,23-4 0 16,-23 4-1-16,19 9 1 16,-19-9 0-16,19 16-1 15,-19-16 1-15,33 20 2 16,-14-9-3-16,3 3-1 16,8-1-1-16,5 1 2 15,1 0-2-15,9-2 0 16,7 2-1-16,4-2 0 15,8-1 0-15,7-1 1 0,4-3-2 16,-1-2 0 0,5 2 1-16,-5-4-1 15,1 1 0-15,-7-1 0 16,-6-1-1-16,-12 2 2 0,-6-3 0 16,-9 3 2-16,-9-2 1 15,-7-1 3-15,-19-1 1 16,20 5-2-16,-20-5-127 15,0 0-36-15,0 0-4 16,-10 19-7-16,-13-20-4 16,4 6-6-16</inkml:trace>
  <inkml:trace contextRef="#ctx0" brushRef="#br0" timeOffset="-40581.96">19390 21563 370 0,'0'0'150'15,"0"0"-25"-15,0-17-15 16,0 17-10-16,0 0-23 16,0 0-28-16,0 0-43 15,0 0 0-15,0 0 0 16,0 0-2-16,0 0-1 0,-14 0-7 15,14 0-1-15,0 0 0 16,-8 17-1-16,8-17-2 16,-14 28 1-16,8-6-1 15,-4 2 5-15,-6 9 3 16,3 4 3-16,-3 2-1 16,2 3 1-16,-2 3-3 15,4 0 2-15,2 0-2 16,3-2-1-16,-2-3-1 15,6-2 1-15,3-3 0 16,3-4-3-16,2-5 1 16,-1-2-1-16,6-3 3 0,-1-4-4 15,1 2 5-15,-10-19-9 16,30 26 6-16,-14-14-3 16,3-1 6-16,-2-3-7 15,2-1 5 1,-3-2 2-16,6-5-1 0,-4-1 6 15,4-3-4-15,-3-4 3 16,4-5-7-16,-4 1 9 16,4-2-11-16,-6 1 5 15,2-3-4-15,-3 4 4 16,-3-7-3-16,-13 19 3 16,27-30 0-16,-15 13-1 15,-5 0 2-15,1 0-2 0,-4-3 2 16,3 1-1-16,0 0 1 15,-4 0-1 1,-3 0 1-16,0 0-1 16,2-1-1-16,-4-3 0 0,2 1 1 15,-7-4-1-15,4 0 0 16,-1-2 0-16,-3 0 2 16,2 0-1-16,-5-1 2 15,3 1-2-15,-2 1 0 16,-1 1 2-16,-3 1 0 15,3 3-1-15,-6 1 0 16,6 4 3-16,-6 1 2 16,16 16 0-16,-29-19 1 0,29 19-3 15,-30-8 2-15,30 8-2 16,-29-2 0-16,13 2-1 16,1 3-3-1,-3 1 0-15,3 3 1 0,-1 1-1 16,2 3 1-16,-1 1-1 15,-1 2 0-15,-1 3 0 16,4 2-1-16,-4 0 1 16,5 0-1-16,1 4 0 15,-1-4 0-15,2 0 1 16,1 0-1-16,2-2 2 16,4 0-2-16,-1 1 2 15,1 1-2-15,-1-4 2 0,3 6-2 16,-3 0 1-1,4-2-2-15,0 3 2 16,4 3-1-16,-4 1-1 16,1 1 0-16,3 1 1 0,-1 1-3 15,4 1 2-15,0 1 3 16,-2-2-4-16,6 1 2 16,1-1-6-16,2-1 7 15,-2-4-8-15,2-3 9 16,2-2-8-16,-16-19 5 15,26 28-6-15,-26-28 7 16,29 8 0-16,-29-8 1 16,26-5 1-16,-26 5 0 15,26-15 0-15,-10 3 0 16,3-6 6-16,-5 3-11 16,5-3 9-16,-4-1-9 15,3-5 9-15,1 2-8 0,-3 1 8 16,-3-2-9-16,3 1 3 15,-2-4 3-15,-2-4 0 16,-1-3 0-16,-3-8-14 16,-1-9-151-16,0-11-13 15,-17-24-8-15,3-6-3 16,-16-29-1-16</inkml:trace>
  <inkml:trace contextRef="#ctx0" brushRef="#br0" timeOffset="-38960.32">20060 21362 540 0,'0'0'207'0,"7"-21"-65"15,-10 6-101-15,3 15-32 16,-4-26-5-16,4 26 4 16,-2-16-6-16,2 16 6 15,0 0-8-15,0 0 0 16,0 0-2-16,-17-3 2 15,17 3 0-15,0 0-5 16,0 0 5-16,0 0 2 16,0 0-1-16,0 0 1 15,0 0 0-15,0 0 0 0,0 0-2 16,-16 22 0-16,13-6 0 16,-4 5-6-16,2 5 5 15,-6 10-5-15,1 11 3 16,-2 11-3-16,-7 10 5 15,5 5 2-15,-5 10-5 16,0 3 6-16,0 8 1 16,-2 1-6-16,-2-3 6 15,1-2-6-15,3-5 6 16,-1-4-7-16,1-7 10 16,2-6-9-16,1-8 3 15,1-8 3-15,1-7-3 16,5-12 1-16,2-7 0 0,0-8 1 15,7-18 0-15,-7 19 1 16,7-19-1-16,0 0 0 16,0 0 2-16,0 0 1 15,0 0-1-15,0 0 1 16,0 0-1-16,0 0-3 16,0 0 0-16,0 0-4 15,0 0-1-15,4-23 0 16,-4 23-6-16,7-24-28 15,-7 24-22-15,15-38-16 16,3 14-20-16,-3-9-21 16,8 0-16-16,3-5-9 15,12-2-6-15,6 2 22 0,-3-9 103 16</inkml:trace>
  <inkml:trace contextRef="#ctx0" brushRef="#br0" timeOffset="-38321.86">20463 21971 456 0,'22'-31'138'0,"-11"-2"-21"15,1 11-19-15,-15-2-26 16,3 8-32-16,0 16-36 16,-20-19-1-16,5 17 0 15,1 0-1-15,-9 6-1 16,4 5 0-16,-7-2-4 0,4 6 2 15,-8 3 1-15,4 5 0 16,0 5 1-16,-5 5 0 16,5 5-1-1,-4 6 1-15,8 10 2 0,-1 1-5 16,4 4 7-16,5 4-7 16,6 1 6-16,1-1-6 15,7 0 7-15,0-3-7 16,8-4 4-16,3-7 1 15,-1-4-1-15,6-5 2 16,3-5-1-16,3-7 0 16,4-7-3-16,4-9 1 15,-1-6-1-15,1-8-2 16,5-6 0-16,1-6-1 16,-1-6 0-16,1-6 1 15,2-3 2-15,-5-4 0 0,0-3 1 16,-5 0 0-16,-2-5 1 15,-3 1-2-15,-6-3 2 16,-5-1 4-16,-1-3-8 16,-4 1 6-16,-7 1-7 15,-4-1 6-15,-3 3-7 16,-3 1 8-16,-2 5-7 16,-2 6 4-16,-5 3 2 15,0 8-2-15,-4 3-1 0,0 5-1 16,1 5 0-1,-1 7-1-15,1 4 0 16,-1 3 0-16,-1 4-4 16,-2-2 1-16,7 5-93 0,-7-7-77 15,0-10-5-15,3-9-5 16,-3-22-4-16,14-16 71 16</inkml:trace>
  <inkml:trace contextRef="#ctx0" brushRef="#br0" timeOffset="-24952.27">3568 10443 122 0,'0'0'70'0,"0"0"3"16,0 0 8 0,0 0 14-16,0 0 6 15,0 0-10-15,0 0-8 0,0 0-15 16,0 0-14-16,0 0-12 16,0 0-12-16,0 0-19 15,0 0-10-15,0 0 1 16,0 0-2-16,0 0 2 15,0 0-1-15,0 0-1 16,0 0 0-16,26-3 1 16,-7 3 0-16,4 1 0 0,3-2 0 15,10-1-1 1,2-2 1-16,8-1 1 16,2-2 0-16,4-1 0 15,4-5-1-15,-1 3 0 0,-3 0-1 16,-3 1 2-16,-7 0-2 15,-4 6-2-15,-9-1 0 16,-10 3-1-16,-1 1 1 16,-18 0 1-16,15 7-1 15,-15-7 1-15,0 0 0 16,0 0 3-16,0 0-1 16,0 0 2-16,0 0 2 15,0 0-1-15,0 0-2 16,0 0 1-16,-22-2-1 15,22 2-2-15,-23-19-2 16,4 7 2-16,2-4-4 16,-6-1 2-16,1-4 0 0,-4 0 2 15,0 1-3-15,0 2 3 16,0 3-1-16,3 1 1 16,4 3-1-16,3 3 1 15,16 8 1-15,-19-4-2 16,19 4 1-16,0 0 0 15,12 23 0-15,4-13-1 16,5 2 1-16,1 0 1 16,10 1 0-16,4-3 0 15,2-1 1-15,2-4 0 16,-2 0-1-16,-1-3 0 16,-3 1 1-16,-1-1-3 15,-6 0 0-15,-5-1-1 0,-3 3 0 16,-3-2 0-16,-16-2 0 15,14 6 0-15,-14-6 1 16,0 0 0-16,0 25 1 16,0-25 1-16,-19 33-1 15,1-9 0-15,-1 5 2 16,-10 11-2-16,1 5 3 16,-12 5 1-16,2 7-7 15,-6 2 5-15,-4 2-4 16,3 1 4-16,-1-1-7 15,1-6 6-15,9-8-6 16,5-7 5-16,8-11-1 16,9-5-81-16,14-24-76 0,0 0-20 15,11-20-2-15,-3-20-4 16,15 2 37-16</inkml:trace>
  <inkml:trace contextRef="#ctx0" brushRef="#br0" timeOffset="-19678.53">7838 9861 161 0,'0'0'74'16,"-7"-20"-3"-16,7 20 11 0,0-25 15 16,-3 8 2-1,3 17-11-15,3-29-4 16,-3 29-15-16,7-25-8 0,-7 25-5 16,0 0-19-16,11-17-27 15,-11 17-11-15,0 0 3 16,0 0 0-16,0 0-1 15,0 0 4-15,-4 17-2 16,4 4-2-16,0 12 1 16,0 14 0-16,4 10-1 15,-3 14-1-15,3 9 1 16,-1 6-4-16,1 1 3 16,-4-4-2-16,3-5 4 0,-3-11-4 15,0-6 2-15,4-15-1 16,-4-6 1-1,3-12 1-15,-3-7-3 0,0-21 1 16,5 22-5-16,-5-22 3 16,0 0 0-16,11-24 0 15,-8 1 0-15,1-6-4 16,1-6 3-16,-2-6-7 16,1-8-24-16,6 3-17 15,-6-6-13-15,4 9-8 16,-4-4-6-16,3 7 0 15,-4-2-1-15,6 11 7 16,-6-2 25-16,1 4 21 16,-4 1 14-16,0 4 18 15,-4-2 17-15,1 4 17 16,0 2 22-16,-6-4 19 0,5 9-2 16,-6-6 3-16,10 21-6 15,-19-31-7-15,19 31-11 16,-23-24-15-16,23 24-22 15,-19-20-17-15,19 20-1 16,-15-15 0-16,15 15-2 16,-11-19 0-16,11 19-2 15,-3-24 2-15,3 24-2 16,19-32 0-16,-2 12 0 16,9 2-1-16,5-1 2 15,2 7-1-15,6 5 2 16,-3 7 0-16,2 9 2 0,-1 10 0 15,-8 9 0-15,-6 8 0 16,-4 11 2-16,-7 6-2 16,-9 3 0-16,-9 6-3 15,-7-1 3-15,-6-1-3 16,-7-1 1-16,-7-5-1 16,-1-6 0-16,-3-10-1 15,-1-5 2-15,8-8-1 16,1-10-1-16,6-5-1 15,8-8 0-15,15-2-1 16,-11-17 1-16,18 0 0 16,12-8-2-16,4-1 2 15,10 0 0-15,9-1 3 0,3 2-1 16,10 6 0-16,6 7-1 16,1 7 1-16,-1 9 1 15,-5 6-1-15,-4 4 1 16,-11 5 0-16,-4 5 1 15,-14 2 1-15,-13 5 1 16,-14 4-1-16,-13-1 2 16,-14 1-4-16,-13 0-6 15,-13 5-60-15,-14-9-50 16,-4-7-33-16,-6-2-22 16,-13-13-1-16,6-4-6 15,-6-10 92-15</inkml:trace>
  <inkml:trace contextRef="#ctx0" brushRef="#br0" timeOffset="-18942.01">6373 10334 131 0,'9'-33'191'0,"-9"-3"-27"16,0-1-55-1,7 10-10-15,-7-3-11 16,3 15-22-16,-3 15-11 0,0 0-20 15,0 0-35-15,-7 45-1 16,4 3-2-16,-1 9 2 16,3 13-1-16,-3 6-2 15,1 2 6-15,3-6-5 16,-4-8 5-16,4-8-5 16,-3-15 5-16,3-10-6 15,0-12 5-15,0-19 0 16,0 0 0-16,0 0-1 0,0 0 1 15,19-39 4-15,-9 1-6 16,-1-9 6-16,1-12-7 16,4-10 4-1,-2-11-4-15,4-5 5 0,-6 2-5 16,6 2 2-16,-2 6 1 16,-2 10-2-16,2 8 2 15,2 13-3-15,-6 15 2 16,2 8-2-16,-12 21 0 15,19-10-1-15,-19 10 1 16,30 29 0-16,-8 0 0 16,1 10 1-16,3 7-1 15,0 11 3-15,7 6-3 16,0 4 3-16,-2 1-3 16,-5-4 3-16,0 0-3 15,-3-2 0-15,-4-8 5 16,-2-4-4-16,-1-7 5 0,-6-5-4 15,-5-5 4-15,-1-5-7 16,-1-9 4-16,-3-19-46 16,0 23-34-16,0-23-22 15,-15-2-22-15,15 2-8 16,-37-23-10-16,15 9 0 16,-8-6-3-16</inkml:trace>
  <inkml:trace contextRef="#ctx0" brushRef="#br0" timeOffset="-18684.82">6318 10602 365 0,'0'0'128'16,"-26"-8"-5"-16,26 8-13 16,15-23-19-16,6 1-18 15,14 3-32-15,6-9-42 16,11-2-2-16,7-4 2 15,6 1-2-15,2 0 2 16,3 2 0-16,-6 1 1 16,-3 4-4-16,-2 11-53 15,-11 1-47-15,-6 11-28 16,-5 11-27-16,-15 4-5 16,1 18-5-16,-20-1 38 15</inkml:trace>
  <inkml:trace contextRef="#ctx0" brushRef="#br0" timeOffset="-17389.91">6045 11238 1 0,'0'0'95'0,"0"0"20"16,0 0-24-16,38-2 9 15,2-10-1-15,16 1-1 16,11-8-2-16,15 2-8 0,5-7-20 16,13-1-26-1,5 0-30-15,0-1-13 16,0 1 1-16,-8 5-1 16,-7 2 1-16,-12 4 0 0,-12 4 0 15,-15 5 0-15,-18 1 1 16,-14 8 1-16,-19-4 0 15,-9 19-1-15,-14-5 1 16,-13 5-3-16,-16 3 0 16,-12 2 1-16,-11 2-1 15,-10 0-1-15,-5 2 0 16,-4-4 1-16,4 2-1 16,-2-3 3-16,12-2 0 15,5-2 2-15,16-6-2 16,14-2 0-16,12-2-2 15,10-6 3-15,23-3-2 16,0 0 0-16,33-17-2 0,9 3-1 16,10-5 2-16,12-4 0 15,15-1 2-15,6-4-2 16,5 2 2-16,0-3-1 16,-1 3-2-16,-10-2-49 15,-4 8-60-15,-12 4-32 16,-18 0-20-16,-7 9-3 15,-21-3-12-15,-1 10 90 16</inkml:trace>
  <inkml:trace contextRef="#ctx0" brushRef="#br0" timeOffset="-10468.98">6467 11373 24 0,'0'0'8'0,"0"0"-2"0,0 0-3 16,0 0-2-16,0 0 2 15,0 0 0 1,0 0 0-16,0 0-1 16,0 0-1-16,0 0 1 0,0 0-1 15,0 0 0-15,0 0-1 16,0 0 1-16,0 0-1 16,0 0 1-16,0 0 1 15,0 0 2-15,0 0 5 16,0 0 4-16,0 0 3 15,0 0 3-15,0 0 1 16,0 0 3-16,0 0 12 0,0 0 4 16,0 0-3-1,0 0 0-15,0 0 1 16,0 0-1-16,0 0-1 16,0 0-2-16,0 0-13 0,0 0-4 15,0 0-4-15,0 0-5 16,0 0-2-16,0 0-2 15,-14 0 0-15,14 0-2 16,0 0 0-16,0 0-1 16,0 0 0-16,0 0 0 15,0 0 0-15,-12 17-1 16,12-17 1-16,0 0 0 16,0 0 1-16,-11 15-1 15,11-15-1-15,0 0 3 16,0 0-2-16,0 0 1 15,0 0-2-15,0 0-8 16,0 0-27-16,0 0-30 0,0 0-23 16,0 0-30-16,0 0-10 15,0 0 56-15</inkml:trace>
  <inkml:trace contextRef="#ctx0" brushRef="#br0" timeOffset="-7713.02">19562 15858 76 0,'0'0'118'0,"0"0"-38"15,0 17-64-15,0-17-29 16,0 0-2-16,0 0 0 15,19 8 4-15,-19-8-1 0,0 0-11 16,0 0-27-16,0 0-30 16,4-29 10-1,-1 12 70-15,-22-27 0 16</inkml:trace>
  <inkml:trace contextRef="#ctx0" brushRef="#br0" timeOffset="-4800.96">8682 8163 67 0,'0'0'53'0,"15"-17"-4"16,-15 17-6-16,23-26 2 15,-23 26-2-15,29-29-1 16,-9 13-5-16,2 2-11 16,4-1-6-16,4-1-3 15,1 0-1-15,2 1 11 16,7-1 10-16,-9-3 8 0,9 2 11 16,-9-4-2-16,9 4 1 15,-9-6-11-15,6 8 6 16,-8-3-24-1,1 5-3-15,-8 2-21 0,1 3 0 16,-7 2-10-16,-16 6 9 16,22-3-1-16,-22 3 1 15,0 0 1-15,19 12-98 16,-19-12-58-16,21 28-31 16,-21-28 1-16,26 15-10 15,-10-25 133-15</inkml:trace>
  <inkml:trace contextRef="#ctx0" brushRef="#br0" timeOffset="-859.71">9385 9666 147 0,'0'0'81'0,"0"0"-2"16,-7-16-2-16,7 16 1 16,0 0-6-16,0 0 9 15,-4-22-19-15,4 22-4 16,-3-18-9-16,3 18-5 15,-2-20-18-15,2 20-3 16,-7-25-11-16,7 25-11 16,-3-27 0-16,3 27-1 0,-7-26 0 15,7 26 0-15,-7-21 1 16,7 21-1-16,0 0 1 16,-9-19-2-16,9 19 0 15,0 0 0-15,0 0-1 16,0 0 0-16,0 0 0 15,0 0 0-15,-17-4-1 16,17 4 2-16,0 0 0 16,-9 16 0-16,9-16 0 15,-14 26 0-15,9-7-1 16,-5 4 3-16,-3 6-2 16,0 2-3-16,0 2 4 15,0 2-3-15,0 3 3 0,0 0-2 16,-3 0 3-16,2 0-4 15,2 2 2-15,1-2 2 16,3 2-3-16,-3-1 3 16,4-2-3-16,-1-3 1 15,4-2-1-15,1-3 2 16,3-3-1-16,0-3 1 16,3-6 0-16,1-2 1 15,3 1 0-15,-7-16 2 16,15 22 0-16,-15-22 1 15,30 14-2-15,-15-8 2 16,8-5 0-16,3-1-1 16,0-1-2-16,4-5 1 0,-1-1-1 15,6-1 0-15,-6-3 0 16,8-1-1-16,-6-2 0 16,-1 4 1-1,3-6 0-15,-2 4-1 0,-5-2 1 16,0 2-2-16,0 2 2 15,-4 0-1-15,-4 1 0 16,-3-1 0-16,-15 10 0 16,26-13-1-16,-26 13 0 15,0 0-1-15,0 0-1 16,0 0 0-16,0 0-1 16,0 0 0-16,0 0 1 0,0 0 1 15,0 0 0-15,0 0 2 16,0 0 0-16,0 0 2 15,0 0 0-15,0 0 0 16,0 0-1-16,0 0 1 16,-19 16-2-16,19-16 0 15,-17 10-1-15,17-10 1 16,-23 13-2-16,8-5 1 16,-1 4 0-16,-1-1 0 15,-2 1 1-15,0-2 1 16,0 1-2-16,-2-3 2 15,2 1-1-15,-4-4 0 16,4-1 0-16,-4-1 0 16,4-3 0-16,-3-2 0 15,1 1-1-15,-5-1 1 0,7-2 0 16,-4 3 0 0,1-1 1-16,-1-2-1 0,4 4 0 15,0-1-1-15,2-1 1 16,17 2-1-16,-27-2 0 15,27 2-1-15,-19-5 1 16,19 5 0-16,0 0 0 16,-19-7 0-16,19 7 1 15,0 0 0-15,0 0-1 16,-15-9 1-16,15 9 0 16,0 0 0-16,0 0 1 0,0 0 0 15,0 0 1 1,-14-15 2-16,14 15 1 15,0 0-73-15,0-17-63 16,0 17-27-16,15-39-5 0,3 14-12 16,-10-24 1-16</inkml:trace>
  <inkml:trace contextRef="#ctx0" brushRef="#br0" timeOffset="2769.93">10397 9462 270 0,'0'0'115'0,"0"0"-2"16,0 0-10-16,0 0-18 15,0 0-12-15,0 0-19 16,0 0-14-16,0 0-19 15,0 0-18-15,-11-16-1 0,11 16 0 16,0 0-1 0,0 0-2-16,4-17 1 15,-4 17-1-15,0 0 1 16,0 0-1-16,0 0 1 0,0 0-1 16,0 0 0-16,0 0 0 15,0 0 0-15,0 0 0 16,0 0-1-16,0 0 0 15,0 0 0-15,0 0 1 16,0 0 1-16,0 19-1 16,0 5 1-16,0 11 1 15,-4 13-1-15,4 13 0 16,-3 11 0-16,-4 11-2 16,2 4 1-16,-2-4-1 15,0-2 1-15,3-8-2 16,-1-11 1-16,-2-8 1 15,7-16 0-15,-3-7 2 0,3-12-1 16,0-19 1-16,0 23 0 16,0-23 0-16,0 0 2 15,0 0-2-15,3-16 1 16,-3-1-4-16,4-2-39 16,-8-11-28-16,8-1-18 15,-4-10-11-15,3-1-6 16,-1-3 0-16,1 0 0 15,4 0 3-15,-3 0 37 16,-1 7 24-16,1-2 24 16,-4 6 10-16,0 3 19 15,0-2 0-15,0 5 17 16,-4-1 5-16,1 3 16 0,-1-4 14 16,1 4 10-16,-4-2 11 15,5 3-1-15,-1 4 4 16,3-5-15-16,3 5-4 15,-3-3-16-15,12 5-10 16,-1-5-13-16,4 3-12 16,4 0-13-16,4 4-5 15,0 3 1-15,-1 5-2 16,1 6 0-16,-2 6-1 16,1 6 0-16,-6 5 1 15,3 5 0-15,-9 3 0 16,2 2-1-16,-1 4 3 0,-8 0-2 15,1 1 2-15,-8 4-2 16,1-2-3-16,-8-3 4 16,3 0-5-1,-6-2 5-15,-2 0-3 0,-3-2 1 16,2-3-1-16,1-2 3 16,-3-2 0-16,3-1-1 15,16-16 1-15,-26 22-5 16,26-22 2-16,0 0 1 15,0 0-1-15,0 0 1 16,19-12-3-16,4 0 3 16,3 0-2-16,4 1 4 15,8 1-4-15,3 3 1 0,8 5-2 16,0 6 2-16,-1 6 1 16,-1 7 0-16,-2 8 2 15,-3 6-2-15,-6 5 3 16,-8 6-1-16,-5 3 3 15,-13 1-3-15,-3-1 2 16,-7 2-3-16,-7-4 1 16,-9 1 0-16,-6-6 2 15,-4-5-3-15,-11-2 2 16,3-7-1-16,-10-1 1 16,3-10-1-16,-1-4 1 15,-1-7-2-15,1-4 0 16,4-3 0-16,1-4-1 0,8-1 1 15,1-2-36-15,11 1-77 16,17 11-45-16,-26-33-15 16,29 11-8-1,-6-20-1-15</inkml:trace>
  <inkml:trace contextRef="#ctx0" brushRef="#br0" timeOffset="6949.9">12016 9654 80 0,'7'-21'47'0,"-7"-3"11"0,7 3 9 16,-7 0 8-16,4 0-9 15,-4 4 11 1,0-4 11-16,0 6-6 0,-7-6-8 16,3 5-9-16,-3-6-19 15,6 6-9-15,-10-4-4 16,11 20-10-16,-12-26-22 15,12 26-3-15,-21-18-1 16,21 18-2-16,-28 0 0 16,11 7-1-16,-2 7 1 15,0 3 1-15,-4 6-1 16,1 6 3-16,-4 8 1 0,-4 6-4 16,4 4 5-1,4 5-3-15,-4 3 2 16,3 2-3-16,4 4 3 15,2-1-2-15,1-3 2 0,5 0 2 16,6-1-5-16,2-6 4 16,-1 0-2-16,8-3 1 15,-1-7-1-15,6-4 2 16,-2-3-1-16,9-5 1 16,-3-6 0-16,7-3 1 15,6-5 0-15,0-3 1 16,3-8 1-16,2 0 1 15,2-4 1-15,0-4 0 0,-1-2 0 16,-3 0-1 0,-3-4 0-16,-3 3-1 15,-4 1-2-15,-2 0 0 16,-17 7-1-16,19-9-1 0,-19 9-2 16,0 0-1-16,0 0 1 15,0 0-1-15,0 0 1 16,0 0 0-16,0 0 0 15,0 0 1-15,0 0 0 16,0 0 3-16,0 0-1 16,0 0 1-16,0 0 1 15,0 0-1-15,0 0-77 16,0 0-66-16,11-15-24 16,1-10-5-16,-9-25-14 15,13-5 56-15</inkml:trace>
  <inkml:trace contextRef="#ctx0" brushRef="#br0" timeOffset="9685.84">12954 9593 126 0,'-4'-26'67'0,"2"0"10"16,-1-2-1-16,3 6 25 15,-3-1-3-15,3 23-4 0,-4-25-21 16,4 25-12-16,0 0-14 16,0 0-10-16,-7 15-14 15,4 11-22 1,-3 14-10-16,3 8-2 0,-4 13 9 16,0 6 0-16,-5 8 0 15,1-1 0-15,3 1 1 16,-6-6-2-16,5-10 1 15,-5-9 2-15,7-10-1 16,-1-9 1-16,4-10-1 16,1-6 1-16,3-15-1 15,0 0 2-15,-4 18 0 16,4-18-1-16,0 0 3 0,0 0 1 16,0-16 3-16,0 16-3 15,-3-29 0 1,-1 3-1-16,-1-7 1 15,2-9-3-15,-1-8 2 0,-3-7-6 16,4-5 1-16,-1-8-2 16,4-4 5-16,-1 0 0 15,1-3 0-15,1 3 1 16,6 3-1-16,0 3 3 16,0 8-2-16,5 10 4 15,2 5-4-15,2 8-1 16,3 8-1-16,0 10-2 15,2 8 0-15,-2 10-1 16,-3 8 1-16,-1 5-1 16,-1 12-1-16,-7 5 2 15,-2 8 1-15,-5 3 2 16,-3 1-1-16,-2 1 2 0,-2-3-2 16,-4 0 1-16,-1-7-1 15,-4-2 1-15,3-4-2 16,-3-4 2-16,5-4-2 15,11-18-1-15,-22 27-1 16,22-27-3-16,0 0 3 16,-12 18 2-16,12-18-1 15,0 0 1-15,19-4 1 16,-19 4 0-16,33-2 2 16,-11 4-1-16,4 7-1 15,6 6-6-15,4 6 5 16,2 5-4-16,-1 5 4 0,1 7-2 15,-5 2 2-15,-4 3 2 16,-2 2 0-16,-5-3 3 16,-10-2-3-16,-8 1 0 15,-8-4-1-15,-11-4 1 16,-8-6-1-16,-3-2 1 16,-10-6-1-16,-10-4 1 15,1-4-2-15,-7-10 2 16,4-4-1-16,-1-2 0 0,7-9 2 15,6-2-1 1,1-3 2-16,13 2-2 16,4-2 3-16,6 2-5 15,12 17-74-15,9-26-41 0,5 8-30 16,12 10-15-16,-4-10-8 16,13 6-11-16</inkml:trace>
  <inkml:trace contextRef="#ctx0" brushRef="#br0" timeOffset="13254.38">14056 9387 171 0,'14'-15'66'16,"-14"15"3"-16,8-21 5 16,-8 21 8-16,7-30 6 15,-7 11-9-15,0 19-11 16,-3-34-8-16,-1 18-4 15,-4-1-11-15,8 17-12 0,-11-21-21 16,11 21-14-16,0 0-1 16,-22 7 0-16,13 14-1 15,-5 6 0-15,2 11 0 16,-5 7 2-16,1 6 0 16,-3 6 2-16,2 2 0 15,5 0-3-15,1-6 4 16,6-1-1-16,5-9 5 15,5-3-2-15,9-7 4 16,9-5-3-16,10-11 3 16,5-5 2-16,10-5-3 15,4-5-1-15,6-6-2 16,1-4-1-16,5-3-1 0,-2-2-4 16,-3-5 2-16,-8 3-1 15,1-1 0 1,-9-3 2-16,-1 3-17 0,-9-1-116 15,-9-7-46-15,9 5-9 16,-19-18-5-16,12 1-2 16</inkml:trace>
  <inkml:trace contextRef="#ctx0" brushRef="#br0" timeOffset="17310.28">15172 9169 245 0,'0'0'115'0,"4"-22"-4"15,-4 22-13-15,0-18-14 16,0 18-9-16,0 0-10 16,0 0-10-16,0 0-15 15,-7 19-30-15,7 14-2 16,-7 12-3-16,3 14 0 15,-5 15-3-15,-1 13 1 16,1 8-2-16,-4 0-3 16,6-1 1-16,-6-13 0 0,6-10-1 15,1-14 0 1,4-17-1-16,-2-12-2 16,4-11-1-16,0-17 0 15,0 0 0-15,6-15 0 0,-6-6 2 16,0-7-1-16,0-10 1 15,3-9 2-15,0-12 1 16,4-5 2-16,0-8-1 16,6-5 0-16,-3-6-1 15,9-1 1-15,-3 0 1 16,6 5 0-16,1 4 0 16,-2 10-2-16,5 8 2 15,-7 10-1-15,3 12 1 0,-3 11 1 16,-3 8 2-1,1 11 1-15,-17 5 2 16,26 23-1-16,-17 4 0 16,5 13 1-16,-2 9-2 0,2 10 0 15,5 6-4-15,0 6 1 16,-3 2-4-16,5-2 1 16,1 2-2-16,1-4 1 15,-1-9 0-15,1-1 0 16,-1-5 2-16,-2-6-1 15,-3-4 3-15,-1-4 0 16,-8-6 1-16,3-3 0 16,-11 0-5-16,-4-6-54 15,1 1-39-15,-6-6-30 16,-1-4-28-16,10-16-11 16,-30 17 2-16,14-15 3 15</inkml:trace>
  <inkml:trace contextRef="#ctx0" brushRef="#br0" timeOffset="17583.47">15179 9861 129 0,'-17'2'80'16,"-2"-2"14"-16,19 0 12 15,0 0-9-15,0 0-3 16,0 0-8-16,19-26-5 15,10 14-14-15,8-5-22 16,11-2-27-16,6 0-18 0,5-4-2 16,5 6-1-16,2-4 1 15,2 4-1-15,-7-4-35 16,-2 5-48 0,-7-1-38-16,-7-7-23 0,0 5-19 15,-15-18-8-15,6 8 23 16</inkml:trace>
  <inkml:trace contextRef="#ctx0" brushRef="#br0" timeOffset="19085.87">16300 9159 191 0,'7'-25'118'0,"-5"3"-8"15,2 3-9-15,-4 19-9 16,3-21-10-16,-3 21-13 15,-9 23-15-15,2 11-30 16,0 11-26-16,-5 16-2 16,2 8 3-16,-6 18 0 15,2 4-1-15,-1 1 1 16,-4-5 0-16,5-9 0 0,-5-11 1 16,6-10 2-16,0-14-2 15,0-13 1-15,7-13 2 16,6-17 3-16,0 0 1 15,-11-17 1-15,15-11-2 16,-4-12-1-16,7-10 0 16,-1-12 1-16,3-9-1 15,2-5-5-15,1-7 1 16,5-2 0-16,-1 3 0 16,3 5 2-16,0 7-1 15,2 10 0-15,1 8-2 16,-3 12 2-16,4 11-2 15,-7 9-2-15,1 12-2 0,2 8-2 16,-19 0 0-16,31 31-2 16,-13 0 2-1,-3 11-3-15,3 8 3 16,-3 10-1-16,1 5 5 0,3 4-2 16,-2 0 4-16,-1 5-3 15,3-1 0-15,0-4 2 16,-2-3 0-16,6-5 1 15,0-6-2-15,-1-5 2 16,1-3 1-16,-4-12 2 16,-2-9 1-16,-1-6 0 15,-1-4 0-15,-15-16-2 16,14 17-23-16,-14-17-73 0,0 0-24 16,0 0-11-16,0 0-3 15,-10-17-8-15,10 17-2 16</inkml:trace>
  <inkml:trace contextRef="#ctx0" brushRef="#br0" timeOffset="19438.12">16248 9784 225 0,'-26'-6'114'0,"26"6"-6"16,0 0-8-1,-19-8-8-15,19 8-12 16,0 0-13-16,23-16-14 0,-8 7-24 16,8-1-23-16,10 1-4 15,5-4 0-15,5-3-3 16,11 0 3-16,2 1-2 15,-1 3 1-15,4-4-1 16,-1 4 0-16,-10-2 0 16,-3 5 1-16,-5-1-3 15,-10-4-69-15,-2-5-53 16,-6-5-30-16,-8-18-13 16,2-6-5-16,-9-25-10 15</inkml:trace>
  <inkml:trace contextRef="#ctx0" brushRef="#br0" timeOffset="20670">17422 9048 201 0,'0'0'111'16,"3"-28"3"-16,-3 28-15 0,7-22-10 15,-7 22-13-15,0 0-14 16,0 0-16-16,0 0-18 16,0 0-16-16,0 0-15 15,16 17 1-15,-13 7-2 16,-3 11 2-16,0 15-1 16,4 14 1-16,-4 10-2 15,-7 8 3-15,3 8 0 16,-4 0-1-16,1-5 1 0,-4-6-3 15,3-11 3 1,-3-13-1-16,4-12 1 0,2-8-2 16,-2-14 2-1,7-21 1-15,-7 22 3 0,7-22 1 16,0-17 1-16,4-4 0 16,-1-8-2-16,4-13 2 15,-2-8 0-15,-1-10 0 16,6-10-3-16,-1-4 1 15,-2-6-2-15,0 1 1 16,1-3 2-16,6 6-1 16,-3 7 1-16,1 5-4 15,0 10 4-15,2 11-2 16,1 10 0-16,-1 9-1 16,-2 8 1-16,-12 16-2 15,27-14-2-15,-27 14 0 16,22 12-1-16,-22-12-1 0,33 39-1 15,-14-10 1-15,0 11-2 16,7 7 2-16,4 6 0 16,-4 4 2-16,3 4-1 15,1-1 2-15,-8 1-1 16,4-4 0-16,-3 0 0 16,-4-7 1-16,-7-1 1 15,2-4-1-15,-7-5 1 16,-2-4-2-16,2-5 4 15,-7-5-3-15,0-5 3 16,0-4-3-16,0-17-6 16,-3 16-66-16,3-16-37 15,0 0-13-15,0 0-14 0,-9-16-8 16,9 16-4-16</inkml:trace>
  <inkml:trace contextRef="#ctx0" brushRef="#br0" timeOffset="21064.28">17286 9669 83 0,'16'-21'55'0,"-16"21"9"0,33-24-1 15,-14 10 0-15,7-3-1 16,7 3 21-16,2-1-6 16,6 3-8-16,-1-4-12 15,5 6-11-15,-3-3-8 16,3 7-5-16,-8-3-9 15,4 2-19-15,-11 2-5 16,-4 1-1-16,-4 3 1 16,-6-3 0-16,-16 4-8 0,23-9-70 15,-23 9-40-15,14-17-29 16,-14-5-14-16,8-4-3 16,-8-23 20-16</inkml:trace>
  <inkml:trace contextRef="#ctx0" brushRef="#br0" timeOffset="23938.32">13025 15082 59 0,'21'-12'25'16,"10"-2"-1"-16,5-1-2 15,6-3-9-15,7 1-4 16,3-2-3-16,8 3 0 16,6 2-3-16,9-1 0 15,0 3-2-15,5 0 13 16,5 5 6-16,-4-2 6 0,9 4 8 16,-4 0 12-16,0-1 6 15,1 3 5-15,2 0 5 16,1 1-7-1,0-3-2-15,7-1 0 0,-1 1-1 16,1 3-10-16,0-3-5 16,4 4-5-16,0-5-4 15,1 5-7-15,-1-3-4 16,-1 6-7-16,5-4-5 16,2 2-2-16,-4 0-2 15,-3 2-2-15,4-2 0 16,1 2 0-16,-8 1 1 15,0 2 0-15,0-1-1 0,-3 1 1 16,0-2-1-16,-1 4 1 16,-1-1 0-1,-5-1-1-15,0-2 0 16,-2 1 0-16,0-3 1 0,-5-1-1 16,1 2 1-16,-2-2-1 15,2-2 1-15,-1 1 0 16,2-1-2-16,-8-2 2 15,8 1 0-15,-8 0 0 16,3-3 0-16,-3 3-1 16,-2-1 1-16,-3 1 0 15,-5 1 1-15,-3 0-1 16,-2-1 0-16,-3 0 0 0,-1 1 0 16,-10 0 0-16,0-1 0 15,1-1-1-15,-8 1 1 16,2-1-1-1,-6 1 0-15,-1-1 1 0,-7 1-1 16,-3-1 0-16,0 3 0 16,-4-3 0-16,-2 2 0 15,-17 2 1-15,23-3 0 16,-23 3 0-16,15 0 1 16,-15 0 0-16,0 0 0 15,0 0 0-15,0 0-1 16,0 0 2-16,0 0-2 15,0 0 0-15,0 0 0 0,0 0-1 16,0 0 0 0,0 0 1-16,0 0-1 15,16 2 0-15,-16-2 1 16,0 0-1-16,17 5 2 0,-17-5-1 16,30 3 0-16,-11-1 0 15,3-2 0-15,4 2 0 16,7-2 0-16,2 0 0 15,2-2 0-15,1 2-1 16,-2-2 0-16,2 1 0 16,-5 1-14-16,-7-6-51 15,-3 1-34-15,-4-2-17 16,-19 7-18-16,12-27-5 16,-17 4-6-16,-5 2 4 15</inkml:trace>
  <inkml:trace contextRef="#ctx0" brushRef="#br0" timeOffset="24358.62">18651 14402 119 0,'-23'-4'40'0,"23"4"0"15,0 0-2-15,0 0 4 16,26 21-1-16,-7-11-2 15,7 1-2-15,4 3 3 16,8-2-2-16,2 0-8 16,5 0-9-16,0 2-12 15,4 1-8-15,-8-2 1 0,3 2 3 16,-6-1 5-16,-3 5 4 16,-11-3 14-16,-1 8 11 15,-11-3 1 1,-2 6 0-16,-6 8-1 0,-8 5-2 15,-13 3-5-15,1 9-4 16,-13 5-14-16,-6 5-11 16,-10 1-2-16,-7-1 2 15,-7-3-2-15,-2-4 0 16,-5-3-2-16,-5-5 2 16,3-11-15-16,0-11-47 15,9-6-39-15,4-12-33 16,1-20-22-16,7-4-11 0,2-30 0 15,7-12 90-15</inkml:trace>
  <inkml:trace contextRef="#ctx0" brushRef="#br0" timeOffset="25914.73">18741 8904 84 0,'0'0'94'0,"-12"-17"9"15,12 17 0-15,0 0-8 0,0 0-1 16,-4-16-10-1,4 16-9-15,0 0-15 16,0 0-13-16,0 0-24 16,0 0-15-16,0 0-5 15,0 0 0-15,0 0-2 0,-3 28-4 16,-1 0 0-16,4 10-2 16,-3 10 0-16,3 13-2 15,0 8 4-15,0 5-3 16,0 1 3-16,3-4 0 15,-3-4 2-15,4-6-2 16,-1-11 2-16,-3-7-1 16,0-11 1-16,0-6 0 15,0-9 0-15,0-17 0 16,0 19 0-16,0-19 2 16,0 0-2-16,0 0 2 15,0 0 2-15,-7-19-2 0,4-2 2 16,-2-10 0-16,-2-5 0 15,-4-16-2-15,3-7 1 16,-3-9 0-16,-1-6-2 16,2-6 3-16,3 2-4 15,3 2 4-15,4 5 2 16,4 5-1-16,3 8 2 16,8 6-2-16,3 10 0 15,1 8-1-15,3 6 1 16,1 9-4-16,-1 7-4 15,-2 12 2-15,-3 8-7 16,-5 8 4-16,-2 3-1 16,3 7 1-16,-10 3 0 0,4 2 1 15,-4 2 1-15,-3-3 1 16,6-4 3-16,-6 0-1 16,0-2 0-16,-2 2-1 15,-2-2 1-15,1 0-1 16,-4 1 1-16,-3-3-1 15,1 1 0-15,-1-4 0 16,1-2 0-16,9-17 0 16,-14 24 0-16,14-24 2 15,0 0 1-15,0 0 2 16,0 0-1-16,0 0 0 16,0 0 1-16,23 2-1 15,-23-2 0-15,36-2-2 0,-6 4-2 16,4 8-2-16,6 2 2 15,9 7-1 1,-1 4 0-16,1 6-2 16,0 3 1-16,-4 4-1 0,-11 2 2 15,-8-2-1-15,-8 2 1 16,-13 2-1-16,-10 0 2 16,-13 2 0-16,-8-1 0 15,-8-3 2-15,-11-1-2 16,-7-5 1-16,-1-4-1 15,1-7 3-15,0-7-2 16,4-7-13-16,6-9-89 16,9-7-42-16,17 4-19 15,6-16 0-15,10 21-4 16,19-38 99-16</inkml:trace>
  <inkml:trace contextRef="#ctx0" brushRef="#br0" timeOffset="28028.23">19701 8828 253 0,'0'0'120'0,"0"0"-6"15,0 0-11-15,0 0-12 16,-12 24-19-16,8-3-21 15,1 12-22-15,-1 12-25 0,1 14-1 16,-4 12-3-16,5 10 1 16,-1 7-3-1,-1 1 1-15,1-3-2 16,3-6 2-16,3-11-2 16,-3-14 1-16,4-13 2 0,-4-13-1 15,0-13 2-15,0-16-2 16,0 0 2-16,0-22 1 15,0-3-1-15,-4-11 1 16,1-7-2-16,-1-9 1 16,-4-12-1-16,-3-2 0 15,-3-5 0-15,2-4-1 16,0 1 3-16,-2 3-4 16,-2 2 4-16,6 7-1 15,3 6 2-15,5 4 4 16,4 4-4-16,5 8 1 15,7 2-1-15,5 5 2 0,7 2-1 16,4 3-1-16,1 6-3 16,9 6-4-16,-6 9 2 15,6 5 0-15,2 8-1 16,-4 6 2-16,-1 7-2 16,-8 5 4-16,-3 4-1 15,-7 1-1-15,-3 1 3 16,-13 1-1-16,-6-2 0 15,-4 1-1-15,-9-6 2 16,-3 3-4-16,-3-2 3 16,-8-3 0-16,1 1-3 15,-1-3 1-15,2 1 0 16,2-3-1-16,4-1-1 0,1-7-1 16,21-10-1-16,-19 18 2 15,19-18 3-15,0 0 0 16,0 0 0-1,26 5 0-15,-4-5 1 0,8 0 1 16,8 1 0-16,6 1-1 16,8 2-1-16,1 3-2 15,3 0-2-15,0 3 1 16,-8 4-2-16,-3 1 2 16,-7 4 1-16,-11 4 1 15,-10 3-1-15,-14 3 2 16,-10 4-1-16,-6 2 4 15,-14-1-2-15,-4 3 0 0,-12-3-1 16,-6-1 0-16,-3-3-1 16,-2-4 2-16,-1-6-1 15,3-4 1-15,3-6-2 16,7-3 1-16,6-3 0 16,7-4 0-16,9-2-2 15,20 2 0-15,-22-9 3 16,22 9 0-16,0 0 2 15,0 0-7-15,7-15-84 16,-7 15-42-16,29-28-22 16,-3 13-12-16,-3-18 0 15,12-2 39-15</inkml:trace>
  <inkml:trace contextRef="#ctx0" brushRef="#br0" timeOffset="29567.33">20479 8795 215 0,'-2'-21'120'0,"7"-1"-8"15,2 1-10-15,0 0-9 16,-7 21-17-16,26-27-10 16,-10 21-21-16,-16 6-40 15,26 18-8-15,-14 6 2 16,2 11-2-16,-7 10 0 16,1 12-1-16,3 8 1 15,-8 10 0-15,6-1 1 16,-6-1 1-16,-3-2-1 0,0-7 1 15,0-9 0-15,-3-8 1 16,-1-7-1-16,-1-9 2 16,-2-7-1-1,-3-3 2-15,10-21-1 0,-16 24 1 16,16-24-2-16,0 0 0 16,-15 11 0-16,15-11 1 15,-7-16 0-15,3-1-1 16,1-6 1-16,-1-6-1 15,2-11 2-15,-1-7 0 16,-1-11 1-16,4-5-3 16,0-8 4-16,4 0-3 15,1-5 3-15,2 0 1 0,4 0-2 16,8 5 1-16,0 9 0 16,7 4-1-16,7 8-2 15,1 7 1-15,6 8-3 16,5 11-5-16,-3 10 3 15,-5 9-1-15,-3 9-1 16,-4 8 2-16,-8 10 0 16,-6 8 1-16,-9 11 3 15,-11 4-1-15,-4 4 2 16,-10 3-1-16,-1-1 0 16,-3-2-1-16,-4-2 0 15,0-4-2-15,3-7 0 16,4-6 1-16,0-4-1 0,5-6 0 15,14-20 0-15,-16 25-1 16,16-25 2 0,0 0 4-16,0 0 0 15,0 0 0-15,0 0 0 0,23-6 0 16,-4-2 2-16,7-1-2 16,4 0-1-16,6 4-5 15,6 4 2-15,6 4-2 16,4 7 0-16,6 6-1 15,-3 5 0-15,1 5 1 16,-1 10 0-16,-1 2 0 16,-5 7-1-16,-6 4 1 15,-12 1 0-15,-8 0 2 16,-9 2-1-16,-11-2 2 16,-13-3-2-16,-9-2 3 15,-11-5 0-15,-8-7-1 16,-10-6 2-16,-1-1-2 0,-10-5 2 15,3-5-2-15,-4-8 2 16,1-4-3-16,3-4 1 16,7-4-1-16,4-4-3 15,7-13-70-15,16-9-45 16,4-4-26-16,10-23-13 16,16-7-3-16,-1-30 18 15</inkml:trace>
  <inkml:trace contextRef="#ctx0" brushRef="#br0" timeOffset="30954.31">21796 8750 261 0,'0'0'118'0,"-7"-22"-5"16,7 22-14-16,0 0-11 16,-3-16-17-16,3 16-15 15,3 21-26-15,1 3-33 0,-1 11-2 16,4 6 0-1,-2 13 4-15,2 12 0 0,4 8-1 16,-3 9-2 0,3-1 0-16,-3-1 4 0,-1-3-2 15,-3-7 3-15,3-9-2 16,-7-10 2-16,3-14-2 16,-3-9 2-16,0-9-1 15,0-20 2-15,-3 17-2 16,3-17 1-16,0-19 1 15,3-4 0-15,-3-13 0 16,0-7-1-16,2-16 2 16,1-7-4-16,-3-10 4 0,0-2-4 15,4-5 2 1,-1 2 1-16,-3-3-2 16,4 7 1-16,-1 4 0 15,4 9 3-15,-5 7-1 0,8 8 0 16,1 4-1-16,8 9-2 15,-4 8 2-15,8 7-1 16,0 8-1-16,-1 7-5 16,4 8 1-16,0 7 1 15,-7 12-1-15,-1 6 2 16,-6 11 0-16,-5 9 0 16,-7 7 2-16,-7 3 1 15,-5 2 1-15,-7 0-1 0,-7-1 0 16,-4 1 0-1,-3-5-2-15,-2-7 1 16,-1-6-1-16,3-6 1 16,5-6-2-16,2-8 1 0,9-5 2 15,17-16 1-15,-16 6 1 16,16-6 0-16,16-20 0 16,1 2-1-16,6-2 2 15,6-3-1-15,2-3-2 16,2 4-2-16,9-1 0 15,0 4-1-15,1 9 0 16,2 3 0-16,4 10-1 16,-4 6 1-16,7 8-1 15,0 6-1-15,-3 8 0 16,-1 5 1-16,-6 6-1 16,-6-1 1-16,-4 1 0 0,-11-1 2 15,-9-1 1-15,-12-2 0 16,-11-3 0-16,-8-6 1 15,-16-3-1-15,-1-1 1 16,-13-6 0-16,-3-4 1 16,-8-3-3-16,-3-7 1 15,2-3 0-15,2-4-3 16,11-4-63-16,-4-5-44 16,13-10-29-16,10 1-17 15,6-15-2-15,16 2-5 16</inkml:trace>
  <inkml:trace contextRef="#ctx0" brushRef="#br0" timeOffset="32527.48">23355 8930 169 0,'0'0'98'0,"0"19"6"16,0-19-6-16,0 0-11 15,0 0-13 1,0 0-2-16,3-15-5 0,-3 15-23 15,0-23-38-15,0 6-4 16,-3-2 2-16,-1-2-2 16,1-2 3-16,-2 1-3 15,-2 1 2-15,-4 2-1 16,6 2 2-16,5 17-1 16,-23-4-4-16,23 4 2 15,-32 33-4-15,12 0 3 16,-2 9-4-16,1 10 1 15,-2 5-2-15,4 9-1 0,0-1 2 16,9 6-1-16,1-3 0 16,13-2-1-16,1-8 2 15,9-2-1 1,8-6 2-16,4-10 0 0,13-7 3 16,6-11-1-16,3-8 1 15,8-9 1-15,-1-8 0 16,1-6 0-16,-2-8-1 15,-2-6 0-15,0-4-4 16,-7-5-117-16,4 3-44 16,-16-18-14-16,5 4-3 15,-12-21 8-15</inkml:trace>
  <inkml:trace contextRef="#ctx0" brushRef="#br0" timeOffset="34179.21">24474 8638 183 0,'0'0'175'0,"0"0"-41"16,0 0-50-16,-17-2-2 16,17 2-2-16,0 0-18 15,-7 24-30-15,5 4-32 16,2 8 3-16,-3 11-2 16,-1 12 0-16,-3 10 0 15,1 11-1-15,-3 4-1 0,2 1-2 16,0-5 3-1,2-4-3-15,1-8 4 16,1-11-2-16,-1-11 0 16,4-11-9-16,0-12-65 0,0-23-45 15,11 17-23-15,-11-17-4 16,5-31 1-16,-2 0 12 16</inkml:trace>
  <inkml:trace contextRef="#ctx0" brushRef="#br0" timeOffset="34779.64">24487 8904 281 0,'-7'-41'113'15,"1"3"-4"-15,-4-1-15 16,0 8-11-16,-6 0-16 16,6 5-16-16,1 0-29 15,2 5-23-15,3-1 1 0,8 1-3 16,3 0 3-16,8 1 1 15,8 1 0-15,3 1 0 16,7 3 1-16,5 4-2 16,2 8 1-16,2 6 0 15,-4 9 1-15,-5 9-1 16,0 7 1-16,-10 12 1 16,-8 5 2-16,-8 7 0 15,-7 1 1-15,-10 3-2 16,-6-3 1-16,-3-1-3 15,-7-7 1-15,0-5-3 16,3-9-2-16,6-7 0 16,1-4-3-16,16-20 0 0,-15 19-1 15,15-19 2-15,0 0 0 16,15-6 0-16,4 1 0 16,4-2 2-16,10 0 1 15,3 4 1-15,6 6 0 16,0 6-1-16,6 8 0 15,-2 8 2-15,-7 7-2 16,0 8 2-16,-10 5 1 16,-6 2 1-16,-9-2 0 15,-9-2 0-15,-10-3-1 16,-9-4 1-16,-9-6-1 16,-3-6 0-16,-7-7-2 15,-9-4 0-15,-6-7 0 0,-1-6 1 16,-3-5-1-16,0-3-2 15,0-5 1 1,-2-2-101-16,2-4-56 16,16 3-7-16,1-13-1 0,12 3-4 15,3-14 93-15</inkml:trace>
  <inkml:trace contextRef="#ctx0" brushRef="#br0" timeOffset="36387.78">26215 8625 259 0,'0'0'107'15,"0"0"-6"-15,6-17-16 16,-6 17-13-16,0 0-18 15,-6 16-19-15,6-16-14 16,-3 22-3-16,3-22-5 0,-4 24 3 16,4-24-3-16,-3 21-2 15,3-21-3 1,0 16 2-16,0-16-8 16,0 0-3-16,0 0 1 0,0 0-2 15,0 0 3-15,0 0 0 16,10-16 0-16,-10 16-3 15,0-22 4-15,0 6-2 16,0-1 2-16,-3-2 0 16,-1 0 1-16,-2 1-1 15,2 1 1-15,4 17 1 16,-19-26 0-16,19 26-1 16,-26-12 0-16,10 14-1 15,-1 6-2-15,-2 10 0 16,-7 4-2-16,3 8 0 15,-6 11 2-15,3 6-2 16,0 7 2-16,1 5-2 0,5 1 3 16,0 2-2-16,5-1 2 15,8-2-1-15,3-5-3 16,4-6 3-16,11-1-1 16,1-7 0-16,5-6-1 15,9-4 1-15,2-6-1 16,5-5 1-16,4-7-1 15,8-3 2-15,0-8-1 16,0-4 1-16,4-2 1 0,-4-2 2 16,-5-4-1-1,-6 1-1-15,-1 1 0 16,-7 1-1-16,-10 1 0 0,-16 7-1 16,19-9 0-16,-19 9 0 15,0 0 1-15,0 0 0 16,0 0 0-16,0 0-64 15,0 0-67-15,4-15-28 16,-11-5-2-16,10 3-3 16,-12-17 7-16</inkml:trace>
  <inkml:trace contextRef="#ctx0" brushRef="#br0" timeOffset="39362.9">27483 8575 228 0,'12'-33'186'0,"-2"9"-46"16,-3 5-53-16,-7 4-5 16,0 15 2-16,0-21-33 15,0 21-51-15,0 0-3 16,0 0 0-16,0 0 0 16,-17 12 0-16,5 10 1 15,-2 10 0-15,-5 13 2 16,-7 8 0-16,-6 13 0 15,-8 10 0-15,2 6 1 16,-5-5-1-16,5 0-1 16,5-6 1-16,1-11-3 0,6-11 2 15,7-8-1-15,5-13 0 16,4-9 0-16,10-19 1 16,-5 15 2-16,5-15 1 15,0 0-1-15,3-31 0 16,2 5 2-16,-1-10-1 15,3-11 1-15,5-5-2 16,-2-12 1-16,1-3-2 16,4-4-2-16,1 2 1 15,-2-1 0-15,2 6-1 16,-3 5-1-16,3 6 1 16,0 8 0-16,1 7-1 15,-1 8 4-15,-4 6-2 0,-12 24 0 16,26-21 0-16,-26 21 3 15,22 14-1-15,-8 9-2 16,-1 8 1-16,0 12 2 16,0 9 0-16,4 5 1 15,2 5-2-15,4 6-1 16,-1-4 0-16,1 2 1 16,3-2 0-16,0-11-3 15,0 1 2-15,0-4-2 16,-4-1 2-16,-2-4 0 15,-7 0 1-15,0-4 1 16,-7-1 0-16,-2 0-1 16,-4-4 3-16,-10-3-3 0,3-2 2 15,-9-5-3-15,0-8-29 16,2-3-37-16,14-15-16 16,-29 5-6-1,29-5-1-15,-23-22 3 0,8-2-3 16,-1-2 2-16,-6-5 29 15,-4-6 40-15,0-1 28 16,-7 3 13-16,0 1 7 16,-2-1 3-16,2 4 12 15,0 2 15-15,5 6 27 16,2 2-3-16,5 8-14 16,6-1-8-16,15 14-7 15,-23-12-5-15,23 12-9 0,0 0-15 16,0 0-26-1,19 0-1-15,0 1 2 16,7-2 1-16,7-1 1 16,12-3 0-16,4-2-1 0,13-4 0 15,6-1 0-15,7-3-1 16,3-1-1-16,5 0 1 16,2-1-1-16,-3 0-6 15,-7 1-63-15,-8 1-51 16,-6 8-29-16,-16-7-13 15,-5 10-1-15,-21-6-15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0T06:50:43.40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context xml:id="ctx1">
      <inkml:inkSource xml:id="inkSrc55">
        <inkml:traceFormat>
          <inkml:channel name="X" type="integer" max="3520" units="cm"/>
          <inkml:channel name="Y" type="integer" max="1984" units="cm"/>
          <inkml:channel name="T" type="integer" max="2.14748E9" units="dev"/>
        </inkml:traceFormat>
        <inkml:channelProperties>
          <inkml:channelProperty channel="X" name="resolution" value="127.53623" units="1/cm"/>
          <inkml:channelProperty channel="Y" name="resolution" value="128" units="1/cm"/>
          <inkml:channelProperty channel="T" name="resolution" value="1" units="1/dev"/>
        </inkml:channelProperties>
      </inkml:inkSource>
      <inkml:timestamp xml:id="ts1" timeString="2022-01-10T06:53:10.479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8940 836 540 0,'0'0'210'0,"0"0"2"16,-52-78-151-16,52 78-61 15,0 0 0-15,0 0 0 16,0 0 0-16,0 0 0 16,0 0 0-16,0 0 0 15,-64 92-3-15,64-92 5 16,9 102-7-16,-9-102 5 15,21 113 4-15,-21-113-3 16,27 103 0-16,-27-103-85 16,56 78-66-16,-56-78-19 15,75 44-5-15,-75-44-10 16,100 7-13-16</inkml:trace>
  <inkml:trace contextRef="#ctx0" brushRef="#br0" timeOffset="520.29">10088 891 528 0,'0'0'200'0,"0"0"-3"15,-26-71-99-15,26 71-98 16,0 0 0-16,0 0 0 15,0 0 0-15,-71-22 0 0,71 22-1 16,0 0-6-16,-56 88-2 16,56-88 8-16,-38 127 0 15,15-48-1 1,8 8 3-16,1 10 3 0,2 3-11 16,8 6 6-16,4-2 3 15,9-4-4-15,8-3-12 16,6-5 10-16,6-13-9 15,6-22 13-15,5-17 3 16,2-28 6-16,-42-12-10 16,97-33 5-16,-97 33 13 15,90-116-11-15,-48 33 6 16,-6-5-11-16,-6-14 3 0,-8 7-5 16,-13-2 2-1,-2 0-11-15,-14 10-2 16,-2 4-1-16,-10 11 6 15,19 72 3-15,-52-104 3 0,52 104-9 16,0 0 12-16,-108-70 3 16,108 70-2-16,-78-1-71 15,78 1-75-15,0 0-40 16,-67 27-13-16,67-27 9 16,0 0-11-16</inkml:trace>
  <inkml:trace contextRef="#ctx0" brushRef="#br0" timeOffset="920.63">10980 822 555 0,'0'0'193'0,"0"0"2"0,0 0-124 16,0 0-70-16,0 0 0 16,0 0-5-16,0 0 5 15,0 0-4-15,0 0 2 0,-7 82 2 16,7-82-6-16,14 135 3 16,-9-51-4-1,-1 19 8-15,-4 7-1 16,-4 8 0-16,1 3-9 0,1 12 6 15,-5-1-3-15,4-11-7 16,-1-8 7-16,4-23-7 16,4-12-1-16,-4-21-1 15,3-16 15-15,-3-41-3 16,19-40-87-16,-19 40-57 16,19-138-17-16,0 46 0 15,-1-12-7-15,8-3 10 16</inkml:trace>
  <inkml:trace contextRef="#ctx0" brushRef="#br0" timeOffset="1212.83">11582 582 593 0,'18'-73'191'0,"-18"73"-10"16,0 0-123-16,0 0-58 15,0 0 0-15,0 0 0 16,0 0 0-16,-21 81 0 16,21-81-1-16,0 0-4 15,-5 99 6-15,5-99-7 16,-7 69-56-16,7-69-90 0,0 0-28 15,-14 90-7-15,14-90-1 16,0 0-2-16</inkml:trace>
  <inkml:trace contextRef="#ctx0" brushRef="#br0" timeOffset="1668.16">8996 3138 545 0,'-71'21'175'16,"12"-11"-2"-16,29 1-173 16,30-11-4-16,52 3-1 15,26-17 0-15,42-8 1 16,30-2-2-16,32-6 6 0,17-4-2 15,18-11 1 1,11-2 4-16,-1-5-2 16,-13 5 5-16,-13 1-8 15,-26 4 7-15,-22 6-5 0,-24 6 3 16,-29 16-93-16,-34 6-53 16,-31 8-31-16,-16 12 2 15,-19-12-5-15,-42 34 52 16</inkml:trace>
  <inkml:trace contextRef="#ctx0" brushRef="#br0" timeOffset="2018.63">8720 3232 505 0,'0'0'197'16,"0"0"-1"-16,68-9-199 15,32-3 0-15,37-5 2 16,32-2-2-16,29-7 2 16,22-11-2-16,23-3 4 15,9-6-3-15,1-8 4 0,-6 4 4 16,-8-7-5-1,-15 10 5-15,-15-5-2 16,-22 5 4-16,-31 8-6 16,-24 14 2-16,-31 10-90 0,-23 13-73 15,-33 12-32-15,-19 11-6 16,-36 2-8-16,-6 8 128 16</inkml:trace>
  <inkml:trace contextRef="#ctx0" brushRef="#br0" timeOffset="64448.63">4342 4769 383 0,'-22'-17'148'0,"6"-6"-30"16,16 7-15-16,7-11-19 15,19 4-17-15,0-4-39 16,16 2-33-16,10 5 7 16,5 6 3-16,6 12 1 15,4 11 1-15,1 18-1 16,-6 22-2-16,-6 18 2 15,-7 22-4-15,-11 21 2 16,-5 15-4-16,-11 12-1 0,-3 1-2 16,-12 1 7-1,2-8-5-15,-2-11 3 16,3-15-4-16,6-20 1 16,7-17-4-16,13-20 4 0,9-15-6 15,19-17 1-15,8-11 0 16,16-9 1-16,9-8 2 15,13-3 2-15,6 2 1 16,2 1 1-16,-2 7 0 16,1 7 0-16,-10 10 4 15,-6 9-2-15,-7 13 3 16,-13 11-2-16,-4 7 3 16,-11 14-3-16,-2 9 3 15,-9 4-6-15,1 8 3 16,-2 8 2-16,-2 2-7 15,0 0 4-15,3 3-5 16,3 1 4-16,4-3-5 0,9-1 6 16,4-2-4-16,7-3-3 15,-3-9 4-15,6-1-3 16,-3-6 11-16,-2-10-3 16,-11-6-2-16,-11-6-24 15,-13-14-55-15,-9-8-54 16,-13-7-21-16,-23-25-15 15,0 0-14-15,7-23-4 16</inkml:trace>
  <inkml:trace contextRef="#ctx0" brushRef="#br0" timeOffset="64848.91">7850 6893 475 0,'0'0'158'15,"0"0"-28"-15,0 0-27 16,-5 15-23-16,14 11-45 16,1 4-29-16,9 6-4 15,4 6-2-15,6 4-3 16,10 1-2-16,0 0 3 16,3 0-1-16,-4-1 3 15,-1-4-1-15,-8-2 1 16,-10-2-2-16,-8 0 3 15,-15 2-3-15,-10 5 2 0,-12 3-3 16,-15 4 10-16,-15 7-2 16,-8 7-3-16,-14 5 2 15,-9 5-2-15,-5 3 2 16,-5 1-4-16,3 0 5 16,7-4-11-16,13-5 5 15,11-9 3-15,11-12-3 16,17-12-33-16,22-8-66 15,13-15-50-15,20-16-31 16,22-8-3-16,7-20 0 16,22-3 26-16</inkml:trace>
  <inkml:trace contextRef="#ctx0" brushRef="#br0" timeOffset="65560.42">9333 6945 450 0,'-37'-11'185'15,"-11"17"1"-15,-13 7-93 16,-17 8-37-16,0 14-41 15,-9 10-21-15,-3 7 4 16,-6 13-3-16,2 10 4 16,-3 17-4-16,7 8 6 15,5 14 2-15,5 13 0 16,11 13 1-16,4 7-2 0,13 9 1 16,14 3 3-16,12-1-2 15,19-1 0-15,14-5-6 16,16-6 3-16,22-11-6 15,14-9 5-15,24-10-8 16,14-10-2-16,20-13 0 16,16-11 1-16,17-15-1 15,14-13 0-15,12-16 2 16,11-14-2-16,15-15 5 16,-1-16 1-16,7-14 1 15,2-15 3-15,-1-9-1 16,-13-16 2-16,-4-10-1 15,-15-9 3-15,-13-10-1 0,-15-6 0 16,-21-7 0-16,-20-7-3 16,-18-8 4-16,-19-3-5 15,-18-6 6-15,-20-4-5 16,-23-4 5-16,-17 0 3 16,-19-4-4-16,-14 1-1 15,-14-2 3-15,-12-2 2 16,-17 0 2-16,-7 5 3 15,-14 7-1-15,-4 7-2 16,-12 11-2-16,-3 13 1 16,-11 18-6-16,-5 20 1 15,-3 23-9-15,3 19 3 16,2 22-3-16,2 25-3 0,4 26 6 16,8 17-77-16,16 26-66 15,20 19-34-15,2 10-9 16,24 13-4-16,5-13 5 15</inkml:trace>
  <inkml:trace contextRef="#ctx0" brushRef="#br0" timeOffset="66156.84">9517 7923 535 0,'0'-26'198'16,"0"26"-26"-1,0 0-115-15,-5 24-53 16,5 11-2-16,-4 15-1 0,1 14-2 16,-4 12-5-16,0 14-1 15,-2 9 3-15,-1 3 5 16,-6-7-5-16,0-8 6 15,-1-13-4-15,1-13 4 16,1-18-1-16,1-10 4 16,14-33-4-16,-19 14-1 15,19-14 0-15,-7-42 0 0,7 4 3 16,3-11-5-16,-3-9 1 16,7-12-4-16,2-6 7 15,5-2-5-15,1 0 6 16,5 4-5-16,2 3 3 15,2 7-1-15,-1 9 3 16,3 8-2-16,-3 11 2 16,-1 6-1-16,-3 9 4 15,4 7-1-15,-4 11-1 16,3 8-1-16,8 11-2 16,-4 13 0-16,7 13-2 15,5 10 1-15,2 12-6 16,-2 12 2-16,7 9-2 0,-6 1 4 15,1 9-1-15,-8-3 5 16,-4-2-5 0,-7-7 5-16,-5-5-5 15,-9-12 5-15,-2-5-65 0,-10-16-57 16,-6-23-40-16,11-22-11 16,-33 9-12-16,11-18-1 15</inkml:trace>
  <inkml:trace contextRef="#ctx0" brushRef="#br0" timeOffset="66390">9423 8740 405 0,'0'0'192'0,"-31"-7"-7"15,31 7-74-15,0 0-38 16,31-28-41-16,5 14-41 0,13-3 4 15,12-2-1-15,8-2 4 16,4 0-3-16,5 1 3 16,-3 2-29-16,3 6-91 15,-3 5-46-15,-16-1-14 16,1 11-8-16,-11-6 1 16</inkml:trace>
  <inkml:trace contextRef="#ctx0" brushRef="#br0" timeOffset="67364.7">10723 7641 212 0,'11'-23'189'16,"-5"-1"-29"-16,-4 7-42 15,-2 17-23-15,0 0-12 16,0 0-23-16,0 0-35 15,-2 48-22-15,-8 2-5 16,-6 18-6-16,-1 23 3 16,-5 18 5-16,-8 21 1 0,-1 14-4 15,-6 5 3 1,-1 5-4-16,-2-4 0 16,2-4 6-16,2-15-6 15,1-13 5-15,5-17-4 0,8-18 8 16,3-19-7-16,5-18 1 15,5-14-3-15,9-32-58 16,0 0-57-16,0 0-32 16,19-35-18-16,0 4-3 15,-5-18 1-15</inkml:trace>
  <inkml:trace contextRef="#ctx0" brushRef="#br0" timeOffset="68693.65">10846 8624 152 0,'-7'-18'172'16,"7"18"-36"-16,-15-13-30 15,15 13-1-15,0 0-13 16,-16-7-15-16,16 7-26 16,0 0-27-16,0 0-23 15,-17 1-2-15,17-1 1 16,0 0 0-16,0 0 0 16,0 0-2-16,0 0 1 15,0 0 0-15,0 0-1 0,0 0 0 16,0 0 1-16,0 0 0 15,0 0-1-15,0 0 2 16,0 0-1-16,0 0 0 16,0 0 3-16,0 0-2 15,0 0 1-15,0 0 0 16,0 0 0-16,0 0-1 16,0 0 1-16,0 0 0 15,17-5 0-15,-17 5-1 16,0 0 0-16,0 0 1 15,0 0-1-15,16-2 2 16,-16 2 0-16,0 0 2 16,0 0-2-16,19-12 0 0,-19 12 1 15,22-12 0-15,-22 12 1 16,33-17-2-16,-13 8-1 16,-3 2-1-16,2 0 0 15,0 1-1-15,-3 0 0 16,-16 6-2-16,21-3 1 15,-21 3-2-15,0 0 3 16,0 0-1-16,0 0 2 16,0 0-1-16,0 0 0 15,0 0 2-15,0 0-2 16,0 0 1-16,0 0-1 16,0 0 1-16,0 0-2 0,0 0 1 15,0 0 2-15,0 0-1 16,0 0 0-16,0 0 0 15,0 0 0 1,0 0 0-16,0 0 0 0,0 0 1 16,0 0-2-16,0 0 1 15,0 0 1-15,-18 12-1 16,18-12 1-16,0 0 0 16,0 0 0-16,0 0-1 15,-15 9 0-15,15-9 1 16,0 0-2-16,0 0-2 15,0 0 2-15,0 0-1 16,0 0 0-16,0 0-1 0,0 0 2 16,0 0 0-1,0 0 1-15,0 0 2 16,0 0 1-16,0 0-1 16,10-18-1-16,-10 18 2 0,0 0-2 15,0 0-1-15,0 0-2 16,0 0 0-16,0 0 2 15,0 0 0-15,0 0 1 16,0 18-2-16,0-18 2 16,-14 26 1-16,4-7-1 15,-2 5 1-15,1 7-3 16,-5 5 0-16,4 2-2 16,2 6 4-16,-1-1-3 15,6 0 1-15,7 1 0 16,5-3 2-16,7-6-2 15,1-6 3-15,12-3-1 16,2-9 1-16,6-4 1 0,5-8 2 16,1-9 0-16,1-6 1 15,-2-9 1-15,2-4-1 16,-4-6 2-16,-5-4-1 16,-7-2-1-16,-7-4-2 15,-2-1-1-15,-5 0-5 16,-8 0-1-16,-4 2-2 15,-4 0-1-15,-8 3-2 16,-2 2 2-16,-8 8-2 0,-4 2 5 16,-7 7-1-1,-2 6 5-15,-7 7 0 16,2 8 0-16,-5 3 1 16,0 6-1-16,0 4-1 0,2 1-42 15,8-4-78-15,5-4-45 16,30-11-7-16,-26 3 1 15,26-3-3-15</inkml:trace>
  <inkml:trace contextRef="#ctx0" brushRef="#br0" timeOffset="73053.73">21876 3552 407 0,'24'-14'186'0,"-15"-5"-25"16,-9 19-99-1,10-19-9-15,-10 19-16 16,-26 16-46-16,7 15-2 0,-10 12 4 16,-1 14 3-16,4 12 5 15,-7 9-3-15,7 7 6 16,3 0-6-16,8-2 4 15,8-9-6-15,7-11 4 16,14-11-4-16,8-18 1 16,17-13-1-16,6-16 0 15,10-12 2-15,8-12 0 16,11-12 2-16,6-5 0 0,2-13 1 16,-1-4-2-16,-9-6 1 15,-5 2-4-15,-15-2 4 16,-13 2-3-1,-17 3 4-15,-15 2-3 0,-23 5 5 16,-13 11-2-16,-16 8 5 16,-11 8-1-16,-8 6 1 15,-2 7-3-15,-5 7-2 16,7 3-7-16,12 8-88 16,6-3-42-16,17-4-26 15,29-4-9-15,0 0 4 16,19 8 32-16</inkml:trace>
  <inkml:trace contextRef="#ctx0" brushRef="#br0" timeOffset="73388.98">23112 3491 318 0,'0'0'174'16,"0"0"-8"-16,-19 2-71 15,19-2-29-15,-11 23-20 16,8 3-47-16,3 8 0 16,-5 8-1-16,5 15 5 15,-4 10-4-15,4 15 2 16,4 3-4-16,-4 1 5 15,0 2-1-15,3-1 3 0,-1-6-6 16,-2-10 1-16,7-8-22 16,-7-15-80-16,7-13-50 15,8-9-10-15,-15-26-5 16,40 3 3-16,-9-22 76 16</inkml:trace>
  <inkml:trace contextRef="#ctx0" brushRef="#br0" timeOffset="73981.39">24120 3730 244 0,'-19'-17'132'0,"19"17"-4"15,-29-23-20-15,29 23-9 16,-30-8-21-16,30 8-14 0,-35 27-29 15,13 6-35-15,-4 14-6 16,0 9 2-16,-4 11 0 16,4 7 4-16,7 6-3 15,5-2 3 1,7-4-7-16,11-11 1 0,6-10 2 16,9-15 2-16,11-10 0 15,8-14 0-15,5-14 2 16,6-12 1-16,3-11 1 15,2-8-1-15,1-9 0 16,-6-5 0-16,-4-7 1 16,-12-10-1-16,-10-2 2 15,-11 0-6-15,-14 0 4 0,-15 5-2 16,-14 2 7-16,-9 5-3 16,-16 11 4-16,-1 15-2 15,-6 7 1-15,-4 12 1 16,6 5-3-16,2 5-46 15,17 13-56-15,9 0-39 16,14-1-17-16,23 2-20 16,11-4 5-16,18-1 49 15</inkml:trace>
  <inkml:trace contextRef="#ctx0" brushRef="#br0" timeOffset="74364.68">24921 3602 289 0,'10'-15'173'0,"-10"15"-10"16,0 0-61-16,0 0-28 15,0 0-18-15,0 0-52 16,0 0-1-16,0 0 1 15,0 27-1-15,0-9-1 16,3 4 1-16,-3 8 0 16,4 8 8-16,-4 12-8 15,0 10 3-15,-4 6-5 16,1 5 4-16,3 2-5 16,-4 3 6-16,4 2-6 15,-3-2-2-15,3-12 2 16,0-3 1-16,3-8-2 0,-3-4-1 15,4-8-8-15,-1-9-73 16,4-10-50-16,2-6-29 16,-9-16-6-16,30-6-2 15,-15-16 1-15</inkml:trace>
  <inkml:trace contextRef="#ctx0" brushRef="#br0" timeOffset="74938.08">25858 3886 267 0,'-23'-26'137'16,"4"5"-19"-16,0 7-4 16,2 16-21-16,-6 3-13 15,4 21-21-15,-7 7-21 16,3 14-22-16,-3 14-16 0,0 6 2 15,4 8-7-15,3 1 4 16,5-9-9-16,9-5 2 16,5-8-1-16,12-12 0 15,7-16 0-15,10-14 2 16,13-14 2-16,1-14 1 16,10-9 2-16,0-14 2 15,-1-9 0-15,-6-6 1 16,-7-6 2-16,-9-8-2 15,-14 1 3-15,-13 6 2 16,-13 2 3-16,-9 11-4 16,-18 6 3-16,-5 13-4 0,-3 6 3 15,0 15-4-15,0 13-12 16,2-3-62-16,15 11-22 16,7-6-18-16,21-7-16 15,26 7-11-15,14-8 3 16,21-5-7-16,13-9 63 15</inkml:trace>
  <inkml:trace contextRef="#ctx0" brushRef="#br0" timeOffset="76100.89">28297 3599 327 0,'0'0'169'0,"0"0"-27"16,0 0-33-16,0 0-19 15,0 0-36-15,0 0-42 16,0 0-12-16,3 36 0 16,-3-1 0-16,2 11 7 15,1 15-9-15,4 10 5 16,0 7-6-16,-3 5 6 16,-1 2-5-16,-1-2 5 0,-2-4-6 15,-2-11-1-15,-8-7 0 16,-1-9 1-16,3-6-83 15,-3-13-52-15,-1-16-27 16,12-17-4-16,0 0-1 16,0 0 1-16</inkml:trace>
  <inkml:trace contextRef="#ctx0" brushRef="#br0" timeOffset="76487.19">28922 3739 380 0,'0'0'170'0,"-9"-16"-43"16,9 16-28-16,0 0-17 15,0 0-39-15,0 0-44 16,0 0 0-16,-7 40 11 16,10-2-12-16,-3 12 4 15,4 14-4-15,-4 7 5 16,0 14-7-16,0 4 8 16,0-1-8-16,0-5-3 0,0-7 3 15,-4-8 5 1,1-11-3-16,0-11 3 15,3-9-30-15,-4-16-77 16,4-21-47-16,0 0-13 0,19-4 0 16,4-17-5-16,-1-20 68 15</inkml:trace>
  <inkml:trace contextRef="#ctx0" brushRef="#br0" timeOffset="76821.42">29852 3800 326 0,'0'0'177'0,"0"0"-47"0,0 0-25 15,-5 22-13-15,10 4-33 16,-5 7-43-16,3 10-11 15,4 13-6-15,2 11 4 16,2 11-10-16,-1 8 11 16,2 1-10-16,-5 1 4 15,2-3-3-15,-2-9 3 16,-7-3-1-16,0-9 1 16,0-14 0-16,-4-10-12 15,1-7-60-15,-3-11-62 16,6-22-24-16,0 0-10 15,0 0 3-15,20-27 2 16</inkml:trace>
  <inkml:trace contextRef="#ctx0" brushRef="#br0" timeOffset="77177.67">30508 3915 279 0,'5'-17'169'0,"-5"17"-12"16,0 0-47-16,0 0-21 0,0 16-20 16,-3-1-36-16,3 18-28 15,0 5-8-15,-2 16 4 16,2 10-3-16,0 12 2 15,0 4-5-15,2 1 3 16,1 2-3-16,1-3 4 16,3-4-3-16,-4-5 1 15,2-10 6-15,2-4-6 16,-3-12 7-16,3-9-33 16,0-7-83-16,1-6-53 15,-8-23 1-15,23 5-7 16,-6-24-1-16</inkml:trace>
  <inkml:trace contextRef="#ctx0" brushRef="#br0" timeOffset="77641">31518 4153 246 0,'-31'13'167'0,"10"5"-51"15,-1 11-28-15,-9 6-1 16,1 15-9-16,-3 0-13 0,10 13-24 16,-3-3-36-16,11 1-2 15,4-4-3 1,8-9 1-16,6-8-2 15,8-9 0-15,4-8-1 0,8-9 2 16,3-7-1-16,7-9 0 16,5-7 0-16,7-5 1 15,4-8 2-15,0-9-1 16,-1-7 3-16,-1-7-2 16,-5-9 2-16,-8-1-1 15,-13-4 3-15,-12-2-3 16,-14 6 0-16,-20 4 0 15,-13 8-2-15,-7 10-1 0,-14 9-1 16,-2 7-2 0,2 10-41-16,2-2-45 15,14 6-41-15,11-1-21 16,32 4-17-16,-7-17 1 0,30 1-1 16</inkml:trace>
  <inkml:trace contextRef="#ctx0" brushRef="#br0" timeOffset="77932.2">32228 4009 414 0,'-8'31'126'0,"-3"9"-4"15,-1 14-13-15,-2 8-26 0,6 16-25 16,-10 0-46-16,10 5-12 16,-3 5-4-16,8 0 3 15,3-5 5-15,3-5-6 16,8-12 5-16,-3-9-18 16,6 0-64-16,-5-8-43 15,-2-13-29-15,0-5-17 16,-18-10-6-16,-1 2 6 15</inkml:trace>
  <inkml:trace contextRef="#ctx0" brushRef="#br0" timeOffset="80344.92">18125 3798 328 0,'-12'-21'132'16,"12"21"-15"-16,-30-36-8 15,30 36-21-15,-26-32-12 16,26 32-20-16,-19-27-37 15,19 27-17-15,-16-14 1 16,16 14-2-16,0 0-1 16,0 0 2-16,-10 28-1 0,13 1 3 15,1 11-6 1,5 3 3-16,-3 6-4 16,5 3 3-16,1-2-2 15,-2-7 3-15,-3-7-4 0,2-4 2 16,-2-13 0-16,-7-19 1 15,3 24-1-15,-3-24 0 16,0 0-2-16,0 0 1 16,0 0 0-16,0 0-1 15,0 0 1-15,0 0-1 16,0 0 2-16,0 0 1 16,0 0 1-16,0 0 0 15,0 0 0-15,0 0 1 0,0 0 1 16,0 0-1-1,0 0 0-15,0 0-1 16,0 0 0-16,0 0-1 16,0 0 0-16,4 21 0 0,-4-21 0 15,2 27 1-15,1-9-3 16,1 2 2-16,-1 5-1 16,4-1 1-16,0 2-1 15,-2-7 0-15,-1 0-1 16,3-4 2-16,-7-15-1 15,7 23 1-15,-7-23 0 16,0 0 0-16,0 0 0 16,0 0 2-16,0 0 0 15,0 0-1-15,-21-21 0 16,5 14 0-16,0 4-2 16,-6 5 1-16,-4 1-1 15,-4 6 0-15,-3 1-2 0,2 4 2 16,-2 1-1-16,4 3 0 15,-1-4 1-15,4-1 0 16,7-2 0-16,3-4 1 16,16-7-2-16,0 0 0 15,0 0 0-15,0 0-1 16,30 2 0-16,-2-9 0 16,12-2-1-16,5-7 0 15,10-1 1-15,-1-7 1 16,5-2 0-16,-7-5-20 15,4 0-94-15,-4-4-44 16,-21-8-5-16,-5 5-1 0,-16-7-3 16</inkml:trace>
  <inkml:trace contextRef="#ctx0" brushRef="#br0" timeOffset="80597.11">17649 3884 381 0,'26'4'167'0,"16"-4"1"16,10-2-96-16,0-12-14 16,16 2-15-16,-1-9-43 0,-1-3-7 15,5-4-38-15,-3-8-37 16,7 3-16-16,-4-3-20 15,0 1 2 1,0-1-5-16,4 5 2 0,-9-2 0 16</inkml:trace>
  <inkml:trace contextRef="#ctx0" brushRef="#br0" timeOffset="80773.23">18882 3528 391 0,'12'40'120'0,"-2"17"-2"16,-1 8-23-16,5 20-12 15,-2 0-32-15,5 17-14 16,-1 4-40-16,3 1 6 0,0-5-10 16,-2-10-3-1,6-14-86-15,-7-14-32 16,-1-23-31-16,11-13-7 16,-5-30-2-16,10-11 8 0</inkml:trace>
  <inkml:trace contextRef="#ctx0" brushRef="#br0" timeOffset="81173.52">19461 3976 185 0,'0'0'158'16,"-3"35"-29"-16,-4-4-31 16,7 10-13-16,-5 3-10 0,6 8-11 15,-2-2-17-15,1 0-13 16,0-10-23-16,1-6-9 15,-1-8-3 1,-1-10 0-16,1-16-1 0,0 0 0 16,0-17 2-16,0-11-1 15,-7-10 1-15,3-7-1 16,-3-14 3-16,2-10 1 16,-5-9 2-16,3 2-5 15,0 3 5-15,5 4-7 16,2 8 4-16,5 9-5 15,2 12 3-15,4 18-6 16,8 15 5-16,0 10-1 0,0 10 1 16,-2 7 4-1,-1 6-2-15,-6 6 7 16,-8 9-5-16,-4 4-49 16,-12 5-93-16,-8 7-21 0,-20-3-10 15,-1 5 3-15,-11-7-9 16</inkml:trace>
  <inkml:trace contextRef="#ctx0" brushRef="#br0" timeOffset="81564.78">18489 5776 168 0,'-36'73'132'16,"13"-7"-5"-16,8-6-45 16,4-15-2-16,18-8-1 15,-7-37-24-15,42 15-4 16,-6-34 3-16,13-5-20 15,5-14-20-15,1-9-13 16,1-5 0-16,-4-3 2 16,-14-4-3-16,-8 5 4 15,-20 2 0-15,-10 7 2 16,-21 9-1-16,-10 10-2 0,-14 9-3 16,-18 8-62-16,2 13-52 15,-1 6-41-15,-2-3-10 16,8 7-4-16,8-9 1 15</inkml:trace>
  <inkml:trace contextRef="#ctx0" brushRef="#br0" timeOffset="81789.95">19111 5350 359 0,'17'47'173'0,"-5"12"-12"0,-5 15-63 16,-7 4-23 0,0 12-24-16,-3 2-49 0,-4 0-4 15,0-4-1 1,2-10-51-16,1-7-63 0,8-12-37 16,-4-25-12-16,3-9 0 15,-3-25-4-15</inkml:trace>
  <inkml:trace contextRef="#ctx0" brushRef="#br0" timeOffset="82232.27">19451 5724 407 0,'10'49'166'15,"1"11"-50"1,1 4-18-16,3 13-22 15,-1-3-35-15,5 4-35 0,-3-7-6 16,-2-5 1-16,-2-9-2 16,-5-12 1-16,-3-9 1 15,-4-10-3-15,0-26-1 16,0 0 0-16,-7-22 0 16,-2-16-1-16,-1-16 1 15,-1-14-2-15,2-11-1 16,-1-11 5-16,3-5 2 15,7 3 0-15,7 4 0 16,3 8 3-16,10 9-2 16,2 12 2-16,8 12 0 15,4 18 0-15,-1 13-1 16,4 13 0-16,-3 15 1 0,-1 10-2 16,-3 11 0-16,-11 5 1 15,-7 9-1-15,-8 3-2 16,-13 2 2-16,-12-3-5 15,-7-2-65-15,-12-8-58 16,-8-11-37-16,-1-7-3 16,-3-21-2-16,11-5-4 15</inkml:trace>
  <inkml:trace contextRef="#ctx0" brushRef="#br0" timeOffset="85516.6">23216 3448 297 0,'-7'-29'135'0,"0"-4"-26"16,2 0-1-16,-9-5-18 0,5 5-21 15,-5-10-17-15,2 10-27 16,-5-7-21-16,-6 4-1 16,-3-2 1-16,-12 3-2 15,-4-3 0-15,-6 0 0 16,-11-2 0-16,-5 7 4 16,-11 2-5-16,-3 3 6 15,-7 2-7-15,-2 5 7 16,-3 2-6-16,-2 12 5 15,-2 6-5-15,0 4-1 16,0 6 1-16,6 10 0 16,1 5-1-16,2 7-7 15,2 9 5-15,1 3-6 0,8 11 5 16,-1 1-4-16,7 15 4 16,6-1-5-16,4 11 3 15,3-1 4 1,3 9-2-16,10 2 3 0,1 6-1 15,4 2 5-15,4-4-7 16,5 3 8-16,2 1-4 16,5 1 5-16,6 3-8 15,3-3 7-15,8-2-8 16,4-2 3-16,5 2 2 16,9-4-4-16,9-3 1 15,3-3 0-15,7-6 3 0,9-1-5 16,3-7 5-16,10-4-4 15,6-9 0-15,5-4 2 16,9-6-2-16,4-7 1 16,3-5 0-1,8-8 1-15,2-8 0 0,5-6 0 16,4-6-1-16,2-8 1 16,4-9-1-16,6-2 0 15,-2-8 1-15,-2-4-1 16,-1-3 1-16,0-2-2 15,-6-1 2-15,-5-1-1 16,-5-2 2-16,-5 3-1 16,-2-3 0-16,-5 3 1 15,-9 1-1-15,-1-4 2 16,-6 1 0-16,-12-1 0 16,-3-1 1-16,-11-3-2 15,-5-6-4-15,-7-7 4 0,-11-8-4 16,-1-4 2-16,-5-5-2 15,-6-11 1-15,-3-1-3 16,-3-7 4-16,-2-2 3 16,1 0-3-16,-3 2 3 15,-3-7-4-15,1 4 1 16,-1-1-3-16,-2 4 4 16,-6 2-4-16,3 1 4 15,-11-3-3-15,0 5 5 16,-6 2-6-16,-8 3 8 15,-1 7-3-15,-11 4 4 16,-4 9-1-16,-8 8 2 16,-4 17-4-16,-3 16-81 0,-7 12-65 15,0 12-20-15,3 14-7 16,1 8-2-16,9 22 17 16</inkml:trace>
  <inkml:trace contextRef="#ctx0" brushRef="#br0" timeOffset="86664.42">24061 5790 397 0,'0'0'179'0,"-12"-17"-59"15,16 1-36-15,-4-15-8 16,5 0-39 0,2-11-37-16,-4-3-3 0,4-3 3 15,-3-2-1-15,1 1 2 16,-2 3-1-16,1 6 2 16,-4 7 0-16,0 5 1 15,0 11 0-15,0 17-1 16,-7-16 0-16,7 16-1 15,-5 24 1-15,1 2-3 16,4 9 0-16,4 10-2 0,-1 5 3 16,2 9-3-1,-1 2 3-15,6 3 1 16,-3 0-2-16,-2-4 2 16,2-4-1-16,0-4 1 0,-2-6-2 15,2-4 3-15,-3-4-3 16,-1-10 0-16,4-6 1 15,-7-4-1-15,0-18 1 16,5 22 0-16,-5-22 1 16,0 0 2-16,0 0 0 15,0 0-1-15,0 0 0 16,-19 10 0-16,19-10 0 16,-29 2 0-16,10-2-2 15,-7 2-1-15,0 1 1 16,-6 3-2-16,-1 0 3 15,0 1-1-15,-1 2 0 16,1 1-1-16,0 3 1 0,7-5 0 16,3 1-3-16,4-2 1 15,19-7-1-15,-16 8 0 16,16-8 1-16,16 6-2 16,7-5 1-16,6 3 1 15,4-1 2-15,5 1 0 16,7-1 0-16,4 2-1 15,3-3 2-15,0 2-2 16,-3-3 1-16,-4-1-2 0,-9-1 0 16,-1-1-1-1,-9-2-1-15,-3-1 0 16,-9-5-31-16,1-2-90 16,-1-4-37-16,-5-12-6 0,10 2 2 15,-2-17-4-15</inkml:trace>
  <inkml:trace contextRef="#ctx0" brushRef="#br0" timeOffset="87948.33">25167 3687 204 0,'0'-33'170'16,"-3"11"-52"-16,3-1-14 15,-9-5-8-15,9-1-19 16,-11-13-22-16,8 3-18 15,-9-6-34-15,-2-2 0 0,-2-3 1 16,-3 3-2-16,-3-3 2 16,-8 6-1-16,-6 3 1 15,-9 6-3-15,-4 1 2 16,-8 6-3 0,-9 5 0-16,-2 3 0 0,-7 4 2 15,1 6-1-15,-4 3 0 16,3 3 1-16,0 6-1 15,1 2 1-15,6 2 1 16,4 7-2-16,1 4-1 16,6 5 2-16,1 3-2 15,4 6 0-15,4 9-2 16,-1 3 1-16,1 9-2 0,-1 5 2 16,0 5-1-16,4 4-1 15,0 5-1 1,0-2 3-16,2 2-1 15,1 2 5-15,5 0-4 0,6-6 3 16,5 1-4-16,4-3 5 16,8 5-5-16,2-3 3 15,8 1-5-15,4-1 2 16,10 1-4-16,3-4 4 16,6 0-1-16,10-4 2 15,4-4-1-15,5-3 4 16,4-4-4-16,7-6 2 15,3 0 5-15,7-3-4 16,2-5 3-16,4-2-6 16,3-6 6-16,7-2-5 15,3-8 5-15,-3 0-5 16,8-6-1-16,-5-4 1 0,0-4 0 16,-3-3 1-16,-8-2 0 15,1-3-1-15,-5-2 0 16,-6-3 0-16,-2-1-1 15,-2-1 2-15,-5-3-5 16,-6-3 4-16,1 1-5 16,-5-4 6-16,2 1-5 15,-1-5 7-15,-6 1-5 16,-2-2 5-16,5-2-2 16,-1 2 4-16,-2-5-2 15,3-2 2-15,-4-1 0 16,1-4-3-16,-4-6 2 15,-3-6 0-15,-3-5 2 0,-8-7-3 16,-8-6 3-16,-10-8-5 16,-8-7 2-16,-4 0-4 15,-11-6 3-15,-9 5-5 16,-5 2 7-16,-2 6-6 16,-6 9 5-16,-1 8-6 15,1 21-76-15,-4 8-61 16,-1 16-23-16,8 16-8 15,4 7 1-15,8 18 15 16</inkml:trace>
  <inkml:trace contextRef="#ctx0" brushRef="#br0" timeOffset="89226.83">25742 5937 308 0,'0'0'130'15,"-14"-15"-10"-15,8-6-11 16,6 0-13-16,0-13-25 16,6-1-22-16,-3-8-34 15,4-9-14-15,0-4-3 16,2-3 2-16,-6 2 3 0,4 2-3 15,-3 3 3-15,-1 7-2 16,-6 5 1-16,3 11-1 16,-4 6 4-1,1 8-2-15,3 15 0 0,0 0-1 16,0 0-2-16,-16-7 3 16,16 7-4-16,-7 31 2 15,7-9-4-15,0 6 2 16,0 3-1-16,0 6 1 15,4 4 1-15,-1 1-1 16,0-2-1-16,3 1 3 16,-3 1-2-16,4-3-1 15,0 3 5-15,-2 0-4 0,2-1 3 16,0-1-2 0,0 0 3-16,-2-1-4 15,-1-2 5-15,-1-3-3 16,1-2-2-16,-4-6 2 0,-4 0-1 15,1-7 0-15,-4-2-1 16,7-17 1-16,-16 26-1 16,16-26 2-16,-26 21-2 15,26-21 0-15,-31 15 1 16,10-6 1-16,2-2-1 16,-4 1 0-16,-3-2-1 15,0 1 0-15,0-2 1 16,-3 3 0-16,1-4 0 15,2 3 0-15,3-4 0 16,3 2-1-16,4-1-1 16,16-4-2-16,-16 2 1 15,16-2 1-15,0 0-2 0,32-4 0 16,1-1 0-16,5 0 2 16,14 0 2-16,10-2 0 15,10 3 1-15,6 1-1 16,0-1 0-16,5 3 2 15,-5-3-1-15,0 4 0 16,-10 0-1-16,-9 2 2 16,-10 0-1-16,-8-2-1 15,-11 1 1-15,-8 3-1 16,-6-3 1-16,-16-1-1 16,0 0 0-16,19 6 0 15,-19-6 0-15,0 0-1 16,0 0-2-16,0 0-1 0,23-4-81 15,-23 4-68-15,17-21-14 16,-17 21-1-16,19-38-3 16,-7 14 22-16</inkml:trace>
  <inkml:trace contextRef="#ctx0" brushRef="#br0" timeOffset="99801.35">26658 4156 339 0,'-2'-17'131'0,"8"1"-9"16,-10-1-8-16,4 17-19 15,-2-33-18-15,2 33-29 16,0-26-45-16,0 26-2 15,-7-17 0-15,7 17-2 16,0 0 0-16,-19-11-2 16,19 11 1-16,-21 14 0 0,9 3 0 15,-3 4-1-15,-3 10-1 16,-1 6 3-16,0 4-1 16,4 4 2-16,-3 6-3 15,6-3 3-15,2-3-3 16,6-5 3-16,1-7-2 15,6-4 1-15,8-5-2 16,1-6 3-16,5-11-1 16,6-6 1-16,3-4 0 15,5-8 0-15,5-6 2 16,6-7-1-16,-6-5 2 16,3-8-2-16,-3-1 0 15,-5-5-1-15,-5-4 1 0,-8 0-1 16,-6 2 0-16,-9 2-1 15,-3 3 3-15,-7 6-3 16,-1 2 3-16,-10 10 1 16,-1 5-2-16,-3 5 1 15,-1 6-1-15,1 5 1 16,-1 2-3-16,-3 3-63 16,12 10-57-16,2 1-31 15,12-15-16-15,-7 28 0 16,7-28-5-16</inkml:trace>
  <inkml:trace contextRef="#ctx0" brushRef="#br0" timeOffset="100280.69">27538 3834 350 0,'19'-22'169'16,"-19"22"-48"-16,-7-16-21 16,7 16-18-16,-26-3-34 15,7 4-27-15,-3 3-21 16,-8 4 9-16,-3 13-9 16,-2 5 2-16,-5 7-4 15,6 5 5-15,-3 5-5 0,10 8 5 16,0 1-6-16,10 1-3 15,8-6 2 1,6-4 3-16,15-1-2 0,2-9 1 16,12-6 1-16,2-8 0 15,8-7 0-15,6-6 2 16,3-12 1-16,4-2 1 16,-2-11 1-16,1-5-2 15,-3-9 0-15,-7-2 0 16,-1-8 0-16,-11-4-2 15,-7-1 1-15,-9-6-3 16,-13 2 3-16,-7 4-4 16,-13 6 3-16,-6 6-4 0,-10 10 4 15,-4 7-43 1,1 19-72-16,1 8-39 16,-1 6-18-16,9 10-2 15,3-3-16-15</inkml:trace>
  <inkml:trace contextRef="#ctx0" brushRef="#br0" timeOffset="103024.64">28637 3706 226 0,'0'-31'82'0,"-4"12"5"15,-2-4-1-15,6 4 3 16,-9-12-10-16,2 5-4 16,-4-5-12-16,6 2-8 15,-12-4-13-15,5 2-11 16,-2-2-17-16,-5 0-12 16,0 3 0-16,-4 4-2 0,1-1 0 15,-1 6-2-15,-3-2 2 16,3 6-2-16,-3 0-1 15,0 6-1 1,0 3 1-16,4-1 0 0,-4 2 1 16,3-1 1-16,-3 8-1 15,3-4 0-15,-3 2 2 16,-3-3-1-16,-1 5 0 16,1-2 0-16,-2 2-1 15,-2 2 1-15,-4-4 1 16,3 4 0-16,1 2-1 15,-2 1 2-15,2 2-1 16,0 0-1-16,2 1 0 0,1-3 2 16,1 4-3-1,-1 0 1-15,4 1-1 16,0 1 1-16,3-5 0 16,1 1 1-16,3 4 0 0,0-4-1 15,0 5-1-15,-2-2 1 16,2-5-1-16,0 4 1 15,3 3-1-15,-1 0 0 16,1-1 1-16,16-11 0 16,-30 24 1-16,15-9-1 15,4 1 1-15,-1 1-1 16,12-17 1-16,-22 32 0 16,11-15 0-16,1 2-1 0,1-4-1 15,2 1 1-15,-3 1 0 16,1 1 0-1,2 2 0-15,0-1 2 16,-1 1-3-16,-3-5 3 0,3 6-1 16,-3-2 1-16,1-2-2 15,1 1 1-15,9-18-1 16,-17 27 1-16,8-11-2 16,-1 1 2-16,10-17-2 15,-16 28 1-15,16-28 2 16,-14 24-1-16,5-8 2 15,9-16-2-15,-10 31 2 0,10-31 2 16,-7 27-3-16,2-7 4 16,1-3-6-1,1 2 5-15,3-4-6 16,-4 3 7-16,4-18-6 16,-7 29 1-16,7-29-1 0,-5 28 0 15,5-28 0-15,-10 28 2 16,6-13-2-16,-3 1 1 15,2-1-2-15,2 1 2 16,-4-1 0-16,3 1 0 16,-3 1-1-16,2-1 0 15,-2 1 0-15,4 1 1 16,-4 1-1-16,5 0 1 16,-5 3-2-16,4-1 1 15,3 1 0-15,-4 1 2 16,4 1-1-16,0-1 0 15,4-1-1-15,-4 2 0 0,3-3 2 16,1 0-1-16,1 1-2 16,-2-1 2-16,4-2-2 15,0 0 2-15,-3 0-1 16,4 2 1-16,-1-2-2 16,4 0 1-16,-3-2 0 15,-1 3 0-15,5-1 1 16,-1 0 0-16,1 0 0 15,2-2-3-15,-2 0 3 16,-2 2-3-16,10-1 3 16,-7-3-3-16,7 1 9 15,2-2-9-15,4-2 8 16,-3 2-4-16,6-4 5 0,2-3-4 16,-1 0 5-16,3 0-4 15,0-2-4-15,-2 0 3 16,-1-1-3-16,3-3 4 15,-4 3-5-15,-1-2 1 16,5 3 1-16,0-2-2 16,2 1 3-16,-2-3-1 15,0 3 1-15,1-2-2 16,-1-1 1-16,2 1 0 16,-5-2 2-16,-1 0-2 15,-3-2 1-15,0 1-1 16,0-1 0-16,-3 0 0 15,3 0 0-15,-7-3 0 0,3 3 0 16,-3-1 0-16,2-2 0 16,-5 1-2-16,3 1 2 15,0-4 0 1,-2 3 1-16,-1 1-1 0,0-4-6 16,-16 7 5-16,26-10-5 15,-9 1 6-15,-17 9-8 16,23-14 7-16,-23 14-6 15,22-12 6-15,-22 12 1 16,23-10 0-16,-23 10-1 16,19-9 0-16,-19 9 2 15,22-10-1-15,-22 10 0 16,20-14 3-16,-20 14-4 0,17-19 3 16,-17 19-1-1,19-23 1-15,-19 23-2 16,19-26 2-16,-19 26 0 15,14-26-2-15,-5 9 1 0,-6 0-1 16,4-2 0-16,-3 0 1 16,1 0 1-16,-2 0-2 15,1 0 1-15,-4 1-2 16,3 1 2-16,1 0 0 16,-4 17 0-16,0-30-2 15,3 15 2-15,-3 15-2 16,4-28 1-16,-4 12 0 15,0 16 0-15,5-24-1 16,-5 24 2-16,3-24-2 16,-3 24 2-16,0-24-1 15,0 24 1-15,0-25-1 16,0 25 0-16,-3-26-1 0,3 26 1 16,0-26 1-16,0 26-2 15,0-24 1-15,0 9 0 16,0 15 1-16,0-30 1 15,3 15-1-15,-3-3 1 16,0 3-1-16,4-3 2 16,-1 3-1-16,1-2 1 15,-4 17-2-15,7-28 0 16,-7 28 0-16,5-28 0 16,-5 28-1-16,7-26 0 15,-7 26 0-15,3-24-1 16,-3 24 1-16,0-24 1 0,0 6-1 15,0 18 1-15,0-26 1 16,-3 9-2-16,3 0-4 16,-4 0 4-16,1-6-6 15,-1 4 6-15,3-2-5 16,-3-5 5-16,1 5-7 16,-4 1 6-16,3 1 0 15,1 1 2-15,-2 1-1 16,1 1 1-16,4 16-1 15,-10-15 0-15,10 15 1 16,0 0 1-16,-7-17 0 16,7 17-1-16,0 0 0 15,0 0-69-15,0 0-67 0,0 0-21 16,21 1-11-16,-21-1-11 16,22 21 7-16</inkml:trace>
  <inkml:trace contextRef="#ctx0" brushRef="#br0" timeOffset="104421.63">28821 5780 289 0,'0'0'125'0,"0"0"-7"15,7-24-9-15,-7 24-15 16,10-33-14-16,-1 15-24 16,-2-9-23-16,0 4-32 15,2-3 1-15,-3-2-2 16,1-1 1-16,-3-2 0 16,1 0 0-16,-1 0-2 15,-1-1 1-15,1 5-1 16,-4 1 2-16,0 3-1 0,3 4-1 15,-3 19 1-15,-3-24 0 16,3 24-1-16,0-16 1 16,0 16-1-16,0 0 0 15,0 0 1-15,0 0 0 16,0 0-1-16,0 0 0 16,-11 32 1-16,11-10-1 15,4 6 1-15,-4 6-1 0,3 6 0 16,1 3-2-16,2 2 3 15,-2 2-2 1,1-2 2-16,-1 2 0 16,3 0 2-16,-4-2 2 0,0-2-4 15,3-3 3-15,-3-2-3 16,1-2 3-16,-1 1-5 16,-3-8 4-16,0-1-6 15,0-4 2-15,0-3 1 16,0-4 0-16,-3-1 0 15,3-16 0-15,-4 19 2 16,4-19-2-16,0 0 2 16,-15 12-2-16,15-12 0 15,-20 5 0-15,20-5 0 16,-29 2 1-16,10 1-1 16,-2 1 0-16,-2-1 1 15,1 0 0-15,-1-1 0 0,1 2 1 16,3-1-2-16,19-3-1 15,-30 4 0-15,30-4 1 16,0 0 0-16,0 0 0 16,18-6 0-16,6 1 0 15,12-2 1-15,9 2 1 16,11 0 0-16,5-2 1 16,5 2-2-16,5 0-1 15,-3-1 1-15,-4 1 0 16,-5 2-1-16,-11-1 0 15,-11 3-1-15,-6-1 0 16,-12 0 2-16,-19 2 1 16,18 2-1-16,-18-2 2 0,0 0 0 15,0 0 2-15,0 0-1 16,0 0-59-16,0 0-64 16,0 0-36-16,0 0-2 15,-4-30-6-15,11 15 1 16</inkml:trace>
  <inkml:trace contextRef="#ctx0" brushRef="#br0" timeOffset="106120.84">32355 4516 331 0,'10'-24'124'0,"-10"24"-7"16,4-31-10-16,1 15-15 16,-7-8-18-16,8 3-19 15,-10-10-25-15,4 2-29 16,-2-4 1-16,-1 0 1 16,-4-4-1-16,0 3-1 15,-2-3 1-15,-1 1-2 16,-2 3 2-16,-2-1 0 15,-5-1 1-15,0-1-5 16,-2-1-1-16,-2 1-3 0,-3 1 4 16,-1 1-5-16,-3 3 4 15,1-1-5-15,-4 6 3 16,-6 2-2-16,3 3 6 16,-2 4-1-16,0 3 3 15,-6 6-4-15,2-1 2 16,1 5 0-16,-3 4-1 15,3 4 2-15,-1 5 0 16,2 1-1-16,2 2-2 16,-4 4 3-16,6 1 2 15,-2 7-2-15,5 4 2 16,-2 3 3-16,2 4-5 16,0 1 6-16,0 2-5 0,2 2 5 15,1 1-8-15,1-1 7 16,-1-2-7-16,4 0 1 15,4 4-1-15,-1 0 2 16,4 1-3-16,0 0 2 16,5 4-2-16,2 0 1 15,-2-1 1-15,5 1 0 16,2 0-1-16,0 0 0 16,2-4 0-16,5 0 1 15,0 2-2-15,5 2 1 16,2-2 5-16,7 2-5 15,5-2 7-15,4 1-7 16,3 1 7-16,3 0-5 0,6-4 5 16,5 0-3-16,2-1-3 15,-1-1 1 1,8-3-2-16,-4-1 3 16,7-4-1-16,-3-2 0 0,3-5 0 15,0-4-1-15,0-1 1 16,-3-7 2-16,3-5-1 15,-4-4 0-15,-6-5 0 16,0-5 1-16,-2-7 0 16,-2-4 0-16,2-5 1 15,-2 0-2-15,-2-5 2 16,-1-3-2-16,-2-2 2 16,2-4-1-16,-2-1-1 0,0-4-1 15,-7-3 1-15,-4-4-1 16,1-3-5-1,-7-7 4-15,-3-4-5 16,0-3 5-16,-7-3-3 0,-2-4 4 16,-4 0-4-16,0-6 4 15,-10 5 4-15,-1 3-3 16,-8 6 3-16,-4 4-2 16,-6 7 1-16,-6 9-1 15,-5 5 2-15,2 9-1 16,0 8 0-16,2 5-1 15,3 6-1-15,-2 3-54 0,12 12-61 16,6 6-38 0,17-11-13-16,-16 34-1 15,16-11-5-15,14 6 57 16</inkml:trace>
  <inkml:trace contextRef="#ctx0" brushRef="#br0" timeOffset="107269.65">32546 6015 210 0,'0'0'169'0,"0"0"-31"16,23-14-21-16,-10-1-2 15,10-3-21-15,-7-8-25 16,6-1-32-16,-1-10-37 16,-2-2 1-16,-7-3-3 15,2-1 3-15,-5 0-3 16,-2-1 2-16,-4 4 1 15,1 8-2-15,-4 2 2 0,0 9-1 16,0 6 1-16,0 15-3 16,0 0 0-16,0 0 0 15,0 0 0 1,-19 15 0-16,12 8-1 0,3 3 0 16,-3 7 0-16,4 8 3 15,1 4 2-15,-1 4-3 16,3 1 1-16,3 2-2 15,2 0 4-15,-1-2-3 16,3 2 1-16,0-7-2 16,-2-4 0-16,5-2 0 15,-3-5 1-15,-2-4 0 16,2-4-1-16,-3-9 1 0,-1 0 1 16,-3-17-1-16,4 24-1 15,-4-24 2 1,0 0-1-16,-4 16 0 0,4-16 2 15,0 0-1-15,0 0 0 16,-19 16 1-16,19-16-1 16,-19 10 1-16,19-10-2 15,-33 12 2-15,11-3-2 16,-1-1 2-16,-3-1-1 16,0 2-1-16,3 0 2 15,-3-2-1-15,4-2 0 16,4-2 0-16,18-3-1 15,-22 5-1-15,22-5 0 0,0 0 0 16,0 0 1-16,0 0-1 16,17-17 0-1,9 8 0-15,12-1 1 16,8-2 0-16,9 2 2 0,13-1-2 16,10 1-1-16,9-1 0 15,1 6 2-15,3 0-1 16,-3 0 1-16,-5 1 0 15,-8-1-1-15,-7 3 2 16,-13-3 0-16,-13 5 0 16,-13-3-3-16,-9 3-72 15,-20 0-69-15,20 1-18 16,-20-1-4-16,0 0-4 16,-26-8 1-16</inkml:trace>
  <inkml:trace contextRef="#ctx0" brushRef="#br0" timeOffset="112789.58">11407 9133 124 0,'-16'-7'40'0,"16"7"0"16,-22-5-2-16,22 5-1 15,0 0-2-15,-16-2-3 16,16 2 4-16,0 0 9 16,0 0 23-16,0 0 23 15,-17 3-3-15,17-3-6 0,0 0-10 16,-23 5-8-16,23-5-8 15,-15 7-13-15,15-7-29 16,0 0-28-16,0 0 0 16,0 0-1-16,0 0 5 15,-4 19 2-15,4-19 0 16,26 11-1-16,-7-4 3 16,7-2 3-16,4-2 2 15,12-1 0-15,3-2 0 16,7-3 0-16,7-3 0 15,5 0 1-15,7-5 1 16,7 1 0-16,11-6 0 0,5 1 1 16,15-4-1-16,11 0 0 15,13-4 0-15,17 1 0 16,8-1-2-16,17 1 0 16,14-3 0-1,11 3 2-15,8 1-3 0,12 0 2 16,1 0-2-16,8 1 2 15,5 1 2-15,2 0-2 16,-5 1 0-16,2 3-1 16,-6-3 2-16,-3 6-4 15,-7-2 3-15,-8 2-2 16,-6-2-3-16,-11 4 3 16,-4 1-4-16,-9 1 4 0,-8 1-3 15,-2 0 3-15,-8 0-2 16,-5 2 3-16,-6 1 0 15,-4 1-1-15,-4-1 3 16,-7 1-1-16,-1-2 1 16,-7 0-1-16,-8 1 1 15,-2-1 0-15,-3 0 0 16,-8 0 0-16,-9-1-1 16,-3 1 1-16,-5 2 0 15,-18-1-1-15,-7 3 0 16,-8-1-2-16,-15 2 1 15,-11 0 0-15,-8 0 0 16,-22 0 2-16,19 3 3 0,-19-3 6 16,0 0 8-1,0 0-1-15,-15 2-4 16,15-2-69-16,-33-3-91 16,-2-11-23-16,-1 2-18 0,-18-16-8 15,-9 5 5-15</inkml:trace>
  <inkml:trace contextRef="#ctx0" brushRef="#br0" timeOffset="114255.62">14037 8165 356 0,'-4'-35'190'15,"4"13"-42"-15,0-1-35 16,-8-1-8-16,8 7-15 15,-14-7-69-15,5 8-21 16,9 16 0-16,-21-24 0 16,21 24 0-16,-31-14 0 15,31 14 0-15,-33-3 0 16,14 6 0-16,0 2 0 0,2 4 0 16,-6 5 0-16,0 5-9 15,4 7 6-15,0 1 0 16,2 10 1-16,8 3-2 15,2 3 0-15,7 4-2 16,4-1 2-16,11-1-1 16,4-3 0-16,7-4-1 15,7-7 3-15,4-5-2 16,5-7 3-16,3-7 0 16,0-7 0-16,3-8 0 15,1-4 2-15,-4-5 1 16,-5-5-1-16,2-8 0 15,-9-1 1-15,-7-3 0 0,-4-4 0 16,-6-2 1-16,-6-1-2 16,-6-2 3-1,-8-2-2-15,-6 0 3 16,-6 2-1-16,-3 2 3 0,-10 1-2 16,-8 6 3-16,-1 5-1 15,-7 3 0-15,-4 5-1 16,-6 6 1-16,-1 5-3 15,-3 3 1-15,5 2-1 16,6 7-25-16,-1-2-85 16,13 4-54-16,13 5-13 15,23-14-5-15,-7 27-1 16,25-16-5-16</inkml:trace>
  <inkml:trace contextRef="#ctx0" brushRef="#br0" timeOffset="116012.87">20041 8149 470 0,'4'-29'134'0,"-8"1"-17"15,-5 1-22-15,-4 8-20 16,-7-2-32-16,-6 9-38 16,-3 5-2-16,-6 7-2 15,-1 3 1-15,-9 11 0 0,-4 7-1 16,-7 10-2-16,-1 11-1 16,-5 13 0-16,-3 12-3 15,3 11 4-15,1 14-5 16,6 9 1-16,6 6 0 15,7 5 0-15,13 4-1 16,6-3 2-16,13 1-2 16,10-7 1-16,14-4-2 15,12-5 6-15,19-3-4 16,10-8 1-16,17-6 0 16,14-6 1-16,19-6 2 15,7-3 0-15,12-9 1 0,6-7-1 16,9-8 1-16,1-11 2 15,3-10 0-15,-4-11 1 16,-6-15-1-16,-1-13 0 16,-9-14 2-16,-8-13 0 15,-9-13-1-15,-9-11 0 16,-8-12-1-16,-15-9 1 16,-10-9 0-16,-8-3 0 15,-18-5 0-15,-8-1-3 16,-15 1 3-16,-8 3 1 15,-14 2-2-15,-8 7-1 16,-11 1 1-16,-7 6 1 16,-6 2 0-16,-9 4 2 0,-11 4 1 15,-5 7-6-15,-8 4 6 16,-9 5-3-16,-9 10 2 16,-8 10-3-16,-6 11 1 15,-9 10-3-15,-1 11 2 16,-6 13 0-16,-3 11-1 15,0 14-1-15,3 10-1 16,3 7 0-16,13 14-54 16,4 3-54-16,13 7-39 15,16 11-27-15,15-1-2 16,23 5 2-16,14-13 57 16</inkml:trace>
  <inkml:trace contextRef="#ctx0" brushRef="#br0" timeOffset="116869.48">20064 8733 611 0,'0'0'176'0,"-35"22"-33"15,21 1-140-15,2 13-7 16,5 13 2-16,0 9-3 16,2 8 1-16,5 5-2 0,3 0 1 15,2-2 3 1,-1-5-2-16,3-6 2 16,-7-10-2-16,3-12 3 15,1-10-1-15,-4-7 1 0,0-19 0 16,0 0 1-16,0 0 0 15,2-27 0-15,-4-15 2 16,-2-10-1-16,-3-12 1 16,0-8-1-16,2-12 2 15,-2-4 1-15,7 2-2 16,4 6-1-16,4 7 1 16,6 9 0-16,9 9 0 15,3 10 1-15,3 10-1 16,6 13-4-16,2 10 3 15,-3 6 0-15,-1 10-1 16,-3 8 1-16,-4 5 0 16,-4 9 1-16,-9 5-1 0,-10 7-1 15,-3-1 2-15,-12 1-1 16,-5 2 0-16,-9 0-2 16,-6-1 0-16,-1-1-2 15,-3-5 1-15,1-5 1 16,2-2-1-16,4-5 1 15,10-7-2-15,-1-4 0 16,20-10 0-16,-15 10-1 0,15-10-1 16,0 0 1-1,0 0-1-15,19-17 1 16,-19 17 2-16,31-17 0 16,-7 5 1-16,4 1 1 15,9 4 2-15,4 2-1 0,8 5 0 16,0 5 0-16,6 9 0 15,-3 3-1-15,0 8 0 16,-10 6 3-16,-9 5-2 16,-11 4 1-16,-13 3-1 15,-11 2 2-15,-15 2-1 16,-12 0 1-16,-17 1-2 16,-6-1 0-16,-8-5-1 15,-8-4 1-15,-3-7 0 16,-2-9-1-16,9-10-2 15,3-10 0-15,9-7-29 16,8-14-62-16,22-9-47 0,13-3-27 16,13-14-2-16,22 2-2 15,1-13 43-15</inkml:trace>
  <inkml:trace contextRef="#ctx0" brushRef="#br0" timeOffset="117264.76">20814 8418 334 0,'0'0'171'0,"15"-23"1"16,-15 23-57-16,0 0-50 0,0 0-14 15,0 0-48-15,0 18-1 16,-7 4 0-16,-1 9-3 15,-3 7 0-15,2 14-2 16,-4 11 0-16,-3 13-1 16,-1 9 2-16,1 11-2 15,0 8 1-15,-3 7 0 16,2 3 2-16,-2-1 0 16,0-2 0-16,5-6 0 15,-2-8-1-15,6-9 1 16,-2-10 0-16,5-8 1 15,0-6-1-15,5-12 1 16,-1-9 1-16,-1-9 0 0,4-9-24 16,4-8-82-16,-4-17-42 15,0 0-18 1,12-31-2-16,-9-9-2 16,11-2 62-16</inkml:trace>
  <inkml:trace contextRef="#ctx0" brushRef="#br0" timeOffset="117786.13">21121 8999 369 0,'0'0'214'0,"0"0"-59"0,-19-3-55 16,19 3-16-16,-16 12-21 15,16-12-25-15,-23 33-38 16,6-7-26-16,5 12 0 16,-7 4 8-16,5 8 4 15,-2 3 7-15,9 1-2 16,0 0 1-16,7-1-1 15,4-8 4-15,3-5-1 16,5-9 3-16,5-6-1 16,3-8 2-16,2-5 1 15,4-7 1-15,4-7 1 16,-1-4-1-16,2-10 2 16,6-5-2-16,-2-8 2 0,-2-8-2 15,-1-8 1-15,-5-8-2 16,-1-6 2-16,-11-3-2 15,-4-1 2-15,-10 1-1 16,-9 5 5-16,-6 8 4 16,-14 6 2-16,-5 14-1 15,-12 8-1-15,-4 12-89 16,-6 7-68-16,-1 15-20 16,-8-1-9-16,8 10-5 15,1-4 3-15</inkml:trace>
  <inkml:trace contextRef="#ctx0" brushRef="#br0" timeOffset="118932.93">22020 9140 176 0,'-14'1'122'0,"-9"5"0"16,4-3-10-1,0 2-6-15,-3-3-12 0,4 5-12 16,-1-9-14-16,19 2-25 16,-22 5-42-16,22-5-5 15,0 0-2-15,0 0 0 16,22 12-1-16,1-12 0 16,10 2 0-16,12 0 5 15,10-4 2-15,17-3-2 16,14 0 2-16,15-6 0 15,22 1 1-15,15-2 0 0,19 1 1 16,19-1 0 0,11 4 1-16,8-1-1 15,13 0 1-15,12 2-1 16,1 1 0-16,10-1 0 0,-2-2 1 16,2 2-2-16,5-3 0 15,3 1-1-15,-1-1 2 16,-2-1-2-16,4-1 1 15,-6 0-1-15,-5 0 0 16,-8 0 0-16,-6 0 0 16,-12 1-1-16,-12 1 1 15,-12 1 2-15,-16 1-3 16,-9 2 2-16,-11-1 0 16,-10 2 0-16,-9 2 1 15,-8-2 2-15,-12 3-3 16,-7 0-1-16,-15-1 1 15,-11 1-1-15,-15 0-1 0,-11 0 1 16,-16 2 1-16,-10 0 1 16,-19 0 7-16,0 0 3 15,0 0 0-15,0 0 1 16,-17-8 1-16,-9-4-39 16,-5-2-69-16,-21-5-43 15,-7-7-35-15,-9 5-9 16,-22-8 0-16,-4 3-8 15</inkml:trace>
  <inkml:trace contextRef="#ctx0" brushRef="#br0" timeOffset="119940.66">28521 8776 250 0,'0'0'131'0,"0"0"1"15,5-21-13-15,-5 21-12 16,0 0-20-16,10-26-22 16,-10 26-23-16,4-20-22 15,-4 20-14-15,0-28-7 16,-7 12-1-16,-4-3 0 16,-1 2-1-16,-7-2-1 15,-3 0 4-15,-4-2 0 16,-11 2 0-16,2 2 1 0,-5 3-1 15,-1 2 1 1,3 1 1-16,-2 4 0 0,1 2 0 16,6 0 0-1,4 3 1-15,10 2 0 0,0-1-3 16,19 1 0-16,-19-2-2 16,19 2 0-16,0 0-2 15,12 15-1-15,3-4-1 16,6 4-2-16,11 6 3 15,4 3 1-15,13 2 0 16,3 7 3-16,5-3 0 16,5 1 2-16,-1-2 1 15,5-1 0-15,-5-4 2 16,-2-3-1-16,-10-2 0 16,-8-5-2-16,-4-2 2 15,-11-5 2-15,-7 0 1 16,-19-7 1-16,0 0 0 0,8 19 1 15,-8-19 0-15,-31 28-2 16,5-6-1-16,-14 9-3 16,-8 9 1-16,-13 9-3 15,-14 2 1-15,-3 7 0 16,-5-1 1-16,-2 0 0 16,3-7 2-16,11-5-71 15,0-16-68-15,10-13-36 0,12-9-4 16,-3-24-1-1,7-2-7-15</inkml:trace>
  <inkml:trace contextRef="#ctx0" brushRef="#br0" timeOffset="120770.25">18878 8406 323 0,'-17'-2'182'16,"17"2"-17"-16,-28 3-59 15,28-3-23-15,-21 0-17 16,21 0-29-16,0 0-38 15,0 0-3-15,-16-3-2 16,16 3 1-16,0 0 0 16,0 0 0-16,27 17 0 15,-8-5 0-15,0 2 2 16,10 4 0-16,4 1 1 16,5 0-1-16,-1 0 1 15,1-2 0-15,-2-1 2 0,-4-1-1 16,-3-5 1-16,-8 1 1 15,-21-11 5 1,23 15 1-16,-23-15 0 16,0 16 1-16,0-16 0 0,-21 24-3 15,-2-3 4-15,-8 3-5 16,-5 4-4-16,-10 5-1 16,-9 7-1-16,-6 3 1 15,-5 4-2-15,-5 1 2 16,0-1-5-16,3 0 4 15,4-2 2-15,5-2-2 16,10-8 0-16,13-4-4 16,8-9-2-16,18-1-45 0,10-21-87 15,15 9-31 1,25-15-3-16,5-16-2 16,23-1-1-16</inkml:trace>
  <inkml:trace contextRef="#ctx0" brushRef="#br0" timeOffset="121768.96">24886 8516 460 0,'0'0'171'16,"7"-27"-3"-16,5 1-74 16,0-9-80-16,9-5-12 15,-2-3 0-15,0-2-1 16,0 4 3-16,-5 2-3 15,-2 7 1-15,-1 7-2 16,-4 8 1-16,-7 17 0 0,0 0 3 16,0 0-1-16,0 0 0 15,0 19 0-15,0 7-2 16,-4 7 1-16,4 7-3 16,0 6 1-16,4 8-4 15,1 0 2-15,-2-1-4 16,4 1 3-16,0-9 0 15,2-3 2-15,-2-3 2 16,3-6 0-16,-1-7 1 16,-2-1-1-16,0-6 3 15,-4-2-2-15,-3-17 4 16,2 26-2-16,-2-26 1 16,-5 17-4-16,5-17 3 0,-23 17-1 15,9-8 0-15,-5 0-2 16,-3-1 0-16,-4-1-2 15,0 0-1-15,-7-2 0 16,7 1 1-16,-1-3 0 16,5 1-1-16,-1-4-2 15,23 0-1-15,-22 0 0 16,22 0 0-16,0 0 1 16,0 0-1-16,29-9 0 15,-6 4 0-15,10-2 2 16,5 0 1-16,11 0 2 15,6 0 1-15,1-2-1 16,8 1 2-16,0-1-1 0,-1 0 0 16,-6-3-74-16,2 0-79 15,0 7-12 1,-10-14-2-16,8 7-5 16,-9-11 0-16</inkml:trace>
  <inkml:trace contextRef="#ctx0" brushRef="#br0" timeOffset="122858.29">29444 8271 225 0,'16'-16'169'0,"-6"0"-31"16,-3-1-27-16,-7 17-1 15,-3-28-22-15,3 28-21 16,-30-13-25-16,4 11-37 16,-10 5 0-16,-6 3-2 0,-7 9-2 15,-6 6-3-15,-2 10-2 16,-9 5 2-16,5 11-2 15,2 5 0-15,1 7 0 16,10 8-2-16,1 4 1 16,12 4 4-16,9 4-3 15,11 1 4-15,8 0-4 16,14 1 4-16,8 0-4 16,8-3 8-16,13 0-7 15,9-7 3-15,7-5-4 16,9-4 4-16,14 2-2 15,0-5-1-15,6-5 2 0,9-6-1 16,4-1 3-16,7-5-1 16,-1-6 2-16,8-3-3 15,5-7 3-15,0-5 1 16,5-6-1-16,2-4 0 16,-1-5-1-16,-2-4 0 15,-1-5 0-15,-2-8-1 16,-1-6 2-16,-5-5-2 15,-2-11 1-15,-5-5 3 16,-13-7-1-16,-1-2 1 16,-9-5-2-16,-10-2 2 15,-6 1-4-15,-8-5 2 16,-7 3-1-16,-6 0-3 0,-6-2 4 16,-5-1-3-16,-4 0 3 15,-4 0-2-15,-8 1 4 16,-2 4-1-16,-8-1 3 15,3 0-3-15,-7 4 1 16,-4 2-1-16,-3-3 1 16,-5 1 0-16,-5-3-2 15,-6-3-1-15,-6-1 2 16,-6 0 0-16,-3-2 0 16,-9-1-3-16,-7 2 3 15,-8 1-3-15,-9 2 4 16,-8 5-5-16,-4 3 2 15,-9 5-3-15,-10 6 3 0,-6 3-2 16,-5 5 2-16,-5 6-3 16,-5 6 2-16,-2 4 0 15,-2 7-1 1,1 5 1-16,2 7 0 0,8 7-2 16,1 8 0-16,15 8 2 15,6 6-1-15,7 4 1 16,13 7-1-16,6 5-2 15,12 8-59-15,8 1-78 16,11-2-31-16,15 5-4 16,-1-9-1-16,16 4-5 15</inkml:trace>
  <inkml:trace contextRef="#ctx0" brushRef="#br0" timeOffset="123422.7">29369 8660 436 0,'0'0'172'15,"16"-31"0"-15,-16 15-105 16,0 16-16-16,7-19-14 0,-7 19-33 16,0 0 1-16,-12-15-1 15,12 15 0-15,-26 0-2 16,8 3 1-16,-4 6-1 15,-8 3-4-15,3 9-2 16,-6 6 5-16,0 6 0 16,1 7 0-16,3 5 1 15,6 5-3-15,9 1 1 0,11-1 0 16,3-2 3 0,14-6-6-16,8-4 2 15,8-7-2-15,8-7 1 16,4-6-1-16,6-8 1 15,8-10 1-15,-4-7-1 0,7-7 1 16,-2-7-1-16,-1-5 3 16,-8-3-1-16,-6-2 2 15,-5 1-1-15,-11 1-40 16,-11 1-77-16,-8-1-46 16,0 8-3-16,-7-8-4 15,2 6-3-15,-4-8 52 16</inkml:trace>
  <inkml:trace contextRef="#ctx0" brushRef="#br0" timeOffset="123772.95">30116 8331 363 0,'35'-24'168'0,"-9"-4"0"16,-11 8-65-16,3 9-23 15,-18 11-30-15,15-12-43 16,-15 12-1-16,-7 28 0 16,-8 3-1-16,-4 12 0 15,-4 13 0-15,-7 16-7 16,-9 17 1-16,-3 14 3 16,-3 12-3-16,-4 8 2 15,1 1-2-15,-8-1 4 16,11-7-6-16,0-12 9 0,3-9-9 15,6-14 0-15,10-18 1 16,3-17-2-16,11-13-2 16,1-15-1-16,11-18-65 15,0 0-74-15,23-18-17 16,0-9-5-16,3-15-1 16,7-3 0-16</inkml:trace>
  <inkml:trace contextRef="#ctx0" brushRef="#br0" timeOffset="125228.98">30229 8987 136 0,'0'0'152'16,"0"0"-33"-16,0 0-7 16,15 0 0-16,-15 0-19 15,0 0-12-15,18-7-16 16,-18 7-18-16,0 0-30 16,22-24-14-16,-22 24-2 15,26-24 1-15,-10 8-1 16,0-1 1-16,-3-2 0 0,0 0 0 15,-3-4 0 1,-1 1-1-16,-2-1-2 16,-4 6 1-16,1 0-2 15,-1 1 3-15,-3 16-1 0,-3-21 2 16,3 21-2-16,0 0 1 16,0 0 0-16,0 0 0 15,0 0 0-15,0 0-2 16,0 0 0-16,0 0 0 15,0 0-4-15,0 0 5 16,0 0 1-16,0 0 0 16,-7 19 1-16,7-19-2 15,3 16 1-15,-3-16-1 16,0 0 5-16,0 16-6 16,0-16 0-16,0 0 0 15,0 0 0-15,0 0 2 16,0 0-3-16,0 0 3 0,0 0-1 15,0 0 1-15,0 0 0 16,0 0 0-16,0 0 0 16,0 0-1-16,0 0 2 15,0 0-3-15,0 0 0 16,0 0 0-16,0 0 1 16,0 0-2-16,0 0 1 15,0 0 0-15,0 0 0 0,0 0 1 16,0 0 0-16,0 0-1 15,0 0 1 1,0 0-1-16,0 0 1 16,0 0 0-16,0 0-1 15,0 0 1-15,0 0-1 0,0 0-1 16,0 0 2-16,0 0-1 16,0 0 0-16,0 0 1 15,0 0-1-15,0 0 1 16,0 0 0-16,0 0 0 15,0 0 0-15,0 0 0 16,0 0-1-16,0 0 2 16,0 0-1-16,0 0-1 15,0 0 0-15,0 0 1 16,0 0 0-16,0 0-1 16,0 0 1-16,0 0 0 15,0 0 0-15,0 0 1 0,0 0-1 16,0 0 2-16,0 0-1 15,0 0 0-15,0 0 1 16,0 15-1-16,0-15 0 16,0 30-1-16,0-4 1 15,0 6-3-15,0 13 4 16,4 9-1-16,-4 5 0 16,3 9-1-16,0 1 1 15,3 2-2-15,-3-4 3 16,1-4-2-16,-1-8 1 15,-3-8-2-15,4-8 2 16,-4-9-2-16,0-9 1 16,0-6-1-16,0-15 1 0,0 19-1 15,0-19 2-15,0 0-1 16,0 0 1-16,0 0 1 16,0 0 0-16,0 0 1 15,0 0-1-15,0 0 0 16,-14-7-2-16,14 7 2 15,-23-12-1-15,23 12 0 16,-31-15 0-16,8 6 0 16,-3 2 1-16,0 0-1 15,-3 2 1-15,3 0 0 16,3 1-1-16,1 3-1 16,4-1 0-16,18 2-1 15,-19-2-2-15,19 2 0 0,0 0-3 16,0 0-2-16,0 0 1 15,0 0 1-15,0 0-1 16,19-7 2 0,-1 2 1-16,11-2 1 0,6 0 2 15,10-1 2-15,7-3-1 16,10 2-2-16,10-1 1 16,-5 0 1-16,5-1 0 15,-8 3 2-15,-5-1 1 16,-7 2 0-16,-11 0 1 15,-8 5-49-15,-10 2-105 16,-23 0-13-16,16-5-5 16,-16 5-5-16,0 0-4 0</inkml:trace>
  <inkml:trace contextRef="#ctx1" brushRef="#br1">28886 17261 0,'0'0'16</inkml:trace>
  <inkml:trace contextRef="#ctx0" brushRef="#br1" timeOffset="147985.62">20451 10303 268 0,'0'0'189'0,"0"0"-32"16,0 0-38-16,0 0-22 15,0 0-13-15,0 0-32 16,0 0-54-16,0 0-6 0,0 0 2 15,-4 24-2 1,8-3-4-16,-4 5 6 16,5 12 6-16,2 10 6 15,0 13 3-15,5 13-9 0,2 16 6 16,-5 7-7-16,-3 9 8 16,-6 3-7-16,-3-2 5 15,-6 1-9-15,-8-1 5 16,-2-3 4-16,-11-6-5 15,1-2 4-15,-2-6-4 16,-2-4 5-16,-2-4-5 16,5-8 4-16,1-8-8 15,6-11 3-15,4-10 0 16,2-10-1-16,8-11-1 16,9-24 1-16,-3 16 2 15,3-16 0-15,0 0 5 16,0 0 1-16,0 0-1 0,15-14 1 15,-15 14 1-15,0 0-3 16,0 0-1-16,0 0 1 16,0 0-5-16,0 0-1 15,0 0 1-15,0 0 0 16,0 0-1-16,0 0 1 16,0 0 1-16,0 0-2 15,0 0-2-15,0 0-1 16,0 0-2-16,4-18-2 15,-4 18-14-15,0 0-95 16,7-26-53-16,-7 26-6 16,22-41-2-16,-3 11 2 15,1-15 60-15</inkml:trace>
  <inkml:trace contextRef="#ctx0" brushRef="#br1" timeOffset="150233.22">20975 11373 391 0,'0'0'180'0,"-23"-2"-2"15,23 2-96-15,0 0-23 16,0 0-14-16,-7-16-56 16,7 16-1-16,0 0-1 15,21-10-1-15,-21 10 1 16,28-16 8-16,-7 6 2 15,1 1 2-15,4-3 3 16,2-2 0-16,2 4 1 16,-1 0 1-16,-6 3 1 15,-1 1 4-15,-4 5 4 0,-18 1-2 16,19 3-1-16,-19-3-1 16,9 24 0-16,-9-24-1 15,0 35-2 1,-2-14-5-16,-2 3-3 0,1 2 0 15,-4 2 2-15,0-1-1 16,-5-1 1-16,-2 2-1 16,2-2 1-16,-4 0-1 15,2-2 5-15,-1 0-2 16,1-1 2-16,2-4-2 16,-2 0 2-16,5-2-1 15,-1 1 0-15,10-18 0 0,-16 29-2 16,16-29-1-16,-14 28-2 15,14-28 2-15,-9 22 0 16,9-22-1 0,-6 21 1-16,6-21 0 15,-4 16-1-15,4-16-1 0,0 0 2 16,-7 17-1-16,7-17 0 16,0 0 1-16,0 0-1 15,0 0 1-15,0 0-1 16,0 0 3-16,0 0-2 15,0 0 0-15,0 0 1 16,0 0 0-16,0 0 0 16,0 0 1-16,0 0 1 0,0 0-1 15,0 0 0 1,0 0 0-16,0 0 0 16,0 0 0-16,0 0-1 15,0 0-2-15,0 0-2 0,0 0 0 16,0 0-1-16,0 0-2 15,0 0 1-15,0 0-2 16,0 0 1-16,0 0 0 16,0 0 1-16,0 0 1 15,0 0 1-15,0 0 1 16,0 0 0-16,0 0 1 16,0 0 0-16,0 0 1 15,0 0-1-15,0 0 0 16,17 0-1-16,-17 0-1 15,0 0 1-15,0 0-1 16,0 0 1-16,0 0 1 16,0 0 0-16,0 0-1 0,0 0 2 15,0 0-1-15,0 0 0 16,0 0-1-16,0 0-1 16,0 0-1-16,0 0-1 15,0 0 1-15,0 0-1 16,0 0 1-16,0 0 0 15,0 0 2-15,0 0-1 16,0 0 2-16,0 0 1 16,0 0 1-16,0 0 0 15,0 0 0-15,0 0 0 16,0 0-1-16,0 0 1 16,0 0-1-16,0 0 0 15,0 0-1-15,0 0 1 0,0 0 0 16,0 0-1-16,0 0 1 15,0 0-1-15,0 0 1 16,0 0-1-16,0 0 2 16,0 0-2-16,0 0 1 15,0 0 1-15,0 0 0 16,0 0 0-16,0 0 0 16,0 0 1-16,0 0-2 15,0 0 0-15,0 0 0 16,0 0 0-16,0 0-1 15,0 0 1-15,0 0 0 16,0 0 0-16,0 0 0 16,0 0 0-16,0 0 0 0,0 0 0 15,0 0 0-15,0 0 0 16,0 0-1 0,0 0 0-16,0 0-2 0,0 0 1 15,0 0 0-15,0 0 2 16,9-17 1-16,-9 17 0 15,0 0 0-15,17-21 2 16,-17 21 0-16,20-26 0 16,-8 9 0-16,2-4-3 15,1-5-3-15,-4 0-1 16,4-4 2-16,-4-2-3 16,1-3 5-16,-5 0-3 15,0-1 5-15,-2 1-3 0,-2 4 7 16,-3 0-2-16,0 2 2 15,-3 1-2-15,3 4 0 16,-5 1 0 0,1 4-1-16,1 2 0 0,-1 1-1 15,4 16-1-15,-3-24 1 16,3 24-2-16,0 0 0 16,-4-19 1-16,4 19-1 15,0 0 0-15,0 0 2 16,0 0 0-16,0 0 1 15,0 0 4-15,0 0 1 16,0 0 1-16,0 0-1 0,0 0-2 16,0 0-2-1,-3 24 1-15,6-1-3 0,1 10 0 16,3 8-4 0,0 6 2-16,1 8-3 0,-1 6 9 15,0 1-4-15,-2-1 2 16,-1-4-2-16,3-4 1 15,-7-4-2-15,3-4 0 16,-3-5 1-16,4-6-3 16,-4-2 0-16,0-6 2 15,0-4-1-15,-4-6 2 16,4-16 0-16,0 20 0 16,0-20 0-16,0 0 0 0,0 0 0 15,-15 9 0 1,15-9-2-16,-21-2 0 15,21 2-1-15,-31 2 0 16,13 1-2-16,-4 1 2 0,3 1-1 16,0 2 1-16,-4-3-1 15,4 4 2-15,2-1-2 16,1 2 2-16,2-2-2 16,-2 1 1-16,16-8 0 15,-22 11 0-15,22-11 0 16,0 0 3-16,0 0-2 15,0 0-4-15,0 0 2 16,19 1-2-16,7-9 2 16,7-4-1-16,12-6 2 15,7-2-2-15,12-3 2 16,2-3 4-16,6 0 1 16,-1 0-1-16,-7 4 1 0,-9 3 1 15,-9 3 2-15,-10 6-3 16,-13 1-2-16,-23 9-15 15,0 0-90-15,0 0-43 16,-23-7-25-16,-3 11-3 16,-10-10-14-16,6 8 2 15</inkml:trace>
  <inkml:trace contextRef="#ctx0" brushRef="#br1" timeOffset="151006.77">21173 11544 395 0,'-19'-14'185'0,"19"14"-22"15,-23-29-76-15,13 3-23 16,5-4-10-16,-2-6-50 16,0-7-19-16,7-1 7 15,-4-1 2-15,4 2 4 16,4 2-1-16,-1 6 1 16,1 2 0-16,-1 11 3 0,2 4 1 15,-5 18 6-15,4-17 2 16,-4 17-3-1,0 0-1-15,0 17 0 0,3 7 0 16,1 8-2-16,3 7 0 16,1 8-8-16,6 12 1 15,-2 5 0-15,2 5 4 16,2 2 0-16,-2 2 3 16,-2-4-3-16,2-1 3 15,-6-1-2-15,-1-6 0 16,-3-2-1-16,-4-9 2 15,0-7-5-15,-4-5 2 0,1-7 0 16,-1-6 1-16,-2-8 0 16,6-17 2-1,-6 22-1-15,6-22 0 16,0 0-2-16,0 0 1 16,-22-3 0-16,22 3-1 0,-26-9-1 15,8 6 0-15,-1-2 0 16,-3 3-1-16,-4 0 2 15,3 4-1-15,1 0 1 16,-1-1-1-16,6 3-1 16,17-4 4-16,-19 0-2 15,19 0 0-15,0 0-1 16,0 0 0-16,33-12-1 0,-11 5 2 16,15-2 1-16,1-1-3 15,10-1 2-15,1-2 1 16,3-1 3-1,0-2-2-15,-3 4 1 0,-8 0-1 16,-4 0 1-16,-15-2-85 16,-3 4-74-16,-19 10-16 15,7-25-6-15,-7 25-5 16,-22-27-2-16</inkml:trace>
  <inkml:trace contextRef="#ctx0" brushRef="#br1" timeOffset="151653.22">21232 11490 495 0,'0'0'171'16,"-11"-36"-59"-16,3 6-42 15,4-1-15-15,-3-7-49 16,4-3-5-16,-4-1 1 16,2 2 1-16,-2 4 2 15,3 7-1-15,-3 4 2 16,4 10 1-16,3 15 4 16,-5-18-8-16,5 18-1 15,0 0 0-15,0 30-2 16,5-2 2-16,2 10-4 15,3 7-2-15,6 10-4 0,-2 6 9 16,1 8 0-16,4 4 2 16,-5-2-2-16,2-2 2 15,-4-3-3-15,-1-6 4 16,-5 1-2-16,-2-6 1 16,-4-8-3-16,-4-6 2 15,-6-3-1-15,1-3 2 16,-8-7-1-16,-2-6 0 15,-4-3-2-15,1-5 1 16,-4-2-1-16,0-3 0 16,-4-4-1-16,4-3 0 15,4 1 0-15,-1-1 1 16,4-2 0-16,0 2 0 0,19-2-1 16,-21 2 0-16,21-2 3 15,0 0 0-15,0 0-1 16,0 0 1-16,21-11 0 15,1 6-1-15,10-4 2 16,4 1-2-16,9 1 1 16,4 2-2-16,3-2 1 15,0 0-1-15,0 1-139 16,-7 3-32-16,-12-9-5 16,2 0-1-16,-13-18-11 15</inkml:trace>
  <inkml:trace contextRef="#ctx0" brushRef="#br1" timeOffset="152660.94">30296 9780 563 0,'-15'-17'174'0,"15"17"-36"16,0 0-75-16,-4 26-34 16,8 3-30-16,4 16-4 15,3 11 1-15,-1 16-1 16,6 15 5-16,-6 11-3 16,-1 10 3-16,-6 6 3 15,-3 4-5-15,-10 3 6 16,-9 4-7-16,-7-3 6 15,-9 0-4-15,-5-1 4 16,-8-2-6-16,-4-3 6 16,-9-3 2-16,5-3-2 15,1-7 2-15,1-10-2 0,5-6 1 16,9-15 0-16,2-15-1 16,12-10-6-16,11-16 0 15,4-10 0-15,11-21 3 16,-7 16-1-16,7-16 0 15,0 0-1-15,0 0 1 16,0 0-2-16,0 0 0 16,14-16 3-16,-14 16-3 15,9-24 0-15,-2 0-33 16,0-2-94-16,8-4-37 16,-4-13-3-16,4 1-1 15,-3-10-7-15</inkml:trace>
  <inkml:trace contextRef="#ctx0" brushRef="#br1" timeOffset="153472.51">29866 11719 228 0,'-17'-5'168'0,"17"5"-35"0,-16-23-26 15,16 23-5-15,-12-26-14 16,12 26-8-16,-11-24-36 16,11 24-28-16,-10-19-10 15,10 19 5-15,0 0 1 16,-19-7-3-16,19 7-10 15,0 0-4-15,-19 19 6 16,12-2-7-16,-2 4 3 16,-5 8-3-16,6 4 2 15,-6 7-1-15,2 2 9 16,-2 3-4-16,-2-2-3 16,6 2 2-16,-3 0 0 15,3-3 0-15,3-4 0 0,-2-2 2 16,2-5-2-16,7-3 2 15,0-6 2-15,4-3 1 16,-4-19 1-16,26 21 0 16,-3-17-1-16,6-6 0 15,9-3 0-15,4-6-1 16,5-1-3-16,7-5-1 16,-2 1 0-16,0-1 0 15,-7 1 1-15,-5 6-3 16,-2-2-1-16,-12 1-8 15,0-1-119-15,-10 5-40 16,-9-10-5-16,0 0-2 16,-7-13-5-16</inkml:trace>
  <inkml:trace contextRef="#ctx0" brushRef="#br1" timeOffset="154702.37">31074 10950 587 0,'0'0'198'15,"0"0"-36"-15,0 0-91 16,-19-14-66-16,19 14-5 16,0 0 0-16,0 0 0 15,-12 16 0-15,12-16-14 16,-14 21-1-16,5-2 0 16,-5 7-1-16,-1 5 4 15,1 9 7-15,-2 3 4 16,1 5-1-16,4 4 2 15,4-1-1-15,2-1 3 16,5-5-1-16,5-2 1 16,9-7-1-16,2-4 2 0,6-8 0 15,4-5-1-15,11-7 1 16,1-3 0-16,4-9-2 16,5-9-1-16,1-3 1 15,-3-9-2-15,4-3 1 16,-4-7-1-16,-3-6 1 15,-9-4-3-15,-4-4 2 16,-6-4 0-16,-11-3 1 16,-2-1-1-16,-6-3 1 15,-8 1-1-15,-6 3 1 16,-2 4-2-16,-6 2 4 16,-1 8-3-16,-3 6 2 0,-4 6 0 15,0 7 0-15,-4 5-1 16,2 3 0-1,-1 6 1-15,-4 3-1 0,3 6-1 16,-1 4 0 0,-2 5 0-16,4 6-1 0,-1 3 0 15,-1 9 0-15,5 6 0 16,3 6 0-16,2 5 2 16,6 6-3-16,3 1 3 15,5 3-3-15,3-3 3 16,8-1-3-16,3-4 2 15,5-5-2-15,3-5 3 16,6-7-2-16,2-6 2 0,3-6 1 16,5-4 0-16,6-6 1 15,1-6 1 1,2-9-1-16,1-3 1 16,1-6-2-16,-2-6 2 0,-2-7 0 15,-5-6-1-15,-3-7 1 16,-4-8-3-16,-7-5 3 15,-4-5-4-15,-4-5 3 16,-6-2-2-16,-2 3 0 16,-6 6-2-16,-2 3 1 15,-6 7 0-15,-4 8 2 16,-3 8-1-16,-8 5 1 16,-5 8 0-16,-2 4 0 15,-9 3-2-15,1 6 2 16,-6 6-2-16,-2 8 0 15,1 6-1-15,3 9-1 16,-1 7 1-16,8 8-1 0,9 8 2 16,6 10-2-16,6 1 2 15,12 4-2-15,5 0 2 16,8-1-1-16,10-4 1 16,4-8-2-16,8-4 3 15,4-10-1-15,3-8 2 16,1-8 0-16,4-6 3 15,-6-8-2-15,2-7 2 16,-1-7-1-16,-2-7 0 0,-6-8 0 16,1-7-2-1,-4-10 1-15,-4-7-3 16,-3-10 2-16,-5-1-4 16,-5-2 3-16,-6 0-1 0,-6 8 2 15,-9 4-102-15,-11 5-68 16,1 16-14-16,-18-3-7 15,1 12 1-15,-13-8 71 16</inkml:trace>
  <inkml:trace contextRef="#ctx0" brushRef="#br1" timeOffset="156950.99">9060 9842 330 0,'0'0'152'15,"-19"-13"-8"-15,19 13-18 0,-14-4-21 16,14 4-28-16,0 0-28 15,0 0-34-15,-19 14-17 16,19 3-1-16,-3 11-2 16,-1 13-1-16,-1 17-1 15,1 14 5-15,-6 18-2 16,1 12 3-16,-4 13-2 16,-7 8-3-16,-2 3 5 15,-8-5-2-15,-3-3 3 16,-1-9-4-16,1-7 4 15,-2-10-4-15,-2-11 3 16,5-10 3-16,-3-9-4 16,9-6 3-16,3-11-3 0,1-9 2 15,4-10-1-15,3-5-1 16,15-21 0-16,-16 22 0 16,16-22 1-16,0 0-1 15,0 0 1-15,0 0 2 16,0 0 2-16,0 0 0 15,0 0 0-15,0 0 0 16,0 0-1-16,0 0 0 16,0 0 0-16,0 0-2 15,16-15 0-15,-16 15-1 16,0 0 1-16,0 0 1 16,0 0 0-16,0 0 1 15,0 0 1-15,0 0 0 0,0 0 0 16,0 0-1-16,0 0-2 15,0 0 1-15,-7-24-1 16,7 24-2 0,-12-26-1-16,5 8-1 0,-2-6 1 15,-5-2 0-15,-2-3 1 16,3-1-1-16,-3-1 3 16,0 2-2-16,-1 3 3 15,5 1 0-15,1 8 1 16,11 17-1-16,-12-22 0 15,12 22 0-15,0 0-3 16,0 0 0-16,0 0 0 16,0 0-1-16,9 26-2 0,-2-9 1 15,0 7 0-15,1 2 1 16,3 5 1 0,-4 2 1-16,1 2-1 15,-4 1 2-15,-1-3 4 0,1-2-3 16,-1 0 3-16,-3-6-2 15,4-3 5-15,1-6-2 16,-5-16 5-16,21 15-3 16,1-17-10-16,4-6 7 15,13-8-6-15,9-3 3 16,8-5-5-16,5-2 2 16,5-2-4-16,-2 4 4 0,0 5-12 15,-12 3-139 1,-7-3-22-16,-8 6-6 15,-22-8 0-15,3 9-3 16</inkml:trace>
  <inkml:trace contextRef="#ctx0" brushRef="#br1" timeOffset="157850.63">9647 10734 435 0,'14'-33'178'0,"-6"-7"-42"16,-1-8-54-16,4 1 0 16,-9-2-35-16,5 6-47 15,-4 7 1-15,-3 8-1 16,0 7-1-16,0 21 0 15,-3-17-1-15,3 17 1 16,0 21 0-16,0 1 1 0,0 11-1 16,3 7 0-16,7 10 1 15,-1 9-6-15,5 5 7 16,-2 4-6-16,5 1 4 16,-4-2-5-16,2-6 6 15,-1-6-5-15,-2-6 3 16,-1-6 2-16,-3-5-2 15,3-10 1-15,-4-6 1 16,-4-6 1-16,-3-16 0 16,5 21 2-16,-5-21 2 15,0 0-3-15,0 0 0 16,-19 1 0-16,19-1-1 16,-26-6 0-16,7 2 0 0,0 1-2 15,-3 1-1-15,-5 0 2 16,1 2 0-1,0 2-1-15,0 0 1 0,-3 3-1 16,6 0 0-16,1-2 0 16,-1 3-1-16,8-3 0 15,15-3-1-15,-21 4 1 16,21-4 0-16,0 0 1 16,0 0 1-16,0 0 0 15,21-14-1-15,-2 9 2 16,7-4 0-16,5 0 1 15,9-3-1-15,5 3-2 16,11-3 0-16,-1 0 1 0,2 0 0 16,-1 2 0-1,-4-1 1-15,0 3 0 16,-7 2-1-16,-7-2 0 16,-5 4 1-16,-10-1 1 0,-23 5 1 15,22-2 1-15,-22 2 1 16,0 0 1-16,0 0-69 15,-3 16-99-15,3-16-13 16,-30 10-16-16,-1-15-5 16,-5 5 33-16</inkml:trace>
  <inkml:trace contextRef="#ctx0" brushRef="#br1" timeOffset="174001.11">21069 11464 175 0,'-16'-7'196'0,"-3"-5"-23"15,2-2-49-15,17 14-14 0,-19-27-18 16,19 27-20-16,-13-26-27 16,13 26-45-16,-7-21-1 15,7 21 1-15,0 0 2 16,0 0-4-16,0 0-4 15,-19-9-2-15,19 9 1 16,-10 19-1-16,1-1 0 16,2 2-1-16,-3 10-2 15,1 1 3-15,2 9 8 16,4 5 2-16,-1 2-2 16,4 1 4-16,4-1-3 15,3-2 2-15,8-2-2 16,3-5 3-16,-3-8-4 0,8-6 2 15,3-5 0-15,3-9 0 16,3-6 1-16,1-8 0 16,3-10 1-16,-1-5-2 15,5-8 1-15,-6-5-3 16,-1-4-2-16,-3-9 1 16,-2 0-2-16,-7-3-3 15,-13-3 2-15,3 3-2 16,-15 0 0-16,-3-1 0 15,-1 6 5-15,-13 5-5 16,-2 7 5-16,-8 3 1 16,1 9 1-16,-6 5-1 15,-2 9 1-15,-4 7 0 0,-1 4-1 16,1 10 0-16,-3 5 0 16,3 8-1-16,-1 6-1 15,8 6 1 1,2 8 2-16,7 4 2 0,7 5-3 15,9 2 3-15,10 1-2 16,7-2 3-16,12-4-3 16,7-3 2-16,7-5-4 15,8-7 2-15,8-9-1 16,3-9 2-16,4-6-1 16,1-13 1-16,-2-6 1 15,1-11 0-15,-4-10 0 16,-3-6 1-16,-8-6-2 0,-8-6 0 15,-7-4-3 1,-10-6 0-16,-6-2-1 16,-13-3-3-16,-11 0 1 15,-9 0-3-15,-4 3 3 0,-10 2-2 16,-8 5 7-16,0 9-6 16,-7 7 6-16,7 9-2 15,-4 8 1-15,-3 9-1 16,3 8 2-16,1 7-1 15,4 9-2-15,6 9 1 16,2 8-1-16,5 8 1 16,8 6 2-16,9 9 1 0,5 3-1 15,9 0 2 1,9 2-3-16,5 1 4 16,12-5-3-16,5-4 3 15,9-10-6-15,2-4 3 16,6-9-1-16,5-7 1 0,2-11 0 15,-1-8 1-15,1-9 0 16,-2-10 1-16,-1-8 1 16,0-12-2-16,-7-6 2 15,-7-8-2-15,-9-5-2 16,-6-8 0-16,-9-5-2 16,-9 2-4-16,-14-2 3 15,-4 2-3-15,-15 3 2 16,-9 4-2-16,-4 8 6 0,-4 7-5 15,-8 9 6 1,5 10 0-16,-8 7-1 16,4 11 0-16,4 8 0 0,-4 9 0 15,6 8 0-15,1 9 0 16,4 9-1-16,4 9 1 16,8 10 1-16,6 5 4 15,8 5-4-15,8 4 2 16,7 3-3-16,10-4 3 15,13-2-2-15,6-11 2 16,6-8-6-16,6-7 2 16,8-11 1-16,3-9 1 15,7-12 0-15,2-12 1 16,-2-9 2-16,-4-10-1 16,6-8 2-16,-5-10-2 15,-4-11 1-15,-4-8-2 0,-13-6-1 16,-2-5-1-16,-14-3-3 15,-8-2-4-15,-11-1 4 16,-11 4-4-16,-11 5 3 16,-4 6-3-16,-9 7 6 15,-10 11-5-15,0 9 7 16,-7 10-1-16,-4 9 0 16,-3 10 0-16,2 9 0 15,-2 12 0-15,0 9-1 16,5 8 1-16,2 12-2 15,7 8 5-15,8 4-2 16,11 10 3-16,7 2-4 16,16 1 5-16,10 0-5 0,12-4 3 15,14-5-2-15,5-5 0 16,7-9-3-16,7-7 2 16,7-8-1-16,2-9 1 15,-2-10 1-15,-4-10 1 16,3-11 0-16,-3-9 0 15,-3-10 1-15,-7-10 0 16,-3-13 1-16,-5-7-3 16,-11-8 1-16,-7-6-3 15,-9-3-1-15,-10-3-3 16,-7 3 1-16,-15 2-4 16,-8 5 4-16,-6 8-1 15,-6 6 2-15,-7 9-1 0,-3 9 7 16,0 10-4-16,0 6 3 15,7 8 0-15,-4 9-2 16,11 6 2 0,-3 9-3-16,8 6 1 0,3 11-2 15,1 5 3-15,9 13 0 16,1 6 3-16,5 7-3 16,9 5 2-16,5 4-3 15,9-4 3-15,5-5-3 16,5 0 3-16,3-14-5 15,11-8 2-15,-1-9-1 16,4-13 3-16,2-7 0 16,6-8 0-16,-3-9 1 0,5-13-1 15,2-6 0 1,-3-8 0-16,0-7 0 16,-5-3-2-16,-5-10 0 15,-5-6-1-15,-8-3-2 0,-8-1-3 16,-9-1 2-16,-10-2-2 15,-9 3 2-15,-8-1-2 16,-8 7 3-16,-5 3-3 16,-1 8 7-16,-6 5-2 15,-6 7 3-15,2 10-2 16,-2 6 2-16,-1 11 1 16,1 7-3-16,-1 12 3 0,0 12-2 15,4 13 0 1,2 17-2-16,8 10 3 15,9 13-1-15,4 11 4 16,11 9-7-16,11 0-79 16,16-1-60-16,17 1-18 0,3-18-6 15,13-1-1-15,3-23-8 16</inkml:trace>
  <inkml:trace contextRef="#ctx0" brushRef="#br1" timeOffset="184038.26">31623 8986 18 0,'0'0'105'0,"0"0"-33"16,0 0-15-16,-4 15 15 15,4-15 34-15,0 0-6 0,26 10-6 16,-26-10-5-16,42 6-4 16,-13-5-3-16,15 8-13 15,4-4-19-15,13 4-43 16,14 3-5-16,11 2 0 16,6 1-4-16,6 5 1 15,8 5-1-15,-2 0 0 16,0-1-1-16,-7 2 2 15,-7-2-1-15,-8 2 1 16,-7 0-3-16,-11-3 2 16,-9-6-2-16,-13 0-1 15,-2-3 2-15,-11 0-1 16,-9-4 0-16,-5-3-1 0,-15-7 2 16,19 9 0-16,-19-9 1 15,0 0 1-15,0 0 2 16,0 0 0-16,0 0 4 15,0 0 4-15,0 0 0 16,0 0 0-16,0 0-13 16,0-23-41-16,0 23-15 15,-15-26-5-15,15 26-8 16,-23-38-7-16,9 21-1 16,-8-9 0-16,6 5 14 15,-7-1 42-15,1-1 23 16,3 2 15-16,-2 1 31 15,5 8 31-15,-3-9 6 0,19 21-3 16,-22-21-1-16,22 21-4 16,0 0-7-16,0 0-13 15,-14-17-23 1,14 17-30-16,0 0-7 0,0 0 0 16,0 0 1-16,7 22 1 15,-7-22-1-15,10 30 1 16,-1-11-1-16,-2 0 4 15,8 3 3-15,3 1 3 16,1-1 0-16,3 2 1 16,8-1 0-16,-4-1 2 15,5-1-3-15,-1 0-2 16,-1 0-5-16,-6 0-1 0,-1-1-1 16,-11-1-1-16,-3 4-2 15,-8 1 1 1,-8 2 0-16,-6 4 2 15,-16 2 2-15,-1 3-1 0,-11 1 3 16,-4 1-2-16,-8-3 2 16,-2-1-2-16,4-2 2 15,0-6-35-15,10-3-65 16,6-5-45-16,5-10-26 16,17 2-10-16,14-9-11 15,-9-17 100-15</inkml:trace>
  <inkml:trace contextRef="#ctx0" brushRef="#br1" timeOffset="185176.06">33846 9126 327 0,'0'0'193'0,"0"0"-46"15,0 0-26-15,7-21-15 16,-7 0-25-16,7-1-43 16,0-6-28-16,-2-5-10 15,2-7 0-15,0 2 0 16,0 0 0-16,-2 0 0 0,-1 3 0 15,-1 4 0-15,1 9 0 16,-1 1 0-16,-3 21-8 16,0-17 0-16,0 17 0 15,0 0-1-15,-7 24 3 16,4-2-4-16,-1 10 4 16,4 6 3-16,0 7 1 15,4 12 1-15,3 3-4 16,0 3 5-16,5 2-3 15,2 0 3-15,-2-3-3 16,7-7 3-16,-5-3-3 16,1-5 4-16,-4-7-1 15,1-4-1-15,-5-5-1 0,0-3 2 16,-2-6-1-16,-5-3-1 16,0-3 1-16,0-16-3 15,-9 23 4 1,9-23-2-16,-17 6 2 0,1-4 0 15,-6 0-1-15,-4-2 1 16,0 0-1-16,-7 0 1 16,2 2 0-16,-6-1-1 15,2 5 0-15,6 0-1 16,-1-2 2-16,8-2 1 16,3-1-2-16,19-1 3 15,-18 0 5-15,18 0 2 16,0 0-1-16,30-13-1 0,-1 0 1 15,10 3 1-15,13-4 0 16,7 2-2 0,12-2-7-16,3 0 1 15,11-1-1-15,-5 1 1 0,-2 2 0 16,-3-2-40-16,-11 5-76 16,-12 6-50-16,-19-6-11 15,-10 13-15-15,-23-4-4 16,0 0 78-16</inkml:trace>
  <inkml:trace contextRef="#ctx0" brushRef="#br1" timeOffset="188704.57">2209 15977 403 0,'3'-29'195'0,"-3"29"-10"16,0 0-58-16,0-20-63 15,0 20-19-15,0 0-41 16,0 0-4-16,0 0 0 15,0 0 0-15,0 0 0 16,0 0 0-16,0 0 0 16,0 0 0-16,0 0 0 15,0 0 0-15,0 0 0 16,0 0 0-16,0 0 0 0,0 0 0 16,0 0 0-16,0 0 0 15,0 0 0-15,0 0 0 16,0 0 0-16,0 0 0 15,0 0 0-15,0 0 0 16,0 0 0-16,0 0 0 16,0 0 0-16,0 0 0 15,0 0 0-15,0 0 0 16,0 0 0-16,0 0 0 0,0 0 0 16,-3 23 0-1,3 0 0-15,0 11 0 16,0 16 0-16,-2 14 0 15,-1 18 0-15,-4 11 0 0,-4 13 0 16,-1 3 0-16,-3-2 0 16,-6-5 0-16,-2-7 0 15,-3-13 0-15,7-15 0 16,0-15 0-16,3-10 0 16,6-18 0-16,10-24 0 15,0 0 0-15,0 0 0 16,-7-28-1-16,10-8-4 15,4-14-5-15,2-11 6 16,-2-8 1-16,3-9 4 16,3-5-2-16,0-4 1 15,0 3 2-15,6-1-2 16,-2 7 2-16,2 9 0 0,4 3 1 16,-1 9-1-16,4 8 0 15,0 10 0-15,-3 7-1 16,6 15 1-1,-3 12 0-15,9 12-2 0,-2 14 2 16,4 11-1-16,1 15-1 16,-2 10 0-16,2 11 0 15,1 6 0-15,1 2 0 16,-9 4 0-16,-5-2 0 16,0-2 0-16,-4-5 0 15,-4-9 0-15,-6-10-106 16,2-12-56-16,-6-5-16 15,-8-35-17-15,4 26-3 0,-4-26 15 16</inkml:trace>
  <inkml:trace contextRef="#ctx0" brushRef="#br1" timeOffset="188905.71">2164 16742 500 0,'-26'4'188'15,"0"-3"-10"-15,26-1-78 16,0 0-55-16,26-5-52 16,7-2 1-16,19-2-1 15,5-4-28-15,16-6-103 16,7 0-35-16,-6-13-17 0,11 6-2 16,-10-12-4-16</inkml:trace>
  <inkml:trace contextRef="#ctx0" brushRef="#br1" timeOffset="189168.9">3355 16626 642 0,'-4'28'192'0,"4"-28"-30"16,0 24-147-16,16-22-18 15,13-4 3-15,4-5-2 16,12-3-71-16,0-4-68 0,1-9-30 16,9 6-16-16,-10-11-3 15,7 9 2-15</inkml:trace>
  <inkml:trace contextRef="#ctx0" brushRef="#br1" timeOffset="190751.03">5021 16562 250 0,'29'19'191'0,"-29"-19"-8"15,0 0-57-15,-20 10-30 16,-12-18-10-16,3-3-14 16,-8-11-56-16,-1-8-13 15,-3-9-3-15,4-8 0 16,8-7 0-16,6-6 0 16,4-4 0-16,12 0 0 15,3 3 0-15,8 11 0 16,3 7 0-16,3 8 0 15,-1 11 0-15,-9 24 0 16,10-16 0-16,-10 16 0 16,0 21 0-16,-3-2 0 15,3 5 0-15,0 0 0 0,3 4 0 16,10 2 0-16,7-5 0 16,8-4 0-16,9 0 0 15,11-5 0-15,4 1 0 16,0-2 0-16,6 5-1 15,-10-1 2-15,-4 5-2 16,-10 9 2-16,-15 1-3 16,-5 8-2-16,-14 1 4 15,-7 2-2-15,-5-2 3 16,-2-1-5-16,2-7 3 16,2-8-2-16,6-9 2 15,4-18 2-15,23 7-2 16,3-20-1-16,14-11 0 0,10-10 3 15,13-10-1-15,1-6 3 16,5-5-2-16,-1-4 1 16,-4-2-3-16,-12 2 5 15,-7 4-3-15,-12 8 0 16,-13 7 0-16,-10 8-1 16,-17 9 2-16,-9 7-1 15,-4 15 0-15,-8 8-1 16,-5 10 0-16,-4 5 0 15,6 10-1-15,-2 7-1 16,7 1 0-16,10 2 0 16,6 3 0-16,14-7 1 15,8-2 1-15,12-3 0 0,7-9 1 16,9-8 0-16,9-9-1 16,5-7 1-16,1-11 0 15,4-4 2-15,-7-9-1 16,2-6 1-16,-2-4-2 15,-7-3-1-15,-5-3 0 16,-5 6 0-16,-2 1 0 16,-7 2 0-16,3 7 0 15,1 6 0-15,1 10 0 16,-1 8 0-16,3 7-3 16,5 6 3-16,-2 8 0 15,-4 2 0-15,-3 4-1 16,-6 3 3-16,-10-1-1 15,-4 2 0-15,-11 1-1 16,-11-3 0-16,-10 0 0 16,-3 1 0-16,-7-4 0 15,-5-2 0-15,1-3 0 0,3-6-1 16,1-3-1-16,10-3-4 16,7-4 4-16,16-5 1 15,0 0-1-15,0 0-1 16,32-8 0-16,1-8 4 15,8 0-4-15,6-4 5 16,10-6-5-16,6-7 4 16,1 0-3-16,0-3 4 0,2-2-4 15,-5 1 2-15,-2 1 1 16,-3 1 0 0,-15 2 2-16,-2 7-1 15,-13 6 1-15,-7 4 2 16,-19 16-1-16,0 0-1 0,0 0-1 15,0 0-2-15,-28 19 0 16,5 4 0-16,-3 3 0 16,4 5-3-16,1 3 0 15,2 1 2-15,12 3 1 16,7 0-2-16,10-3 3 16,9-4-6-16,11-5 6 15,3-5-5-15,9-9 2 0,-1-7 0 16,11-12-2-1,0-9 3-15,0-8-1 16,-3-9 4-16,0-8-4 16,-4-11 4-16,-7-7 0 0,-5-5-2 15,-11-5 2-15,-8-2-3 16,-5 1 3-16,-5 5-1 16,-8 4 0-16,-1 7-1 15,-6 13 2-15,4 10-2 16,-1 8 2-16,8 23 0 15,-18-22-1-15,18 22-1 16,0 0 0-16,-8 24 0 16,8-2 0-16,3 10-1 15,2 7 0-15,-1 10 2 16,3 10-3-16,3 1 3 16,-5 4-2-16,6 2 2 15,-4-2-2-15,2-5 3 0,1-2-4 16,-1-8 5-16,5-10-1 15,1-9-1-15,2-6-26 16,3-17-94 0,2-14-47-16,8-3-7 0,-8-20 1 15,4 1-11-15,-10-16 7 16</inkml:trace>
  <inkml:trace contextRef="#ctx0" brushRef="#br1" timeOffset="190962.17">7484 15953 534 0,'0'0'180'0,"33"10"-15"16,-3-15-78-16,11 1-49 16,11-4-36-16,4-4-1 15,5-2-39-15,-2-2-81 16,-7-3-47-16,-4 5-7 15,-16-3-10-15,-10 8-3 16,-22 9 45-16</inkml:trace>
  <inkml:trace contextRef="#ctx0" brushRef="#br1" timeOffset="192087.97">2619 18174 602 0,'-18'-9'191'15,"18"9"-10"-15,-28 14-132 16,21 7-49-16,4 15 0 16,-1 9-4-16,8 10 1 15,-1 9-4-15,1 11 3 16,5 1 0-16,-2 0 4 15,-4-3-1-15,0-7 1 16,1-8 1-16,-4-11-1 16,0-9 2-16,-4-12 1 15,1-10-1-15,3-16 1 16,0 0 0-16,-10-30 1 16,1-4-1-16,2-11-1 0,0-7-2 15,-2-9 0-15,2-6 0 16,4-6 0-16,3 0 0 15,10 1 0-15,2 6 0 16,11 4 0-16,3 8 0 16,7 9 0-16,-2 10 0 15,9 16-2-15,-7 11 0 16,2 11 1-16,-9 13 2 16,-7 11-1-16,-9 11-3 15,-10 6 2-15,-6 4-1 16,-10 1 2-16,-7 1-2 15,-3-5 0-15,0-4-2 16,4-11 1-16,3-8 1 0,19-22 2 16,-21 23-1-16,21-23 1 15,0 0 0-15,22-5 0 16,4 1-2-16,7-1 2 16,13 3 1-16,9 4-2 15,4 5 0-15,9 3-2 16,-4 8 2-16,-5 6-1 15,-3 3 5-15,-15 6-3 16,-11 5 4-16,-15 4-2 16,-18 1 1-16,-13 2 0 15,-17 0 0-15,-8-3-3 16,-15-6-1-16,-8-5-1 16,-6-6 0-16,3-12-2 0,2-9 1 15,6-9-6-15,11-14-80 16,17-7-54-16,17-4-26 15,7-10-1 1,21-1-4-16,12-11-8 0</inkml:trace>
  <inkml:trace contextRef="#ctx0" brushRef="#br1" timeOffset="192305.13">3650 18502 551 0,'34'13'189'16,"-4"-8"-6"-16,3-7-103 15,2 2-78 1,4-3-4-16,0-1-110 16,-3-5-61-16,2 3-6 0,-8-7-10 15,-1 5 3-15,-6-10 23 16</inkml:trace>
  <inkml:trace contextRef="#ctx0" brushRef="#br1" timeOffset="192685.4">5271 17611 708 0,'-17'-10'192'0,"17"10"-69"15,-16-16-123-15,16 16 0 0,0 0 0 16,12 24 0 0,-2 2 0-16,3 5 0 15,4 6 0-15,-1 4 0 16,-1 8 0-16,3 4 0 0,-3 6-49 16,-1 0-97-16,-2-7-25 15,2 2-10-15,-5-13 0 16,10 3-3-16</inkml:trace>
  <inkml:trace contextRef="#ctx0" brushRef="#br1" timeOffset="193241.79">6081 18177 627 0,'0'0'179'0,"0"0"-10"0,6-17-121 16,-6 17-48-16,0 0-3 16,-23-11-2-16,23 11 1 15,-22 14 1-15,22-14 3 16,-30 35-2-16,18-7-1 16,-2 10 0-16,2 8-2 15,1 8 1-15,6 1 0 16,2 4 1-16,6 2-1 15,6 1 3-15,5-5 0 16,5-7 0-16,7-6 1 16,0-6 0-16,9-9 1 15,1-6 0-15,2-6 3 16,6-13-1-16,-3-6 1 0,5-7 1 16,-1-10-1-16,-4-9-1 15,-1-4-1-15,2-8 1 16,-9-7-3-1,-4-3 3-15,-3-7-5 0,-10-4 4 16,-4-3 2-16,-8-2-2 16,-4-1 2-16,-12-1-4 15,-2 2 0-15,-5 4-4 16,-7 5 3-16,-4 10-3 16,-8 9-1-16,-4 9 3 15,-5 8 0-15,2 11 2 16,-3 8 2-16,-5 11 0 15,5 4 0-15,-1 5 0 0,8 1-58 16,11 5-71-16,4 4-37 16,10-9-3-16,16-2-4 15,0-17 0-15</inkml:trace>
  <inkml:trace contextRef="#ctx0" brushRef="#br1" timeOffset="193509.11">6894 17573 524 0,'0'0'174'0,"14"-23"-4"0,-14 23-56 16,0 0-111-16,3-17 0 15,-3 17 2 1,0 0-4-16,-10 28 2 15,3-9-1-15,-2 7 1 0,2 5 1 16,-3 5-2-16,5 9-76 16,-6 0-68-16,1-3-23 15,8-2-5-15,-5-9-2 16,14-5-3-16</inkml:trace>
  <inkml:trace contextRef="#ctx0" brushRef="#br1" timeOffset="199498.37">3360 20557 618 0,'0'0'204'0,"0"0"-26"15,7-21-155-15,-7 21-23 16,-7-29 0-16,2 12 0 0,-6-1 0 15,2-1 0-15,-4 4 0 16,-3 1 0-16,2 3 0 16,-9 3 0-16,4 3 0 15,-3 6 0-15,-4 8 0 16,0 3 0-16,-4 7 0 16,1 7 0-16,-3 10 0 15,-1 9 0-15,0 7 0 16,6 11 0-16,1 8 0 15,5 5 0-15,9 5 0 16,5 1 0-16,10-3 0 16,8 3 0-16,8-5 0 15,7-7 0-15,3-6 0 0,13-11 0 16,0-9 0-16,3-6 0 16,3-9 0-16,4-12 0 15,4-4 0-15,0-12 0 16,1-4 0-16,-2-6 0 15,-3-3 0-15,0-7 0 16,-3-12-31-16,-4 1-130 16,-7 1-17-16,-5-7-8 15,-3-1-14-15,-11-8-1 16</inkml:trace>
  <inkml:trace contextRef="#ctx0" brushRef="#br1" timeOffset="199747.55">4139 20844 548 0,'0'0'202'0,"-3"16"-3"16,3-16-125-16,0 0-74 15,0 0 0-15,19 10 0 16,0-6 0-16,0-2 0 15,7 1 0-15,3-3 0 16,8 2-118-16,-2-2-57 16,-6-9-19-16,4 2-1 15,-10-10-5-15,3-2 60 0</inkml:trace>
  <inkml:trace contextRef="#ctx0" brushRef="#br1" timeOffset="200376.99">5387 19735 538 0,'0'0'187'0,"-10"-16"-38"16,10 16-55-16,0 0-39 15,-12-17-55-15,12 17 0 16,0 0 0-16,0 0 0 16,0 0 0-16,0 0 0 15,0 0 0-15,0 0 0 0,-18 2 0 16,18-2 0-16,0 0 0 15,0 24 0-15,0-5 0 16,4 7 0-16,-1 5 0 16,4 11 0-16,-3 3 0 15,4 5 0-15,-4-2 0 16,3 1 0-16,-4-8 0 16,4-1 0-16,-5-7 0 15,1-7 0-15,1-7 0 16,-4-19 0-16,3 23 0 15,-3-23 0-15,0 0 0 16,0 0 0-16,0 0-121 16,16-4-59-16,-16 4-9 0,0 0-11 15,14-19 6-15,-14 19 56 16</inkml:trace>
  <inkml:trace contextRef="#ctx0" brushRef="#br1" timeOffset="201404.72">6061 20488 497 0,'-16'-7'173'15,"16"7"-29"-15,0 0-30 16,0 0-26-16,0 0-81 16,-12-16-7-16,12 16 0 0,0 0 0 15,-21 9 0-15,21-9 0 16,-26 26 0-16,10-7 0 16,1 7 0-16,-3 7 0 15,3 8 0-15,-1 10 0 16,6 2 0-16,-1 8 0 15,6 1 0-15,9 4 0 16,1-2 0-16,9-2 0 16,1-3 0-16,8-5 0 15,-1-6 0-15,11-4 0 16,0-10 0-16,2-6 0 16,2-6-7-16,4-8-1 0,4-12-2 15,-3-9 4-15,1-7 3 16,3-10-4-16,-8-4 6 15,2-8-5-15,-6-4 5 16,-4-7 0-16,-8-3 5 16,-2-3-5-16,-7-6 3 15,-6-4 0-15,-7-1 0 16,-3-3 3-16,-7 1-1 16,-10 0 3-16,-2 9-2 15,-11 3 3-15,-2 11-3 16,-8 7 2-16,-2 12-7 15,-4 8 0-15,0 11 0 16,1 5 0-16,-1 9 0 0,8 3 0 16,4 0 0-16,2 0 0 15,9 0-49-15,16 4-103 16,10-16-32-16,3 22-7 16,20-13-4-16,6-8-9 15</inkml:trace>
  <inkml:trace contextRef="#ctx0" brushRef="#br1" timeOffset="201941.11">6875 20422 567 0,'10'-33'189'16,"-3"14"-21"-16,-2-2-133 15,-1 1-35-15,3-1 5 16,-4 4-3-16,1 1 4 16,-4 16-3-16,5-23 5 15,-5 23-3-15,0 0 8 16,0 0-3-16,0 0 1 15,0 0-10-15,0 0-1 16,-16 23 0-16,9-4 0 0,-1 4 0 16,1 8 0-16,3 7 0 15,-6 10 0 1,5 11 0-16,1 9 0 16,-3 4 0-16,4 10 0 0,-1 1 0 15,-1 2 0-15,2-2 0 16,-1-2 0-16,4-5 0 15,0-8 0-15,0-11 0 16,0-5 0-16,4-11 0 16,1-6 0-16,2-9 0 15,0-7-7-15,-7-19 0 16,0 0-1-16,22 14-2 16,-22-14-1-16,19-21-61 0,-8-2-66 15,-3-6-34 1,6 1-9-16,-2-13-1 15,2 3 1-15</inkml:trace>
  <inkml:trace contextRef="#ctx0" brushRef="#br1" timeOffset="202668.62">7401 19802 445 0,'0'0'180'16,"0"0"-24"-16,-11-22-44 0,11 22-35 16,0 0-57-1,0 0-12-15,0 0-1 16,0 0 4-16,0 0-4 15,0 0-7-15,-12 24 0 0,12-1 0 16,-3 8 0-16,3 7 0 16,-4 7 0-16,4 3 0 15,0 4 0-15,0 2 0 16,-3-2 0-16,3-5 0 16,0-9 0-16,0-7 0 15,-4-7 0-15,4-24 0 16,0 21 0-16,0-21-9 15,0 0 1-15,0-35 1 16,0 13-5-16,-3-9 5 16,3-2-1-16,-4-2 7 15,4-3-3-15,0 2 4 16,4 6-3-16,-4 3 2 0,0 7 5 16,0 5 5-16,0 15 4 15,0 0-1-15,0 0 0 16,0 0-2-1,-16 24-10-15,13 4 0 0,-4 1 0 16,-2 6 0-16,6 6 0 16,-8 4 0-16,8-5 0 15,-2-2 0-15,1-1-3 16,-3-11-120-16,4-7-50 16,6 0-20-16,-3-19-5 15,0 0 1-15,-16-18 62 16</inkml:trace>
  <inkml:trace contextRef="#ctx0" brushRef="#br1" timeOffset="-189230.96">18744 8546 88 0,'0'0'40'0,"0"0"6"16,0 0 3-16,-7-17 6 15,7 17 8-15,0 0 12 16,0 0 8-16,0 0 7 15,0 0 4-15,0 0-2 16,0 0-9-16,0 0-8 16,0 0-16-16,0 0-28 15,0 0-31-15,0 0 0 0,0 0 0 16,0 0 0-16,0 0 0 16,-8-16 0-16,8 16 0 15,0 0 0-15,-18-14 0 16,18 14 0-16,-12-15 0 15,12 15 0-15,0 0 0 16,-19-19 0-16,19 19 0 16,0 0 0-16,-14-14 0 15,14 14 0-15,0 0 0 16,0 0 0-16,0 0 0 16,0 0 0-16,0 0 0 15,0 0 0-15,0 0 0 16,0 0 0-16,0 0 0 0,0 0 0 15,0 0 0-15,0 0 0 16,0 0 0-16,0 0-69 16,0 0-58-16,0 0-25 15,26 10-24-15,-3 6-20 16,3-1 0-16,7 9 90 16</inkml:trace>
  <inkml:trace contextRef="#ctx0" brushRef="#br1" timeOffset="-183798.58">21027 9927 92 0,'26'-3'39'16,"-7"-4"-17"-16,4 2-14 15,-9-2-7-15,-14 7-21 0,26-4-20 16,-26 4-19-16,0 0 17 15,0 0 42-15</inkml:trace>
  <inkml:trace contextRef="#ctx0" brushRef="#br1" timeOffset="-161964.06">9262 7178 90 0,'0'0'30'0,"-20"-10"3"15,20 10 1-15,0 0 3 16,0 0 3-16,0 0-2 16,0 0 8-16,0 0 3 15,0 0 5-15,0 0-3 0,9-16-4 16,-9 16-8-16,23-10-10 15,-1 3-9-15,8-3-7 16,3-1-5-16,12-3-3 16,3-1 1-16,5-6 17 15,6 4 5-15,1-6 3 16,5 4-1-16,-6-1 1 16,5 4-1-16,-12-1 1 15,3 6-5-15,-13 3-15 16,-5 1-7-16,-11 1 0 15,-7 3-1-15,-19 3 0 16,19-2 0-16,-19 2-1 0,0 0 2 16,0 0 0-16,0 0 2 15,0 0-3-15,0 0 0 16,-16 11 1 0,16-11 0-16,-19 8-1 15,19-8-1-15,-33 7-3 0,7-2-1 16,-3 2 2-16,-6 2 0 15,-2 1-2-15,-1 3 2 16,-5 2-1-16,-2 1-1 16,3 1 2-16,0 2 0 15,6 0-13-15,-2-3-80 16,12-1-64-16,7 3-17 16,1-13-7-16,18-5-11 0,0 0 49 15</inkml:trace>
  <inkml:trace contextRef="#ctx0" brushRef="#br1" timeOffset="-156872.45">9045 9823 140 0,'-7'-15'66'16,"7"15"24"-16,0 0 28 16,0 0-6-16,0 0-14 15,0 0-6-15,0 0-11 16,0 0-11-16,0 0-13 15,0 0-28-15,0 0-36 16,-16 21 1-16,16-21 4 16,-7 17 0-16,7-17 0 15,-14 29 2-15,9-8-1 16,-5 3 0-16,3 2 1 16,-2 4-2-16,-1 3 1 15,1 5-1-15,-2 1 2 16,1 5-2-16,1 1 2 0,-1-4-2 15,3 4 2-15,-2-1-2 16,2-5 3-16,4-2 0 16,-1-1 0-16,1-5-2 15,1 2 1-15,4 0 0 16,-2 2-1-16,0-1 3 16,3 3-7-16,-3-3 5 15,-3 4-6-15,1 2 7 16,2 2-6-16,-7-1 5 15,4 2-5-15,-4 2 3 16,-2 2 1-16,-1 3-1 16,-2 4 3-16,-2 1-3 15,-2 3 3-15,-1 0-3 0,-2 1 2 16,-4 2-1-16,4-4 1 16,-4 0 4-16,1-2-2 15,-1-3 1-15,-3-1-2 16,7-5 3-16,-7-1-3 15,0-1 2-15,3-5-1 16,-6 0-4-16,3-5 1 16,-4 1 0-16,-8-6 2 15,-2 1-1-15,-1-3 3 16,-4-1-2-16,-8-5 1 16,1 0 0-16,-7-4 1 15,-1-3-2-15,-12 0 0 16,-2 1 0-16,-4-1 2 0,-4-2 1 15,2 0-2-15,-5-1 2 16,2-1 1-16,-2-5 3 16,14-1 0-16,-1-9 0 15,10-6-3-15,1-3 1 16,6-1-1-16,6-9-2 16,4-2-2-16,0-7-2 15,5 0-2-15,5-5-1 16,-1-4 0-16,6-4 1 15,2-6-1-15,2-4-3 16,4-3 3-16,1 1-2 16,5-5 3-16,-3 1-1 0,9-2 2 15,-2 0-2-15,1 2 3 16,4 1 4-16,6-3-4 16,1 0 3-1,1 0-3-15,10-2 4 0,-4 0-4 16,8 0-1-16,4 1 5 15,4-3-5-15,0 1 4 16,10 3-3-16,0-2 3 16,5-2-3-16,5-3 4 15,2 2-1-15,0-4-2 16,7 1 2-16,1-3-1 16,0-1 0-16,6 5-3 15,-7 2 2-15,1 3 0 0,-1 0-1 16,-4 8 1-16,1 2 1 15,-1 6 1-15,1 5-2 16,-4 3 3 0,-3 4-1-16,-1 7 1 0,-1 5-2 15,-1 5 1-15,-6 4-2 16,-7 3 1-16,-7 6-1 16,-19 8 1-16,26-11 1 15,-26 11-1-15,0 0 1 16,0 0-1-16,0 0 1 15,0 0 0-15,0 0 1 16,0 0-2-16,0 0-1 16,0 0-1-16,0 0 0 0,0 0 0 15,0 0-1-15,15-19 0 16,-15 19-1 0,21-26 2-16,-5 9 0 15,-1-2 1-15,5-4 2 0,0 3-2 16,-1 1 1-16,1 1-1 15,-5 4 2-15,-15 14-1 16,21-15 2-16,-21 15-2 16,0 0-1-16,0 0 0 15,0 0-2-15,0 0 0 16,0 0-1-16,0 0 0 16,0 0-2-16,0 0 2 15,0 0 1-15,0 0 0 0,0 0 2 16,0 0 0-1,0 0-2-15,0 0 1 16,0 0 0-16,0 0 0 16,0 0 1-16,0 0 0 0,0 0-1 15,0 0-2-15,0 0 1 16,0 0-1-16,0 0 0 16,0 0-1-16,-21 7 1 15,21-7-2-15,-31 8 2 16,5 1 1-16,-4 0 0 15,1 3 1-15,-9 2 0 16,-2 3 0-16,-2 0 0 16,0 2 1-16,3-3-1 15,0 1 0-15,6 0 1 16,4-3 0-16,3-3-1 16,7-3 1-16,19-8 1 15,-23 9 1-15,23-9 2 0,0 0 4 16,0 0 1-16,0 0-2 15,0 0 0-15,0 0-1 16,0 0 0-16,0 0-2 16,17-16-2-16,-17 16-3 15,25-13 0-15,-4 6 0 16,5 0 2-16,1-4 0 16,13 1-1-16,2-4 0 15,7 0 1-15,-1-3-1 16,1 1 1-16,-1-1-2 15,-2 0 2-15,-3 1-2 16,-8 2 1-16,-6 4 0 16,-6 1 1-16,-8 6 0 0,-15 3 0 15,18-5 1-15,-18 5-2 16,0 0 1-16,0 0-2 16,0 0-2-16,0 0 0 15,0 0 0-15,0 0-4 16,0 0 0-16,0 0 1 15,3 17 1-15,-3-17 0 16,-14 35 1-16,6-6-1 16,-13 7 2-16,-2 13 0 15,-8 6 3-15,-9 11-2 16,-9 8-1-16,-3 1 3 16,-1 3-2-16,-6-2 4 0,6-3-2 15,1-8 3-15,11-7-2 16,8-15 5-16,10-10 5 15,4-9-3 1,19-24-1-16,0 0-75 16,26-5-53-16,4-25-40 0,15 1-5 15,7-13-8-15,12 6-3 16</inkml:trace>
  <inkml:trace contextRef="#ctx0" brushRef="#br1" timeOffset="-154679.89">9027 10168 205 0,'0'0'89'16,"0"0"16"-16,0 0-6 16,0 0-12-16,0 0-3 0,0 0-8 15,-8 29-10-15,4-5-10 16,4 9-19-16,-7 7-26 15,7 10-2-15,-3 9-1 16,-3 7-8-16,6 1 2 16,-3 3-6-16,-4-1 5 15,4-2-6-15,-4 1 6 16,-2-2-6-16,-1-6 6 16,-6-4-1-16,2-1-1 15,-5 1 1-15,3-5-1 16,-6 1 1-16,3-1-3 15,-6-3 4-15,6-1-3 16,-3 0 2-16,-1-4-2 0,1-2 3 16,-1 1 3-16,-3-2-1 15,0-2 3-15,-4 0-5 16,-4-2 5-16,-3 1-4 16,-1-1 4-16,-2 0-4 15,-5-3-2-15,0-2 2 16,0 0-2-16,0-1 2 15,-4-1-2-15,4-1 1 16,-7-2-2-16,3-4 2 16,-3-1-1-16,3 0-1 15,1-4 1-15,-1-1 0 16,1-2 0-16,-1-2 0 16,0 0 1-16,4-2 0 0,-2 2-2 15,6-1 3-15,-4 3-3 16,3-2 1-16,-1 2-1 15,-3 0 2-15,1-1-1 16,4 3 1-16,-1-4-1 16,-1-2 0-16,4-1 1 15,3-4-1-15,5-3 0 16,1-4-2-16,1-5 0 16,3-5-1-16,3 0 1 15,1-3-2-15,2-4 0 16,-2-4 1-16,1-1 1 15,2-4 1-15,0-1 1 0,0-2-1 16,0-4 1-16,-2-1 0 16,2-3 2-16,3 1-2 15,-6-1 1 1,-1 0-2-16,-3 1 5 0,7-1-2 16,-2-5-4-16,2 1 2 15,3 0-1-15,2 0 1 16,6-4-1-16,4 0 2 15,4-1-5-15,0-1 1 16,0 1 4-16,4-4-1 16,-1 2 1-16,-1-4-2 15,5 0 2-15,0 1-3 16,0-5 3-16,5 3-3 0,-2-2 4 16,6 1 0-1,0 1-5-15,1 0 5 16,6-2-5-16,3 1 5 15,-4 3-5-15,8-1 6 0,1 0-6 16,-2 1 2-16,4-1 3 16,2 2-3-16,-2 2 2 15,4-2-2-15,-3 3 3 16,3-3-3-16,1 2 1 16,4 2-2-16,1-1 1 15,2 1-2-15,4 1 1 16,-1-3-1-16,8 0 1 15,-2 1 2-15,1 3-1 0,4 0 2 16,-1 1-2-16,1 4 4 16,0 1-2-1,-6 6 1-15,-4 2-1 16,-6 3-1-16,-4 3 2 0,-10 3-3 16,-6 8 2-16,-4 1-1 15,-19 14 1-15,15-14 0 16,-15 14 2-16,0 0-1 15,0 0 3-15,-5-15-1 16,5 15 3-16,-17-14 0 16,17 14 1-16,-31-23-2 15,8 9 0-15,-7 2-1 16,1 0 0-16,-4 2-1 0,-2 1-2 16,-1 2 0-1,-2-1 0-15,1 2 0 16,-1 3-1-16,5-1 0 15,-2 3-1-15,9-1 0 0,0 0 0 16,0 2-1-16,7 0 0 16,19 0-1-16,-23 2 0 15,23-2-2-15,0 0-1 16,-17-2-1-16,17 2 0 16,0 0 0-16,0 0-1 15,0 0 0-15,26-1 2 16,-26 1 0-16,37 0 2 15,-11 1 1-15,5-1 0 16,5 2 0-16,6-5 2 16,3 1 0-16,4-2-1 15,-6-1 1-15,2-2-1 16,-7-1 1-16,-1 1 0 0,-6-2-1 16,-10 0 1-16,-2 4 1 15,-19 5 1-15,19-5 2 16,-19 5 2-16,0 0 0 15,0 0 1-15,0 0 1 16,0 26-2-16,-3-7 0 16,-1 3-1-16,-1 4-3 15,-2 7-2-15,4 7 1 16,-4 5-3-16,-2 5 3 16,2 2-4-16,-3 5 3 15,1 4-1-15,-1 3 0 16,3 0 1-16,-6 4-2 0,6-1 2 15,-5 1-1-15,5-3 1 16,-3-4-1-16,5-4-1 16,1-7 2-16,1-6-3 15,-1-6 2-15,4-9-2 16,0-6 0-16,4-8-2 16,-4-15 1-16,9 16-19 15,-9-16-100-15,20-19-45 16,6 1-9-16,-7-11-14 15,16 8-2-15</inkml:trace>
  <inkml:trace contextRef="#ctx0" brushRef="#br1" timeOffset="-152680.47">9598 10668 366 0,'0'0'124'0,"0"0"-1"15,0 0-17-15,0 0-23 16,0 0-24-16,-3-17-15 0,3 1-25 15,0-1-16 1,3-4 0-16,1-3 0 16,-1-4-6-16,1-3 4 15,-1 0-1-15,-1 1 1 0,1 3-2 16,1 2 1-16,-1 5 0 16,1 2-1-16,-4 18 1 15,0-20 1-15,0 20 0 16,0 0 0-16,0 0-1 15,0 0 0-15,0 0 1 16,0 0-1-16,0 0-1 16,0 0-1-16,0 0 0 15,0 0-1-15,0 0 0 16,0 0 1-16,0 0-1 16,0 0 2-16,0 0 0 15,0 0 1-15,0 0 0 16,0 0 0-16,0 0 1 0,0 0-1 15,0 0 1-15,0 0-1 16,0 0 1-16,0-16 0 16,0 16 1-16,0 0 0 15,0 0 1-15,0 0 0 16,0 0-1-16,0 0-2 16,0 0 0-16,3-21-1 15,-3 21-1-15,0 0 1 16,4-21-1-16,-4 21-1 15,0-15 2-15,0 15 2 16,0 0-1-16,0 0 0 16,0 0 0-16,0 0-1 0,0 0 0 15,0 0 0-15,0 0 1 16,0 0 1 0,15 19 1-16,-8 0 0 15,2 5 0-15,1 9 2 0,6 5-2 16,1 9 1-16,2 1-1 15,1 3-6-15,2-1 4 16,-3-2-6-16,-1-1 6 16,1-4-4-16,0-3 6 15,-5-7-7-15,-6-2 5 16,6-1 0-16,-5-4 0 16,-2-2 2-16,-4-2 0 15,4-1 0-15,-5-2 1 0,1-3 3 16,-3-16 1-1,0 24 1-15,0-24 0 16,0 0-1-16,-8 21-2 16,8-21 1-16,-18 10-4 0,18-10 0 15,-27 14-2-15,6-4 0 16,2-1 0-16,-7 3 0 16,0-2 0-16,0 3-1 15,0 2 1-15,3-3-1 16,-3 2-1-16,7-4 1 15,0 3 0-15,19-13-1 16,-26 17 0-16,26-17-1 16,-16 9-1-16,16-9-2 0,0 0-1 15,0 0-2-15,0 0-2 16,0 0 3 0,0 0-1-16,23-2 1 15,-8-2 1-15,4-1 3 0,7-2 2 16,7-1 2-16,6-5 1 15,4 1-3-15,-1-3 3 16,3-1 0-16,-4 1-1 16,3-1 0-16,-9 4 2 15,-2 0-3-15,-7 5 1 16,-4-2-1-16,-6 6 0 16,-16 3-1-16,19-5 0 15,-19 5 1-15,0 0-1 16,0 0 2-16,0 0 2 15,0 0 1-15,0 0 1 16,0 0 5-16,0 0 2 16,0 0-2-16,-12 15 1 0,12-15 0 15,0 0 0-15,-23 14-3 16,6-9-1-16,1 4-3 16,-6-2-2-16,-1 0 1 15,-3 1 0-15,-3 1-2 16,-3 1 0-16,-1-3 0 15,7 2-1-15,-3-2 1 16,6 0-1-16,1 0 1 16,22-7-2-16,-26 7-1 15,26-7-4-15,0 0 0 16,0 0-3-16,0 0 0 16,0 0 0-16,0 0 1 15,15-7-1-15,-15 7 3 0,26-9 3 16,-3 4 2-16,-2 0 1 15,6-2 2-15,6-2-1 16,4 2 0-16,-6-5 1 16,2 2-1-16,-3 1 0 15,-4 0 0-15,-4 2 0 16,-3 2 0-16,-19 5 0 16,19-7 0-16,-19 7-39 15,0 0-89-15,0 0-35 16,-19 0-3-16,-10-8-3 15,-6 9-2-15</inkml:trace>
  <inkml:trace contextRef="#ctx0" brushRef="#br1" timeOffset="-148466.47">2936 16832 93 0,'0'24'28'0,"9"2"-5"0,-9-3-6 16,7-2-7-16,-4-4-5 15,-3-17-19-15,7 28-22 16,-7-28-14-16,0 0-10 16,0 0 45-16,16 10 15 15</inkml:trace>
  <inkml:trace contextRef="#ctx0" brushRef="#br1" timeOffset="-147371.69">1681 17228 1 0,'0'0'49'15,"0"0"-23"-15,7-15 0 0,-7 15 1 16,0 0 0-16,0 0 4 16,23-7 1-16,-23 7-2 15,22 3 0-15,-6-3 1 16,6 4-10-16,8-4-1 16,6 3-5-16,6-3-3 15,10 0-3-15,5-1 5 16,6-1 8-16,8-3 2 15,4-2-1-15,6 0 19 16,-4-5 6-16,8 1 1 16,0-1 2-16,2 0-4 15,-1-3-9-15,6 6-1 16,-1-5 1-16,-1 4-15 0,-5-2-2 16,2 3-2-16,-2 0-2 15,-4 4-1-15,-1 0-1 16,-2 0-3-16,-3-2-3 15,0 3-5-15,3-1-3 16,0-2-1-16,0 0 0 16,-2-3 0-16,6 1 0 15,-4-1 1-15,5-2-1 16,2-4-1-16,2 1 3 16,2 1-2-16,1-4 1 15,0 1-1-15,6 0 1 16,4-2 0-16,-2 0 0 15,-1 1 0-15,5 1 0 0,-1-2-2 16,0 2 2-16,-4-1-2 16,0 3 2-16,0 1-3 15,0 2 2-15,-3 0-2 16,-2 1 1-16,-2 1 1 16,1 3 0-16,-3-2-3 15,-1 2 4-15,-2 2-2 16,-2-2 1-16,2 2-1 15,-3-2 1-15,5 2 0 16,-6-2 0-16,3-2 2 16,-3 1-1-16,-3-1 0 15,2-1 0-15,-2-2 0 16,0-1 1-16,-3 0-2 16,3-1 0-16,-3-4 2 0,-4 5-2 15,4-3 2 1,-8 2-2-16,-1-3 3 15,-1 1-7-15,-6 2 6 0,-9 2-5 16,-1 4 1-16,-6-3-1 16,-8 3 1-16,-9 1-2 15,-4 3 4-15,-8 3 2 16,-14 1 0-16,16-2 2 16,-16 2 1-16,0 0 1 15,0 0 1-15,0 0 4 16,0 0-4-16,0 0-1 15,0 0 1-15,0 0-3 0,0 0-3 16,-7 15-98 0,7-15-60-16,-16-3-28 15,16 3-7-15,-41-5 2 16,11 6-5-16</inkml:trace>
  <inkml:trace contextRef="#ctx0" brushRef="#br1" timeOffset="-146175.84">2570 19295 172 0,'0'0'128'16,"0"0"-25"-16,-14 16 4 15,14-16-9-15,0 0-10 16,0 0-8-16,0 0-5 15,26 2-10-15,-3-8-20 16,13 1-18-16,9-2-30 16,11-1 6-16,11-5-1 15,5-2 1-15,9-2 0 0,3-1 1 16,1-4 0-16,-2 1 0 16,-8-1 2-16,-6 2-3 15,-15 3-2-15,-11 3-6 16,-8 7-6-16,-16 2-2 15,-19 5 1-15,0 0 1 16,-31 24-2-16,-9-6 2 16,-12 3 2-16,-16 3 5 15,-15 0 4-15,-9 4-1 16,-5 3 2-16,-4-3-5 16,4-1 5-16,-1-4-4 15,8-3 4-15,9-6-3 16,13-2 2-16,7-5-1 0,13-7 4 15,11 0 3-15,8-8 8 16,9 3 0 0,20 5-1-16,-15-14 2 15,15 14-5-15,19-16 5 0,4 7-5 16,13 3-8-16,6-1-2 16,6 1 0-16,8-1 0 15,8-3 0-15,4 1 0 16,3 1 0-16,-3-1-1 15,-2 2-1-15,-2 0-2 16,-9 0-1-16,-6 4-3 16,-11 3-3-16,-8 0 3 15,-13 2-4-15,-17-2 2 0,0 0-2 16,0 0 4 0,0 19 0-16,0-19-48 15,-17 12-61-15,17-12-42 16,0 0 1-16,0 0-5 0,0 0-3 15,19-21 52-15</inkml:trace>
  <inkml:trace contextRef="#ctx0" brushRef="#br1" timeOffset="-144507.55">5925 19117 249 0,'0'0'153'0,"-15"9"-34"15,15-9-34-15,-21 5-6 16,21-5-15-16,-19 5-2 16,19-5-5-16,0 0-14 15,0 0-26-15,0 0-11 16,0 0 0-16,22-3-1 15,8 1 0-15,11-3-2 16,8-1 0-16,10 0-1 16,5-3-1-16,7-3 0 15,4-2 1-15,0 0 0 16,-1-3 1-16,-8 1-1 16,-5-1 1-16,-5 3-1 0,-11 4-3 15,-12 3-3-15,-7 3-3 16,-26 4 0-16,0 0 0 15,0 0 1-15,-14 16-1 16,-16-4 1-16,-8 3 3 16,-3-1 2-16,-12 2 2 15,-2 1 0-15,-4-3-2 16,2 2 1-16,-2-4 0 16,7 0-1-16,3-7 0 15,4 2 0-15,10-4-1 16,6 1 2-16,6-2 0 15,9-2 3-15,14 0 1 16,0 0 3-16,-15-7 3 0,15 7 0 16,15-9 0-16,-1 2-1 15,9-1-2-15,3 2-2 16,5-2-3-16,9-1-2 16,1-1-1-16,5 1-1 15,-1 0 0-15,-2 1 1 16,-5 2 0-16,-1 1-1 15,-6 2-1-15,-8-1-5 16,-1 6-115-16,-1 7-47 16,-21-9-2-16,-7 24-8 15,-29-12-2-15</inkml:trace>
  <inkml:trace contextRef="#ctx0" brushRef="#br1" timeOffset="-143548.31">2868 22506 497 0,'0'0'177'16,"-17"14"-58"-16,17-14-44 15,0 0-24-15,23 9-36 16,6-2-10-16,8-6 0 16,11 1 0-16,6 0 0 15,5 0 1-15,12-8-2 16,4 1 1-16,0-3 0 16,6-6 0-16,-3-4 0 0,2 3 0 15,-9-6 0-15,-1 2-3 16,-13-2-1-16,-12 6-2 15,-8-1 4-15,-11 4-6 16,-26 12-5-16,3-16-3 16,-17 13 0-16,-17-2 1 15,-12 5 0-15,-10 0-1 16,-11 1 0-16,-7 1 3 16,0 3 8-16,0-1-1 15,5 1 2-15,5 4-1 16,9-4 1-16,10-2 2 15,16 1 0-15,7-2 3 0,19-2-2 16,-17 0 2-16,17 0 3 16,22 0 0-16,1-2 1 15,10 0-2-15,7 0-3 16,5 2-1-16,9-1 0 16,1-1 0-16,4-5-6 15,-1-3-88-15,1-3-73 16,8 3-10-16,-4-7-8 15,1-2 2-15,0-9-4 16</inkml:trace>
  <inkml:trace contextRef="#ctx0" brushRef="#br1" timeOffset="-140751.32">5918 22054 424 0,'7'19'177'15,"-7"-19"-1"-15,0 0-77 16,0 0-49-16,0 0-40 16,0 0-10-16,0 0 3 15,0 0 2-15,0 0 2 16,0 0 2-16,23 7 0 0,-4-5 0 15,7-2 0-15,10-3-1 16,10-4-2-16,6-2-2 16,12-3-3-16,10 0-4 15,5-5 2-15,11-6-1 16,0 2 1-16,7-3 0 16,4 3 1-16,-4-1-1 15,-1 3 1-15,-6 0 1 16,-7 5-1-16,-5 5-1 15,-15 4 2-15,-15 3-5 16,-6 2-2-16,-16 4-2 16,-7 1 1-16,-19-5-1 15,0 0-1-15,-8 22 1 0,-15-11 0 16,-10 3 4-16,-7 0 1 16,-14 5 3-1,-12-4-2-15,-8 2 3 16,-10 1-2-16,-6-3 3 0,-2-1-3 15,-2-5 1-15,4-1 0 16,5-6 2-16,10-2 1 16,8-2-2-16,8-3 1 15,14-3 0-15,6-1 4 16,10 0 3-16,10-3-1 16,19 12-3-16,-26-14 0 15,26 14 1-15,0 0 1 0,0 0-3 16,0 0-2-16,19-12-3 15,3 11 0 1,8-1 2-16,8 0-1 16,11-1 0-16,10-1-2 15,8 2 2-15,8-3-1 0,7 2-2 16,4 1 4-16,0-1-2 16,0-1 0-16,-1 4 1 15,-1 0 1-15,-10 0-1 16,-11 4 3-16,-8 1-5 15,-16 0-6-15,-10-2-24 16,-10 8-85-16,-19-11-54 16,0 0-6-16,-42 7-4 0,-3-28-4 15,-7-10 69-15</inkml:trace>
  <inkml:trace contextRef="#ctx0" brushRef="#br1" timeOffset="-139135.18">1688 17566 668 0,'0'0'176'16,"-3"-17"-55"-16,3 17-123 15,-26-28-1-15,10 16-2 16,-5-4 1-16,-7 6 1 16,-5 3 3-16,-3 5-1 0,-2 4 2 15,-4 7-1-15,-1 4 1 16,-2 8 0-16,-1 9 1 16,5 6-2-16,4 4-2 15,3 5 0-15,8 2 0 16,3 6 0-16,6-1 1 15,8 0-2-15,2 0 3 16,10-3-1-16,10-1 3 16,1-3-2-16,8 2 3 15,4-2-3-15,5 5-1 16,6 2 3-16,4 2-4 16,-1 1 1-16,6 5-3 15,-8 5 1-15,2 2-2 0,-9 4 4 16,-2 3 1-16,-10 6-2 15,-5 5 2-15,-10 3 0 16,-15 2 3 0,-8 5-3-16,-10 1 2 0,-9-3-3 15,-11-5 2-15,-10-3-1 16,-5-10 1-16,-7-11-2 16,1-7-1-16,-1-17 1 15,3-11 2-15,1-13 0 16,8-13 2-16,3-10 4 15,11-8-1-15,7-10 6 16,5-2-1-16,3-5 1 0,11 1-2 16,4-2 0-16,4 6-3 15,8-3-5 1,6 8-5-16,4 4-5 16,-7 18-2-16,30-20 1 0,-8 20-2 15,4 7 0-15,4 6 1 16,4 8 3-16,-1 3 2 15,2 11 2-15,-2 3 2 16,5 4-1-16,-1 6 2 16,-1 8-1-16,-1 2 1 15,-2 6 0-15,2 4 2 16,-2 3-2-16,3 9 2 16,-5 4-3-16,2 5-1 15,-7 6 2-15,4 9 0 16,-4 7-1-16,-4 8 0 15,1 7 3-15,-4 4-7 16,-3 5 7-16,1 7-3 0,-1 4 0 16,-4 1 0-16,-2 5 2 15,1-3-4-15,-3 1 1 16,-4 1 3-16,3 0-1 16,-7-6 1-16,0-5-1 15,0-8 1-15,-4-4-2 16,1-3-1-16,-1-4 5 15,1-9-1-15,3-3 1 16,-2-7-4-16,-1-6 4 0,3-5-4 16,3-16 4-1,2-11 3-15,2-14-3 16,4-5 3-16,-3-14 1 16,6-8 3-16,2-9 0 0,10-11-2 15,-4-5 2-15,8-6-5 16,8-10-1-16,11-13-2 15,6-5-2-15,10-11-1 16,9-8 0-16,8-2 0 16,8-1-1-16,2-2 1 15,2 1 3-15,-4 9 1 16,-5 0-6-16,-5 6 7 16,-11 13-7-16,-11-2 10 15,-10 12-9-15,-15 2 8 16,-10 11-6-16,-23 8 4 15,19-14-8-15,-19 14-123 16,-35-38-39-16,2 14-14 0,-19-25 0 16,-12-11-6-16,-18-39 14 15</inkml:trace>
  <inkml:trace contextRef="#ctx0" brushRef="#br1" timeOffset="-138423.66">624 15828 186 0,'0'0'147'0,"10"17"21"16,-10-17-62 0,4 16-40-16,-4-16 0 0,5 17 2 15,-5-17-1-15,4 23-5 16,-4-23-36-16,7 27-25 15,-4-9 0-15,0 4-1 16,3 6 1-16,1 5-3 16,0-2 2-16,0 7-1 15,-2 2 1-15,5-4-1 16,-1-3 4-16,1-7 4 0,1-5 1 16,-11-21 3-16,34 12-1 15,-8-28-1 1,14-13 0-16,9-18-4 15,15-12-5-15,14-15 0 0,13-13 0 16,13-11 0-16,5-3 0 16,9 4 0-16,-2 9-4 15,-6 7-2-15,-10 13 2 16,-8 16-1-16,-20 14-4 16,-12 16-4-16,-18 11 5 15,-12 18-60-15,-30-7-65 16,0 40-23-16,-23-3-12 15,-15 1-6-15,-6 8 7 16</inkml:trace>
  <inkml:trace contextRef="#ctx0" brushRef="#br1" timeOffset="-137851.26">945 15785 44 0,'-33'-17'78'0,"7"4"-39"16,-2-2-10-16,-1 6 17 16,-8 4 54-16,-1-4 4 15,2 6-2-15,-2-2-2 16,8 5-9-16,-3-6-7 15,11 8-10-15,-1-5-13 0,23 3-56 16,-16-7-2-16,16 7-2 16,0 0 0-16,0 0 1 15,9 15 0-15,-9-15-2 16,30 35 0-16,-8-7-2 16,4 3 1-16,0 5 1 15,7 7-1-15,-3-1 0 16,1-2 0-16,2-4 4 15,-4-5 3-15,6-8 5 16,5-9-1-16,9-11 2 16,6-18-1-16,16-15-1 15,16-13-10-15,17-16 0 16,16-14 0-16,15-11 0 0,15-12 0 16,6-4 0-16,9 0 0 15,-2-3-3-15,-5 6-2 16,-12 9 0-16,-13 10 0 15,-16 11 5-15,-20 15 1 16,-19 10-10-16,-22 16-4 16,-29 11-52-16,-27 15-56 15,0 0-31-15,-38 26-20 16,-17 10-5-16,-25 6 0 16,-12 11 58-16</inkml:trace>
  <inkml:trace contextRef="#ctx0" brushRef="#br1" timeOffset="-137467.99">673 15927 79 0,'0'0'107'0,"0"0"-12"15,15-12-31-15,-15 12 0 0,0 0 17 16,23 22 8 0,-23-22-7-16,21 17-8 0,-21-17-7 15,38 2-7-15,-9-14-10 16,20-7-9-1,7-16-21-15,18-15-16 0,16-12-1 16,15-13-6-16,7-9-2 16,19-13 1-16,4-5 0 15,7-2-42-15,-5 7-110 16,-5 21-18-16,-36 8-16 16,-35 32-10-16,-81 6 3 15</inkml:trace>
  <inkml:trace contextRef="#ctx0" brushRef="#br1" timeOffset="-120722.96">20161 10279 20 0,'0'0'12'15,"0"0"-1"-15,0 0 0 16,0 0 0-16,0 0 0 15,17-6 3-15,-17 6-2 16,0 0 0-16,19-10 0 0,-19 10 0 16,0 0 0-16,0 0 3 15,19-5 4-15,-19 5 2 16,0 0 3-16,0 0-1 16,19 21 1-16,-19-21 1 15,7 17 0-15,-7-17-3 16,0 0-2-16,7 21 0 15,-7-21 16-15,0 0 25 16,0 0-4-16,0 0-3 16,0 0-2-16,-17-7 0 15,17 7-4-15,-16-21-3 16,16 21-19-16,-26-29-29 16,26 29 4-16,-26-28 1 0,26 28 0 15,-26-21-1-15,26 21 2 16,-15-16 0-16,15 16-1 15,0 0 0-15,-19-8-2 16,19 8 1-16,0 0-1 16,0 0-1-16,0 0-2 15,0 0 1-15,0 0 1 16,0 0 0-16,0 0 1 16,0 0 0-16,0 0 0 15,0 0 1-15,0 0 1 16,7 15-1-16,-7-15 0 15,0 0 0-15,0 0 0 16,0 0-2-16,0 0-5 0,0 0-35 16,0 0-29-16,0 0-21 15,0 0-13-15,0 0-7 16,0 0 0 0,0 0-6-16,0 0-4 0</inkml:trace>
  <inkml:trace contextRef="#ctx0" brushRef="#br1" timeOffset="-117603.74">20168 10225 166 0,'3'-16'72'0,"-3"16"-1"16,0 0 2-16,0 0 3 16,0 0 3-16,0 0-7 15,0 0-7-15,0 0-7 16,0 0-10-16,0 0-7 16,0 0-13-16,0 0-17 15,0 0-12-15,0 0-1 16,0 0 0-16,19 12-1 15,-19-12 3-15,11 16-2 16,-11-16 1-16,15 19-5 16,-15-19-39-16,23 17-39 0,-23-17-37 15,19 4-31-15,2-1-17 16,-21-3-2-16,35-24 71 16</inkml:trace>
  <inkml:trace contextRef="#ctx0" brushRef="#br1" timeOffset="-114927.84">20156 10234 154 0,'0'0'49'15,"0"0"-2"-15,0 0-6 0,0 0-8 16,0 0-11-16,12-18-3 16,-12 18 4-16,0 0 10 15,10-17 16-15,-10 17 12 16,0 0 2-16,0 0-3 16,0 0-1-16,16-14-6 15,-16 14-9-15,0 0-13 16,0 0-20-16,0 0-15 15,0 0-4-15,0 0 2 0,3 24 0 16,-3-24-1 0,12 28 0-16,-5-11 1 15,4 1 3-15,1-1 2 16,-2 0 0-16,-10-17 1 0,16 25 0 16,-16-25 1-16,10 15-2 15,-10-15 1-15,0 0-1 16,0 0 1-16,0 0 2 15,0 0-1-15,0 0-1 16,0 0 0-16,-3-15 0 16,3 15 1-16,-10-21 0 15,10 21-1-15,-13-28 0 16,13 28 0-16,-14-22 0 16,14 22 0-16,0 0 0 15,-8-18 0-15,8 18-3 16,0 0-3-16,0 0 4 15,0 0 0-15,0 24 0 0,5-8 1 16,2 1-1-16,0 2 1 16,3 0 2-16,2 2 3 15,-1-3-3-15,-11-18 0 16,19 20 2-16,-19-20 1 16,0 0 0-16,19 4 0 15,-19-4 0-15,4-23 0 16,-4 6 0-16,-4-4-2 15,-3-1 0-15,2-6-2 16,-5-1 1-16,3 3 0 16,-6 0-1-16,3 5-1 15,1 4 0-15,9 17-1 16,-14-23 0-16,14 23-1 0,0 0 0 16,0 0 2-16,-3 31 0 15,6-10-1-15,4 1 1 16,-3-1 1-16,5 3 0 15,-3-1 1-15,1-7 0 16,-7-16-2-16,13 20 2 16,-13-20 0-16,0 0 1 15,0 0-2-15,0 0 2 16,0 0-1-16,0-19 1 16,0 19-1-16,-13-33 0 15,6 13-1-15,-3-3 1 16,5 2-2-16,-6 1 2 15,1 2-2-15,1 3 1 0,9 15-1 16,-10-19 1-16,10 19-1 16,0 0-1-16,-4 19 2 15,8 0 0-15,-1 1 0 16,4 5 0-16,0 1 1 16,2 1 0-16,-2-4 0 15,3-6-1-15,-10-17 0 16,12 24 0-16,-12-24 0 15,0 0 2-15,0 0-2 16,0 0 0-16,0 0 2 16,0 0-1-16,14-20 1 15,-17 4 0-15,-1-1-1 0,1-4 0 16,-4 0-1-16,4 2 1 16,-3 2-2-16,6 17 0 15,-14-24-1-15,14 24 0 16,0 0 0-1,0 0 0-15,0 0 0 0,0 0 1 16,0 0 0-16,-3 22 1 16,3-22 0-16,10 28-1 15,-3-13 2-15,-7-15 0 16,16 25 0-16,-16-25-3 16,0 0-42-16,16 15-44 15,-16-15-45-15,17-12-28 16,-1 3-4-16,-4-11-2 0,14 4 106 15</inkml:trace>
  <inkml:trace contextRef="#ctx0" brushRef="#br1" timeOffset="-114247.35">20402 10306 30 0,'0'0'6'16,"-14"-19"4"-16,14 19 1 16,0 0-8-16,0-19 0 15,0 19 0-15,7-15-3 16,-7 15 3-16,0 0-2 15,7-19 1-15,-7 19 15 16,0 0 15-16,0 0 18 16,0 0-2-16,0 0 12 15,0-16 10-15,0 16 8 0,0 0 11 16,-17-19-11-16,17 19-16 16,-12-16-17-16,12 16 4 15,-14-19-14-15,14 19-10 16,-12-19-8-16,12 19-12 15,0 0-4-15,-11-20-1 16,11 20-1-16,0 0 0 16,0 0 0-16,0 0 0 15,0 0 0-15,0 0 0 16,0 0 1-16,-3-16-1 16,3 16 1-16,0 0 1 15,0 0-1-15,0 0 1 16,0 0-2-16,0 0 1 0,0 0 1 15,-6-16-1-15,6 16-17 16,0 0-63-16,0 0-55 16,0 0-25-16,0 0-7 15,20 4-1-15,-20-4 68 16</inkml:trace>
  <inkml:trace contextRef="#ctx0" brushRef="#br1" timeOffset="-107124.29">19996 12063 42 0,'0'0'24'16,"0"0"-6"-16,0 0-9 16,0 0-4-16,0 0-4 15,-16-12-1-15,16 12-2 16,0 0 5-16,0 0 4 16,0 0 0-16,0 0-1 15,0 0-3-15,0 0-2 16,0 0 0-16,0 0-3 15,0 0-1-15,0 0-5 16,0 0-9-16,0 0-11 16,0 0-9-16,0 0 8 15,16-5 29-15,-16-12 0 16</inkml:trace>
  <inkml:trace contextRef="#ctx0" brushRef="#br1" timeOffset="-105960.47">20239 9882 56 0,'0'0'24'0,"0"0"-5"16,0 0-7-16,17 38-1 15,-17-7-3-15,2 9 3 16,-4 5 4-16,4 9 4 15,-4 0-2-15,2 1-1 16,0-5 1-16,-3-5-2 16,3-8 0-16,0-8-1 15,0-5-6-15,0-24-2 16,0 26 0-16,0-26 21 16,0 0 42-16,0 0-1 15,0 0 1-15,0 0-1 16,0 0-1-16,0 0 0 15,5-19-2-15,-7 0-22 0,4-2-42 16,-2-5-1-16,4-3-2 16,-4-1 2-16,3 4-2 15,0 2 1 1,1 3 0-16,-1 6 0 0,-3 15 0 16,0 0 2-16,0 0-1 15,0 0-1-15,16 38 1 16,-9-9 0-16,-4 1 2 15,1 3-1-15,5 1 0 16,-6-6-2-16,4-2 1 16,-4-9 1-16,-3-17-1 15,9 19 1-15,-9-19-1 0,0 0 1 16,0 0 0-16,11-22 0 16,-15 5 0-1,4-6-1-15,-3-5 0 16,-6-5 0-16,-1 1 0 0,-1-5 0 15,2 8 0-15,-1 1 0 16,1 7-1-16,-1 6 2 16,10 15-2-16,0 0 1 15,-7 24-2-15,14 12-61 16,0 11-59-16,5 8-42 16,7 23-3-16,-8 5-1 15,8 16 22-15</inkml:trace>
  <inkml:trace contextRef="#ctx0" brushRef="#br1" timeOffset="-81180.28">20265 11984 144 0,'0'0'78'0,"-16"-13"-1"16,16 13-1-16,-17-8 5 16,17 8 13-16,-19-4-9 15,19 4-10-15,-19 2-10 16,19-2-10-16,-19 14-7 0,19-14-10 16,-26 24-13-16,15-5-25 15,-1 2-1-15,-3 1 2 16,-3 3-2-16,-1 2 2 15,0-1-2-15,0 2 3 16,-5 0-2-16,1-4 1 16,-5 2-2-16,-1-2 2 15,3-1 0-15,-7-1-1 16,3-3 0-16,-1-1 1 16,-2-3-2-16,0 1 2 15,2-6-1-15,-2 0 2 16,0-3-1-16,2-1 2 15,-6-3-1-15,-5 2 0 0,-3-1 1 16,-3-3-1-16,-1 1-1 16,6-2 0-16,-6 0-2 15,4-2-1 1,0-4-1-16,7-5-2 0,-2-6-1 16,2-6 0-16,1-4 1 15,-1-10-1-15,-2-6 1 16,-2-4 0-16,4-3 3 15,2-4-1-15,3-3 3 16,5 0-2-16,-2 2 0 16,8 1 2-16,3 0 2 15,5-1-4-15,2-2 0 16,1 3-3-16,4-3 3 0,4 2-3 16,-2-2 6-1,1-2-6-15,1-2 3 16,3 2-3-16,-4 4 7 15,4-2-3-15,0 0 2 0,4 0-2 16,-1-2 2-16,4 2-2 16,-2 1 2-16,6 3 4 15,1-5-12-15,2 0 12 16,1-1-13-16,3 2 9 16,1-1-8-16,3 1 8 15,1-1-10-15,3-1 4 16,4 0 7-16,4 0-7 15,6 2 6-15,2-2-2 16,3 2 3-16,4 1-3 0,-4 3 3 16,3 4-2-1,-6 3 2-15,-2 6-1 16,-2 5-1-16,-8 4 1 0,-4 5-1 16,-4 2 0-16,-6 5-1 15,-2 1 1-15,-14 18-1 16,15-22 0-16,-15 22-1 15,0 0 2-15,7-17 3 16,-7 17 0-16,0 0 4 16,0 0 4-16,0 0-1 15,0 0 2-15,-22 3 1 0,22-3-2 16,-26 2-2 0,7 3-1-16,-7-3-3 15,-4 5-5-15,-3-2 1 16,-5 5-1-16,-4 2 1 0,2 2-3 15,-5 2 3-15,0 1-2 16,0 0 1-16,-4 4-1 16,4 0 0-16,2 0 0 15,1 0-1-15,0-4 1 16,6-2-1-16,6 1 0 16,3-2 1-16,6-4 1 15,5-1-3-15,16-9-1 16,-19 10-4-16,19-10-1 15,0 0 0-15,0 0-2 16,0 0 1-16,0 0-1 16,0 0 2-16,19-8 3 15,-3 2 3-15,5-1 1 0,5 1 2 16,5-3 0-16,2 0 1 16,9 1-1-16,-2-5 0 15,5 3-1-15,-4-4 2 16,1 2-2-16,-2 0 2 15,2 0-2-15,-6 0 0 16,-5 0 0-16,-1 3 1 16,-4 2 1-16,-4 0-2 15,-3 4 1-15,-19 3 0 16,23-4 0-16,-23 4 1 16,21 4 0-16,-21-4-1 15,15 7 0-15,-15-7 1 16,20 12 1-16,-20-12-1 0,26 15 0 15,-11-4-1-15,3 1 1 16,8 5 1-16,-4 7 1 16,1 9-1-1,3 7 2-15,0 14 1 0,-7 12 3 16,4 13-3-16,-11 15 2 16,-5 13 1-16,-4 11-90 15,-6 8-65-15,-1 14-22 16,-5-7 1-16,6 3-10 15,-4-17 16-15</inkml:trace>
  <inkml:trace contextRef="#ctx0" brushRef="#br1" timeOffset="-79602.11">20321 10225 167 0,'0'-30'59'0,"6"13"-2"0,0-2 1 16,-3 2 7-16,-3 17 5 16,11-30 1-1,-11 30-4-15,12-22-2 0,-12 22-6 16,0 0-6-16,14 2-13 15,-14-2-18-15,15 22-17 16,-1 2-7-16,-2 9-4 16,11 11-51-16,-6 4-35 15,6 7-36-15,3 11-22 16,-7 0-15-16,12 10-2 16,-10-10 77-16</inkml:trace>
  <inkml:trace contextRef="#ctx0" brushRef="#br1" timeOffset="-71355.74">5977 19195 61 0,'-14'-19'77'15,"14"19"-24"-15,-15-23-2 16,15 23-2-16,-23-20 3 15,23 20 6-15,-22-19 10 16,22 19 5-16,-23-14 12 16,23 14 4-16,-17-11 0 15,17 11-7-15,0 0-11 16,0 0-30-16,0 0-17 16,0 0-24-16,0 0 0 15,36-7 0-15,-10 4-17 16,16 3-5-16,-2-2 5 15,14 0 17-15,5-1-1 0,5-1 1 16,5 3 1-16,-1-3 0 16,3-1 0-16,-3 0-1 15,-6 0-1-15,-4 0 0 16,-10-1 1-16,-8 5 0 16,-12-1 1-16,-11 0 2 15,-17 2-1-15,0 0 2 16,0 0-1-16,-43 11-1 15,5-5 1-15,-14 1-1 16,-9 2-2-16,-10 0 1 16,-4-1-2-16,-3 3 1 15,0-4 1-15,3-2 0 0,8-2-2 16,11-3 1-16,11-3 0 16,12-2-6-16,10-4 3 15,23 9-1 1,-3-19 0-16,24 7 1 0,10-2 0 15,11 2 1-15,10 1 0 16,7-1 3-16,5 2-1 16,7 1-1-16,2 1 0 15,-2-1 0-15,-3 4-1 16,-11 0 0-16,-1-1 2 16,-16 6-1-16,-9 2 5 15,-9 0 0-15,-22-2 0 0,4 15 0 16,-4-15 1-16,-38 30-2 15,5-8 1-15,-5-1 0 16,-2 0-3 0,1 0-1-16,-2-6-74 0,15-6-65 15,8-6-32-15,18-3-3 16,-3-32-10-16,20-7-4 16</inkml:trace>
  <inkml:trace contextRef="#ctx0" brushRef="#br1" timeOffset="-70876.41">7621 18215 253 0,'0'0'185'16,"16"5"-17"-16,-16-5-62 15,0 0-20-15,0 23 1 16,0-23-31-16,0 24-17 16,-4-7-13-16,4 9-27 15,7 4 0-15,0 3-6 16,5 1 4-16,2 3-4 16,2-1 3-16,3-3 2 15,7-4-2-15,0-6 0 16,4-8-2-16,-1-6 2 15,2-6-1-15,6-9 2 16,4-8 3-16,5-11-2 16,9-11 3-16,13-14 5 0,6-12-2 15,11-13 1-15,20-10-1 16,11-5 1-16,11-1-2 16,1-1 1-16,2 11 0 15,-3 10-4-15,-7 12 3 16,-16 14 1-16,-21 14 5 15,-20 15-3-15,-25 16-42 16,-17 10-75-16,-28 13-47 16,-19 11-15-16,-23 5-8 15,-10 9-7-15,-21-3 25 16</inkml:trace>
  <inkml:trace contextRef="#ctx0" brushRef="#br1" timeOffset="-70396.06">7543 18203 137 0,'-19'-12'76'15,"19"12"28"-15,-7-23 27 16,7 23-14-16,7-26-7 15,-7 26-12-15,26-22-10 16,-10 13-18-16,10 11-15 16,-4 0-33-16,1 6-29 0,3 10 5 15,0 4 7-15,3 6-3 16,1 8-3-16,1 1 3 16,-1 1-5-16,3-4 2 15,1-3-4-15,6-8 1 16,-2-6-3-16,8-8 6 15,-1-16-1-15,14-12 2 16,8-10 4-16,8-13-3 16,19-17 1-16,13-10 1 15,13-12 0-15,14-6-1 16,8-1 1-16,-3 1-3 16,-5 6-1-16,-11 10 3 0,-14 12-2 15,-20 16 2-15,-25 13-3 16,-27 16-19-16,-37 14-84 15,0 0-46-15,-30 44-21 16,-29-6-4-16,-12 15-1 16,-26 1-1-16</inkml:trace>
  <inkml:trace contextRef="#ctx0" brushRef="#br1" timeOffset="-69927.73">7479 18187 511 0,'15'-17'176'15,"-2"-2"-19"-15,-3 4-100 16,6 6-22-16,-16 9-1 15,22 2-19-15,-11 13-10 16,-4 9 2-16,-2 9-6 16,2 9-4-16,3 3 2 15,2 0-1-15,2 2 1 16,5-8-1-16,4-4 0 16,3-11-1-16,12-15 3 0,14-18 0 15,11-13 2 1,20-15-1-16,14-16 1 15,18-15 1-15,20-11 0 16,14-10 0-16,8-4 0 0,1 3-1 16,1 2-2-16,-6 8-1 15,-11 12 3-15,-18 13-2 16,-18 12 3-16,-25 12-3 16,-22 17-17-16,-28 14-88 15,-31 0-55-15,-12 45-11 16,-36-12-6-16,-20 12 1 15,-21 0-4-15</inkml:trace>
  <inkml:trace contextRef="#ctx0" brushRef="#br1" timeOffset="-69471.4">7536 18130 649 0,'30'-22'176'15,"-11"11"-3"-15,3 6-179 16,11 5 1-16,5 9 5 16,-1 8 0-16,5 7 0 15,-3 9 2-15,0 9-4 16,-3 5 0-16,6 1 1 15,-7-1-2-15,4-7 1 16,-4-6-1-16,2-6 1 0,-3-11-2 16,13-13 4-16,2-16 0 15,5-13 2-15,8-9 3 16,13-11-1-16,12-11 1 16,10-13-2-16,14-7 1 15,9-4-2-15,6-5 0 16,3 1-2-16,4 2-2 15,-6 6 2-15,-11 7-2 16,-8 10 5-16,-21 14-3 16,-19 10 2-16,-22 15-3 15,-18 14-112-15,-28 6-47 16,-28 23-11-16,-24 3-1 16,-33 5-5-16,-12 11-1 0</inkml:trace>
  <inkml:trace contextRef="#ctx0" brushRef="#br1" timeOffset="-68900">7371 18186 349 0,'26'-16'158'15,"-7"-8"2"-15,7 5-75 0,4 3-43 16,-1 1 7-16,6 6-4 16,-9 4-21-16,4 10-3 15,-4 4 0-15,0 10-2 16,-4 5-6-16,4 9 1 16,0 8-10-16,0 6-4 15,0 2 0-15,0-1-1 16,2-1-1-16,-2-4-2 15,4-8 2-15,-1-6-3 16,1-15 3-16,5-9 1 16,10-13 0-16,14-15-1 15,12-13 4-15,14-15 0 16,19-11-1-16,16-12 1 0,12-11 0 16,10-3-1-1,7-1 1-15,1 3-1 16,-8 6-1-16,-8 9-2 15,-18 12 3-15,-15 13-2 0,-20 11 2 16,-23 11 1-16,-15 10-2 16,-14 10 1-16,-29 4-1 15,16 16 0-15,-23 1 0 16,-9 2 1-16,-3 4-1 16,-1 3 1-16,-6-2 0 15,1-1 1-15,-1-6 1 16,-3-8-1-16,6-4-93 15,-3-12-51-15,0-12-26 0,7-4-3 16,-7-11-3 0,9-4 0-16</inkml:trace>
  <inkml:trace contextRef="#ctx0" brushRef="#br1" timeOffset="-66467.74">6975 17530 250 0,'0'0'147'16,"0"0"-9"-16,0 0-22 15,-15-9-17-15,15 9-14 16,0 0-14-16,0 0-9 15,0 0-19-15,0 0-31 16,-7 19-18-16,7-19-8 16,0 29 0-16,-4-11-1 0,4 1 10 15,-3 2 2-15,3 1 3 16,-4-3 0 0,3 0 0-16,1-19 1 15,-7 24-1-15,7-24 2 0,0 0-2 16,0 0 2-16,0 0 0 15,0 0 1-15,0-29 1 16,7 5-2-16,-2-7 2 16,5-7-3-16,-1-7 1 15,5 1 1-15,-4 3-2 16,2 3-2-16,-1 6-4 16,-6 6 2-16,-5 26-1 15,7-15 2-15,-7 15-1 16,-3 31-1-16,-4-2 0 15,-2 6 2-15,2 3 3 16,0 4-1-16,-2-2 0 16,-1-2-1-16,3-9 2 0,2-5 1 15,5-3-82-15,0-21-69 16,0 0-24-16,0 0-7 16,-18-12-10-16,18 12 1 15</inkml:trace>
  <inkml:trace contextRef="#ctx0" brushRef="#br1" timeOffset="-65974.39">5358 17675 171 0,'-33'-24'151'0,"33"24"-30"0,-26-23-16 15,10 9-5-15,16 14-18 16,-26-15-9-16,26 15-6 16,0 0-13-1,-16-10-15-15,16 10-6 0,4 17-30 16,1 0-3-16,2 7 0 15,9 8-3-15,1 4 1 16,6 4 1-16,3 3 3 16,3 4-43-16,-1-2-69 15,5-4-49-15,8 6-21 16,-4-12-10-16,12 3-4 16,-8-14 74-16</inkml:trace>
  <inkml:trace contextRef="#ctx0" brushRef="#br1" timeOffset="-64852.6">6580 18075 63 0,'0'-30'127'0,"-16"-6"-12"15,2 2-7-15,-1 4 10 16,-8 1-9-16,0 10-11 15,-3-2-7-15,0 12-10 16,-7 1-18-16,6 8-23 16,-6 3-30-16,3 2-10 15,1 9 0-15,-1 0-1 16,2 5-3-16,6 3-1 16,-3 3 1-16,3 4 1 15,3 1 0-15,-4 6 0 16,8 0 1-16,-3 6 2 15,6 1-4-15,5 4 1 16,-2 1 1-16,9 4-3 0,6-2 2 16,1 1 1-16,8-5 0 15,3-1-1-15,4-5 5 16,4-4-1-16,0-3 0 16,5-7 3-16,2-3-3 15,4-6 0-15,1-6-2 16,-1-6 0-16,-3-5 0 15,3-5-1-15,-3-8 0 16,3-2-2-16,-2-6 0 16,-6-1 1-16,1-4 2 15,-1-2-2-15,-3-2 3 16,-7-2-2-16,0 0 4 16,-5 0 1-16,-9-7 1 0,-5 1 2 15,-5-3-2-15,-5-1 4 16,-6-3-4-16,-6 2 2 15,-4-2-4-15,-4 2 0 16,-3 5-2-16,0 0-2 16,-2 6 0-16,-1 5 0 15,1 8 2-15,-1 5-2 16,1 9 3-16,-1 5-1 16,1 7 0-16,-2 6 1 15,3 6-1-15,1 7 1 16,0 0-3-16,-2 6 1 15,6 0-1-15,-1 5 1 16,7 1-2-16,1 3 0 0,6 6 0 16,6 2-3-16,3 3 3 15,7 1 0-15,7-1 1 16,5 2-2-16,9-4 4 16,5 0 1-16,2-8-1 15,8-4 3-15,6-7-1 16,3-3-2-16,4-6 1 15,3-3 0-15,-4-7-2 16,1-5 0-16,-1-7 0 16,-2-7 0-16,-3-5 0 15,-5-3 1-15,-1-8-1 16,-3-3-1-16,-1-3 2 16,-7-4 0-16,-3-4 1 0,-4-2-1 15,-9-6 3-15,-10-6 2 16,-7-4 1-16,-8-6 2 15,-8-3-2 1,-3 4 0-16,0 4-2 0,0 6-1 16,0 9-3-16,4 8-3 15,8 12-129-15,14 21-41 16,-30-19-2-16,15 16-9 16,-8-18-5-16</inkml:trace>
  <inkml:trace contextRef="#ctx0" brushRef="#br1" timeOffset="-63715.79">20213 10234 122 0,'0'0'40'15,"0"0"-10"-15,0 0-12 16,0 0-8-16,0 0-7 0,0 0-3 16,0 0 0-16,0 0 1 15,0 0 2-15,0 0 1 16,0 0 3-16,0 0 0 15,0 0 0-15,0 0 1 16,0 0 0-16,0 0 0 16,0 0-1-16,0 0 0 15,0 0-1-15,0 0 0 16,0 0 1-16,0 0-1 16,0 0-1-16,0 0 0 15,0 0 0-15,0 0-2 16,0 0 1-16,0 0-1 0,0 0 0 15,0 0-1-15,0 0 0 16,0 0-2-16,0 0-1 16,0 0-2-16,0 0-6 15,0 0-24 1,0 0-25-16,0 0-29 0,22-7-15 16,-18-12 49-16,15 10 53 15</inkml:trace>
  <inkml:trace contextRef="#ctx0" brushRef="#br1" timeOffset="-61686.33">18777 12048 14 0,'-19'-64'19'16,"2"1"-1"-16,5 4-3 0,1 2 5 15,-1-3 0-15,5 3 3 16,0-4-5-16,2 0 13 16,2-3-1-16,3 0 10 15,0-1-3-15,3-5 7 16,2 1 10-16,2-5 31 15,9 3-6-15,-2-4-6 16,5 6-4-16,0-4-17 16,7 6 7-16,0-4-19 0,0 7-8 15,4 1-35 1,-1 5 5-16,2 0-8 16,-5 3 2-16,0 5 6 15,0 3-7-15,-6 4 7 0,-3 3-3 16,-5 4 1-16,-2-1-1 15,-1 3 1-15,-2 1-1 16,0 0 2-16,0 4-1 16,-2 1 0-16,2 2 0 15,-3 2 2-15,-1 6-3 16,-3 18 0-16,4-22-1 16,-4 22-1-16,0 0 0 15,0 0-1-15,-23-11 1 16,23 11-2-16,-30 11 2 15,11-1 0-15,-7 4 2 16,-7 7 2-16,-8 3-1 16,1 2-1-16,-5 2 1 0,-4 3-1 15,0 0 2-15,1 0-2 16,3-3 2-16,3-6-3 16,9-1 3-16,7-5 1 15,3-2 1-15,23-14 3 16,-19 7 1-16,19-7-1 15,7-16 1-15,5 0-2 16,4 1 0-16,7-6 0 16,6-3-3-16,4-4-2 15,5-1-3-15,6-1 3 16,1 3-2-16,3-3 2 16,5 2-1-16,-5-1 1 15,1 6 0-15,-4 4 0 0,-3 6 0 16,-9 2-1-16,-4 8-1 15,-3 6 0-15,-7 6-1 16,-3 10 0-16,-6 7 1 16,-1 8-1-16,-2 8 1 15,0 10 1-15,-4 7 2 16,-3 5-2-16,-3 7-4 16,6 5-87-16,-3 4-43 15,-7-6-27-15,4 11-6 16,-9-12 2-16,-2 8 42 15</inkml:trace>
  <inkml:trace contextRef="#ctx0" brushRef="#br1" timeOffset="-60675.62">7767 18089 130 0,'0'0'60'0,"0"21"-7"15,0-21-8-15,-7 15-11 16,7-15-9-16,4 24-7 16,-4-8-6-16,3 1-15 15,4 4-24-15,-2 0-26 16,9 5-16-16,-9-5-29 15,16 10-6-15,-21-31 82 16</inkml:trace>
  <inkml:trace contextRef="#ctx0" brushRef="#br1" timeOffset="-56564.7">9991 1643 63 0,'0'0'98'0,"0"0"-30"0,0 0-16 16,0 0 12-16,0 0-8 15,-79-37-15-15,79 37 7 16,0 0 10-16,0 0-2 16,-79-12-4-16,79 12-6 15,0 0-10-15,0 0 0 16,-70-7 0-16,70 7 3 15,0 0-11-15,0 0-8 16,0 0-1-16,0 0-5 16,0 0 6-16,0 0-8 15,0 0 5-15,0 0-18 16,0 0-3-16,0 0 4 16,0 0 1-16,92 56-4 0,-92-56 3 15,94 8-4 1,-94-8-2-16,113 7 7 0,-113-7-1 15,111-1-3-15,-111 1 4 16,90-7 0-16,-90 7 0 16,0 0 2-16,71-4 3 15,-71 4-8-15,0 0 1 16,0 0 1-16,0 0-3 16,0 0 4-16,-81 24-5 15,81-24 6-15,-71 23-9 16,71-23 11-16,-75 19 6 15,75-19-10-15,0 0 3 16,-71 14-4-16,71-14-6 0,0 0 6 16,0 0 6-16,0 0-6 15,0 0-3-15,71-7 1 16,-71 7 2 0,78-5-1-16,-78 5 2 0,89-14-3 15,-89 14-2-15,74-12 6 16,-74 12 3-16,0 0-4 15,0 0 0-15,0 0-1 16,0 0 4-16,0 0-1 16,0 0 6-16,-74 27-11 15,74-27 1-15,-120 32 0 16,120-32-36-16,-137 43-26 16,137-43-41-16,-113 38-47 0,69-24-35 15,44-14 3 1,0 0-7-16,0 0 151 15</inkml:trace>
  <inkml:trace contextRef="#ctx0" brushRef="#br1" timeOffset="-55549.97">10004 1998 1 0,'-32'19'35'16,"-10"3"54"-16,12-5-12 16,4-1 27-16,7 6 4 0,19-22 11 15,-14 21-9-15,32-21-16 16,4-5-6-16,20-12-15 15,7-6-34-15,15 6-28 16,3-12-6-16,12-4-5 16,2-9 10-16,-3 9-11 15,-3 2 12-15,-75 31-13 16,120-31 9-16,-120 31-8 16,74-24 9-16,-74 24-8 15,0 0-11-15,0 29 11 16,-29 2-13-16,-13-3 11 15,-10 15-9-15,-10 6 11 16,-10 8-9-16,1-7 7 0,0 9 2 16,10-16-12-16,9-10 15 15,7 0-13-15,16-12 13 16,11-6-14-16,18-15 14 16,0 0-11-16,26 12 9 15,7-10-1-15,4-5-1 16,8-4 11-16,0 3-12 15,0-8 11-15,0 2-11 16,-5-1 12-16,-12 1-11 16,-7 1 14-16,-21 9-13 15,0 0 2-15,0 0-1 16,-33-3-12-16,-4 12 11 0,-13 4-10 16,-9 5 9-16,-9-1-11 15,-3 5 12-15,-7-2-12 16,7 4 12-16,1 2 2 15,17-2-2-15,9-7 0 16,13-5 2-16,31-12-1 16,0 0 0-16,26-5-1 15,19-10 1-15,16-10-1 16,8-6 0-16,11 5 12 16,5-10-13-16,-2 5 11 15,-4 1-13-15,-12 3 15 16,-11 1-14-16,-11 10 12 15,-19 14-9-15,-26 2-5 0,0 16 4 16,-31 6-12-16,-16 11 13 16,-14 11-13-16,-17 8 12 15,-12-1-10-15,-11 0 9 16,0-1-8-16,8-3 11 16,8-8 0-16,13-7-2 15,15-15 1-15,21-10 2 16,36-7-2-16,-4-16 2 15,37-5-4-15,19-11 2 16,13-5-2-16,13-4 4 16,0 6-3-16,9-1-2 15,-9 5-1-15,-7 1 0 16,-16 11 2-16,-16 12 1 0,-13 12-2 16,-16 18 1-16,-13 3-5 15,-20 24-110-15,-13 11-54 16,-18 8-12-1,7 12-19-15,-17-12-3 0</inkml:trace>
  <inkml:trace contextRef="#ctx0" brushRef="#br1" timeOffset="-41691.09">30258 10050 198 0,'0'0'77'15,"0"0"-3"-15,0 0 3 16,0 0 4-16,0 0 5 15,0 0-11-15,0 0-12 0,0 0-9 16,-14-10-6-16,14 10-5 16,0 0-9-1,0 0-16-15,0 0-18 16,0 0 1-16,0 0 0 0,0 0 1 16,0 0-1-16,0 0-1 15,0 0 1-15,0 0 1 16,0 0-1-16,0 0 0 15,0 0-1-15,0 0 0 16,0 0 1-16,0 0-2 16,0 0 0-16,0 0-1 15,0 0-4-15,0 0-13 0,0 0-53 16,0 0-24 0,0 0-19-16,0 0-12 15,14 3-12-15,-14-3-8 16,0 0-5-16,30 17 91 0</inkml:trace>
  <inkml:trace contextRef="#ctx0" brushRef="#br1" timeOffset="-41051.64">30258 10059 160 0,'0'0'54'15,"0"0"-8"-15,0 0-8 0,0 0-11 16,0 0-10-16,0 0-9 16,0 0-8-16,0 0-24 15,0 0-28 1,0 0-17-16,0 0-17 0,0 0-9 15,0 0 72-15</inkml:trace>
  <inkml:trace contextRef="#ctx0" brushRef="#br1" timeOffset="-23212.97">30079 10209 171 0,'0'0'102'0,"0"0"19"15,0 0-12-15,0 0-12 16,0 0-11-16,0 0-11 15,0 0-11-15,16-8-13 0,-16 8-18 16,0 0-28 0,0 0-3-16,0 0 0 15,0 0 0-15,0 0-1 16,0 0 0-16,0 0 0 16,0 0 0-16,0 0-1 0,0 0 1 15,0 0-1-15,0 0 1 16,-12 17 0-16,12-17 0 15,-4 22-1-15,1-4 1 16,-1 3-2-16,1 3 2 16,-2 4-1-16,-2-3-3 15,3 3 2-15,-6 2-1 16,5-1 3-16,-6-1 0 16,4 1 1-16,-1 2-3 15,1 2 1-15,0 0 7 16,-2 0-9-16,6 0 7 15,-4 1-8-15,3-1 6 0,1 2-7 16,-2-4 9-16,1 2-8 16,1-2 2-16,-1 0 1 15,-3 4-2-15,4-4 1 16,-2 0-1-16,-2 2 2 16,3 0-2-16,-3 2 0 15,2-1-1-15,-2 1 2 16,0 0-1-16,4 3 0 15,-3 1 1-15,-1 3 0 16,4 0 0-16,0-1 3 16,-1 1-3-16,4-1 3 15,-3 2 4-15,3 1 2 16,-4-1-2-16,2-1-1 0,-1 1 2 16,-1 0-3-16,1 0 2 15,-4 4-2-15,-2-4-6 16,-1 1 2-16,-6 1-2 15,2 0 1-15,-1 0 0 16,-1-4 2-16,-5-1-3 16,-1 2 2-16,-1-4 0 15,-6 1 0-15,1 0 0 16,-5-3 2-16,0 2 0 16,-5 0-1-16,-2 0 5 15,-2-2-2-15,-3 1 1 16,-4-1-3-16,1-1 2 15,-8 1-4-15,4-3 4 0,-5 2-5 16,1-4 0-16,-3 0-1 16,-1 0 1-16,4-1 2 15,-8-1-1 1,1-3 1-16,3 2 0 0,-6-2 1 16,-2 0-2-16,0 0 1 15,-6-2-1-15,-5-2 1 16,1-1 3-16,-1 0-1 15,0-2-1-15,-2 0 1 16,-1-2 0-16,-1-3-1 16,1 0 0-16,-4-2-1 15,1 0-4-15,-6-1 0 16,-2-3 0-16,-5-1-2 16,1 0 1-16,2-2 2 0,1-1 0 15,0-3 0 1,0-1 1-16,1-1 0 15,4-1 1-15,-5-2 1 0,1-1-2 16,-1 0 0-16,-7-2 0 16,4-1 0-16,3-1 0 15,-6-2-1-15,-1-1-1 16,4-3 1-16,0-1 2 16,-4 2-2-16,0-6 1 15,1 4-1-15,-1-3 1 16,4-2 0-16,-1-1 1 15,1-3-1-15,7 1 1 0,1-5-1 16,6 1 2 0,-2-3-1-16,2 0 1 15,1 0-2-15,1-1 1 16,1 3 0-16,2-2-1 0,-1 0 4 16,5-2-6-16,-1 2 5 15,4 0-5-15,3-2 5 16,6 0-4-16,1 0 4 15,2-2-4-15,2 2 1 16,-2-1 2-16,3-3-2 16,-1 1 2-16,1-4-1 15,4-3 0-15,-3 0-1 16,-1-1 2-16,-1-1-2 16,5 0 1-16,0-1-2 15,0-3 2-15,3 4-2 16,1 0 2-16,-1 0 0 0,0 0-1 15,4 0 0-15,0 2 0 16,0 3-2-16,5 0 1 16,-2 2-1-16,1 2 2 15,1-1-3-15,-2 1 4 16,0 3-4-16,3-1 5 16,-3-3-2-16,0 1 2 15,-1-2-1-15,1-2 3 16,0 2-3-16,1 0 2 15,1-2-3-15,-2 2 2 16,2 0-1-16,2 0 1 16,0 1-2-16,-2 1 1 15,2-2 4-15,1 2-4 0,6-1 6 16,-5 3-13-16,3-4 11 16,-2 1-10-16,5-3 8 15,-3 2-9-15,-1 2 3 16,1-4-3-16,-2 2 2 15,2 0 5-15,0 3-4 16,-2 3 3-16,6-3 0 16,-1 4 0-16,4-2 0 15,4 3 1-15,-1 1-1 16,4 3 1-16,5 2-1 16,-1 1 2-16,15 23-1 15,-20-27-1-15,20 27 1 16,-10-16 0-16,10 16 0 0,0 0-1 15,0 0 0-15,0 0 0 16,0 0-1-16,0 0 2 16,0 0-1-1,0 0 1-15,0 0-1 0,0 0 1 16,0 0 1-16,0 0-1 16,0 0 1-16,0 0 0 15,0 0 0-15,0 0-1 16,-12 16 1-16,8 3 1 15,1 5-2-15,0 9 1 16,-4 1 0-16,3 10-1 16,-1 1 1-16,1 1-1 15,-3-2 1-15,4-1-4 0,0-10 8 16,3 0-7-16,-6-7 5 16,6-6-4-1,0-20 3-15,0 26-4 16,0-26 4-16,0 0-2 0,0 0-1 15,0 0 2-15,0 0-2 16,6-22 0-16,-6 6-3 16,0-8 5-16,0-4-6 15,-6-8 6-15,6-4-5 16,-7-6 4-16,4-1-4 16,-4 4 5-16,2-1-1 15,1 4 1-15,1 6-1 16,-4 4 1-16,3 6-1 0,4 5 1 15,-3 2-1-15,3 17 0 16,-4-21 0-16,4 21 0 16,0 0 0-1,-1-16-1-15,1 16 0 0,0 0 1 16,0 0 0-16,0 0 0 16,0 0-1-16,0 0 1 15,0 0 1-15,0 0-1 16,19 6 1-16,0-1 0 15,3 3-1-15,11 1 0 16,9 2 1-16,10-1-1 16,9-1 1-16,14-6-1 15,3-3 1-15,10-3-1 0,2-3-148 16,1-9-36 0,2 1-7-16,-14-17-4 15,6 7 5-15</inkml:trace>
  <inkml:trace contextRef="#ctx0" brushRef="#br1" timeOffset="-21424.69">31020 10966 235 0,'-3'-21'198'16,"-11"2"-11"-16,-2 3-84 15,1 13-32-15,-11 3-3 16,3 12-22-16,-6 11-22 16,-4 11-13-16,0 16-27 15,-6 11 8-15,6 8 3 16,-1 7 3-16,8 7-3 16,3 1 5-16,9-5 1 0,9-4 3 15,10-11 3-15,9-9-1 16,9-13 5-1,11-10-3-15,3-16 5 16,11-11-7-16,4-12-6 16,4-13 4-16,8-13-7 0,-3-9 1 15,1-12-3-15,-1-10-1 16,-5-7-2-16,-4-6 1 16,-7-3 5-16,-9 4-6 15,-6 6 5-15,-11 6 2 16,-7 9 4-16,-8 12 0 15,-11 10 2-15,-5 12-2 16,-11 9 1-16,-10 9 0 16,-5 4-1-16,-7 8-3 15,-4 8-3-15,-3 6-1 16,0 8-1-16,0 9 0 16,3 6 0-16,4 8 1 0,9 7-2 15,6 3 2-15,11 5-1 16,7 2 6-16,8-2 1 15,11-3 2-15,13-7 1 16,6-4 1-16,5-10 2 16,9-8-2-16,5-17 3 15,3-8-4-15,1-10-1 16,3-12-3-16,-3-9-6 16,-4-16 3-16,-3-10-4 15,-6-14 1-15,-10-8-3 16,-7-11 1-16,-8-5 1 15,-11 1 4-15,-7 1 8 16,-9 8-3-16,-10 9 5 0,-11 11-4 16,-4 13 1-16,-11 17-1 15,-4 13-2-15,-1 12-3 16,-6 12-4-16,4 12-1 16,2 15-1-16,9 8 0 15,8 8 0-15,8 5 1 16,10 4 0-16,11-2 3 15,11-2 0-15,14-7 6 16,11-6-3-16,11-6 6 16,6-12-4-16,3-8 6 15,10-9-4-15,1-13 4 16,-1-13-3-16,3-8-3 16,-3-17 2-16,-3-11-5 0,-3-8-56 15,-7-8-86-15,-20-15-22 16,1 11-27-16,-28-8-1 15,-6 12 6-15</inkml:trace>
  <inkml:trace contextRef="#ctx0" brushRef="#br1" timeOffset="-19204.11">7507 18236 163 0,'0'0'76'0,"0"0"0"16,0 0-10-16,7-16-3 15,-7 16-13-15,0 0-14 0,0 0-20 16,0 0-11-16,3 16-12 16,-3-16-1-16,10 24-5 15,3-7-3-15,-3 8-2 16,6 2 5-16,-1 3 2 15,-1-1 1-15,5 1 2 16,-3-3-3-16,-2-8 2 16,-2-1-2-16,-12-18 2 15,29 14 4-15,-9-18 3 16,0-5-2-16,12-6 1 16,7-9 1-16,7-8 13 15,14-7 15-15,12-8 19 16,16-3 20-16,-1-11 0 0,14-1 2 15,-1-6 0-15,8 4-1 16,-6-2-14-16,2 6-12 16,-10-1-17-1,-9 9-28-15,-10 9-46 0,-14 5-35 16,-13 9-26-16,-8 8-26 16,-17 0-22-16,-4 11-10 15,-16-9-7-15,-3 19 159 16</inkml:trace>
  <inkml:trace contextRef="#ctx0" brushRef="#br1" timeOffset="-15499.37">30206 9794 116 0,'23'-5'53'16,"-4"1"12"-16,3-4 8 0,8 1-2 16,3-2-12-16,2 0-6 15,1 2-8-15,-6 1-3 16,1 2-5-16,-9-1-9 15,-4 5-23-15,-18 0-33 16,0 0-31-16,0 0-35 16,0 0-17-16,-33 15-25 15,10 1-7-15,-13-9 68 16</inkml:trace>
  <inkml:trace contextRef="#ctx0" brushRef="#br1" timeOffset="-13828.18">30222 9919 145 0,'36'-4'45'16,"2"-6"-17"-16,4-4-37 16,5 3-26-16,-9-6-20 15,4 8-19-15,-20-8 30 0</inkml:trace>
  <inkml:trace contextRef="#ctx0" brushRef="#br1" timeOffset="-11992.87">30251 10183 140 0,'-26'-17'60'15,"26"17"0"-15,-22-7-5 16,22 7-3-16,-16-5-5 16,16 5-12-16,0 0-7 0,-21 0-6 15,21 0-10-15,0 0-6 16,-19 0-3-16,19 0-4 15,0 0 9-15,-19-4 22 16,19 4 3-16,0 0 3 16,0 0 12-16,-10-17-1 15,10 17 0-15,0 0-1 16,0 0-9-16,0 0-22 16,0 0-4-16,0 0-2 15,0 0-11-15,0 0 1 16,0 0 1-16,13 23-1 15,-9-6 1-15,-1 5 1 16,3 4 3-16,-3 6-2 0,4-1 0 16,3 2-2-1,-4-2 1-15,1 2 0 16,3 0 1-16,-5-2-3 16,6 0 1-16,-8 0-1 0,4 0 2 15,-2 2 6-15,-1 0-8 16,-1 0 9-16,-3 3-9 15,4 1 8-15,-4 2-7 16,-4 1 9-16,1 0-8 16,-4 0-1-16,2 0 1 15,-6 1 0-15,1-3 0 16,1-3-1-16,-1 0 1 0,-2-4-2 16,1-2 2-16,-5-3 0 15,6-3 1 1,1-4-1-16,2-4 1 15,7-15 0-15,-19 24 2 16,19-24 1-16,0 0-85 0,0 0-38 16,-14-17-23-16,14-7-12 15,4-6-16-15,-8-15-4 16</inkml:trace>
  <inkml:trace contextRef="#ctx0" brushRef="#br1" timeOffset="-11256.35">31133 11006 154 0,'0'0'99'16,"4"-26"17"-16,-8 10 22 16,4 16-6-16,-10-16-11 15,10 16-22-15,-16-5-23 16,16 5-21-16,-23 5-23 16,23-5-31-16,-33 18-14 15,11-4-9-15,-1 6 0 16,-6 3-2-16,6 6 5 15,-3 1 4-15,0 8 2 16,4 0 4-16,6 7-1 16,0 0 4-16,6 5 0 15,3 2 10-15,4 3 0 16,6 3 3-16,4-1 1 0,7-2-1 16,5-5 3-16,4-3 0 15,6-5 1-15,9-8-2 16,4-8 2-16,6-7-5 15,8-7 0-15,0-7-1 16,1-5-2-16,2-5-1 16,0-7 0-16,-7-3-2 15,-3-10-6-15,-8-6 3 16,-11-5-6-16,-11-4 4 16,-12-7-7-16,-11-1 1 15,-6-2-3-15,-16-1 4 16,-9 1 4-16,-10 5-1 15,-11 5-19-15,-10-3-76 0,-8 3-39 16,-1 9-25-16,-12-12-2 16,6 8-2-16,-13-11 58 15</inkml:trace>
  <inkml:trace contextRef="#ctx0" brushRef="#br1" timeOffset="-2027.79">33673 9984 325 0,'0'0'131'15,"-21"7"-16"-15,21-7-8 16,0 0-18-16,0 0-22 16,0 0-25-16,36-15-37 15,2 4-3-15,6-1 0 0,4-2-2 16,6 0-2-16,5-1-1 15,0 1 1 1,-5 2 1-16,-11 2 0 16,-8 1 0-16,-9 4-3 0,-10-1 2 15,-16 6 0-15,0 0-2 16,-31 0 3-16,-2 6-2 16,-13 1 1-16,-6 1 2 15,-7 3 1-15,-5 1 0 16,0 0 0-16,8 0 0 15,4 0-2-15,11-3 2 16,11-2 1-16,15-2-1 0,15-5 1 16,0 0 0-1,26-4 0-15,12-3-1 16,14-3 2-16,9-2 0 16,13-2-1-16,4 0-2 0,4-1-1 15,-4 3 0-15,-7 1 1 16,-10 4 0-16,-16 0-2 15,-8 4-1-15,-15 1-2 16,-22 2 2-16,0 0 0 16,0 0 0-16,-26 12 0 15,-7-7 0-15,-2 2 2 16,-6 2 0-16,-6 0 2 16,5-2 0-16,1 0 1 0,8-2-1 15,6 0-1-15,12-3 0 16,15-2 1-1,0 0 0-15,0 0 1 16,0 0-1-16,0 0 0 0,0 0 1 16,0 0 0-16,15 0-1 15,-15 0 0-15,0 0-1 16,0 0 0-16,0 0-1 16,0 0 1-16,0 0 0 15,0 0 0-15,0 0 0 16,0 0-1-16,0 0 2 15,0 0-1-15,0 0-1 16,0 0-1-16,0 0 0 0,0 0 0 16,0 0 1-1,18-2-1-15,-18 2-1 16,0 0 2-16,0 0 0 16,0 0 0-16,0 0 1 0,0 0 1 15,0 0-2-15,0 0 2 16,0 0-2-16,0 0 1 15,0 0 0-15,0 0 1 16,0 0 0-16,0 0-1 16,0 0 0-16,0 0 0 15,0 0 0-15,0 0 0 16,0 0 0-16,0 0 0 16,0 0 0-16,0 0-1 15,0 0 1-15,15 2 0 16,-15-2 1-16,0 0-2 15,0 0 1-15,20 3-1 16,-20-3 0-16,0 0 1 0,0 0 0 16,13 4 1-16,-13-4-2 15,0 0 2-15,0 0-1 16,0 0 1-16,0 0 0 16,0 0-1-16,0 0 1 15,0 0-1-15,0 0 1 16,0 0 0-16,0 0-1 15,0 0 0-15,0 0 1 16,0 0-1-16,0 0 0 16,0 0 0-16,0 0-1 15,0 0 1-15,0 0 1 16,0 0-2-16,0 0 1 16,0 0 1-16,0 0-1 0,0 0 0 15,0 0 1-15,0 0 0 16,0 0-1-16,0 0 2 15,0 0-3-15,0 0 2 16,0 0 0-16,0 0-1 16,0 0 0-16,0 0 0 15,0 0-1-15,0 0 1 16,0 0 1-16,0 0-2 16,0 0 1-16,0 0 0 15,0 0 0-15,0 0 0 16,0 0 0-16,0 0 1 15,0 0-2-15,0 0 1 16,0 0-1-16,0 0 1 0,0 0 0 16,0 0 0-16,0 0 0 15,0 0-1 1,0 0 1-16,0 0 0 16,0 0 0-16,0 0 0 0,0 0 0 15,0 0 0-15,0 0 0 16,0 0 0-16,0 0 0 15,0 0-1-15,0 0 1 16,0 0 0-16,0 0-1 16,0 0 2-16,0 0-2 15,0 0 1-15,0 0 0 16,0 0 0-16,0 0 0 0,0 0 1 16,0 0-2-1,0 0 1-15,0 0 0 16,0 0 0-16,0 0 0 15,0 0 0-15,0 0 0 0,0 0 0 16,0 0 0-16,0 0 0 16,0 0 1-16,0 0-2 15,0 0 1-15,0 0-1 16,0 0 1-16,0 0 0 16,0 0-1-16,0 0 1 15,0 0 0-15,0 0 1 16,0 0-1-16,0 0 0 15,0 0 0-15,0 0 0 16,0 0 1-16,0 0-2 16,0 0 2-16,0 0-2 15,0 0 1-15,0 0-1 16,0 0 1-16,0 0 1 0,0 0-2 16,0 0 2-16,0 0-2 15,0 0 2-15,0 0-1 16,0 0 0-16,0 0 1 15,0 0-2-15,0 0 2 16,0 0-1-16,0 0-2 16,0 0 3-16,0 0-2 15,0 0 1-15,0 0-1 16,0 0 1-16,0 0 0 16,0 0 0-16,0 0 2 15,0 0-3-15,0 0 2 16,0 0-3-16,0 0 2 15,0 0 0-15,0 0 0 0,0 0-1 16,0 0 1-16,0 0 0 16,0 0 0-16,0 0 1 15,0 0-1-15,0 0 0 16,0 0 0-16,0 0 0 16,0 0 1-16,0 0-2 15,0 0 1-15,0 0 1 16,0 0-1-16,0 0 1 15,0 0-1-15,0 0 0 16,0 0 0-16,0 0 1 16,0 0-1-16,0 0-1 15,0 0 1-15,0 0-1 16,0 0 2-16,0 0-2 0,0 0 2 16,0 0-1-16,0 0 0 15,0 0 0-15,0 0 0 16,0 0 0-16,0 0 0 15,0 0-1-15,0 0 1 16,0 0 0-16,0 0 0 16,0 0-1-16,0 0 0 15,0 0 1-15,0 0 0 16,0 0 1-16,0 0-1 16,0 0-1-16,0 0 2 15,0 0 0-15,0 0 0 16,0 0-1-16,0 0 1 15,0 0-1-15,0 0 1 0,0 0 0 16,0 0-1 0,0 0 0-16,0 0 0 0,0 0 0 15,0 0 0 1,0 0 0-16,0 0 0 0,0 0 0 16,0 0 0-16,0 0 0 15,0 0 0-15,0 0 0 16,0 0-1-16,0 0 1 15,0 0 0-15,0 0 0 16,0 0-1-16,0 0 1 16,0 0 0-16,0 0 0 15,0 0 0-15,0 0 1 0,0 0-1 16,0 0-1-16,0 0 1 16,0 0 0-16,0 0-1 15,0 0 1 1,0 0 1-16,0 0-81 15,0 0-75-15,0 0-8 0,23-38-3 16,-37-18 0-16,-8-11 41 16</inkml:trace>
  <inkml:trace contextRef="#ctx0" brushRef="#br1" timeOffset="-423.65">6184 18985 109 0,'0'0'59'15,"-12"-15"7"-15,12 15 14 16,0 0 8-16,-19-9 18 0,19 9-7 16,0 0-8-16,-26-3-9 15,26 3-11-15,0 0-9 16,-18 8-15-1,18-8-16-15,0 0-23 0,-19 7-2 16,19-7-3-16,0 0-3 16,0 0 2-16,0 0-4 15,0 0 0-15,0 0-6 16,0 0 3-16,0 0-1 16,14 12 1-16,5-3 1 15,0-2-2-15,11-2 0 16,3 2 1-16,5-2 3 15,4-3 0-15,-2-2-1 0,1-5 0 16,-3 0 1 0,-1-1 0-16,-8 0 2 15,-6 0-1-15,-4 1 0 16,-3 3 1-16,-16 2 1 0,0 0 3 16,0 0 1-16,0 0 0 15,0 0 0-15,0 0 2 16,-16 16-1-16,-3-11 0 15,-7 0-1-15,-7 1-3 16,-5-3-2-16,-2 2 0 16,-5 0 1-16,-1-1-3 15,1 1 2-15,4-1-1 16,1-1 1-16,10 0-1 16,8 1 0-16,3-2-1 15,19-2-2-15,-19 1 0 16,19-1-1-16,0 0 1 0,0 0 0 15,19-3 0-15,0 3 0 16,0 0 1-16,10 2 0 16,4-4 1-16,5 2-1 15,2 0 1-15,2-4 1 16,-2 3 0-16,-2-3 1 16,-5 1 0-16,-2-1 0 15,-5 3 1-15,-6-1 3 16,-20 2-2-16,26-4 0 15,-26 4 0-15,0 0 0 16,0 0 1-16,0 0 0 16,0 0-3-16,0 0 2 15,0 0-1-15,0 0 2 0,0 0 0 16,0 0 1-16,0 0-2 16,3 18-3-16,-3-18-102 15,0 17-59-15,7 4-8 16,-7 0 0-16,3 15-2 15,-13 5-11-15</inkml:trace>
  <inkml:trace contextRef="#ctx0" brushRef="#br1" timeOffset="661.12">6255 21925 257 0,'0'0'181'15,"-19"3"-44"-15,19-3-28 16,0 0-17-16,-16 2-14 16,16-2-17-16,0 0-25 15,0 0-34-15,0 0 0 16,-15 3-3-16,15-3 0 0,0 0-1 15,0 0 3-15,28 14-2 16,-6-7 1-16,4 2-3 16,11-2 0-1,1-2 3-15,10 3-1 0,4-1 1 16,1 0-3-16,2-3 4 16,-6-2-1-16,-4-2 1 15,-4 0-1-15,-11 1 1 16,-4-1 0-16,-7 0 2 15,-19 0 0-15,17-1 0 16,-17 1 0-16,0 0 1 16,-26-7-2-16,9 0 1 0,-9 1-3 15,-5 1-1 1,-9-2-1-16,-2 4 0 16,-3-2 0-16,-4 3 0 15,1 0 1-15,-1 2 0 16,-3 0 0-16,7 2-1 0,0-2 2 15,8 2-1-15,8 1 0 16,3-1 1-16,10-2 1 16,16 0-2-16,-19 0 1 15,19 0-1-15,0 0 0 16,16 3-1-16,-1-1 2 16,11 0 0-16,4 6-1 15,10-2 1-15,2-3 0 0,6 1 2 16,4 1 0-1,0-2-1-15,2 1 0 16,-2-3 1-16,-3 1-1 16,-9 0 1-16,1 1-1 0,-11 1-2 15,-4-2 1-15,-10-1 0 16,-16-1 1-16,19 4-1 16,-19-4 1-16,0 0 0 15,0 0 0-15,0 0 2 16,0 0-3-16,0 0 1 15,-19-2-1-15,19 2-1 16,0 0 1-16,-16-2 1 16,16 2-1-16,0 0-1 15,0 0 2-15,0 0-77 16,-17-14-92-16,4-12-4 16,1-5-7-16,-17-24-4 15,6-13 0-15</inkml:trace>
  <inkml:trace contextRef="#ctx0" brushRef="#br1" timeOffset="4575.42">31801 9107 86 0,'-14'-21'43'0,"2"-2"-1"16,5 4 3-16,-1 2-1 16,8 17-4-16,-7-21 6 15,7 21 3-15,0 0-2 16,0 0 3-16,19 0 4 15,-4 4 10-15,8 6-3 16,3-3-1-16,4 3-13 0,3 3-8 16,5-1-4-1,-2-2-5-15,-1 2-9 16,1 0-17-16,-1-1 0 16,2-1-1-16,-1 0-1 0,2 1 1 15,0 1 0-15,2-2-1 16,9 2-2-16,-1 4-1 15,8 0 1-15,-2 3 1 16,5 0 0-16,2 0 0 16,1 2-1-16,2 1 0 15,-1 2 1-15,-2 0-1 16,-2 1 1-16,1 1-2 16,-8 0 2-16,1 5-2 15,-5 0 2-15,-6 0-2 16,-2 5 2-16,-2 1-2 15,-5 1-3-15,0 0 4 16,-2 4-3-16,2-1 3 0,-3 2-4 16,1 6 3-16,2-1-4 15,0 4 4-15,-2 4 1 16,2 9-3-16,0 5 3 16,-2 4-3-16,2 4 3 15,0 5 3-15,-3 2-6 16,1 5 6-16,-5 3-5 15,0 1 5-15,-3 3-5 16,-1 3 5-16,-4 4-6 16,-3 0 0-16,-4 0 4 15,-3 5 2-15,-4 2 2 16,-1 1-2-16,-6 2 2 16,3 2-1-16,-7 2 3 0,-2 1-3 15,6 4 2-15,-4-3-2 16,-2-1-2-16,2-3 2 15,0 0-1-15,0 0 0 16,-2 0 0-16,-1 0 1 16,-6-2-2-16,-3 6-1 15,-1 3 2-15,-8 1-3 16,-2 1 4-16,-3 3-2 16,-8-2 0-16,-1 1-1 15,-5-3-4-15,-2-2 2 16,-1-3-1-16,-5-3 1 15,-4 0-2-15,-6 0 1 16,-2 0-1-16,-6-2 2 0,-4 2 4 16,-4 2-2-16,-4 0 3 15,-9-2 0 1,4 1-1-16,-4-3 0 16,-7-1 1-16,-3 1 0 0,-3 0-1 15,-6-3-3-15,0-2-1 16,-7-3 0-16,-7-6-1 15,1-1 2-15,-11-6-1 16,-2-4-1-16,-4-4 1 16,-2-8 0-16,-5 0 4 15,-3-6-3-15,-8-4 3 16,-2-6-3-16,1-6 5 16,-6-3 2-16,-4-2 2 0,-7-3-1 15,-5-2-5 1,-1-4 0-16,-6-1-3 15,-7-2 0-15,-3 0 0 16,-10-1 0-16,-2-1 0 0,-6-3 0 16,2 0 0-16,-8 0 0 15,-3-4 0-15,-3 2 0 16,2-1 0-16,-2-4 0 16,1-2 0-16,-3 0 0 15,2-5 0-15,-2-1 0 16,10 1 0-16,-5-7 0 15,4-2 0-15,4 2 0 16,-4 0 0-16,3-5 0 16,1 2 0-16,-1 0 0 15,-1-4 0-15,-2 2 0 16,-3-6 0-16,3 1 0 0,0-4 0 16,-3 1 0-16,1-3 0 15,6-1 0-15,-4-2 0 16,0-3 0-16,3-2 0 15,1-4 0-15,3-3 0 16,-4-7 0-16,6-5 0 16,2-5 0-16,3-8 0 15,1-2 0-15,3-3 0 16,11-3 0-16,3-5 0 16,8-2 0-16,8 0 0 15,11-3 0-15,2-2 0 16,9-2 0-16,8-5 0 15,-3-2 0-15,12 3 0 0,-6-3 0 16,4 0 0-16,1 2 0 16,0 0 0-16,3 4 0 15,1-1 0-15,1 4 0 16,4 2 0-16,3 5 0 16,2 0-3-16,4 1 1 15,1-1 2-15,-1 0-2 16,9 0 1-16,-5-2 1 15,4-5-4-15,0-2 5 16,4-1-4-16,2-4 4 16,2-6-3-16,0 0 0 15,0-1 0-15,6 0-1 16,1-2 0-16,0 1 0 0,0-3 0 16,3 1-1-16,0 1 3 15,1 1 1-15,-1-3-2 16,2 4 3-16,-2-3-3 15,4 0-2-15,1-1 5 16,3 3-4-16,-5 1 3 16,6-2-5-16,-2 0 4 15,-1-1-5-15,5-2 6 16,-6 2 0-16,2-1-4 16,2-1 4-16,2-3-2 15,1-6 3-15,1-2-4 16,4-4 3-16,-1-4-5 15,7-2 3-15,2-5-4 0,1-2 4 16,4 5-4-16,-2 1-2 16,2-3 0-16,-4 8 1 15,9 0 2 1,-5 3 0-16,5 2 3 0,-2-1-1 16,-2 1 1-16,6 2 6 15,2 1-1-15,-4-2-3 16,1 3 1-16,-4 2-2 15,4 5 0-15,-1 4 0 16,0 7 0-16,2 4-1 16,5 5 2-16,-3 5 4 15,-1 6-3-15,4 6 2 16,3 2-1-16,4 0 1 0,-3 1-1 16,2 3 0-16,1 3-3 15,7 2 3 1,2-3-2-16,3 1 4 15,1 2-2-15,-1 1-1 0,4 2 5 16,-1 2-7-16,-1-2 7 16,-2 4-8-16,0 1 8 15,-1 2-10-15,1 0 8 16,0 0-7-16,-2 0 3 16,2 2 0-16,0 3 0 15,5 1 0-15,2-1-1 16,3 2 2-16,1 3 0 0,1 4-1 15,5 0 0-15,16 12 0 16,-26-17 0 0,26 17 0-16,-15-12 0 15,15 12 0-15,0 0-1 16,-19-18 1-16,19 18 0 0,0 0 0 16,-18-22 0-16,18 22 0 15,-15-21 0-15,15 21 0 16,-14-26-1-16,14 26 0 15,-12-26 1-15,5 11 0 16,-2-1 1-16,9 16-1 16,-10-29 1-16,10 29 0 15,-7-26-1-15,7 26 1 16,-9-26-1-16,9 26 1 16,-10-26-2-16,10 26 1 15,-13-23 0-15,13 23 0 16,-10-21 1-16,10 21-1 0,-12-20 0 15,12 20-1-15,0 0 1 16,-17-21 0-16,17 21 0 16,0 0-1-16,-9-21 1 15,9 21 0-15,0 0-1 16,-17-19 1-16,17 19 0 16,-9-16 0-16,9 16 0 15,0 0 0-15,-14-17 0 16,14 17 1-16,0 0-1 15,-12-15 1-15,12 15-1 16,0 0 1-16,-14-16-1 16,14 16 0-16,0 0 0 15,-16-19 0-15,16 19 1 0,0 0 0 16,-10-16-1-16,10 16 1 16,0 0-1-16,0 0-1 15,0 0 1-15,0 0 0 16,0 0-1-16,0 0 0 15,0 0 1-15,0 0 0 16,0 0 0-16,0 0-2 16,-16-8 2-16,16 8 1 15,0 0 0-15,0 20 0 16,0-2 1-16,0 4-2 16,0 6 1-16,-3 3 3 15,3 5-1-15,-4 4-3 16,1-3 2-16,-2-1-2 0,-2-5 2 15,0-5 0-15,3-7-1 16,-1-3 0-16,5-16 1 16,-7 19-1-16,7-19 0 15,0 0-1-15,0 0-2 16,0 0 0-16,0 0-2 16,0 0 0-16,0 0-3 15,0 0 2-15,0 0-1 16,4-24 0-16,-4 6 3 15,0-4 0-15,3-4 2 16,-1-5 0-16,1-6 0 16,4 1 2-16,-3-2-2 15,4 1 3-15,3 3-3 0,-1 1 1 16,2 2-2-16,2 3 2 16,-2 4-1-16,4 1 1 15,1 4-3 1,2 0 1-16,1 2 1 0,6 1 1 15,0 4 0-15,0 5 3 16,0 4 0-16,3 3 2 16,1 9 1-16,-3 1-1 15,6 9 0-15,0 2-3 16,6 1 0-16,2 4-3 16,11-3 1-16,7-1-3 15,13-10-64-15,13-8-107 16,17-9-3-16,-1-33-3 0,10-11-5 15,-14-34 33 1</inkml:trace>
  <inkml:trace contextRef="#ctx0" brushRef="#br1" timeOffset="8883.48">10753 10147 128 0,'-13'-47'151'0,"3"-1"-23"16,3 3-13-16,-2-2-3 0,6 9-10 16,-7 2-5-16,10 13-17 15,-13 2-21 1,13 21-33-16,0 0-27 15,-7 37-2-15,4 4-1 16,-4 15 2-16,2 15-5 0,-9 10 7 16,2 12-2-16,-2 3 2 15,-2-5 2-15,-3-6-5 16,2-10 5-16,1-13-5 16,1-14 6-16,4-11-10 15,1-15 7-15,10-22-4 16,-5 16 3-16,5-16 4 15,0-17-7-15,5-8 8 0,2-8-6 16,0-8 8 0,3-9-3-16,-1-9 2 15,1-7-5-15,-1-3 1 16,5-4 3-16,-2 6-3 0,-2 8 2 16,2 7-2-16,-1 10 2 15,-4 11-1-15,-2 9 0 16,-5 22-1-16,21-21-1 15,-21 21-1-15,35-4 0 16,-13 6-2-16,11 2 0 16,9 1-2-16,3 5 2 15,0 2 0-15,7 2 0 16,-3 3 2-16,3 1-1 16,-4 1 3-16,-2-2-1 15,-7 0 2-15,0-3 0 16,-10 2 1-16,-3-2 0 15,-3-4 1-15,-23-10-2 0,22 19-4 16,-22-19-54-16,0 0-59 16,0 17-30-16,0-17-17 15,-29-5-6-15,6 0-1 16,-11-7 8-16</inkml:trace>
  <inkml:trace contextRef="#ctx0" brushRef="#br1" timeOffset="9456.84">10652 9991 269 0,'-52'0'137'0,"7"11"-11"15,0 6-9-15,12 18-7 16,-2 4-14-16,16 18-17 0,-2 4-27 16,12 10-49-16,-1 12-2 15,6 7-5-15,-4 2 5 16,4 0-4-16,-3-6 4 15,4-4-6-15,-4-10 6 16,5-11-6-16,-1-14 3 16,3-15 0-16,0-9 2 15,0-23 0-15,0 0 1 16,19-17-1-16,-7-18 2 16,-2-10 3-16,6-14-4 15,1-10 6-15,-1-16-7 16,-4-7 4-16,2-5-4 15,-2 0 5-15,-1 6-4 0,-4 2-1 16,1 8 3-16,-1 14-2 16,0 13 0-1,-3 12-1-15,1 13 0 16,-2 10-3-16,-3 19-1 0,0 0 1 16,23-4-1-16,-23 4 1 15,33 30 0-15,-7-8-1 16,7 6 1-16,12 2 2 15,7 2 1-15,5 0 0 16,6-5-1-16,4 1 1 16,5-6 0-16,-1-3 0 15,0-3 0-15,-9-4 0 16,-4-1 1-16,-6-3 1 0,-16 1 2 16,-6-2-4-16,-11 1-16 15,-19-8-78-15,-4 20-37 16,-15-7-18-1,-10-2-13-15,-9 1-12 0,-14-5-3 16</inkml:trace>
  <inkml:trace contextRef="#ctx0" brushRef="#br1" timeOffset="9983.26">10610 10114 257 0,'-19'-26'147'0,"9"7"-10"0,10 19-15 15,-7-15-18-15,7 15-19 16,14 26-17 0,-6 10-20-16,-1 9-25 15,0 12-20-15,-3 16-4 0,-8 15-3 16,-3 9 3-16,-5 5-4 16,-5 4 4-16,-2-4-3 15,-4-9 5-15,1-6-4 16,3-16 4-16,1-14 0 15,6-14-3-15,2-15 2 16,10-28 1-16,0 0 0 16,0 0 0-16,3-37-1 15,4-9 2-15,5-11-2 0,2-16 1 16,-2-10 5 0,6-11-8-16,1-3 6 15,0 6-4-15,3 4 3 16,-4 8-4-16,1 8 6 0,-4 13-4 15,1 13-1-15,-2 11 1 16,-2 8-4-16,-2 9 0 16,-10 17 1-16,23-13 0 15,-7 17 0-15,4 6 0 16,8 4 1-16,5 7 1 16,5 5 0-16,9 2-1 15,7 3 3-15,12 0-2 16,5 2 1-16,4-4-1 15,5-5-62-15,8-1-98 16,9 3-25-16,-3-11-10 16,7 6-8-16,-11-12 23 15</inkml:trace>
  <inkml:trace contextRef="#ctx0" brushRef="#br1" timeOffset="12311.91">33718 10095 176 0,'12'21'100'0,"10"-4"10"15,11 2-1-15,6-7-10 16,9 2-12-16,8-9-18 16,8-3-12-16,5-7-9 15,8 0-22-15,4-7-14 16,4-7-11-16,2-4 2 16,-5-3-3-16,-4-7 1 0,0-1 0 15,-7-6 1-15,-7-5 0 16,-8-5-1-16,-7-4 3 15,-11-5-1 1,-9-3 4-16,-10-6-2 0,-8-4-1 16,-8-6-1-16,-10 0-3 15,-7-2 2-15,-8 2-3 16,-6 2 0-16,-8 2-3 16,-6 3 3-16,-3 8-1 15,-4 6-2-15,-3 2 1 16,0 6 0-16,3 8-1 15,1 6 1-15,3 6 0 16,1 5 0-16,3 3 0 0,-4 5 3 16,3 4 0-1,-7 2 0-15,1 1 0 16,-8 2 0-16,1 2 0 16,-1 1 0-16,-5 3-1 0,-1-1 1 15,-2 4-1-15,5 1 1 16,-2 2 0-16,2 2 0 15,-2 0 1-15,2 2-1 16,7 1 1-16,0 2 3 16,7 4-2-16,3 3 1 15,6 7 0-15,4 7 1 16,3 12-1-16,3 19-6 16,0 12-91-16,3 14-58 15,13 16-15-15,-6-1-10 16,13 15-14-16,-1-8 60 15</inkml:trace>
  <inkml:trace contextRef="#ctx0" brushRef="#br1" timeOffset="39974.57">17746 18892 423 0,'0'-16'221'16,"-10"-1"0"-16,-2-4-86 0,12 21-112 15,-23-27-23-15,23 27 0 16,-19-21 0-16,19 21 0 15,-17-12 0-15,17 12 0 16,0 0 0-16,-16-7 0 16,16 7 0-16,0 0 0 15,0 0 0-15,0 0 0 16,0 0 0-16,0 0 0 0,0 0 0 16,0 0 0-1,0 0 0-15,0 0 0 0,0 0 0 16,0 0 0-1,23 3-93-15,-23-3-99 16,7 26-11-16,1-2-7 0,-13 2-4 16</inkml:trace>
  <inkml:trace contextRef="#ctx0" brushRef="#br1" timeOffset="41700.8">17633 19245 565 0,'-10'-16'203'15,"10"16"-27"-15,-29-24-118 16,29 24-61-16,-16 16 0 15,9 15 2-15,4 12-1 16,-4 14-6-16,1 11 5 0,3 6 0 16,-4 8 1-16,3-3 1 15,-4-6 1-15,4-12-3 16,-3-13 4-16,7-12 4 16,-3-15-3-16,3-21-1 15,0 0 1-15,-4-31-2 16,4-7 0-16,0-12 0 15,0-14 1-15,4-12-6 16,-1-9 6-16,4-2 2 16,5-1-1-16,8 1 1 15,9 8-2-15,4 4 1 16,5 9-3-16,7 13 6 16,7 13-4-16,1 14-2 0,2 10 2 15,-3 13-1-15,-7 12 0 16,-3 11 0-16,-9 8 0 15,-7 7 0-15,-14 3-1 16,-5 5 1-16,-16-1-3 16,-8-1 6-16,-9-1-4 15,-4-5 4-15,-1-1-4 16,-5-6-3-16,6-7 3 16,-1-7-4-16,8-2-59 15,3-11-43-15,20-1-23 16,0 0-15-16,3-17-24 15,20 8 5-15,3-3-10 16</inkml:trace>
  <inkml:trace contextRef="#ctx0" brushRef="#br1" timeOffset="42128.1">18378 19210 489 0,'23'-13'163'0,"-9"-1"-35"15,-2-5-33-15,2 7-23 16,-14 12-35-16,12-25-31 16,-12 25-3-16,0 0 0 15,0 0 0-15,0 0 1 16,-26 6-3-16,10 9 1 0,-1 6-4 16,-2 1 2-16,0 4-3 15,-1 4 1-15,7-3-1 16,4-2 3-1,5-3-3-15,11 1 3 16,9-3-2-16,7 0-4 0,3 0 7 16,3-1-5-16,6-1 5 15,-6 4-6-15,-3 1 7 16,-3 1-7-16,-9 0 6 16,-9 2 1-16,-14 4-3 15,-8 2 3-15,-11 5-2 16,-12-3 2-16,-5 3-1 15,-7-6 1-15,-3-3-3 0,4-6-3 16,8-1-91 0,1-11-54-16,13-11-24 15,13-5-17-15,6-14-4 16,20-1 17-16</inkml:trace>
  <inkml:trace contextRef="#ctx0" brushRef="#br1" timeOffset="42647.47">19741 18914 555 0,'41'-55'194'0,"-11"-4"0"15,-7 9-114-15,-11 12-80 0,-2 14-3 16,-10 24-3-16,0 0 1 16,12 31 2-16,-8 23-1 15,-8 20 1-15,4 28-1 16,4 26 1-16,-1 33 0 16,1 26 2-16,6 26-3 15,2 22-2-15,-1 20 1 16,8 17 0-16,0 13 0 15,7 11 1-15,0 2 5 16,3-2-11-16,3 5 9 16,1-5-1-16,3-5 4 15,-1-16-10-15,1-13 12 16,2-22-10-16,-5-22 5 0,2-19 2 16,-5-27-1-16,-4-15-5 15,0-22 2-15,-7-5 4 16,0-28 5-16,-2-3 9 15,-1-16-9-15,-2 2 8 16,-2-26-11-16,-2-9 17 16,-1-16-65-16,-9-34-54 15,0 0-42-15,-26-12-24 16,7-27 6-16,-11-31-16 16,-4-13 9-16</inkml:trace>
  <inkml:trace contextRef="#ctx0" brushRef="#br1" timeOffset="43161.84">17021 20872 472 0,'27'24'167'15,"26"-6"-3"-15,21-8-91 16,34 2-57-16,31-1 3 0,33 1 6 15,32-5-18-15,36-6-3 16,32-6-6-16,36-7 0 16,39-7 0-16,23-5-1 15,41-9 0-15,26-5 0 16,29-5 2-16,20-4 0 16,19 2 4-16,3 0 0 15,-1 0 1-15,-10-2 0 16,-25 2 6-16,-21 7-7 0,-36 0 6 15,-33 0-4-15,-42 1 1 16,-34 1 0-16,-48 3-2 16,-42 4 14-1,-48 3-62-15,-52-11-64 16,-53-2-40-16,-51 1-5 0,-61-9-8 16,-51-2-5-16,-53-9-3 15</inkml:trace>
  <inkml:trace contextRef="#ctx0" brushRef="#br1" timeOffset="43828.38">22042 19006 649 0,'-17'-10'188'0,"2"8"-49"15,15 2-92-15,0 0-47 16,-16 36 0-16,16-1-15 16,0 15-10-16,0 6-4 15,0 6 3-15,0 4 16 16,0-1 8-16,0-7-2 15,0-12 4-15,0-8-3 16,-4-17 7-16,4-21 2 16,0 0 2-16,-10-15 1 15,7-18 2-15,-3-7 2 0,3-14-3 16,-1-8 0 0,1-9-5-16,-1-3 0 0,8 1-4 15,3 4 1-15,2 8-5 16,1 7-2-16,0 15 0 15,6 13-2-15,7 12 2 16,-1 14-1-16,8 15 1 16,3 10 0-16,5 6 0 15,0 9 2-15,5 1 1 16,-4 1 2-16,2-1-1 16,-4-3 2-16,-8-10-2 15,-6-6 2-15,-8-4-1 16,-15-18 4-16,19 12-1 0,-19-12 1 15,-5-17-1-15,-5-6 1 16,-9-12 1-16,-4-6-1 16,1-11 2-1,-1-2-1-15,-1 1 2 0,5 6-2 16,3 4 0-16,2 10-4 16,9 12-2-16,5 21-48 15,0 0-74-15,0 0-34 16,16 16-19-16,3 6-5 15,3-5 0-15,15 4 52 16</inkml:trace>
  <inkml:trace contextRef="#ctx0" brushRef="#br1" timeOffset="44226.21">22843 18819 389 0,'38'-29'161'0,"2"-1"-23"15,-2 1-28 1,-5-2-27-16,0 5-33 0,-2 2-45 15,-8 5-5-15,-2 5 4 16,-6 3-4-16,-15 11 2 16,0 0-1-16,0 0-2 15,0 0 2-15,-15 23 1 16,1-8-1-16,-2 1-5 16,-1 3 6-16,5 2-4 15,-4 0 3-15,9 1-2 16,0 1 1-16,7 1-2 15,7-2 3-15,9 3-1 0,1-3 1 16,6 1-1 0,-1-1-1-16,4-1 1 15,0-2 0-15,-7 0 2 0,0-2 0 16,-12 1-2-16,-3 1 1 16,-11 0 1-16,-9 1 1 15,-10 3-1-15,-7-2 0 16,-8 3-2-16,-8-2-42 15,4 4-76-15,-5 2-36 16,4-7-19-16,15 3 0 16,5-10-4-16</inkml:trace>
  <inkml:trace contextRef="#ctx0" brushRef="#br1" timeOffset="44856.67">25611 18333 519 0,'-33'-30'178'15,"33"30"0"-15,-19-5-87 16,19 5-64-16,0 0-34 16,-12 23 2-16,16 8-1 15,-4 14 2-15,5 21 0 16,-2 20 0-16,1 23 1 15,3 25 3-15,0 18-4 16,-2 18 4-16,5 20 0 16,1 18-1-16,1 15-2 15,3 14 1-15,6 11 1 16,2 8-1-16,3 7 0 16,5 7 0-16,2-3 1 15,0-1-1-15,2-8 0 0,-2-7 2 16,5-12-4-16,-9-12 5 15,8-14-2-15,-9-14 3 16,1-11-6-16,1-16 5 16,-1-15-1-16,-3-20 1 15,-3-14-2-15,-1-21-1 16,-2-16 3-16,-1-16-3 16,-6-18 1-16,0-16 1 15,-6-15 0-15,-7-21 13 16,0 0 7-16,0 0-46 15,0 0-79-15,0-38-65 16,-13 1-17-16,-4-32-9 16,1-7 1-16,-13-35 113 0</inkml:trace>
  <inkml:trace contextRef="#ctx0" brushRef="#br1" timeOffset="45384.04">26854 18769 553 0,'-3'-29'218'0,"-1"10"0"16,4 19-184-16,-14-19-34 15,14 19 0-15,-12 19 0 16,-2 7 0-16,2 19 0 16,-3 6 0-16,4 10 0 15,-1 3-2-15,9 5-11 16,-1-5 12-16,11-6 4 15,5-13 1-15,4-14 0 16,10-14 1-16,0-15-5 0,7-11 0 16,2-13 0-1,-2-10 0-15,-4-11 0 0,-3-11 0 16,0-10 0 0,-10-7 0-16,-9 0 0 15,-7 1 0-15,-4 2 0 0,-11 9 0 16,-6 9-5-16,-4 10-1 15,-4 16 1-15,-7 14-1 16,1 15-43-16,-2 2-73 16,-1 5-44-16,9 7-8 15,6-9-19-15,23-10-2 16,0 0 94-16</inkml:trace>
  <inkml:trace contextRef="#ctx0" brushRef="#br1" timeOffset="45632.21">27625 18300 510 0,'19'16'190'16,"-12"1"0"-16,-4 11-78 16,-3 17-118-16,-3 13 2 15,-4 20 0-15,-2 19 3 16,-1 14-1-16,-2 10 2 15,-2 7 1-15,-2 4-2 16,2-4-3-16,2-7-87 16,-2-19-52-16,2-27-28 15,12-20-18-15,0-38-5 16,0-17 2-16</inkml:trace>
  <inkml:trace contextRef="#ctx0" brushRef="#br1" timeOffset="46068.53">28047 18563 586 0,'8'16'192'0,"-13"22"-10"16,-5 14-126-16,1 15-67 16,2 15 0-16,4 4 13 15,3 4-1-15,0-3-2 16,7-9 2-16,-2-13-1 15,-2-13 2-15,4-15-2 16,0-18 1-16,-7-19-1 0,0 0 0 16,12-37 3-16,-8-4-2 15,-4-15 2-15,3-13-3 16,1-11-1-16,-1-6 3 16,2-4-2-16,6 2 2 15,-1 6-3-15,2 10 1 16,2 13-2-16,2 10-2 15,0 15 2-15,1 15 1 16,-1 13-1-16,-1 12 1 16,-1 9 2-16,-5 13 0 15,-2 8 2-15,-7 9 1 16,-7 9-1-16,-5 10-4 16,-14 2-31-16,-4 10-87 0,-15 3-48 15,-7-2-3-15,-7 1-5 16,-12-13-4-16,-1 6 14 15</inkml:trace>
  <inkml:trace contextRef="#ctx0" brushRef="#br1" timeOffset="46463.81">26455 20206 504 0,'-14'19'178'0,"14"-19"-5"15,17-5-70-15,9-9-103 16,16-7-2-16,19-3 3 15,20-7 2-15,27-4 0 16,28-8-3-16,28-1 0 16,29 1-2-16,21 2 2 15,16-1-2-15,10 4 2 16,6 3 0-16,-2 4-1 0,-12 9 1 16,-17 3 1-16,-27 3 0 15,-27 2 0 1,-34 4-11-16,-33 1-112 15,-35 7-47-15,-59 2-2 16,0-22-3-16,-63 1-3 0</inkml:trace>
  <inkml:trace contextRef="#ctx0" brushRef="#br1" timeOffset="48740.43">20612 20076 426 0,'-19'-26'182'0,"19"26"-20"16,0 0-55-16,-19-23-54 15,19 23-52-15,0 0-1 16,-3 32 0-16,3-1-1 16,5 14 2-16,2 7-4 15,0 8-4-15,3 6 6 0,2 0-5 16,-1-4 2-16,1-8-1 16,2-13 0-16,-6-13-2 15,3-11 8 1,-11-17 1-16,19-1-1 0,-12-15 0 15,1-10 2-15,3-10-1 16,1-6 4-16,-2-5 3 16,3-3-6-16,0-3 2 15,7 4-5-15,-1 4 4 16,1 4-7-16,0 13 3 16,6 12-1-16,0 11-2 15,1 12-1-15,3 9 3 0,3 3-1 16,-4 5 1-16,1 7 3 15,1-3-8-15,-5-4 3 16,-3-7-5 0,-1-1 7-16,-8-9-4 15,-14-7 6-15,19-4 2 0,-19 4-1 16,7-31 7-16,-10 2-5 16,-1-6 4-16,-6-6-6 15,1-6 2-15,-1 4-2 16,1-1-3-16,-1 6 4 15,3 5-5-15,3 13-64 16,4 20-68-16,-5-19-34 16,5 19-13-16,12 15-6 0,2 6-5 15</inkml:trace>
  <inkml:trace contextRef="#ctx0" brushRef="#br1" timeOffset="49321.84">21322 20169 585 0,'0'0'186'16,"30"-3"-74"-16,-4 3-89 15,0 0-28-15,0 0 4 16,0 2 1-16,-7 1 1 16,-4 2-1-16,-15-5-14 15,18 23-20-15,-18-23-3 16,-7 36-2-16,-7-10-3 0,5 4 7 15,-5-6-1 1,6 4 10-16,-6-4 14 16,5-7 39-16,9-1 3 0,0-16 8 15,0 0-2-15,16-12-6 16,3-4-1-16,3-8-5 16,5-4 0-16,2-5-17 15,1-5 0-15,1 0-4 16,2 2 3-16,-7-2-2 15,0 5 2-15,-7 8-5 16,-5 5-3-16,-14 20 3 16,19-18-1-16,-19 18-1 15,7 19 3-15,-5 0-4 16,1 6 3-16,4-1-2 16,0 2 4-16,9-2-5 15,1-1 2-15,-1-8 2 0,3-6 1 16,0-6 1-16,3-6-1 15,-4-6 4-15,-3-6-2 16,-4-6 2-16,-3-5-4 16,-1-7 1-16,-7-9-7 15,0-4 3-15,-7 1-4 16,0 1 0-16,-1 6 0 16,-3 9-8-16,-4 3-77 15,15 26-51-15,-16-9-30 16,16 9-3-16,-7 33-10 15,4-14 31-15</inkml:trace>
  <inkml:trace contextRef="#ctx0" brushRef="#br1" timeOffset="49944.28">23855 19828 561 0,'19'4'199'0,"-19"-4"-45"16,-7 15-91-16,3 1-72 15,3 10-3-15,-6 5 2 16,7 7 2 0,-4 0 2-16,8 0 3 0,-1-1 0 15,2-6 0-15,2-9 3 16,4-6 2-16,-11-16 1 16,22 3-2-16,-22-3 2 15,30-31 1-15,-15 4 2 16,1-6 2-16,1-7-5 15,3-5 1-15,-5 0-4 16,4 5 0-16,-1 2-2 0,-3 9-2 16,1 6-3-16,5 14 0 15,-2 11 1-15,3 15 0 16,1 8 0 0,-1 6 0-16,8 5 4 15,-1 1-2-15,1 2 6 0,-2-4-3 16,-6-6 2-16,-4-8-1 15,-3-7 5-15,-15-14 0 16,23 5-1-16,-23-5 0 16,7-29 0-16,-11 3 0 15,-3-5-1-15,-1-7-1 16,1-6-3-16,-4-1 0 16,3 2-1-16,4 3-74 0,4 4-61 15,0 0-32 1,12 11-6-16,-1-1-3 15,8 12-3-15</inkml:trace>
  <inkml:trace contextRef="#ctx0" brushRef="#br1" timeOffset="50141.42">24665 19662 454 0,'0'0'183'16,"0"0"1"-16,12 21-88 15,-12-21-99-15,0 0 1 16,20 14-61-16,-20-14-45 16,0 0-31-16,17 17-21 15,-17-17-11-15,0 0-16 16,7 16 104-16</inkml:trace>
  <inkml:trace contextRef="#ctx0" brushRef="#br1" timeOffset="50321.55">24681 19860 485 0,'3'20'168'16,"-3"-20"-43"-16,11 16-46 15,-11-16-28-15,28 15-40 16,-11-11-9-16,9-2-2 16,5-11-28-16,6 2-73 15,-3-5-43-15,3-12-22 16,11 3-12-16,-11-19-9 15,5 6 71-15</inkml:trace>
  <inkml:trace contextRef="#ctx0" brushRef="#br1" timeOffset="50552.71">25245 19399 677 0,'-22'-15'205'15,"22"15"-64"-15,-11 20-141 16,6-1 0-16,-2 11 0 16,4 10 0-16,-4 13 0 15,3 15-2-15,-1 11-8 16,5 15 3-16,-7 3-88 16,3 15-78-16,1 8-7 0,-9-8-22 15,8 11-1-15,-15-14 53 16</inkml:trace>
  <inkml:trace contextRef="#ctx0" brushRef="#br1" timeOffset="51621.5">17732 19307 378 0,'-34'7'175'0,"34"-7"-50"0,-23 2-122 16,23-2-93-16,-19 12-47 16,5 4-44-16,7 17-18 15,-8 6 126-15</inkml:trace>
  <inkml:trace contextRef="#ctx0" brushRef="#br1" timeOffset="52174.87">18048 21707 495 0,'2'-25'201'0,"-2"25"-10"0,26 12-136 16,-15 20-66-16,-5 14-1 16,7 18-2-16,-6 9 7 15,-4 8 9-15,-3 4-5 16,0-7 9-1,-7-10-8-15,0-18 9 0,-2-16-1 16,-1-18 11-16,10-16-1 16,-16-33-6-16,13-10 8 15,-4-19-9-15,7-11 9 16,-3-14-10-16,6-3-2 16,4-5-10-16,0 7 0 15,5 6 0-15,2 11-5 16,5 14 0-16,0 18-4 15,4 19 0-15,6 19 3 0,4 18-1 16,2 12 2-16,5 20 1 16,1 12 4-1,5 11-2-15,-1 4 4 0,0 7-61 16,-12-6-42-16,-4-1-39 16,-6-5-29-16,-16-23-12 15,-2-1-7-15,-21-24 145 16</inkml:trace>
  <inkml:trace contextRef="#ctx0" brushRef="#br1" timeOffset="52369.52">18093 22044 365 0,'0'0'187'15,"0"0"-5"-15,0 0-85 16,16 5-53-16,10-8-35 0,11-6-23 15,11-1 14-15,1-2-52 16,12 3-66-16,1 2-43 16,-5-2-13-16,2 13-21 15,-10 1 26-15</inkml:trace>
  <inkml:trace contextRef="#ctx0" brushRef="#br1" timeOffset="52991.99">18291 22780 557 0,'-10'60'200'0,"10"6"-31"16,7-4-170-16,-7 4-5 15,7-4 9-15,-2-3 0 16,-1-5-5-16,-1-12 5 15,4-11 17-15,-7-14-5 16,0-17 6-16,0 0-6 16,0-40-4-16,-4-5-1 15,4-10-5-15,-6-18-5 16,6-10 0-16,-4-5 0 16,4-7 0-16,10 8 0 15,-1 0 0-15,8 10 0 16,-1 11-1-16,7 17-11 0,-6 15-7 15,6 16-1-15,-8 17 3 16,-4 16-3-16,-3 11 7 16,-4 17-2-16,-11 11 4 15,2 10 4-15,-9 4 7 16,-2 1 0-16,-1-5 0 16,-2-9-1-16,3-6 1 15,0-15 4-15,13-9 4 16,3-25 2-16,9 19 0 15,8-24-2-15,11-1 1 16,8-2-3-16,6-1 1 16,6 4-7-16,5 1-3 15,-5 3-4-15,1 2-3 0,-9 8 0 16,-9 1 1-16,-8 6 2 16,-17 1 1-16,-12 6 0 15,-14-2 1-15,-14 6 1 16,-6-1 4-16,-12 7-1 15,-6 2-57-15,6 5-53 16,0-2-33-16,4-4-25 16,11 8 0-16,9-9-4 15,15 8 117-15</inkml:trace>
  <inkml:trace contextRef="#ctx0" brushRef="#br1" timeOffset="53353.24">18807 23683 518 0,'0'0'192'16,"-14"-22"-1"-16,-5 15-115 16,-4-2-74-16,-3 7-8 15,0 6-6-15,-3 10 0 16,-1 13 1-16,-1 6-2 15,8 12 2-15,-3 7 8 16,9-1 2-16,1 2 5 16,6-3-1-16,10 2 3 0,7-8 3 15,10-6 1-15,6-9 0 16,12-8-3 0,6-7 3-16,11-4-3 15,11-8-1-15,1-9 1 0,4-3-6 16,1-8 4-16,-1-1-64 15,-7-7-72-15,-2-5-51 16,-4-4-3-16,-10-6-9 16,0 6-9-16</inkml:trace>
  <inkml:trace contextRef="#ctx0" brushRef="#br1" timeOffset="56737.65">27057 20311 477 0,'14'-19'210'0,"-5"4"-42"15,-9 15-51 1,7-16-66-16,-7 16-51 15,0 0 0-15,-12 28 0 0,-6 1 0 16,3 8 0-16,-4 11 0 16,1 11 0-16,-1 8 0 15,4 8 0-15,4 3 0 16,8-7 0-16,6-4 0 16,4-8 0-16,12-10 0 15,7-17 0-15,7-11 0 16,9-17 0-16,6-13 0 0,5-13 0 15,2-8 0 1,6-8 0-16,-6-10 0 16,4-6 0-16,-8-1 0 15,-8-3 0-15,-12 0 0 0,-5 2 0 16,-12-1 0-16,-10 3 0 16,-18 9 0-16,-9 9 0 15,-15 7 0-15,-7 15 0 16,-11 10 0-16,-11 13 0 15,4 20-61-15,-15 11-107 16,3 10-43-16,4 16-13 16,0 3 1-16,10 11 88 15</inkml:trace>
  <inkml:trace contextRef="#ctx0" brushRef="#br1" timeOffset="57163.95">27359 21270 636 0,'-7'31'211'15,"-8"2"-35"-15,-11 7-176 16,3 7 0-16,-3 3 0 15,4 11 0-15,-1 1 0 16,6 2 0-16,8-3 0 16,2-8 0-16,14-8 0 15,9-10 0-15,6-13 0 0,11-13-3 16,2-14 0-16,8-14 3 16,-1-7 4-16,3-10-2 15,-3-9-2-15,-6-6 0 16,-3-4 0-16,-7-4 0 15,-10 4 0-15,-4-2 0 16,-5 8 0-16,-11 8 0 16,-15 6 0-16,-3 9 0 15,-15 17-6-15,-11 6-94 16,-3 12-59-16,-4 16-26 16,-13 1-19-16,6 19-10 15,-3 2 60-15</inkml:trace>
  <inkml:trace contextRef="#ctx0" brushRef="#br1" timeOffset="57868.45">27667 22536 654 0,'0'0'211'0,"10"-30"-53"16,-7-1-158-16,-6-9 0 15,3-5 0-15,0-3 0 0,0 1 0 16,0 4 0-16,0 1 0 16,3 11 0-16,1 7 0 15,-4 24 0 1,0 0 0-16,16 7 0 0,-6 19 0 15,-5 12 0-15,6 10 0 16,-1 11 0-16,2 10 0 16,2 9 0-16,-2 2 0 15,-1 0 0-15,-3 1 0 16,3-2 0-16,-4-4 0 16,-2-8 0-16,2-6 0 15,-7-6 0-15,0-6 0 0,0-11 0 16,0-7 0-16,-4-10 0 15,1-2 0-15,3-19 0 16,-16 17 0 0,16-17 0-16,-26-5 0 0,4 2 0 15,3 3 0-15,-11 1 0 16,1-1 0-16,-4 2 0 16,-6 5 0-16,3-4 0 15,-2 11 0-15,1-7 0 16,6 2 0-16,5-4 0 15,3-1 0-15,23-4 0 16,-26 8 0-16,26-8 0 16,0 0 0-16,35-15 0 0,-2 1 0 15,12-2 0 1,14-3 0-16,12 2 0 16,11-2 0-16,8 1 0 15,7 8 0-15,1-2 0 0,-1 2 0 16,-10 6 0-16,-6 2-3 15,-10 1 0-15,-22-5-73 16,-6 6-61-16,-20 2-21 16,-23-2-2-16,0 0-7 15,-30 5-1-15</inkml:trace>
  <inkml:trace contextRef="#ctx0" brushRef="#br1" timeOffset="60144.07">16628 21964 195 0,'0'0'188'16,"0"0"9"-1,-17-15-95-15,17 15-38 0,0 0-4 16,0 0-10-16,23-11-12 16,-1 13-10-16,4-5-15 15,7-4-19-15,9 0 8 16,6-3 1-16,11-1 0 16,9 1-2-16,3-4 0 15,4-2 0-15,0 2 0 16,-1 2-2-16,-3 0 1 15,-3 2-1-15,-9 1 1 0,-10 2 1 16,-8 4 4 0,-8 1-1-16,-10 7-44 15,-23-5-81-15,0 0-43 16,-19 14-10-16,-21-12-4 0,-9 5-3 16</inkml:trace>
  <inkml:trace contextRef="#ctx0" brushRef="#br1" timeOffset="60794.54">14485 21464 422 0,'-4'-19'179'0,"4"4"-19"16,0 15-50-16,-7-25-44 15,7 25-31-15,0 0-29 16,0 0-1-16,-22-3-2 16,22 3-2-16,-19 28-1 15,12-1-6-15,1 11 2 16,3 13 3-16,6 13-2 0,3 8 3 16,4 8-3-16,2 0 5 15,9 1-4-15,2-7 3 16,4-11-2-16,3-13 5 15,3-16 2-15,0-11-3 16,2-13-1-16,-2-13-3 16,1-13 2-16,3-8-2 15,-8-11 2-15,2-13-5 16,-8-7 0-16,-2-8 2 16,-9-8 4-16,-5-1 0 15,-11-5 3-15,-6 5-3 16,-6 6 2-16,-10 11-4 15,-3 8 0-15,-13 12-3 0,1 18-1 16,-8 8 0-16,0 14-1 16,1 11-1-16,3 10-12 15,-2 5-55 1,12 11-47-16,9 1-31 0,3-3-21 16,20 7-14-16,3-15-5 15,19 0 135-15</inkml:trace>
  <inkml:trace contextRef="#ctx0" brushRef="#br1" timeOffset="61241.85">15136 21492 254 0,'26'-16'169'0,"-7"2"-28"0,5 8-19 16,-24 6-15-16,28-11-24 15,-28 11-23-15,26 7-35 16,-26-7-29-16,26 29-1 16,-12 1-1-16,1 8 3 15,4 10 0-15,4 8 3 16,0 4 1-16,3 1 0 16,0-2-1-16,0-5 2 15,0-8-2-15,-4-9 2 16,4-15 1-16,-3-8 4 0,0-14-1 15,-1-9 1 1,-1-11-1-16,5-10 1 0,-3-10 1 16,3-5-2-1,-4-7-3-15,-3-5-3 0,-3-3 2 16,-9-4-5-16,-7 3 2 16,-11 2-5-16,-8 11 1 15,-10 3-2-15,-9 14 4 16,-11 10-3-16,-3 16 0 15,-7 12-39-15,5 24-71 16,-1 17-37-16,-5 9-24 16,12 25-11-16,3 1-2 15,10 15 96-15</inkml:trace>
  <inkml:trace contextRef="#ctx0" brushRef="#br1" timeOffset="61812.25">15233 23174 535 0,'-16'-10'219'0,"-3"3"-21"15,-7-7-127-15,26 14-71 0,-36 14 0 16,17 7 0-16,-1 8 0 16,1 6 0-16,5 12 0 15,2 6 0-15,12 15-1 16,0 1-19-16,9 2 11 15,5-5-6-15,8 0 10 16,1-9 7-16,6-9 1 16,3-10 2-16,1-14-1 15,0-17-1-15,1-15-4 16,3-11 1-16,-4-14 2 16,-2-9-2-16,-5-15-1 15,0-5 5-15,-10-9-9 16,-6-4 12-16,-6 3-8 0,-11 1 5 15,-9 3-2-15,-3 15 2 16,-10 6-8-16,-1 11-4 16,-5 11 5-16,-1 15-7 15,-1 8 4-15,6 11-2 16,2 12-1-16,-1-2 5 16,11 8-77-16,-4-1-55 15,13 0-39-15,10-2-2 16,4-8-7-16,-4-16-9 15</inkml:trace>
  <inkml:trace contextRef="#ctx0" brushRef="#br1" timeOffset="62086.45">15733 22906 544 0,'19'-2'205'0,"-19"2"-42"16,10 21-85-16,-6-5-72 16,4 8 2-16,-1 7-4 15,9 14-1-15,1 7 2 16,2 14-4-16,4 5 4 16,3 5-6-16,0 5 3 15,0 1-21-15,4-3-91 0,-8-8-55 16,-3-17-31-16,4-4-4 15,-8-26-4 1,3-8 76-16</inkml:trace>
  <inkml:trace contextRef="#ctx0" brushRef="#br1" timeOffset="62412.68">16089 23443 417 0,'0'0'204'0,"0"0"-28"16,10 15-73-16,16-8-52 16,0-7-19-16,23 0-20 0,6 0-17 15,16-2-2-15,16-1 4 16,10-7 0 0,14-6 1-16,9-3 10 15,7-4-12-15,8 3 10 0,2-3-9 16,2-6 11-16,-5 6-13 15,-6-3 10-15,-11 12-9 16,-10-1 4-16,-16 8 2 16,-17-2 2-16,-22 9-5 15,-15 12-3-15,-11 2-96 16,-23 7-73-16,-23-5-11 16,-8 15-17-16,-21-2-1 15,-6 13 76-15</inkml:trace>
  <inkml:trace contextRef="#ctx0" brushRef="#br1" timeOffset="62827.98">15927 24360 496 0,'0'0'203'0,"-29"-17"-17"16,29 17-87-16,-16-21-61 16,16 21-37-16,0 0-1 15,-16-5 0-15,16 5 0 0,0 0 0 16,-3 28 0-16,6-3 0 15,3 21 0-15,1 0 0 16,3 8 0-16,2 3 0 16,4 11 0-16,1 3 0 15,2-4 0-15,4-6 0 16,-1-13 0-16,1 4 0 16,-23-52 0-16,45 100 0 15,-45-100-88-15,36 73-95 16,-16-54-15-16,-20-19-6 15,26 14-6-15,-26-14 71 16</inkml:trace>
  <inkml:trace contextRef="#ctx0" brushRef="#br1" timeOffset="63096.17">16300 24275 576 0,'0'0'176'0,"0"0"-55"16,0 0-54-16,19 30-53 15,-5-6-9-15,2 14 1 16,3 4-5-16,4 15 4 16,3 0 5-16,0 16 11 0,0-13-10 15,0 6-1-15,0-9-10 16,-7-3-58-16,0-11-81 15,0-22-23-15,-5-6-26 16,2-18-6 0,-16 3 0-16</inkml:trace>
  <inkml:trace contextRef="#ctx0" brushRef="#br1" timeOffset="63473.44">16854 24647 322 0,'26'13'180'0,"-3"-7"7"15,10-7-74 1,12 6-54-16,7-9-15 16,12 1-4-16,14-9-42 0,11-7-2 15,13-4 4-15,6-4-3 16,12-6 3-16,-1-9-3 15,5 4 3-15,-5 0-2 16,1 5 4-16,-12 0-1 16,-4 6 2-16,-7 1-2 15,-14 5 0-15,-8 4 0 16,-16 4 0-16,-10 7 2 16,-11 2 4-16,-9-1-1 0,-29 5 3 15,19 9-2 1,-19-9-1-16,0 0-93 15,-15 22-43-15,15-22-40 16,-23 19-7-16,13-3-23 0,-2-1-4 16</inkml:trace>
  <inkml:trace contextRef="#ctx0" brushRef="#br1" timeOffset="90555.77">32938 19827 457 0,'-15'-6'192'0,"-11"-2"1"15,0 1-97-15,3 9-46 16,-3 3-23-16,0 10-21 15,3 10-4-15,1 9-2 16,-1 6 0-16,8 3 0 16,1 4-6-16,5-2-1 15,6 2-4-15,6-11 1 16,6-6 1-16,1-10 0 0,9-9 2 16,4-11 1-1,-1-11 2-15,4-11 0 16,4-13 4-16,-1-10-1 15,-2-8 3-15,-1-13-2 0,-4-9 2 16,-3-1-2-16,-7-5 4 16,-5-2-3-16,0 3 2 15,-10 7 1-15,-1 9-2 16,-3 11 0-16,-1 11 0 16,1 11 6-16,-4 9 1 15,11 22 2-15,-19-7-8 16,12 24-1-16,2 14-1 15,5 12-1-15,4 14 0 16,4 14-5-16,6 13-3 16,5 7-1-16,4 4 7 15,3-1 2-15,3-8-4 16,3-6 5-16,1-5-7 0,-4-17-75 16,4-4-46-16,-2-7-26 15,-1-13-18-15,-1-1-3 16,-10-14 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35:18.91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18864 736 292 0,'0'0'191'15,"0"0"-9"-15,0 0-46 0,-19-76-22 16,19 76-15-16,0 0-90 16,0 0-9-16,0 0 0 15,0 0 0-15,0 0 0 16,0 0 0-16,0 0 0 15,0 0 0-15,0 0 0 16,37 83 0-16,-37-83 0 16,22 147 0-16,-10-61 0 15,-1 6 0-15,-4 0 0 16,-2-2 0-16,-2-7 0 16,-3-7 0-16,0-76 0 15,0 121 0-15,0-121 0 16,-3 78 0-16,3-78 0 0,0 0 0 15,0 0 0-15,0 0 0 16,0 0 0-16,-9-114 0 16,9 114 0-16,-7-139 0 15,4 60 0-15,3-3 0 16,-4 6 0-16,8 2 0 16,-4 74 0-16,7-128 0 15,-7 128 0-15,8-90 0 16,-8 90 0-16,0 0 0 15,0 0 0-15,26-71 0 16,-26 71 0-16,0 0 0 16,0 0 0-16,82 88 0 15,-82-88 0-15,61 100 0 0,-61-100 0 16,73 123 0-16,-73-123 0 16,60 121 0-16,-60-121 0 15,56 104 0 1,-56-104 0-16,45 78 0 0,-45-78 0 15,0 0 0-15,0 0 0 16,82 47 0-16,-82-47 0 16,0 0 0-16,74-88 0 15,-74 88-1-15,58-123 0 16,-32 45-9-16,3-10 9 16,1-1-2-16,-8-1 5 15,1 11 2-15,-4 8 0 16,-19 71 1-16,26-106-4 0,-26 106-1 15,0 0 0 1,0 0 0-16,0 0 0 16,0 0 0-16,0 0 0 15,48 107 0-15,-48-107 0 0,20 142 0 16,-10-60 0-16,6 4 0 16,-2-4 0-16,-2 1 0 15,-2-9 0-15,6-5 0 16,-2 1 0-16,-14-70 0 15,27 121 0-15,-27-121 0 16,33 95-1-16,-33-95-126 16,0 0-37-16,45 80-15 15,-45-80-27-15,0 0 7 0,0 0 53 16</inkml:trace>
  <inkml:trace contextRef="#ctx0" brushRef="#br0" timeOffset="480.34">20324 981 659 0,'0'0'209'0,"0"0"-79"15,0 0-105-15,-26-71-25 0,26 71 0 16,0 0 0-1,0 0 0-15,0 0 0 16,0 85-14-16,0-85 17 16,7 87 8-16,-7-87-11 0,12 109 0 15,-12-109 0-15,23 111 0 16,-23-111 0-16,26 90 0 16,-26-90-12-16,0 0-2 15,78 67 2-15,-78-67-1 16,74-12 4-16,-74 12 4 15,87-43-1-15,-87 43 7 16,85-78 0-16,-85 78-4 16,61-100 2-16,-61 100-6 15,26-106 11-15,-26 106 2 16,-19-100 11-16,19 100-14 16,-68-78 13-16,68 78-4 15,-104-47 1-15,104 47-4 0,-113-14-9 16,113 14 0-16,-97 9-3 15,97-9-94-15,0 0-52 16,0 0-29-16,0 0-7 16,0 0-14-16,0 0 3 15</inkml:trace>
  <inkml:trace contextRef="#ctx0" brushRef="#br0" timeOffset="923.65">21135 798 563 0,'0'0'196'15,"0"0"-18"-15,0 0-94 16,0 0-82-16,0 0-2 16,-33 80 0-16,33-80 0 15,-23 71 0-15,23-71 0 16,-16 84 0-16,16-84 0 15,0 87 0-15,0-87 0 16,28 83-7-16,-28-83 4 16,0 0 1-16,89 87-4 15,-89-87-5-15,83 27 1 16,-83-27 3-16,101-5 5 16,-101 5 8-16,100-38-19 15,-100 38 9-15,86-73-6 0,-86 73 11 16,57-102-13-16,-57 102 16 15,17-109-4-15,-17 109 10 16,-29-100 9 0,29 100-10-16,-75-64 11 0,75 64-8 15,-101-21-6-15,101 21-6 16,-113 10-29-16,113-10-94 16,-81 40-43-16,81-40-17 15,0 0-5-15,0 0-3 16,0 0 49-16</inkml:trace>
  <inkml:trace contextRef="#ctx0" brushRef="#br0" timeOffset="1635.34">21782 784 365 0,'0'0'191'16,"0"0"-1"-16,0 0-60 15,0 0-34-15,0 0-45 16,17 71-51-16,-17-71 0 16,6 75 0-16,-6-75 0 15,3 86 0-15,-3-86 0 16,7 94 0-16,-7-94 0 16,7 83 0-16,-7-83 0 15,0 0 0-15,16 79 0 16,-16-79 0-16,0 0 0 15,0 0-3-15,0 0-3 16,0 0-5-16,0 0-5 0,71-69 2 16,-71 69 0-16,22-99 13 15,-22 99-2-15,19-123 8 16,-19 123-7-16,14-119 6 16,-14 119 4-16,9-99-4 15,-9 99 6-15,0 0-6 16,24-86-6-16,-24 86 4 15,0 0-4-15,0 0 3 16,0 0 3-16,77 12 3 16,-77-12 1-16,0 0-3 15,85 54 6-15,-85-54-10 16,0 0-1-16,74 52 0 16,-74-52 0-16,0 0 0 0,0 0 0 15,0 0 0-15,-26 77 0 16,26-77 0-16,0 0 0 15,-93 26 0-15,93-26 0 16,-75 12 0-16,75-12 0 16,0 0 0-16,-94 18 0 15,94-18 0-15,0 0 0 16,0 0 0-16,0 0 0 16,0 0 0-16,0 0 0 15,0 0 0-15,38 86-16 16,-38-86 10-16,72 54 5 15,-72-54-3-15,100 62 9 16,-100-62-4-16,131 64 6 0,-131-64-4 16,126 61-82-16,-126-61-86 15,120 54-12-15,-120-54-2 16,71 39-13-16,-71-39 8 16</inkml:trace>
  <inkml:trace contextRef="#ctx0" brushRef="#br0" timeOffset="2051.63">22798 698 761 0,'0'0'181'0,"0"0"-100"0,0 0-81 15,0 0 0-15,-7 74-17 16,7-74 6-16,-9 81 5 16,9-81 0-16,-14 99-1 15,14-99 2-15,-9 97 4 16,9-97-1-16,-7 88 7 16,7-88-6-16,0 69 9 15,0-69-2-15,0 0 7 16,39 73-1-16,-39-73-10 15,74 38 4-15,-74-38-8 16,124 25 2-16,-46-13-1 0,12-7-3 16,11-2 0-16,-4-8 0 15,-9-2 4 1,-4 0-9-16,-13-3-25 16,-71 10-82-16,104-40-53 0,-104 40-16 15,0 0-24-15,0 0 5 16,0-76 127-16</inkml:trace>
  <inkml:trace contextRef="#ctx0" brushRef="#br0" timeOffset="2298.81">23067 1108 452 0,'0'0'195'15,"0"0"-13"-15,0 0-89 16,0 0-58-16,0 0-41 0,0 0 0 16,97-31-3-16,-97 31-2 15,90-30 10-15,-90 30-2 16,101-34-97-16,-101 34-62 16,85-37-18-16,-85 37-10 15,0 0-1-15,0 0 94 16</inkml:trace>
  <inkml:trace contextRef="#ctx0" brushRef="#br0" timeOffset="2507.96">22943 782 540 0,'0'0'192'0,"0"0"-2"15,0 0-111-15,0 0-79 16,0 0-11-16,0 0 1 15,72-57 7-15,-72 57 2 16,81-29 1-16,-81 29 0 16,83-23-43-16,-83 23-83 15,0 0-46-15,86-10 1 16,-86 10-8-16,0 0 1 16</inkml:trace>
  <inkml:trace contextRef="#ctx0" brushRef="#br0" timeOffset="4132.11">24613 852 386 0,'0'0'159'16,"0"0"-24"-16,-71-57-14 15,71 57-32-15,0 0-16 16,0 0-40-16,0 0-30 15,0 0-5-15,0 0-2 0,0 0-1 16,0 0-2-16,0 0-2 16,0 0-3-16,16 83 1 15,-16-83 3-15,7 105-5 16,-7-105 10-16,3 106 7 16,-3-106-5-16,0 74-8 15,0-74 11-15,0 0-3 16,0 0 5-16,0 0 12 15,0 0-8-15,0 0-5 16,0 0 7-16,-17-104 10 16,17 104-4-16,7-112 3 15,-7 112-12-15,22-109-7 16,-22 109 0-16,33-88 0 0,-33 88 0 16,0 0 0-16,0 0-2 15,94-35-13-15,-94 35 2 16,0 0 1-1,78 95 2-15,-78-95 0 0,49 100 1 16,-49-100-4-16,38 103 14 16,-38-103 2-16,29 83-5 15,-29-83-11-15,0 0 16 16,0 0 4-16,33 71 5 16,-33-71-5-16,0 0-1 15,0 0-8-15,0 0 14 16,75-101 14-16,-75 101-16 0,52-100-2 15,-52 100-3-15,68-109-4 16,-68 109-1 0,64-95 0-16,-64 95 0 15,0 0 0-15,71-77 0 16,-71 77 0-16,0 0-4 0,0 0-8 16,37 85-4-16,-37-85 1 15,12 101 1-15,-12-101 8 16,17 121 2-16,-17-121 10 15,16 112-8-15,-16-112 5 16,19 92-5-16,-19-92-2 16,0 0-60-16,36 80-35 15,-36-80-26-15,0 0-17 16,0 0 8-16,91-49 2 16,-91 49 30-16,59-91 42 15,-59 91 130-15,60-113 27 16,-60 113 35-16,45-111 9 0,-45 111-3 15,23-78-7-15,-23 78-21 16,0 0-36-16,0 0-68 16,0 0 4-16,0 0-13 15,0 0 2-15,0 0 1 16,-5 109-1-16,5-109-3 16,9 106 2-16,-9-106 2 15,17 93 0-15,-17-93-4 16,0 0 5-16,54 85-1 15,-54-85 9-15,0 0-6 16,71 4-16-16,-71-4 10 16,0 0-6-16,75-76 16 15,-75 76-7-15,32-92 0 0,-32 92-7 16,11-107 13-16,-11 107 16 16,-30-97-14-16,30 97 2 15,-74-70-10-15,74 70 0 16,-104-29 0-16,104 29 0 15,-110 3 0-15,110-3 0 16,-85 19 0-16,85-19 0 16,0 0 0-16,0 0-10 15,0 0-3-15,0 0 1 16,0 0 3-16,85 18 3 16,-85-18 5-16,110-21 9 15,-110 21-2-15,116-31 1 16,-116 31-4-16,108-28 0 0,-108 28 0 15,81-26 0-15,-81 26-2 16,0 0 0-16,71-3 3 16,-71 3-3-1,0 0 5-15,0 0-1 0,35 69-5 16,-35-69 0-16,3 69 0 16,-3-69 0-16,4 88 0 15,-4-88 0-15,-4 90 0 16,4-90 0-16,-6 82 0 15,6-82 0-15,0 0 0 16,-13 81-3-16,13-81-9 16,0 0-79-16,0 0-56 15,0 0-16-15,0 0-21 0,0 0 4 16,46-90-2-16</inkml:trace>
  <inkml:trace contextRef="#ctx0" brushRef="#br0" timeOffset="4483.36">26182 699 361 0,'-33'-72'188'16,"33"72"-34"-16,0 0-34 15,0 0-20-15,0 0-27 16,0 0-46-16,0 0-32 16,0 0-23-16,0 0 6 15,101 31 13-15,-101-31 5 16,94 38 1-16,-94-38 1 15,127 43 2-15,-127-43 0 0,126 45 1 16,-126-45 9 0,104 45 6-16,-104-45 1 15,0 0-4-15,39 85-3 0,-39-85-4 16,-72 71-6-16,72-71 0 16,-142 78 0-16,52-38-6 15,-6-1-2-15,-3-2 1 16,1-3 9-16,7-4-6 15,8-4-66-15,83-26-35 16,-104 36-37-16,104-36-19 16,0 0-15-16,0 0-17 0,0 0 41 15</inkml:trace>
  <inkml:trace contextRef="#ctx0" brushRef="#br0" timeOffset="4935.68">27009 628 722 0,'0'0'192'0,"0"0"-83"15,0 0-109-15,0 0 0 16,0 0 0-16,-71 2 0 15,71-2 0-15,0 0 0 16,-11 95 0-16,11-95 0 16,-2 83 0-16,2-83 0 0,0 94-6 15,0-94-3-15,-3 83 5 16,3-83 2-16,0 0-1 16,3 95 1-16,-3-95 6 15,0 0-1-15,0 0 5 16,35 71-13-16,-35-71 6 15,0 0-11-15,71 30 9 16,-71-30 8-16,78 13-9 16,-78-13 5-16,94 14-10 15,-94-14 2-15,97 7 0 16,-97-7 11-16,82-3-9 16,-82 3-36-16,0 0-87 15,78-21-58-15,-78 21 9 0,0 0 10 16,0 0-9-16,0 0 47 15</inkml:trace>
  <inkml:trace contextRef="#ctx0" brushRef="#br0" timeOffset="5188.86">26941 969 457 0,'0'0'180'0,"0"0"-32"16,0 0-62-16,0 0 4 0,0 0-65 15,82-15-35-15,-82 15 6 16,100-23-7-16,-100 23 8 16,113-31-81-1,-113 31-62-15,113-33-24 0,-113 33-4 16,71-34 4-16,-71 34-14 15</inkml:trace>
  <inkml:trace contextRef="#ctx0" brushRef="#br0" timeOffset="5394.01">26873 668 602 0,'0'0'191'0,"0"0"-35"16,0 0-84-16,0 0-70 15,0 0-2 1,0 0 0-16,71-19-9 16,-71 19 5-16,117-14 3 0,-43 7-61 15,11 0-66-15,6 2-39 16,6-5-7-16,4-1 0 16,-8-1-3-16</inkml:trace>
  <inkml:trace contextRef="#ctx0" brushRef="#br0" timeOffset="5765.27">28047 521 551 0,'0'0'192'0,"0"0"-39"16,0 0-59-16,-45 95-61 0,45-95-33 16,0 0 0-1,-52 99 0-15,52-99 0 0,-20 80 0 16,20-80 0-16,-13 83 0 15,13-83 0-15,-9 78 0 16,9-78 0-16,-4 69-1 16,4-69-5-16,0 0-3 15,0 0 0-15,32 81 1 16,-32-81 1-16,0 0 0 16,95 14 1-16,-95-14 2 0,125-4-10 15,-43 1 15-15,11-2 6 16,12 1-5-1,11 3-14-15,4 1 13 16,-2 1 15-16,1 3-12 0,-2 1-4 16,-4-3-85-16,-20 1-66 15,-15-1-11-15,-78-2-6 16,85 2-19-16,-85-2-3 16</inkml:trace>
  <inkml:trace contextRef="#ctx0" brushRef="#br0" timeOffset="7993.86">17694 1890 293 0,'0'0'139'0,"-74"-22"-34"16,74 22-28-16,22 12 1 15,1-10-16-15,13-1-8 16,6 13-16-16,10-3 10 16,12-6-17-16,11-2-16 15,13 1-17-15,10-8 2 16,7 6 0-16,19-4 0 15,9-10-3-15,13 2 1 0,10 6 2 16,9-3 1-16,11-1 6 16,4 1-12-16,6-2 13 15,12 4-10-15,0-2 12 16,8-3-9-16,2-3 6 16,6 0-7-16,6-1 3 15,4 0 0-15,4-2-6 16,-3-3 3-16,6 0-11 15,0 4 11-15,5 1-1 16,0-2 0-16,-1-1-9 16,4 1 9-16,-3 3-4 15,-1 0 6-15,1 3 0 16,-6 0-4-16,0 1-3 0,0 0 7 16,-6 6 10-16,-3-1-7 15,-4 1 7 1,-4 1-12-16,-1 2 4 15,-5-2-2-15,-2-1 0 0,-4 3 3 16,-3 0-10-16,-4-2 5 16,-3 2 3-16,0 0 4 15,0 2 6-15,-5 1-9 16,-2 1-2-16,1-1-4 16,-4-1 3-16,5 0 8 15,-6 0-17-15,-4-1 4 16,2-4-3-16,1-1 7 0,-4 3 1 15,-3-1 8 1,-3-2 3-16,-4 3-15 16,-7-1 3-16,-2 0 1 15,-10 4-1-15,-9 1 1 0,-9-1-2 16,-8-2-5-16,-9 5-2 16,-14-1 11-16,-12-1 11 15,-14 1-8-15,-71-4 0 16,106 10 10-16,-106-10-6 15,0 0-2-15,0 0-9 16,0 0-80-16,0 0-49 16,0 0-27-16,-145 4-13 15,39-8-6-15,-28 4-2 16</inkml:trace>
  <inkml:trace contextRef="#ctx0" brushRef="#br0" timeOffset="9035.6">17142 1880 399 0,'0'0'198'15,"44"14"-14"-15,-10 5-85 16,6-4-61-16,14-4 7 16,9 11-6-16,11-4-23 15,13-6-11-15,5-7-6 16,14-9 0-16,8 1 1 16,15 10 1-16,12-9-3 15,10-10 2-15,12 3-1 16,9 1 1-16,12-8 0 15,10 11-1-15,7-2 1 16,4-12 3-16,5 7-1 16,7 1-2-16,2 5 0 15,7-5 0-15,1 6 0 0,4-4 0 16,8-1 0-16,4-1 0 16,0-1 0-16,7 0 0 15,0-3 0-15,2 4 0 16,1-3 0-16,1 1 0 15,-4 0 0-15,2 5 0 16,-3-3 0-16,1-1 0 16,-3 4 0-16,-1 2 0 15,-3 3 0-15,-3 0 0 16,-6 3 0-16,-1-2 0 16,-6 4 0-16,-3 3 0 15,-3-2 0-15,-4 1 0 16,-4-1 0-16,-5 2 0 15,2-3 0-15,-1 2 0 16,1-3 0-16,0 1 0 16,2 0 0-16,-2 1 0 15,-2 1 0-15,2-3 0 0,-5 3 0 16,0 1 0-16,-6 0 0 16,-4-3 0-16,-6 1 0 15,-5-1 0-15,-5 2 0 16,-11-1 0-16,-12 2 0 15,-10-1 0-15,-14 3 0 16,-14 1 0-16,-19 1 0 16,-17-4 0-16,-82-5 0 0,107 11 0 15,-107-11 0 1,0 0-114-16,0 0-42 16,0 0-35-16,0 0 8 15,-130-42 12-15,33 28-12 0</inkml:trace>
  <inkml:trace contextRef="#ctx0" brushRef="#br0" timeOffset="10087.34">17269 2288 198 0,'36'16'150'16,"-10"-23"12"-16,9 2-71 15,14 7-12-15,10-4 6 16,12 0-2-16,4-10-18 16,18 2-7-16,5-3-13 15,13 3-38-15,12 0-7 16,9-6 0-16,10-6 0 15,14 4 0-15,9 4 0 16,11-1 0-16,9-2 0 16,6-8 0-16,11-1 0 0,4 13 0 15,9 2 0-15,2-4 0 16,7 1 0-16,5 7 0 16,2-5 0-16,9 12 0 15,-1-6-1-15,1-4 2 16,5-4-1-16,-2 9 0 15,0-5 0-15,3-4 0 16,1 3 0-16,-4-2 0 16,3 4 0-16,-3-1 0 15,0-1 0-15,0 1 0 16,-3-1 0-16,-1 4 0 16,-4 1 0-16,1 2 0 15,-2-3 0-15,-8 9 0 0,1-7 0 16,-3-1 0-1,0 0 0-15,-7 2 0 16,0-1 0-16,0 0 0 16,-2 0 0-16,-1-2 0 0,-8 3 0 15,3 2 0-15,-5-1 0 16,-4-4 0-16,1 9 0 16,-6-2 0-16,-6-2 0 15,-5 2 0-15,2 0 0 16,-9 0 0-16,-5 7 0 15,-4 2 0-15,-5-9 0 16,-5 5 0-16,-2 2 0 0,-10 3 0 16,-4 0 0-1,-8 1 0-15,-7-6 0 0,-11 7 0 16,-8 6 0 0,-9-6 0-16,-14 0 0 15,-14-7 0-15,-9 0 0 0,-62-5 0 16,91-24-92-16,-91 24-83 15,0 0-7-15,45-90-4 16,-45 90 11-16,-11-85-17 16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1T03:35:41.696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5672 980 552 0,'-57'-71'211'0,"57"71"-36"16,0 0-90-16,-53-76-85 16,53 76 0-16,0 0 0 15,0 0 0-15,0 0 0 16,0 0 0-16,0 0 0 15,0 0 0-15,39 86 0 16,-39-86 0-16,45 90 0 16,-45-90 0-16,45 83 0 15,-45-83 0-15,0 0 0 0,59 87 0 16,-59-87-126-16,0 0-57 16,0 0-13-16,75 27 3 15,-75-27-19-15</inkml:trace>
  <inkml:trace contextRef="#ctx0" brushRef="#br0" timeOffset="639.41">6771 964 409 0,'0'0'204'0,"0"0"7"16,-13-74-85-16,13 74-53 16,0 0-73-16,0 0 0 15,0 0 0-15,0 0 0 16,0 0 0-16,-78 41 0 15,78-41 0-15,-45 83 0 16,45-83 0-16,-48 125 0 16,22-47 0-16,3 10 0 0,4-1 0 15,5 6 0-15,5-3 0 16,6 2 0-16,12 5 0 16,1-12 0-16,13-7 0 15,3-11 0-15,12-8 0 16,5-23 0-16,11-20 0 15,5-28 0-15,-59 12 0 16,127-75 0-16,-127 75 0 16,130-123 0-16,-69 44 0 15,-2-3 0-15,-11 6 0 16,-3 0 0-16,-10-5 0 16,-5-2 0-16,-8 1 0 15,-4-1 0-15,-13 9 0 0,-10 1 0 16,5 73 0-16,-44-121 0 15,44 121 0 1,-97-87 0-16,97 87 0 16,-135-46 0-16,56 35 0 0,1 13 0 15,4 5 0-15,3 8 0 16,71-15 0-16,-106 45 0 16,106-45-156-16,0 0-35 15,-30 75-10-15,30-75-3 16,68 40-3-16</inkml:trace>
  <inkml:trace contextRef="#ctx0" brushRef="#br0" timeOffset="1053.75">7764 878 729 0,'-4'-77'215'0,"4"77"-136"16,0 0-79-16,0 0 0 15,0 0 0-15,0 0 0 16,0 0 0-16,0 0 0 16,0 0 0-16,0 0 0 15,-16 84 0-15,16-84 0 0,13 107 0 16,-6-38 0-16,-1 11 0 15,0 5 0 1,1 8 0-16,-4 2 0 16,-3 7 0-16,0 2 0 0,4 7 0 15,-4-2 0-15,3-7 0 16,0-5 0-16,-3-19 0 16,6-12 0-16,-3-23 0 15,1-26 0-15,3-32 0 16,-7 15-48-16,19-109-99 15,-5 31-29-15,5-7 1 16,0-12-4-16,7-5 3 16</inkml:trace>
  <inkml:trace contextRef="#ctx0" brushRef="#br0" timeOffset="1331.94">8496 511 689 0,'0'0'196'0,"0"0"-58"15,0 0-138-15,0 0 0 16,0 0 0-16,0 0 0 16,0 0 0-16,0 0 0 15,0 0 0-15,19 91 0 16,-19-91 0-16,-3 96 0 15,3-96 0-15,-6 79 0 16,6-79-8-16,0 0-175 0,-3 82-21 16,3-82-4-16,0 0-5 15,0 0 7-15</inkml:trace>
  <inkml:trace contextRef="#ctx0" brushRef="#br0" timeOffset="2563.82">11459 916 579 0,'17'-82'213'16,"-17"82"-1"-16,0 0-193 15,0 0-19-15,0 0 0 16,0 0 0-16,0 0 0 16,0 92 0-16,0-92 0 0,9 118 0 15,-2-40 0 1,4 8 0-16,-3 1 0 15,-1 1 0-15,2-5 0 16,1-3 0-16,-10-80 0 0,11 116 0 16,-11-116 0-16,0 0 0 15,0 0 0-15,0 0 0 16,0 0 0-16,0 0 0 16,0-106 0-16,-4 37 0 15,-3-7 0-15,-3-7 0 16,5-6 0-16,1 8 0 15,8 3 0-15,-4 78 0 16,12-119 0-16,-12 119 0 16,26-85 0-16,-26 85 0 15,0 0 0-15,0 0 0 16,100-26 0-16,-100 26 0 16,82 47 0-16,-82-47 0 0,94 88 0 15,-94-88 0-15,97 106 0 16,-97-106 0-16,82 102 0 15,-82-102 0-15,64 86 0 16,-64-86 0-16,0 0 0 16,64 80 0-16,-64-80 0 15,0 0 0-15,0 0 0 16,71 7 0-16,-71-7 0 16,0 0 0-16,63-87 0 15,-63 87 0-15,45-97 0 16,-45 97 0-16,48-121 0 15,-48 121 0-15,52-133 0 16,-52 133 0-16,53-123 0 0,-53 123 0 16,48-102 0-16,-48 102 0 15,0 0 0-15,42-76 0 16,-42 76 0-16,0 0 0 16,0 0 0-16,0 0 0 15,0 0 0-15,14 103 0 16,-14-103 0-16,8 108 0 15,-1-36 0-15,-3 6 0 16,4 5 0-16,-4 6 0 16,-1 1 0-16,-3 5 0 15,0 7 0-15,-3 12 0 16,-1 6 0-16,-1-3 0 0,2-2 0 16,-1-8 0-16,4-12 0 15,0-12 0-15,0-20 0 16,7-30 0-1,-7-33-48-15,12-37-120 0,-12 37-2 16,23-131-14-16,-9 48 8 16,5-11-13-16</inkml:trace>
  <inkml:trace contextRef="#ctx0" brushRef="#br0" timeOffset="4471.17">13301 1252 417 0,'0'0'178'0,"0"0"-16"0,0 0-48 16,0 0-11-16,0 0-54 15,0 0-49 1,0 0 0-16,88 13 0 15,-88-13 0-15,0 0 0 0,99-76 0 16,-99 76 0-16,0 0 0 16,73-76 0-16,-73 76 0 15,0 0 0-15,0 0 0 16,0 0 0-16,0 0 0 16,0 0 0-16,-74-47 0 15,74 47 0-15,-75 31 0 16,75-31 0-16,-85 59 0 15,85-59 0-15,-82 75 0 0,82-75 0 16,-60 86 0 0,60-86 0-16,-23 85 0 15,23-85 0-15,26 73 0 16,-26-73 0-16,75 57 0 0,-75-57 0 16,126 24 0-16,-46-20 0 15,5-10 0-15,9-9 0 16,3-8 0-16,4-3 0 15,0-7 0-15,-11-5 0 16,-2-1 0-16,-13-5 0 16,-75 44 0-16,116-79 0 15,-116 79 0-15,0 0 0 16,84-92 0-16,-84 92 0 16,0 0 0-16,0 0 0 15,0 0 0-15,-84-38 0 16,84 38 0-16,-97 24 0 15,97-24 0-15,-114 47 0 0,114-47 0 16,-110 55 0-16,110-55 0 16,-78 49 0-16,78-49 0 15,0 0 0-15,0 0 0 16,0 0 0-16,7 71 0 16,-7-71 0-16,0 0 0 15,109-6 0-15,-109 6 0 16,85-15 0-16,-85 15 0 15,75-12 0-15,-75 12 0 16,0 0 0-16,75 7 0 16,-75-7 0-16,0 0 0 15,0 0 0-15,0 0 0 16,90 53 0-16,-90-53 0 0,0 0 0 16,97 25 0-16,-97-25 0 15,97-4 0-15,-97 4 0 16,124-22 0-16,-124 22 0 15,123-47 0-15,-123 47 0 16,127-75 0-16,-127 75 0 16,109-95 0-16,-109 95 0 15,82-119 0-15,-82 119 0 16,55-139 0-16,-55 139 0 16,19-135 0-16,-19 135 0 15,-15-117 0-15,15 117 0 16,-49-85 0-16,49 85 0 0,0 0 0 15,-94-38 0-15,94 38 0 16,-74 34 0-16,74-34 0 16,-70 83 0-16,70-83 0 15,-57 122 0-15,57-122 0 16,-33 140 0-16,29-69 0 16,11-2 0-16,-7-69 0 15,35 128 0-15,-35-128 0 16,63 107 0-16,-63-107 0 15,85 80 0-15,-85-80 0 16,99 52 0-16,-99-52 0 16,104 22 0-16,-104-22 0 15,111-13 0-15,-111 13 0 0,102-44 0 16,-102 44 0-16,92-62 0 16,-92 62 0-16,71-69 0 15,-71 69 0-15,0 0 0 16,61-78 0-16,-61 78 0 15,0 0 0-15,0 0 0 16,0 0 0-16,0 0 0 16,0 0 0-16,0 0 0 15,0 0 0-15,0 0 0 16,-22 80 0-16,22-80 0 16,0 0 0-16,0 0 0 15,0 0 0-15,74 74 0 16,-74-74 0-16,0 0 0 15,85 3 0-15,-85-3 0 16,0 0 0-16,104-36 0 0,-104 36 0 16,0 0 0-1,99-59 0-15,-99 59 0 0,0 0 0 16,73-60 0-16,-73 60 0 16,0 0 0-16,0 0 0 15,0 0 0-15,0 0 0 16,0 0 0-16,0 0 0 15,0 0 0-15,0 0 0 16,0 0 0-16,0 0 0 16,49 102 0-16,-49-102 0 15,31 121 0-15,-14-40 0 0,6 28 0 16,0 23 0 0,-1 13 0-16,-3 9 0 15,-7 6 0-15,-5-5 0 16,-7-2 0-16,-8-17 0 0,-10-25 0 15,-11-29 0-15,-2-20 0 16,-6-27 0-16,-5-23 0 16,1-24 0-16,-4-27 0 15,-2-21 0-15,5-30 0 16,7-36 0-16,2-20 0 16,7-3 0-16,11-3 0 15,11 7 0-15,13 4 0 16,14 17 0-16,13 15 0 15,16 29 0-15,-52 80 0 16,127-125 0-16,-56 80 0 16,-71 45-45-16,139-76-113 15,-139 76-18-15,123-41 2 0,-123 41-9 16,101-12 3-16</inkml:trace>
  <inkml:trace contextRef="#ctx0" brushRef="#br0" timeOffset="6883.89">17500 1174 638 0,'0'0'167'0,"0"0"14"16,-42-87-144-16,42 87-37 16,0 0 0-16,0 0 0 15,103-47 0-15,-103 47 0 16,95 26 0-16,-95-26 0 15,97 63 0-15,-97-63 0 16,71 91 0-16,-71-91 0 16,32 94 0-16,-32-94 0 0,-6 83 0 15,6-83 0-15,0 0 0 16,-36 76 0-16,36-76 0 16,0 0 0-1,0 0 0-15,0 0 0 0,0 0 0 16,-30-81 0-16,30 81 0 15,33-82 0-15,-33 82 0 16,59-84 0-16,-59 84 0 16,87-68 0-16,-87 68 0 15,97-43 0-15,-97 43 0 16,98-9 0-16,-98 9 0 16,85 21 0-16,-85-21 0 15,0 0 0-15,87 74 0 0,-87-74 0 16,0 0 0-16,36 99 0 15,-36-99 0 1,0 0 0-16,-3 74 0 16,3-74 0-16,0 0 0 0,0 0 0 15,0 0 0-15,0 0 0 16,0 0 0-16,0 0 0 16,52-86 0-16,-52 86 0 15,57-80 0-15,-57 80 0 16,78-79 0-16,-78 79 0 15,90-66 0-15,-90 66 0 16,92-35 0-16,-92 35 0 16,84-3 0-16,-84 3 0 0,0 0 0 15,100 52 0-15,-100-52 0 16,0 0 0-16,68 95 0 16,-68-95 0-1,29 69 0-15,-29-69 0 0,0 0 0 16,30 73 0-16,-30-73 0 15,0 0 0-15,0 0 0 16,0 0 0-16,90 12 0 16,-90-12 0-16,0 0 0 15,104-61 0-15,-104 61 0 16,85-65 0-16,-85 65 0 16,80-63 0-16,-80 63 0 15,0 0 0-15,75-66 0 0,-75 66 0 16,0 0 0-1,0 0 0-15,0 0 0 16,0 0 0-16,0 0 0 16,-45 73 0-16,45-73 0 0,0 0 0 15,-33 92 0-15,33-92 0 16,0 0 0-16,10 78 0 16,-10-78 0-16,0 0 0 15,85 38 0-15,-85-38 0 16,101-7 0-16,-101 7 0 15,113-31 0-15,-113 31 0 16,116-56 0-16,-116 56 0 16,94-74 0-16,-94 74 0 15,52-74 0-15,-52 74 0 16,0 0 0-16,-35-94 0 16,35 94 0-16,-104-35 0 15,29 30 0-15,1 2 0 0,-8 5 0 16,4 3 0-16,7 3 0 15,71-8 0-15,-106 13 0 16,106-13 0-16,0 0 0 16,0 0 0-16,0 0 0 15,0 0 0-15,0 0 0 16,127 27 0-16,-53-27 0 16,13-2 0-16,7-1 0 15,3-2 0-15,7 1 0 16,0-1 0-16,6-2 0 15,-6 0 0-15,0-3 0 16,-3 0 0-16,-8-1 0 0,1 3 0 16,-12-8 0-16,-11 4 0 15,-71 12 0-15,104-18 0 16,-104 18 0-16,0 0 0 16,0 0 0-16,0 0 0 15,0 0 0-15,0 0 0 16,0 0 0-16,-88 11 0 15,88-11 0-15,-113 26 0 16,113-26 0-16,-120 41 0 16,120-41 0-16,-101 52 0 15,101-52 0-15,0 0 0 16,-85 85 0-16,85-85 0 16,0 0 0-16,0 0 0 0,63 75 0 15,-63-75 0-15,93 10 0 16,-93-10 0-16,120-23 0 15,-120 23 0-15,130-51 0 16,-130 51 0-16,120-84-1 16,-120 84 2-16,97-116-1 15,-62 47 0-15,-5-3 0 16,-15-1 0-16,-4 2 0 16,-11 71 0-16,-7-118 0 15,7 118 0-15,-35-74 0 16,35 74 0-16,0 0 0 15,-85 0 0-15,85 0 0 16,0 0 0-16,-90 114 0 0,90-114 0 16,-45 119 0-16,45-119 0 15,-26 132 0 1,26-132 0-16,0 125 0 16,0-125 0-16,34 100 0 0,-34-100 0 15,75 73 0-15,-75-73 0 16,123 52 0-16,-41-40 0 15,8-5 0-15,14-7 0 16,0-9 0-16,9-3 0 16,-5-9 0-16,-4-3 0 15,-10-6 0-15,-16 4 0 16,-78 26 0-16,106-46 0 16,-106 46 0-16,0 0 0 15,0 0 0-15,0 0 0 16,0 0 0-16,0 0 0 15,-113-23 0-15,113 23 0 16,-90 31-3-16,90-31 3 0,-70 45 3 16,70-45-3-16,0 0 0 15,-42 70 0-15,42-70 0 16,0 0 0-16,0 0 0 16,79 74 0-16,-79-74 0 15,90 16 0-15,-90-16 0 16,127 0 0-16,-53-6 0 15,8-6 0-15,1-7 0 16,-1-10 0-16,-1-6 0 16,-6-6 0-16,-75 41 0 15,125-115 0-15,-77 44 0 16,-11-1 0-16,-15-1 0 16,-22 73 0-16,14-133 0 0,-14 133 0 15,-26-106 0-15,26 106 0 16,0 0 0-16,-71-76 0 15,71 76 0-15,0 0 0 16,-78 14 0-16,78-14 0 16,-43 69 0-16,43-69 0 15,-35 113 0-15,35-113 0 16,-16 135 0-16,16-135 0 16,2 135 0-16,-2-135 0 15,30 114 0-15,-30-114 0 16,59 86 0-16,-59-86 0 15,86 63 0-15,-86-63 0 16,124 34 0-16,-124-34 0 0,140 13 0 16,-63-17 0-16,1-6 0 15,0-2 0-15,0-6 0 16,0-3-93-16,-78 21-97 16,123-34 11-16,-123 34-11 15,80-30 3-15,-80 30 4 16</inkml:trace>
  <inkml:trace contextRef="#ctx0" brushRef="#br0" timeOffset="7883.6">5861 4324 656 0,'9'-16'181'0,"-9"16"-49"0,0 0-138 15,0 0 0-15,-23 45-1 16,4 2-1-16,-7 14 3 16,0 18 0-16,-4 13 0 15,4 12 3-15,4 8-1 16,6 4 3-16,9-3-2 16,14-7 3-16,12-13-3 15,11-17 2-15,12-10 4 16,13-18 0-16,6-13 1 0,8-23 0 15,8-12 0-15,1-17-1 16,3-14 0-16,-6-13-1 16,0-13-2-16,-8-10-1 15,-4-11 1-15,-15-5-2 16,-6-9 0-16,-19-5 0 16,-11-2 2-16,-14 1-3 15,-15 1 2-15,-13 3-4 16,-11 10 1-16,-12 9 1 15,-7 16 1-15,-8 16-2 16,-7 17 0-16,-3 19 0 16,0 18 1-16,-3 20 0 15,9 12 3-15,5 12-4 0,8 13 2 16,14 13-70-16,12 2-59 16,17-1-31-1,23-3-6-15,15-11-4 0,20-4-7 16</inkml:trace>
  <inkml:trace contextRef="#ctx0" brushRef="#br0" timeOffset="8412.94">7731 4613 498 0,'6'-28'189'0,"-9"6"-12"15,-9 3-90-15,-18 2-57 16,1 4-31-16,-9 12 0 16,-2 9 0-16,-2 15-1 15,-7 13 1-15,8 20 1 16,1 13-4-16,2 12 2 15,5 7-4-15,14 6 3 16,8-4-3-16,18-4 4 16,12-6-1-16,11-16-2 0,18-14 4 15,15-18 0-15,11-15 2 16,10-22 2 0,6-13 2-16,6-15-1 15,-3-13 0-15,1-15 0 0,-4-10-6 16,-8-10 1-16,-11-11 2 15,-19-3-3-15,-10-11 1 16,-16 2-4-16,-12 1 1 16,-25 7 3-16,-11 10 4 15,-20 17 0-15,-10 17-1 16,-14 19 1-16,-9 24 0 16,-4 23 0-16,0 19-1 15,17 20-101-15,-2 12-49 0,19 2-24 16,15 7-5-1,23-3 0-15,21-3-11 16</inkml:trace>
  <inkml:trace contextRef="#ctx0" brushRef="#br0" timeOffset="8771.23">9385 4168 360 0,'74'-53'186'0,"-9"14"1"16,-24 13-67-16,-8 2-45 15,-7 14-42-15,-26 10-32 16,19-4-1-16,-19 4-1 16,-3 28-1-16,3 8-1 15,-5 16 2-15,5 16-2 0,0 15 2 16,3 23 3-16,-1 15-1 15,5 12 0-15,-7 11 1 16,3-1-1-16,-3-2 1 16,-3-10 1-16,-1-10 1 15,-1-15-4-15,-2-18 3 16,-3-19-6-16,6-20 0 16,8-16-75-16,-4-33-56 15,0 0-30-15,29-23-13 16,-6-20 0-16,13-7-5 15</inkml:trace>
  <inkml:trace contextRef="#ctx0" brushRef="#br0" timeOffset="9261.58">11058 4464 489 0,'31'-19'180'16,"-13"0"0"-16,-18 19-98 16,0 0-48-16,0 0-38 15,-7 38 2-15,-12 5-3 16,-7 13 5-16,3 10 1 16,-3 13-3-16,3 6 1 0,3 2 0 15,11-3 0-15,6-6-1 16,13-12 2-16,9-12-1 15,12-16 1 1,9-14 2-16,12-17 3 16,9-12 0-16,5-16 2 0,9-12-2 15,4-8 3-15,7-11-5 16,-3-12-5-16,-2-7 3 16,-6-7-3-16,-7-4 1 15,-13-2-2-15,-16-1 1 16,-19 0-3-16,-16 5 4 15,-22 11 3-15,-16 7-3 16,-18 13 3-16,-14 13-4 0,-9 15 3 16,-5 13-1-16,-1 14 0 15,3 10 0-15,6 15-29 16,8 4-84-16,19 6-48 16,19 6-13-16,16-9-3 15,23 4-2-15,12-16 44 16</inkml:trace>
  <inkml:trace contextRef="#ctx0" brushRef="#br0" timeOffset="9794.54">12919 4300 488 0,'19'-5'176'0,"-19"5"-39"0,0 0-34 16,0 0-29-16,0 0-62 15,-19-11-12-15,2 11 1 16,17 0-2-16,-26 0 1 16,26 0 1-16,-16-3-1 15,16 3 2-15,0 0 0 16,0 0 1-16,0-19 0 15,0 19 1-15,0 0-2 16,7-16-1-16,-7 16 1 16,0 0-3-16,0 0-2 15,0 0 0-15,0 0-1 16,0 0 1-16,0 0 0 16,-11 23 0-16,11 1-1 0,0 14 0 15,0 14 3-15,0 17-2 16,0 14 4-16,4 14 1 15,3 12-1-15,-4 7 0 16,3 0-1-16,-3-5 3 16,4-6-1-16,-4-9 1 15,1-11-1-15,-1-15-3 16,-3-12 3-16,4-15-3 16,-2-14 6-16,5-11 0 15,-7-18-6-15,19 1-98 16,-9-16-54-16,6-13-17 15,6-3-4-15,-4-14-8 16,11-2-5-16</inkml:trace>
  <inkml:trace contextRef="#ctx0" brushRef="#br0" timeOffset="11224.61">14474 4440 477 0,'-5'-17'189'0,"5"17"-21"16,0 0-68-16,-17 15-34 16,10 16-43-16,-2 13-23 15,-7 13-2-15,3 15-2 16,-3 12-1-16,2 6 4 0,5 3 0 16,6-3 1-16,12-9 1 15,11-13 1-15,8-14-1 16,16-20-1-16,13-15 2 15,14-15 1-15,4-16 0 16,13-14-2-16,-1-12-1 16,2-9 0-16,-6-9 0 15,-5-8 0-15,-14-3 0 16,-12-4 0-16,-15 0 0 16,-22-2-2-16,-15 4 0 15,-15 7-2-15,-22 5 7 16,-11 12-1-16,-17 10-2 15,-2 12 2-15,-11 13-1 0,-1 12-1 16,8 10 0-16,9 14-75 16,8 0-55-1,21 3-30-15,17 2-11 16,22-8-1-16,23-6-4 0</inkml:trace>
  <inkml:trace contextRef="#ctx0" brushRef="#br0" timeOffset="11640.03">15729 4352 574 0,'30'-2'174'0,"-11"11"-46"16,-9 6-45-16,-1 22-35 16,-6 9-52-16,-3 17 3 15,-7 9 3 1,2 13 0-16,-2 2 1 0,4 1-2 15,3-8 1-15,7-9-2 16,5-11 3-16,11-13-1 16,3-16-2-16,10-15 0 15,9-13 0-15,11-12 3 16,1-15 0-16,9-9-4 16,2-12 0-16,-1-12-3 15,-4-9 0-15,-2-5 2 16,-16-6-2-16,-5-3 1 15,-18 4-2-15,-18 1 7 16,-18 10-1-16,-12 13 2 16,-19 14-1-16,-7 15-1 15,-13 20 2-15,-6 15-1 0,3 14-1 16,2 3-64-16,18 11-42 16,10-4-24-16,24-1-23 15,21-7-14-15,19-9-5 16,19-9 1-16</inkml:trace>
  <inkml:trace contextRef="#ctx0" brushRef="#br0" timeOffset="12040.31">17081 4362 472 0,'56'-19'150'0,"-18"5"-20"15,-8 14-23-15,-30 0-31 16,7 31-37-16,-21 6-39 0,-9 11 1 15,-6 16-4-15,1 11 1 16,-2 4 5-16,11 4-5 16,9-3 3-16,6-6-2 15,11-11 4-15,16-10-3 16,6-18 5-16,13-14-1 16,14-13-3-16,4-14 2 15,8-14 1-15,7-9-5 16,3-16-1-16,3-7 4 15,-2-8-4-15,-8-10 3 16,-14-4-3-16,-10-4 0 16,-19 0-4-16,-14 4 8 15,-25 6 0-15,-15 9-4 0,-16 13 2 16,-17 13-2-16,-8 17 1 16,-8 16 2-16,0 16-6 15,4 6-95-15,14 13-53 16,10 3-18-16,21-5-2 15,26-4-3-15,21-13-2 16</inkml:trace>
  <inkml:trace contextRef="#ctx0" brushRef="#br0" timeOffset="12433.09">18800 4130 459 0,'0'0'176'0,"-10"38"-18"16,-29 0-77-16,-2 18-14 16,-22 8-41-16,2 12-28 15,-1 10-1-15,6 3-2 16,15-3 6-16,15-4-1 16,17-17 4-16,21-9-3 15,21-18 5-15,12-10-3 16,16-20 6-16,8-15-3 15,6-12-6-15,5-10 3 16,2-11-5-16,-8-7 4 16,1-10-4-16,-11-7 2 0,-8-9-5 15,-11 1 3-15,-16-3 1 16,-18 1-2-16,-18 6 2 16,-19 6-1-1,-14 14 0-15,-11 11 0 16,-11 20-24-16,-9 10-86 0,3 16-48 15,2 10-12-15,12-2-4 16,14 4-1-16,14-9 31 16</inkml:trace>
  <inkml:trace contextRef="#ctx0" brushRef="#br0" timeOffset="12708.87">20032 3948 446 0,'23'19'180'0,"-20"13"-5"16,-10 13-91-16,4 29-28 16,-7 9-35-16,-3 14-21 15,3 16-4-15,1 4 5 16,-1 3 1-16,-2-4 1 15,1-11 1-15,1-13-3 16,8-14-70-16,2-21-57 16,0-24-38-16,0-33-7 0,28 2-6 15,2-32-7-15</inkml:trace>
  <inkml:trace contextRef="#ctx0" brushRef="#br0" timeOffset="12972.05">21020 3898 529 0,'17'2'174'0,"-8"13"-49"16,-2 25-42-16,-7 4-29 16,4 21-59-16,2 17 1 15,3 13 2-15,9 9-3 0,-3 7 4 16,11 3 4-1,4-2-2-15,1-6 2 16,2-9-1-16,3-12 1 16,-4-14-78-16,8-13-56 0,1-19-35 15,1-27-8-15,3-14-1 16,-2-26-5-16</inkml:trace>
  <inkml:trace contextRef="#ctx0" brushRef="#br0" timeOffset="13256.25">22386 3841 512 0,'0'0'175'16,"23"33"-17"-16,-15 5-79 15,-8 10-59-15,4 15-19 0,-1 18-4 16,4 11 5-16,0 8-7 15,2 4 4-15,1 7 3 16,3 0-2-16,0-9 5 16,0-9-3-16,0-15 2 15,0-9-3-15,0-10-46 16,0-17-67-16,-3-20-50 16,9-11-7-16,-19-11-7 15,30-21 0-15,-11-12 65 16</inkml:trace>
  <inkml:trace contextRef="#ctx0" brushRef="#br0" timeOffset="13539.45">23761 3767 361 0,'38'-16'176'15,"-12"14"-3"-15,-7 13-66 16,-19 9-34-16,11 22-27 16,-11 12-48-16,0 17 3 15,3 19-3-15,6 15 5 16,1 15-7-16,6 6 8 16,6 0-3-16,1-3-1 15,3-2 2-15,-3-13-9 0,3-10-112 16,-4-13-50-16,-4-22-1 15,1-17-6 1,0-23-5-16</inkml:trace>
  <inkml:trace contextRef="#ctx0" brushRef="#br0" timeOffset="14300.14">25420 4108 510 0,'0'0'185'15,"-29"-16"-8"-15,-1 9-92 16,-8 18-86-16,-10 9-1 16,-11 15 1-16,-9 17-4 15,-7 15 1-15,4 13-1 16,7 3 2-16,8 7-3 16,15-2 2-16,23-6 5 0,15-11-2 15,24-16 5-15,17-15-4 16,17-16 8-16,13-12-4 15,10-22 4-15,9-13 1 16,2-11-6-16,-6-13 2 16,-5-14-5-16,-7-11 2 15,-19-10-6-15,-10-8 1 16,-25 2 1-16,-17 1-4 16,-14 6 5-16,-20 8-4 15,-18 13 4-15,-7 18-2 16,-6 22-45-16,-6 13-76 15,3 14-47-15,13 12-2 16,6 1-6-16,27 5 1 0</inkml:trace>
  <inkml:trace contextRef="#ctx0" brushRef="#br0" timeOffset="14588.05">26656 3709 477 0,'45'-12'175'15,"-18"7"4"-15,-27 5-112 16,22 43-14-16,-25 8-57 16,-1 18 3-16,-6 21-3 0,1 17 8 15,6 16-8-15,6 9 8 16,6 8-3-16,5-5-5 15,12-7 5 1,3-7-2-16,9-12-87 0,-1-12-72 16,-6-17-10-16,-1-8-9 15,-15-23-3-15,-1-8 19 16</inkml:trace>
  <inkml:trace contextRef="#ctx0" brushRef="#br0" timeOffset="16195.19">1714 5212 108 0,'0'0'144'15,"-29"-19"28"-15,10 7-55 16,1 8-10-16,-1-3-11 0,3 7-11 15,-3-6-15-15,19 6-17 16,-20-7-20-16,20 7-32 16,0 0-1-16,17-19-1 15,9 8-2-15,12-3 1 16,11-1 0-16,10-3 1 16,8 1 0-16,8 0-1 15,0-2 1-15,-4 3-1 16,-10 2 2-16,-9 2-3 15,-9 4 4-15,-15 2-1 16,-11 6-1-16,-17 0 1 16,0 0-1-16,-7 18 1 15,-8-3 1-15,-6 8 0 0,2 6-5 16,0 6 3-16,0 12-2 16,5 4 3-16,5 8-3 15,6 5 3-15,6 2-4 16,0-2 5-16,10-3-3 15,-3-4 2-15,-1-9-2 16,-2-6 0-16,-4-7-1 16,-3-6 1-16,-3-7-1 15,-8-4 1-15,-8-3-1 16,-3-4 1-16,-8-3 1 16,-1-1 1-16,-9 0-1 15,-5-2 5-15,-4 4-4 16,-3 0 3-16,3 1-3 0,1 1 5 15,10-1 2 1,1 0-3-16,11-5-3 16,11 1 1-16,15-6 0 15,0 0 0-15,22-11-1 0,11-1 0 16,12-2-6-16,7-1 2 16,16-6 4-16,7-5-4 15,8-3 6-15,6-3-5 16,1-4 3-16,-2 0-4 15,6 1-83-15,-14-5-55 16,-7 0-26-16,-5 2-4 16,-11-5-4-16,-2 5-4 15</inkml:trace>
  <inkml:trace contextRef="#ctx0" brushRef="#br0" timeOffset="16439.36">2900 4944 448 0,'0'0'183'16,"-12"-21"-7"-16,12 21-69 16,-20 17-49-16,14 13-63 15,-1 13-1-15,0 19 1 16,-2 13 2-16,2 18-2 16,0 14 5-16,-2 15 1 15,-1 4 0-15,0-1 0 16,1-8-1-16,2-9 0 15,-2-18-80-15,6-16-45 16,3-17-32-16,3-29-13 16,-3-28-2-16,32-2-3 15</inkml:trace>
  <inkml:trace contextRef="#ctx0" brushRef="#br0" timeOffset="16915.7">3261 5269 511 0,'0'0'175'16,"0"0"-23"-16,-4 38-62 15,1 0-47-15,3 14-51 16,7 12-4-16,-2 5 14 16,9 8-6-16,-2-1 4 15,5-3 1-15,-1-9-2 16,0-9 3-16,-2-7-3 0,-6-9 4 15,3-8-3-15,-8-12 1 16,-3-19-2-16,0 0 0 16,0 0 2-16,0 0-3 15,0-42 8-15,-10 2-6 16,1-8 3-16,-1-14 0 16,-3-11 3-16,-4-10-4 15,5-4 1-15,5-3 1 16,0 5-6-16,4 6 6 15,6 6-5-15,7 11 2 16,6 10-5-16,10 15-1 16,4 12-1-16,3 11 0 0,1 10 0 15,3 11 0-15,-6 10 4 16,-5 11-1-16,-9 10 4 16,-17 11 0-1,-14 6-1-15,-15 13-103 0,-21 4-55 16,-23 4-11-16,-18 8-17 15,-25-5-4-15,-11 6 53 16</inkml:trace>
  <inkml:trace contextRef="#ctx0" brushRef="#br0" timeOffset="18124.56">680 5505 224 0,'15'-25'186'16,"-15"25"-32"-16,4-24-33 15,-4 24-11-15,0-21-16 16,0 21-22-16,-7-15-40 16,7 15-32-16,0 0-1 15,0 0 0-15,0 0 0 16,0 0-1-16,7 45 0 16,5-7 0-16,9 7-3 15,1 7 4-15,4 5-3 0,4 2 7 16,-2-6-2-16,1-8-1 15,-3-7 2-15,-3-10-2 16,-1-7 5-16,-4-9 0 16,-3-10-3-16,-15-2-1 15,26-16-4-15,-14-1 3 16,-5-9-1-16,0-5 2 16,-3-7-4-16,1-7-1 15,-5-4 6-15,0-4-6 16,-5-1 8-16,5 2-3 15,0 3 2-15,0 4-2 16,0 7 2-16,5 9-3 16,2 6 0-16,0 8-2 0,-7 15 0 15,29-2-1-15,-6 14-1 16,3 9-1-16,5 7 1 16,6 5 1-16,1 3 0 15,5 4 1-15,2-2 0 16,-3-2 1-16,3-5-1 15,0-6 2-15,-8-5-2 16,1-4 2-16,-5-7 0 16,-4-4 3-16,-3-5-1 15,-3-2 1-15,-7-7 1 16,-16 9-1-16,22-31 1 16,-15 4-1-16,-7-10 1 0,0-8-3 15,-3-10 2-15,-9-11-2 16,1-8 2-16,-8-6-2 15,0-5-5 1,-4 0 6-16,-1 6-6 0,1 11 2 16,1 11-3-16,3 12 0 15,3 16-4-15,2 8-88 16,14 21-61-16,-5 22-13 16,7 10 0-16,8 9-7 15,1 4-1-15</inkml:trace>
  <inkml:trace contextRef="#ctx0" brushRef="#br0" timeOffset="19048.21">1374 7279 448 0,'2'33'171'15,"-2"-9"-3"-15,3-7-67 16,8-1-34-16,-11-16-24 15,22 2-41-15,-3-15-1 16,4-4 0-16,6-7 1 16,1-9-2-16,8-5 1 15,2-5-3-15,5-1 0 16,4-1-2-16,-8 7 3 16,-1 7-3-16,-5 7 4 15,-6 13-1-15,-6 17 1 16,-11 13 0-16,-5 12 0 15,-14 16 1-15,-5 13-2 16,-7 9 2-16,-7 11-4 0,-7 1 1 16,-2 6-2-16,-1-2 2 15,-6-2 1-15,6-7 0 16,-3-8 1-16,10-13 0 16,3-8 1-16,3-13-2 15,13-9 5-15,1-10-1 16,9-15 0-16,0 0-1 15,26 2 0-15,-3-9-1 16,6-5 4-16,6 1-2 16,7-2-1-16,5-3 2 15,3 0-6-15,5-1 6 16,4 0-8-16,2-1 10 0,-5 1-9 16,-4 2 10-16,-7-1-8 15,-9 0 1-15,-1 4-99 16,-17-2-48-16,-13-1-12 15,-5 15-14-15,-16-26 2 16,-3 14-10-16</inkml:trace>
  <inkml:trace contextRef="#ctx0" brushRef="#br0" timeOffset="19304.74">1454 7672 585 0,'0'0'175'0,"3"-23"-23"16,27-3-74-16,15 2-45 15,14-5-33-15,12-6 0 16,12-7 0-16,11 1 0 16,2-2 0-16,-3 3 0 15,-6 3 0-15,-5-1-7 16,-4 12-119-16,-14 6-45 15,-12 6-3-15,-7 7-6 16,-15 0-3-16,-1 5 2 16</inkml:trace>
  <inkml:trace contextRef="#ctx0" brushRef="#br0" timeOffset="19784.72">3085 7116 639 0,'-33'-7'174'0,"11"21"-4"15,-1 10-155-15,-6 14-20 0,-1 13 1 16,1 11-2 0,1 7 2-16,5 5-1 15,10-3 3-15,9 2-1 16,4-5 10-16,11-18-6 0,8-10 11 16,10-20-6-16,9-14 6 15,6-17-6-15,1-6 1 16,0-18-4-16,0-8-3 15,-3-7 0-15,-9-7 0 16,-7-9 0-16,-14 0-1 16,-9 0 0-16,-15 2-3 15,-14 6 0-15,-10 6-1 16,-9 8 0-16,-11 11 0 16,-1 18 1-16,-2 4-32 15,7 17-79-15,7 4-38 16,6 0-15-16,13 3 0 15,26-13-5-15,0 0 0 0</inkml:trace>
  <inkml:trace contextRef="#ctx0" brushRef="#br0" timeOffset="20024.94">3471 6872 427 0,'36'5'173'16,"-13"7"-12"-16,-15 13-47 15,3 18-38-15,-11 7-44 16,-4 18-37-16,1 13 9 16,-1 11-8-16,-2 13-1 15,0 8 6-15,-1-1 1 16,0-1-1-16,2-2 0 0,-5-15-25 16,10-10-62-16,-4-16-41 15,4-25-31-15,7-19-7 16,-7-24-5-1,30-20 3-15</inkml:trace>
  <inkml:trace contextRef="#ctx0" brushRef="#br0" timeOffset="20500.28">3941 7203 409 0,'0'0'170'0,"16"-9"-17"16,-20 31-36-16,8 20-28 0,-4 6-45 15,7 17-50-15,1 11 2 16,10 7 11-16,-3 5-4 16,8 0-2-16,0-6 1 15,-1-8 0-15,-5-12-1 16,-1-10-2-16,-2-15 8 16,-2-15-9-16,-12-22 7 15,0 0-1-15,7-31 1 16,-14-5 5-16,-3-16-9 15,-2-11 5-15,-4-13-7 16,-1-10 1-16,-2-8-2 16,6 4 4-16,6 2-3 15,4 7-4-15,10 8 9 0,5 14-5 16,2 18 0-16,5 13-3 16,7 19 0-16,-3 9-1 15,3 11-1 1,0 8 0-16,-4 8 0 0,-3 6 4 15,-5 5-1-15,-9 6 4 16,-8 1-1-16,-13 0 2 16,-10 0-2-16,-15-6 3 15,-15-2-55-15,-12-13-61 16,-13-8-41-16,-2-11-20 16,-18-23-3-16,0-14-4 15,-6-31 45-15</inkml:trace>
  <inkml:trace contextRef="#ctx0" brushRef="#br0" timeOffset="21467.97">1483 3214 495 0,'-12'-24'168'15,"-2"-2"-17"-15,-1-8-70 16,8 9-27-16,-9-4-60 0,6-4-1 15,-1 4 3-15,3 3 15 16,1 7-11-16,0 3-1 16,7 16 1-16,0 0 0 15,0 0 1-15,-13 33-1 16,17 10-1-16,-1 13-10 16,6 13 10-16,-2 12 2 15,3 11-4-15,3 1 3 16,2-1-3-16,-1-9 3 15,2-5 2-15,-2-9 8 16,1-10-9-16,1-9 3 16,-2-10-2-16,5-9 3 0,-4-3-4 15,6-5 4-15,-2-6-5 16,4-5-4-16,0-9 5 16,6-3 1-16,2-8 0 15,6-8 4-15,1-6-5 16,5-4-3-16,6-5 2 15,0-4-2-15,4 0 1 16,-1-1-6-16,4 7-92 16,-14 1-65-16,-2 0-3 15,-11 6-14-15,-17-4 0 16,-8 8 23-16</inkml:trace>
  <inkml:trace contextRef="#ctx0" brushRef="#br0" timeOffset="21686.12">1273 3583 640 0,'0'0'181'0,"0"0"-62"16,16-22-100-16,22 6-16 15,11-5 0-15,13-8-1 16,16-4-1-16,13-12-65 15,18-2-78-15,12-3-31 16,15-9-3-16,6 2-3 16,4-5-6-16</inkml:trace>
  <inkml:trace contextRef="#ctx0" brushRef="#br0" timeOffset="25548.87">5863 3041 417 0,'-19'-33'181'16,"3"4"-38"-16,6 12-36 15,-3-4-33-15,13 21-42 16,-10-16-38-16,10 16-1 16,-3 28 0-16,6 7 1 15,4 11-2-15,0 8 6 16,2 15 4-16,1 6 2 16,2 3-6-16,2-6 2 0,-2-6-3 15,-5-9 2-15,5-7-69 16,-5-10-52-16,0-17-29 15,-3-1-21-15,-4-22 5 16,-4 18-11-16</inkml:trace>
  <inkml:trace contextRef="#ctx0" brushRef="#br0" timeOffset="25964.16">5642 3569 363 0,'0'-19'138'15,"7"-8"-18"-15,12-6-23 16,11-2-19-16,3-5-26 0,5 6-36 16,2 1-12-16,-2 5-2 15,-5 2 1-15,-7 9 1 16,-3 10 2 0,-8 10 1-16,-15-3-2 0,14 37 1 15,-14-3-1-15,0 6 0 16,2 7-3-16,1 5-1 15,4-4-5-15,0-3 1 16,5-3-3-16,2-11 1 16,9-10-2-16,-4-9 1 15,7-9 0-15,-3-11 0 16,3-8 3-16,-4-10 1 0,1-9 4 16,-9-4 0-16,-6-6 4 15,-4-6-1 1,-11 1 5-16,-9 5-2 15,-6 5 1-15,-8 11-5 0,-3 17-70 16,-5 5-39-16,5 16-30 16,7 15-31-16,7-2-4 15,15 13-3-15,11-11 77 16</inkml:trace>
  <inkml:trace contextRef="#ctx0" brushRef="#br0" timeOffset="26255.37">7229 2991 432 0,'19'-17'173'16,"-19"17"-6"-16,16-11-79 15,-16 11-48-15,0 0-42 16,-4 33-3-16,4-2 1 15,0 14-3-15,0 4 2 16,4 12 2-16,-1 6 4 16,1 7-1-16,-1-3-1 15,4-5-1-15,2-9-5 16,1-3-75-16,-3-12-26 16,5-13-13-16,-1-7-17 15,-11-22-5-15,15 18-5 16</inkml:trace>
  <inkml:trace contextRef="#ctx0" brushRef="#br0" timeOffset="26452.51">7234 3616 542 0,'-22'-29'121'16,"22"10"-13"-16,0-7-34 16,13 1-40-16,7-2-35 15,6-6-1-15,3 2-1 16,6-4 3-16,5 2 1 15,-2 4-48-15,2 6-64 16,-2 6-35-16,-8 6-16 16,4 13-9-16,-13 0 3 15,7 14 100-15</inkml:trace>
  <inkml:trace contextRef="#ctx0" brushRef="#br0" timeOffset="26728.7">7692 3467 556 0,'-14'-29'126'0,"14"10"-11"15,0-7-37-15,4 3-79 16,-1 2 2-16,-3 4 4 16,0 0 3-16,0 17-2 15,0 0-1-15,0 0 0 16,0 0-3-16,-7 33 2 15,7 0-3-15,0 5-1 0,7 5-1 16,0 5 2-16,0-1-1 16,2-4-40-1,1 2-82-15,3-3-41 0,-7-13-4 16,10 4-11-16,-9-17 3 16</inkml:trace>
  <inkml:trace contextRef="#ctx0" brushRef="#br0" timeOffset="27181.03">8989 2837 284 0,'0'0'177'0,"0"0"-14"15,-3 31-57-15,9 0-23 0,1 9-17 16,9 16-35-16,-4 6-33 16,2 5-3-16,2 4 2 15,-2-1 3-15,-2-3-3 16,-5-8-60-16,5-5-54 15,-5-8-30-15,-4-14-18 16,4-3-14-16,-7-29-4 16</inkml:trace>
  <inkml:trace contextRef="#ctx0" brushRef="#br0" timeOffset="27384.17">8960 3388 313 0,'-16'-21'185'0,"2"-3"-35"15,5-8-45-15,9 6-20 16,0-8-32-16,16 6-53 16,7 2-12-16,3 0-1 15,13 0 5-15,3 4 1 16,7 11-81-16,3 4-39 16,-4 7-21-16,4 12-17 15,-6 4-3-15,-1 12 14 16</inkml:trace>
  <inkml:trace contextRef="#ctx0" brushRef="#br0" timeOffset="27712.4">9426 3363 501 0,'-15'-10'129'16,"15"10"-16"-16,-7-30-29 16,7 30-41-16,19-25-43 15,-19 25-3-15,29-26 2 16,-13 19 4-16,1 8 0 15,-1 8-3-15,-2 7-2 16,-5 4 2-16,-6 10-3 16,-6 4 0-16,-6 10-3 15,-5-3-1-15,-5 1 0 16,-7 3 2-16,3-9 3 16,-3-5 4-16,7-6 3 15,5-6 0-15,14-19-1 16,-12 19 0-16,12-19 0 0,30-11 1 15,1-3-1-15,12-3-3 16,11 0-47-16,12-9-84 16,9-9-33-16,8 4-8 15,2-9 1-15,5 6-5 16</inkml:trace>
  <inkml:trace contextRef="#ctx0" brushRef="#br0" timeOffset="28087.67">10662 2951 445 0,'-17'-10'146'0,"17"10"-25"16,0 0-24-16,-16 5-35 16,23 14-59-16,5 14-2 15,-1 5 0-15,8 12-3 0,0 4 4 16,2 12-2-16,1 0 3 15,-2 1-3 1,-1-5 1-16,0 2-83 16,-5-6-44-16,-2-10-24 15,2-3-21-15,-9-17 0 0,2-1-8 16</inkml:trace>
  <inkml:trace contextRef="#ctx0" brushRef="#br0" timeOffset="28308.83">10626 3497 439 0,'-12'-32'167'0,"5"1"-54"15,14 5-28-15,1-5-45 16,13 3-42-16,7-4 2 16,12 2 1-1,2 2 3-15,3 8-2 0,3-3 0 16,1 8-82-16,0 8-40 15,-4 8-20-15,-12 6-6 16,0 7-3-16,-11 3 6 16</inkml:trace>
  <inkml:trace contextRef="#ctx0" brushRef="#br0" timeOffset="28696.1">11103 3337 399 0,'-19'6'133'0,"19"-6"-16"0,0 0-18 16,-3-21-26-1,3 21-36-15,15-12-39 16,-15 12-1-16,23-7 3 16,-23 7 1-16,19 5 2 0,-19-5 3 15,17 22 0-15,-13-1 0 16,-8 2-2-16,-3 3 3 16,0-2-1-16,-5 2-1 15,2-4-4-15,-2 1-5 16,5-8-4-16,7-15 1 15,-7 21 0-15,7-21-2 16,19 7 0-16,-2-5 2 16,9 1 1-16,2 4 2 15,5 2 3-15,0 3 1 16,-3 2 3-16,-3 5 5 16,-6 2 0-16,-5 5-1 15,-16-2 1-15,-4 2 1 0,-15 0 0 16,-7 2-2-16,-7 1-22 15,-8-10-76-15,2 0-52 16,3-5-23-16,3-16-1 16,7 0-6-16,10-15 34 15</inkml:trace>
  <inkml:trace contextRef="#ctx0" brushRef="#br0" timeOffset="29156.43">12266 2984 338 0,'0'-19'169'0,"0"19"-7"15,0 0-53 1,18 14-28-16,-6 22-32 16,-2 9-43-16,6 12 2 0,-1 16-4 15,-1 7 2-15,2 6-6 16,-6-3 1-16,3-3-2 16,-7-12-41-16,1-3-71 15,-1-11-41-15,-3-18-13 16,1-6-10-16,-8-15 4 15,4-15 68-15</inkml:trace>
  <inkml:trace contextRef="#ctx0" brushRef="#br0" timeOffset="29628.77">12261 3600 292 0,'2'-22'167'0,"8"-6"-36"16,6-5-26-16,10 6-13 15,0-6-29-15,3 5-32 16,4 6-26-16,-1-3-3 16,-3 3 0-16,1 6 2 15,-8 6 1-15,1 6-2 16,-4 3-1-16,2 8 1 16,-6 6-1-16,4 10 0 0,-1 1-2 15,-3 6 0-15,5 1 0 16,2-2 0-1,1-1 0-15,-4-4 0 16,2-7-3-16,1-6 0 0,-3-6 0 16,4-7 0-16,-1-8 0 15,-3-6 1-15,4-3 1 16,-2-1 1-16,-6-8 4 16,5-2-1-16,-5 3 1 15,-4 4 1-15,-1 6-1 16,-10 17-2-16,9-19-1 15,-9 19 1-15,10 28-1 16,-3 4 0-16,-2 12-1 16,2 4-1-16,4 8-1 15,1 6 4-15,-2 7-37 16,-1-5-72-16,8-12-56 16,-1-2 3-16,3-15-9 0,7-6 4 15,-3-15 46-15</inkml:trace>
  <inkml:trace contextRef="#ctx0" brushRef="#br0" timeOffset="30261.22">13959 2986 438 0,'-5'-16'173'16,"5"16"-46"-16,0 0-23 0,0 0-22 16,0 0-43-16,-4 38-40 15,9-3-3-15,2 10 2 16,0 12-4-16,0 6 2 16,-2 4 0-16,2 1 2 15,0-1-2-15,-3-8 3 16,1-7-1-16,2-9 3 15,-4-12-1-15,8-5 2 16,-3-8-2-16,-8-18-1 0,30 15 2 16,-8-11 1-16,1-4-1 15,7-2-1 1,-1 0-21-16,-3-5-74 16,5 2-39-16,-1 0-29 0,-13-4 0 15,-17 9-9-15,16-10 3 16</inkml:trace>
  <inkml:trace contextRef="#ctx0" brushRef="#br0" timeOffset="30517.4">13801 3389 526 0,'34'-26'135'0,"19"6"-19"15,-1-10-18-15,15 13-34 16,-4 5-120-16,1-2-49 16,2 7-33-16,-5 9-26 15,-9-2 0-15,-7 13-5 16,-9 5 27-16</inkml:trace>
  <inkml:trace contextRef="#ctx0" brushRef="#br0" timeOffset="30883.66">14511 3438 398 0,'0'0'171'15,"0"0"-23"-15,0 0-49 16,0 0-16-16,-23-7-46 15,23 7-40-15,-7 28-1 16,4-11-1-16,3-2 0 16,3 3 6-16,1-1 5 15,-4-17-1-15,15 23-1 16,3-13 0-16,-3-5 0 16,8 2-2-16,3-2 0 15,3 2 0-15,3 0-2 16,1 3-1-16,0 3 0 15,-2-3-1-15,-5 4-1 0,0 0 1 16,-9 3-2-16,-5 0-2 16,-5-1 1-16,-7-1 3 15,-3 1-2-15,-13 0-37 16,-5 3-77-16,-10-2-36 16,-9-5-5-16,-1 0-7 15,-8-8 2-15,4 1 48 16</inkml:trace>
  <inkml:trace contextRef="#ctx0" brushRef="#br0" timeOffset="31074.8">14563 3446 156 0,'38'-8'59'0,"-2"-11"-35"0,3-2-82 16,9 9-13-16,-3-14-25 16,4 14 83-16</inkml:trace>
  <inkml:trace contextRef="#ctx0" brushRef="#br0" timeOffset="31767.28">15490 2979 454 0,'15'-16'155'16,"3"6"-35"-16,-18 10-13 0,31 4-26 15,-31-4-46-15,29 10-36 16,-13 11-1 0,-2 6-1-16,5 15-2 15,-5 10 4-15,-2 10-4 0,0 9 5 16,2 12-3-16,-3-1 1 16,-3-1-3-16,3-3 4 15,1-2-1-15,2-7 7 16,-6-13-6-16,10-15 5 15,-3-6-4-15,1-13 3 16,5-4-3-16,-2-13 3 16,7-12-3-16,0-2-6 15,0-6 5-15,0-3-7 16,2-6 5-16,-2-2-35 16,3 0-48-16,-10 0-44 15,-1-2-13-15,-3 4-11 16,-8-3 12-16,-7 1-9 0</inkml:trace>
  <inkml:trace contextRef="#ctx0" brushRef="#br0" timeOffset="31997.45">15648 3471 400 0,'0'0'152'16,"10"-25"-15"-16,13 8-33 15,13 3-17-15,2-10-33 16,14 5-57-16,0-2 3 16,4 2-1-16,-2-2 1 15,-2 6 1-15,-4 8-59 0,-8-2-64 16,-1 6-32-16,-6 8-11 16,-7 4-2-16,-4 6-3 15</inkml:trace>
  <inkml:trace contextRef="#ctx0" brushRef="#br0" timeOffset="32331.69">16333 3379 456 0,'0'0'171'0,"0"0"-27"16,0 0-43-16,-17-2-32 15,8 18-65-15,-1 8-3 16,-1 5-2-16,3 9 0 0,-6 4-2 15,5 3 3-15,-1 3-4 16,3-1 0-16,7-9-4 16,3-5 2-16,4-5-1 15,4-9 1-15,-11-19-2 16,31 22 1-16,-14-18 2 16,-1-4 2-16,0 0 0 15,-16 0 4-15,19-2 6 16,-19 2 0-16,0 0 0 15,0 0 0-15,-9 19-3 16,-7-12-75-16,-1 7-57 16,5 2-25-16,12-16-18 15,-18 8-6-15,18-8-1 0</inkml:trace>
  <inkml:trace contextRef="#ctx0" brushRef="#br0" timeOffset="32836.04">17040 3021 338 0,'15'-39'180'0,"5"8"-45"16,-1 9-30-16,-9-4-17 15,6 10-17-15,-16 16-62 16,0 0-5-16,17 26 0 15,-17 4-8-15,3 4 4 16,-3 15 0-16,2 18-4 16,5 11-6-16,-3 4 6 0,3-1 3 15,1-2-2-15,-1-4 4 16,4-6-4 0,4-8 3-16,-4-18 0 15,4-10 2-15,1-11-3 0,1-6 0 16,-1-11-2-16,6-5 0 15,1-5 0-15,3-7-3 16,0-4-39-16,0-4-79 16,0-10-38-16,0 4-7 15,-10-10-3-15,1 6-5 16</inkml:trace>
  <inkml:trace contextRef="#ctx0" brushRef="#br0" timeOffset="33046.18">17010 3358 451 0,'0'0'170'16,"23"-17"-19"-16,3-6-97 16,12 6-18-16,7 0-63 15,7-4-73-15,11 4-30 16,8 8-23-16,-3-3-10 15,-1 10-1-15,-1 6 40 16</inkml:trace>
  <inkml:trace contextRef="#ctx0" brushRef="#br0" timeOffset="33394.44">17627 3446 474 0,'0'0'136'0,"0"0"-21"15,0 0-23-15,0 0-29 16,-4-15-66-16,4 15-3 16,19-19 4-16,-19 19 2 15,26-23 3-15,-10 9-3 16,5 1 0-16,-2-1-1 16,3-4 2-16,1 6-1 15,-1 5 1-15,1 0 0 16,-4 9-1-16,-5 5 4 15,-2 10 0-15,-1 9 1 16,-8 4-2-16,-3 10 3 16,-3 1-2-16,-1 8 1 0,-6 1-4 15,1 3 2 1,-5-1-4-16,-2-5 7 0,6 3-65 16,-6-10-56-1,6-5-43-15,5-4-1 0,-6-15-18 16,8 1 2-16</inkml:trace>
  <inkml:trace contextRef="#ctx0" brushRef="#br0" timeOffset="33580.57">17564 3782 508 0,'0'0'174'16,"7"-26"-62"-16,19 14-49 15,0-5-27 1,12-7-76-16,11 5-81 16,-1-4-42-16,5-8-3 0,6 5-6 15,-4-10 4-15</inkml:trace>
  <inkml:trace contextRef="#ctx0" brushRef="#br0" timeOffset="34119.96">18666 2884 439 0,'14'-28'181'0,"-14"28"-42"16,0 0-55-16,0 0-24 0,16 23-55 16,-16 11-3-16,7 6-7 15,-4 12 8-15,2 10-6 16,6 14 2-16,-4 4-4 16,5 0 1-16,-2-6 4 15,3-5-4-15,0-5 2 16,3-8-4-16,3-11 2 15,-2-16-2-15,6-8 2 16,3-7 0-16,0-7 1 16,5-7 0-16,2-7 0 15,0-2-2-15,-1-6-73 16,1-1-45-16,0 2-39 16,-7-12 3-16,-7 2-8 0,-12-9 6 15</inkml:trace>
  <inkml:trace contextRef="#ctx0" brushRef="#br0" timeOffset="34346.11">18684 3272 323 0,'15'-7'170'16,"4"-5"-13"-16,7-9-69 15,11 5-13-15,5-5-20 16,3 6-89-16,3 4-71 0,1 6-41 16,-4-2-19-16,0 13-2 15,-8 6-1-15,1 15 86 16</inkml:trace>
  <inkml:trace contextRef="#ctx0" brushRef="#br0" timeOffset="34864.49">19394 3595 385 0,'15'-19'172'0,"-4"-14"-5"0,-3-5-67 15,6 4-46-15,-5-3-52 16,-9 1 0-16,3 0 4 15,-6 4 2-15,-9 6 0 16,-2 9-2-16,-9 8-1 16,1 9-1-16,-4 4-2 15,-2 3-3-15,-2 8-1 16,1 3-3-16,6 3 0 16,1-1 3-16,8 3-1 15,2 1 0-15,8 0 0 16,4 2 2-16,11 0-3 15,1 4 1-15,7-3-1 0,0 3 2 16,4-3 2-16,-3 3 2 16,3-2 0-16,-7-2-1 15,-6-4-3 1,-1 1 1-16,-9-3-2 16,-6-1 0-16,6-19-2 0,-22 23 1 15,5-18 0-15,-6-3 6 16,4-7 0-16,3-8-3 15,-1-6 0-15,5-7 0 16,5-3 1-16,7-4-1 16,7-3 0-16,5-7-12 15,14 6-94-15,3-1-53 16,10-3 2-16,8 8-7 0,-2-5 0 16,8 6 69-1</inkml:trace>
  <inkml:trace contextRef="#ctx0" brushRef="#br0" timeOffset="35396.87">19939 2884 478 0,'8'-40'174'0,"-4"5"-50"16,-1 2-44-16,1 16-17 15,-4 17-62-15,3-21-2 16,-3 21 0-16,0 0 4 16,0 0 0-16,0 0 2 15,-14 35-1-15,14-4-6 16,-3 6 5-16,3 11-5 0,0 13 5 16,0 6-8-1,0 4 3-15,7 0-5 16,-7-2 5-16,3-6 0 15,1-3 0-15,1-8-1 0,2-7-1 16,-4-9 0-16,4-4-1 16,2-8-1-16,1-9-1 15,-10-15 0-15,23 23 0 16,-23-23 1-16,29 3-10 16,-29-3-81-16,30-15-44 15,-14 6-23-15,-6-8 2 16,-5 1-5-16,-5-6 49 15</inkml:trace>
  <inkml:trace contextRef="#ctx0" brushRef="#br0" timeOffset="35609.01">19828 3289 348 0,'-16'-24'166'0,"16"24"0"16,12-30-77-1,11 22-24-15,3-8-41 0,10 0-27 16,-1 3 3-16,8 0 0 16,-1 1-2-16,0-2-72 15,3 9-47-15,-2 5-30 16,-8 0-11-16,1 11-3 16,-8-3-3-16</inkml:trace>
  <inkml:trace contextRef="#ctx0" brushRef="#br0" timeOffset="36128.39">20522 3372 548 0,'3'-28'133'16,"3"2"-22"-16,-6-5-42 15,0 7-63-15,-9-4 4 16,2 9-2-16,7 19-3 16,-26-12-1-16,3 17-1 15,8 4-2-15,-6 6-2 0,5 5-2 16,1 5-1-16,4-2 1 16,3-1 2-16,4-2-1 15,4-20-2 1,5 24 0-16,-5-24-1 0,18 3 0 15,-18-3 0-15,26-5 0 16,-11-2 1-16,-15 7 2 16,26-19 2-16,-26 19 0 15,23-12 0-15,-23 12 2 16,0 0 1-16,16-5 2 16,-16 5-1-16,13 21 1 15,-6-4-1-15,6 7 0 16,-7 4-1-16,7 8-1 0,-6-1-5 15,-4 1-1 1,-6-1 0-16,-8 1 2 16,-8-1-1-16,-10-2 2 15,-6-6-2-15,-10-4-54 0,0 1-45 16,-4-5-41-16,-3-10-17 16,12-4-5-16,2-12 2 15,15-2 92-15</inkml:trace>
  <inkml:trace contextRef="#ctx0" brushRef="#br0" timeOffset="36795.86">20966 2751 193 0,'0'0'125'0,"0"0"-10"15,0 0 0-15,0 0-18 0,0 0-17 16,0 0-11-16,0 0-13 16,0 0-12-16,0 0-17 15,0 0-15-15,0 0-13 16,0 0 0-16,0 0-2 15,0 0-1-15,0 0 0 16,0 0 0-16,0 0 1 16,0 0 1-16,0 0-1 15,0 0 1-15,0 0 2 16,0 0 0-16,0 0 0 16,0 0-1-16,0 0 0 15,16 17 0-15,-16-17 1 16,0 29-1-16,-4-1-1 0,4 7-6 15,0 8 5-15,0 9-4 16,4 10 5-16,-1 6-6 16,1 3 6-16,1-2-5 15,2 0 5-15,0-7 2 16,0-6-2-16,-2-9 4 16,2-8-2-16,0-8 2 15,-4-8-3-15,-3-23-76 16,4 24-52-16,-4-24-33 15,0 0 0-15,0 0-10 16,0 0 13-16</inkml:trace>
  <inkml:trace contextRef="#ctx0" brushRef="#br0" timeOffset="37045.03">20852 3223 300 0,'10'-33'169'0,"2"18"-12"15,9 1-54-15,-5-5-19 16,13 7-23-16,2-4-60 16,-1-1-2-16,6 3 1 15,-4 2-1-15,1 3-68 0,-7 2-57 16,-4 5-31-16,-3 11-9 15,-19-9-2-15,14 31-4 16</inkml:trace>
  <inkml:trace contextRef="#ctx0" brushRef="#br0" timeOffset="37340.25">21235 3336 369 0,'-3'17'139'16,"-4"5"-29"-16,3 13-8 15,-3 0-31-15,7 11-24 0,-5-4-26 16,2 5-21-16,-1-6-2 15,1-1-1-15,3-4-41 16,0-11-53-16,3-6-28 16,1-4-32-16,-4-15-4 15,19-1-6-15,-19 1 65 16</inkml:trace>
  <inkml:trace contextRef="#ctx0" brushRef="#br0" timeOffset="37635.45">21438 3426 209 0,'0'0'110'0,"-15"1"-24"15,4 17-19-15,6 8-19 16,-2-4-19-16,4 8 20 16,-1-8-6-16,8 6 2 15,-1-9-1-15,9 0-3 16,-12-19-6-16,23 12-5 15,-23-12-7-15,29-7-23 16,-29 7 0-16,30-22-1 16,-14 6-1-16,-6-5 2 15,0-1 1-15,-1-1 0 16,-5 2-20-16,-11-3-64 16,1 5-37-16,6 19-36 15,-36-33 0-15,10 26-12 0,-9-8 13 16</inkml:trace>
  <inkml:trace contextRef="#ctx0" brushRef="#br0" timeOffset="38096.78">21964 2837 348 0,'4'-29'175'0,"-4"1"2"15,0 2-73-15,0 26-31 16,3-21-37-16,-3 21-32 16,0 0-5-16,9 31 3 15,-6 1 2-15,1 9-6 16,6 13 4-16,-1 5-6 16,1 5 3-16,3 3-10 0,0 6 10 15,0-4-8 1,1-7 5-16,-2-3 3 15,-2-7-1-15,-1-7 1 16,-2-3 0-16,0-13-43 16,0 1-64-16,-6-8-47 0,-1-22-5 15,-1 21-8-15,1-21-2 16,0 0 89-16</inkml:trace>
  <inkml:trace contextRef="#ctx0" brushRef="#br0" timeOffset="38363.97">21812 3280 371 0,'0'-19'143'0,"0"19"-15"15,33-31-21-15,-2 19-21 16,-2-9-34-16,11 0-55 16,-2 1 3-16,4 2-1 15,2 3-20-15,-6 3-101 16,-5 1-45-16,1 8-6 16,-8-1-2-16,-3 11-2 0</inkml:trace>
  <inkml:trace contextRef="#ctx0" brushRef="#br0" timeOffset="38605.14">22324 3185 307 0,'-12'16'173'0,"12"-1"-36"16,3 9-33-16,-3 2-11 15,5 11-31-15,-1 3-64 16,3-1 0-16,0 3 0 16,-2-4 2-16,2-2-54 15,-4-6-71-15,1-8-35 16,6-3-9-16,-10-19 1 16,16 19-5-16</inkml:trace>
  <inkml:trace contextRef="#ctx0" brushRef="#br0" timeOffset="38968.4">22577 3341 321 0,'4'-26'169'16,"-4"26"-4"-16,12-17-64 15,-12 17-35-15,17-16-30 16,-17 16-30-16,26 2-4 15,-26-2-1-15,23 5 1 16,-23-5-3-16,12 28 1 0,-9-9-7 16,-10 1 1-16,-1 8-3 15,-6 0 3-15,-5 6 1 16,-7-1 1-16,3-3 0 16,1-1 1-16,-1-6 7 15,9-3 1-15,14-20-2 16,-12 18 0-16,12-18-1 15,23-2 2-15,-1-7-2 16,11-6 0-16,12-1-66 16,7-8-58-16,6-4-26 15,8-1-17-15,1-9-7 16,8 7-5-16</inkml:trace>
  <inkml:trace contextRef="#ctx0" brushRef="#br0" timeOffset="40356.39">22574 3320 306 0,'0'0'152'0,"0"0"-40"16,0 0-15-16,-7 24-15 15,10-1-16-15,-3 3-32 0,7 8-31 16,-3 10-3-16,4 2 1 16,-1 3-4-16,0-1 3 15,0-6-3-15,-2-4 3 16,2-7-3-16,-3-8 1 16,-4-23-1-16,7 22 0 15,-7-22 0-15,0 0 0 16,0 0 1-16,8-21-1 15,-8 1 3-15,4-8-2 16,-4-10 3-16,-4-9 0 16,1-8 3-16,-2-6-2 15,-2 0 1-15,3-3-1 16,-3 4 1-16,-1 6 0 0,1 9 1 16,3 11-3-16,-3 8 1 15,6 8-2-15,1 18 2 16,0 0 1-16,0 0-2 15,-7 25-1-15,10 6 0 16,6 8 1-16,-6 13-1 16,8 4 2-16,-3 6-2 15,-1 0 1-15,0-6-1 16,0-3 2-16,-5-11-1 16,1-9 0-16,-3-12-2 15,4-6 0-15,-4-15-3 16,0 0 0-16,0 0 0 15,0 0-1-15,-4-34 2 0,1 1 0 16,-2-12 2-16,-2-9-1 16,0-6 5-16,-2-5-2 15,2 5 2 1,4 3-3-16,-1 5 3 0,1 12-2 16,-1 11 0-16,4 11 1 15,0 18 0-15,0 0-1 16,0 0 0-16,0 40 0 15,7-2-1-15,0 4 2 16,5 11-1-16,-1 3 1 16,4 6-3-16,3-7-34 15,-3-3-95-15,4-3-34 0,-3-16-4 16,1-4-15-16,-17-29 6 16</inkml:trace>
  <inkml:trace contextRef="#ctx0" brushRef="#br0" timeOffset="40715.64">23466 2515 471 0,'12'-26'185'16,"-12"26"-12"-16,-3-17-111 15,6 32-33-15,-3 10-31 0,-3 13 1 16,6 19-2-16,0 9-5 16,1 10 6-16,5 3-10 15,1 6 6-15,0-3-3 16,3-5 5-16,-3-9-5 15,2-7 8-15,-5-11 0 16,0-7-2-16,-3-14-32 16,1 4-77-16,-2-5-52 15,-3-28-2-15,-8 26-5 16,-10-24-1-16</inkml:trace>
  <inkml:trace contextRef="#ctx0" brushRef="#br0" timeOffset="40932.8">23190 3131 447 0,'12'-29'177'0,"11"-1"-68"16,17 6-40-16,1-7-31 15,4 2-40-15,11 6-21 16,-8 1-67-16,8 4-41 15,-4 8-18-15,-3 5-14 16,-4 7-2-16,-7 1 49 16</inkml:trace>
  <inkml:trace contextRef="#ctx0" brushRef="#br0" timeOffset="41116.93">23851 3066 248 0,'-3'31'139'0,"-4"3"-15"15,3 6-27-15,4 5-20 16,-1 0-18-16,2 2-14 16,-1-2-33-16,0-4-40 15,7 1-76-15,-7-6-47 16,0-15-9-16,4-2-2 16,-4-19-3-16,0 0 135 15</inkml:trace>
  <inkml:trace contextRef="#ctx0" brushRef="#br0" timeOffset="41715.35">23985 3157 384 0,'0'0'169'15,"0"0"-44"-15,0 0-38 16,0 0-15-16,0 0-42 15,-4 16-40-15,4-16 1 16,0 19 5-16,0-19 1 16,-3 24 1-16,3-8 0 0,0-1 0 15,0-15 1-15,3 26 1 16,-3-26 0-16,6 26 1 16,-6-26 4-16,0 0-2 15,0 0 0 1,0 0 0-16,17 4-1 0,-17-4-1 15,19-23 2-15,-7 8-1 16,-12 15-3-16,30-30 1 16,-16 11 2-16,8 2-1 15,-3 1 2-15,0 8 0 16,-1-3-1-16,-3 4 0 16,1 6-3-16,-16 1-1 15,26 10-2-15,-26-10 1 0,19 26-2 16,-15-7 2-16,-4 9-3 15,0 3 1-15,-4 2 1 16,-5 0 2 0,-1-1-1-16,1 1 1 0,-5-3 0 15,4-6 0-15,1-8 2 16,9-16 2-16,-7 20 3 16,7-20-2-16,0 0 1 15,0 0-1-15,23-13 1 16,0-1 1-16,3-5-1 15,10-4-1-15,6-5-2 16,10-1 0-16,3 0-61 16,6-6-76-16,-5-1-26 0,8 4-7 15,-9-4-11 1,-3 10 28-16</inkml:trace>
  <inkml:trace contextRef="#ctx0" brushRef="#br0" timeOffset="42092.62">24921 2610 380 0,'-13'-29'185'0,"3"5"-27"16,1 5-64-16,9 19-19 0,0 0-45 15,0 0-34-15,12 15-2 16,-5 16 4-16,0 14-1 16,5 9-2-16,-1 8 7 15,1 8-9-15,2 4 8 16,-2-3-8-16,-2-2 8 15,-1-3-5-15,-5-9 4 16,3-7 1-16,-4 4-91 16,-3-12-46-16,-3-10-32 15,3 0 2-15,-11-17-14 16,11-15 32-16</inkml:trace>
  <inkml:trace contextRef="#ctx0" brushRef="#br0" timeOffset="42301.77">24778 3071 415 0,'30'-24'160'0,"4"-1"-54"16,6-4-16-16,5 5-23 15,1 1-68-15,-6 1-83 16,5 4-57-16,-4 11-21 15,-8-3-5-15,2 10 1 16,-12-2 50-16</inkml:trace>
  <inkml:trace contextRef="#ctx0" brushRef="#br0" timeOffset="42616">25264 2995 437 0,'0'-16'153'16,"0"16"-39"-16,0 0-17 15,0 0-40-15,0 0-55 16,0 0 1-16,0 0 1 16,0 0 2-16,0 0 0 0,0 0 1 15,7 29-2-15,-3-4 0 16,3 4-4-16,-2 4 2 15,9 10-3-15,-6-1-1 16,6 5-1-16,-2-8 2 16,-1-2 0-16,-1-10 0 15,-1 5-98-15,-2-12-43 16,-7-20-27-16,7 16-1 16,-7-16 0-16,0 0 18 15</inkml:trace>
  <inkml:trace contextRef="#ctx0" brushRef="#br0" timeOffset="43015.28">25413 3003 264 0,'20'-22'165'16,"-3"4"-19"0,2-1-39-16,4 7-14 0,-4-2-26 15,-2 9-54-15,-17 5-15 16,23 4-1-16,-23-4 0 15,0 0-1-15,-4 29-1 16,-6-13-2-16,1-1-5 16,-1 1 4-16,3 1 5 15,-2 0 2-15,6-1 1 16,-1 0 1-16,8-1 1 16,-1 1 2-16,6 3 1 0,1 0 0 15,6-4-1 1,3 1 1-16,-2 3-1 15,2-2-3-15,-3 1-2 16,1-4 0-16,-17-14-2 0,16 24 1 16,-16-9-2-16,0-15 1 15,-16 28 1-15,-5-14 2 16,-1 7-10-16,-13-2-83 16,2 0-51-16,-5 3-18 15,-5-11-12-15,11 4-5 16,-1-22 120-16</inkml:trace>
  <inkml:trace contextRef="#ctx0" brushRef="#br0" timeOffset="43429.57">26123 2377 483 0,'-8'-33'197'0,"13"12"-34"15,-5 21-82-15,0 0-22 16,23-9-59-16,-10 32-16 0,0 11-14 16,4 15 17-16,-1 15-8 15,3 10 12-15,-2 9-16 16,6 2 22-16,-4 2-4 16,-4-8 5-16,-1-13-6 15,-2-5 8-15,-1-14-18 16,-3-6-73-16,-4-6-35 15,-1-9-25-15,1-2-14 16,-8-8-2-16,8 1 37 16</inkml:trace>
  <inkml:trace contextRef="#ctx0" brushRef="#br0" timeOffset="43846.87">26026 2744 466 0,'0'0'188'0,"30"-23"-39"16,-11 9-80-16,10 4-25 15,1-6-49-15,5 1 3 16,1 3-38-16,0-2-59 16,3 5-50-16,2 6-16 15,-8 3-6-15,0 5 1 16,-5 3 56-16</inkml:trace>
  <inkml:trace contextRef="#ctx0" brushRef="#br0" timeOffset="44088.04">26561 2794 275 0,'0'0'163'0,"0"0"2"16,0 0-56-16,7 21-30 15,0 3-30-15,-4 2-46 16,1 5-9-16,-1 7 7 15,-1 2-7-15,1 0 8 0,1-4-9 16,-1 2-47 0,-3-9-74-16,-3-8-32 15,3 0-4-15,0-21-5 16,0 23 18-16</inkml:trace>
  <inkml:trace contextRef="#ctx0" brushRef="#br0" timeOffset="44471.31">26776 2863 440 0,'0'0'145'0,"0"0"-44"16,0 0-19-16,9 26-24 16,-13-9-49-16,4 4-29 15,4-4 10-15,3 6 10 16,0-6 3-16,5-1 0 15,-12-16 1-15,22 10 3 0,-22-10-1 16,30-8 1-16,-16-1 0 16,5-3 0-16,-3-4-2 15,3-3-1-15,-6 2-3 16,3 1-2-16,-2 1-2 16,-14 15-3-16,16-23 0 15,-16 23-1-15,0 0 0 16,0 0 1-16,3 26 1 15,-3-2 3-15,-3 6 1 16,3 3 5-16,0 1-3 16,0 1-12-16,3 3-95 15,-3 4-45-15,-7-11-10 16,7 2-2-16,-9-11-11 0</inkml:trace>
  <inkml:trace contextRef="#ctx0" brushRef="#br0" timeOffset="45019.7">27887 2387 314 0,'0'-26'190'15,"4"0"-18"-15,-4 5-59 16,0 21-4-16,13-24-31 15,-13 24-33-15,19-17-43 16,-19 17-9-16,0 0 2 16,0 0 1-16,16 7-5 15,-16 12-12-15,4 12 12 0,-1 10-13 16,1 17 9-16,-1 2-9 16,6 16 13-1,-2 0-17-15,3 6 23 0,-1-4-7 16,1-6 7-16,-3-9-8 15,2-4 10-15,-2-7-10 16,0-6 9-16,-4-9 2 16,-1-6-1-16,1-9 2 15,-3 1-1-15,0-8 2 16,0-15 2-16,0 0-18 16,0 0-84-16,0 0-41 15,11-36-21-15,-8 14-3 16,-10-13-4-16,4 4 68 0</inkml:trace>
  <inkml:trace contextRef="#ctx0" brushRef="#br0" timeOffset="45268.88">27703 2828 493 0,'12'-15'175'16,"2"-1"-39"-16,5-8-51 16,14 5-30-16,5-7-53 15,4 2 2-15,5 1-1 0,1 1-2 16,3 3-12 0,-4-2-89-16,1 11-54 15,-3 8-14-15,-13 5-7 16,-3 6 0-16,-10 1 5 0</inkml:trace>
  <inkml:trace contextRef="#ctx0" brushRef="#br0" timeOffset="45684.17">28297 2759 535 0,'0'0'149'0,"0"0"-27"15,12-21-31-15,-12 21-54 16,0 0-44-16,0 0-2 16,0 0 0-16,-4 25 0 15,-1-3-2-15,2 6-9 0,6 5 12 16,-3 1-5-16,2 4 9 16,5-1-8-16,-4 3 8 15,4-8-7-15,2-4 10 16,-6-9 1-16,4-1-1 15,-7-18 1-15,4 20-1 16,-4-20 5-16,0 0 0 16,0 0-1-16,0 0 0 15,0 0 0-15,19-24 0 16,-19 24 0-16,3-24-1 16,-3 24-5-16,4-23-1 15,-4 23 1-15,0-15 0 16,0 15 0-16,0 0-79 0,0 0-44 15,0 0-34-15,0 0 0 16,-14-23-3-16,14 23 32 16</inkml:trace>
  <inkml:trace contextRef="#ctx0" brushRef="#br0" timeOffset="46131.49">28429 2816 351 0,'10'-15'183'0,"-10"15"-24"0,0 0-51 15,0 0-14-15,0 0-51 16,0 0-51-16,0 0-2 15,-7 21-11-15,7-21 8 16,11 20-6-16,-8-4 17 16,6-1-8-16,-9-15 12 15,19 25-12-15,-19-25 12 16,24 22-1-16,-24-22 0 16,19 17-1-16,-19-17 0 15,26 16-1-15,-26-16-1 0,23 23 1 16,-23-23-1-16,22 17 0 15,-22-17-1 1,16 24 1-16,-16-24 0 16,7 23 2-16,-7-23 1 0,-4 26 2 15,-3-11 3-15,7-15 0 16,-26 33-93-16,4-16-51 16,-4-5-22-16,0-1 3 15,-5-9-8-15,5-1 21 16</inkml:trace>
  <inkml:trace contextRef="#ctx0" brushRef="#br0" timeOffset="46328.63">28698 2681 465 0,'55'-17'173'16,"-3"3"-33"-16,-7 2-55 15,4 10-77-15,-13 6-123 16,-9 8-35-16,-12 2-18 16,-8 6 1-16,-21 8-7 15</inkml:trace>
  <inkml:trace contextRef="#ctx0" brushRef="#br0" timeOffset="47457.44">27984 4044 444 0,'0'0'117'16,"0"0"-8"-16,0 0-16 16,0 0-34-16,0 0-38 0,0 0-18 15,0 0-3-15,0 0 2 16,0 0-1-16,0-16 0 16,0 16-2-16,0 0 2 15,0 0-1-15,0 0-2 16,0 0 2-16,0 0-2 15,0 0 2-15,0 0-1 16,0 0 0-16,0 0 0 16,0 0 1-16,0 0 0 15,0 0 1-15,0 0-1 16,0 0 1-16,0 0 0 16,0 0 0-16,0 0 1 0,0 0 0 15,0 0 0-15,0 0-2 16,0 0 0-1,0 0 0-15,0 0-1 0,0 0 0 16,0-19-1-16,0 19 0 16,0 0 0-16,0-23 2 15,0 23-1-15,0-17 1 16,0 17-1-16,-1-24 1 16,-3 8 0-16,4 16 0 15,-3-24-3-15,3 24 3 16,-4-24-4-16,4 24 5 15,0 0-5-15,-3-21 6 16,3 21-5-16,0 0 4 0,0 0-2 16,0 0 2-16,0 0 0 15,0 0-1 1,0 0 0-16,0 0-1 16,0 0 2-16,0 0-4 0,-4 19 5 15,8 5-5-15,-4 9 6 16,7 11-7-16,0 13 7 15,-2 12-7-15,5 12 5 16,-3 9-5-16,2 0 3 16,-2 5-3-16,0-3 3 15,-2-4 4-15,2-6-5 16,-4-15 7-16,4-8-7 16,-3-10 7-16,1-10-6 0,2-11 6 15,-4-7-5 1,-3-21 3-16,12 21 6 15,-12-21 2-15,0 0 1 16,21-5-42-16,-21 5-83 0,19-21-40 16,-3 10-2-16,-6-4-9 15,6 3-6-15</inkml:trace>
  <inkml:trace contextRef="#ctx0" brushRef="#br0" timeOffset="50833.84">909 8608 116 0,'7'-19'45'0,"-7"19"-1"16,0 0-5-16,14-17-2 16,-14 17-4-16,27-9 3 15,-1 6 0-15,4-1 0 16,10 1 15-16,8 1 17 0,10-1 3 15,8 3 0-15,5-4-5 16,12 4-8-16,2-3-8 16,16-1-8-16,0-1-18 15,8-2-17-15,7-2-4 16,7 1-2-16,1-4 1 16,6 0-2-16,0-2 2 15,5-2-1-15,8 1 0 16,-3-3-2-16,10 4 1 15,1-1-2-15,5-1 4 16,5-1-3-16,6 1 2 16,1 1-2-16,8-3 1 15,8 1-3-15,1-2 3 0,10 2-2 16,4-1 0-16,6 5-2 16,4-1 1-16,4 2-1 15,4 3 2 1,0 0-1-16,0 1 1 0,7-3 0 15,-7 4 0-15,3-3 1 16,1 3 0-16,-2-3-1 16,3-1 1-16,2-1 0 15,3 4 1-15,0-3-1 16,6 2 0-16,1 1 1 16,6-1 0-16,3 1 0 15,0-1 0-15,7 0-2 16,3 1 2-16,3-1 0 0,-3-1 0 15,0 1 1-15,3 0-1 16,0-3 0 0,0 0 1-16,-3 0 1 15,-6-4 0-15,3 4-1 0,1 0 2 16,-4-2-1-16,-1 2 0 16,-3 2 9-16,2-2-8 15,-2 3 7-15,0 0-8 16,-7 1 7-16,4-1-9 15,-6 2 9-15,-1 0-10 16,-3 4 1-16,-6-4-1 16,0 3 0-16,-3-1-2 15,-4 0 2-15,-4 0-1 16,1-2-1-16,1 0 0 16,-5-5 0-16,3 1-2 15,4-1 1-15,4 2 1 16,-6-2-1-16,2-2 1 0,0 0-4 15,0 2 7-15,-3 2-5 16,1-1 5-16,-2-1-5 16,1 0 6-16,-2 2-5 15,8 1 5-15,-3 0-2 16,4-1 0-16,2 1-1 16,7-1 0-16,-3 1 0 15,4 0-1-15,-2 1 1 16,2-1-1-16,-4 1 0 15,6 1 0-15,1-2 1 16,-1 2-2-16,1-2 1 16,-1 1 1-16,3-1 0 15,-5-1 0-15,1-2 1 0,-4-1 0 16,-1 0 1-16,-7-1 2 16,4 0-1-16,-7 0 1 15,0 0-1-15,4 2 1 16,-4-2 0-16,3 4 0 15,-5 1-1-15,-1 1 1 16,3-1-1-16,-4 4 1 16,-1-1-2-16,-5 5 2 15,-2-1-1-15,-7 2 1 16,-1 0 0-16,-9 2 0 16,3-1 0-16,-12 3-1 15,-4 1 1-15,-3 0 1 16,-4 2 0-16,-3-2-1 0,-2 2 0 15,-5 2 0-15,-5 0-1 16,0-2 1-16,-7 0-1 16,-1-2 0-16,-2 2 0 15,-4 0 0-15,-6-4 0 16,-3 0 0-16,-5 3 0 16,2-3 0-16,-12 1 0 15,-3 1-2-15,-7 0 1 16,-8 0 0-16,-10 2 1 15,-9 2-1-15,-14-2 4 16,-12 1-34-16,-19-2-102 16,-33-6-26-16,7-18-19 0,-52-16-8 15,-14-10-4-15</inkml:trace>
  <inkml:trace contextRef="#ctx0" brushRef="#br1" timeOffset="61927.71">11074 5740 258 0,'-19'-21'145'15,"19"21"-5"-15,0 0-14 16,-18-12-10-16,18 12-21 16,0 0-17-16,-15-9-30 15,15 9-31-15,0 0-21 16,0 0-3-16,0 0 1 0,0 0 1 15,0 0-1 1,0 16 3-16,0-16-1 16,3 26 4-16,4-7 8 15,2 5-7-15,1 0 8 16,2 6-7-16,6-1 7 0,4 2-8 16,8-3 4-16,1 2-5 15,2-3 0-15,9 1 0 16,3 0 0-16,3-1 0 15,11 1 0-15,0 0 0 16,9-2 0-16,0-2 0 16,6-5 0-16,1-5 0 15,3-6 0-15,0-8 0 0,6-8 0 16,4-9 0-16,2-8 0 16,4-2 0-1,3-5 0-15,1 0 0 16,2-1 0-16,-3 2 0 0,-6-1 0 15,-3 6 0-15,-13 0 0 16,-4 2 0-16,-10 3 0 16,-9 2 0-16,-9 2 0 15,-11 1 0-15,-6 10 0 16,-9-5 0-16,-17 11 0 16,19-8 0-16,-19 8 0 15,0 0 0-15,0 0 0 16,0 0-73-16,0 0-96 15,0 0-17-15,-14 12-15 16,14-12-5-16,-12 19 19 16</inkml:trace>
  <inkml:trace contextRef="#ctx0" brushRef="#br1" timeOffset="63247.66">13077 6875 253 0,'0'0'143'16,"-12"16"-14"-16,12-16-2 15,0 0-12-15,-11 16-18 16,11-16-17-16,0 0-15 16,0 0-51-16,0 0-14 15,0 0 0-15,14-33 0 0,-5 8 0 16,-2-6 0-16,3-3 0 16,-1-6 0-16,-2-2 0 15,5 1 0-15,-5 1 0 16,3 5 0-16,-6 6 0 15,-2 6 0-15,-2 8 0 16,0 15 0-16,-2-17 0 16,2 17 0-16,0 0 0 15,-14 22 0-15,7-1 0 16,7 5 0-16,-5 7 0 16,5 10 0-16,0 7 0 15,3 6 0-15,-1 1 0 16,5 5 0-16,-4 0 0 0,4 2 0 15,-1-1 0-15,1-4 0 16,-4-1 0 0,4-2 0-16,0-4 0 15,-5-4 0-15,5-1 0 0,-4-7 0 16,1-4 0-16,-1-5 0 16,0-7 0-16,1-4 0 15,-4-20 0-15,2 24 0 16,-2-24 0-16,0 0-2 15,0 0 2-15,0 0 0 16,0 0 0-16,0 0 2 16,0 0-2-16,0 0 0 0,0 0 0 15,-23 8 0 1,23-8 0-16,-29-3 0 16,10 3 0-16,-4-2 0 15,-7 0 0-15,-1 1 0 0,-2 1 0 16,4 1 0-16,-6 1 0 15,9 0 0-15,0-2 0 16,7 0 0-16,19 0 0 16,-23-2 0-16,23 2 0 15,0 0 0-15,19-8 0 16,7 2 0-16,6 3 0 16,11-1 0-16,2 1 0 15,11 1 0-15,1-1 0 16,5-1 0-16,3 3 0 15,-6-3 0-15,-2 2 0 16,-5-1 0-16,-7-1 0 16,-8 3 0-16,-11 1 0 0,-4 0 0 15,-22 0 0-15,23 0 0 16,-23 0 0-16,0 0 0 16,0 0 0-16,0 0 0 15,0 0 0-15,0 0 0 16,0 0 0-16,0 0 0 15,0 0 0-15,0 0 0 16,0 0 0-16,0 0 0 16,0 0 0-16,0 0 0 15,0 0 0-15,0 0 0 16,0 0 0-16,0 0 0 16,0 0 0-16,0 0 0 15,0 0 0-15,0 0 0 0,0 0 0 16,0 0 0-16,0 0 0 15,0 0 0-15,0 0 0 16,0 0 0-16,0 0 0 16,0 0 0-16,0 0 0 15,0 0 0-15,0 0-72 16,-14-21-98-16,14-2-11 16,-9-15-9-16,6-10-3 15,-11-20-3-15</inkml:trace>
  <inkml:trace contextRef="#ctx0" brushRef="#br1" timeOffset="67488.67">18508 5482 148 0,'0'0'99'0,"0"0"3"16,0 0 18-16,0 0 3 0,0 0-10 15,0 0-14-15,0 0-13 16,0 0-13-16,0 0-18 16,0 0-50-16,0 0-5 15,0 0 0-15,0 0 0 16,0 0 0-16,0 0 0 16,0 0 0-16,0 0 0 15,0 0 0-15,0 0 0 16,0 0 0-16,26-3 0 15,-7 6 0-15,8 0 0 16,7 3 0-16,10-1 0 16,8-2 0-16,8 3 0 15,15-3 0-15,3-1 0 0,12-1 0 16,4-1 0-16,3-3 0 16,8-4 0-16,2 0 0 15,-6 0 0-15,0-1 0 16,-4-3 0-16,-7 1 0 15,-8-1 0-15,-15 3 0 16,-11 3 0-16,-11-1 0 16,-14 1 0-16,-10 3 0 15,-21 2 0-15,19-1 0 16,-19 1 0-16,0 0 0 16,0 0 0-16,0 0 0 15,0 0 0-15,0 0 0 16,0 0 0-16,0 0 0 0,0 0 0 15,0 0 0-15,0 0 0 16,0 0 0-16,0 0 0 16,0 0 0-16,0 0 0 15,0 0 0-15,0 0 0 16,0 0 0-16,0 0 0 16,0 0 0-16,0 0 0 15,0 0 0-15,0 0 0 16,0 0 0-16,0 0 0 15,0 0 0-15,0 0 0 16,0 0 0-16,0 0 0 16,0 0 0-16,0 0 0 15,0 0 0-15,0 0 0 0,0 0 0 16,0 0 0-16,0 0 0 16,0 0 0-16,0 0 0 15,0 0 0 1,0 0 0-16,0 0 0 0,0 0 0 15,0 0 0-15,0 0 0 16,0 0 0-16,0 0 0 16,0 0 0-16,0 0 0 15,0 0 0-15,0 0 0 16,0 0 0-16,0 0 0 16,0 0 0-16,0 0 0 15,0 0 0-15,0 0 0 16,0 0 0-16,0 0 0 0,0 0 0 15,0 0 0 1,0 0 0-16,0 0 0 16,0 0 0-16,0 0 0 15,0 0 0-15,0 0 0 0,0 0 0 16,0 0 0-16,0 0 0 16,0 0 0-16,0 0 0 15,0 0 0-15,0 0 0 16,0 0 0-16,0 0 0 15,0 0 0-15,0 0 0 16,0 0 0-16,0 0 0 16,0 0 0-16,0 0 0 0,0 0 0 15,0 0 0 1,0 0 0-16,0 0 0 16,0 0 0-16,0 0 0 15,0 0 0-15,0 0 0 0,0 0 0 16,0 0 0-16,0 0 0 15,0 0 0-15,0 0 0 16,0 0 0-16,0 0 0 16,0 0 0-16,0 0 0 15,0 0 0-15,0 0 0 16,0 0 0-16,0 0 0 16,0 0 0-16,0 0 0 15,0 0 0-15,0 0 0 16,0 0 0-16,0 0 0 15,0 0 0-15,0 0 0 16,0 0 0-16,0 0 0 16,0 0 0-16,0 0 0 0,0 0-50 15,0 0-123-15,-15-14-9 16,1-5-15-16,1-2-4 16,-16-14-2-16</inkml:trace>
  <inkml:trace contextRef="#ctx0" brushRef="#br1" timeOffset="69584.16">7479 5849 119 0,'0'0'66'15,"0"0"2"-15,-18-19 8 16,18 19 19-16,0 0 16 16,-15-9-8-16,15 9-5 15,0 0-10-15,0 0-8 16,-23-3-13-16,23 3-15 15,0 0-52-15,0 0 0 16,-14 2 0-16,14-2 0 0,0 0 0 16,0 0 0-16,0 0 0 15,0 0 0-15,0 19 0 16,0-19-1-16,11 22 2 16,-8-5-4-16,6-1 5 15,1 6-3-15,4-2 3 16,2 0-2-16,3-1 0 15,4 4 0-15,-1-2 0 16,8-2 0-16,3 0 0 16,1 1 0-16,11 0 0 15,-1-3 0-15,8 2 0 16,2-2 0-16,1-1 0 16,8-1 0-16,-2-1 0 0,1-2 0 15,-1-1 0-15,3-1 0 16,-2-3 0-16,-1-2 0 15,2 0 0 1,1 1 0-16,4-5 0 0,1 3 0 16,2-4 0-16,7-2 0 15,-1 2 0-15,4 0 0 16,4-2 0-16,-1-3 0 16,1 2 0-16,-2-3 0 15,-5 0 0-15,0-1 0 16,0-4 0-16,-3-1 0 15,-4 0 0-15,0 0 0 16,-3-4 0-16,-5 2 0 0,-6-1 0 16,-2 3 0-16,-6-2 0 15,-7 2 0-15,-6 1 0 16,-6 3 0 0,-8 1 0-16,1-2 0 0,-8 2 0 15,-15 7 0-15,26-10 0 16,-26 10 0-16,23-7 0 15,-23 7 0-15,19-7 0 16,-19 7 0-16,17-3 0 16,-17 3 0-16,0 0 0 15,0 0 0-15,16-4 0 16,-16 4 0-16,0 0 0 16,0 0 0-16,0 0 0 15,0 0 0-15,0 0 0 16,0 0 0-16,0 0 0 15,0 0 0-15,0 0 0 0,0 0 0 16,0 0 0-16,0 0 0 16,0 0 0-16,0 0 0 15,0 0 0-15,0 0 0 16,0 0 0-16,0 0 0 16,0 0 0-16,0 0 0 15,0 0 0-15,0 0 0 16,0 0 0-16,0 0 0 15,0 0 0-15,0 0 0 0,0 0-46 16,0 0-128 0,0 0-12-16,0 0-1 15,-19-2-16-15,19 2 2 16</inkml:trace>
  <inkml:trace contextRef="#ctx0" brushRef="#br1" timeOffset="71124.25">9609 7300 331 0,'-7'17'168'16,"7"-17"-40"-16,0 0-16 16,0 0-3-16,0 0-18 15,0 0-22-15,0 0-54 16,22-23-15-16,-15 4 0 15,5-1 0-15,2-10 0 0,-2-1 0 16,2-5 0-16,-1-4 0 16,2-2 0-16,-4-3 0 15,2-1 0-15,-7-1 0 16,4 2 0-16,2 1 0 16,-5 3 0-16,-3 6 0 15,-1 6 0-15,1 5 0 16,-1 8 0-16,-3 16 0 15,0-15 0-15,0 15 0 16,0 0 0-16,0 0 0 16,-7 31-9-16,7-9 6 15,0 8 4-15,0 6-3 16,4 9 5-16,-4 9-5 0,3 4 5 16,-3 7-4-1,2 2 3-15,-2 1-6 16,0-1 1-16,0 1 3 15,-2-4-3-15,2-6 4 0,0-4-3 16,0-4 2-16,0-6-1 16,-3-5 6-16,3-4-5 15,0-4 6-15,3-1-7 16,-3-4 6-16,0-2-5 16,0-3 5-16,2-4-5 15,1 2 0-15,-3-19 0 16,4 26 0-16,-4-26 0 15,0 17 0-15,0-17 0 0,0 0 0 16,0 0 0-16,0 0 0 16,0 0 0-1,0 0 0-15,0 0 0 0,-16 9 0 16,16-9 0-16,-22-5 0 16,22 5 0-16,-30-7 0 15,7 3 0-15,1 1 0 16,-1-1 0-16,4 3 0 15,-2-3 0-15,-1 2 0 16,-1 2 0-16,4 0 0 16,0-1 0-16,2 1 0 15,17 0 0-15,-28 3 0 0,28-3 0 16,-17 2 0 0,17-2 0-16,0 0 0 15,0 0 0-15,0 0 0 16,0 0 0-16,0 0 0 0,0 0 0 15,17-12 0-15,2 7 0 16,7 1 0-16,5-5 0 16,9 4 0-16,9-2 0 15,6 0 0-15,3-1 0 16,4-3 0-16,-1 4 0 16,1-1 0-16,-1 3 0 15,-5-4 0-15,-8 4 0 16,-6-2 0-16,-9 3 0 15,-7 1 0-15,-7 1 0 16,-19 2 0-16,19-3 0 16,-19 3 0-16,0 0 0 15,0 0 0-15,0 0 0 0,0 0 0 16,0 0 0-16,0 0 0 16,0 0 0-16,0 0 0 15,0 0 0-15,0 0 0 16,0 0 0-16,0 0 0 15,0 0 0-15,-9 15 0 16,9-15 0-16,0 0 0 16,0 0 0-16,0 0 0 15,0 0 0-15,0 0-83 16,0 0-87-16,0 0-12 16,0 0 0-16,16-5-13 15,-16 5 10-15</inkml:trace>
  <inkml:trace contextRef="#ctx0" brushRef="#br1" timeOffset="73340.84">20032 6604 513 0,'0'0'174'0,"0"0"-36"15,0-16-21-15,0 16-36 16,6-38-81 0,4 9 0-16,-3-9 0 0,2-6 0 15,5-6 0-15,-6-5 0 16,6-1 0-16,-2 1 0 16,-1 1 0-16,-4 7 0 15,1 8 0-15,-4 4 0 16,-1 13 0-16,-3 4 0 15,0 18 0-15,0 0 0 16,0 0 0-16,0 0 0 0,0 0 0 16,0 35 0-16,0-2 0 15,4 7 0 1,-4 10 0-16,3 10 0 16,4 10 0-16,-2-1 0 0,6 7 0 15,-4 0 0-15,1-1-1 16,3-3 2-16,1-4-1 15,-2-6 0-15,2-5 0 16,-1-1 0-16,1-6 0 16,-2-7 0-16,1-7 0 15,-2-4 0-15,-2-6 0 16,-4-4 0-16,4-5 0 16,-7-17 0-16,0 19 0 15,0-19-1-15,0 0 0 16,0 0 0-16,0 0 1 15,0 0-1-15,0 0 1 16,0 0 0-16,0 0 1 0,0 0 1 16,0 0-1-16,0 0-1 15,-17 11 0-15,17-11 0 16,-23 3 0-16,4-1 0 16,-4 1 0-16,-6 3 0 15,-1-1 0-15,-4 2 0 16,-3-2 0-16,-5 4 0 15,3-2 0-15,-3-1 0 16,4 1 0-16,1-1 0 16,6-1-1-16,2-2 1 15,11 1 1-15,18-4-1 16,-26 1 0-16,26-1 0 16,0 0 0-16,30 0 0 0,-4-3 0 15,7 3 0-15,8-3 0 16,11 4 0-16,4-4 0 15,8 1 0-15,2-1 0 16,2-1 0-16,0 1 0 16,-1-1 0-16,-8 2 0 15,-3-3 0-15,-8 2 0 16,-9-1 0-16,-10 3 0 16,-10-1 0-16,-19 2 0 15,19-2 0-15,-19 2 0 16,0 0 0-16,0 0 0 15,0 0 0-15,0 0 0 16,0 0 0-16,0 0-61 0,0 0-114 16,0 16-9-16,0-16-4 15,-19 26-4-15,4-2-5 16</inkml:trace>
  <inkml:trace contextRef="#ctx0" brushRef="#br1" timeOffset="75120.1">25158 5373 285 0,'0'0'180'0,"-21"-26"-33"16,21 26-12-16,-8-19-13 16,8 19-21-16,0 0-48 15,0 0-53-15,-11-19 0 16,11 19 0-16,0 0 0 16,0 0 0-16,0 0 0 15,0 0 0-15,0 0 0 16,-5 16-5-16,5-16-9 15,2 19 2-15,-2-19 8 16,10 26 5-16,-3-9 1 16,5 4 1-16,8-1 1 15,0 3 1-15,12-1-1 0,4-1 2 16,9-2 0-16,11-2-2 16,8-6-4-16,7-1 0 15,14-5 0-15,9-1 0 16,7-6 0-1,8-3 0-15,6-2 0 0,1-2 0 16,4 1 0-16,-4-4 0 16,-8 0 0-16,-4-2 0 15,-11 2 0-15,-9-2 0 16,-18 0 0-16,-9-2 0 16,-10 4 0-16,-12 0 0 15,-13 3 0-15,-5 2 0 16,-17 7 0-16,0 0 0 0,16-8 0 15,-16 8 0-15,0 0 0 16,0 0-1 0,0 0-3-16,0 0 0 15,0 0-31-15,0 0-66 0,-10 22-59 16,10-3-18-16,-6 2-2 16,0 7-5-16,-5 0 11 15</inkml:trace>
  <inkml:trace contextRef="#ctx0" brushRef="#br1" timeOffset="76241.89">26957 6470 388 0,'0'0'197'16,"22"-24"-23"-16,-15-5-71 15,12-2-10-15,-8-14-25 16,8-6-68-16,0-4 0 15,2-6 0-15,-2 1 0 16,-4 1 0-16,-1 5 0 16,-2 2 0-16,-8 14 0 15,3 4 0-15,-7 11-12 16,0 6 7-16,0 17-8 16,0 0 7-16,0 0 6 15,-21 24-7-15,21 2 9 16,-5 9-4-16,5 5 5 0,0 10-6 15,5 5 5-15,-5 2-4 16,7 4-1-16,0-1 2 16,0 1-3-16,-2-4 2 15,2 0-1-15,3-3 2 16,-4-2 0-16,1-4-1 16,0 1-1-16,-1-3 6 15,3-4-5-15,-5-4 4 16,3-3-3-16,-1-2 4 15,0-7 0-15,-3 0 0 16,1-7 2-16,-4-19-8 16,0 27 9-16,0-27-8 15,-4 23 9-15,4-23-8 0,0 0 3 16,0 0-3-16,-9 17 5 16,9-17-1-1,0 0-1-15,0 0 0 16,0 0-1-16,0 0-1 0,0 0 1 15,0 0-1-15,0 0 2 16,0 0-1-16,0 0 1 16,-17-2 0-16,17 2 1 15,0 0-1-15,-22-3 0 16,22 3-1-16,-30 0-1 16,11 2 1-16,0-1-1 15,-11 3-1-15,1-1 0 0,-2 1 1 16,-2 1-1-16,3-2 0 15,1 1-1-15,3-2-1 16,3 1-1-16,7-3-1 16,16 0 5-16,0 0 4 15,0 0-1-15,0 0 2 16,26-12 0-16,4 10 0 16,5-1 1-16,10-1-6 15,7 4 0-15,7 0 0 16,2 0 0-16,5 2 0 15,-6 0 0-15,-1-2 0 16,-3 1 0-16,-11-1 0 16,-7-1 0-16,-1-1 0 0,-8 0 0 15,-6-3-127-15,-1 0-51 16,1 0-12 0,-14-18-15-16,4-1 1 15</inkml:trace>
  <inkml:trace contextRef="#ctx0" brushRef="#br1" timeOffset="77744.95">6347 7123 388 0,'0'0'153'0,"0"0"-23"16,-7-16-15-16,4 1-16 16,3 15-26-16,-7-24-30 0,7 24-40 15,-9-21-4-15,9 21-2 16,0 0 0-16,-19-14-2 16,19 14 2-16,-21 5-1 15,21-5 1-15,-26 24 0 16,7-1 1-16,0 6 0 15,3 9 1-15,-5 6 0 16,2 6-1-16,0 5 1 16,4 4-2-16,4 0 3 15,4 0-3-15,11-4 3 16,-1 1-2-16,11-6 10 16,5-5-8-16,7-5 11 15,5-7-8-15,9-8 9 0,2-5-9 16,0-8 10-16,5-12-8 15,-2-9-1-15,0-8-2 16,3-9-7 0,-6-7 6-16,-5-5-8 0,-3-6 8 15,-1-6-9-15,-10-3 9 16,-8-3-9-16,-4 1 10 16,-11-4-4-16,-11 4 2 15,-4-1-4-15,-8 8 3 16,-3 3-3-16,-3 7 2 15,-6 10 0-15,2 5 1 16,-3 11 0-16,1 7 2 16,2 9 1-16,-2 8-2 0,2 3-9 15,14 11-96-15,-3 5-43 16,11-3-22 0,8 2-1-16,10-6-4 15,12 0-2-15</inkml:trace>
  <inkml:trace contextRef="#ctx0" brushRef="#br1" timeOffset="78420.42">7890 7268 458 0,'0'0'178'15,"-10"-19"-5"-15,10 19-72 16,-23-17-61-16,4 12-14 16,4 5-28-16,-6 3 2 15,2 4-1-15,0 7 0 16,-1 7 0-16,1 8-2 16,2 9 1-16,-2 9 0 15,3 5 1-15,6 9-4 0,3 4 11 16,7 1-4-16,3-2-1 15,8-3 3-15,4-6-3 16,5-6 4-16,6-6-3 16,3-10 5-16,1-9-10 15,8-8 6-15,2-9-1 16,1-11 2-16,1-6 4 16,3-11-10-16,2-5 12 15,-5-10-12-15,-1-8 11 16,-8-6-11-16,-3-4 3 15,-8-4-3-15,-6-8-3 16,-9-3 8-16,-11-1-10 16,-9-1 8-16,-10 2-11 0,-8 7 10 15,-9 5-2-15,-5 10 3 16,-7 12-3-16,-6 11 4 16,-1 10-4-16,4 14 1 15,3 11 1-15,10 11-87 16,0 8-67-16,6 1-17 15,17 7-2-15,3-7-4 16,16 2-6-16</inkml:trace>
  <inkml:trace contextRef="#ctx0" brushRef="#br1" timeOffset="79220">11820 7128 568 0,'-3'-24'187'16,"3"24"-54"-16,-26-24-37 15,26 24-57-15,-30-12-39 16,11 10 0-16,-4 4 0 15,6 5 0-15,-5 6 0 16,-4 12 0-16,3 6 0 0,-3 10 0 16,7 10 0-16,0 6 0 15,5 5 0-15,5 2-1 16,6-2-4-16,10-5 4 16,5-3-2-16,3-5 8 15,11-13-6-15,0-7 7 16,7-11-7-16,4-10 2 15,5-9-1-15,-1-6 0 16,4-12 0-16,1-7 0 0,-3-7 0 16,2-5-2-1,-10-7 4-15,-2-4-5 16,-4-4 6-16,-13-6-3 16,-6 0 0-16,-6-2 0 0,-11 1 0 15,-5 3 0-15,-9 5 0 16,-5 7 0-16,-5 10 0 15,1 9 0-15,-6 9 0 16,4 8-2-16,3 14-115 16,3 9-51-16,7 0-9 15,8 5 1-15,11-3-5 16,16 3 2-16</inkml:trace>
  <inkml:trace contextRef="#ctx0" brushRef="#br1" timeOffset="79889.48">15250 6763 516 0,'0'0'199'15,"-10"-21"-5"-15,10 21-95 16,-12-15-84-16,12 15-15 16,-21 0 0-16,21 0 0 15,-35 26 0-15,9-2 0 16,0 9 0-16,-4 10 0 16,-4 7 0-16,1 12 0 15,0 4 0-15,7 2 0 16,3 1 0-16,11-5 0 15,5-5 0-15,14-7 0 0,5-11 0 16,14-9 0-16,11-13 0 16,8-13 0-16,7-11 0 15,5-10 0 1,6-10 0-16,4-7 0 0,-4-8 0 16,-9-9 0-16,-6-3 0 15,-11-5 0-15,-8 0 0 16,-17-2 0-16,-15-1 0 15,-16 1 0-15,-11 3 0 16,-11 10 0-16,-4 4 0 16,-11 13 0-16,-5 6 0 15,-1 11 0-15,6 10 0 16,2 15 0-16,6 6-98 0,11 7-55 16,15 6-17-1,11-2-5-15,25 3-13 16,9-11-3-16</inkml:trace>
  <inkml:trace contextRef="#ctx0" brushRef="#br1" timeOffset="80443.88">16498 6702 689 0,'0'0'198'0,"-17"-13"-64"0,17 13-132 16,0 0-2-16,-24 6 0 15,24-6 0-15,-26 30 0 16,8-2 0-16,3 10 0 15,-1 7 0-15,2 8 0 16,2 10 0-16,1 2 0 16,5 5 0-16,6-5 0 15,6 1 0-15,1-9 0 16,9-5 0-16,3-7 0 0,0-12 0 16,7-7 0-1,0-10 0-15,7-11 0 16,0-10 0-16,2-9 0 15,-2-10 0-15,0-8 0 0,-2-9 0 16,-1-9 0-16,-8-7 0 16,-8-7 0-16,-9-2 0 15,-6-3 0-15,-17-1 0 16,-4 6 0-16,-13 5 0 16,-1 9 0-16,-10 10 0 15,-2 7 0-15,-4 13 0 16,3 9 0-16,4 15-12 15,3 1-106-15,6 12-47 16,6 8-12-16,8-1 2 16,10 3-6-16,12-6 1 15</inkml:trace>
  <inkml:trace contextRef="#ctx0" brushRef="#br1" timeOffset="81149.38">17863 6825 307 0,'0'0'185'0,"0"0"-37"15,0 0-21-15,3-19-15 16,-3 19-21-16,0 0-43 16,0 0-43-16,-19 9-5 15,19-9 0-15,-33 29 0 0,7-1 0 16,0 7 0-16,-5 10 0 16,-2 5 0-16,0 5 0 15,3 8 0 1,2-3 0-16,15-1 0 0,0-5 0 15,13-8 0-15,9-8 0 16,8-6 0-16,6-12-5 16,12-11 1-16,1-9 1 15,9-10 0-15,0-8 2 16,8-9 2-16,-1-5-1 16,-4-4 2-16,1-5-2 15,-8-6 2-15,-4-2-3 16,-15-3 4-16,-6 1-1 0,-9-3-7 15,-14-3 10 1,-12 1-5-16,-4 8 7 16,-13 3-7-16,-2 9 0 15,-7 6 0-15,0 9 0 0,-4 6 0 16,2 11 0-16,12 8-34 16,2 1-94-16,11 7-43 15,15 9-8-15,10-4 1 16,20 4-6-16,10-4 36 15</inkml:trace>
  <inkml:trace contextRef="#ctx0" brushRef="#br1" timeOffset="81683.75">18920 6727 179 0,'-19'3'157'0,"-4"-5"15"15,0-1-52-15,6 6-16 16,-2-1-6-16,19-2-19 15,-29 23-29-15,16-1-13 16,-6 4-10-16,5 10-27 16,2 9 0-16,2 7 0 15,-2 5 0-15,8 6 0 0,8-1 0 16,1 2 0-16,9-5 0 16,5-5 0-16,3-8 0 15,8-6-3-15,5-7-3 16,-2-10 3-16,8-11 1 15,-1-12-1-15,-2-9 2 16,6-10 1-16,-6-12 0 16,0-9 1-16,-8-12 1 15,-4-7 0-15,-12-8 1 16,-6-8 1-16,-11-1-5 16,-9 5 6-16,-11 4-3 15,-10 8-2-15,-9 9 0 16,-6 12 0-16,3 17-68 0,-11 9-70 15,4 8-31-15,7 11-10 16,3 2-1-16,13 6-6 16</inkml:trace>
  <inkml:trace contextRef="#ctx0" brushRef="#br1" timeOffset="82374.25">21572 6590 381 0,'19'-14'188'0,"-5"-3"-6"16,-14 17-75-16,19-21-24 15,-19 21-22-15,9-16-57 16,-9 16 2 0,0 0 1-16,0 0-3 0,-23 16-4 15,11-1 0-15,-5 10 0 16,1 13 0-16,-3 9 0 16,5 8 0-16,2 7 0 15,5 6 0-15,7-4 0 16,7 0-3-16,9-5-5 15,6-9 5-15,4-12-2 16,11-7-2-16,-3-10 2 16,10-11 2-16,-3-8 1 0,5-12 2 15,2-9-1-15,-6-11 3 16,1-8 1 0,-8-10-6-16,-6-8 6 15,-6-6-6-15,-9-4 6 0,-14 0-3 16,-7 2 8-16,-12 4-4 15,-11 6 1-15,-3 7 6 16,-8 13-7-16,-4 9-4 16,-1 13 0-16,3 7 0 15,-2 7 0-15,15 15-92 16,-1 1-60-16,14 4-23 16,8 4-6-16,16-5-3 15,12 1-8-15</inkml:trace>
  <inkml:trace contextRef="#ctx0" brushRef="#br1" timeOffset="82944.66">22928 6396 344 0,'-18'-9'188'0,"18"9"-41"15,-26-14-28-15,26 14-12 0,0 0-27 16,0 0-42-16,0 0-38 15,-22 32 0-15,13-5 0 16,-5 13 0-16,-1 12 0 16,-4 10 0-16,1 8 0 15,-1 4 0-15,7 0 0 16,5-1-5-16,10-5-1 16,6-9-3-16,8-11 3 15,10-10-6-15,7-10 5 16,6-9 4-16,2-14-1 15,3-10 3-15,4-9 0 16,-1-10-2-16,-3-9 3 16,-5-7 3-16,-2-8-5 0,-8-10 5 15,-11 0-4-15,-12-6 5 16,-14-4 0-16,-9 4 7 16,-10 0-4-1,-14 7 0-15,-8 8 2 0,-6 13 0 16,-5 10-6-16,-3 12-3 15,8 16-83-15,-5 7-69 16,10 8-25-16,11 7-3 16,8 0-3-16,20 2-6 15</inkml:trace>
  <inkml:trace contextRef="#ctx0" brushRef="#br1" timeOffset="83568.1">24233 6389 447 0,'-22'-21'189'15,"22"21"-56"-15,0 0-33 16,-9-20-18 0,9 20-37-16,0 0-44 0,0 0 0 15,-4 24 2-15,-6 2-1 16,-2 7 0-16,-6 12 1 15,-4 10-1-15,-1 11 2 16,-3 8-3-16,4 1-6 16,3 1 1-16,6-5-4 15,7-5 3-15,9-9-5 16,9-9 6-16,11-12-5 16,10-8 3-16,5-12 2 0,5-11 2 15,6-12 2-15,0-9 2 16,4-8 0-1,-1-10 1-15,-6-6 1 16,-7-9-6-16,-4-6 7 0,-14-6-7 16,-5 1 6-16,-16-6-2 15,-11 2 7-15,-11 3-4 16,-10 6 1-16,-8 3 4 16,-8 12-3-16,-4 9 3 15,0 10-10-15,-2 9 0 16,5 9 0-16,6 8 0 15,1 2-68-15,13 10-62 16,10 2-31-16,12 2-19 16,14 0-1-16,12-6-2 15</inkml:trace>
  <inkml:trace contextRef="#ctx0" brushRef="#br1" timeOffset="84219.56">25308 6534 299 0,'-4'-20'181'0,"13"-3"-7"16,1 4-57-16,-3-3-20 16,-7 22-16-16,19-26-46 15,-19 26-34-15,0 0-1 16,16-18 2-16,-16 18 1 15,0 0 3-15,-12 16-1 16,1 3-1-16,-4 9 0 16,1 5 0-16,-2 13-2 15,1 10 1-15,1 6-4 16,5 6-6-16,2 1 3 0,7-5-4 16,12-2 4-16,2-5-3 15,12-8 4-15,5-11-5 16,9-11 5-16,5-6 3 15,4-10 1 1,3-10 2-16,0-9-1 0,0-8 1 16,-3-10 1-16,-7-5 1 15,-4-9-7-15,-5-10 5 16,-11-5-6-16,-11-4 6 16,-11-5-4-16,-11-2 7 15,-11 0-2-15,-11 6 2 16,-12 2 4-16,-8 13-4 15,-7 9-6-15,-3 10 0 0,-1 11 0 16,5 6 0-16,7 16-105 16,3 5-56-1,15 4-18-15,11 4-5 16,16 1-2-16,23 3-8 0</inkml:trace>
  <inkml:trace contextRef="#ctx0" brushRef="#br1" timeOffset="85537.5">28387 6223 449 0,'0'0'141'0,"0"0"-17"0,0 0-11 16,-7-16-22-16,7 16-33 15,0 0-35-15,0 0-22 16,-3-19 1-16,3 19-1 15,0 0-1-15,0 0 0 16,-6-15-1-16,6 15 1 16,0 0 0-16,0 0 1 15,0 0-1-15,0 0 1 16,0 0-1-16,-17-14-1 16,17 14 2-16,0 0-1 15,0 0 1-15,0 0-1 16,0 0 1-16,0 0 2 0,0 0-1 15,0 0 3-15,0 0-1 16,0 0-1-16,0 0-3 16,0 0 0-16,0 0 0 15,-19 8 0 1,19-8 0-16,-12 16 0 0,12-16 0 16,-30 36 0-16,11-10 0 15,-3 11 0-15,-8 6 0 16,4 7 0-16,0 6 0 15,3 1 0-15,4-2 0 16,5 1-4-16,11-1 1 16,3-3-5-16,10-9 6 15,9-5-5-15,4-7 6 0,13-6-3 16,3-6 7-16,6-11-4 16,0-4 1-16,4-8 1 15,-1-4 0 1,-1-6 2-16,-5-7 1 0,-8-5 0 15,-1-5-6-15,-7-4 6 16,-10-5-7-16,-6-6 6 16,-3-4-7-16,-7-6 5 15,-10 1-5-15,-2 1 8 16,-2 6 4-16,-9 1-1 16,1 9-7-16,-1 7 0 15,4 3-28-15,2 16-109 16,17 12-33-16,-31-4-17 0,31 4-9 15,-23 12-3 1</inkml:trace>
  <inkml:trace contextRef="#ctx0" brushRef="#br1" timeOffset="107284.06">7576 2145 265 0,'-3'-31'163'16,"-4"5"-18"-16,-4 7-24 15,11 19-7-15,-8-28-17 16,8 28-18-16,-7-16-40 16,7 16-39-16,0 0 0 15,19-1 0-15,0-5 0 16,10-2 0-16,8 2 0 16,4 0 0-16,1-3 0 15,7-1 0-15,-6-3 0 16,-5 1 0-16,-8 2 0 15,-8 6 0-15,-22 4 0 16,19-5 0-16,-19 5 0 0,-15 14 0 16,-8-4 0-16,-10 4 0 15,-5 12 0-15,-2 2 0 16,-8 5 0-16,2-12 0 16,1-2 0-16,12 0 0 15,7 5 0-15,4-7 0 16,22-17 0-16,0 0 0 15,0 0 0-15,0 0 0 16,43-5 0-16,-8-11 0 16,10-6 0-16,0 1 0 15,7-3 0-15,0 0 0 16,-3-2 0-16,-49 26 0 16,74-47 0-16,-51 35 0 15,-23 12 0-15,19-23 0 0,-19 23 0 16,-16-1 0-1,-3 15 0-15,-7 3 0 16,-7-10 0-16,2 1 0 0,2 17 0 16,-1-10 0-16,4 3 0 15,10-12 0-15,16-6 0 16,0 0 0-16,-6 21 0 16,6-21 0-16,29-10 0 15,-10 8 0-15,4 2 0 16,-4 0 0-16,3-7 0 15,-4 7 0-15,-18 0 0 16,19 9 0-16,-19-9 0 16,0 0 0-16,-19 21 0 15,-2-6 0-15,-2 4 0 16,-3 4 0-16,-5-4 0 16,2 2 0-16,-1-2 0 0,4 1 0 15,7-2 0-15,19-18 0 16,-16 17 0-16,16-17 0 15,0 0 0-15,0 0 0 16,26 17 0-16,-10-22 0 16,0 3 0-16,1 1 0 15,-1-1 0-15,-16 2 0 16,22-5 0-16,-22 5 0 16,0 0 0-16,0 0 0 15,0 0-20-15,-7 21-159 16,-15-13-26-16,-4-1-5 15,-16-28 2-15,4-15 8 16</inkml:trace>
  <inkml:trace contextRef="#ctx0" brushRef="#br1" timeOffset="159238.07">5799 13318 229 0,'-16'-45'189'15,"6"5"-48"-15,1 11-27 0,-2-2-8 16,8 13-9-16,-4-1-14 16,7 19-19-16,-9-17-64 15,9 17 0 1,0 0 0-16,0 0 0 0,0 0 0 16,19 24 0-16,-6-6 0 15,4 2 0-15,9 6 0 16,5 6 0-16,6 4 0 15,1 4 0-15,2 3 0 16,-2 4 0-16,2 1 0 16,-9 4 0-16,-1 2 0 15,-4-2 0-15,-7 0 0 16,-2-2 0-16,-5-3 0 0,-1-6 0 16,-3-3 0-1,6-7 0-15,-2-5 0 16,2-7 0-16,14-10 0 15,5-7 0-15,7-11 0 0,9-5 0 16,8-5 0-16,14-3 0 16,4-1 0-16,10 4 0 15,2 4 0-15,1 4 0 16,2 8 0-16,1 4 0 16,-3 8 0-16,-1 5 0 15,-2 5 0-15,-5 2 0 16,-2 5 0-16,-3 0 0 15,-4 0 0-15,-4 3 0 16,-1 1 0-16,-5-1 0 16,2 0 0-16,-6-3 0 15,-5 2 0-15,0-2 0 16,-3-2 0-16,-1-3 0 0,-6 0 0 16,1-2 0-16,-8-5 0 15,-2 0 0-15,-3-2 0 16,-8-4 0-16,-3-1 0 15,-19-7 0-15,19 9 0 16,-19-9 0-16,0 0 0 16,0 0 0-16,0 0 0 15,0 0 0-15,0 0 0 16,0 0 0-16,7-19 0 0,-7 19 0 16,-7-33 0-1,4 7 0-15,1-5 0 16,-1-4 0-16,-4-8-1 15,3-2-1-15,1-2 0 0,-6-1 0 16,6 3 3-16,-4 3-2 16,-4 8 3-16,3 4-1 15,-3 8 2-15,-1 6-2 16,12 16-1-16,0 0 0 16,-19-16 0-16,19 16 0 15,0 0 0-15,0 0 0 16,-7 16 0-16,7-16 0 15,12 31 0-15,2-12 0 16,2 9 0-16,3 3 0 16,3 5 0-16,4 1 0 15,0 3 0-15,0-2 0 16,-3 0 0-16,-1-2 0 0,-1-1 0 16,-5-4-1-16,0 0-1 15,-6-2 2-15,-1-4-2 16,-2-1 1-16,-7-3 0 15,-4-1 1-15,-1 1-1 16,-5 0 2-16,-10 0-2 16,-2 0 2-16,-8 5 2 15,-3-2-6-15,-8 2 6 16,-1 3-6-16,-5-1 6 16,2 0-5-16,0-1 4 15,3 1-5-15,2-6 3 16,9 1 0-16,2-4 1 0,6-3 2 15,9-6 0-15,14-10-3 16,0 0 0 0,-9 16 0-16,9-16-6 0,30-4-104 15,-2-5-61-15,8 4-10 16,6-9-13-16,6 4-6 16,-4-13 40-16</inkml:trace>
  <inkml:trace contextRef="#ctx0" brushRef="#br1" timeOffset="160399.9">8925 14035 213 0,'5'-19'194'0,"-5"19"-26"15,0 0-46-15,-9-21-12 16,9 21-5-16,0 0-23 16,-17 2-53-16,17-2-29 15,-28 20 0-15,14 1 0 16,-8 3 0-16,-4 11 0 0,0 3 0 15,-4 11-7-15,4 6-1 16,-2 7 8 0,2 4-3-16,4 3 4 15,4 2-4-15,3 4 5 0,8 1-4 16,3 0 5-16,4 0-5 16,7-5 0-16,4 2 5 15,1 0-4-15,3-2 4 16,10-4-4-16,3-5 4 15,1 4 0-15,8-3 0 16,1-5 1-16,3 0-1 16,8-5-2-16,0-3-1 15,-1-3 0-15,4-4 0 16,0-6 0-16,4-6 0 16,3-3 0-16,2-6 0 15,-2-5 0-15,5-3 0 16,4-7 0-16,3-5 0 0,-2-4 0 15,6-5 0-15,1-5 0 16,2-7 0-16,4-5 0 16,-1-6 0-16,-1-4 0 15,2-8-4-15,-4-3-1 16,0-5 1-16,-1-2-1 16,1-3 2-16,-4-6 0 15,1-1 0-15,-7-2 0 16,1 0 3-16,-8-2 1 15,-9-2-1-15,-4 1 0 16,-11 1-3-16,-9 0 4 16,-11 2-3-16,-8 2 3 15,-6 1 0-15,-6 1-2 0,-9 1 5 16,-2 2-3-16,-5 3 4 16,-7 1-4-16,0 1 4 15,-6 0-4-15,-1 2 1 16,0-2 0-16,-5 1-2 15,-2 1 2-15,2 0-1 16,-4 3 0-16,2 4 0 16,-1 1 1-16,-1 8-1 15,2 3 0-15,2 3 0 16,2 4 0-16,-3 5-1 16,6 0 0-16,-5 3 0 15,5 0 0-15,-2 3 0 0,-1 2 0 16,1 1-1-16,-5-1 0 15,-1 5 0-15,-1-1 0 16,-7 1-1-16,1 5 2 16,-8-1-1-16,1 4-1 15,-6 3 3-15,2 4-1 16,-5 3 1-16,1 3-2 16,-1 6 3-16,-2 3-2 15,2 4 0-15,-4 3-1 16,6 4 1-16,1 3-2 15,2 0 2-15,3 3-3 16,6-1 2-16,7 2 0 16,4-2 2-16,6-2 0 0,7-2 3 15,11-1-1-15,4-6 1 16,6-1-3-16,10-4-1 16,9-3-79-16,9-4-70 15,3-12-27-15,9 0-11 16,1-13-2-16,6 1-9 15</inkml:trace>
  <inkml:trace contextRef="#ctx0" brushRef="#br1" timeOffset="161121.41">9579 14268 557 0,'0'0'185'16,"-10"18"1"-16,10-18-94 16,-19 27-91-16,15 3-6 15,1 8-3-15,-2 14 3 16,5 9 2-16,-4 13 4 15,4 7-3-15,0 8 2 16,4 2-2-16,-4 1 1 16,-4-7 1-16,4-7-2 15,-3-11 2-15,-1-13-1 0,1-13 3 16,-1-13-1 0,4-9 0-16,0-19-3 15,0 0 3-15,0 0-2 0,-5-43 1 16,2-2 0-16,-1-12-2 15,1-12-1-15,-4-9-1 16,0-9 4-16,1-3-1 16,3 2-2-16,3 8 4 15,0 8-3-15,0 9 4 16,3 11-4-16,1 6 5 16,1 9-5-16,2 11 5 15,-3 7 0-15,3 4-1 16,-7 15 3-16,0 0-1 15,22-6-1-15,-6 22 1 16,6 6 1-16,1 11-6 16,10 11 3-16,5 8-6 0,5 10 4 15,-1 5-4-15,3 6 4 16,-7-2-3-16,2 2 0 16,-5-6 4-16,-5-1-3 15,-4-7 4-15,-7-5-2 16,-2-6 2-16,-1-8-1 15,-6-2 2-15,-1-10 0 16,-6-8-1-16,1-4 1 16,-4-16-1-16,0 0-7 15,0 0-58-15,0 0-49 16,-23-31-39-16,9 5-18 16,6-2-6-16,-12-6 0 15,3 2 11-15</inkml:trace>
  <inkml:trace contextRef="#ctx0" brushRef="#br1" timeOffset="161479.66">9643 14793 366 0,'-29'7'176'16,"29"-7"0"-16,-19 10-55 15,19-10-23-15,-16 7-25 16,16-7-71-16,0 0 2 0,0 0 0 16,0 0-2-16,0 0-3 15,0 0-2-15,0 0 1 16,0 0-1-16,16-21 0 16,10 8-4-1,7-1 0-15,5-4 2 0,11 1 3 16,-1 0 0-16,1 0 1 15,-1 4 1-15,-4 3 2 16,-9 3 3-16,-6 4 2 16,-10-1-1-16,-19 4-56 15,23 9-84-15,-23-9-42 16,0 0-8-16,0 0-15 16,0 0-3-16</inkml:trace>
  <inkml:trace contextRef="#ctx0" brushRef="#br1" timeOffset="163840.34">10815 13986 3 0,'0'0'8'0,"0"0"-2"0,0 0-3 16,0 0-2-16,0 0 1 16,0 0-1-16,0 0 3 15,0 0 2-15,0 0 0 16,0 0 1-16,0 0 0 15,0 0 1-15,0 0-3 16,0 0 2-16,0 0 3 16,0 0 2-16,0 0 4 15,0 0 3-15,0 0 0 16,0 0-1-16,0 0 0 16,0 0 0-16,0 0-3 15,0 0 0-15,0 0 3 16,0 0 4-16,0 0 3 0,0 0 4 15,-17-14 6-15,17 14 4 16,0 0 5-16,0 0-2 16,0 0-2-16,0 0-4 15,0 0-3-15,0 0-3 16,0 0-7-16,0 0-6 16,0 0-5-16,0 0-5 15,0 0-4-15,0 0-4 16,0 0 1-16,0 0-1 15,0 0 1-15,0 0-1 16,0 0-1-16,0 0-50 16,0 0-46-16,0 0-34 15,0 0-5-15,-23-10-3 0,23 10 16 16</inkml:trace>
  <inkml:trace contextRef="#ctx0" brushRef="#br1" timeOffset="164970.15">17889 13657 240 0,'0'0'138'0,"-4"-19"-3"16,4 19-14-16,0 0-9 15,0 0-18-15,-3-15-14 16,3 15-29-16,0 0-45 16,0 0-3-16,0 0-3 15,0 0-3-15,0 0 1 0,0 0 3 16,0 15 0-16,0-15 0 15,3 28 0-15,1-2 0 16,3 9-1-16,-4 6 5 16,6 8-3-1,-2 8 0-15,0 9-3 0,1-1 2 16,-4 3-2-16,-1-4 3 16,1-2-3-16,-4-5 3 15,-4-3 1-15,1-6-1 16,-4-1 1-16,2-7-6 15,1-5 5-15,-3-4-6 16,0-3 7-16,6-6-8 16,-3-3 4-16,4-2-4 0,0-17 4 15,0 23 1-15,0-23 0 16,0 0 1-16,4 19-1 16,-4-19-1-16,0 0 0 15,0 0-1-15,0 0-2 16,0 0 1-16,0 0-2 15,0 0-3-15,0 0 0 16,5-16-24-16,-5 16-59 16,3-33-31-16,-3 6-20 15,4-1-15-15,-1-10-15 16,4 0 4-16</inkml:trace>
  <inkml:trace contextRef="#ctx0" brushRef="#br1" timeOffset="165711.67">17986 13857 178 0,'-26'-26'171'15,"10"10"-43"-15,16 16-26 16,-19-33-8-16,16 16-10 15,3-6-11-15,3 2-17 16,6-4-27-16,5-1-27 16,5 1 0-16,3-1-1 0,1 6 1 15,6-1-1 1,1 7 1-16,-2 4 0 16,-2 8 1-16,0 7 3 15,0 4 0-15,-5 10 1 0,-6 3-1 16,1 9 2-16,-9 4-3 15,-7 7 2-15,-7 1-4 16,-2 4 0-16,-8-1-4 16,-6-1 1-16,1-1-1 15,-4-1 0-15,0-5 0 16,0-7 0-16,0-3 2 16,3-7-1-16,4-6-4 15,3-4-2-15,16-11-3 16,-19 5 0-16,19-5 1 15,0 0-2-15,2-24 0 16,-2 24 1-16,17-32 5 16,-5 15 1-16,6-2 3 0,1 0 1 15,7 0 0-15,0 0 0 16,2 5 0-16,8 4 0 16,1 6 3-16,-3 4 0 15,8 9-2-15,1 5 3 16,-1 8 0-16,3 9 1 15,-8 4 2-15,1 7-1 16,-9 1-2-16,-6 4 2 16,-7-1-2-16,-10 4 0 15,-6-1 0-15,-6 1-6 16,-10-5 4-16,-7-2-6 16,-3-5 6-16,-3-3-6 15,-6-5 7-15,-1-8-9 0,-6-8 2 16,2-7 0-16,-2-7-2 15,4-7 0-15,-2-5-21 16,-1-12-73-16,8-9-49 16,10-2-21-16,7-10-5 15,13-2 2-15,-1-8 1 16</inkml:trace>
  <inkml:trace contextRef="#ctx0" brushRef="#br1" timeOffset="166663.34">18692 13412 289 0,'4'-40'179'0,"-11"3"-45"15,-2 3-29-15,-1 6-5 16,-13 4-19-16,-3 7-20 16,-12 1-50-16,-2 6-3 0,-2 3-2 15,-10 2-1-15,0 5-3 16,-5 5-1-16,1 7-2 15,-6 3 0-15,1 8-3 16,-1 5 2-16,-3 6-1 16,-2 6 4-16,-4 9-3 15,-1 4 2-15,1 8 0 16,0 5 0-16,2 6 1 16,4 8 2-16,3 6-2 15,12 6 1-15,3-2-1 16,12-2 2-16,5-1-4 15,11-4 3-15,12-5-1 16,4-4-5-16,10-10 4 16,3-5-5-16,13-5 4 0,-1-4-6 15,8-3 7-15,1-2-8 16,9-2 3 0,5-5 1-16,11-1-1 0,1-6 1 15,6-2 1-15,8-3 0 16,3-5-1-16,6-5 3 15,2-8-1-15,-1-3 1 16,-2-6 0-16,0-6 0 16,0-5-1-16,-5-9 0 15,1-3 1-15,-4-8-2 16,-3-2 1-16,-6-4 0 16,-1-4 1-16,-2-3-2 0,-4-2 2 15,-2-1 2 1,-8-2-3-16,-4-2 4 15,-2 2-5-15,-7-4 5 16,-2-1-3-16,-7-1 3 0,-8-1-4 16,-1 2 2-16,-5 1 1 15,-2-3-2-15,-4 0 3 16,1 1-3-16,-4 1 2 16,0 3 0-16,-4 0 1 15,1 2 0-15,-6 0 2 16,2 1-1-16,-3 1 1 15,-2 1 1-15,-2 0 0 16,-5 4 0-16,-1 0 0 16,-2 3 1-16,-1 4 0 15,-3 3 0-15,-3 3 1 16,-1 6 0-16,1 3 0 16,-3 2 0-16,0 4-2 0,-1 4-3 15,1 4-68-15,-4 2-77 16,3 2-26-16,10 4-7 15,-4-4-1-15,9 8-6 16</inkml:trace>
  <inkml:trace contextRef="#ctx0" brushRef="#br1" timeOffset="188136.61">10622 13815 72 0,'0'0'30'16,"0"0"-1"-16,0 0-2 15,14-9-2-15,-14 9 0 16,0 0 1-16,0 0 0 15,0 0 2-15,0 0 3 16,0 0 2-16,0 0-1 16,0 0 1-16,0 0-3 15,0 0-1-15,0 0-6 16,0 0-4-16,0 0-4 0,0 0-3 16,0 0 0-16,0 0 0 15,0 0 0-15,0 0 1 16,0 0 4-16,0 0 6 15,0 0 6-15,0 0 7 16,0 0 6-16,-14 4 9 16,14-4-2-16,0 0-5 15,0 0-6-15,0 0-7 16,0 0-8-16,0 0-7 16,0 0-10-16,0 0-9 15,11-21-1-15,-11 21 2 16,7-24 2-16,-7 24 1 0,15-31-1 15,-2 10 2-15,0-3-1 16,7 1 0-16,-1-3-1 16,7 0 1-16,0-2 3 15,3 1 1-15,1-1 0 16,4-1 0-16,3-1 0 16,-1 3-2-16,3-1-3 15,2 2 0-15,4-2 0 16,2 0 0-16,2-1 0 15,-1 0 0-15,3-3 0 16,1 0 0-16,0-1 0 16,3-2 0-16,-2 0 0 15,2 3 0-15,-1-3 0 0,1 2 0 16,4 0 0-16,-1 0 0 16,-3 2 0-16,1 2 0 15,1-1 0 1,2 3 0-16,0-1 0 0,-2 2 0 15,2 2 0-15,-3 3 0 16,-2 0 0-16,1 0 0 16,1 2 0-16,-4 0 0 15,0 0 0-15,2 4 0 16,1-3 0-16,4 1 0 16,-3 0 0-16,1 1 0 15,2 1-1-15,-1-1 1 16,1 2-4-16,0 0 5 0,-2 2-5 15,2 2 5 1,0-1-1-16,-2 1 0 16,6 1 0-16,1-1 1 15,0 1-1-15,2-1-1 0,2 1 1 16,-1 1-1-16,5-1 0 16,2 2 1-16,-3-2 0 15,8 4 1-15,-1 0-1 16,-4-2 1-16,4 2 0 15,-3 0-1-15,5-2 1 16,-2-2 0-16,0 2-1 16,0-1 0-16,0-1 1 15,6 0 0-15,-3 2 0 16,1 0-2-16,1 4 2 16,6-1 0-16,-2 3-1 15,-2 2 0-15,1 1 0 16,5 0-1-16,-3 3 2 0,-1 2-1 15,-5 0 0-15,-1 0 0 16,-5 2 0-16,-1-1 0 16,3 1 0-16,-10 1 0 15,1 1 0-15,-1-1 0 16,0 2 0-16,3 0 0 16,-3 0 0-16,1 0-1 15,2 1 1-15,0-1 0 16,-3 0-1-16,0-2 1 15,1 2-1-15,-1-1 1 16,-4-1-1-16,-1 0 0 16,-3 1 1-16,-1 1-2 15,-1-2 3-15,1 3-2 0,-4-1 1 16,-3 0 3-16,-1-2-2 16,1 4 2-16,-4-2-7 15,4-2 6-15,-3 3-6 16,0-3 7-16,-4 0-6 15,2 1 2-15,1-1-2 16,-3-1 2-16,-3-1 2 16,0 1-2-16,-2 0 0 15,-2-1 1-15,-2-1 0 16,-4 0-1-16,-3 0 0 16,-3 0 1-16,4-2 0 15,-8 2 0-15,-3-2 0 0,4 2 0 16,-1 0 1-16,-1-2-1 15,-2 2 1 1,0 0-1-16,0 2 0 16,1-2 0-16,0 2 0 15,-4 1 0-15,3 2 1 0,0 2-2 16,-1 1 2-16,1 3-1 16,-4-1 0-16,3 2 0 15,-3-2 0-15,-3 1 0 16,2-3 0-16,-14-15 0 15,19 25-1-15,-19-25 1 16,19 15 0-16,-19-15-1 16,0 0 0-16,18 17 0 0,-18-17 0 15,0 0-1-15,0 0 2 16,5 19-2-16,-5-19 2 16,0 0 0-16,0 0-1 15,0 0 1-15,0 0 0 16,0 0 1-16,0 0 0 15,0 0 0-15,0 0-1 16,-12 16 1-16,12-16-1 16,0 0 1-16,0 0-1 15,0 0 0-15,-7 16 0 16,7-16 0-16,-7 17 0 16,7-17-2-16,-5 31 2 15,5-14 0-15,3 2 0 0,-3-1-1 16,2 1 2-16,-2-2-2 15,0-17 2-15,3 23-1 16,-3-23-2 0,0 0-6-16,0 0 1 0,0 0 0 15,18-16 0-15,-15-6 2 16,-1-6-2-16,2-5 3 16,-4-9 1-16,-4-6 8 15,-1-7-2-15,-6-1 2 16,1 1-3-16,-2 1 2 15,-2 2 1-15,-2 4-6 16,1 1 4-16,1 5-5 16,5 6 4-16,-1 5-5 0,1 5 6 15,6 5-7 1,-4 6 5-16,7 15 0 16,-4-19 1-16,4 19 1 15,0 0 0-15,0 0 0 0,0 0-1 16,0 0 1-16,0 0-1 15,0 0 1-15,0 0-1 16,0 0-1-16,0 0 0 16,0 31 4-16,11-7-7 15,-6 5 6-15,5 6-5 16,1 7 3-16,4 4-5 16,1 3 6-16,3-1-4 15,2-4 1-15,-6-3 3 16,8-5-2-16,-4-1 1 15,2-7-1-15,-5-6 2 16,-1-4-2-16,-15-18 0 16,19 20-2-16,-19-20 0 0,0 0 1 15,18 16-2-15,-18-16 1 16,0 0 1-16,0 0-2 16,0 0 3-16,-14 22-1 15,-5-11 1-15,-4 8-2 16,-15 5 3-16,-9 5-1 15,-14 10 0-15,-17 4 0 16,-16 7 0-16,-6 7-1 16,-13 4 0-16,-5-1-2 15,2-1 2-15,-1-2-2 16,10-10 1-16,9-7-83 16,12-16-93-16,8-31-10 15,17-17-4-15,2-28-2 0,19-16 8 16</inkml:trace>
  <inkml:trace contextRef="#ctx0" brushRef="#br1" timeOffset="189711.24">12886 11629 277 0,'0'0'137'15,"0"0"-4"-15,0-21-22 16,0 21-9-16,0-16-21 16,0 16-15-16,3-15-19 0,-3 15-13 15,0-16-14-15,0 16-14 16,0 0-1-1,0-17-1-15,0 17-4 16,0 0 0-16,0 0 0 0,0 0 0 16,0 0 0-16,-15 9 0 15,15-9-2-15,-18 17-5 16,10-2 4-16,-3 6-4 16,1 3 4-16,1 2 1 15,-1 4 5-15,1 3-3 16,6 3 4-16,3-1-1 15,3-1-3-15,2-3 1 16,2 1 0-16,7-5-1 0,2 1 0 16,6-5 2-1,-3-3-1-15,8-4 1 16,2-2-1-16,1-6 0 16,1-4 0-16,5-4 0 0,1-4 1 15,1-3-1-15,0-3-1 16,-1-2 0-16,1-4 0 15,2-1 0-15,-6 0 0 16,-1-2 0-16,-3 0 0 16,-4 0 0-16,-4 0 0 15,-2 0 0-15,-8 0 0 16,-2 1 0-16,-3-1 0 16,-3 0-2-16,-1 0 1 15,-6 0-2-15,-1 2 2 16,-3-4-1-16,-3 2-5 15,1 0 3-15,-1 2-4 16,-3-1 3-16,0 3-4 0,-3-1 4 16,2 1-2-16,14 15 1 15,-24-21 6-15,24 21 0 16,-30-21 0-16,30 21-1 16,-26-17 2-16,26 17-2 15,-26-16 1-15,26 16-1 16,-29-14 0-16,13 9 0 15,16 5 1-15,-29-10-1 16,13 6 0-16,-1-1 1 16,17 5-1-16,-30-5 2 15,30 5-1-15,-26-2 0 16,26 2 0-16,-28-2 0 0,28 2 2 16,-22 0-1-16,22 0-1 15,-26 2 1-15,26-2-1 16,-26-2 0-16,26 2 1 15,-26 4-2-15,26-4 0 16,-30 3 1-16,30-3-2 16,-29 7 2-16,13-2-2 15,2 2 1-15,-2 0 0 16,1 4 0-16,-3-1-1 16,3 4 2-16,-1 1 0 15,-1 1-1-15,1 7 7 16,1 1-3-16,4-2 5 15,-1 1-3-15,2-1 4 0,-1-1-2 16,11 2-75-16,-5-1-81 16,5-22-38-16,9 16-6 15,-9-32-6 1,19-3 8-16</inkml:trace>
  <inkml:trace contextRef="#ctx0" brushRef="#br1" timeOffset="193920.23">13839 11125 157 0,'0'-16'76'0,"-4"1"3"15,4 15 9-15,-3-23 8 16,3 23-6-1,0-15-11-15,0 15-5 16,0 0-8-16,0 0-15 0,0 0-11 16,-2-16-18-16,2 16-19 15,0 0-3-15,0 0 1 16,0 0-2-16,0 0 1 16,0 0 0-16,0 0-1 15,0 0 0-15,0 0 0 16,0 0 0-16,0 0 0 15,0 0 1-15,0 0 0 0,0 0 0 16,0 0 0 0,0 0 1-16,0 0 0 15,0 0 1-15,0 0 0 16,0 0 2-16,0 0 0 0,0 0 4 16,0 0 3-16,0 0 1 15,-10 24-1-15,10-3 0 16,-4 12-1-16,1 10-3 15,3 13 0-15,-5 11-4 16,-2 11 1-16,0 9-1 16,-5 3 0-16,1 1 0 15,-4 1-3-15,-3-5 0 16,-1-2 0-16,4-2 0 16,-8-7 0-16,6-5 0 15,1-7 0-15,0-9 0 16,2-8 0-16,2-12 0 15,5-6 0-15,0-10 0 0,7-19 0 16,0 17-9-16,0-17-2 16,0 0-2-16,0 0 0 15,0 0 0-15,0 0 0 16,0 0 4-16,0 0 4 16,14-12 1-16,-14 12 3 15,0 0 2-15,4-19-62 16,-4 19-59-16,15-29-38 15,-4-1-10-15,4-4-3 16,5-15-1-16</inkml:trace>
  <inkml:trace contextRef="#ctx0" brushRef="#br1" timeOffset="195544.37">14410 11430 83 0,'0'0'57'0,"3"-18"4"16,-3 18 2-1,0 0 5-15,9-17 10 16,-9 17 14-16,0 0-7 0,7-16-7 16,-7 16-9-16,0 0-7 15,0 0-12-15,0 0-8 16,-3-15-18-16,3 15-21 15,0 0-1-15,0 0-1 16,0 0 1-16,0 0 0 16,0 0-1-16,0 0 0 15,0 0 0-15,0 0 1 0,0 0 1 16,0 0 1 0,0 0 2-16,-16 9 2 15,16-9 2-15,0 0 0 16,0 0 0-16,-14 15-1 0,14-15-2 15,-12 21-1-15,12-21-4 16,-19 29 0-16,8-10-3 16,-1 4 0-16,-2-1-1 15,6 3 2-15,-3 4 5 16,1-1-2-16,5-1 1 16,-2 1-1-16,3-2 1 15,1-2-1-15,-1-1-2 16,4-1-1-16,4-6-3 15,-1-1-3-15,1 1 0 16,-4-16-2-16,12 23 0 16,-12-23 0-16,17 19 0 15,-17-19 1-15,23 12 0 0,-23-12 2 16,26 8 0-16,-26-8 1 16,29 7 1-16,-10-7 0 15,-3 2 1-15,3-2 1 16,2 0 0-16,-2-3-1 15,0 1 0-15,-3-3 1 16,6-2-1-16,-4 0 1 16,1 0-1-16,0-4 1 15,4 1 0-15,-6 0 2 16,2-1-2-16,-3-3 1 16,-16 14 0-16,29-29 1 15,-17 13-5-15,2-3 5 16,-7 0-5-16,2 0 0 0,1 0-1 15,-1 2 2-15,-2-2-1 16,-7 19 0-16,10-28 4 16,-10 28-4-16,4-22 6 15,-4 22-2-15,1-24 2 16,-1 24-2-16,-1-23 2 16,1 23-1-16,-4-22 2 15,4 22-1-15,-10-23 2 16,10 23-1-16,-12-21 1 15,12 21 1-15,-18-17 0 16,18 17-1-16,-22-17 1 16,22 17-1-16,-23-16 0 15,8 9-1-15,15 7-1 0,-30-15-1 16,30 15-1-16,-29-16 0 16,13 9 1-16,16 7-1 15,-26-17 1 1,26 17 0-16,-26-14 1 0,26 14 1 15,-23-12 0-15,23 12 1 16,-19-7 0-16,19 7 0 16,-21-5 0-16,21 5 0 15,-19-2 0-15,19 2 0 16,-19 2 0-16,19-2 0 16,-22 7-1-16,22-7 1 15,-26 22-12-15,26-22-90 16,-26 35-59-16,19-6-26 0,-9-1-13 15,9 8-13 1,-9-3 55-16</inkml:trace>
  <inkml:trace contextRef="#ctx0" brushRef="#br1" timeOffset="198375.39">11463 11650 201 0,'0'0'84'0,"0"0"6"15,0 0 6-15,0 0 3 16,0 0-5-16,0 0-9 15,0 0-8-15,0 0-18 16,0 0-9-16,0 0-11 16,0 0-17-16,-7 17-10 15,14 4-6-15,3 10-1 16,2 7-5-16,2 5 4 0,5 7-4 16,4 4-2-16,-1-6-1 15,1-3 2 1,-4-5-1-16,0-5 2 15,2-7-1-15,-6-4 0 16,-4-9-2-16,-11-15-1 0,19 16-4 16,-19-16-1-16,0 0 1 15,19-10-1-15,-19 10 0 16,7-35 1-16,-4 7 2 16,3-6 1-16,-6-6 5 15,3-5 0-15,-3 0 2 16,0-2-3-16,-3 4 3 15,3 1-2-15,0 9 1 0,0 2 0 16,0 9 1 0,0 4-3-16,0 18 7 15,0 0 3-15,0 0 1 16,17 13-2-16,-5 7 2 0,6 10-1 16,1 4-1-16,3 4 2 15,1 0-7-15,3-1-3 16,0-3 0-16,-4-6 0 15,-2-5-4-15,-5-6 0 16,-15-17-2-16,23 19-2 16,-23-19-1-16,0 0-1 15,17-14 2-15,-17-5-1 16,0-7 4-16,0-7-1 16,0-7 5-16,-3-6 0 15,-1-4-4-15,1 1 3 16,3 2-3-16,-4 8 4 15,4 4-5-15,4 5 4 0,-4 10-3 16,3 4 2-16,-3 16 3 16,14-17-1-16,-14 17-39 15,16-7-34-15,-16 7-25 16,26 3-30-16,-7 1-13 16,0 1-13-16,-2 0-6 15,9 6 40-15</inkml:trace>
  <inkml:trace contextRef="#ctx0" brushRef="#br1" timeOffset="198672.61">12134 11790 170 0,'26'-12'47'0,"0"-7"-3"16,9 3-10-16,-2-3-20 15,0 3-13-15,-2 3-19 16,-8 0-24-16,-6 8-10 15,-17 5-15-15,19 7-8 0,-19-7 20 16</inkml:trace>
  <inkml:trace contextRef="#ctx0" brushRef="#br1" timeOffset="198890.76">12173 11966 261 0,'19'-12'93'16,"7"-3"-11"-16,3-3-11 15,4 1-20-15,5-6-24 16,-1 1-44-16,4-2-47 0,1 6-37 16,-5-8-24-1,4 11-3-15,-8-16-7 16,9 8 121-16</inkml:trace>
  <inkml:trace contextRef="#ctx0" brushRef="#br1" timeOffset="199763.37">14601 10928 174 0,'-19'-2'83'15,"19"2"11"-15,0 0 9 16,0 0 5-16,0 0-13 16,0 0-13-16,0 0-12 15,0-19-13-15,0 19-12 16,26-12-17-16,-7 5-17 15,0-2-11-15,4 1 0 16,3 1-1-16,-4 0 0 16,1 3 0-16,-2 3 0 15,-6 1 1-15,1 3 0 0,-16-3 1 16,22 17 0-16,-22-17 0 16,11 26 0-16,-8-8 0 15,-6 1 1-15,-1 1-1 16,-4 6 0-16,-6-1-2 15,2 1 2-15,-6 0-2 16,-1 1 0-16,0-1 0 16,0-2 0-16,2-1 0 15,1-4 0-15,2-2 0 16,6-1 0-16,8-16-1 16,-11 19 0-16,11-19 0 15,0 0-2-15,0 0 0 16,0 0 1-16,23 3-2 0,-9-10 2 15,5-1 0-15,3-3 1 16,8-2 1-16,-1-1 1 16,6-4 2-16,1-1-1 15,-1 0-1-15,-2-3-39 16,4 4-38-16,-10-2-31 16,3 2-20-16,-8 1-11 15,1 2-5-15,-9 1-2 16,-14 14 9-16</inkml:trace>
  <inkml:trace contextRef="#ctx0" brushRef="#br1" timeOffset="199985.54">15071 10959 198 0,'26'-12'79'16,"-10"7"-3"-16,3-4-8 0,7 2-8 15,-3-2-19-15,1 1-17 16,-1 1-15-16,-4 2-18 16,0 1-31-16,-19 4-26 15,22 0-5-15,-22 0-9 16,0 0-2-16,0 19-3 16,0-19 2-16</inkml:trace>
  <inkml:trace contextRef="#ctx0" brushRef="#br1" timeOffset="200166.68">15101 11125 184 0,'0'0'79'16,"26"3"-4"-16,-7-13-7 16,7-2-7-16,7-5-28 15,5-6-47-15,7 1-42 16,0-8-35-16,4 4-17 15,-4-7-9-15,7 11 4 16</inkml:trace>
  <inkml:trace contextRef="#ctx0" brushRef="#br1" timeOffset="204070.45">18434 12430 217 0,'-4'-22'106'0,"-3"-3"16"0,-1-1-15 15,4 6-1-15,1-1-15 16,3 21-8 0,-4-28-18-16,4 28-24 0,0 0-23 15,0 0-20-15,0 0 2 16,0 0-1-16,0 35-1 15,7-4 2-15,-3 9 1 16,4 7 1-16,3 4 2 16,4 7-4-16,-1 0 2 15,5-2-6-15,-3-2 5 16,1-6-5-16,2-5 3 0,-3-3 0 16,3-2 0-16,-2-3 1 15,-4-4-2 1,0-5 3-16,0 0 0 15,1-2 0-15,-6-1-1 16,-1-6 2-16,-3-2-1 0,-4-15-1 16,8 23 1-16,-8-23-1 15,0 0-1-15,0 0-2 16,0 0 0-16,0 0-2 16,0 0 1-16,0 0 1 15,18-7 0-15,-22-9 0 16,1-4 2-16,-4-8 0 15,-2-10 3-15,-1-5-2 16,-1-9 2-16,-4-2 1 16,2-5-6-16,0-5 5 15,0 0-5-15,0 5 3 16,0 4-4-16,0 5 4 0,4 5-4 16,2 7 2-16,-4 6 2 15,6 12-1-15,5 20 1 16,-7-25 0-16,7 25 1 15,0 0 2-15,0 0 0 16,0 0 1-16,-7 33-1 16,11-5 0-16,3 12 3 15,-2 7-5-15,2 6 3 16,7 10-5-16,-2-1 3 16,2 0-4-16,2-1 4 15,-4-4-4-15,2-9 1 16,-2-4 1-16,2-5-1 15,-6-4 0-15,3-4 0 0,-4-5 1 16,1-3-2-16,-1-4 2 16,0-4 0-16,-7-15 0 15,9 25 1-15,-9-25 1 16,0 0 0-16,7 17 4 16,-7-17 4-16,0 0 0 15,0 0-1-15,0 0 3 16,-19 17-2-16,19-17-3 15,-33 16-2-15,7-9-4 16,-6 1-5-16,-4 1 0 16,-6 0-2-16,-6-1 1 15,-4 1-1-15,0 1 2 16,0 1 0-16,-1 1 4 0,5-2-1 16,-1 4 3-16,4-2-1 15,7 0 1-15,1 0 0 16,4-3 1-16,11 0-2 15,-1-4-6-15,23-5-2 16,-19 3-1-16,19-3-1 16,0 0-2-16,0 0 0 15,0 0 0-15,0 0 3 16,0 0 4-16,16-17 3 16,-16 17-1-16,29-12 1 15,-10 3 1-15,11-1 1 16,10-2-2-16,2-4 1 15,10-3 0-15,3 0-1 0,2 0 1 16,6 0 1-16,-2 0-1 16,-6 3 0-1,-3 1 0-15,-10 3 1 16,-6 3-1-16,-8 2 1 0,-3 2-1 16,-25 5 2-16,19-2 0 15,-19 2 4-15,0 0 7 16,0 0 0-16,-11 18 0 15,-4-12 0-15,-8 3-1 16,-10 0-2-16,-2-1-3 16,-8 1-5-16,-9 0-7 15,-2-2-2-15,-2-4-1 16,-3 2 1-16,2-5 0 0,2 0 1 16,-1 0 1-16,11-1 2 15,0-5 0-15,5 1 1 16,9 2 1-1,1-1 0-15,11 1-1 0,2-1-1 16,17 4 0-16,-16-5-3 16,16 5 1-16,0 0 1 15,0 0-1-15,0 0 1 16,23-2 1-16,-4 8 0 16,10 2 1-16,4-1 2 15,9 2-1-15,3 0 0 16,7-3 0-16,0 0 0 0,4-1 1 15,-8-3 0-15,1-2-1 16,-4 0 1 0,-7 0 0-16,-5-4 1 15,-7 2 0-15,-7 1 0 0,-19 1 0 16,19-2-1-16,-19 2 3 16,0 0 1-16,-15-10 1 15,-4 4 0-15,-11-1-1 16,-6-3-1-16,-6-4 1 15,-10 0-1-15,-2 0-1 16,-5-1-1-16,0 3-1 16,2 1 1-16,5 1-1 15,3 1 0-15,6 4 2 16,8 2-1-16,9 3 0 16,4 0-3-16,6-2 0 15,16 2-2-15,-17-4 0 16,17 4 0-16,0 0-2 0,0 0 1 15,0 0-1-15,0 0 3 16,19-10 0-16,-2 14 2 16,6 1 0-16,10 2 0 15,5 3 1-15,10 0-1 16,8 4 1-16,5-2 0 16,1-1 0-16,2-1-1 15,1-1 1-15,-13-2 1 16,-4-2 0-16,-8 0-1 15,-10-3 0-15,-8 0 1 16,-22-2 3-16,16 3 1 16,-16-3 0-16,0 0 0 15,-30-3 1-15,4 1-1 0,0 0 2 16,-12-1-1-16,2-1-3 16,-6 1 1-16,0 3 0 15,6 0 0-15,1 3 1 16,6 1 2-16,3-1-1 15,10 6-53-15,16-9-90 16,-21 7-34-16,21-7-20 16,14-16-7-16,9-3-3 15</inkml:trace>
  <inkml:trace contextRef="#ctx0" brushRef="#br1" timeOffset="213649.94">18887 13382 138 0,'-19'-15'81'0,"19"15"11"15,-16-16 2-15,16 16 8 16,-19-14-5-16,19 14 1 16,-17-14-6-16,17 14-7 15,-20-12-19-15,20 12-11 0,-19-8-32 16,19 8-23-16,-26-11 0 15,26 11 0-15,-22-8 0 16,22 8 0-16,-30-9 0 16,11 4 0-16,2 0 0 15,-2 1 0-15,0 1 0 16,0-3 0-16,-4 5 0 16,-3-5 0-16,0 5 0 15,7-1 0-15,-7 0 0 16,0 1 0-16,0 1 0 15,0 0 0-15,-4 1 0 16,1 3 0-16,3-1 0 16,-9 1 0-16,2 3 0 0,3 1 0 15,-1 3 0-15,-5-1 0 16,6 2 0-16,-5 2 0 16,2 0 0-16,1 1 0 15,-3 1 0-15,-2-2 0 16,3 1 0-16,4-1 0 15,-3 0 0-15,4 0 0 16,1-2 0-16,2 0 0 16,3 0 0-16,1-1 0 15,1 3 0-15,2-2 0 16,0 3 0-16,0-1 0 16,5 3 0-16,-2-1-13 15,2 3-6-15,-1-2 0 0,-1 2 13 16,2 0 1-16,-2 0 0 15,1-1 1-15,-3 3 1 16,3 1 0 0,1 2 0-16,2-1 2 0,0 3-2 15,1-2 2-15,-3 4-1 16,6 1 2-16,-3 1-2 16,-1-3 3-16,2 6-1 15,-2 0 1-15,5 2-1 16,0 1 1-16,0 0-1 15,-2-1 1-15,6 3 0 16,-1 0 0-16,1-3-1 0,3-2 3 16,0-1-3-16,0 0 2 15,0-5 3 1,7 1-1-16,-1 0 1 16,3-1-7-16,5 3 7 0,2-1-8 15,1 1 9-15,-1 3-8 16,10-2 3-16,-4 3-5 15,8-2 6-15,-2 0 0 16,5 1-1-16,-1 0 0 16,7 0-1-16,1 0 2 15,1-2-2-15,1 2 2 16,3 0-3-16,-2-5 3 16,3 3-2-16,2-5 1 0,-3-2-1 15,0-3 1 1,1-4 0-16,2-3 0 15,1-7 0-15,-1 0 1 16,1-6-1-16,0-4 0 0,3-4 1 16,0-5 0-16,3 0 1 15,1-2-2-15,-4-3 1 16,-2-2-1-16,-3-2 1 16,-2 0-1-16,-3 0 1 15,-4-3-1-15,-1 2 1 16,1-3-2-16,-5-2 2 15,0-1-2-15,-2-1 0 16,2-1 0-16,-4-1 0 16,4 0-1-16,-5 1 2 15,-2 1-3-15,0 1 1 16,0-1 2-16,0 5 0 16,-7-4 1-16,4 4-4 0,-6-2 6 15,-4-2-7-15,0 0 7 16,0-1-5-16,-7-1 2 15,1-6-3-15,-1 0 2 16,-3-2 1-16,4-4-3 16,-3-1 1-16,2 0-1 15,0 1 1-15,-3 0-1 16,4 3 2-16,-3 1-3 16,-4 3 3-16,0 0-2 15,0 4 0-15,-7-2 0 16,0-1 1-16,-2-1-1 15,-5-1 1-15,-5-1-1 16,-4-2 2-16,1-3 0 0,-8 2 2 16,-3 0-1-16,-1 1-1 15,-6 1 1-15,-2 1 0 16,0 3-1-16,1 6 0 16,-3 0-3-16,3 6 1 15,-1 1-2-15,2 2 2 16,2 5-2-16,5 2 0 15,-2 3 0-15,2 6 1 16,0 1 1-16,7 2 0 16,-2 2 1-16,2 3-1 15,0-2 3-15,9 4 0 16,1-3-1-16,16-4 2 16,-22 5-1-16,22-5 2 0,0 0 2 15,0 0-1-15,0 0-1 16,0 0 2-16,0 0-1 15,0 0-1-15,0 0 0 16,12-16-2-16,-12 16-1 16,0 0 0-16,21-12 0 15,-21 12 1-15,22-12-1 16,-22 12 0-16,26-15-36 16,-26 15-81-16,26-21-56 15,-24-9-15-15,9-3-6 16,-15-22-3-16,11-4 113 15</inkml:trace>
  <inkml:trace contextRef="#ctx0" brushRef="#br1" timeOffset="-169479.6">17840 15028 261 0,'-19'4'180'16,"19"-4"-51"-16,0 0-33 0,0 0-10 16,-14 14-13-16,14-14-9 15,0 0-17-15,0 0-31 16,0 19-33-16,0-19 3 15,0 0 5-15,4 19 4 16,-4-19 3-16,-4 21 3 16,4-21-2-16,-5 31 1 15,1-14 1-15,-3 4 0 16,0 1 0-16,2 1 0 0,-9 3 0 16,2 0 1-16,-2 3-1 15,-5 1 2 1,-3 2 1-16,-1 3-1 15,-3-2 1-15,-7 2-1 0,4-4 1 16,-6 3-2-16,-2-2 1 16,3-1-1-16,-3-2-2 15,-1-1 1-15,2-2-1 16,-3-2 1-16,3 2-2 16,1 0 3-16,-5-2-1 15,2 0 0-15,2 1-1 16,-6-3 0-16,0 1 0 0,1-1 1 15,-6 2-1 1,-2-1 0-16,-3 3-1 16,-2-2 1-16,-8 0-2 15,-2 1 2-15,-4-1-1 0,-7 0 0 16,-3 0 1-16,-3-1 0 16,-3-4 0-16,-1 2 1 15,-2-1 0-15,2-1-1 16,-5 0 2-16,2 0-2 15,-6-1 0-15,-3-1 0 16,3 0 1-16,0 2-2 16,0-1 1-16,-3-3 2 15,0-1-2-15,2 2 1 16,-3 1 0-16,5-5-2 16,-5 2 3-16,-2-4-5 15,3 3 5-15,-1-5-4 16,1 1 2-16,0 1-3 0,-4-6 3 15,4 1-1-15,3-2 1 16,1 1 1-16,-1-4-2 16,-2 0 1-16,3-2 0 15,2-5 1-15,5 5 0 16,-3-3 2-16,6 0-2 16,1 0 2-16,1 0-2 15,2 1 0-15,0-3 1 16,0 0-2-16,5-3-1 15,3 1 1-15,-1-3-3 16,7 0 3-16,0-2-2 16,6 2 2-16,-1-2-3 15,7 4 3-15,5-2-1 0,-4 1 1 16,3-1-1-16,1 0 0 16,-1 2 0-16,0-2 0 15,4-4 0-15,-7 2 1 16,0-1 0-16,3-1-2 15,-3 0 2-15,-3 1 1 16,1-1-1-16,-5 1 0 16,0-1 0-16,2 2 0 15,-2 0 0-15,1 2 1 16,3-2-1-16,-1 1 0 16,1 1 0-16,-2-1 0 15,4 0-1-15,1-1 1 16,4-2-1-16,-1 2 0 0,4-1 0 15,3 1-1-15,2-3 1 16,2-3-1-16,2 1 0 16,1 2 0-16,2-4 1 15,4 1-2-15,3 1 2 16,0-2-1-16,-1 0 0 16,5 2 1-16,3-2 0 15,0 2 0-15,0 0 0 16,1 0 0-16,-1 2 1 15,4-1 0-15,-3 1 0 16,18 17 0-16,-28-28 0 16,28 28-1-16,-20-20 1 15,20 20-1-15,0 0 0 0,-20-19 1 16,20 19-1-16,0 0 0 16,0 0 2-16,0 0-1 15,0 0-1 1,0 0 2-16,0 0-1 0,0 0-1 15,0 0 0-15,0 0 1 16,0 0-2-16,0 0 1 16,0 0-1-16,0 0 1 15,0 0 0-15,0 0 3 16,0 0-1-16,7-21-2 16,-7 21 3-16,30-31-2 15,-4 12-2-15,5-6 3 16,6-1-4-16,4-5 1 15,11 0-2-15,-3 2 4 0,0 3-4 16,-4 2 4 0,-5 3 1-16,-9 5-1 15,-5 4 0-15,-7 3 0 0,-19 9 1 16,17-5 4-16,-17 5-1 16,0 0-1-16,-13 16-1 15,13-16 0-15,-32 22 1 16,6-6 0-16,0 3-3 15,-7 2-2-15,-5 5 4 16,-2 0-3-16,-2 3 3 16,-3 2-3-16,0-1 4 0,5-1-2 15,-1-3 2 1,-1 0-3-16,5-4-1 16,8-2 3-16,3-7-2 15,3-2 1-15,4-4-1 0,19-7-1 16,-26 10-1-16,26-10 0 15,0 0 0-15,0 0-1 16,0 0 0-16,0 0-1 16,0 0 0-16,0 0 1 15,0 0 2-15,0 0 0 16,0 16-1-16,0-16 1 16,14 31 0-16,2-7 1 15,-1 9 0-15,11 7 1 16,0 1-2-16,7 6 2 15,2 0-2-15,2 0 3 16,1-4-3-16,-2-2 1 16,-3-4-2-16,-2-6 2 0,-1-3 1 15,-7-3 2-15,-4-4 0 16,-2-3 1-16,-1-3-110 16,-1 4-50-16,-15-19-2 15,21 19-10-15,-21-19 0 16,0 0 20-16</inkml:trace>
  <inkml:trace contextRef="#ctx0" brushRef="#br1" timeOffset="-168270.75">13443 17398 478 0,'0'0'193'15,"0"0"-39"-15,0 0-75 16,0 0-42-16,11-28-12 16,1 4-18-16,-2-2 1 15,2-8-7-15,2-4-1 16,2-7-2-16,-2-1 1 15,-2 3 0-15,-2 0-2 16,-3 8 3-16,-2 6-2 0,-1 8-2 16,-1 6-4-1,-3 15 0-15,0 0 1 16,0 0 0-16,-3 15 0 16,3 9 0-16,0 4 1 15,3 8 2-15,1 4 4 0,3 5-1 16,1 7 1-16,6 2 0 15,2 1-1-15,0-3 2 16,1 0-3-16,2-3 3 16,-3-4-1-16,1-2 2 15,-5-5-3-15,-1-5 1 16,-6-7 1-16,-2-4-1 16,1-3 1-16,-4-19-1 15,-7 26 0-15,7-26-1 0,-16 16 0 16,16-16 0-1,-26 7 0-15,7-4 0 16,0 2 1-16,-4 1-1 0,-3-1 1 16,0 3 1-16,0 1-1 15,0 3 0-15,-3 2 1 16,3-2-2-16,3 0 0 16,4 0 0-16,0-1 1 15,19-11 1-15,-17 7 3 16,17-7 3-16,0 0 0 15,0 0 2-15,0 0-1 16,33-18 0-16,-4 10-2 0,6 3-1 16,5-2-4-1,8 0-2-15,10-2-1 16,-3 2-1-16,4 0 1 16,-3 2 0-16,-8 3 0 0,-3-1 0 15,-10-1 1-15,-5 4-1 16,-11-1 1-16,-2 2 0 15,-17-1 1-15,0 0 0 16,16-1 1-16,-16 1-19 16,0 0-91-16,0-16-52 15,0 16-4-15,15-38-5 16,4 9-2-16,2-13 21 16</inkml:trace>
  <inkml:trace contextRef="#ctx0" brushRef="#br1" timeOffset="-167661.31">14657 16659 275 0,'0'0'169'16,"0"0"-31"-16,-11-21-19 16,11 21-10-16,0 0-10 15,0 0-25-15,0 0-39 16,-16 9-36-16,16-9-5 16,-10 24-2-16,-2 0-5 15,1 7-3-15,-1 16-6 16,-2 10 0-16,2 20 2 15,-3 9 11-15,-3 16 2 16,-4 9 6-16,3 5 1 0,0 3 2 16,-2-6 1-16,2-4 1 15,-4-12-1 1,7-11 1-16,-3-13-3 16,5-11 3-16,2-15-5 0,5-12 0 15,4-9-2-15,-1-11 3 16,4-15 1-16,0 0 2 15,0 0-1-15,0 0 0 16,0 0-56-16,14-7-69 16,-5-15-37-16,8-1-6 15,-4-13-4-15,13-2-5 16</inkml:trace>
  <inkml:trace contextRef="#ctx0" brushRef="#br1" timeOffset="-166324.72">15071 17486 227 0,'0'0'167'0,"0"0"-27"15,0 0-31-15,0 0-12 16,0 0-14-16,-3-24-12 0,3 24-30 16,10-36-35-16,-1 10 0 15,-2-5-10-15,0-2 2 16,0-4 0-16,2 3 3 15,-6-3-3-15,4 5 3 16,-4 2-1-16,3 8-1 16,-6 4 1-16,0 18 1 15,0-20 0-15,0 20-2 16,0 0-2-16,0 0-3 16,0 0-1-16,-6 19 1 15,8-2-2-15,-2 5 1 16,7 6-3-16,-3 5 5 15,6 7 3-15,-1 7 0 0,1 3 3 16,2 2-2-16,2 1 3 16,-2-1-4-1,2 2 4-15,-2-4-3 16,-5-1 0-16,4-6 2 0,-3-5-2 16,-1-2 2-16,0-8 0 15,-2-2 0-15,-1-7 0 16,3-3-1-16,-7-16 1 15,0 0 1-15,3 17 0 16,-3-17 1-16,0 0 0 16,0 0 1-16,0 0-1 15,0 0 2-15,0 0-2 0,0-16-1 16,0 16-2-16,0 0-1 16,-26-8-1-16,26 8-2 15,-22-7-1-15,22 7 0 16,-26-5 1-1,26 5 0-15,-26-2 1 0,26 2 0 16,-26-4 1-16,26 4 1 16,-20 0 0-16,20 0 1 15,0 0-1-15,-19 0 0 16,19 0 1-16,0 0 1 16,0 0 2-16,0 0-1 15,0 0 5-15,0 0 0 16,0 0-1-16,0 0 0 0,0 0 0 15,16-12-2-15,3 4 0 16,4-1-2 0,6-3-3-16,9 0-1 15,2-2 3-15,5 2-2 0,1 0 2 16,-1 1-1-16,-5 1 1 16,-9 3 1-16,-2 2 1 15,-10 1 2-15,-19 4-4 16,23-1-124-16,-23 1-50 15,0 0-14-15,-31-28-2 16,1 19-3-16</inkml:trace>
  <inkml:trace contextRef="#ctx0" brushRef="#br1" timeOffset="-161892.55">10218 15695 60 0,'0'0'38'16,"0"0"-8"-16,0 0-7 16,0 0-3-16,0 0-5 15,0 0-7-15,0 0-4 0,0 0-4 16,0 0-1-16,0 0 0 16,0 0 0-16,0 0-2 15,0 0 1-15,0 0-2 16,0 0-1-1,0 0 1-15,0 0 0 0,0 0 0 16,0 0 1-16,0 0 0 16,0 0 0-16,0 0 2 15,0 0-1-15,0 0 1 16,0 0-1-16,0 0 0 16,0 0 0-16,0 0 0 15,0 0 1-15,0 0 1 16,0 0 1-16,0 0 1 0,0 0-1 15,0 0 0-15,0 0 0 16,0 0-1 0,0 0-1-16,0 0-10 15,0 0-9-15,0 0-12 0,0 0-12 16,3-16 0-16,-3 16 44 16</inkml:trace>
  <inkml:trace contextRef="#ctx0" brushRef="#br2" timeOffset="-140046.86">19039 13318 274 0,'0'0'124'0,"0"0"-7"15,0 0-14-15,0 0-11 16,0 0-17-16,0 0-10 16,0 0-16-16,0 0-17 15,0 0-29-15,0 0-1 0,0 0 1 16,0 0-2-16,0 0 0 15,0 0-1-15,0 0 0 16,0 0 0-16,0 0 0 16,0 0 0-16,0 0 0 15,0 0-1-15,0 0 0 16,0 0 0-16,0 0 1 16,0 0-1-16,0 0 0 15,0-15 0-15,0 15 2 16,0-21 0-16,0 21 0 15,4-33-2-15,-1 12 2 16,1-1-1-16,1-1 1 16,2-5-2-16,-3 2 1 0,2 4 0 15,-2-4 3-15,1 7-1 16,-1-4 0-16,3 3-1 16,-4-3 1-16,4 4-1 15,-2-2 1-15,2 1-2 16,0-1-1-16,0-3-1 15,-2 1 2-15,2 4-1 16,0-2 0-16,5 1 0 16,-5-3 1-16,4 2-1 15,-3-1 1-15,3 1-1 16,1-2 1-16,2 1 1 16,-2 1-4-16,-2 0 4 15,2 2-5-15,2 0 5 0,-1-1-5 16,-7 2 6-16,5 1-6 15,1-2 4-15,-2 3 0 16,-1 1-1 0,5-3 2-16,-2 3-1 0,2-1 0 15,2-1 0-15,-1-2 0 16,3 0 0-16,-3 0 0 16,4 2 1-16,-1-2-1 15,-3-1 0-15,4 3 0 16,1 2-1-16,0-1 2 15,-4 0-2-15,3 4 1 16,0-2-1-16,-1 2 1 0,1 0-2 16,-4 0 0-16,4 0-1 15,-1 3 0 1,-3-3 0-16,4 4 1 16,-1-1-2-16,-3 2 2 15,1 0-1-15,-16 7 2 0,26-10 1 16,-26 10 0-16,26-7-1 15,-26 7 1-15,26-7 0 16,-26 7-1-16,26-5 0 16,-10 5 0-16,5-2 0 15,-2 0 0-15,0-1 0 16,3 1 0-16,1-1 0 16,0-1 0-16,-1 1 1 0,1-1-1 15,-1 4 1 1,3-2-1-16,-3 4 0 15,1 0 1-15,-1 1-1 16,-3 1 0-16,4-1 1 0,3 4-1 16,-4-3 1-16,-2 3 0 15,2-1 0-15,1 3 0 16,-1 0 0-16,3-1 0 16,-3 5-1-16,1-3 1 15,-1 2 0-15,1 2-1 16,-1 0 1-16,1-2-1 15,0 2 1-15,-4 0 0 16,3 1 0-16,-1-1-1 16,-2 0 3-16,0 1-2 15,0-1 0-15,-1 2 0 16,-3-1 0-16,4 1 0 16,-3 0 1-16,1-1 0 0,-1 2-2 15,0-1 1-15,-3 1 1 16,3 1-2-16,1-1 2 15,-1 4-1-15,-4 0 0 16,2-2 4-16,2 3-3 16,-2-1 3-16,-2 1-5 15,-2 1 6-15,2-2-6 16,-1-1 5-16,1 1-4 16,-5 2 0-16,3-3 1 15,-1 3-1-15,-2-2 2 16,0 3-3-16,-2-2 4 15,-1 3-3-15,2-1 1 16,-2 0 0-16,-1 2 0 0,1 0-1 16,-2 2 2-16,1-2-1 15,-3-4 0-15,4 4-1 16,-8 0 2-16,4 0-2 16,0-2 1-16,-5 2-1 15,1-3 1-15,1 1-1 16,-4 4 1-16,0-4-1 15,2 0 0-15,-6 2-1 16,1 0 1-16,1-2-1 16,-5 1 2-16,2 1-2 15,-3-4 1-15,-3 1-1 16,3-1 1-16,-4 2-2 16,1 1-1-16,-1-1 2 0,0 2-2 15,-4-4 1-15,4 3-1 16,-1-1 2-16,0-2-2 15,1-1 2-15,-3-2 2 16,-1 0-2-16,-3-2 0 16,0 2 0-16,0 1 1 15,0-3-1-15,-3 0 1 16,1 0-1-16,-2-1 1 16,1 0-1-16,-1-3 1 15,1 0-1-15,3 0 1 16,-2 0-1-16,2-3 1 15,-4 2-1-15,1 0 0 16,3-1 0-16,-4 2 1 0,1-1 0 16,1 2-1-16,-1-2 1 15,3 2 0-15,-4-2 0 16,1-1 2 0,2 1-2-16,1-2 0 0,0 1-1 15,0-3 2-15,4 3-2 16,-1-1 1-16,4-1-1 15,0-1 1-15,3 1-1 16,-1-2 2-16,1 0-2 16,16-7 0-16,-29 14 1 15,13-7-1-15,16-7 2 16,-29 10-1-16,29-10 0 0,-30 12 0 16,15-5 0-16,15-7 1 15,-30 11 0 1,15-6-1-16,15-5 0 15,-30 12 0-15,30-12 0 16,-29 10 0-16,29-10 0 0,-30 9 0 16,30-9-1-16,-26 10 1 15,26-10-1-15,-23 9 2 16,23-9-1-16,-19 9 0 16,19-9-1-16,-22 10 1 15,22-10 0-15,-16 7 0 16,16-7 0-16,-21 7-1 15,21-7 1-15,-15 7 1 0,15-7-1 16,0 0 1 0,-16 7-1-16,16-7-1 15,0 0 1-15,-17 7 0 16,17-7 0-16,0 0 0 0,-23 10-1 16,23-10 1-16,0 0 2 15,-22 9-1-15,22-9 0 16,0 0-3-16,0 0 2 15,0 0 1-15,0 0 0 16,13-19 1-16,-13 19-2 16,13-33-1-16,-6 8 3 15,-1-6 0-15,7-3 0 16,-3-8-3-16,2-1 2 16,2-6-3-16,-2 1 3 15,4-1-1-15,1 4 0 16,-1 2-2-16,-1 5 2 15,-4 5 0-15,4 4-1 0,-4 6 0 16,-1 4 1-16,-10 19-3 16,12-21 3-16,-12 21 0 15,0 0-2-15,0 0 0 16,0 0 0-16,0 0 2 16,0 0 0-16,0 0 1 15,0 0-1-15,0 0 1 16,-15 13 0-16,15-13 0 15,-14 20 0-15,2-4 1 16,1 3-3-16,-1 5 1 16,-5 7 1-16,1 6 0 15,1 1-2-15,-6 2 2 16,2 1-2-16,0 4 2 0,0-2-2 16,-4 1 1-16,0-3 0 15,6-3 2-15,-2 0-3 16,0-5 2-16,3-7-1 15,6-2 0-15,3-4-1 16,7-20-1-16,-9 25-2 16,9-25 1-16,5 16 0 15,-5-16-2-15,18 12 2 16,-3-5 0-16,4 2 1 16,8-2 2-16,2 5-1 15,4 0 1-15,5 2 3 16,7-2-2-16,7 3 2 15,0 5-6-15,7-3 6 0,-1 4-5 16,8-6 5-16,-2 4-3 16,-3-5 1-1,-2 0-2-15,-4-2 2 16,-6-5-1-16,-4 0 1 0,-9-2 0 16,-4 0-1-16,-10-1 0 15,-4-3 0-15,-18-1 0 16,22 6 0-16,-22-6 0 15,0 0 0-15,0 0-1 16,0 0 2-16,0 0-1 16,0 0 0-16,0 0-1 15,0 0 1-15,0 0 0 16,0 0 0-16,0 0-3 0,0 0 2 16,0 0 1-16,0 0 0 15,0 0-1-15,0 0 2 16,0 0 0-1,0 0 0-15,0 0-84 0,0 0-58 16,-3-26-5-16,-8-16-7 16,8-3-10-16,-9-24-6 15</inkml:trace>
  <inkml:trace contextRef="#ctx0" brushRef="#br2" timeOffset="-138977.1">21546 12548 448 0,'0'0'136'0,"0"0"-13"15,0-17-7-15,0 17-22 16,0 0-32-16,0 0-53 16,-14-18-7-16,14 18 1 15,0 0-1-15,0 0-2 16,-15 5-3-16,15-5 1 15,0 0-6-15,-16 26 2 16,5-8-7-16,3 4 3 16,-6 2-5-16,2 9 7 15,-2 4 0-15,-2-1 3 0,1 7 3 16,-6 2-1-16,9 0 1 16,-2 0-2-16,5-1 3 15,2 1-3-15,0-4 1 16,7 2-1-16,4-4 1 15,6-1-1-15,2-4 4 16,2-3 0-16,5 1 1 16,4-8-1-16,-1-2 2 15,4-4-1-15,-3-3 1 16,6-6-2-16,-2-2 0 16,2-4-2-16,-3-3 0 15,2-2 1-15,-6-1-1 16,4-2 0-16,-3-2 2 0,1-2-1 15,-5 1 2-15,-3-3 2 16,0 1-1-16,-16 10 2 16,24-28 0-16,-15 11-1 15,-2-6 0-15,0-1-1 16,-2-4-3-16,-2-3 0 16,1-2 0-16,-1 0 0 15,-3 1 0-15,4-1 1 16,-4 5 0-16,0 0 2 15,-4 2-1-15,1 0 3 16,-1 6-2-16,-3-5 0 16,2 6 0-16,-5-3 0 15,1 3-2-15,-5-2 0 0,2 2-1 16,-2 2 1-16,-2-1-2 16,-1 4 3-1,17 14-1-15,-28-25 2 0,28 25 2 16,-29-18 1-16,29 18 0 15,-23-12 0-15,23 12 0 16,-17-10-2-16,17 10 1 16,0 0-3-16,0 0 2 15,0 0-8-15,-16-16 0 16,16 16 1-16,0 0 3 16,-10-15-54-16,10 15-64 15,-19-16-43-15,19 16-12 0,-32-3-10 16,32 3-2-16</inkml:trace>
  <inkml:trace contextRef="#ctx0" brushRef="#br2" timeOffset="-138380.68">22331 12158 184 0,'0'0'183'15,"-11"-19"6"-15,11 19-68 0,0 0-50 16,0 0-3-16,0 0-4 15,-15-5-22-15,15 5-28 16,0 0-11-16,0 0-8 16,3 24-18-16,-3-8 4 15,0 3 2-15,0 5 4 16,-3 7 4-16,3 9 9 16,-4 9-1-16,-3 10 0 15,2 1 3-15,-5 8-2 0,-1 3 2 16,-1 5-1-1,0 0 1-15,-6 4-1 16,3 3 1-16,-4 0-1 16,-2 2-2-16,2-2 3 0,-4-4-3 15,4-3 0-15,-3 1-1 16,-1-8 1-16,4-9 0 16,5-8 0-16,-2-8-2 15,3-8 1-15,4-8 1 16,2-6 0-16,7-22 0 15,-7 21 2-15,7-21-2 16,0 0 2-16,0 0 1 16,0 0 1-16,0 0-25 15,0 0-64-15,0 0-59 16,17-28-19-16,-8-3 0 16,10 0-4-16,-2-19 64 15</inkml:trace>
  <inkml:trace contextRef="#ctx0" brushRef="#br2" timeOffset="-137548.08">22704 12787 414 0,'0'0'172'0,"0"0"-62"16,0 0-47-16,0 0-14 16,0 0-6-16,0 0-10 0,0 0-27 15,0 0-1-15,-18 15-2 16,18-15-2-16,0 0-3 16,-8 23 1-16,4-8-4 15,-3 6 2-15,0 5-1 16,2 7 3-16,-2 7 1 15,0 5 1-15,4 2 0 16,-2 3 1-16,1 0-1 16,4 0 2-16,0-1 1 15,7-3 0-15,-2-6-3 16,2-3 1-16,4-6-4 16,1-5-2-16,2-4-1 15,1-4 0-15,1-5-4 0,3-2 1 16,-2-4 1-16,6-2 0 15,-4-3 2 1,0-2 2-16,4-4 3 16,-1 1-1-16,-1-4 1 0,2 0 1 15,-4-2 2-15,0-1 2 16,0-1 0-16,-2-1 1 16,-1-2-1-16,0 1 1 15,-2-5-1-15,1-1-1 16,-4-2 1-16,-3-1-4 15,3-6 0-15,-1 1-2 16,-5-3 1-16,2-3-1 0,-3 0 0 16,-1 4-3-16,1-4 0 15,-4 2-2 1,0 3 3-16,-4 0-3 16,1 3 2-16,-1 0-1 15,1 3 4-15,-4-1 2 0,-2 6 5 16,6 0 2-16,-8 1-1 15,11 16 0-15,-15-22 0 16,15 22-3-16,-16-14 0 16,16 14-2-16,-17-11-4 15,17 11-1-15,-19-8 1 16,19 8 0-16,-23-7 2 16,23 7 0-16,-23-7 0 15,23 7 0-15,-26 0 1 0,11 0-1 16,-3 3 0-16,-4 3 0 15,-4 4-79 1,-5 2-52-16,-15 0-35 0,3 12-9 16,-25-8-11-16,8 13 29 15</inkml:trace>
  <inkml:trace contextRef="#ctx0" brushRef="#br2" timeOffset="-134999.28">19027 5629 110 0,'-22'-3'28'0,"-11"-4"-8"16,-4 2-15-16,-11-4-18 15,-13 0-6-15,-7 1-4 0,-13-1-1 16,-10 0 0-16,-13 1 0 16,-3 4-1-16,-17-3 15 15</inkml:trace>
  <inkml:trace contextRef="#ctx0" brushRef="#br2" timeOffset="-134152.68">18527 5498 11 0,'0'0'5'0,"0"0"0"16,0 0-1-16,0 0-2 15,0 0-1-15,0 0-1 16,0 0-2-16,0 0-1 16,0 0-2-16,0 0 1 15,0 0-1-15,0 0 0 16,0 0 2-16</inkml:trace>
  <inkml:trace contextRef="#ctx0" brushRef="#br2" timeOffset="-122610.27">15009 18272 187 0,'0'0'157'0,"-23"18"-25"15,23-18-17-15,0 0-13 16,0 0-9-16,0 0-13 15,0 0-20-15,26 15-20 16,-5-15-19-16,7 2-14 0,8-2-14 16,6 0 4-16,7-2 2 15,6-3 1-15,1-4 1 16,5 1-1-16,4-3 0 16,0-1-1-16,2-2 1 15,1 0 1-15,-2 1-1 16,-9-3 1-16,-1 2 0 15,-4 2 1-15,-14 0 0 16,-5 3 0-16,-10 1-2 16,-4 2 0-16,-19 6 12 15,0 0-1-15,0 0-3 16,0 0-8-16,-23 9 0 16,-3-4 0-16,-5 4 0 0,-9 0 0 15,-5-1 0-15,-7 3 0 16,-9-1 0-1,-1 0-1-15,-3 3-2 16,-2-1 2-16,1 0 0 0,5-2 1 16,-2 2-1-16,6 0 2 15,5-3-3-15,12 0 0 16,9-2-6-16,5-4 4 16,9 1-4-16,17-4 3 15,0 0-1-15,0 0-1 16,0 0 3-16,39-11 2 15,-4 4 3-15,9 0-3 0,9-3 2 16,10-2-2-16,12 0 2 16,3-6 0-16,5 3 0 15,5-3-2-15,-4 1 2 16,-3 0-1-16,-3-2 1 16,-3 3 0-16,-18 1 0 15,-8 1 1-15,-13 3 0 16,-6 4 9-16,-30 7 16 15,23-13-9-15,-23 13-12 16,-33 3-5-16,3 4 0 16,-15 3 0-16,-11 3 0 15,-11 2 0-15,-11 6 0 16,-9 3 0-16,-7 0-6 0,-3 1 1 16,-4 2-1-16,4-1-1 15,3 0 0 1,9-3-3-16,14-1 3 15,15-6 1-15,15-6 2 0,11-5-2 16,30-5 3-16,0 0-2 16,0 0 5-16,33-19 2 15,9 5 0-15,10 1 0 16,12-3-1-16,11 2 1 16,13-5-1-16,6 2 3 15,3 0-4-15,1-1 1 16,-1-1-3-16,0 2 1 15,-10 1 1-15,-2 1-1 0,-14 1 1 16,-9 2-1 0,-13 1 2-16,-11 3-1 15,-12 1 7-15,-7 2 9 16,-19 5 0-16,0 0-2 0,-19-9-6 16,-10 12-8-16,-16 3 0 15,-7 2 0-15,-13 3 0 16,-13 3 0-16,-7 5 0 15,-9 0 0-15,-3 5 0 16,0-3-2-16,3 6-13 16,4-2-1-16,8 0 5 15,11-5-3-15,16-3 8 16,17-5-5-16,11-2 6 16,27-10-3-16,0 0 7 15,0 0 2-15,39-5 1 16,2-2 7-16,15-3-7 15,10-1 5-15,14-4-3 0,5 1 4 16,8-7-5-16,-2 2 2 16,6 0-5-16,-5 0 0 15,-12 0 0-15,-9 0 0 16,-9 2-80-16,-16-6-54 16,-17-10-16-16,-13-3-6 15,-20-19-3-15,-8-11-6 16</inkml:trace>
  <inkml:trace contextRef="#ctx0" brushRef="#br2" timeOffset="-99174.61">9012 13834 167 0,'0'0'74'0,"0"0"7"0,0 0 9 15,0 0 10 1,0 0-10-16,0 0-9 0,0 0-9 16,0 0-8-16,0 0-14 15,0 0-14-15,0 0-17 16,0 0-17-16,0 0-2 15,0 0 1-15,0 0-2 16,0 0 1-16,0 0 0 16,0 0-1-16,0 0 0 15,0 0-1-15,0 0 0 16,0 0 1-16,0 0 0 0,0 0-1 16,0 0 0-1,-13-17 1-15,13 17 0 16,0 0 0-16,0 0 1 15,-17-18-1-15,17 18 1 0,0 0-1 16,-19-22 1-16,19 22 0 16,-19-17 0-16,19 17 0 15,-26-25 0-15,12 11 0 16,-5 1 0-16,0-3 0 16,0-1 0-16,0-1 0 15,-2-2 0-15,2-3 0 16,3 1 6-16,-3-1-1 15,2 1-1-15,-3-4 2 16,5 1 1-16,-2 0 0 16,1 0-1-16,4 1 1 15,-2 0-6-15,-2-2 1 16,6 2-2-16,1-2 2 0,2 0-2 16,-3 1 1-16,3-1-1 15,2 1 0-15,-2-5-1 16,3 2 1-16,1 1-2 15,-1-3 1-15,-1 1-1 16,5-1 1-16,0 1 0 16,-3-2 1-16,6 1-1 15,-3-1 1-15,4 0 0 16,1-2 0-16,2 2 0 16,0 0 1-16,1 0-2 15,6 0 2-15,-5-2-2 16,8 2-6-16,-5-1 4 15,2 3-5-15,-2 0 5 0,2 4-4 16,-2-1 2 0,-1 4-3-16,1 3 5 0,-2 1 3 15,-1 1-1-15,-2 2 0 16,-7 15 0-16,19-30 1 16,-19 30 0-16,18-29 1 15,-18 29-1-15,19-28 2 16,-19 28-1-16,22-26 0 15,-22 26 0-15,26-24 0 16,-26 24 0-16,30-24-1 16,-11 10-2-16,0-2 1 15,3 1 1-15,1-3-1 0,3 1 1 16,-3 0-1-16,3-1 0 16,-4 3 1-16,-1-1 0 15,-2 4 0 1,0 2-1-16,0-2 0 15,-3 5 0-15,1-4 2 0,-1 6-2 16,3-4 1-16,2 4-1 16,-2-2 1-16,0 2-2 15,4 2 2-15,-4-4-2 16,3 3 0-16,1-1 0 16,-2 3 2-16,6-1-2 15,0-1 2-15,2 1-1 16,1-1 1-16,-1 3 0 0,1 1 0 15,1 0 0-15,-2 3-2 16,1 2 1 0,-1-3 0-16,-3 5 0 15,2 2-2-15,-2 1 1 0,0-1 0 16,-3 3 1-16,3-2 0 16,-5 2 0-16,-2 6 1 15,0-4 0-15,0 3-1 16,0-2 0-16,-5 3 0 15,5-1 1-15,-5 0-2 16,2 2 1-16,-1-1 0 16,-1-1 1-16,2 0-1 15,-1 2 1-15,-1-3-1 16,-2 3 1-16,2-2 0 16,-5 2 0-16,5 0 0 15,-7 0 0-15,1 2 0 16,3 0 2-16,-4 3-2 0,-2-3 4 15,2 3 3-15,-4 4-4 16,4-2 4-16,-3 2-3 16,-3-1 2-16,3 3-2 15,-4-3 2-15,3 6-7 16,-3-5 0-16,0 1 2 16,-3 1-1-16,3-1 1 15,0 2-2-15,-4-3 1 16,4 0-1-16,-1-1 2 15,-3 1-2-15,4-2 2 16,-3 0-3-16,-1-2 3 16,1 2-1-16,-1 0 1 15,-3 4-1-15,2-4 2 0,-2 1-2 16,-3 1 1-16,1 0-1 16,-1 1 1-16,1-1-2 15,-1-2 3-15,-4 0-3 16,5 0 2-16,-1-2-1 15,-2 0 1-15,1 2-4 16,-1-2 0-16,2 2 0 16,3 0 1-16,-2-1-1 15,-1 1 2-15,1-2-2 16,-2 0 0-16,5-1 3 16,-3-1 1-16,-2-1-1 15,4-4 0-15,7-17-1 16,-15 26 1-16,15-26-1 0,-11 16 0 15,11-16 0-15,0 0 0 16,0 0 1-16,0 0-1 16,0 0 1-16,0 0-1 15,-8-25 0-15,4 10-1 16,-3-4 2-16,-1-7 3 16,-3-7 1-16,-3-3 1 15,2-4 0-15,2-3-1 16,-2-6 1-16,-2 1-2 15,5-3 2-15,2 6-5 16,0 2 0-16,5 3-2 16,-1 7 2-16,3 2-1 15,0 7 2-15,3 3 0 0,-3 21 0 16,2-26-2-16,-2 26 1 16,0 0-1-16,0 0 0 15,0 0-1-15,0 0-1 16,4 19 1-16,-1 0 0 15,4 7 1-15,0 5 1 16,-2 6 1-16,6 3-2 16,-4 1 4-16,1-1-7 15,-1 2-2-15,0 1 1 16,-2 0 2-16,2-3-2 16,0-2 0-16,-3-3 0 15,-1-4 0-15,2-4 3 0,-1-4 5 16,-1-7-3-1,-3-16 0-15,7 24 1 16,-7-24 2-16,0 0 0 16,19 7 1-16,-19-7 0 15,23-7 0-15,-23 7 1 0,33-21-2 16,-10 5 1-16,6-3-5 16,6-1 1-16,10-8 3 15,2-2 1-15,3-1-2 16,9-2 1-16,5-1-1 15,6-1 0-15,4 2 2 16,-6 2 0-16,-4 2-3 16,2 4-2-16,-8 1 0 0,-6 7 2 15,-11 1-2-15,-8 4 0 16,-7 5-2 0,-7 2 1-16,-19 5 1 15,23-5 1-15,-23 5 3 0,0 0 1 16,0 0 0-16,14-17-66 15,-11-2-48-15,-6-11-26 16,3-3-16-16,-7-13-9 16,0-5-4-16,-16-14 20 15</inkml:trace>
  <inkml:trace contextRef="#ctx0" brushRef="#br2" timeOffset="-97935.73">8000 11689 146 0,'0'0'79'16,"0"0"11"-16,0 0 15 16,0 0-8-16,0 0-5 0,0 0-10 15,0 0-6-15,0 0-9 16,-13-15-18-16,13 15-25 16,-10-33-27-1,3 10 1-15,-2-3-3 0,2-3 2 16,-5 0-2-16,5-1 1 15,0 2 3-15,0 4-1 16,2 3 1-16,2 4-1 16,3 17-1-16,-4-21 0 15,4 21 0-15,0 0 1 16,0 0 0-16,0 0 2 16,0 23-2-16,4-8 0 15,-1 3 1-15,6 1 1 0,-2 5 0 16,7 0 1-16,-2 4 4 15,4 1-3 1,1 3 2-16,2-1-1 16,4 0 0-16,-4 2-1 0,3 0 2 15,-3-1-2-15,2 0-5 16,-2-3 3-16,-3 0-2 16,1 1 2-16,-5-1 1 15,-1-1 0-15,-6 0-1 16,2-4 2-16,-4-2 0 15,-3-2 0-15,0-5 1 16,0-15 0-16,-3 24 0 0,3-24 0 16,-12 16-1-16,12-16 0 15,-23 14 0-15,2-7-1 16,-1 3 0-16,-4 2-1 16,-5 2-1-16,-2 2 0 15,-4 1-1-15,-1 2 0 16,1 0 0-16,3 0 2 15,4 0-3-15,1-3 1 16,6-2-1-16,8-4 0 16,15-10 1-16,-14 10 4 15,14-10 0-15,0 0-3 16,33-14 3-16,-4-1-1 16,6-4 2-16,5-5-1 15,8-8 0-15,8-2-3 0,1-3 0 16,6 1-1-1,-3-2 2-15,-1 2-3 16,-1 5 2-16,-3 5-2 0,-6 3 2 16,-4 6-1-16,-12 3 1 15,-7 5 0-15,-10 4 0 16,-16 5 0-16,17-2 4 16,-17 2 1-16,0 0 0 15,0 0 0-15,0 0-8 16,-14 0-51-16,14 0-36 15,-9-17-20-15,6-2-22 16,3-4-12-16,-3-13-13 16,6-2-6-16</inkml:trace>
  <inkml:trace contextRef="#ctx0" brushRef="#br2" timeOffset="-97492.42">8314 10974 143 0,'0'0'59'0,"-23"-1"2"16,23 1 20-16,0 0 12 15,-19 19-8-15,19-2-7 16,0 0-7-16,4 15-7 15,-1 2-4-15,4 13-6 16,-4 5-29-16,6 10-24 0,-5 9 3 16,6 9-2-16,-5 6 1 15,2 4-1 1,0 7 1-16,2 0-2 0,-6 4 1 16,1-5 0-16,3-4-5 15,-4-7 1-15,1-9-2 16,1-10 4-16,-2-12-3 15,1-11 4-15,-1-12-2 16,1-8 2-16,-1-8-1 16,-3-15 3-16,5 16-2 15,-5-16 1-15,0 0-55 16,0 0-53-16,0 0-21 16,7-25-17-16,-7 3-9 0,7-4-9 15,-3-17 19-15</inkml:trace>
  <inkml:trace contextRef="#ctx0" brushRef="#br2" timeOffset="-96762.9">8730 11381 46 0,'2'-17'141'0,"-7"-2"5"15,5 19-46-15,-7-23-4 16,7 23-1-16,0 0-5 0,-19-12-17 16,19 12-21-16,-17 5-27 15,17-5-20 1,-20 19-5-16,12-1 0 16,-3 1 0-16,4 5-1 0,4 4-1 15,1 5 1-15,-1 6 5 16,3 3-2-16,5 1 2 15,-2 2-2-15,4 0 3 16,4 0-3-16,-3-3 3 16,6 1-3-16,2-7-4 15,3-4 0-15,4-1-1 16,3-5 0-16,0-2 1 0,3-7 1 16,1-3 1-1,1-5 0-15,2-7 1 0,0-2 1 16,-4-7-1-16,3-4 2 15,-3-4-1-15,1-3-1 16,-4-8-1-16,0 0 0 16,-4-7 0-16,-3-3-1 15,-3-5-5-15,-2-4 1 16,-7 0-1-16,-2-2 0 16,-5 2-1-16,-5 0 3 15,-2 2-1-15,-4 6 2 16,-4 4 6-16,-4 4 0 15,-4 1 1-15,-3 6 0 16,-7 1 0-16,0 4 0 16,-5 1 0-16,0 4-2 15,-2 3 0-15,-2 2-1 16,2 2-1-16,2 3 0 0,5 1-1 16,5 1 1-16,2 1-1 15,9 1 0-15,1 0 0 16,16-2 0-16,-22 3 0 15,22-3 1-15,0 0-1 16,0 0 2-16,-16 12-1 16,16-12 2-16,-7 30-7 15,4-4-111-15,3 3-38 16,7 9-9-16,-11-5-2 16,13 9-1-16</inkml:trace>
  <inkml:trace contextRef="#ctx0" brushRef="#br2" timeOffset="-79665.75">14929 18295 142 0,'0'0'62'15,"16"-2"5"-15,-16 2-7 16,0 0 7-16,0 0 16 15,0 0 5-15,14-2-14 16,-14 2-5-16,0 0-7 16,19 14-4-16,-19-14-8 15,22 16-12-15,-6-6-23 16,6-1-17-16,4 1 8 0,4-3-3 16,3 0 4-16,2 2-5 15,1-8 4-15,6-1-4 16,-1-3 0-16,6-2-2 15,-2-6-1-15,4 3 1 16,3-6-3-16,-3-3 0 16,5-3-1-16,-2 3 3 15,0-4-1-15,0-1 3 16,0-2-4-16,-4-2 0 16,4 0 1-16,-3-2 0 15,0-1 0-15,-4-6-1 16,0 4 2-16,-5 0-1 15,-2 0 3-15,-3-4-3 0,-2-1 2 16,-4-3-1-16,-3 1 1 16,-3 0 0-16,-1-2 1 15,-6-1-3-15,-2-2 1 16,-2 3-1-16,-5-2 2 16,-3 3-3-16,-4-1 0 15,0 0 4-15,-7 2-2 16,-2 1 5-16,2-1-2 15,-7 0 7-15,2-2-4 16,-4 4 4-16,-5-2-2 16,2-2 0-16,-3 4-1 15,3-2-5-15,-7 5-3 16,0 2-9-16,0 5 0 0,-4 3 4 16,1 4 2-16,-3 4 0 15,3 3 3-15,-4 1 1 16,-2-1 4-1,9 0 4-15,-7 2 1 0,4-1-5 16,-1 2-1-16,2-1-1 16,-1 0-2-16,-1-1 1 15,-3 3 1-15,-1-1-1 16,1 0 1-16,-2 1 1 16,2-1 1-16,-4 0-1 15,3 2 1-15,1 2-1 16,-2 0 1-16,2 0-2 15,0 5-1-15,2 0 0 16,1 3-1-16,1 3-2 16,-1 2 0-16,4 1-1 15,0 5-1-15,0-2 1 16,4 3-1-16,-4 3 1 0,0-3 0 16,0 4 1-16,3 2-1 15,-3 2 3-15,3 1-2 16,-3 5 0-16,4 2 0 15,-1 4 0-15,1 5 0 16,3 3 1-16,-4 2-1 16,4 4 0-16,2 3 3 15,-3 3-1-15,5 0-1 16,4 2 0-16,-1 6 1 16,5 1 0-16,7 2 0 15,0 3-1-15,4-2-1 16,4 1 3-16,6-2-2 15,2-6 2-15,1-6-15 0,2-9-57 16,4-9-47-16,3-8-31 16,-3-19-10-16,10-8-16 15,-14-23-7-15</inkml:trace>
  <inkml:trace contextRef="#ctx0" brushRef="#br3" timeOffset="-74714.94">3240 18457 627 0,'-19'-15'197'0,"19"15"2"16,0 0-199-16,-23 33-2 15,16 8 1-15,-1 18-3 16,-3 19 2-16,3 16 0 16,-6 15 5-16,-2 8-4 15,-1 1 0-15,5-11 1 0,-4-10 0 16,6-17 2-16,-1-21-1 16,6-18-1-16,1-18-1 15,4-23 1-15,0-26-1 16,0-16-1-16,0-15 2 15,0-17-2-15,-3-15 1 16,-1-14 1-16,4-8 0 16,0 0 0-16,4 5 1 15,6 8 0-15,3 8-2 16,2 12 3-16,6 14 0 16,-2 17 0-16,4 18 4 15,6 18-5-15,-1 15-1 16,1 16 0-16,1 22 0 0,3 17 0 15,5 15 0-15,-5 18 0 16,2 12 0-16,-6 2 0 16,-3 1 0-16,-3 2 0 15,-4-7 0-15,-9-10 0 16,-6-11 0-16,-1-15 0 16,-6-18-12-16,-1-10-101 15,-8-15-35-15,-5-20-18 16,1-10-4-16,-6-17 6 15,-4-9 12-15</inkml:trace>
  <inkml:trace contextRef="#ctx0" brushRef="#br3" timeOffset="-74528.81">3165 19191 358 0,'-48'-15'151'16,"6"4"-17"-16,4 8-9 16,5 0-21-16,10 6-17 15,8-3-34-15,15 0-52 16,0 0-2-16,41 2-1 15,-2-9 1-15,13-7-1 16,10-3-2-16,9-9-98 16,7-9-64-16,6 6-6 15,-6-11-1-15,0 10-4 16,-14 1-1-16</inkml:trace>
  <inkml:trace contextRef="#ctx0" brushRef="#br3" timeOffset="-74330.69">3841 19314 699 0,'0'0'176'0,"0"0"-49"16,19-3-130-16,7-8-45 15,7-8-78-15,5-5-41 16,7 0-5-16,-9-9 1 15,10 2-4-15,-8-7 36 16</inkml:trace>
  <inkml:trace contextRef="#ctx0" brushRef="#br3" timeOffset="-72831.61">4372 18878 516 0,'7'-15'175'0,"-7"15"-3"0,22-18-54 16,-22 18-117-16,33-8-1 15,-14 18 2-15,11 7 0 16,-4 11 0-16,5 12 2 16,-5 12-2-16,-3 7 2 15,-6 13-2-15,-8 1-3 16,-6 0 0-16,-6-4-1 16,-6-10 3-16,-1-11-3 15,-1-11 3-15,3-13-5 16,8-24 4-16,0 0 1 15,-7-31 0-15,10-6 1 16,9-6-4-16,9-5 1 16,5-6-1-16,9 0 3 0,10 4-3 15,7 7 1-15,7 5-3 16,9 5 2-16,-4 7 2 16,2 3-3-16,-2 6 3 15,-8 1-1-15,-4 3 0 16,-7 4 3-16,-10 0 1 15,-6 2-1-15,-10 2 0 16,-19 5 3-16,25-2 0 16,-25 2 3-16,0 0-4 15,0 0-1-15,-33 21-1 16,17-5-1-16,-8 5-1 16,5 6-1-16,-8 8-3 15,8 5 0-15,4 1 3 0,8 2 1 16,7-1-2-16,3-6 1 15,13-6-1-15,1-9 1 16,15-9 1-16,0-7-1 16,7-9-3-16,1-4 3 15,-2-10 1-15,2-4 4 16,1-9-2-16,-2-4 0 16,0-1 0-16,-4-2-2 15,5 1 1-15,-5 4-3 16,1 8 3-16,-1 4-4 15,-2 12 4-15,0 11-1 16,-2 8 1-16,-5 11 1 16,-7 5 0-16,-1 5 1 0,-3 7-1 15,-4 2 3-15,-11 3-4 16,-4-1-4-16,-10 1 4 16,-1-5-2-1,-8-3 2-15,1-6-2 0,-4-5 0 16,-4-8-5-16,4-9 5 15,3-4-1-15,8-6 0 16,15 3 1-16,-23-21 0 16,20 6 3-16,10-3-1 15,8-1 1-15,11-2-5 16,7-3 5-16,13-2-4 16,2-1 2-16,13-3-4 0,1-1 1 15,10-4-3-15,-1 1 3 16,0-3 3-1,-3 3-1-15,-6 1 2 16,-8 2-2-16,-7 5 2 0,-13 7-1 16,-7 7 3-16,-14 3-1 15,-13 9 1-15,0 0-2 16,-10 16 0-16,-6 4 1 16,-4 8-2-16,0 5 0 15,1 5-3-15,4 4 2 16,8 1-1-16,3 0 3 15,11-5-3-15,5-5 1 16,11-7 0-16,10-9 0 0,9-10 0 16,6-8-2-16,8-12-1 15,3-9-1-15,5-13 3 16,4-8-1 0,-2-14 2-16,-6-9-2 0,-4-8 4 15,-11-13-2-15,-8-5 5 16,-6-6-3-16,-14-3 5 15,-8 6 2-15,-6 9-2 16,-10 9 2-16,-1 13-2 16,-6 16 3-16,-2 18-5 15,1 24 1-15,-3 19-5 16,6 19-6-16,5 14 4 16,4 15-2-16,6 13-1 0,4 13 0 15,9 8 1-15,-2 9 2 16,5-4 4-1,-4 1 3-15,-4-4-2 16,1-9 4-16,-9-7-4 0,-3-11-3 16,0-17-44-16,-3-23-45 15,3-30-18-15,0 0-2 16,-16-21 4-16,6-22 0 16,6-11 3-16,-1-12 2 15,2-3 52-15,-4 5 59 16,3 2 61-16,4 11 31 15,0 8-5-15,0 14 0 16,0 4 1-16,0 25 2 16,18-17-8-16,1 17-15 15,7 0-44-15,12 0-30 16,11-2-1-16,15-6-1 16,17-1-1-16,13-12-1 0,14-3-2 15,8-11-43-15,4 1-85 16,-2 1-38-16,-16-5-6 15,-13 12-1-15,-25-2-5 16</inkml:trace>
  <inkml:trace contextRef="#ctx0" brushRef="#br3" timeOffset="-71628.75">3068 20388 545 0,'-22'-33'179'0,"22"17"-2"16,6 0-86-16,1 1-90 15,-7 15 3-15,26-21 0 16,-10 21 3-16,0 12-3 15,1 12-3-15,2 9 2 0,0 18-3 16,0 13 1-16,-1 10-1 16,-3 14-3-16,1 9 2 15,-9 2-1 1,3-4 5-16,-10-1-4 0,0-8 2 16,-3-10 0-16,-4-8-4 15,0-16 5-15,2-11-3 16,-2-11 2-16,0-10-5 15,7-20 1-15,0 0-6 16,-16-20 3-16,9-15 3 16,4-5-37-16,-6-15-15 15,9-4-9-15,-10-14-1 16,6 6-1-16,-3-4 4 0,6 7-1 16,-6 0 17-16,0 1 73 15,7 12 23-15,-7-1 8 16,2 14 5-16,-2-4 2 15,7 13 0-15,-7-4 0 16,7 7-20-16,3 1-36 16,4 5-8-16,2-3 1 15,8 1-2-15,9 4 0 16,2 1 1-16,1 8 1 16,4 6 2-16,0 6-1 15,2 8 0-15,-5 8 0 16,-4 10 1-16,-7 2 1 15,-9 11-1-15,-6 1-3 0,-8 2 1 16,-10 0-3 0,2 2 2-16,-10-2-1 15,-4-3 2-15,-1-6-3 16,1-3 2-16,0-9-2 0,7-7 1 16,-2-1-4-16,21-16 0 15,-22 2 1-15,22-2-1 16,0-28 1-16,10 9-3 15,6-4 2-15,10 1 2 16,7-1 1-16,9 10 1 16,6 2 1-16,11 9-1 15,2 11 3-15,5 8 0 16,-5 11-1-16,1 10 1 16,-13 5 0-16,-4 2 1 15,-16 7-1-15,-3 4 1 16,-17-1-2-16,-12-1 0 15,-13-1-1-15,-13-1-4 0,-6-3 5 16,-10-8-6-16,-2-3 5 16,-7-8-5-16,5-8 1 15,1-11-71-15,11-13-71 16,8-7-21-16,6-15-6 16,16-7 1-16,6-16-3 15</inkml:trace>
  <inkml:trace contextRef="#ctx0" brushRef="#br3" timeOffset="-71324.53">4087 20844 643 0,'16'2'170'15,"6"-5"-18"-15,1-2-154 16,6-2-1-16,4-2 4 16,2-3 0-16,8 3-1 15,-1-5 1-15,0 4-1 16,1 1 0-16,-5-1 0 16,0 3 1-16,-5 0-3 15,-3 4 1-15,-14-4-82 16,3 3-72-16,-2 4-14 0,-17 0-1 15,23-10-4-15,-23 10-1 16</inkml:trace>
  <inkml:trace contextRef="#ctx0" brushRef="#br3" timeOffset="-70019.61">5717 20543 471 0,'-5'-20'174'0,"5"20"-21"15,0 0-47 1,-21-25-42-16,21 25-51 16,-19-10-2-16,19 10-2 15,-30-5-2-15,15 3-3 0,-1 2-3 16,-1 3-1-16,-2 3-1 16,3 1 1-16,-3 3-2 15,-2 2 2-15,5 5 0 16,-3 2 0-16,4 4 1 15,1-1-1-15,2 4-2 16,5 2 0-16,0 3 0 16,3-1 1-16,4 3 0 15,0 3 0-15,4 2-1 0,-1 4 1 16,1-1-1-16,3 4 3 16,-2 0-3-1,5 0 3-15,1 0-4 16,1-3 2-16,0-4-2 0,5-5-1 15,6-2-1-15,0-9-4 16,3-3 4-16,0-8-5 16,7-8 8-16,-2-8 0 15,-2-5 1-15,4-4 2 16,-1-7 1-16,1-2 4 16,0-8-3-16,-2 2 3 15,-2-4-5-15,-3 2-2 16,0-4 3-16,-3-1-2 15,-4 3 0-15,-2 0-1 16,-4 4 2-16,-3-1-1 16,-3 4 0-16,-5 5 0 15,-4 1 2-15,-2 4-1 0,-3-1 3 16,-3 1-2-16,1 1 1 16,9 15-2-16,-19-25 1 15,19 25 0-15,-17-26-2 16,17 26-1-16,-9-19-2 15,9 19 2-15,0 0-1 16,-10-19-1-16,10 19 1 16,0 0 0-16,0 0 0 15,-4-15 1-15,4 15 0 16,0 0 1-16,0 0 0 16,0 0 1-16,0 0 0 15,0 0-1-15,0 0 1 16,0 0-1-16,0 0 1 0,0 0 0 15,0 0 0-15,0 0 0 16,0 0-2-16,0 0 1 16,0 0 0-16,0 0-1 15,0 0-1-15,0 0 0 16,0 0 0-16,0 0 1 16,0 0-1-16,0 0 1 15,0 0 0-15,0 0 1 16,0 0-1-16,-7-17 0 15,7 17 1-15,0 0 0 16,-5-21-1-16,5 21 0 16,-7-19-1-16,7 19 0 0,-3-21 3 15,3 21-2-15,-7-23 1 16,7 23 1-16,-9-24 1 16,9 24 1-16,-17-22 2 15,17 22 0-15,-16-19 1 16,16 19 1-16,-22-16 0 15,22 16 1-15,-23-12-2 16,7 8 0-16,-4-1-2 16,-8 4-4-16,-5-1-161 15,-7 5-13-15,-17-4-25 16,-11 7-4-16,-28-14-5 16</inkml:trace>
  <inkml:trace contextRef="#ctx0" brushRef="#br3" timeOffset="-66461.08">7906 19268 242 0,'0'0'164'16,"0"0"-22"-16,3-21-10 15,-3 21-15-15,0 0-14 16,-3-19-20-16,3 19-43 16,0 0-40-16,0 0 0 15,0 0 0-15,0 0 0 16,0 0 0-16,0 0 0 15,0 0 0-15,0 0 0 16,0 0 0-16,0 0 0 0,0 0 0 16,0 0 0-16,0 19 0 15,-4 0 0-15,4 9-1 16,-5 6-9-16,-2 9 5 16,0 8-2-16,-5 6 9 15,-5-2-22-15,-2 4-105 16,0 0-51-16,-7-23-4 15,3-6-2-15,-7-25-2 16</inkml:trace>
  <inkml:trace contextRef="#ctx0" brushRef="#br3" timeOffset="-63620.05">8999 18648 107 0,'0'0'76'0,"2"-33"10"16,2 10 10-16,3 1 7 15,0-6 7-15,1 2 1 16,-1-7-2-16,7 7-16 0,-5-1-16 15,5 4-29-15,-9 4-41 16,5 4-7-16,-10 15 0 16,7-16 0-16,-7 16 0 15,0 0 0-15,0 0 0 16,0 0 0-16,0 0 0 16,-7 21 0-16,7-21 0 15,0 31 0-15,0-10 0 16,0 5-8-16,0 3 4 15,0 8 3-15,4 2 0 16,-1 3 0-16,-3 5 0 16,5-2 0-16,2 3 0 0,-3-1 1 15,6 3-2-15,-1-2 2 16,1-3-4-16,-1-5 3 16,5-2-2-16,-4-3 3 15,6-6-5-15,-4-4 4 16,5-8-2-16,3-3 1 15,-1-6 1-15,3-6-1 16,-3-2 1-16,4-7 0 16,-2-3 1-16,5-6-1 15,-7-1 0-15,3-6 0 16,-3-1 1-16,1-3 0 16,0-5 0-16,-4 0 0 15,-4-3 0-15,2-3 0 0,-5-2 0 16,1-2-1-16,-3-3 1 15,-3 2-2-15,-4 0 2 16,0 0-1-16,0 1 1 16,-7 2-2-16,0 2 3 15,-2 4-2-15,-5 2 3 16,-2 3 0-16,-3 3 1 16,-1 5 7-16,-6 2 0 15,-2 7 2-15,-5 2-3 16,-4 6-4-16,-4 6-5 15,2 5 0-15,0 3 0 16,0 6 0-16,-1 3 0 16,6 0 0-16,4 2 0 0,8 3 0 15,3-2-43-15,5 1-86 16,1-6-45-16,13 6-3 16,0-23-8-16,13 26 3 15,-13-26 50-15</inkml:trace>
  <inkml:trace contextRef="#ctx0" brushRef="#br3" timeOffset="-62594.32">9812 18776 263 0,'0'0'177'0,"0"0"-1"16,0 0-57-16,17-9-45 16,-17 9-4-16,23-26-6 0,-11 11-23 15,-2-4-38-15,6-6-3 16,-6 0 0 0,2-3-2-16,-1-3 3 15,-4-2-1-15,2 0 2 0,-6-3-2 16,0-3 2-16,-3 3 3 15,0 3 0-15,0 2 1 16,0 5-2-16,-3 2 1 16,0 7-3-16,3 17 3 15,-4-19-4-15,4 19-1 16,0 0 0-16,0 0-1 16,0 0 0-16,0 0 1 0,0 0 1 15,0 0 0-15,0 0-1 16,0 15 0-1,7 2 0-15,0 6 0 16,2 5 0-16,1 8 0 16,6 7 0-16,-2 7 0 0,-2 6 0 15,2 3 0-15,1 1 0 16,-4 1 0-16,4-1 0 16,-4-1 0-16,1-3 0 15,-5-4 0-15,1-7 0 16,3-6 0-16,-8-4 0 15,1-7 0-15,-1-6 0 16,1-4 0-16,-4-18 0 16,0 19 0-16,0-19 0 15,0 0 0-15,0 0 0 16,0 0 0-16,-18 3 0 16,18-3 0-16,-22-3 0 0,3 3 0 15,0 1 0-15,-4 3 0 16,-3 3 0-16,0 1 0 15,0 4 0-15,-4 1 0 16,4-1 0-16,0 3 0 16,7-4 0-16,0-3 0 15,19-8 0-15,-19 12 0 16,19-12 0-16,0 0 0 16,19-3 0-16,4-4-10 15,6-3 1-15,6-1 5 16,5-1 3-16,8-3 1 15,1-1 0-15,8 2-1 16,-1 0 3-16,-4 2-1 0,0 2 0 16,-3 3 0-16,-8 2 1 15,-4 3 0 1,-11 2 3-16,-11 2 6 0,-15-2-42 16,0 0-79-16,-7 20-44 15,-8-4-18-15,-18-4-1 16,0 5-12-16,-16-8-6 15</inkml:trace>
  <inkml:trace contextRef="#ctx0" brushRef="#br3" timeOffset="-57765.89">3247 21412 122 0,'0'0'116'0,"-16"-15"-48"16,16 15-27-16,0 0-26 16,-19-14-27-16,19 14-31 15,0 0-24-15,-24 2-29 16,24-2-12-16,0 0 73 16</inkml:trace>
  <inkml:trace contextRef="#ctx0" brushRef="#br3" timeOffset="-56952.32">6476 21116 486 0,'0'0'195'16,"0"0"-33"-16,0 0-44 16,0 0-56-16,0 0-62 15,3 19 0-15,-6-3 0 16,-3 5 0-16,-1 6 0 16,0 1 0-16,-1 3 0 15,-6-3 0-15,10 8-98 16,-4-6-55-16,1-4-29 15,7-4-7-15,0-22-4 16,3 19-1-16</inkml:trace>
  <inkml:trace contextRef="#ctx0" brushRef="#br3" timeOffset="-47867.32">6094 5814 10 0,'0'0'98'0,"-23"6"-51"15,23-6-11-15,-26-2 2 16,26 2-8-16,-33 3 5 15,17 1 18-15,-3 4 30 16,-3-2-6-16,-1 4-1 16,-3-5-4-16,5 7-1 0,-3-8-5 15,7 4-11-15,-2-6-20 16,19-2-32 0,-20 7-3-16,20-7-2 15,0 0-1-15,0 0-2 16,0 0 0-16,0 0 1 0,35 7-1 15,-2-5 0-15,5-2 2 16,9-2 0-16,11 0 2 16,4-6 0-16,2 2-4 15,4-2 4-15,-6-1-3 16,-4 0 3-16,-10 4-3 16,-4-2 4-16,-13 6-1 15,-8-1 5-15,-23 2 8 16,20 5-4-16,-20-5 3 15,-17 9-4-15,-2-4 3 16,-14 4-4-16,-5-4 1 16,-11 2-8-16,1-2-1 0,-8 0 0 15,4-1-1-15,3-1 2 16,8 0-1-16,8-1-2 16,7 2 2-16,7-3-3 15,19-1-2-15,0 0-2 16,0 25 3-16,19-18-2 15,10 1 3-15,8 1-1 16,11-4 2-16,9-3 3 16,6-4 2-16,5-3 0 15,-1-2 1-15,-1 0 0 16,-5 2-65-16,-5 5-89 16,-23-7-23-16,-6 16-2 15,-27-9-7-15,-1 22 101 0</inkml:trace>
  <inkml:trace contextRef="#ctx0" brushRef="#br3" timeOffset="-46920.64">6224 8321 139 0,'-26'8'98'0,"-4"-1"22"0,1-3 4 16,6 3-5-16,1-5-9 15,22-2-11 1,-26 1-26-16,26-1-22 16,0 0-25-16,0 0-30 0,0 0-7 15,19-3-1-15,7 3-1 16,0-4 1-16,14 1 8 16,5-1 3-16,9-3 0 15,5 1-1-15,8-3 1 16,-1 2-1-16,5-3 1 15,-3 1 0-15,-9 0 1 16,-2-1-2-16,-8 3 1 16,-12 2 1-16,-11 1 0 0,-11 1 1 15,-15 3 0 1,0 0 1-16,-29 3 0 16,-9 3 0-16,-11 0-1 15,-10 5 1-15,-9-1-2 0,-10 4 2 16,0-2-2-16,-2 2 0 15,5-2-1-15,6-1 2 16,15-3-2-16,9-4 1 16,12-3 0-16,11-1-1 15,22 0 0-15,0 0 1 16,0 0-1-16,38-12 0 16,-2 7 0-16,6 2 0 0,6-3-1 15,8 1 1-15,5-2 0 16,5 0 0-1,-2 2 0-15,-2-2-1 16,-11 0 3-16,-3 2-1 0,-11 2 1 16,-8 1 0-16,-10 0 1 15,-19 2 0-15,0 0 0 16,0 0 0-16,-41 11-1 16,4-4 1-16,-4-1-1 15,-8 1 0-15,-3 0-1 16,0 0 1-16,-4-3-1 15,11-4 2-15,4-11-91 16,4-9-68-16,2-27-5 16,9-16 1-16,0-32-11 15,12-22 6-15</inkml:trace>
  <inkml:trace contextRef="#ctx0" brushRef="#br3" timeOffset="-46286.19">6646 7878 88 0,'-26'3'105'0,"26"-3"-39"0,0 0-15 16,0 0 16-16,0 0 23 15,-7-19-1-15,7 19-3 16,0 0-5-16,0 0-11 16,0 0-15-16,0 0-15 15,0 0-20-15,0 0-19 16,0 0-1-16,0 0-1 15,0 0 0-15,0 0 0 16,0 0-90-16,0 0-64 0,0 0-19 16,0 0-14-16,0 0 0 15,0 0 79 1</inkml:trace>
  <inkml:trace contextRef="#ctx0" brushRef="#br3" timeOffset="-41644.89">6427 8818 356 0,'7'-16'183'0,"-7"16"-60"15,3-19-30-15,-3 19-4 16,0 0-22-16,0 0-26 15,0 0-28-15,0 0-12 16,-3 16 1-16,3 10 0 16,-4 12-1-16,1 14-2 15,3 12-2-15,0 12 2 0,-2 10-3 16,2 6 4-16,0 2-3 16,0-4 1-1,0-9 2-15,2-10-1 16,-2-12 2-16,0-14 0 15,3-12-1-15,-3-11-6 0,0-22 3 16,0 0-6-16,0 0-58 16,11-40-45-16,-11 0-33 15,7-3-14-15,-7-12-9 16,8-2 5-16,-8-13 38 16</inkml:trace>
  <inkml:trace contextRef="#ctx0" brushRef="#br3" timeOffset="-41080.47">6418 8930 275 0,'0'0'188'0,"-7"-17"-50"16,7 1-42-16,4 1-10 15,-1-4-11-15,13 1-24 16,-6-2-32-16,9-5-31 15,7 8-1-15,0 1 2 16,4 8 10-16,-2 6 0 16,5 6 3-16,-7 6 2 15,3 9 3-15,-6 7 0 16,-8 3 2-16,-8 9 1 16,-7 4-4-16,-7 1 2 15,-8 2-4-15,-8 2 1 16,-6-2-4-16,-4 0 0 0,-5-2-1 15,1-6-1-15,6-10-2 16,1-6-3-16,11-5-4 16,5-8-1-16,14-8-1 15,0 0 1-15,14-20 0 16,9 2 0-16,15-3 2 16,7 4 4-16,11 0 7 15,3 5 0-15,12 5 0 16,0 10 1-16,-3 8 0 15,-6 4 3-15,-8 11 2 16,-11 4 2-16,-11 6-2 16,-18 5 3-16,-14 3-2 15,-19 3 1-15,-14 1-3 0,-16 2-2 16,-14-7 0-16,-4-1-4 16,-8-11 1-16,0-10-9 15,11-7-55 1,5-12-84-16,11-22-19 0,22-2-5 15,10-21-6-15,23-4-1 16</inkml:trace>
  <inkml:trace contextRef="#ctx0" brushRef="#br3" timeOffset="-37829.17">8026 8840 330 0,'-9'-19'141'16,"9"19"-23"-16,0 0-12 15,-14 14-9-15,11 7-19 16,-3 8-28-16,3 11-39 15,-1 10-12-15,4 9 2 16,0 10-2-16,4 6 2 16,1 1-3-16,-1 0 3 15,3-2-3-15,-4-3 0 16,4-8 3-16,-2-10-3 16,-1-9 5-16,-1-10-5 15,1-9 1-15,-4-10-72 16,0-15-43-16,0 0-38 15,-4-26-12-15,8 4-9 0,-8-20-8 16</inkml:trace>
  <inkml:trace contextRef="#ctx0" brushRef="#br3" timeOffset="-37112.66">7994 9024 94 0,'0'0'155'15,"-14"-18"6"-15,8-2-55 16,6-3-11-16,-6-5-3 0,12 2-9 16,-6-7-14-1,10 1-20-15,2-5-28 16,5-1-29-16,6 4 1 15,3 1-2-15,4 3 2 0,1 3-3 16,2 6 6-16,2 9 2 16,-2 5 7-16,-1 8 1 15,-5 10 4-15,-5 8 4 16,-3 9-1-16,-5 6 2 16,-12 6-3-16,-7 5 1 15,-2 5-5-15,-12 2 1 16,-4 0-5-16,-3-2-4 15,-4-5-1-15,1-3 1 16,3-6-2-16,0-6 2 16,3-6-1-16,4-9-1 15,19-15-6-15,-22 16-2 16,22-16-2-16,0 0-3 0,0 0-1 16,0 0 1-16,0 0-1 15,15-19 3-15,-15 19 4 16,26-23 4-16,-3 11 4 15,6-5 1-15,4 5 2 16,6 2-1-16,2 3 2 16,3 3 0-16,1 4 1 15,-4 12 1-15,-1 4 2 0,-8 10 0 16,-3 3 1 0,-6 6 1-16,-8 3 0 15,-4 7 1-15,-8 2-1 16,-6-2 0-16,-8 0-2 15,-4 0 0-15,-8-4-3 0,-3-6-3 16,-7-4 1-16,2-7-4 16,-6-6 2-16,-1-10-3 15,2-6 0-15,1-6-2 16,5-4-79-16,1-4-58 16,3-9-26-16,7 0-3 15,0-13-3-15,15 2-2 16</inkml:trace>
  <inkml:trace contextRef="#ctx0" brushRef="#br3" timeOffset="-33612.17">9748 8838 271 0,'0'-20'139'16,"3"-3"-12"-16,4 2-11 15,-4 1-9-15,-3 20-18 16,6-26-22-16,-6 26-27 16,0 0-43-16,10 17-2 15,-10 9-1-15,4 12 2 0,-8 12-2 16,4 9 4-16,-3 5 1 16,-1 5 1-16,-3 1-2 15,2-6 2 1,-5-6-3-16,3-9 2 0,-2-13-1 15,2-8 2-15,0-11 0 16,7-17 3-16,0 0 2 16,0 0-1-16,0 0 2 15,0-26-1-15,4-7 1 16,-1-3-2-16,4-14 3 16,-2-7-5-16,-1-11 2 15,3-1-4-15,3-4 3 16,2 2-1-16,2 6 1 0,-2 4-4 15,4 9 4-15,1 9-4 16,2 8 2-16,-3 7-3 16,1 9 1-16,2 7-5 15,0 9 1-15,-3 5-1 16,5 10-1-16,-2 8 2 16,4 13-1-16,-4 7 3 15,7 12 0-15,-4 9 3 16,1 10-2-16,-1 5 6 15,-3 3-4-15,-1 1 2 16,1-2-2-16,-7-2 3 16,2-7-2-16,-7-5 2 15,2-12-3-15,-2-8 1 16,-7-12-6-16,0-9-78 16,0-23-45-16,-7 19-31 15,7-19-6-15,-23-16-4 16,4-4 2-16</inkml:trace>
  <inkml:trace contextRef="#ctx0" brushRef="#br3" timeOffset="-33364.99">9696 9245 401 0,'-30'7'171'15,"2"-5"3"-15,11 0-61 0,17-2-44 16,0 0-29-16,33 0-35 15,9-9-1-15,10 0 0 16,10-5 0-16,9 1-3 16,9-8-2-16,2-2 0 15,-1 1 0-15,-6-2-15 16,-4 3-95-16,-7 3-43 16,-8-1-20-16,-1 9-1 15,-16-6-4-15,6 11 6 16</inkml:trace>
  <inkml:trace contextRef="#ctx0" brushRef="#br3" timeOffset="-29822.47">12004 8490 550 0,'0'0'173'0,"0"0"-10"16,0 20-125-16,-7 0-42 0,2 8 0 15,-2 14-1-15,4 9 4 16,-1 13-3 0,1 7 2-16,3 6-3 15,0 2 4-15,0 1-3 0,3-2 5 16,1-9-2-16,-4-8 3 16,3-9-2-16,-3-11 3 15,0-10-2-15,0-8-73 16,0-23-51-16,0 0-28 15,-7-16-11-15,11-10-3 16,-8-21-1-16</inkml:trace>
  <inkml:trace contextRef="#ctx0" brushRef="#br3" timeOffset="-29239.05">11985 8648 306 0,'-7'-28'166'0,"-5"8"-33"0,2 2-19 15,10 18-14-15,-23-24-19 16,23 24-32-16,-14-16-45 16,14 16-3-16,-5-22 2 15,5 22 0-15,3-31 0 16,6 12-1-16,5 0-1 16,5 0-1-16,0 3 0 15,7 2-2-15,4 7-1 16,-1 7-1-16,-1 11-1 15,1 6-1-15,-6 9 2 16,-6 7 0-16,-8 5 0 16,-5 5 6-16,-8 2-4 15,-5 0 3-15,-11 0-2 0,-3-5 2 16,-3-4-4-16,3-3 2 16,-4-7-3-16,6-5 0 15,2-7 1-15,19-14 4 16,-19 10 2-16,19-10 1 15,0 0 1-15,22-17-2 16,4 7 3-16,11 1-1 16,1 4-1-16,7 3-4 15,7 7-4-15,4 6-2 16,1 6-1-16,-2 5 0 16,-6 8 0-16,-7 1 2 15,-9 4 1-15,-11 1 4 16,-11 0 0-16,-15 1 3 0,-10-3-1 15,-8-1 3-15,-16-3-1 16,-4-5-1-16,-7-5-2 16,-3-7-1-16,-3-6 0 15,-1-3 0-15,8-4-50 16,-1-5-58-16,14-8-41 16,9 3-16-16,5-11-5 15,20 4-1-15,2-18 56 16</inkml:trace>
  <inkml:trace contextRef="#ctx0" brushRef="#br3" timeOffset="-27028.7">13395 8400 252 0,'-9'-27'142'16,"5"3"-9"-16,1 3-10 16,3 21-8-16,-7-28-15 15,7 28-13-15,0 0-26 16,0 0-51-16,0 0-15 16,0 0-10-16,-7 28-1 15,7-9-1-15,4 8-3 16,-4 1 1-16,3 9 6 15,-3 2 12-15,3 8-3 16,1 2 5-16,3 2-7 0,-4 1 4 16,6 0-2-16,-5 0 2 15,2-2-2-15,1-5 3 16,-1-6 0 0,-3-8 1-16,4-4 0 0,-4-8 1 15,1-3 1-15,-4-16-1 16,0 0 2-16,9 17 1 15,-9-17 4-15,0 0-3 16,0 0-21-16,0 0-57 16,3-29-45-16,-3 13-23 15,-3-11-24-15,6 2-1 16,-3-9-7-16</inkml:trace>
  <inkml:trace contextRef="#ctx0" brushRef="#br3" timeOffset="-25963.94">13379 8345 260 0,'0'-19'121'0,"3"0"-7"15,-3 0-10-15,7 2-10 16,-1-4-13-16,4 4-14 16,-3-4-18-16,9 5-27 15,-6 1-22-15,-10 15 1 16,26-21 1-16,-26 21 1 0,19-12 3 16,-19 12 0-1,19 1 1-15,-19-1 1 16,19 13 0-16,-19-13 0 15,26 24-1-15,-10-7-1 0,-2 0-2 16,1 8 0-16,3 1-1 16,1 0-1-1,0 6-2-15,4 3 2 0,-4 0-3 16,3 3 3-16,-4 3-1 16,1 3 1-16,-4 4-3 15,3 4 2-15,-6 5-3 16,-2 5 3-16,-1 3-2 15,-2 4 0-15,0 0-3 16,-4 2 4-16,-1-5-1 16,-2-6 4-16,-2-6-2 15,-1-6 2-15,3-11-2 16,-4-8 0-16,1-8-5 0,3-21-7 16,3 19-50-16,-3-19-43 15,0-17-25-15,4-2-15 16,-4-9-13-16,3 0-10 15,-6-12-4-15</inkml:trace>
  <inkml:trace contextRef="#ctx0" brushRef="#br3" timeOffset="-25620.69">13402 8804 370 0,'-23'-4'176'0,"23"4"0"16,-19 6-69-16,19-6-53 15,0 0-15-15,0 0-33 16,0 0-15-16,3-16-2 16,-3 16 4-16,35-17-2 15,-2 5 5-15,5-6 2 16,11 1 2-16,6-2 1 15,4 0-3-15,6 0 5 16,-6 0-6-16,-2 1 8 16,-8 6-5-16,-10 2 3 15,-4 0-35-15,-5 4-70 0,-11 6-38 16,-19 0-20-16,17 9-11 16,-17-9-5-16,-14 19 65 15</inkml:trace>
  <inkml:trace contextRef="#ctx0" brushRef="#br3" timeOffset="-25312.47">13450 9053 155 0,'0'0'139'0,"-10"38"-12"16,4-15-67-16,0-1-22 15,-1 4 10-15,3-5-32 16,-1-2-50-16,5-19-45 15,3 17-35-15,-3-17-18 16,16-29-15-16,-9-16 71 16</inkml:trace>
  <inkml:trace contextRef="#ctx0" brushRef="#br3" timeOffset="-23783.39">15169 8305 542 0,'0'0'173'0,"0"0"-47"15,0 0-62-15,0 0-30 16,0 35-37-16,0-4-3 16,3 9 0-16,1 10 4 15,-1 12-2-15,6 11 1 16,-6 3-2-16,4 4 1 16,-3 3 0-16,1-2 0 15,-5-6 1-15,0-8 2 0,0-10 1 16,-2-12 6-16,-1-12 0 15,3-9-5-15,0-24-52 16,0 0-50-16,0 0-31 16,19-31-18-16,-16-7-14 15,13 2-4-15,-9-14 28 16</inkml:trace>
  <inkml:trace contextRef="#ctx0" brushRef="#br3" timeOffset="-23100.91">15149 8664 184 0,'-13'-9'172'0,"-6"-5"-23"16,3-7-27-1,5 1-5-15,3-8-15 0,4 2-16 16,4-5-29-16,9 1-37 15,5-3-30-15,5 0-3 16,4 4-2-16,6 0-3 16,6 6 2-16,5 6-1 15,-2 6 1-15,2 6 7 16,5 9 2-16,-3 6 5 16,-4 6 3-16,-2 4 1 0,-3 3 2 15,-7 3 4-15,-7 0-1 16,-6 3 3-16,-7-1-1 15,-9 1 5-15,-6 1-2 16,-8-1 0-16,-6 2-4 16,-3-3 1-16,-5 2-5 15,-2-3-3-15,0-3 0 16,4-3-6-16,1-2-2 16,2-3-1-16,3-7-4 15,23-9-7-15,-21 10 3 16,21-10 5-16,0 0-2 15,0 0 3-15,18-23 0 16,-3 8 4-16,8-1 2 0,6-3 5 16,4-2 1-16,9 2-4 15,3 4 3 1,7 4-4-16,-3 5 4 0,3 4-4 16,0 10 3-16,-7 8 5 15,-7 7-3-15,-5 2 2 16,-10 8 3-16,-11 2 0 15,-5 5 1-15,-10 3 0 16,-13 0 0-16,-7 1-5 16,-10-3 3-16,-1 1 0 15,-11-4-2-15,1-7-2 16,-4-9-5-16,2-11-58 16,8-6-49-16,5-7-39 15,4-15-18-15,17-2-3 16,8-12-3-16,11 5 73 15</inkml:trace>
  <inkml:trace contextRef="#ctx0" brushRef="#br3" timeOffset="-22396.41">16290 8456 135 0,'0'0'145'0,"3"-17"5"15,-3 17-46-15,0 0-21 16,4-20-9-16,-4 20-10 16,0 0-16-16,0 0-12 15,0 0-17-15,0 0-17 16,0 0-1-16,0 0 1 15,0 0-1-15,0 0 1 16,0 0-1-16,0 0 0 0,0 0-1 16,0 0 0-16,0 0 0 15,0 0 0-15,0 0 0 16,0 0-1-16,0-15 1 16,0 15 0-16,0 0 1 15,3-19-1-15,-3 19 1 16,0 0 0-16,0 0 0 15,0-17 1-15,0 17 0 16,0 0 0-16,0 0 0 16,0 0 2-16,0 0 2 15,0 0 1-15,0 24-1 16,4-2 1-16,-1 9-2 0,6 9 2 16,-2 10-4-16,5 13 1 15,-2 4-4-15,1 4 0 16,-2 0-2-16,-2-2 3 15,-1-6-1-15,0-8 1 16,-3-12-3-16,1-11-6 16,3-10-84-16,-7-22-57 15,0 0-16-15,7-21-2 16,-7-15-7-16,8 1 4 16</inkml:trace>
  <inkml:trace contextRef="#ctx0" brushRef="#br3" timeOffset="-21800.99">16313 8532 472 0,'0'0'159'0,"-16"-29"-38"0,9 8-32 16,14 0-16-16,0-5-31 15,12 0-51-15,3 2-4 16,8 0 0-16,5 1 1 15,1 8-1-15,9 6 5 16,-7 7 4-16,2 9 4 16,-1 7 4-16,-10 8-1 15,1 8 6-15,-11 4 1 16,-5 6 2-16,-9 0-1 16,-5 2 0-16,-12 3-4 15,-4 0 1-15,-8-6-2 16,-4 0-3-16,-2-7-4 15,-3-2 0-15,4-6 1 0,-2-5-2 16,5-8-5-16,3-8-6 16,9-3-1-16,14 0 0 15,-15-12 2-15,15 12 2 16,0-24-4-16,12 6 4 16,5 3 4-16,6-6 7 15,6 4 0-15,6-2-1 16,7 7-1-16,10 3-2 15,0 11 2-15,3 8 3 16,-3 4-1-16,0 8-2 16,-3 8 4-16,-7 4 2 15,-9 4 2-15,-7 4 3 16,-11-2 1-16,-8 1-1 0,-14 3 3 16,-8-1 0-16,-18-5-2 15,-4-2 0-15,-8-4-4 16,-7-12-4-16,0-4-31 15,-5-13-57-15,12-10-51 16,5-5-34-16,5-17-5 16,21-4-1-16,5-16-9 15</inkml:trace>
  <inkml:trace contextRef="#ctx0" brushRef="#br3" timeOffset="-20969.39">17753 8252 566 0,'0'0'181'16,"0"0"-8"-16,5 17-108 15,-1-2-79-15,-8 10 1 16,8 11 0-16,-4 6 1 16,7 6-2-16,-4 6 5 15,-3 5 5-15,4 1 1 16,-4-6 0-16,0-4 0 0,0-10 1 16,0-6 0-16,-4-8 2 15,1-7 4-15,3-19-5 16,0 0-2-16,0 0 1 15,0 0 3-15,-7-39-2 16,3 2-1-16,-1-8-2 16,2-7-5-16,3-8 6 15,0-6 2-15,0-1 2 16,8 1-4-16,6 5 5 16,2 2-2-16,10 9 4 15,0 5-1-15,10 9 3 16,3 10 1-16,-1 12 1 0,2 12 1 15,-5 7-6-15,-3 13 0 16,-5 8-3-16,-8 8 0 16,-9 8-2-16,-10 1-2 15,-7 4-4-15,-9-4 3 16,-6 0 1-16,-11-3 2 16,0-3 0-16,-2-6 0 15,-1-7 1-15,1-3 0 16,9-6 1-16,3-3 7 15,23-12-9-15,-26 7 1 16,26-7 0-16,0 0 0 16,20-19-1-16,-1 5 1 15,10 1-2-15,4-3-5 0,9 4 10 16,3 3 2-16,10 4 1 16,-2 5 1-16,4 7 2 15,-2 5 0 1,-6 5-3-16,-4 6-2 0,-12 5-5 15,-7 6 3-15,-10 4-6 16,-16 6-1-16,-16 4-1 16,-10 4 0-16,-16 5 2 15,-6 0 3-15,-4-3 2 16,-7-6-1-16,-2-8 7 16,9-14-5-16,7-10-52 15,5-21-70-15,14-21-41 16,19-7-1-16,10-19-5 0,20-7-2 15</inkml:trace>
  <inkml:trace contextRef="#ctx0" brushRef="#br3" timeOffset="-20191.84">19114 8186 605 0,'4'33'175'0,"-15"1"-5"15,6 11-174-15,2 7 4 16,-1 7-4-16,4 3 2 16,-3 9-3-16,3-1 1 15,0-6 0-15,3-9 0 16,1-6 1-16,-4-10-1 0,0-7 1 15,0-8 1-15,0-24 6 16,3 19-4-16,-3-19-3 16,-3-18-1-16,-1-6 1 15,-3-9 0-15,0-10-1 16,-5-7-2-16,5-11-3 16,-5-10 5-16,1-1 1 15,5-1 1-15,4 7 0 16,4 2-1-16,4 9 5 15,5 5 0-15,8 11 3 16,4 12 1-16,3 11 2 16,3 11 3-16,1 7-1 15,1 10 1-15,-2 9-4 0,-3 8-3 16,-6 6-2-16,-7 4-1 16,-4 3-3-16,-9-2-2 15,-9 3-1-15,-4-5 0 16,-10-1 0-16,-3-6 2 15,-5-4 0-15,-2-4 1 16,3-6 0-16,4-1 3 16,4-8 0-16,6-4-5 15,16-4-1-15,0 0 1 16,-7-19 2-16,23 3-1 16,6-1 0-16,8-2-1 15,6 2 2-15,9 3 7 16,4 3 1-16,6 8 2 0,3 8 1 15,4 5 1-15,-5 10-2 16,-1 4-2-16,-7 5-4 16,-13 2-1-1,-8 11-4-15,-14-1-2 0,-14 3-1 16,-19-1-2-16,-11 0 2 16,-15-3 1-16,-11-4 5 15,1-6-1-15,-9-11 3 16,5-12-55-16,7-9-69 15,13-7-32-15,10-17-13 16,20-3 4-16,11-14-2 16</inkml:trace>
  <inkml:trace contextRef="#ctx0" brushRef="#br3" timeOffset="-19536.36">20463 8082 511 0,'-26'-23'178'15,"26"23"-1"-15,-19-12-79 0,19 12-96 16,-16-7-3-16,16 7-3 15,-10 28 1-15,6 2-1 16,1 9 0 0,-1 15-1-16,-1 8 2 0,-2 13 0 15,-3 6 1-15,-2 2-1 16,-2-5-2-16,2-5 0 16,-4-9 0-16,2-12 2 15,2-12 1-15,5-11 4 16,0-10-3-16,7-19-6 15,0 0 2-15,0 0 0 16,3-33 3-16,4 0-3 16,2-10 1-16,2-11-5 0,1-11 2 15,2-10 9 1,5-3-2-16,0-3 3 16,-2 3-6-16,6 5 8 15,-4 8-4-15,3 9 2 0,-3 11 0 16,-1 9 2-16,-3 12-1 15,1 8 2-15,-2 11 4 16,-14 5-2-16,31 10 2 16,-13 11-2-16,1 10 0 15,3 9-3-15,8 12 3 16,-1 8-7-16,2 6 0 16,2 5-3-16,0 0 3 15,2-5-3-15,-5-4 3 16,-1-5-3-16,-3-6 2 15,-7-10-5-15,-8-8-39 16,-3-4-60-16,-8-4-36 16,0-25-25-16,-29 27-3 0,1-25-6 15,-1 0 20-15</inkml:trace>
  <inkml:trace contextRef="#ctx0" brushRef="#br3" timeOffset="-19316.22">20227 8650 481 0,'-23'-25'168'0,"39"10"-44"15,13-1-35-15,10-4-23 16,20-1-33-16,12 0-40 16,7-1 1-16,16-1 1 15,-1 1 1-15,-2-1 1 0,-3-1-1 16,-6 3-84-16,-15 2-67 15,-15-7-14-15,-10 2-8 16,-26-9-7-16,-6 3 26 16</inkml:trace>
  <inkml:trace contextRef="#ctx0" brushRef="#br3" timeOffset="-15896.79">22016 7902 159 0,'0'0'83'0,"0"0"11"0,-13-23 25 16,13 23-5-1,0 0-5-15,0 0-13 0,-20-19-10 16,20 19-12-16,0 0-15 16,0 0-34-16,0 0-36 15,0 0-6-15,-19 35-4 16,16-7 1-16,3 12-3 15,-7 6 2-15,3 17-1 16,-1 8 15-16,2 3 2 16,-4 0 4-16,3-3-4 15,-4-7 3-15,4-5-3 16,-3-9 3-16,0-10 0 0,-1-12 0 16,4-9 1-1,-3-3 2-15,7-16 7 16,0 0 1-16,0 0-3 0,0 0-2 15,0 0 0-15,0-38-1 16,4 3 2-16,3-10-4 16,-2-10-2-16,2-10-5 15,-4-6 7-15,8-1 1 16,-3 1 2-16,3 2-2 16,-3 8 1-16,-1 9-2 15,4 7 1-15,-6 12-1 16,2 7-1-16,0 9 2 15,-7 17 3-15,10-17 0 16,-10 17 0-16,19 7 0 16,-19-7-2-16,30 34 0 15,-11-4-2-15,7 6 1 0,9 9-5 16,-2 3 1-16,0 11-3 16,1 4 1-16,3-1-1 15,-8 0 2-15,-1-1-2 16,-5-2 3-16,-6-4-4 15,-5-1 2-15,-1-6 2 16,-11-8 0-16,-4 1-2 16,-3-8-70-16,-5-5-51 15,2-4-27-15,-9-12-12 16,19-12-3-16,-33-5 0 16</inkml:trace>
  <inkml:trace contextRef="#ctx0" brushRef="#br3" timeOffset="-15590.57">21773 8459 462 0,'6'19'178'0,"11"-20"-1"16,9-3-91-16,16 4-62 15,-1-3-8-15,11-1-10 16,4-1-5-16,0 2-1 16,-4-4-1-16,-7 3 0 0,-7 1 0 15,-9-1-1-15,-6 3-3 16,-7-3 0-16,-16 4-3 16,14-16-86-16,-14 16-52 15,12-29-20-15,-16 1-2 16,8 1-2-16,-8-18-1 15</inkml:trace>
  <inkml:trace contextRef="#ctx0" brushRef="#br3" timeOffset="-14271.63">23299 8035 391 0,'0'0'195'15,"7"-29"-13"-15,-7 13-97 16,0 16-44-16,4-15-9 15,-4 15-35-15,0 19-2 16,0 8 1-16,-4 15-2 0,1 10 2 16,-1 14-3-16,-1 6 3 15,2 6-1-15,-4-3 4 16,0-8-1-16,1-8 5 16,3-16-1-16,-4-10-3 15,7-12-5-15,0-21 0 16,0 0 2-16,0 0-3 15,10-40 1-15,-4 4-3 16,-3-7 1-16,4-9 3 16,-3-12 6-16,-1-4-1 15,2-5 2-15,-1 2-1 16,3 2 2-16,0 9-2 16,0 4 2-16,-2 9 2 0,2 9-2 15,0 9 2-15,-2 8-2 16,-5 21 2-16,14-22-1 15,-14 22 5-15,15-2 1 16,-15 2-5-16,30 28 4 16,-11 3-3-16,4 7 1 15,6 9-3-15,1 8 0 16,3 9-3-16,-2 5-4 16,-2 0 4-16,-6 2-4 15,-1-3 4-15,-4-4-3 16,-6-7 4-16,-2-7-3 15,-4-6 2-15,-3-5-4 16,-3-9 2-16,0-4-44 0,-5-9-60 16,5-17-36-16,-14 23-27 15,-2-23-3-15,16 0-17 16,-36-9 86 0</inkml:trace>
  <inkml:trace contextRef="#ctx0" brushRef="#br3" timeOffset="-13964.42">23148 8515 311 0,'-17'-7'184'16,"17"7"-39"-16,22-14-63 0,-1 2-15 15,11 1-1 1,4-4-35-16,9 1-47 15,7 0 10-15,4 0 0 16,-2 2 4-16,-2 2 0 0,-4 1-1 16,-4 4 1-16,-13 1 2 15,-5 4 0-15,-12-1 5 16,-14 1 3-16,0 0-19 16,0 0-51-16,0 0-39 15,5 15-21-15,-5-15-23 16,0 0-17-16,-28 9-13 15,28-9 92-15</inkml:trace>
  <inkml:trace contextRef="#ctx0" brushRef="#br3" timeOffset="-12370.28">24471 8177 525 0,'9'-19'180'16,"-9"-2"-11"-16,0 1-126 15,7 2-38-15,-7 18-7 16,3-15-2-16,-3 15-3 16,3 24-2-16,-3 11 0 15,-3 10 0-15,3 13-5 16,-3 13 1-16,-1 16 9 16,1 5 2-16,-6-1 1 15,2-2 2-15,0-17 0 16,-2-9 3-16,2-15 10 15,4-13-5-15,3-35-2 0,0 0 3 16,7-24-5-16,2-18 1 16,1-13-1-16,0-15 0 15,3-14-9-15,0-12 5 16,-4-6 1-16,2 0-1 16,-3 5 4-16,-1 7-4 15,-3 9 5-15,3 10-2 16,-7 12-5-16,5 14 5 15,-2 12-7-15,-3 12 6 16,4 6-4-16,-4 15 5 16,0 0-5-16,0 0-3 15,19 7 3-15,-9 10-8 0,6 11 7 16,6 5-7-16,4 10 4 16,4 5-5-16,6 8 4 15,3 4 2-15,-3 1 1 16,2-1 3-16,-5-2-3 15,-3-7 3-15,-6-4-2 16,0-7 0-16,-12-5-2 16,-5-9-1-16,-3-4 1 15,-8-3-13-15,1 2-72 16,-7-4-44-16,-10-5-23 16,1 4-9-16,-7-9 3 15,0 5 22-15</inkml:trace>
  <inkml:trace contextRef="#ctx0" brushRef="#br3" timeOffset="-12065.07">24292 8563 373 0,'0'0'169'0,"0"0"-30"16,0 0-57-16,0 0-7 15,30-24-27-15,4 10-38 16,6-1-3-16,12 1-3 16,6-4 3-16,8 3-1 15,1 1 0-15,8 2-1 0,-7 0-2 16,-4 5 0-16,-5 0 0 16,-11 3-1-1,-9 1-3-15,-6 1 0 16,-11 2-4-16,-22 0-87 0,18-12-62 15,-18 12-12-15,-4-33-18 16,1 7-3-16,-8-21 36 16</inkml:trace>
  <inkml:trace contextRef="#ctx0" brushRef="#br3" timeOffset="-11703.81">25087 4786 1 0,'0'0'44'0,"5"24"-53"0,-5-24-26 15,4 33 35-15,-8-12 0 16</inkml:trace>
  <inkml:trace contextRef="#ctx0" brushRef="#br3" timeOffset="-10239.77">25689 7959 401 0,'16'-16'168'0,"-16"16"-37"16,0 0-26-16,0 0-19 16,0 0-51-16,-5 21-23 15,1 10-2-15,1 11-1 0,-1 12-2 16,1 11-6-16,0 8-1 15,3 7-3-15,0-1 1 16,3-4-1-16,0-9 2 16,1-9-4-16,-1-14-3 15,3-10-3-15,-3-14-19 16,-3-19-67-16,21 2-38 16,-12-23-20-16,4-3-9 15,-4-18 1-15,9 1 3 16</inkml:trace>
  <inkml:trace contextRef="#ctx0" brushRef="#br3" timeOffset="-9652.35">25716 8117 375 0,'-27'-33'151'16,"-2"3"-15"-16,-1-1-17 16,8 7-27-16,-4-6-33 15,10 6-53-15,4-2-11 16,5 0-1-16,16 2-10 15,1-4 8-15,16 2-5 16,4 0 10-16,8 9-4 16,7 5 7-16,-2 9-1 15,3 6 7-15,-8 9 6 16,-2 12-6-16,-10 6 8 16,-7 8-6-16,-12 3 7 0,-7 3-6 15,-7 1 3-15,-6 0-10 16,-7-2 0-16,-2-7-1 15,-1-3-3-15,-3-5 2 16,7-9-1-16,0-5-3 16,19-14-9-16,-23 12-1 15,23-12-1-15,6-16 0 16,-6 16 1-16,29-33-1 16,-3 14 2-16,0-1 2 15,7-1 11-15,5 2 2 16,4 7 2-16,5 10-1 15,3 9 0-15,2 10 5 16,-3 11 1-16,-6 7 2 0,-4 8-2 16,-13 7 3-16,-11 2-2 15,-8 3 2 1,-19-1-3-16,-5-4-1 16,-15-1-6-16,-7-4-1 0,-10-6 2 15,-3-4-1-15,-5-6 0 16,-6-8 0-16,2-7 0 15,2-7 1-15,4-5-3 16,6-11-43-16,11-5-74 16,8-3-48-16,8-12-7 15,18 1-6-15,11-14 3 16,16 4 60-16</inkml:trace>
  <inkml:trace contextRef="#ctx0" brushRef="#br3" timeOffset="-7732.99">27090 7918 272 0,'12'-16'124'15,"-5"0"-7"-15,-7 16-4 0,19-29-18 16,-19 29-5-16,21-21-25 16,-21 21-22-16,0 0-31 15,19-8-9-15,-19 8-1 16,4 32-8-16,-4 3 8 16,-4 12-9-16,1 12 8 15,-4 8-7-15,-2 11-2 16,-1 0 0-16,-4 0 1 15,2-11 6-15,1-11-2 16,3-10 4-16,1-13 1 16,3-10-3-16,4-23-3 15,0 0 2-15,0 0 0 0,11-35 0 16,-3-3 0-16,3-12-2 16,1-7 0-16,-2-11 3 15,4-6 5-15,-2-2 2 16,-1 1-5-16,1 4 4 15,2 6-6-15,-2 7 6 16,-5 12-8-16,2 8 7 16,1 8-6-16,1 8 5 15,-11 22-1-15,19-23 1 16,-19 23 5-16,26 7 2 16,-4 7-3-16,-3 8-4 15,7 10 6-15,4 9-9 16,-4 9 5-16,9 11-5 0,-6 5 0 15,1 3-7-15,-1 4 8 16,-3-2-2-16,2-4 1 16,-7-3-1-1,-2-7-2-15,-7-5 0 0,-2-7-2 16,-6-8-2-16,-1-6-75 16,-6-7-54-16,3-24-28 15,-17 26-3-15,-6-28-15 16,23 2-3-16</inkml:trace>
  <inkml:trace contextRef="#ctx0" brushRef="#br3" timeOffset="-7436.78">27050 8409 526 0,'0'0'178'15,"0"0"-27"-15,44-7-99 16,-3-1-47-16,12-6-18 16,7 3 7-16,10-1 8 15,4-2 3-15,3 0-2 16,1 1 0-16,-7 1-1 16,-5-1 2-16,-9 3-1 15,-8-2-2-15,-9 2-2 16,-9-3-3-16,-10 0-99 15,-9-8-44-15,-2-2-14 0,-13-17-16 16,3 2-3 0,-7-22 38-16</inkml:trace>
  <inkml:trace contextRef="#ctx0" brushRef="#br3" timeOffset="-5874.67">28543 7812 269 0,'26'-23'161'0,"-3"1"-33"15,-1 1-25-15,1 4-6 16,-23 17-20-16,29-12-29 15,-29 12-32-15,20 33-9 16,-17-1 8-16,-6 14-8 16,-1 11 9-16,-6 8-10 0,-3 5 3 15,0-1-9-15,-3-2 0 16,0-6 1-16,-1-9-4 16,5-11 2-1,-2-9-2-15,5-13 2 0,6-4-6 16,3-15-5-16,0 0-2 15,0 0 1-15,7-15 0 16,-2-8 0-16,9-6 2 16,-4-11-2-16,6-9 6 15,0-6 7-15,3-7 3 16,1-2 5-16,0 0-9 16,6-2 10-16,-7 7-10 15,3 5 9-15,1 8-8 0,-4 4 2 16,2 7-3-1,-6 8-3-15,4 6 8 16,-19 21-6-16,26-23 10 16,-26 23-4-16,30 14 7 0,-14 12 6 15,-3 9-4-15,3 10-2 16,-4 10-1-16,6 9-2 16,1 7-3-16,-4 2-4 15,6 3 2-15,-5-5-7 16,3-2 4-16,-5-8 3 15,-2-6-1-15,-2-6 1 16,-1-8-2-16,-2-6 1 16,-7-7-4-16,-4-8-1 15,-2 1-8-15,-7-3-80 16,13-18-48-16,-22 31-29 16,-1-24-7-16,6 0-11 0,-11-11 4 15</inkml:trace>
  <inkml:trace contextRef="#ctx0" brushRef="#br3" timeOffset="-5586.39">28738 8302 480 0,'0'0'176'0,"-4"-19"-25"16,4 19-79-16,30-14-12 15,1 4-37-15,9 1-40 16,12 0 1-16,9-1 6 0,6-1 9 16,3-2 1-16,1 4-2 15,-10 0 1-15,-2 4 0 16,-18 0 0 0,-8 0 3-16,-7 3-50 0,-26 2-63 15,0 0-45-15,0 0-12 16,-29-9-11-16,3 13-1 15,-19-13 108-15</inkml:trace>
  <inkml:trace contextRef="#ctx0" brushRef="#br3" timeOffset="-4349.04">29859 8169 606 0,'0'0'181'16,"0"0"-3"-16,0 0-138 0,0 0-26 16,0 0-10-16,0 0-4 15,36-23 0-15,-1 6 0 16,10 1 0-16,11-3 0 15,8-2 0-15,7 4 0 16,-1 3 0-16,-6 4 0 16,-12 6-11-16,-10 3-7 15,-13 7 1-15,-29-6 0 16,16 18-1-16,-16-18-28 16,-19 24-73-16,6-7-37 15,13-17-6-15,-17 26-3 16,17-26-17-16,17 4 71 15</inkml:trace>
  <inkml:trace contextRef="#ctx0" brushRef="#br3" timeOffset="-2748.9">31843 7831 460 0,'71'-23'178'15,"-22"-8"-25"-15,-8 0-78 16,-4 7-13-16,-15 0-51 16,-11 5 0-16,-11 19 3 15,-23-23-5-15,-10 25 2 16,-12 10-1-16,-14 7-1 16,-9 7-5-16,-6 5-3 15,-1 2-4-15,4 2-1 16,9-2-2-16,13-2 5 15,14-5-9-15,21 1 5 0,14-4-6 16,23 3 3-16,13-4 2 16,9 3 4-16,4-1 2 15,3 2-2-15,0-4 0 16,-7-1-2-16,-12 2 1 16,-20-3 1-16,-13 3 1 15,-20-1-1-15,-14 4 1 16,-17 2-2-16,-9 0 5 15,-8 3 0-15,-3-5 0 0,0 0 0 16,8-5 0 0,11-4-2-16,14-5-5 15,19-7-1-15,19-5 0 16,15-10 2-16,20-8-1 0,24-6 0 16,12-5-1-16,11-6 2 15,12-6 3-15,6-3 3 16,4-2-2-16,2-5 2 15,-9 1 1-15,-8-2 4 16,-11-3 7-16,-10-7-4 16,-13-1 6-16,-16-4-7 15,-13-1 0-15,-19 1-3 0,-11 3 0 16,-10 5-5 0,-5 9-6-16,-7 12 2 15,0 13-6-15,-5 17 5 16,1 18 1-16,1 19-1 15,6 20 0-15,4 13 2 0,5 14 0 16,6 9 1-16,1 7-1 16,7 1 2-16,0-4-1 15,3-6 0-15,1-12 0 16,1-9-2-16,-5-15 1 16,0-9-1-16,-2-12 2 15,2-26 0-15,-3 19 4 16,3-19-2-16,5-19-1 15,2-4 1-15,3-6 0 16,9-6 1-16,11-3-3 16,8 2 0-16,4 0-3 15,13 3 2-15,8 7 1 0,4 1 1 16,4 8-2-16,-3 5 1 16,-2 2-1-16,-5-1 2 15,-13 4 2-15,-11 2-1 16,-9 0 0-16,-11 3-1 15,-17 2 0-15,0 0 0 16,-26 26 0-16,0-5 0 16,-4 3-3-16,1 4 2 15,3 0 0-15,0 1 2 16,10-1 2-16,4-6-3 16,12-3 0-16,0-19-2 15,16 21 0-15,-1-17 0 16,8-4-1-16,3-4-1 0,0-3-1 15,3 0 3-15,1-1 2 16,-4-1 3-16,0 2 1 16,0 4 1-16,-3 1 0 15,-4 7-1-15,0 0-1 16,0 4-2-16,-2 1 0 16,6-1-3-16,3-2-1 15,5-4 0-15,-1-6 1 16,6-2 0-16,6-8-1 15,3-6 3-15,0-5 0 16,7-7 1-16,0-9 1 16,-3-7 4-16,3-11 3 15,-7-10-3-15,-3-8 2 0,-6-11-2 16,-3-4 1-16,-10-3-5 16,-11 2 0-1,-9 11-4-15,-6 10-3 16,-1 14 3-16,-8 17-3 0,-3 23-2 15,-6 20-1-15,-2 23 2 16,1 19 1-16,3 16-2 16,-1 15 3-16,13 12 1 15,7 6 0-15,11 3 4 16,11-4 0-16,17-6 3 16,13-9 0-16,8-9 1 15,13-12-4-15,-1-14 2 16,2-10 0-16,1-14-1 0,-7-10 0 15,-8-13-2 1,-4-8-2-16,-14-7-1 16,-10-10-2-16,-9-1 1 15,-9-4 0-15,-12 3 3 0,-4 5-3 16,-8 3 1-16,-6 6 1 16,-1 10 1-16,1 10 0 15,-3 10-1-15,5 6-2 16,5 10 0-16,6 2 1 15,6 4 0-15,9 1 3 16,4-1 2-16,8-8 3 16,4-4 0-16,9-11 1 15,4-10-1-15,4-13-75 16,0-11-69-16,8-8-22 16,-10-20-6-16,2-5-3 15,-15-16-3-15</inkml:trace>
  <inkml:trace contextRef="#ctx0" brushRef="#br3" timeOffset="-2532.75">34193 7481 584 0,'0'0'173'0,"26"5"-6"0,14-11-165 16,11-3 2-1,11-1-4-15,-1-3-3 16,1 0-3-16,-3 4-77 16,-10 2-53-16,-21 2-29 0,-7 15-5 15,-21-10-1-15,-37 43-2 16</inkml:trace>
  <inkml:trace contextRef="#ctx0" brushRef="#br3" timeOffset="-453.07">31406 9079 549 0,'12'-35'167'16,"-5"-1"-4"-16,0 3-163 16,5 11 5-16,-12 22 5 15,29 5 1-15,-15 28-3 16,2 15 2-16,-4 20-3 16,-2 13 3-16,-3 14-8 15,2 6-5-15,-6 3-2 16,-3-11-2-16,-3-10 1 15,1-14 0-15,-5-17 4 16,4-12-4-16,3-17-1 16,0-23-1-16,0 0 2 0,0-37 0 15,7-4 3-15,1-13 1 16,10-5-6-16,8-5 4 16,9-3 4-16,6 3 3 15,11 12-1-15,14 12 2 16,2 19-2-16,10 16 3 15,-7 8 3-15,-3 13 3 16,-13 10-4-16,-6 8-2 16,-18 5-3-16,-17 2 1 15,-14 1-5-15,-14-3-4 16,-8-2 0-16,-9-8-3 16,-2-6 4-16,3-8 7 15,-3-9-5-15,14-13-5 0,7-12 3 16,12-11 3-16,15-5-3 15,15-8 3 1,19-5-3-16,10-6-4 16,17-1 9-16,12 1 3 0,3 4-1 15,-1 1-1-15,-1 4 3 16,-11 9 0-16,-21 8 7 16,-12 9-6-16,-15 9-1 15,-30 10 0-15,3 22 0 16,-19 13 0-16,-13 10-1 15,-9 5 0-15,5 9-8 16,-4 3 10-16,9-3-1 16,2-5 1-16,9-7-6 0,12-13-6 15,5-10-1 1,9-6-3-16,6-11 1 16,6-11-2-16,2-3 1 15,3-8 2-15,0-8 7 0,0-1 6 16,-4-4 1-16,1 2 3 15,-8 2 2-15,-1 5-1 16,-8 4 2-16,-6 15-2 16,10-18-1-16,-10 18 0 15,0 0-2-15,0 0-3 16,0 0-3-16,0 0-5 16,23 19-2-16,-23-19-3 15,26 5 2-15,-11-8-1 16,8-2 1-16,-2-6 3 15,1-4 3-15,1-4 2 16,3-4 1-16,-4 1 0 16,1 1 2-16,-4 4 1 0,-19 17 3 15,23-21 2-15,-23 21-1 16,0 0 0-16,15 22 1 16,-11 3-1-16,-1 1 0 15,4 7-2-15,0-1-4 16,-2 3-2-16,6-4-2 15,-4-3-3-15,5-6-6 16,-2-6 0-16,-10-16 0 16,26 10 0-16,-10-17 3 15,3-8-1-15,7-9 2 16,0-4 3-16,0-5 7 16,4-2 0-16,-1 1 0 0,-3 4 0 15,-3 6 4-15,-4 9 2 16,0 11 0-16,-19 4 0 15,29 21-1-15,-13 3 0 16,-2 2-1-16,1 5-1 16,5-1-8-16,-3-3-6 15,2-4-3-15,4-8 1 16,-1-6 2-16,1-9-1 16,3-7 2-16,0-7 2 15,3-6 4-15,3-8 3 16,1-2 3-16,-1-1 0 15,3 4 0-15,-2 1 1 16,0 7 1-16,5 6-1 0,-1 10 0 16,-2 10 0-16,-2 7 0 15,-1 6-2-15,-4 3-5 16,-5 5-3 0,-9 1-2-16,-11 1-1 0,-6-4-1 15,-11-2-1-15,-2-5 1 16,-3-5 2-16,0-2 5 15,2-2 6-15,17-10-3 16,-16 2 1-16,16-2-2 16,16-17 0-16,4 1 0 15,8-1 1-15,5-8-2 16,5-6-5-16,2-2 5 16,5-3-1-16,4-4 5 0,3-1 0 15,-7-4 2-15,-3 3-3 16,-2 2 6-1,-9 7-2-15,-5 6-3 0,-5 4-5 16,-12 8-1-16,-9 15-3 16,0 0-1-16,0 0 1 15,-4 31-2-15,-1-5 2 16,-2 7 3-16,7 5 4 16,0 2 1-16,4 5 4 15,-1-4 0-15,6-6 0 16,5-4-4-16,1-5-2 15,1-12-10-15,1-9-95 16,-1-14-43-16,3-6-14 0,-5-16-2 16,1-9 4-1,-4-11 46-15,-3-16 59 16,-4-11 68-16,-1-8 97 16,-3-4 43-16,-10-4 11 0,5 13 2 15,-9 3-7-15,2 10-42 16,1 20-68-16,-1 15-61 15,12 33-3-15,-22-10 0 16,11 27 0-16,4 16 4 16,4 10 0-16,6 7 1 15,4 7 11-15,4 4 1 16,1-2 2-16,3-2 0 16,8-3 3-16,3-16-2 15,4-5 1-15,2-11-1 16,3-6 1-16,2-11 0 15,4-5-1-15,4-5 0 16,-1-6-3-16,-2-1-1 0,-1 2-1 16,-4-2-1-16,-3 1-1 15,-1 4 0-15,-3 6-1 16,-4 1 1-16,-4 3 0 16,1 2-1-16,0 2 0 15,3 2-16-15,0-4-85 16,7-3-49-16,5 1-14 15,0-11-3-15,14 2 0 16,0-11 9-16</inkml:trace>
  <inkml:trace contextRef="#ctx0" brushRef="#br3" timeOffset="2627.12">28581 3995 173 0,'-12'-31'170'15,"2"2"-35"-15,10 4-20 16,-4-11 1-16,11 5-17 16,-3-11-11-16,8 13-18 15,-5-13-13-15,8 11-57 16,5-2 0-16,6 2 0 15,0 3 0-15,0 2 0 0,0 7 0 16,0 6 0-16,0 0 0 16,0 8 0-16,-7 10 0 15,0 11 0-15,-2 10 0 16,-1 10 0-16,-2 13 0 16,-5 8 0-16,1 9 0 15,-7 5 0-15,-3 3 0 16,-3 2 0-16,-4 4 0 15,-2-2 0-15,-1-2 0 16,-4 0 0-16,5 0 0 16,-1-5 0-16,6-2 0 15,1-1 0-15,6-6-3 16,11-3 2-16,9-9 5 0,6-5-4 16,13-8 0-16,10-6 0 15,9-7 0-15,5-5 0 16,9-10 0-16,3-4 0 15,-2-7 0-15,-1-3 0 16,-1-5 0-16,-6-1 0 16,-9-1 0-16,-10-2 0 15,-4-1 0-15,-12-1 0 16,-11 1 0-16,-6 2 0 16,-16 13 0-16,10-20 0 15,-10 20 0-15,0 0 0 16,-15-16 0-16,15 16 0 15,-30 10 0-15,8 4-1 0,-4 4 2 16,0 6-1-16,-4 7 0 16,4 4 0-16,-3 6 0 15,6 6 0 1,0 3 0-16,8 4 0 0,4 5 0 16,8 3 0-16,-1 4 0 15,8 3-1-15,3 2-1 16,3-4 4-16,6-1-3 15,6 0 2-15,1-4 0 16,3-3-1-16,0-2 0 16,0-3 0-16,4 1 0 15,-4 1 0-15,-4 1 0 16,1-2 0-16,-1 4 0 0,-3 0 0 16,1 3 0-1,-3 1 0-15,2 1 0 16,0 1 0-16,4 3 0 15,-4-1 0-15,2 1 0 0,-2 3 0 16,0 2 0-16,-4 1 0 16,-1 0 0-16,-2-4 0 15,-1-1 0-15,-4-5 0 16,-7-7 0-16,-4-5 0 16,-6-9 0-16,-6-6 0 15,-3-10 0-15,-7-2 0 16,-7-10 0-16,-5-1 0 15,-9-4 0-15,-3-1 0 16,-9-2 0-16,-5 0 0 0,-2 0 0 16,-2 0 0-1,4-2 0-15,-6-2-57 16,9-1-115-16,6-2-4 0,3-10-5 16,3 5-20-16,-3-13-9 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4T17:37:15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14219 5503 271 0,'-17'-23'198'0,"-9"1"-27"16,-6 1-63-16,6 9-17 16,-10-2-9-16,5 9-24 15,-9 0-22-15,5 6-28 16,-1 3-8-16,-3 5 0 15,0 4 0-15,-3 5-6 16,0 6-2-16,2 4 2 16,-1 4 0-16,2 3 5 15,3 3-1-15,3 4 1 0,7 3 5 16,7 0-6-16,7 0 4 16,5 0-7-16,7 0 4 15,3-4-6-15,13 4 4 16,6-1-6-16,11-3-1 15,9-3 2-15,3 5 2 16,4-3 2-16,-1 7 0 16,4 0 3-16,-3 1 0 15,0 4 4-15,-6 0 0 16,-8 3 0-16,-2-1-1 16,-4 0 3-16,-10-1-1 15,-3-1 5-15,-6-3 1 16,-6-4-4-16,-8-5 1 0,1-4-1 15,-4-1 2-15,-2-8-5 16,-1-6 2-16,-1-5-7 16,11-16 0-16,-8 20 0 15,8-20-2-15,0 0-1 16,-4 20-1-16,4-20 1 16,11 22-1-16,-6-5 0 15,9 4 0-15,-5 5 3 16,4 3 1-16,3 4 2 15,-6 0-1-15,3 4 2 16,-6 1-2-16,-1 0 3 16,-6 0 1-16,-3-2 1 15,0-1-1-15,-8-6 1 0,2-3-1 16,-1-3 0-16,-6-8-2 16,16-15-3-16,-26 16-4 15,26-16-4 1,-26-7 1-16,11-5-1 0,1-5 1 15,-5-6-1-15,3-3 3 16,-1-3 2-16,1-4 2 16,-3 0 2-16,2 0 3 15,1 2-3-15,0 5 2 16,3 3-1-16,4 4 0 16,9 19 1-16,-14-22 1 15,14 22 1-15,0 0 0 16,0 0 1-16,0 0 2 0,0 0 0 15,-3 24 1 1,9-5-2-16,5 4 0 16,1 4-1-16,-2 4-1 15,6 4-2-15,3 0-2 0,-1-1 0 16,-3 1-1-16,4-2 0 16,-3-4 0-16,5 1 0 15,-6-6-3-15,1-3 1 16,5-6-3-16,-21-15 1 15,31 12 1-15,-17-15 0 16,2-13 1-16,3-11 0 16,0-13 2-16,7-12 0 15,0-12 4-15,14-12-3 16,5-9 4-16,3-9-1 16,17-1-5-16,1 0-100 15,5-4-64-15,7 11-16 16,-21-11-4-16,9 9-1 0,-17-12 103 15</inkml:trace>
  <inkml:trace contextRef="#ctx0" brushRef="#br0" timeOffset="2611.9">14365 8726 124 0,'-14'-19'74'15,"2"3"12"-15,12 16 14 16,-30-31 24-16,30 31-7 15,-22-24-11-15,22 24-9 16,-19-16-11-16,19 16-15 16,0 0-33-16,0 0-38 15,-14 0 0-15,14 0 0 16,-5 26 0-16,1 2 0 0,4 13 0 16,-3 13 0-1,6 14 0-15,-3 11 0 0,0 13 0 16,0 3 0-1,0-3 0-15,-3-5 0 0,3-8 0 16,-4-10 0-16,-3-11 0 16,4-15 0-16,3-10-1 15,-5-9 0-15,5-9 0 16,0-15-1-16,0 16-1 16,0-16 1-16,0 0 3 15,0 0 0-15,-7-28 3 16,3 8-2-16,-6-8 0 15,-2-7-2-15,-2-8 0 0,-2-9 0 16,0-3 0-16,-1-4 0 16,5-5 0-1,-2 0 0-15,5 1 0 16,6 1 0-16,3 5 0 0,3 3 0 16,10 6 0-16,-3 3 0 15,2 9 0-15,5 3 0 16,-4 5 0-16,4 7 0 15,-17 21 0-15,28-24 0 16,-11 26 0-16,-1 5 0 16,3 6 0-16,3 8 0 15,8 3 0-15,-1 6 0 16,8 4 0-16,-2 6 0 16,1 4 0-16,2 4 0 15,-1 7 0-15,-6 4 0 16,2 9 0-16,-4 3 0 15,-3 1 0-15,-3 1 0 0,-4-5 0 16,-7-4 0-16,2-7 0 16,-5-5 0-16,-2-11 0 15,-4-10 0-15,4-5-51 16,-7-26-46-16,4 25-23 16,-4-25-26-16,0 0-8 15,-4-26-15-15,1 3-8 16,-1 4 69-16</inkml:trace>
  <inkml:trace contextRef="#ctx0" brushRef="#br0" timeOffset="2892.7">14407 9441 356 0,'0'0'170'0,"-7"-21"-31"16,10 4-20-16,-3 17-18 15,30-38-22-15,-8 17-26 16,1-7-47-16,6 2-6 16,4 2 0-16,2 3 0 15,1 4 0-15,-4 3-115 16,-3 4-67-16,8 11-16 0,-15-1 0 15,4 12-3-15,-10-8 73 16</inkml:trace>
  <inkml:trace contextRef="#ctx0" brushRef="#br0" timeOffset="4716.29">21430 12328 290 0,'-11'-19'150'0,"4"2"-11"16,-1-1-17-16,8 18-9 16,-14-20-20-16,14 20-19 0,0 0-32 15,0 0-42-15,0 0 0 16,0 0 0-16,-12 19 0 15,12 3 0-15,7 11 0 16,-6 10 0-16,10 9 0 16,-1 9 0-16,-1 3 0 15,1 2 0-15,6-2 0 16,-9-4 0-16,3-4 0 16,-1-10 0-16,-6-9 0 15,4-8 0-15,-3-8 0 16,-2-5 0-16,-2-16 0 15,0 0 0-15,0 0 0 16,10-18 0-16,-14-1 0 0,4-7 0 16,-8-5 0-16,4-7 0 15,-6-5 0-15,-2-7 0 16,1-6-3-16,-1-1 4 16,2-2-3-16,-1 0 2 15,6 2-3-15,2-2 3 16,3 4 3-16,8 3-5 15,-1 5 2-15,9 6-1 16,1 6 0-16,6 6 0 16,6 6 1-16,-3 11 0 15,6 9-1-15,-3 10 3 16,1 8-2-16,-4 4 2 16,0 9 2-16,-4 6-2 0,-3 8-2 15,-3 0 0-15,-6 3 0 16,-3 3 0-16,-7 0 0 15,0 1 0 1,-7-2 0-16,-3-2 0 0,-2-4 0 16,-4-4 0-16,-1-6 0 15,5-4 0-15,-2-8 0 16,2-3 0-16,12-16 0 16,-14 16 0-16,14-16 0 15,0 0 0-15,0 0 0 16,0 0 0-16,-5-16 0 15,5 16-2-15,5-21 3 16,-5 21 0-16,14-29-4 0,-6 10 4 16,10 0-3-1,4-2 3-15,1 0-4 16,6 4 4-16,6 0-6 16,2 5 5-16,4 3-1 0,-1 5 1 15,-2 8-1-15,1 1 1 16,-3 5 3-16,-3 4-2 15,-5 5 3-15,-7 2-6 16,-6 3 7-16,-4 6-4 16,-10 1-1-16,-6 4 0 15,-5 3 0-15,-6 1 0 16,-6 1 0-16,-11 2 0 0,0-4 0 16,-6-2 0-16,-1-5 0 15,2-5 0 1,-3-5 0-16,1-5 0 15,1-8 0-15,7-2 0 16,2-6 0-16,7-2 0 0,4-3 0 16,4-6 0-16,15 11-55 15,-11-27-71-15,18 1-38 16,4 1-11-16,1-9-5 16,7-1-3-16,-5-8 44 15</inkml:trace>
  <inkml:trace contextRef="#ctx0" brushRef="#br0" timeOffset="6030.62">15386 16327 369 0,'-16'1'148'0,"16"-1"-14"15,0 0-9-15,0 0-19 16,0 0-14-16,-26-22-43 16,26 22-49-16,-11-17 0 15,11 17 0-15,-12-23 0 16,12 23 0-16,-14-31 0 0,6 14 0 16,1-4 0-1,-4 2 0-15,3 0 0 16,-3-2 0-16,-4-2 0 15,1 4 0-15,2 0 0 0,-2 4 0 16,14 15 0-16,-31-28 0 16,31 28 0-16,-27-15 0 15,10 9 0-15,17 6 0 16,-28 2 0-16,28-2 0 16,-26 16 0-16,9-3 0 15,1 7 0-15,-3 5 0 16,2 7 0-16,-2 4 0 15,-4 7 0-15,1 4 0 16,-1 8 0-16,1 4 0 16,-1 5 0-16,4 4 0 15,2 1 0-15,4 4 0 0,3-2 0 16,1-2 0-16,9-3 0 16,5-4 0-16,2-5 0 15,9-7 0-15,5-6 0 16,5-6 0-16,5-9 0 15,6-6 0-15,4-8 0 16,4-8 0-16,1-9 0 16,2-6 0-16,4-11 0 15,-3-9 0-15,3-3 0 16,3-5 0-16,-9-4 0 16,-1-2 0-16,-5 6 0 15,-6 1 0-15,-4 9 0 16,-8 5 0-16,-2 15-18 0,-20 6-155 15,22-4-27-15,-22 4-5 16,0 0-3-16,7 19-2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4T17:37:24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9612 18705 443 0,'-3'-21'159'16,"-1"2"-33"-16,-3 2-19 15,7 17-22-15,-7-21-32 16,7 21-39-16,0 0-6 0,0 0-1 15,-15 19-2-15,11 7 2 16,1 9-3-16,-1 15 1 16,3 12-5-16,-3 11 0 15,1 13 0-15,-1 3 0 16,-3 4 0-16,4 1 0 16,-6-6 0-16,2-7 0 15,-3-10 0-15,5-12 0 16,-6-12 0-16,8-7 0 15,-1-14 0-15,-1-9 0 16,5-17 0-16,0 0-2 16,0 0-7-16,0 0 0 0,0-17-1 15,0-6 1-15,0-6 2 16,0-11 2-16,0-10 4 16,-4-9 2-16,4-7-3 15,0-3 4-15,4-9-4 16,-2-3 3-16,5 3-1 15,3 0 2-15,2 5-5 16,2 4 2-16,2 3 3 16,-1 9-4-16,6 9 4 15,-5 8-4-15,-1 7 2 16,-1 9 0-16,-14 24 3 16,30-18-2-16,-30 18 1 15,31 37 2-15,-14-1-2 0,9 16 4 16,-3 10-1-16,8 13 2 15,2 9-4 1,0 6 7-16,-7 4-3 16,2 1-3-16,-2-5-4 0,-5-7 0 15,-2-8 0-15,-3-8 0 16,-3-11 0-16,-4-13-41 16,2-7-71-16,-3-15-25 15,-8-21-18-15,7 17-11 16,-7-17-4-16,0-17-4 15</inkml:trace>
  <inkml:trace contextRef="#ctx0" brushRef="#br0" timeOffset="256.95">9543 19614 239 0,'0'0'135'16,"0"0"-7"-16,29-18-14 16,-3 10-14-16,4-11-8 15,18 3-4-15,4-10-22 16,13-1-27-16,1-5-29 16,-2-1-63-16,4 8-67 15,-6 4-25-15,-12 0-37 16,-3 21-5-16,-21-2-13 15,2 18 77-15</inkml:trace>
  <inkml:trace contextRef="#ctx0" brushRef="#br0" timeOffset="1376.84">9508 20275 544 0,'-19'-9'181'16,"19"9"-62"-16,-26 26-43 15,15 2-50-15,1 7-28 16,1 10-4-16,2 7 6 0,1 10-4 16,0 4 3-16,6 5 4 15,4 0-3-15,-2 0 1 16,1-4-2-16,0-3 1 16,-3-7-1-16,4-5 0 15,-4-12 0-15,0-9 0 16,0-8 4-16,0-8 6 15,0-15 3-15,0 0 1 16,0 0 1-16,-10-24 0 16,4-4 1-16,3-5-4 15,-4-12-11-15,0-8 0 16,-2-8 0-16,6-6 0 16,3-4 0-16,3 0 0 0,6 1 0 15,1 3 0-15,3 6 0 16,4 4 0-16,-2 9 0 15,5 8 0 1,2 7 0-16,-4 7 0 0,1 11 0 16,0 4 0-16,0 13 0 15,-5 8-10-15,5 9-1 16,-9 6-4-16,2 9 5 16,-1 6 0-16,-8 7 5 15,-3 1-2-15,-7 2 4 16,0 2 3-16,-5 2-3 15,-2-6 3-15,2 1-3 16,-2-6 2-16,-1-3-1 0,1-9 2 16,5-7 2-16,2-6 4 15,7-18 5 1,-10 15-2-16,10-15 1 16,0 0 1-16,0-17 0 0,0 17 0 15,10-33-2-15,1 14-9 16,4 0 0-16,4-4 0 15,4 1 0-15,10 3 0 16,5 3 0-16,5 6-7 16,3 8-1-16,-1 6-2 15,3 4 1-15,-6 10-1 16,-6 8 1-16,-6 7 2 16,-8 5 0-16,-6 5 3 15,-12 5-1-15,-4 1 4 16,-11 1-3-16,-8 2 3 15,-4-4 0-15,-10-3-2 16,-1-3 2-16,1-11 0 0,-5-7 8 16,1-8-4-16,2-11 10 15,2-7 2-15,4-6-4 16,6-4 3-16,8-6-51 16,-3-2-52-16,10 0-42 15,4 5-28-15,4-1-16 16,0 16-8-16,7-15 4 15</inkml:trace>
  <inkml:trace contextRef="#ctx0" brushRef="#br0" timeOffset="2021.34">9702 21928 444 0,'0'-22'163'16,"-6"1"-26"-16,-1-2-29 15,1 6-26-15,-8-4-46 16,2 4-32-16,12 17 1 16,-29-26-1-16,10 17 1 15,1 9 1-15,-4 4 1 16,-1 6 0-16,1 9 1 15,-4 11-1-15,-4 4-7 16,2 6 0-16,-1 7 0 16,6 6 0-16,-3 8 0 15,7 1 0-15,2 6 0 16,5-4 0-16,8 2-2 0,4-1-5 16,9-1 3-16,5-8-5 15,8-4 4-15,4-9-1 16,11-8 0-1,1-9 0-15,4-7-1 0,3-12 2 16,3-7 1-16,-1-7 2 16,-2-9-1-16,-3-5 2 15,-4-3-1-15,-5 2 2 16,-7-3 1-16,-3 5 0 16,-8 1-1-16,-1 3 1 15,-14 16 2-15,12-17-7 16,-12 17-119-16,14 5-45 15,-14-5-6-15,0 0-3 0,9 19-6 16</inkml:trace>
  <inkml:trace contextRef="#ctx0" brushRef="#br0" timeOffset="3292.47">15460 18698 564 0,'-22'-16'177'15,"22"16"-33"-15,0 0-64 0,-19 26-46 16,19-1-31-16,-4 8-1 16,4 10-1-16,4 14-4 15,-1 7 7-15,2 9-4 16,-1 3 3-16,-1 2-2 15,1 1-4-15,-4-4 2 16,-4-6-2-16,1-10 2 16,-3-5-3-16,0-13 3 15,-1-6-3-15,3-13 0 16,4-22-2-16,-3 19-2 16,3-19 2-16,0 0 0 15,-6-31 0-15,3 5 0 16,0-10-4-16,-1-11 8 0,1-7 6 15,-4-8-2-15,7-7 2 16,0-4-2-16,7-3 2 16,0 3-3-1,1 6 4-15,6 6-5 0,-2 8-1 16,2 8 1-16,-2 10-2 16,-1 11 2-16,-4 6-1 15,-7 18 3-15,0 0 1 16,22-5 1-16,-22 5 1 15,35 42 0-15,-9-4 0 16,3 7 1-16,8 8 2 16,1 12-2-16,-1 0 3 15,-3 8-5-15,-1 3-1 0,-7-5 2 16,-7-2-4 0,0-6-1-16,-8-3 0 15,1-4 0-15,-5-8 0 16,-4-10 0-16,1-7-13 0,1 1-73 15,-5-12-49-15,0-20-30 16,0 21-10-16,0-21-3 16,0 0 0-16</inkml:trace>
  <inkml:trace contextRef="#ctx0" brushRef="#br0" timeOffset="3545.53">15476 19557 408 0,'0'0'153'15,"0"0"-24"-15,3-28-27 0,-3 28-31 16,33-35-19-16,-3 13-28 16,1-6-12-16,12 0-9 15,3 1-3-15,2-1 5 16,4 4-5-16,-3 1 1 15,-4 8-94-15,-3 4-51 16,-9 4-21-16,0 11-6 16,-11-4-3-16,1 10 2 15</inkml:trace>
  <inkml:trace contextRef="#ctx0" brushRef="#br0" timeOffset="4664.72">15347 21750 522 0,'0'0'177'16,"0"0"-33"-16,-3-19-59 15,3 19-68-15,0 0-12 16,0 0 0-16,0 33 1 16,3-4-3-16,1 9-2 0,5 12 2 15,1 11-4-15,-1 13-1 16,5 9 3-16,-2 2-5 16,2 4 5-16,-2-3-5 15,-2-1 6-15,-3-7-9 16,-2-7 7-16,-1-12-2 15,-1-13 1-15,-3-11 2 16,0-9-4-16,0-26-2 16,4 19-1-16,-4-19 4 15,-4-23-1-15,1-2-1 16,-1-12-1-16,-1-4 0 16,-2-11 5-16,-3-5-1 15,1-13 2-15,-1 1 5 0,3-5-6 16,-2 3 6-16,6 3-6 15,-1 6 7-15,1 3-8 16,6 4 7 0,4 8-5-16,-4 5-2 0,6 6 2 15,2 3-2-15,1 5 1 16,-2 4 0-16,-1 5 1 16,-9 19 0-16,26-17 0 15,-26 17 1-15,33 15 1 16,-14 6 0-16,3 10 0 15,5 7 2-15,2 7-3 16,4 9 3-16,-2 10 0 16,2 5-7-16,-3 2 7 0,-1 2-8 15,-6 0 7-15,3-2-6 16,-7 0 6 0,-3-4-9-16,1-10 5 15,-5-8 1-15,-2-6-2 0,-1-8 1 16,-2-9-28-16,-7-26-56 15,7 22-46-15,-7-22-27 16,0 0-17-16,-10-24-1 16,4 3-3-16</inkml:trace>
  <inkml:trace contextRef="#ctx0" brushRef="#br0" timeOffset="4955.6">15509 22525 448 0,'7'-19'138'0,"5"-7"-18"16,9 2-21-16,-2-7-22 15,12 1-37-15,2-2-38 16,0 0 6-16,5 1-9 15,2 5 8-15,-5 0-8 16,1 6 9-16,-4 4-20 16,-6 4-101-16,0 7-58 15,0 6-3-15,-7-2 0 16,2 2-7-16,-2-4 62 16</inkml:trace>
  <inkml:trace contextRef="#ctx0" brushRef="#br0" timeOffset="6409.67">19286 18786 496 0,'0'0'176'16,"-19"-12"-51"-16,19 12-28 15,0 0-30-15,-19-12-38 16,19 12-27-16,0 0 2 16,-7 17 0-16,7 1-1 0,3 11 0 15,6 9-1-15,1 11 0 16,3 10-5-1,4 5 4-15,-1 3-4 16,3 1 4-16,-2 1-4 0,-1-7 0 16,-6-8 0-16,-1-11-1 15,-2-8 2-15,-4-8-3 16,1-8 3-16,-4-19-7 16,0 0 6-16,0 0-2 15,0 0 1-15,0 0 0 16,-11-31-1-16,4 4 4 15,-5-8 1-15,-2-5 4 16,-1-7-3-16,2-6 2 16,-4-6-1-16,5 0 2 15,2-3 0-15,3 1-5 16,7 4 1-16,7 2-2 16,3 6 2-16,6 6-1 0,3 8 0 15,1 8-2-15,0 8 2 16,-1 5 0-16,3 9 3 15,-3 5 0-15,-5 8 4 16,2 8-1-16,-6 5 0 16,-1 10 1-16,-2 9-1 15,-7 6 0-15,-7 4-3 16,-2 6-2-16,-1 1-2 16,-6-2-1-16,-1 1-4 15,5-8 3-15,-4-6-2 16,-1-11 4-16,12-7 0 15,-6-7-1-15,11-17-3 0,-7 16 5 16,7-16 1-16,0 0-1 16,14-19 1-16,-14 19-2 15,31-31 0-15,-10 12 1 16,7 0 3-16,8-2-3 16,3 0 2-16,4 4-2 15,6 5 0-15,-4 1 1 16,3 10 0-16,-3 2 2 15,-6 6 1-15,-6 7 1 16,-7 5-3-16,-7 4 3 16,-5 4-4-16,-9 6 2 15,-7 4-4-15,-8 2-3 16,-4 1 1-16,-9 0-3 0,1 0 5 16,-10-2-1-16,-4-5 4 15,-2-4-3-15,-2-6-10 16,-2-11-63-16,6-3-53 15,4-4-31-15,3-9-10 16,6 3-2-16,1-10-3 16</inkml:trace>
  <inkml:trace contextRef="#ctx0" brushRef="#br0" timeOffset="7596.68">19487 20109 405 0,'-19'5'196'0,"19"-5"-16"16,-14 24-55-16,14-24-51 15,-15 38-63-15,15-3-16 16,0 5-4-16,3 6 6 15,-3 10-4-15,5 1 5 0,2 2-4 16,7 3 4 0,-9-3-4-16,6-9 4 15,-4-5 1-15,1-5 0 16,-1-7-1-16,-3-7 1 0,-1-7 1 16,-3-19-2-16,0 16-1 15,0-16 0-15,0 0 1 16,0 0 1-16,-10-16 0 15,5-1-1-15,-6-4 0 16,-3-5 2-16,-1-5 0 16,-1-6 3-16,2-2-3 15,-1-5 2-15,1 3-2 16,9-3 1-16,-2-1 0 16,7-1 1-16,7 2 3 15,-2 3-3-15,9 1 4 16,-2 5-8-16,5 4 7 15,-1 4-6-15,3 8 4 0,3 5-5 16,-1 7 1-16,2 7 0 16,3 5 3-16,-4 5 0 15,1 8 2-15,-7 8-1 16,-1 5-4-16,-8 5 6 16,-3 7-7-16,-4 2 3 15,-4 2-5-15,-4 3 4 16,-6 2-5-16,-2-5 5 15,-1-4 0-15,1-5-2 16,0-5 3-16,3-7-5 16,4-7-1-16,9-19 1 15,0 0 2-15,-17 9-1 0,17-9-1 16,-4-24 0-16,8 5 1 16,-1-2 2-16,0-3 2 15,8-2-3-15,1 1 0 16,2 1 2-16,8 2-2 15,5 1 0-15,0 7-1 16,10 5 1-16,-4 8 0 16,1 4 4-16,-1 9-2 15,2 6 2-15,-5 2 2 16,-8 8 0-16,-4 3 1 16,-3 2 0-16,-8 4-1 15,-7 1-3-15,-7 1 2 16,-3 1-3-16,-6 2 1 0,-6-4 0 15,-1-4 0-15,-10 1-1 16,2-5 2-16,-2-6 0 16,-4-5 0-16,-1-5-4 15,5-11-64-15,7 4-63 16,4-5-42-16,3-11-3 16,19 9-6-16,-23-24-5 15</inkml:trace>
  <inkml:trace contextRef="#ctx0" brushRef="#br0" timeOffset="8760.41">19244 21421 597 0,'0'0'180'15,"0"0"-64"-15,-14 33-71 16,14-4-48-16,4 11-3 16,3 8 1-16,5 15-4 15,-2 4 9-15,1 6-2 16,4 3 3-16,1-1-2 16,-6-4 2-16,3-2 1 15,-3-3-6-15,-6-13 8 16,-1-6-8-16,0-9 7 0,-1-12-4 15,-2-5 8-15,0-21-10 16,0 0 5-16,0 0 4 16,0 0-5-16,-15-30 4 15,6 1-7-15,-5-6 8 16,2-6-11-16,-2-9 9 16,2-8-6-16,1-2 1 15,4 1-2-15,-1-3 3 16,8 5 1-16,0 1-4 15,5 3 5-15,5 6-3 16,3 5 1-16,0 8-2 16,7 1 1-16,-1 7 0 15,-2 5 1-15,2 7 0 0,4 7 1 16,-4 9-1-16,0 7-1 16,-2 6 2-16,-1 9 0 15,-9 11 0-15,1 7-2 16,-8 3 0-16,-5 7-1 15,-2 3 3-15,-3 2-2 16,-2 0 2-16,-4-5-3 16,-1-5 3-16,1-7-3 15,2-7 5-15,2-9-3 16,2-7-1-16,10-17 0 16,0 0 0-16,-19 7 1 15,19-7-2-15,-4-24 1 0,8 5 0 16,3-2 0-16,-1-5 0 15,3-2 1-15,2-3 2 16,11 2-2-16,4-1 1 16,9 6-1-16,1 3 0 15,6 7 0-15,3 9 0 16,4 7 3-16,-1 10-5 16,-8 5 2-16,-2 6 1 15,-5 6-1-15,-7 3 0 16,-6 2-1-16,-5 1-1 15,-8-1-1-15,0 3 3 16,-10 1 3-16,-4 0-8 16,-5 0 8-16,-8-2-6 0,-6-1 7 15,-3 0-6-15,-11-1 8 16,-2-1-9 0,-6-7 2-16,6-3 1 15,-3-1-75-15,1-12-52 0,6-6-42 16,9-6-5-16,-1-15-13 15,15-7 4-15</inkml:trace>
  <inkml:trace contextRef="#ctx0" brushRef="#br0" timeOffset="9781.54">15639 20420 260 0,'0'0'144'0,"0"0"-14"15,-3-15-13-15,3 15-15 16,0 0-12-16,0 0-20 16,0 0-27-16,0 0-36 15,0 0-2-15,0 0-2 16,0 0-1-16,0 0 0 15,0 0-1-15,-11-16-1 16,11 16 0-16,-12-21-1 16,12 21 1-16,-19-29 6 15,19 29-5-15,-26-28 6 16,12 14-5-16,-5 2 7 16,3 2-7-16,-1 5 7 0,1 1-8 15,-3 4 2-15,2 2-2 16,-2 3-1-16,0 9-4 15,0 3-6-15,5 4 7 16,-2 5-7-16,-3 5 6 16,5 9-7-16,-2 5 6 15,4 9-3-15,5 1 6 16,4 8 3-16,-1 6-3 16,11 2 4-16,0 0-2 15,9-4 2-15,6-4-2 16,8-10 1-16,5-8-1 15,5-12 3-15,8-12-2 16,1-11 0-16,6-10 1 0,3-14 0 16,-3-8 1-16,1-13-2 15,-8-5 2-15,4-5-4 16,-10-3 2-16,-4-2-2 16,-5 3 0-16,-7 7 0 15,-10 9 2-15,-2 7-1 16,-14 24-56-16,0 0-98 15,0 0-21-15,0 0-17 16,-4 19-2-16,1 5-5 16</inkml:trace>
  <inkml:trace contextRef="#ctx0" brushRef="#br0" timeOffset="12427.81">5373 7635 191 0,'-12'-33'167'0,"-7"-1"-41"15,5-2-11-15,5 10-18 16,-4-4-4-16,6 9-17 15,-2 1-25-15,9 20-36 16,-7-16-20-16,7 16 0 16,16 22-2-16,1 3 1 15,9 13-2-15,5 10 9 16,9 8 0-16,5 9-1 16,11 10 3-16,1 3-2 15,2 1 3-15,-3 3-3 16,-2-1 3-16,-2-5-10 15,-9-3 3-15,-5-6 3 16,-8-9-1-16,-11-8 2 0,-4-9-1 16,-8-9 1-16,-7-10-4 15,0-22 1-15,-15 17-1 16,-3-20 1 0,-1-4-1-16,-7-9 0 0,0-3-1 15,-5-7 1-15,-5 0 5 16,1-3-1-16,-2-2 3 15,4 3-2-15,2-3 2 16,2 5-1-16,3 0 2 16,6 7-2-16,7 0-1 15,13 19-1-15,-16-21-3 16,16 21-1-16,0 0-1 16,0 0-1-16,0 0 0 0,29 19 1 15,-9-1-1 1,9 2 1-16,6 6 1 15,1 0 3-15,2 4-1 16,2-4 2-16,-5-2-1 0,-2-2 1 16,-7-6 2-16,-3-9 1 15,-4-12 1-15,-4-9-1 16,3-17 1-16,1-11-1 16,0-13 1-16,7-13 3 15,3-11-11-15,4-8 8 16,2-5-10-16,2 2 1 15,4 7-21-15,-4 4-73 0,1 9-48 16,0 17-28 0,-8 6 8-16,-4 19-12 15,-11 7 58-15</inkml:trace>
  <inkml:trace contextRef="#ctx0" brushRef="#br0" timeOffset="13344.45">6161 8761 332 0,'0'0'169'0,"0"0"-38"16,-19 12-27-16,16 3-16 16,6 13-30-16,1 7-35 15,3 8-22-15,1 10 1 16,3 8-2-16,4 8-1 16,-1 6 0-16,2 1-1 15,0-5 2-15,-6-4-2 16,2-8 1-16,-5-9 0 15,-4-8 0-15,1-14-1 0,-1-11 3 16,-3-17 1-16,0 0 0 16,0 0 0-1,4-19 1-15,-8-9 0 0,1-6-1 16,-7-11 4-16,1-7-5 16,-5-9 2-16,-2-6-2 15,6-3 2-15,-2-1-1 16,5 2 1-16,0 3-2 15,2 6 0-15,1 6 0 16,4 9-2-16,0 10 1 16,4 8-3-16,-3 6-3 15,-1 21 2-15,0 0 0 16,30 3 1-16,-13 18-1 16,11 10 2-16,2 9-1 0,3 9 2 15,1 8 3-15,3 2-2 16,1 3 0-1,-9 0-1-15,-3 2 3 0,-3-7-3 16,-6-1 2-16,-1-9-3 16,-4-9 2-16,-5-4-31 15,-3-9-74-15,-4-25-31 16,7 20-21-16,-7-20-6 16,0 0-2-16,-27-27 19 15</inkml:trace>
  <inkml:trace contextRef="#ctx0" brushRef="#br0" timeOffset="13593.62">6168 9375 338 0,'-7'-17'154'16,"14"-2"-34"-16,4-6-14 15,4-6-24-15,8 0-21 16,-1-5-39-16,11-2-23 16,-1 1 1-16,4-1-6 15,2 2-89-15,2 6-50 0,-5-4-16 16,5 10 0 0,-11-6-6-16,6 11 21 15</inkml:trace>
  <inkml:trace contextRef="#ctx0" brushRef="#br0" timeOffset="15168.74">10282 10737 284 0,'-22'-15'141'16,"22"15"-24"-16,0 0-11 0,-19-19-23 16,19 19-15-1,0 0-21-15,0 0-35 0,0 0-9 16,0 0-6-16,-7 31 3 16,17-9-3-16,-3 11 3 15,5 5-3-15,0 11 2 16,6 3 1-16,-6 7-1 15,5-4 1-15,-5 2-1 16,-5-5 1-16,2-5-1 16,-2-9 2-16,-4-9-3 0,1-8 0 15,-4-21-2 1,7 19 3-16,-7-19 0 16,0 0 1-16,-4-22 0 15,4 1-1-15,-7-3 2 0,0-8 3 16,-5-6 1-16,-2-5-2 15,-1-5 2-15,-4-4-2 16,1-4 2-16,3 1 3 16,2-1-3-16,0-1 1 15,6 2-4-15,5 3 3 16,2 5-5-16,9 7 3 16,1 8-6-16,-1 2 0 15,5 11-5-15,-14 19 6 16,26-10-2-16,-11 17 2 15,-1 12 1-15,2 5-3 16,-4 11 8-16,2 4-4 16,-4 8 6-16,-5 5-6 0,-1 2 5 15,-8 1-7-15,1-3 5 16,-6 0-2-16,-1-5-2 16,1-8 1-16,-1-2-2 15,3-8 1-15,3-6-5 16,4-23 0-16,-5 21 4 15,5-21 1-15,0 0 0 16,0 0-2-16,9-28 2 16,-2 9 2-16,3-4 3 15,2-1 1-15,4 0-5 16,1-2-3-16,6 5 0 16,3 4-1-16,3 6 0 15,-1 8-1-15,2 8 0 0,-1 6 2 16,1 6 2-16,-4 5 3 15,-4 8 0-15,-3 1 3 16,-6 4-1-16,-3 3 1 16,-10 1 0-16,0 3-2 15,-7 1-2-15,-5-3 1 16,-4-2-1-16,-5-2 0 16,-1-6-2-16,-1-8-1 15,1-8-1-15,-1-7 2 16,1-9 0-16,-1-8-1 15,7-4-48-15,3-10-63 16,0-11-39-16,10 4-9 16,-1-12 0-16,8 5-5 0</inkml:trace>
  <inkml:trace contextRef="#ctx0" brushRef="#br0" timeOffset="16382.84">6713 12969 244 0,'0'0'137'0,"0"0"-8"15,0 0-9-15,0 0-12 16,0 0-16-16,0 0-19 0,0 0-23 16,0 0-25-1,0 0-24-15,-17-16-1 16,17 16-1-16,-5-17 1 16,5 17 0-16,-11-25-1 0,8 10 0 15,-4-1 0-15,2-1 0 16,-2 0-1-16,0 1 2 15,7 16-1-15,-12-29 1 16,12 29 0-16,-14-21 0 16,14 21-1-16,0 0-2 15,-23-12 0-15,23 12-1 16,-15 8-1-16,15-8-2 16,-19 23 1-16,8-4 0 15,-1 5 2-15,2 6 1 16,-3 6 1-16,3 11-1 15,3 5 5-15,4 6-3 16,1 6 2-16,4 2-2 0,1 0 1 16,7 2-4-16,3-10 1 15,9-4-2-15,-1-5 2 16,7-11 3-16,1-9 2 16,4-8 1-16,0-14-1 15,5-12 8-15,1-9-1 16,1-12 1-16,-2-7-2 15,-5-7-2-15,0-2-3 16,-2-3 0-16,-5 6 1 16,-7 6-4-16,-5 3 1 15,-5 10 1-15,-9 20-3 16,10-23-2-16,-10 23 0 16,0 0-36-16,0 0-76 0,4 24-44 15,2-5-11-15,-6-3-5 16,6 10-5-16,-6-11 53 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4T17:37:52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12535 4861 418 0,'-15'-14'181'0,"-11"2"-19"15,3 5-94-15,4 12-5 16,-4 7-55-16,1 12-5 16,5 14 1-16,-3 16-1 15,8 12-1-15,-2 8 0 16,7 9-1-16,7 2-3 16,7 0-1-16,7-4 1 15,5-5-2-15,7-8 2 0,9-7-2 16,2-6 3-16,11-7 4 15,4 1-6-15,9-6 5 16,-2-3-4-16,9-2 6 16,-6 2-5-16,-1-4 6 15,1 1-6-15,-4 1 1 16,-10 0 2-16,-6 5-1 16,-2 2 2-16,-7 0-1 15,-7 3 1-15,-7-1 0 16,-3 3 0-16,-13-3-2 15,-3-2 1-15,-3-3-2 16,-9-4 1-16,-6-2-2 16,-1-3 1-16,0-2-3 0,-4-5 6 15,6-5-5-15,1-6 4 16,16-15-7-16,-22 23 5 16,22-23-3-16,0 0 0 15,0 0 1-15,-12-16-5 16,12 16 5-16,-4-24-4 15,4 9 8-15,-3-1-5 16,-4 0 4-16,3 1-2 16,1-1 1-16,-2 1 0 15,5 15 1-15,-11-25-2 16,11 25 0-16,-7-15 0 16,7 15 0-16,0 0-1 15,0 0 0-15,0 0 1 0,0 0 0 16,0 0 1-1,4 24-1-15,3-8 2 16,1 3-2-16,6 3 2 16,9 6-1-16,-1 5 4 0,4 1 1 15,4 5-3-15,-4-3 3 16,0-3-4-16,-3-2 4 16,-1-3-4-16,-6-9 5 15,-16-19-8-15,26 19 5 16,-26-19 4-16,19-28-8 15,-5-7 8-15,1-18-7 16,8-13 4-16,10-14-4 16,5-8 2-16,7-9-4 15,7 2-2-15,0 3 5 0,-3 11-99 16,0 8-54 0,-4 16-21-16,-12 2-10 15,3 13 0-15,-13-1 43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58:51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15084 13112 29 0,'0'0'95'0,"0"0"-23"16,-13 17-7-16,13-17 10 0,0 0 12 16,0 0 21-16,4 20-8 15,-4-20-7-15,19 8-13 16,-19-8-13-16,36 9-11 15,-10-7-12-15,9 5-14 16,7-4-30-16,1-1-2 16,6-1 0-16,-4-1-5 15,7 6-80-15,-10-6-50 16,-4 0-26-16,-2 5-16 16,-10-5 0-16,4 8-4 15</inkml:trace>
  <inkml:trace contextRef="#ctx0" brushRef="#br0" timeOffset="1675.8">10779 20207 354 0,'0'0'204'0,"0"0"-10"16,-4-17-70-16,4 17-45 16,0 0-24-16,-19 4-42 15,0-6-13-15,19 2 0 0,-30 19 0 16,8-2 0-16,-4 7 0 16,-4 8 0-16,-3 6 0 15,-5 10 0-15,0 6 0 16,-5 6 0-16,1 4 0 15,0 1 0-15,2 2 0 16,-1 1 0-16,8-1 0 16,5-3 0-16,7-3 0 15,12-2 0-15,6-6 0 16,6-1 0-16,10 4 0 16,6-3 0-16,10 3 0 15,1 4 0-15,6 6 0 16,-1 3 0-16,1 9 0 0,3 3 0 15,-3 3 0-15,-1 0 0 16,-6 1 0-16,-3 3 0 16,-3-1 0-16,-8-2 0 15,-8-2 0-15,-10-3 0 16,-6-6 0-16,-8-3 0 16,-9-4 0-16,-5-6 0 15,-9-4 0-15,-5-5 0 16,-4-5 0-16,-3-7 0 15,0-2 0-15,0-9 0 16,7-5 0-16,-1-3 0 16,12-9 0-16,1-3 0 15,10-2 0-15,4-5 0 0,19-2 0 16,-17 0 0-16,17 0 0 16,0 0 0-16,0 0 0 15,0 0 0 1,0 0 0-16,0 0 0 0,0 0 0 15,0 0 0-15,19 5 0 16,-19-5 0-16,29 27 0 16,-11-2 0-16,4 6 0 15,8 12 0-15,-2 4 0 16,1 7 0-16,1 6 0 16,-4 2-3-16,0 9 3 15,0 7-7-15,-7 4 9 16,-4-4-5-16,-1 8 1 0,-2 2 4 15,-8-3-6-15,-4 7 3 16,-4-6-1-16,-4 6 3 16,-3-7-1-16,-4 10-3 15,1-8 3-15,-2-6 2 16,2 0 7-16,-1-3 0 16,3-10-9-16,5-6 0 15,3-10 0-15,1 0 0 16,6-9 0-16,1-12 0 15,4 8 0-15,3-17 0 16,4-6 0-16,3-4 0 16,1 7 0-16,3-5 0 0,4-14 0 15,4 20 0-15,5-18 0 16,-2 10 0-16,5 4 0 16,-2-9 0-16,-3-2 0 15,-7-26-55-15,-3 6-128 16,-4-11-16-16,-26-21-2 15,-5-21-15-15,-32-35 48 16</inkml:trace>
  <inkml:trace contextRef="#ctx0" brushRef="#br0" timeOffset="8888.69">7297 11186 36 0,'0'0'45'0,"0"0"6"16,0 0-3-16,0 0-2 0,22 12 7 15,-6-12 1-15,6 1 3 16,8 1 17-16,-1-2 3 15,13 2-7-15,1-2-7 16,11 3-4-16,-5-3-7 16,6 7-2-16,-6-7-5 15,0 5-24-15,-10-1-16 16,-7 1-4-16,-10-3-1 0,-22-2 1 16,21 5 0-1,-21-5-2-15,-21 4 1 16,2-4 0-16,-10-2 1 15,-6 0-1-15,-1-1 2 0,-10-1-2 16,1 2 0-16,0-1-1 16,0 1 0-16,5 0 1 15,5 1-1-15,6 1 0 16,10 0-1-16,19 0 5 16,-23-2 6-16,23 2 0 15,0 0 0-15,23-5 0 16,-4 3 0-16,7 2-1 15,0 0-1-15,5 0-5 16,2 4-5-16,4 1 0 16,-6 0 0-16,-2 0 1 15,-3 2-2-15,-6-2-13 16,0 4-92-16,-4 1-40 0,-16-10-25 16,26 18-6-16,-26-18-10 15,29 19 55-15</inkml:trace>
  <inkml:trace contextRef="#ctx0" brushRef="#br0" timeOffset="9651.03">10282 13573 300 0,'-15'-6'195'16,"-5"1"-54"-16,3 0-26 16,17 5-27-16,-19-2-26 15,19 2-17-15,0 0-6 16,0 0-33-16,30 2-30 15,-4-5-1-15,8 3 1 0,6-2 9 16,5 0 8-16,0 2 6 16,-3 2-1-1,-2 0 1-15,-5 3 1 16,-13 3 3-16,-1-1 3 0,-21-7 2 16,5 21 1-16,-13-5 1 15,-11-4-1-15,-2 5 0 16,-2-5-2-16,1 2-2 15,-4-2-4-15,3 0-2 16,4-3-3-16,3-2-3 16,16-7-2-16,0 0 0 15,0 0 1-15,0 0 0 0,0 0 2 16,26 2 0-16,2-1-66 16,-2 5-62-16,-3-3-34 15,10 14-7 1,-19 1-3-16,5 18 5 0</inkml:trace>
  <inkml:trace contextRef="#ctx0" brushRef="#br0" timeOffset="10299.99">7793 16822 1 0,'-17'3'30'0,"17"-3"34"16,0 0 0-16,-16 11 19 15,16-11 20-15,0 0 15 16,0 0-1-16,0 0 0 15,0 0-20-15,7-23-22 16,-7 23-20-16,23-12-21 16,-23 12-21-16,29-10-16 15,-10 6 0-15,0 1-1 0,-3-1-1 16,1 2-1-16,-17 2 1 16,26 2-3-16,-26-2-1 15,0 0-66-15,4 26-58 16,-30-16-39-16,-11 15-15 15,-44-15-3-15,-32 13 20 16</inkml:trace>
  <inkml:trace contextRef="#ctx0" brushRef="#br0" timeOffset="14255.9">5444 11061 138 0,'0'0'59'0,"0"0"-8"15,-22-2-7-15,22 2-2 16,0 0-1-16,-19 5-6 16,19-5-7-16,0 0 2 15,-16 4-2-15,16-4 2 16,0 0-3-16,0 0-4 0,0 0 0 16,0 0-7-16,0 0-4 15,0 0-9-15,0 0 0 16,0 0-3-16,19-4-3 15,-19 4-4-15,23 7-7 16,-4-1 8-16,7 0 3 16,3 0 3-16,4-3-2 15,6 1 0-15,1-3 0 16,1 1 2-16,1-4 1 16,0 1 0-16,-6-3 0 15,-3 1 1-15,-2 3 1 16,-8-2 1-16,-9 2 3 0,-14 0 2 15,22 7 3-15,-22-7 4 16,0 0 2-16,0 0-2 16,-7 21 0-16,7-21-2 15,-22 12-3-15,6-7-5 16,-3-2-3-16,-4 3-4 16,-6-3-3-16,-1-1 1 15,-3 0-1-15,-1-1 2 16,-3-1-1-16,-1 2 3 15,5 0-1-15,0-1 1 16,2 3 2-16,5-2 0 16,3-1-3-16,9 3-18 15,14-4-29-15,-19 2-28 0,19-2-29 16,0 0-27-16,26 5-12 16,-7-14-5-16,11 4 104 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01:57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26623 10351 205 0,'0'0'104'0,"0"0"-2"0,0 0 1 16,0 0 1-16,0 0-9 15,0 0-14-15,0 0-13 16,0 0-16-16,0 0-14 15,19-8-9-15,-19 8-12 16,33 5-13-16,-10-3-1 16,3-2-3-16,4 0 0 15,1 0 0-15,-2 0-1 16,4-2 0-16,-7-3-6 16,0 6-48-16,-7-6-28 15,1 3-22-15,-20 2-26 16,22-3-17-16,-22 3-12 15,0 0-8-15,0 0 23 0</inkml:trace>
  <inkml:trace contextRef="#ctx0" brushRef="#br0" timeOffset="483.97">26630 10680 126 0,'0'0'62'0,"0"0"10"15,0 0 10-15,0 0 26 16,0 0-8-16,0 0 2 15,0 0-9-15,0 0-4 0,16-12-19 16,-16 12-10-16,22-2-24 16,-2 2-31-16,-3 2-5 15,6-2-3-15,3 2-1 16,-4-7-51-16,13 6-53 16,-9-1-57-16,-7-12-18 15,7 7-15-15,-26 5 4 16,17-10 100-16</inkml:trace>
  <inkml:trace contextRef="#ctx0" brushRef="#br0" timeOffset="1392.28">26828 15271 39 0,'0'0'96'0,"-7"17"-30"16,7-17 11-16,0 0 27 15,0 0 18-15,0 0-9 16,0 0-5-16,0 0-11 15,0 0-7-15,0 0-12 16,16 14-45-16,-16-14-33 16,26-5 0-16,-10 1 0 15,10-3 0-15,3-1 0 16,4-4 0-16,2-1 0 16,5-2 0-16,-2 1 0 15,-5-2-14-15,5 9-82 16,-12 1-31-16,0 2-28 0,-7 9-26 15,-19-5-12-15,18 18-9 16,-18-18 148-16</inkml:trace>
  <inkml:trace contextRef="#ctx0" brushRef="#br0" timeOffset="1712.56">26896 15560 136 0,'0'0'190'0,"0"0"-20"15,0 0-50 1,0 0-13-16,19-5-4 0,-19 5-8 15,38-14-15-15,-12 2-58 16,11 0-22-16,4-4 0 16,4 0 0-16,4 1 0 15,-2-4 0-15,2 8-76 16,-11-1-59-16,-5 2-21 16,-2 8-24-16,-14-7-2 15,2 6-7-15</inkml:trace>
  <inkml:trace contextRef="#ctx0" brushRef="#br0" timeOffset="8999.89">17989 8182 26 0,'0'0'19'0,"0"0"1"0,0 0 4 16,0 0 4-16,0 0 1 16,0 0-3-16,0 0-1 15,0 0-1-15,0 0-3 16,0 0-4-16,0 0-6 16,0 0-6-16,0 0-3 15,0 0 0-15,0 0-2 16,0 0 0-16,0 0 1 15,16 6 0-15,-16-6 0 0,0 0 0 16,23 0-1-16,-23 0 0 16,26-4 1-1,-6 2-1-15,-1 1 0 16,8-3 0-16,-1 2 0 0,5-3 0 16,2 2 1-16,3-1 0 15,2 3 0-15,4-3 0 16,1 1 1-16,-4-1 1 15,2 2-1-15,-4 1 1 16,-6-1 0-16,-1 0-1 16,-8 2 0-16,1 0 0 15,-23 0 0-15,26 2 2 16,-26-2 4-16,0 0 1 0,0 0 0 16,0 0 0-1,0 0-24-15,0 0-31 16,0 0-31-16,0 0-22 15,0 0-11-15,0 24 110 0</inkml:trace>
  <inkml:trace contextRef="#ctx0" brushRef="#br0" timeOffset="9999.84">19027 8203 77 0,'0'0'37'0,"0"0"-7"15,0 0-8-15,0 0-8 16,0 0-3-16,26-10-5 15,-26 10-4-15,32 1-2 16,-15-2 1-16,9 1 0 16,2-2 0-16,1 0 3 15,11-3 2-15,-2-2 4 16,-1 0 3-16,1-1 1 16,4 2-1-16,-9-2 2 15,0 1-1-15,-2 0-4 16,-9 3-3-16,-1 1-4 0,-2-1-2 15,-19 4-1-15,23-1 1 16,-23 1 4-16,0 0 13 16,0 0 14-1,0 0 19-15,0 0 11 0,0 0 0 16,0 0 1-16,0 0-2 16,0 0-2-16,0 0-14 15,0 0-15-15,0 0-18 16,0 0-12-16,0 0 1 15,0 0-1-15,0 0 0 16,0 0-1-16,0 0 2 16,0 0-1-16,0 0 1 15,0 0 0-15,0 0 0 0,0 0 0 16,0 0-1-16,0 0-2 16,0 0-24-1,0 0-56-15,0 0-43 16,0 15-26-16,0-15-13 0,0 0-4 15,0 0 69-15</inkml:trace>
  <inkml:trace contextRef="#ctx0" brushRef="#br0" timeOffset="14811.28">8107 20625 186 0,'0'0'81'15,"0"0"15"-15,0 0 10 16,-15 10 1-16,15-10-14 16,0 0-14-1,0 0-16-15,0 0-15 0,0 0-15 16,0 0-17-16,0 0-20 16,0 0-9-16,8 16 1 15,-8-16 4-15,11 15 3 16,-11-15 1-16,19 23 6 15,-19-23-3-15,29 19 1 16,-10-11 1-16,4-1 2 16,0-1 0-16,3-5 0 15,-4 1-2-15,4 0 0 0,0-2 0 16,-3-2 0 0,-8 2 0-16,3 0-3 15,-18 0 1-15,19 0 0 16,-19 0 1-16,0 0-1 0,0 0 1 15,15-3 0-15,-15 3 0 16,0 0 1-16,0 0 2 16,0 0 1-16,0 0 3 15,0 0 3-15,0 0-2 16,0 0 2-16,0 0 0 16,0 0-2-16,0 0-2 15,0 0-4-15,-22-2-9 16,22 2-13-16,-30-11 0 15,8 4-1-15,-6 1-1 16,-1-5-1-16,-1 4 0 16,1-1-1-16,2-1 9 15,5-1 7-15,-1 1-1 0,23 9-1 16,-22-14-1-16,22 14 1 16,0 0-3-16,0 0 2 15,0 0 0-15,0 0 3 16,0 0 1-16,0 0 1 15,0 0 2-15,10 16 0 16,-10-16 3-16,26 20-2 16,-10-11-2-16,-1-2 0 15,8 0-1-15,0-4-1 16,-1-3-2-16,4-5 2 16,0-5 1-16,0-1 2 15,0-4 1-15,0-1 1 16,-3-1 0-16,-1 0 1 0,-4-1 1 15,-3 4 0-15,-15 14 2 16,23-19 6-16,-23 19 31 16,0 0 1-16,7-17 3 15,-7 17-1-15,0 0-5 16,0 0-8-16,-23 2-16 16,23-2-20-16,-22 7-42 15,4-6-13-15,18-1-13 16,-34 14-2-16,16 2 3 15,-8-7 8-15,4 4 12 16,-4 1 15-16,3 0 11 16,-5-2 12-16,6-3 10 0,-2 0 3 15,4-4 2-15,20-5-1 16,-29 3 3-16,29-3-1 16,-16-3 1-16,16 3-1 15,0 0-3-15,0 0 1 16,0 0 2-16,0 0-2 15,7-16 1-15,-7 16 1 16,23-5-2-16,-8 3 3 16,3 2 1-16,4 2-1 15,1-2-1-15,3 0-2 16,-3 0 3-16,3-2-3 16,-7 2 2-16,0-1-2 15,0-1 1-15,-5-2 2 0,-14 4 0 16,26-1 2-16,-26 1-1 15,22 1 0-15,-22-1-1 16,0 0-13 0,16 4-21-16,-16-4-37 0,0 0-19 15,-7 15 6-15,-12-16 83 16,3 9 0-16</inkml:trace>
  <inkml:trace contextRef="#ctx0" brushRef="#br0" timeOffset="25635.57">4781 21892 143 0,'0'0'52'0,"-17"0"-7"15,17 0-5-15,0 0-3 16,-19 5 0-16,19-5-2 16,0 0 7-16,0 0 0 15,0 0 4-15,-16 10 7 16,16-10 1-16,0 0-5 16,0 0-8-16,0 0-6 15,0 0-11-15,0 0-4 16,0 0-7-16,0 0-7 15,16 18-2-15,-16-18 1 16,16 20 1-16,-16-20-1 16,20 32-1-16,-7-13-2 15,2 0-1-15,-4 0 1 0,4-2-1 16,-1-1 1 0,-2-1 0-16,-12-15 4 15,26 19 9-15,-26-19-1 16,30 0 5-16,-15-12-3 0,8-5 2 15,3-13-4-15,3-13 0 16,8-9-5-16,1-12-8 16,7-9 0-16,7-8-4 15,0-4 2-15,7 0-2 16,-5 4 4-16,5 5 0 16,-3 7-2-16,-8 12-2 15,4 13-45-15,-13 4-48 0,-3 16-43 16,-10 16-29-1,-7 4-9-15,-19 4-12 16,7 23 41-16</inkml:trace>
  <inkml:trace contextRef="#ctx0" brushRef="#br0" timeOffset="26387.17">4839 21769 94 0,'0'0'37'0,"0"0"-5"16,0 0-5-16,0 0-9 0,0 0-9 15,0 0-3-15,0 0-3 16,0 0 4-16,0 0-1 16,0 0 2-16,0 0 0 15,10 19-2-15,-1-4 1 16,1 3 1-16,2 4 4 15,2 6 0-15,-2-2 1 16,2 2 0-16,-2-2-1 16,2-4 1-16,-2-1 0 15,2-6 1-15,-14-15-1 16,23 16-2-16,-23-16 1 16,26-7 4-16,-26 7 0 15,29-31 0-15,-9 7-1 0,2-9-3 16,1-5-1-16,6-6-1 15,1-6-4-15,4-5-4 16,8-6-1-16,1-4-1 16,3-1 3-16,2-2-1 15,1 1 0-15,-1 1 3 16,-2 5-2-16,-5 6 1 16,-4 8-2-16,-4 9 2 15,-6 7-3-15,-4 7-9 16,-6 5-61-16,2 14-48 15,-19 5-22-15,0 0-5 16,0-21 77-16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03:0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26908 10479 143 0,'0'0'68'15,"-16"-5"16"-15,16 5 17 0,-15-8 5 16,15 8-8-16,-18-16-7 16,6 0-10-16,12 16-8 15,-14-26-14-15,14 26-16 16,-5-27-27-16,2 11-11 16,3 1-1-16,0-3-1 15,3 3 3-15,6-3-4 16,-2 1-1-16,5 0-1 15,-2 1 0-15,6 1-1 0,1 2-1 16,2 5-1 0,1 4-3-16,-1 3 3 15,3 8-1-15,-1 5 0 16,2 8-2-16,-1 6 0 0,-3 7 0 16,-3 4 1-16,-2 4 0 15,-6 6 2-15,-4 3-1 16,-8 2 4-16,-4 0 2 15,-10-2-4-15,-1 0 5 16,-3 1-5-16,-4-3 6 16,-4-1-6-16,2-7 7 15,-1-6-9-15,3-1 4 16,3-7 0-16,1-2-1 16,4-8 1-16,18-16 0 15,-26 19-1-15,26-19 0 16,0 0 1-16,0 0-1 15,0 0 0-15,0 0 1 0,0 0-1 16,-8 15 1-16,8-15 0 16,8 16-1-16,-8-16 2 15,18 31-1-15,-10-8 0 16,3 3 0-16,4 3 0 16,-1 1 0-16,2 1 0 15,0 0-1-15,-3 2 0 16,0-6-1-16,-6-1 0 15,3 2-16-15,-7-5-79 16,-1-4-45-16,2 5-27 16,-10-9 1-16,6 4-4 15,0-19 21-15</inkml:trace>
  <inkml:trace contextRef="#ctx0" brushRef="#br0" timeOffset="352.19">26802 11959 1 0,'0'0'33'0,"0"0"25"16,0 0 0-16,0 0 10 0,0 0 31 15,16-3 12-15,-16 3-2 16,3-17 2 0,-3 17-6-16,4-16-13 15,-4 16-28-15,0 0-16 0,0 0-32 16,8-16-14-16,-8 16 0 16,0 0 0-16,0 0-2 15,0 0-2-15,0 0-30 16,0 0-99-16,0 0-46 15,0 0-20-15,-27 11-1 16,-10-20-3-16</inkml:trace>
  <inkml:trace contextRef="#ctx0" brushRef="#br0" timeOffset="30247.47">27613 11154 264 0,'0'0'138'16,"-21"-20"-9"-16,21 20-10 15,-19-12-13-15,19 12-13 16,-16-9-17-16,16 9-17 15,0 0-26-15,-15-4-31 0,15 4 0 16,0 0 0-16,0 0-2 16,0 0 0-1,0 0 0-15,19-5 0 16,0 2 0-16,0-2 0 0,10-4 0 16,4-1 0-16,2-1 0 15,2-1-1-15,1 2-1 16,-5 1-3-16,-2 4-52 15,-5-4-38-15,-5 9-34 16,-21 0-22-16,22 7-20 16,-16 9-12-16,-6-16-7 15</inkml:trace>
  <inkml:trace contextRef="#ctx0" brushRef="#br0" timeOffset="30614.55">27543 11487 90 0,'-12'15'94'0,"-7"-6"-35"16,19-9-12-16,-26 17 23 15,26-17 27-15,-26 18 4 16,26-18-4-16,-23 12 0 15,23-12-12-15,0 0-3 16,-19 3-22-16,19-3-23 16,0 0-32-16,23-15-3 15,0 3-2-15,3-1 0 16,15-4 0-16,4-2 0 0,11-2-1 16,8 1-2-16,-1 0 1 15,-3 3-2-15,-1 3-46 16,-10-3-32-16,-4 7-32 15,-12 1-37-15,-10-3-20 16,-1 3-15-16,-17-8-6 16,-5 17 126-16</inkml:trace>
  <inkml:trace contextRef="#ctx0" brushRef="#br0" timeOffset="31079.35">28106 10434 101 0,'-25'6'133'15,"25"-6"-15"-15,0 0-25 0,-19 6 9 16,19-6-5-16,0 0-10 16,0 0-5-16,19-3-7 15,2-4-15 1,5-5-15-16,16 2-20 0,0-3-22 15,10-2-4-15,7-2-1 16,-2-2 0-16,2 3 2 16,-7 0-1-16,-3 3 1 15,-8-1-1-15,-4 2-1 16,-15 5-1-16,-3 3-14 16,-19 4-59-16,23 2-49 15,-23-2-30-15,-3 21-18 16,-1-6-8-16,-12-3 1 0,6 4 79 15</inkml:trace>
  <inkml:trace contextRef="#ctx0" brushRef="#br0" timeOffset="31506.65">28390 10384 16 0,'0'0'73'15,"0"0"-20"-15,-22 2-8 16,22-2 3-16,0 0 2 16,0 0 3-16,-17 17 18 15,17-17 34-15,-6 26-5 16,3-5-15-16,6 17-4 0,-6 2-5 15,6 19-12-15,-6 5-4 16,6 15-26-16,-3 6-31 16,0 5-6-16,0 2 6 15,-3-4-7-15,3-1 2 16,0-6 4-16,0-6-4 16,-4-10 2-16,1-6-2 15,-1-12 5-15,1-7-5 16,-2-11 6-16,1-6-4 15,4-23 2-15,0 24-62 16,0-24-36-16,0-23-36 16,7 3-28-16,-5-15-9 15,8-1-12-15,-3-15 3 0</inkml:trace>
  <inkml:trace contextRef="#ctx0" brushRef="#br0" timeOffset="31982.45">28548 10412 111 0,'0'0'84'15,"0"0"5"-15,0 0-1 16,0 0-1-16,0 0 2 16,0 0 9-16,0 0-11 15,11 15-11-15,-11-15-19 16,3 28-17-16,1-7-10 16,4 14-5-16,-4 4-7 15,3 10-19-15,0 8 6 16,1 10-6-16,-1 10 6 15,0 4-5-15,-3 7 5 16,1-1-6-16,-1-1 0 16,2-3 4-16,-2-5-4 0,-4-8 2 15,3-6-3-15,-3-12 4 16,0-9-3-16,0-10 4 16,0-7-3-16,0-9 0 15,0-17-4-15,0 17-48 16,0-17-57-16,16-12-44 15,-9-3-17-15,12 2-12 16,-9-7 5-16,13 6 30 16</inkml:trace>
  <inkml:trace contextRef="#ctx0" brushRef="#br0" timeOffset="33002.14">28903 11428 68 0,'0'0'114'15,"3"-17"0"-15,-3 17 7 16,0 0-4-16,0 0-10 16,0 0-8-16,0 0-12 15,3 24-12-15,-3-3-22 16,6 8-28-16,1 7-20 0,-4 6-1 16,1 3 1-1,2 0-3-15,3 0 2 0,-5-3-1 16,3-6 3-16,-4-5-3 15,-3-8-2-15,4-8 0 16,-4-15-1-16,1 21 2 16,-1-21-1-16,0 0 1 15,0 0-2-15,0 0-1 16,-5-33 1-16,2 9-2 16,-4-7-5-16,0-11 5 15,1-6-6-15,3-6 2 16,0 0-1-16,-1 2 0 15,4 6 0-15,4 2 2 16,-1 10 2-16,0 8-3 16,3 7 5-16,-6 19-2 0,14-21 3 15,-14 21 0-15,19-4 0 16,-19 4 1-16,26 14 1 16,-26-14 2-16,29 33-2 15,-10-9 1-15,-3 4-1 16,1 3 1-16,-1 6-2 15,-2 1 4-15,-2-4 2 16,-2 3-3-16,-1-4 2 16,-2-4-3-16,-4-3 3 15,4-2-3-15,-1-6 3 16,-6-18-7-16,10 25 0 16,-10-25-4-16,0 0-1 15,19 16 0-15,-19-16 1 0,0 0-1 16,23-12 0-16,-13-4 0 15,-1-4-4-15,1-13 7 16,1-5-3-16,1-6 3 16,-2-6-2-16,-1-4 2 15,1 3 0-15,2-1 3 16,-5 1 3-16,7 8-3 16,-5 5 2-16,1 2 0 15,3 8 0-15,-3 4-1 16,-1 3 0-16,1 5-1 15,-10 16 0-15,10-20 1 16,-10 20 2-16,0 0 2 0,0 0 0 16,16 17 0-16,-12 4-2 15,2 6 1-15,3 10-1 16,2 8 1-16,1 5-4 16,-2 0 1-16,2 9-3 15,-1 0 7-15,1-2 1 16,-2 0-1-16,1-1-5 15,-6-8-36-15,5 4-48 16,-6-5-39-16,-4-13-32 16,8 1-20-16,-9-16-6 15,1-19 2-15</inkml:trace>
  <inkml:trace contextRef="#ctx0" brushRef="#br0" timeOffset="33560.38">30069 10043 219 0,'7'-15'185'15,"-7"15"-1"-15,0 0-59 16,0 0-29-16,-16 1-19 16,13 15-17-16,-11-1-18 15,5 15-19-15,-5 11-22 16,2 11 1-16,-3 16-4 16,1 15 2-16,-2 14 2 15,6 14-7-15,6 17 6 16,4 7-4-16,11 2 5 15,4 1-5-15,11-3 4 16,7-9 0-16,9-8 2 0,3-12 1 16,11-18 0-16,-1-12-1 15,6-8-3-15,-2-15-47 16,9-2-75-16,-6-8-41 16,-8-10-16-16,1-2-2 15,-15-16-3-15,-5-2 39 16</inkml:trace>
  <inkml:trace contextRef="#ctx0" brushRef="#br0" timeOffset="37263.43">16757 15267 121 0,'-7'-24'76'0,"7"24"9"16,0 0 10-16,-12-19 3 16,12 19 18-16,0 0-11 15,0 0-13-15,-19 2-18 16,19-2-15-16,-4 20-18 15,8 1-13-15,-8 0-9 16,1 7-22-16,3 5 2 16,0 6 3-16,0 3 0 0,0 0 0 15,3-3 2-15,1-1-2 16,-1-3 1-16,6-2-3 16,1-11-1-16,-3-1 1 15,5-5 0-15,4-6-1 16,1-3 1-16,2-3 0 15,4-3 1-15,0-2 0 16,-4-3 0-16,3-3 0 16,-1-1-1-16,-5-1 1 15,-16 9-1-15,26-24 0 16,-26 24 0-16,12-30 0 16,-12 30 0-16,0-33 0 15,-4 14 0-15,-1 0 0 0,-2 0-4 16,-5 0 0-16,12 19 2 15,-29-22-3-15,29 22-45 16,-33 13-57-16,17 8-53 16,2 16-18-16,-5 4-13 15,3 21-4-15,-10-1 69 16</inkml:trace>
  <inkml:trace contextRef="#ctx0" brushRef="#br0" timeOffset="39666.28">17014 16384 61 0,'-18'-5'79'0,"18"5"-14"15,-19-4 3-15,19 4 12 0,-15-2 24 16,15 2 1-16,0 0 2 16,-19-3-8-16,19 3-7 15,0 0-16-15,0 0-14 16,0 0-37-16,0 0-25 16,19-12 0-16,-4 3 0 15,8-3 0-15,3 0 0 16,3-7 0-16,1-2 0 15,3-1 0-15,-2-4 0 16,-1 1 0-16,-8 1 0 16,-3 7 0-16,-5 0 0 15,-14 17 0-15,19-13 0 0,-19 13 0 16,7 30 0-16,-3-2 0 16,-4 10 0-16,0 12 0 15,0 9 0-15,0 6 0 16,0 3 0-16,0-2 0 15,0-2 0-15,0-5 0 16,0-7-2-16,-4-13 1 16,4-11-13-16,4-2-56 15,-4-26-42-15,0 0-49 16,0 0-20-16,0 0-10 16,0-16 1-16,-7-6 90 15</inkml:trace>
  <inkml:trace contextRef="#ctx0" brushRef="#br0" timeOffset="39862.36">17201 16616 111 0,'56'-47'7'15,"8"-10"-38"-15,7 7-36 16,-5-13 48-16,2 11 19 16</inkml:trace>
  <inkml:trace contextRef="#ctx0" brushRef="#br0" timeOffset="41402.56">18151 10434 14 0,'0'0'8'0,"0"0"-1"16,-9-19 3-16,9 19 2 15,0 0 0-15,0 0-2 16,-10-17 0-16,10 17-3 16,0 0 0-16,0 0-2 0,0 0-2 15,0 0-2-15,7-16-1 16,-7 16-1-16,15-10-1 16,-15 10 1-16,23-10 1 15,-9 3-1-15,1 2 1 16,4 1 0-16,-1 1 0 15,4 1 0-15,1 2 0 16,3 3-1-16,5 1 1 16,2 1-1-16,4 2 2 15,1 0-2-15,0 2 0 16,2-1 0-16,5-1 1 16,-3 0 0-16,1-2 0 15,-1 0 0-15,3-3-1 0,-7-2 1 16,5 0 0-1,-1 0 1-15,3-2-1 16,-5 2 1-16,5-1-1 16,-3 2 1-16,0 1-1 0,1 0 1 15,-1 1-1-15,-1 3 0 16,1-3 2-16,1 2-2 16,-1-1 0-16,7-3 0 15,-4 1 1-15,3-2 0 16,-2-2 0-16,2-3-1 15,-3-2 2-15,2 0 0 16,2-1 1-16,-8-1-1 16,1 0 2-16,0 1-1 0,-2 1 0 15,-6 3 1 1,3 1-2-16,-8 1 0 16,-3 2-1-16,0 4 2 15,-3-1-2-15,-7 1 0 0,-3-1 1 16,-13-3-1-16,23 9 1 15,-23-9-1-15,0 0 1 16,16 8-1-16,-16-8 1 16,0 0-5-16,0 0-35 15,0 0-25-15,26-12 19 16,-19-5 44-16,12 8 0 16</inkml:trace>
  <inkml:trace contextRef="#ctx0" brushRef="#br0" timeOffset="42106.54">20376 10888 21 0,'0'0'16'0,"0"0"-2"15,26-5 3-15,-26 5-1 16,35-6 1-16,-13 5 1 16,11-1 0-16,-3 2-3 15,1 0 1-15,2 2 0 16,0 1 0-16,2 1 0 15,-2 1 1-15,-4 0 1 16,6 2 0-16,-5-2 0 0,6 2 3 16,2-2 1-16,-1-1-3 15,4 1 0-15,-3 0-1 16,6 0-1-16,1 1 0 16,0-1-2-16,0 2-4 15,-3-2-4-15,1 2-1 16,-1-2-2-16,0 2 0 15,-1-4 1-15,3 3 5 16,-3-3 12-16,-4-3 8 16,1 2 1-16,-5-4 1 15,2 0-2-15,-9 1 0 16,0-1-1-16,-7-2-4 16,-2 3-11-16,-17 1 1 0,19-2 6 15,-19 2 0-15,0 0-4 16,0 0-60-16,0 0-47 15,0 0-30 1,0 0-17-16,0 0-20 0,0 0-8 16</inkml:trace>
  <inkml:trace contextRef="#ctx0" brushRef="#br0" timeOffset="44183.4">19066 14928 91 0,'33'2'44'15,"1"-4"7"-15,6 2 5 0,-2-3-1 16,4 3-2-16,-2-4-3 16,5 2-2-16,-3-1-4 15,3-1-5-15,-2 3-7 16,2-3-10-16,4 4-2 16,-4-2-6-16,0 4-1 15,0 0-4-15,-5 1-1 16,-2 3-2-16,-5-3-1 15,-1 1 0-15,-6 1 0 16,-5-4 2-16,-2 3 0 16,-4-4 2-16,-15 0 4 15,23-2 2-15,-23 2 0 16,0 0 2-16,0 0 2 0,10-26 5 16,-10 26-2-16,-7-26-5 15,4 9-7-15,-1-4-39 16,-1-5-28-1,-2-7-19-15,-3-6-10 0,1-6-11 16,-1-14 0-16,3-4 1 16,-5-9 6-16,1-8 35 15,-4-5 31-15,4-5 13 16,-1-2 12-16,2-1 2 16,-3 3 3-16,7-2-4 15,2 2 2-15,1 4 2 16,3 1-5-16,0 5 9 15,3 1 4-15,4 1 9 16,-4 2 0-16,6 1 3 16,-2-1-2-16,4 1-3 15,1 1 1-15,-2 0-5 16,-1-1-7-16,1 2-7 0,1 3 0 16,-6-3 0-16,-5 4 2 15,3-1 0-15,-6 1 1 16,3 2-2-16,-5 1 3 15,1 0-1-15,1 5 1 16,3 6 1-16,-4 3 1 16,4 2 1-16,4 3 3 15,-4 0 0-15,0 4 1 0,0 0 1 16,3-4-3 0,-3 4-2-16,4-2-2 15,-4 3-4-15,5 3-7 16,-2 0 4-16,1 5-6 15,3-1 4-15,0 6-4 0,-2-1 3 16,2 6-3-16,0 0 5 16,-4 5 0-16,2 3 1 15,-5 16 0-15,7-19-4 16,-7 19 0-16,0 0 4 16,0 0-1-16,0 0 0 15,14 18 0-15,-14-18 1 16,26 22-1-16,-10-10 6 15,6 2 2-15,4-2 2 16,4 2 5-16,5-5 3 16,5-1 4-16,1 1 0 15,4-2 1-15,14-4-2 0,2-1 0 16,10-2-1-16,4-3-2 16,10-4-1-16,5 0 0 15,1-5 7-15,6 1 6 16,-5-3 2-16,2 4-3 15,-4-2-2-15,2 5-3 16,-9-3-3-16,-1 3-4 16,-8 0-7-16,-2 2-8 15,-8-1-2-15,-9 3 0 16,-3-1-35-16,-13-1-87 16,-3-5-50-16,2 1-14 15,-12-13-1-15,7-3-2 16</inkml:trace>
  <inkml:trace contextRef="#ctx0" brushRef="#br0" timeOffset="45475.28">31723 10478 285 0,'0'0'151'0,"0"0"-18"16,0 0-17-16,0 0-22 15,4 29-13-15,-11-12-21 0,7 13-11 16,-7-3-6-16,7 5-42 15,-4 2 4-15,3 1-8 16,2-2 8-16,3-6-9 16,6-7 6-16,1-5-7 15,-11-15 3-15,31 17-1 16,-12-17 2-16,7-1 1 16,-3-6-1-16,6 0 1 15,1-2 1-15,3 2-1 16,-2 0 0-16,2 4 0 15,-4 1 0-15,1 4-1 16,-4 3 1-16,-4 2 0 16,-2 2 0-16,-5 1-2 0,-15-10 0 15,18 24 0-15,-18-8 0 16,-7 1 0-16,-9 6-1 16,-5 1 0-16,-5 7-1 15,-12-3-61-15,5 5-41 16,-12 0-36-16,0-13-27 15,3 1-11-15,-3-19-14 16,12 0 65-16</inkml:trace>
  <inkml:trace contextRef="#ctx0" brushRef="#br0" timeOffset="45732.63">31694 10424 507 0,'40'-24'194'0,"-6"-4"-12"16,-1 0-108-16,12 8-37 15,-6 2-46-15,1-3-65 16,1 11-46-16,-4 1-31 15,-3 4-20-15,8 9-10 16,-5-3 0-16,4 13 75 16</inkml:trace>
  <inkml:trace contextRef="#ctx0" brushRef="#br0" timeOffset="45946.5">32654 10545 381 0,'15'42'188'16,"-4"3"-28"-16,-1 5-43 16,2 12-34-16,-5 2-31 15,-3 2-55-15,-4 0-10 16,-7-11-68-16,3-1-26 16,-8-13-20-16,2-11-25 15,6-11-16-15,4-19-9 16,-7-24 25-16</inkml:trace>
  <inkml:trace contextRef="#ctx0" brushRef="#br0" timeOffset="46314.66">33039 10197 280 0,'0'0'182'0,"0"0"-1"15,0 0-73-15,-9 38-34 16,-1-12-22-16,3 16-8 16,-9 1-8-16,6 11-13 15,1 5-21-15,-1-1-6 16,6-2 7-16,4-3-4 16,7-7 6-16,4-7-4 0,8-9 6 15,3-8-6-15,8-11 3 16,-1-8-1-16,-1-5 0 15,-2-3-1 1,0-3 0-16,-3-1-3 0,-9-2 1 16,-14 11-2-16,12-17-4 15,-12 17 0-15,-16-2-3 16,-6 6-63-16,-1 11-45 16,-10 5-25-16,-2-1-20 15,2 3-12-15,-3-8-6 16,10 1 44-16</inkml:trace>
  <inkml:trace contextRef="#ctx0" brushRef="#br0" timeOffset="46512.06">33341 10504 236 0,'23'50'127'0,"-23"-12"-43"15,0 10-33-15,-4 6-19 16,-3 5-55-16,2 1-40 16,-9-13-24-16,9 5-27 15,-9-26-20-15,17-3 26 16</inkml:trace>
  <inkml:trace contextRef="#ctx0" brushRef="#br0" timeOffset="46938.25">33789 10099 33 0,'0'0'88'0,"-7"15"-50"15,7-15-2-15,0 0 54 16,-7 16 11-16,7-16 8 15,0 0 0-15,3-16-1 16,13 1-7-16,1-10-5 0,9 1-28 16,-3-4-56-16,7-3-9 15,1 4-2 1,-2-1-4-16,-3 7 0 16,-3 7-3-16,-4 7-2 0,-19 7 0 15,26 16-2-15,-22 8 2 16,6 9-2-16,-7 7 2 15,3 12 1-15,1 5 4 16,-4 3-1-16,1 6 4 16,-1-2-3-16,-3-1 3 15,0-1-4-15,0-7 3 16,3-3-45-16,-6-7-54 16,3-5-39-16,3-4-28 0,-9-15-10 15,9 2-14 1,-3-23 105-16</inkml:trace>
  <inkml:trace contextRef="#ctx0" brushRef="#br0" timeOffset="47157.41">33857 10490 208 0,'29'-33'167'0,"20"2"-54"16,11-9-45-16,10-3-10 16,3-2-36-16,8 0-64 15,1 0-39-15,-11-6-36 16,4 12-22-16,-20-10-13 16,-3 21 48-16</inkml:trace>
  <inkml:trace contextRef="#ctx0" brushRef="#br0" timeOffset="49507.23">17609 13109 25 0,'101'-4'6'15,"0"3"-2"-15,-4 1 10 16,-4 1 0-16,3 3 0 16,-6 1 1-16,4 2 4 15,-4-4 10-15,-1 4 2 16,-6-2 0-16,-1 2-11 16,-8 0 0-16,1 0-1 15,-4-2-1-15,-7 2-4 16,-5 0-12-16,0 0 0 15,-1 2-1-15,-3-2-1 16,1 1-1-16,-1-1 1 16,-4-1 1-16,8-1 0 15,-4-2 2-15,2-3 0 0,2 0-1 16,0-3 0-16,-1-4 3 16,-3 0-1-16,1-2-1 15,-4-1 1-15,2-2 0 16,-2 0-2-16,-4-1 1 15,1 1 0-15,0 4-1 16,3-4-2-16,-4 3 1 16,-3 0 0-16,2 4-2 15,-2-2 1-15,1 4 0 0,-5-4-1 16,-1 3 0 0,-5 1 0-16,-2-1 1 15,-4 1-1-15,-3 1 1 16,-6 0 0-16,-5 1 0 0,-15 1 1 15,19-4 1-15,-19 4 3 16,0 0 4-16,0 0 4 16,0 0-5-16,14-17-2 15,-14 17 1-15,4-26-1 16,-4 3-3-16,0-4-5 16,1-11-13-16,3-9-7 15,-4-12 2-15,0-7 2 0,-4-8 0 16,4-9-2-1,4-5 3-15,-4-1 1 16,7 4 2-16,-4 8-19 16,13 7-16-16,-6 6-21 0,16 18-11 15,-7-1 81-15</inkml:trace>
  <inkml:trace contextRef="#ctx0" brushRef="#br0" timeOffset="50611.37">30439 10803 154 0,'-28'2'198'0,"28"-2"-11"16,0 0-68-16,-21-21-3 15,21 21-11-15,4-26-27 16,-4 26-23-16,26-24-44 16,-11 10-11-16,11 4 0 0,0 1 0 15,7 2 0-15,-3 7 0 16,-1 3 0 0,3 8 0-16,-10 6 0 15,-1 7-5-15,-9 8 1 0,-5 0-3 16,-10 8 0-16,-1 2 3 15,-8 1-3-15,-5 0 4 16,-2-5 0-16,-1-6 2 16,7-5 1-16,-3-4-1 15,16-23 2-15,-19 21 1 16,19-21 1-16,0 0-6 16,0 0 2-16,0 0-1 0,0 0 0 15,22-16 0 1,-6 9-1-16,3 0-2 15,5-2 1-15,4 3 2 16,2 2 1-16,3 6 0 16,1 3 3-16,-1 4 2 0,-7 5 1 15,-3 3 1-15,-4 9-2 16,-9 5 1-16,-10 4-2 16,-10 3 2-16,-6-2-5 15,-6 2 0-15,-4-2-4 16,-11-6-42-16,3-2-55 15,1-11-46-15,-2-17-27 16,12 0-8-16,-1-16-3 16,15-4 30-16</inkml:trace>
  <inkml:trace contextRef="#ctx0" brushRef="#br0" timeOffset="50806.89">31196 10981 334 0,'34'30'192'0,"-15"3"-4"16,-5 13-62-16,-2 17-34 15,-12-1-27-15,0 7-72 16,-3 9-85-16,-13-7-38 16,1-7-30-16,1-5-20 15,-2-24-7-15,9-18-3 16</inkml:trace>
  <inkml:trace contextRef="#ctx0" brushRef="#br0" timeOffset="51386.58">33890 9344 135 0,'0'0'180'0,"0"0"-17"16,19 17-63-16,26-5-10 0,7 0-2 16,16 13-11-16,10 4-5 15,12 14-20-15,4 13-50 16,3 13-4 0,0 12 0-16,-1 13-2 0,-13 13 1 15,-12 14 0-15,-19 18 3 16,-26 11-7-16,-22 18 4 15,-30 12 1-15,-30 7-36 16,-24 0-79-16,-27-12-37 16,-17-4-17-16,-21-36-19 15,-1-8 5-15,-14-42 108 16</inkml:trace>
  <inkml:trace contextRef="#ctx0" brushRef="#br0" timeOffset="52491.37">27297 13131 142 0,'0'0'102'16,"17"0"8"-16,-1-2 13 15,10 2-6-15,0-3-8 16,16 5-11-16,-2-7-19 15,17 5-7-15,2-11-16 0,15 6-41 16,8-7-15-16,12 0 0 16,12-4 0-16,8-5 0 15,18-1 0-15,5-6 0 16,9-5 0-16,12-1 0 16,9-6 0-16,10-2 0 15,8-4 0-15,6 1 0 16,14-7 0-16,5 0 0 15,7-2 0-15,11 2 0 16,8-2 0-16,2 1 0 16,5-1 0-16,7-1 0 15,1 3 0-15,3 0 0 16,3 0 0-16,-2-2 0 0,-2 1 0 16,-3-1 0-16,-2-1 0 15,-6 3 0-15,-10 0 0 16,-8 0 0-16,-10 0 0 15,-10 3 0-15,-13 3 0 16,-8 2 0-16,-15 5 0 16,-10 4-3-16,-14 2-2 15,-15 4 1-15,-10 6 5 16,-11 4-1-16,-18 2 0 16,-12 3 0-16,-15 4-1 15,-15 1 0-15,-9 2 1 16,-10 4 3-16,-13 1-2 15,-16 2-2-15,0 0-2 0,0 0-1 16,0 0 1-16,0 0-1 16,0 0-1-16,0 0-1 15,0 0 1 1,0 0 4-16,0 0 5 0,0 0 1 16,0 0 0-16,0 0 0 15,0 0 0-15,0 0 0 16,0 0-3-16,17 0-1 15,-17 0-3-15,0 0 1 16,0 0-1-16,0 0 0 16,0 0-2-16,0 0 1 15,0 0 1-15,0 0 0 16,0 0 0-16,0 0 0 0,0 0 1 16,0 0 0-1,0 0 2-15,0 0-3 16,0 0 1-16,0 0-5 15,0 0-107-15,0 0-60 0,-33-9-15 16,7-1-12-16,-19-21-1 16,0-1 95-16</inkml:trace>
  <inkml:trace contextRef="#ctx0" brushRef="#br0" timeOffset="58982.92">28769 12958 72 0,'66'-14'38'0,"5"-3"-3"16,11-2 2-16,1-4-1 15,14-1 0-15,4-2 2 16,12 0 2-16,5-1 6 16,5-5 4-16,12 0 6 15,4-1 6-15,5-2 7 0,7-3 0 16,9 2-7-16,-2-6-10 15,9 4-9 1,1-4-10-16,0 3-8 16,4-5-9-16,3 3-10 0,1-1-3 15,4-3-3-15,-1 2 2 16,-4-4 0-16,6 2 1 16,1-2-2-16,2-1 0 15,-2 1 0-15,1 2 1 16,-3 0-2-16,3 2 2 15,-8 1-3-15,0 3-3 16,-10-1 4-16,-4 2-5 16,-8 1 2-16,-10 3-2 0,-6 1 3 15,-12 2-3 1,-7 3 2-16,-9 2 4 16,-8 5-4-16,-13 4 4 15,-11 0 0-15,-6 5-1 0,-12 1-1 16,-7 4 1-16,-10 2 1 15,-13 0-2-15,-6 1 1 16,-9 3 1-16,-14 1-2 16,0 0 0-16,15 1 0 15,-15-1-2-15,0 0-1 16,0 0 1-16,0 0 0 16,0 0 0-16,0 0 0 15,0 0 1-15,0 0 0 16,0 0 1-16,0 0-62 15,0 0-57-15,0 0-33 16,0 0-16-16,-22-12-10 16,-1-3 3-16</inkml:trace>
  <inkml:trace contextRef="#ctx0" brushRef="#br0" timeOffset="61215.57">26997 14383 27 0,'-40'-9'112'0,"-5"-13"9"15,12 4-22-15,10 3 20 16,4-3 4-16,19 18-13 16,-19-26-24-16,19 26-7 15,3-15-18-15,-3 15-19 16,33-4-21-16,-2 4-28 16,18 7-10-16,14 5 6 15,20 6 13-15,18 6 0 0,22 11 2 16,10 10-5-16,22 8 3 15,12 8-4-15,4 6 5 16,6 4-6 0,-5 4 5-16,0-1-4 0,-9-1 2 15,-8-7 1-15,-18-9-1 16,-17-10 0-16,-20-9-1 16,-18-14-2-16,-14-7-65 15,-20-15-43-15,-18-19-32 16,-8-4-19-16,-25-19-6 15,-1-3-1-15,-15-16 22 16</inkml:trace>
  <inkml:trace contextRef="#ctx0" brushRef="#br0" timeOffset="61695.04">28944 12969 310 0,'0'0'173'0,"4"-21"-8"16,-4 21-68-16,0 0-19 0,0 0-9 15,10 36-12 1,-5-3-29-16,6 14-23 15,4 17-3-15,3 22 0 16,4 23-1-16,8 28 2 0,4 34-4 16,8 27-2-16,5 29 3 15,7 30 1-15,1 29 1 16,1 22 5-16,1 23-7 16,2 6 1-16,0 13-1 15,-2 5 5-15,-1-4-7 16,-4-10 2-16,-7-17-3 15,0-21-4-15,-5-28 5 16,-5-26 0-16,-5-34 2 0,-8-28 0 16,1-31 1-1,-4-25 2-15,-2-29-5 16,-5-18 5-16,2-20-53 16,-5-21-50-16,-2-17-30 0,-7-26-27 15,0 0-11-15,0-35-6 16,-11-13 1-16</inkml:trace>
  <inkml:trace contextRef="#ctx0" brushRef="#br0" timeOffset="62380.21">26115 16306 64 0,'0'0'92'16,"19"-21"-9"-16,19 2-60 0,14-7-8 15,23-7-2-15,13-8 6 16,25-4-4-16,17-6-1 15,25-4-3 1,13-2 4-16,21-9 10 0,18-5 16 16,20-8 21-16,23-1 12 15,12-10 2-15,27-5-3 16,13-7 1-16,19-1-11 16,15-2-7-16,15 1-22 15,8 5-18-15,8 2-16 16,2 4 2-16,5 6 4 15,-5 6-3-15,5 7 6 16,-8 3-6-16,-7 5 3 0,-8 4-2 16,-11 1 2-16,-15 7-4 15,-15 4 0 1,-15 3-1-16,-22 2-2 16,-20 2 2-16,-20 2-2 0,-20 6 0 15,-16 2-1-15,-24 2 2 16,-17 3-2-16,-22 0 0 15,-21 3-16-15,-16 4-74 16,-22-2-35-16,-27-10-38 16,-9 2-5-16,-29-12-3 15,-13 3-5-15</inkml:trace>
  <inkml:trace contextRef="#ctx0" brushRef="#br0" timeOffset="64570.66">30614 12788 209 0,'0'0'122'0,"26"-17"-38"16,-12 15-6-16,5 6 18 15,4 10-9-15,-8 10-18 16,11 18-8-16,0 15-6 16,7 26-3-16,2 26-9 15,8 33-14-15,3 41-26 0,6 35-4 16,8 39 2-16,3 33 0 16,1 36 0-16,0 20 1 15,6 17-3 1,-6 8-1-16,0-4-2 0,-1-5 7 15,-6-13-5-15,-1-13 2 16,-4-24-2-16,-4-25-2 16,1-33 3-16,-8-30 1 15,-4-39 3-15,-2-36-2 16,-9-42 2-16,-5-43-46 16,-9-38-49-16,-12-26-41 15,-7-53-32-15,-2-12-4 0,-14-30 0 16,3-12-4-16</inkml:trace>
  <inkml:trace contextRef="#ctx0" brushRef="#br0" timeOffset="65143.28">32952 12046 213 0,'4'59'167'0,"-4"7"0"15,5 17-54-15,12 31-46 0,6 28-8 16,6 36-2-1,6 33-10-15,10 35-15 16,2 29-27-16,7 25-1 16,5 23-4-16,5 15 8 0,-1 8-4 15,4 4 1-15,-2-6-4 16,0-13-1-16,-7-16 3 16,1-16 1-16,-14-20 1 15,0-21-6-15,-9-29 2 16,-4-25 0-16,-3-33 0 15,-10-24 2-15,-1-27-3 16,-6-30-63-16,-2-28-49 16,2-24-25-16,-12-38-24 15,4-15-2-15,-16-41-2 16,1-20 1-16</inkml:trace>
  <inkml:trace contextRef="#ctx0" brushRef="#br0" timeOffset="65631.18">34428 11901 439 0,'8'55'169'15,"3"11"-15"-15,8 17-103 16,17 26-7-16,2 28-4 15,15 32-26-15,6 34-12 16,5 27 2-16,0 33-4 16,2 21 1-16,-2 24-1 15,-3 16 0-15,-2 12 1 16,-7 1 2-16,-3-6-1 16,-11-15-2-16,-2-18 3 15,-6-16 2-15,-11-25 0 0,-3-29 0 16,-6-29-6-16,-10-33-51 15,-4-26-44-15,-11-25-15 16,-4-30-18 0,-11-25-14-16,-15-27-4 0,-2-17-14 15,-24-29 60-15</inkml:trace>
  <inkml:trace contextRef="#ctx0" brushRef="#br0" timeOffset="66293.32">27495 17751 533 0,'144'-21'182'0,"10"-11"-4"16,25-15-91-16,22-3-69 16,29-13-19-16,16-6 5 15,27-7-4-15,22-9 3 16,15-7-2-16,18-8 2 15,20-6-1-15,7-3-1 16,15-5 1-16,14-4 0 16,8-5 1-16,9-1 0 15,5-1-1-15,-1 1-2 16,4 1 0-16,-1 1 0 16,-15 10 0-16,-17 3-1 0,-27 10-4 15,-24 13-1-15,-30 10 0 16,-35 10 0-16,-31 10 0 15,-31 10 2-15,-35 9 3 16,-27 6-3-16,-29 7 0 16,-30-2-9-16,-22 3-90 15,-29-1-43-15,-34-10-8 16,-25 2-5-16,-26-7-4 16,-25 1-1-16</inkml:trace>
  <inkml:trace contextRef="#ctx0" brushRef="#br0" timeOffset="74674.32">33744 14627 491 0,'0'0'194'0,"5"-21"-5"16,-5 21-89-16,0 0-56 16,0 0-39-16,0 0-5 15,0 0-2-15,-5 31-8 16,5 4-1-16,1 8 4 15,6 12-2-15,4 4 10 16,4 7-1-16,5 2 1 16,6-3-1-16,3-7 2 15,4-8 0-15,2-14 0 0,1-13 0 16,6-13 1-16,-2-19-2 16,5-13 1-16,-7-13 0 15,4-10 0-15,-6-7 2 16,-3-8-1-16,-10-6 2 15,-8-2-2-15,-8 3 1 16,-14 2-5-16,-8 10 2 16,-11 6-1-16,-14 14 0 15,-5 14 0-15,-4 17-74 16,-6 18-57-16,-3 10-33 16,6 22-13-16,-7 2-16 15,18 25-9-15</inkml:trace>
  <inkml:trace contextRef="#ctx0" brushRef="#br0" timeOffset="75318.7">32378 16955 706 0,'-16'16'204'16,"0"-1"-91"-16,-4 2-113 16,0 9 0-16,-2 12 0 15,-4 13 0-15,-4 13 0 16,4 10 0-16,4 11 0 15,10 2 0-15,8 1 0 16,8-2 0-16,11-11 0 16,11-13 0-16,7-17 0 15,9-15-2-15,3-18-6 0,4-19 1 16,3-18 3-16,-4-14 0 16,1-13 4-16,-7-14-1 15,-6-7-1-15,-6-6 2 16,-11-4-3-16,-16-2 2 15,-10 2 0-15,-8 3 3 16,-8 9-1-16,-7 14 6 16,1 10 2-16,-6 13 0 0,2 13-4 15,4 19-5 1,6 18 0-16,4 13 0 0,9 11-71 16,6 5-79-1,8-2-27-15,15 6-5 16,2-15 0-16,20 1-1 0</inkml:trace>
  <inkml:trace contextRef="#ctx0" brushRef="#br0" timeOffset="75814.03">33954 16616 440 0,'0'0'175'15,"10"-19"2"-15,-10 19-60 16,0 0-61-16,0 0-29 16,-17 10-24-16,17 13-1 15,-4 9 1-15,8 7-2 16,-1 9-3-16,8 4 2 15,1 5-2-15,7-3 4 16,2-4 1-16,1-9 2 16,8-9-7-16,-2-12 2 15,1-9 0-15,1-16 1 16,3-16-2-16,5-10 0 16,-2-14-2-16,-1-9-1 15,1-10 5-15,-4-7-2 0,-6-5 4 16,-9-4-2-16,-8 4 4 15,-6 7 4-15,-11 10-8 16,-13 7 3-16,-9 14-1 16,-4 12-3-16,-8 14 0 15,-2 14 0-15,3 15 0 16,-1 9-40-16,6 10-71 16,10 9-42-16,10-5-19 15,16 3-1-15,12-12-2 16,21-3-3-16</inkml:trace>
  <inkml:trace contextRef="#ctx0" brushRef="#br0" timeOffset="76354.87">35747 15885 524 0,'-16'-19'179'15,"16"19"-47"-15,0 0-45 0,0 0-23 16,-17 4-27-16,17-4-37 16,-19 29 0-16,12 0 0 15,-2 13 0-15,2 8 0 16,4 9 0-16,3 12-2 16,7 2-4-16,1-1 0 15,6-2 0-15,5-13 3 16,7-12 4-16,0-12 0 15,4-13-5-15,-4-20 4 16,5-15 1-16,2-18-1 16,-3-10 3-16,-4-13-2 0,-4-6-1 15,-9-7 4 1,-3-7 4-16,-14 1-4 16,-8 6 0-16,-17 8-4 15,-8 13 0-15,-15 8 0 0,-8 14 0 16,-12 17-54-16,-6 13-99 15,-7 5-16-15,9 6-5 16,-2-10-20-16,7-3 0 16</inkml:trace>
  <inkml:trace contextRef="#ctx0" brushRef="#br0" timeOffset="77158.68">34317 13978 267 0,'-58'-23'191'16,"-8"2"-14"-16,-8 11-70 0,-1 13-14 15,-5 8-15-15,6 20-13 16,-15 7-20-16,11 19-45 15,2 14 0-15,6 14 0 16,9 17-5-16,9 16-5 16,7 17 2-16,9 15 0 15,17 20 3-15,6 12-1 16,13 15 3-16,9 9 6 16,8 7-3-16,6-3 0 15,12-3 1-15,5-4-2 16,8-11-2-16,3-12 4 15,8-17-3-15,8-18 0 16,8-15 4-16,3-14 0 0,7-19 0 16,5-19-1-16,4-23 4 15,7-19-5-15,3-18 4 16,9-20-5-16,1-19-4 16,6-13 4-16,-4-17-4 15,1-13 4-15,-3-14-4 16,-11-13 2-16,-6-11 0 15,-12-16 2-15,-17-17 2 16,-20-21-2-16,-15-20 4 16,-24-22-7-16,-14-15 1 15,-18-17-2-15,-13-14 3 16,-20-4 0-16,-15-1-1 16,-12 5 3-16,-6 17-3 0,-1 18 7 15,-7 24 1-15,-1 29 5 16,-2 28 1-16,3 31 2 15,3 26 1 1,0 33-4-16,2 24-1 0,5 26-22 16,2 33-57-16,5 19-52 15,6 28-37-15,8 27-22 16,5 18 0-16,16 26-7 16,5 13 80-16</inkml:trace>
  <inkml:trace contextRef="#ctx0" brushRef="#br0" timeOffset="77897.18">35127 16074 513 0,'0'0'192'15,"-22"-16"-41"-15,-8 6-57 16,-8 3-23-16,-14-5-69 16,-12 0-2-16,-11 1 0 0,-17 1 0 15,-10 1 0 1,-13 6 0-16,-12 8 0 15,-12 9 0-15,-6 10 0 16,-12 13 0-16,-4 9 0 0,-7 11 0 16,-4 14 0-16,-4 9 0 15,5 5 0-15,-5 8 0 16,8 8 0-16,3 4 0 16,9 6 0-16,13 3 0 15,13 2 0-15,10 0 0 16,20-2 0-16,13-1 0 15,19-9 0-15,16-7 0 16,23-7 0-16,15-11 0 16,21-8-2-16,15-10-5 15,18-9 0-15,21-7 3 16,17-10 2-16,19-8 3 0,16-9 1 16,14-8 2-16,15-14-1 15,18-9 2-15,12-13-1 16,8-12-1-16,9-18-3 15,6-13 0-15,3-18 0 16,-4-11 0-16,1-11 0 16,-11-9 0-16,-14-3 0 15,-12-7 0-15,-16 3 0 16,-12 4 0-16,-20 12 0 16,-13 8 0-16,-16 11 0 15,-18 13 0-15,-11 7 0 16,-21 11 0-16,-13 13 0 15,-18 6 0-15,-18 5 0 0,-17 8 0 16,-10 4 0-16,-17 6-73 16,-2 5-60-16,-8 5-32 15,-9-7-10-15,10 9-8 16,-7-7 1-16</inkml:trace>
  <inkml:trace contextRef="#ctx0" brushRef="#br0" timeOffset="82067.63">2174 20204 403 0,'-26'-9'180'15,"0"2"-45"-15,-3-3-27 16,6 8-20-16,0-3-30 15,23 5-37-15,-22 0-20 0,22 0-1 16,0 0 2-16,-11 16-2 16,15-1 0-16,6 6 0 15,2 7 0-15,2 5-3 16,5 0 4-16,4 3-6 16,-4 0 6-16,4-5-5 15,-2-6 0-15,-6-8-2 16,4-14 4-16,0-11 0 15,0-15 1-15,11-17 4 16,6-13-5-16,13-20 3 16,8-12 1-16,16-12-1 15,7-7 0-15,12 4-2 0,5 5 2 16,9 8-4-16,-2 15-38 16,0 14-109-16,6 10-21 15,-6 17-5-15,-19-2-17 16,-2 9-3-16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05:17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30550 4758 450 0,'-23'-67'181'0,"4"10"-8"15,2 12-79-15,1 3-20 16,9 15-41-16,0 9-45 16,7 18-1-16,0 0-1 15,-5 42-2-15,10 13 7 16,2 27-8-16,0 32 5 15,5 29 7-15,-1 41 11 16,1 27-7-16,-2 28 5 16,1 17-4-16,-10 7 3 15,-2-1-1-15,-6-11 2 16,-4-19-2-16,-4-26 0 16,-1-28 0-16,-5-33 1 0,-1-22 6 15,3-31-10 1,3-26 6-16,6-25-3 15,1-23 6-15,9-18-49 16,5-45-51-16,9-21-33 16,5-22-27-16,-3-28-14 0,10-13-5 15,-9-23-4-15</inkml:trace>
  <inkml:trace contextRef="#ctx0" brushRef="#br0" timeOffset="710.6">30378 4599 229 0,'-14'-17'139'0,"2"-2"-10"15,12 19-11-15,-10-26-10 16,10 26-14-16,10-23-24 16,12 16-26-16,11-1-43 15,16 1 1-15,19 0-4 16,13-3-1-16,29-1 0 16,16-3 0-16,24 1 1 15,11-10-1-15,18-3 3 16,3-3-3-16,2-4 4 15,-2 0-1-15,-10 2 3 16,-14 3-3-16,-21 0 1 0,-13 8-1 16,-27 6 1-16,-14 5-3 15,-20 7 1-15,-15 4-2 16,-13 3 0-16,-12 4 2 16,-6 5 1-16,-5 5 1 15,-2 8 0-15,-1 12 1 16,-2 11-1-16,0 12 1 15,5 16-2-15,-1 17 1 16,1 16 1-16,2 19-2 16,-2 17 0-16,-5 9 0 15,0 12 5-15,-4 10-4 16,-6 5 2-16,-8 4-3 16,-4-1-1-16,-3-8 0 0,3-7 4 15,-4-10-2-15,-1-9-1 16,7-10 1-16,-3-17 2 15,9-14-1-15,0-16 3 16,5-12-1-16,-1-15-2 16,3-13 2-16,0-12-1 15,0-12 1-15,0-8-1 16,0-6 2-16,-7-1-10 16,7-16-43-16,-30 21-17 15,1-13-14-15,1 1-32 16,-15 3-24-16,-9 0-5 15,-6 2-13-15,-13-5-6 16,-3 6 87-16</inkml:trace>
  <inkml:trace contextRef="#ctx0" brushRef="#br0" timeOffset="1094.76">29998 7821 403 0,'-31'10'183'0,"10"-8"-24"16,21-2-81-16,36-11-17 0,16-1-19 15,26-2-33-15,25-5-10 16,20-5 1-16,30-4-4 15,19-3-1 1,19 0 5-16,13-2-4 0,10-1 8 16,3 1-5-16,2 2 4 15,-2-1-6-15,-14 6 5 16,-11 4-2-16,-23-1 1 16,-17 3-1-16,-27 2-1 15,-20-1-1-15,-27 4-36 16,-26-4-62-16,-14-6-41 15,-8 1-22-15,-24-12-9 0,7 1-10 16,-13-17 55 0</inkml:trace>
  <inkml:trace contextRef="#ctx0" brushRef="#br0" timeOffset="1494.78">33008 5870 91 0,'-26'7'171'15,"26"-7"13"-15,-30 24-73 0,30-24-19 16,-7 17-8-16,7-17-7 16,33 5-19-16,12-10-13 15,20-5-31-15,23-2-18 16,16-6 4-16,16-4-3 16,15-2 3-16,8-2-3 15,-1 0 3-15,-12 2-2 16,-10 3 3-16,-19 3 1 15,-20 5-2-15,-20 6-52 16,-21 0-66-16,-24 0-37 16,-16 7-15-16,0 0-10 15,-7-19-8-15</inkml:trace>
  <inkml:trace contextRef="#ctx0" brushRef="#br0" timeOffset="2222.36">34291 4868 1 0,'0'0'57'15,"0"0"51"-15,0 0-9 16,0 0 11-16,0 0-6 16,0 0 3-16,0 0-9 15,0 0-5-15,0 0-23 16,0 0-19-16,0 0-34 15,10 15-18-15,-1 2 5 16,8 6-6-16,2 10 6 16,4 7-5-16,6 3 5 15,1 5-6-15,1-1-2 16,-2-2 4-16,-3-7-2 0,-3-7 1 16,-4-6-1-16,-5-10-1 15,-14-15 0 1,19 17 1-16,-19-17 1 15,0 0-2-15,14-26 3 0,-9 4-2 16,2-9 3-16,4-6 0 16,-3-9 1-16,3-4-1 15,4-4-4-15,-4-3 5 16,1 3-4-16,-2 7 4 16,-1 8-4-16,-2 6 5 15,-4 10-6-15,1 6 5 16,-4 17 1-16,0 0-1 15,-7 17 5-15,0 13-5 0,-2 13 3 16,-1 16-4 0,-2 17 3-16,-6 14-4 15,3 12 4-15,-11 7-3 16,0 5-4-16,-4 4 5 0,2-4 1 16,-5-5 0-16,4-7-1 15,-4-5 0-15,5-8-38 16,-5-10-78-16,4-9-40 15,3-6-14-15,-4-14-13 16,2-2 0-16,-8-15 76 16</inkml:trace>
  <inkml:trace contextRef="#ctx0" brushRef="#br0" timeOffset="2762.79">31746 7594 317 0,'14'33'176'15,"-18"-2"-18"-15,4 16-56 16,4 17-22-16,-8 12-23 16,8 21-17-16,-8 14-40 15,1 1 0-15,-1 2-1 16,-3-6 3-16,-1-6-3 0,1-12 3 15,0-18 0-15,0-16 2 16,2-18-5-16,-2-17-78 16,7-21-49-16,0 0-35 15,-7-21-8-15,14-3-14 16,-11-13 0-16</inkml:trace>
  <inkml:trace contextRef="#ctx0" brushRef="#br0" timeOffset="3604.17">31529 9224 280 0,'0'0'182'15,"-4"-19"-35"-15,4 19-30 16,0-26-9-16,-3 9-12 16,3 17-21-1,-7-29-57-15,7 29-18 16,-16-23 0-16,1 16 0 0,-4 6 0 15,-7 6 0-15,-4 7-8 16,-3 5-4-16,-2 9-1 16,-5 7 0-16,6 5 0 15,-3 4 4-15,11 3-1 16,7-2 1-16,9-2 2 16,10-1 4-16,17-7-3 15,9-5 3-15,16-4-1 0,10-7 0 16,12-1 0-1,4-2 2-15,-6 0 0 16,2-2-2-16,-15 2 6 16,-7 5-2-16,-13 1 4 0,-11 5-1 15,-22 2 4-15,-15 3-1 16,-10-1 4-16,-11 2-1 16,-6-5-3-16,-9-1-2 15,-2-6 0-15,-6-7-2 16,9-2-34-16,-1-10-52 15,15-3-42-15,5-1-27 16,13-13-22-16,22 17-6 16,-4-40-6-16</inkml:trace>
  <inkml:trace contextRef="#ctx0" brushRef="#br0" timeOffset="4874.75">29571 5466 19 0,'-26'21'145'0,"-11"-3"16"15,-1-1-48-15,5 7-4 16,0-7-3-16,11 6-13 15,-1-9-15-15,11 1-18 16,12-15-27-16,0 0-37 16,42 11-5-16,3-18 0 15,14-5 1-15,15-2 3 16,17-4 2-16,9-1 1 16,11-1 0-16,-1-1 1 15,-6 4 2-15,-7 1 0 16,-19 6 2-16,-10 3 0 15,-20 2 4-15,-15 5-15 16,-13 8-69-16,-20-8-42 0,-4 26-35 16,-3 4-17-16,-15-6-11 15,9 12 5-15</inkml:trace>
  <inkml:trace contextRef="#ctx0" brushRef="#br0" timeOffset="5243.11">29493 6912 119 0,'41'0'169'16,"18"2"-18"-16,6-6-43 15,9-5-18-15,11-1-9 16,2-7-25-16,3-4-4 15,-8-5-32-15,-4-3-91 16,-7-3-44-16,-7 1-31 0,-15-9-11 16,-6 6-12-16,-11-13 6 15</inkml:trace>
  <inkml:trace contextRef="#ctx0" brushRef="#br0" timeOffset="5882.61">30822 5338 240 0,'0'0'150'16,"0"0"-36"-16,-7 18-8 0,0-1-15 16,4 14-18-16,-2 4-20 15,5 10-12-15,0 1-28 16,3 6-12-16,2-1-4 15,-1-6 6-15,10-6-3 16,-6-11 2-16,10-12-2 16,-3-9 1-16,5-9 0 15,-1-7 0-15,3-12 0 16,-4-3-2-16,-3-10 2 16,1-6-2-16,-13-5 5 15,-3-2 0-15,-8-3 2 16,-10 1-1-16,-4 3 3 15,-8 6-2-15,-1 12 1 0,-6 9-5 16,8 19-74-16,-9 9-48 16,8 13-35-16,11 16-15 15,-3 4-3-15,11 13-5 16</inkml:trace>
  <inkml:trace contextRef="#ctx0" brushRef="#br0" timeOffset="6610.53">30900 6633 326 0,'0'0'131'0,"0"0"-3"15,0 0-14-15,0 0-13 16,0 0-28-16,-6-15-36 15,6 15-36-15,-7-16 0 16,7 16 0-16,-11-21-1 16,11 21 0-16,-12-24-2 15,12 24 0-15,-12-24 1 16,12 24-1-16,-11-21 1 0,11 21 1 16,0 0-1-16,-10-17 1 15,10 17 0-15,0 0 0 16,0 0-1-1,0 0 0-15,0 0 1 0,0 0 0 16,0 0-1-16,0 0 0 16,0 0 1-16,0 0-1 15,0 29 1-15,3-1-1 16,4 6 2-16,-3 11-3 16,3 11 6-16,-2 4 0 15,2 6-3-15,-4-4 4 16,1-1-2-16,-1-4-27 0,-3-10-74 15,-3-12-45-15,6-4-21 16,-3-31-6 0,-3 17 0-16,3-17 26 15</inkml:trace>
  <inkml:trace contextRef="#ctx0" brushRef="#br0" timeOffset="7674.38">28319 5157 181 0,'0'0'167'15,"-19"10"-49"-15,19-10-18 0,0 0-7 16,28-12-6-16,5 7-14 16,0-11-12-16,12 4-30 15,0-2-25-15,4-1-8 16,-4-1 2-16,-9 0-3 15,-4 6-2-15,-12 0-17 16,-20 10-11-16,16-6-1 16,-16 6-1-16,-16 6 0 15,16-6-2-15,-33 15 4 16,14-3 1-16,0 2 19 16,2 2 11-16,1 1 3 15,6 7 1-15,1 4 1 16,6 7-1-16,6 3 1 0,2 8-1 15,6 3 1-15,1 1-3 16,2 2-1-16,-2-2-2 16,-2-1 1-16,1-4-1 15,-9-6 2-15,1-4-2 16,-8-4 2-16,-2-1 1 16,0-10 3-16,-9 1-1 15,2-3 2-15,-5-5-1 16,0 0 4-16,-3-3 2 15,3-1 8-15,-2-4 0 16,21-5 7-16,-28 8 4 16,28-8-1-16,-17 2 1 15,17-2-3-15,0 0-4 0,29-17-7 16,-6 3-2-16,3-2-9 16,14-4-1-16,1-1-4 15,4-5 3-15,1 3-4 16,-5-1 4-16,-1 3-1 15,-10 6 3-15,-3 1-2 16,-9 5 1-16,-18 9-2 16,15-1 1-16,-15 1 0 15,4 15-1-15,-1 1 0 16,-3 1-2-16,7 0 0 16,-1 6-1-16,4-6 4 15,-3 2-3-15,-7-19 3 16,26 21-1-16,-26-21 0 0,28 0 0 15,-28 0 0-15,26-19 1 16,-26 19-1-16,14-31 3 16,-11 12-5-1,-3-2 4-15,-7 2 0 0,7 19-16 16,-22-28-70-16,22 28-48 16,-30 2-35-16,4 10-1 15,10 19-4-15,-10 6 27 16</inkml:trace>
  <inkml:trace contextRef="#ctx0" brushRef="#br0" timeOffset="7963.41">28297 6789 418 0,'0'0'179'16,"0"0"-10"-16,26-9-86 15,5-10-31-15,12 0-55 16,11-5 5-16,9 0-7 16,4-4 5-16,-2 0-6 15,4 6-47-15,-15 1-55 16,-11 5-22-16,-8 6-14 0,-18 1-8 15,-17 9-11 1,0 0 25-16</inkml:trace>
  <inkml:trace contextRef="#ctx0" brushRef="#br0" timeOffset="8342.43">28611 6751 244 0,'12'34'66'15,"2"3"-8"-15,2 6-17 16,-3 0-17-16,0 1-11 16,-3-1-13-16,-5-3 10 15,-1-4 1-15,-8-7 17 16,-1 3 7-16,-5-10 4 16,-3 4 12-16,-7-10 1 15,4 4 4-15,-10-9-5 0,3 6-5 16,-10-3-18-16,7 0-7 15,-5 0-3-15,5 0-12 16,0 1-4-16,0-1-1 16,7-2-2-16,5-2 0 15,14-10 1-15,0 0-1 16,3 16-2-16,17-19-1 16,9-3 0-16,11-6-1 15,9-2 4-15,1 1-5 16,9-8-78-16,0-2-43 15,-7-4-22-15,5 2-12 16,-12-8-2-16,4 9-7 16</inkml:trace>
  <inkml:trace contextRef="#ctx0" brushRef="#br0" timeOffset="8527.2">29059 7012 370 0,'12'42'145'15,"-12"-9"-27"-15,3 8-15 16,4 11-17-16,-3 4-37 16,8 6-44-16,2 2-74 15,-2 0-67-15,-5-12-25 16,9 0-4-16,-13-21 1 16,9-2-2-16</inkml:trace>
  <inkml:trace contextRef="#ctx0" brushRef="#br0" timeOffset="9658.44">29373 11755 522 0,'-17'-10'162'0,"17"10"1"15,0 0-104-15,0 0-57 16,0 0-1-16,3 15 0 15,7 6-2-15,3 10-3 16,7 7 1-16,3 7 1 16,7 9 3-16,1 7-4 15,2-3 3-15,5 1-3 16,-5-7 2-16,0-5 0 16,-5-9 2-16,-2-9-1 15,-4-8-1-15,-1-9 2 16,-5-8 2-16,-16-4-1 15,26-14 1-15,-16-5-1 16,-1-9-1-16,5-5 0 0,-2-10-1 16,-2-5 1-16,6-6-2 15,-6-3 3-15,2 1-2 16,-1 1 3-16,-2 5-1 16,-2 7 3-16,-1 6-2 15,-2 11-1-15,-1 7-1 16,-3 19-2-16,2-17-1 15,-2 17 0-15,0 0 2 16,0 0-1-16,-9 19-1 16,3-2 1-16,2 13 1 15,-5 9 0-15,2 15 0 16,-6 17-4-16,0 16 2 16,-6 11 2-16,2 11-3 0,-6 2 3 15,1 0-1-15,-4-5 2 16,0-6-1-16,3-10 3 15,1-12-1-15,3-19-1 16,3-11 2-16,2-15-3 16,11-9 1-16,3-24-27 15,0 0-71-15,13-21-45 16,10-6-17-16,-7-16-11 16,17-2-1-16,-11-13 21 15</inkml:trace>
  <inkml:trace contextRef="#ctx0" brushRef="#br0" timeOffset="9878.83">30095 12382 544 0,'0'0'177'0,"0"0"-20"15,30-7-86-15,-11-2-67 16,7-1-3-16,7-2 1 15,3-4 0-15,2-1-4 16,0 3-81-16,-1 0-53 16,-11 0-25-16,0 12-6 15,-26 2-2-15,19 4-4 16</inkml:trace>
  <inkml:trace contextRef="#ctx0" brushRef="#br0" timeOffset="10081.34">30053 12640 426 0,'-10'26'170'16,"10"-26"-10"-16,-2 15-63 15,21-15-39-15,16-10-26 16,14-9-22-16,10-7-5 16,5-5 3-16,7-7-7 15,-2-7-73-15,6-4-55 16,5-1-38-16,-18-14-13 15,3 2-3-15,-20-20 1 0</inkml:trace>
  <inkml:trace contextRef="#ctx0" brushRef="#br0" timeOffset="11318.28">31496 11887 536 0,'7'-18'172'0,"-11"-1"-43"16,-6-1-40-16,5 4-37 16,5 16-44-16,-30-23-3 15,8 17 0-15,-1 2-3 16,-6 8-4-16,-1 6-5 0,-5 7-7 15,2 4 2-15,0 7 1 16,2-2 0 0,9 8 0-16,1-4 1 15,9-3 0-15,12 1 6 0,7-5 4 16,15-3 1-16,6-2 0 16,12-1 1-16,1-1 0 15,8 1 0-15,-4 4-2 16,4-2-1-16,-4 5-3 15,-2 2 1-15,-11 2 0 16,-3-1-1-16,-12 4 2 16,-8 1 1-16,-9-1 0 15,-9 0 3-15,-11 0 0 0,-6-5 3 16,-9-5-3-16,-10-7 1 16,1-7-65-16,-1-9-52 15,-3-14-27 1,13-5-17-16,-5-17 0 0,14 0-7 15</inkml:trace>
  <inkml:trace contextRef="#ctx0" brushRef="#br0" timeOffset="11823.3">30874 11561 356 0,'-26'5'140'0,"26"-5"-23"16,-22 6-7-16,22-6-20 0,0 0-18 15,-21-7-30-15,21 7-42 16,21-11 3-16,-2 3-2 16,10-6 0-16,13 0-5 15,3-2 0-15,11 1 0 16,1-1 2-16,2-1 1 16,0 0 1-16,-5 1-2 15,-6 2-118-15,-4 7-46 16,-18-7-6-16,5 13-7 15,-13-8 1-15</inkml:trace>
  <inkml:trace contextRef="#ctx0" brushRef="#br0" timeOffset="12310.5">32242 11651 224 0,'0'0'137'0,"-29"-7"-12"16,13 7-7-16,-5 4-13 16,2-4-13-16,19 0-15 15,-31 7-21-15,31-7-21 16,0 0-33-16,0 0 0 15,0 0-9-15,26-12 7 16,2 3-7-16,8-3 6 16,2 0-5-16,6-4 2 0,1 2 4 15,0 2-3-15,-7 2 3 16,-5-2-47 0,-7 3-57-16,-10 6-33 15,-16 3-10-15,0 0-6 0,0 0 1 16,0 0-3-16</inkml:trace>
  <inkml:trace contextRef="#ctx0" brushRef="#br0" timeOffset="12519.42">32329 11691 310 0,'0'40'126'16,"0"5"-11"-16,0 3-16 15,10 9-17-15,-3 6-20 0,6 4-12 16,-3-1-18-1,2 0-13-15,-1-7-20 16,-3-9 1-16,-1-5-22 16,-3-14-60-16,3-14-41 0,-7-17-24 15,0 0-10-15,19-7-4 16,-12-19-1-16</inkml:trace>
  <inkml:trace contextRef="#ctx0" brushRef="#br0" timeOffset="12851.5">32617 12063 373 0,'-8'16'134'16,"1"10"-16"-16,0 1-20 16,1 3-21-16,3 3-26 15,3-2-20-15,7-2-11 0,2-3-10 16,4-5 0-16,3-9-3 15,3-5 0-15,0-7-3 16,7-5-1-16,-5-9-1 16,-2-3-2-16,-3-6-1 15,-6-1-1-15,-1-2 2 16,-9 0-3-16,-4 4 0 16,-8 1 1-16,-3 4 1 15,-11 4-1-15,-4 8-1 16,-6 2-45-16,4 10-45 15,-4-2-23-15,6 0-25 16,8 0-20-16,-1-10-5 16,23 5-4-16</inkml:trace>
  <inkml:trace contextRef="#ctx0" brushRef="#br0" timeOffset="13435.33">32190 12425 373 0,'0'0'157'16,"19"3"-34"-16,-19-3-16 15,19-1-18-15,-1 1-14 16,-3-5-30-16,8 1-47 16,6 1 0-16,1-3 0 15,1-1 2-15,2-1 1 16,-3-1 0-16,-4-1-50 16,0 1-76-16,0 2-39 0,-14-8-4 15,7 4-5-15,-12-10-2 16</inkml:trace>
  <inkml:trace contextRef="#ctx0" brushRef="#br0" timeOffset="13775.28">33036 11902 283 0,'0'0'172'16,"0"0"-21"-16,0 0-44 0,17 9-21 15,9-18-16-15,12 1-44 16,7-3-31-16,7-1 1 15,4 0 3-15,-1-4 1 16,3 6 0-16,-10-2 1 16,-8 5-11-16,-9-2-86 15,-10-5-54-15,-5 8-9 16,-20-12-12-16,4 18 2 16,-22-33 39-16</inkml:trace>
  <inkml:trace contextRef="#ctx0" brushRef="#br0" timeOffset="14019.26">33289 11478 440 0,'7'26'175'16,"-7"-5"3"-16,7 7-74 15,5 8-107-15,-2 9 6 16,3 5-1-16,0 4 2 15,0 3 1-15,2-5 0 16,-1-2-2-16,2-5-4 16,-6-7-80-16,2-12-55 15,11 0-23-15,-23-26-5 16,33 2-1-16,-14-23-4 16</inkml:trace>
  <inkml:trace contextRef="#ctx0" brushRef="#br0" timeOffset="14587.34">34353 11440 557 0,'16'-16'181'16,"-6"-11"0"-16,-5 3-159 15,-1 1-31-15,-1 4 2 16,-10 2 3-16,7 17 2 16,-22-21-1-16,-1 21 0 15,-3 5 1-15,-5 7 2 16,-9 6 0-16,2 4-3 15,-2 7-2-15,-2 4-3 16,1 2 1-16,11 5-1 16,4-2 5-16,14 0 1 15,5-3 0-15,14-1 2 16,5-3 1-16,14-1 1 0,7-1-1 16,9-1 2-16,3-6-3 15,7 4-1-15,3-1 1 16,3-3-1-1,-3 1 1-15,-6-3 2 0,-9-1 3 16,-6 0 2-16,-11 2 1 16,-13 0 1-16,-10 2 2 15,-13-3-1-15,-7 1 1 16,-9 0-3-16,-6-2-2 16,-5-4-3-16,2-4-1 15,-4-6-19-15,6-10-62 16,7-6-47-16,6-4-23 15,4-13-17-15,19 6-1 0,3-16-3 16</inkml:trace>
  <inkml:trace contextRef="#ctx0" brushRef="#br0" timeOffset="14915.16">34751 11319 426 0,'0'0'170'0,"3"-23"-38"15,14 10-49-15,9-5-22 16,9-1-34-16,5-2-29 15,5-1-1-15,4-2 0 0,3-1 1 16,-4 3 3-16,-2 5-1 16,-5 1-57-16,-15 2-45 15,-3 6-29-15,-23 8-14 16,0 0-3-16,0 0-3 16,0 0-4-16</inkml:trace>
  <inkml:trace contextRef="#ctx0" brushRef="#br0" timeOffset="15751.65">35092 11144 206 0,'13'16'67'0,"-13"-16"-10"0,0 0-20 16,0 0-27-16,0 0-27 15,0 0-11-15,0 0-7 16,0 0-1-16,0 0 0 15,0 0-3-15,0 0 3 16,0 0 7-16,0 0 12 16,0 0 9-16,0 0 10 15,0 0 4-15,0 0 3 16,0 0 4-16,0 0 6 16,0 0 3-16,0 0 5 15,0 0 1-15,0 0 3 16,-16-2 1-16,16 2-2 15,0 0-3-15,0 0-5 0,0 0-3 16,0 0-5-16,0 0-6 16,0 0-7-16,-17 5-3 15,17-5 1-15,0 0 7 16,0 0 25-16,0 0 27 16,0 0 2-16,0 0 1 15,-12 17 0-15,12-17 0 16,0 16-2-16,0-16-5 15,3 26-26-15,0-5-25 16,1 6-3-16,5 6 0 16,-2 7-1-16,5 5 1 15,5 9 3-15,-1 3-1 0,-1 0 1 16,6 2-1-16,-5-5 1 16,3-6 0-1,-5-3 0-15,-2-7 0 0,-2-7-5 16,-1-5 2-16,-2-8-1 15,-7-18 1-15,7 24 1 16,-7-24 1-16,0 0 1 16,3 17 3-16,-3-17 6 15,0 0-1-15,0 0 1 16,-20 2-2-16,20-2 0 16,-32 2-3-16,13 3 0 15,-7 0-2-15,-3 4-8 16,-4 1 1-16,0 6 0 0,-2-3 1 15,5 3-2-15,4-2 0 16,4-4-7-16,22-10-4 16,-19 12 0-1,19-12 1-15,0 0 1 0,19-12 0 16,0 5 1-16,7-1 2 16,3-3 6-16,4 3 4 15,6-3 1-15,-3-1 0 16,2 0-1-16,-1 2 0 15,-6-4 3-15,2-2-3 16,-4 1-86-16,-2 2-46 16,-12-9-27-16,11 8-3 15,-10-8-3-15,10 8 3 0</inkml:trace>
  <inkml:trace contextRef="#ctx0" brushRef="#br0" timeOffset="16375.05">35662 11769 225 0,'0'0'167'0,"0"0"-17"16,-19-2-44-16,19 2-12 15,-12-29-13-15,8 6-26 16,-3-4-32-16,4-8-28 15,-1-1 0-15,4-1-2 16,0 1 4-16,0 6-1 16,0 6 1-16,0 5 1 15,0 19-4-15,0 0 4 0,0 0 1 16,0 0 0-16,14 33 3 16,-5-3-1-16,-2 2 0 15,7 8 5-15,1 4-2 16,4 1 0-16,-3 1 0 15,1-1 1-15,-1 0-4 16,-2-3 0-16,-5-4 2 16,-3-3-1-16,-2-3 3 15,-4-6 0-15,-4 0 1 16,-2-5 1-16,-7-4-1 16,13-17-1-16,-26 28-1 15,7-16 1-15,-2 0-3 16,-1 0-1-16,-4 1 0 0,-2 0-2 15,-1 1-1-15,-1 2 0 16,1-2 0-16,2-2-2 16,8-4-4-16,4 1-3 15,15-9 6-15,0 0 2 16,0 0 2-16,22-17 3 16,4-2-1-16,13-2 5 15,6-5 2-15,7-3 4 16,10-3-6-16,2 0-1 15,1-3-1-15,6 2-46 16,-12 2-53-16,0 0-33 16,-7 8-19-16,-21-1-15 15,-1 14-1-15,-30 10-4 0</inkml:trace>
  <inkml:trace contextRef="#ctx0" brushRef="#br0" timeOffset="17606.27">28597 11603 378 0,'14'57'180'15,"15"29"-7"-15,3 17-70 16,4 18-56-16,13 19-23 16,6 19-26-1,3 16 1-15,4 12 0 0,6 9 2 16,-4 1 1-16,2-1 1 15,-5-8 2-15,-2-10 3 16,-7-17-6-16,-4-17 2 16,-9-26-3-16,-10-23 2 15,-6-26 3-15,-4-24-7 16,-9-24 0-16,-10-21-1 16,-3-38 0-16,-13-19 1 15,-7-23-1-15,-13-18-3 16,-6-24-5-16,-10-18 5 15,-3-16 1-15,-6-10-2 0,2-5-3 16,-2-6-34 0,6 2-26-16,3 2-19 0,6 9-6 15,1 10 1-15,9 19 3 16,-2 14 21-16,8 19 36 16,1 18 73-16,-1 15 28 15,4 21 19-15,4 8 10 16,2 14-4-16,10 3-5 15,7 4-15-15,13 0-35 16,16-5-37-16,16-4-7 16,20-3 2-16,21-9-2 15,22-10 2-15,28-5 6 16,18-4-6-16,25-8 5 16,22-3-4-16,22-2 5 15,23-5-2-15,21 3 2 0,17 0 0 16,14-1-5-16,14 2 7 15,14 2-7-15,5 4 5 16,4 1-3-16,-3 4 4 16,-4 0-3-16,-4-1 0 15,-7 4 2-15,-15 2-4 16,-18 2 4-16,-17-1-3 16,-21 5 1-16,-17 0-2 15,-25 8 3-15,-22 3 0 16,-26 6 0-16,-18 6-1 15,-19 4 1-15,-24 6-1 16,-17 8 2-16,-18 3 3 16,-13 4-3-16,-17 4-1 0,-4 5 0 15,-23-6 0-15,14 22 2 16,-11-3 1-16,1 5-1 16,-4 6-5-16,0 10 2 15,5 8 1-15,-2 11-1 16,8 12 1-16,-4 14 0 15,8 12-5-15,1 15 4 16,-2 20-3-16,5 15 3 16,0 9-1-16,0 10 7 15,-1 7-5-15,1-2 2 16,-4 1 3-16,-1-10-2 16,5-15 2-16,-7-13-2 15,2-15 2-15,-7-13-3 0,-2-13-22 16,-1-10-51-16,-11-12-34 15,-5-8-19-15,-11-3-13 16,-17-8-16-16,-5 5-5 16,-23-13-15-16</inkml:trace>
  <inkml:trace contextRef="#ctx0" brushRef="#br0" timeOffset="18215.39">29146 14208 568 0,'0'0'172'0,"45"15"-14"0,3-18-112 16,18-7-52-16,18-9 7 15,23-13 2 1,23-7 0-16,21-12 0 0,25-4-2 16,22-7 2-16,22-2-2 15,20-4 3-15,16 2-3 16,20 1 0-16,9 1 1 16,21 5-1-16,11 3 1 15,13 4 1-15,5 2 2 16,2 2-3-16,3 1 3 15,-7 4 0-15,-5 1-2 16,-17 2 1-16,-16 1-1 0,-22 2-2 16,-16-1-1-1,-21 3-1-15,-19 3 1 16,-26-1 2-16,-19 0 1 16,-27 3 0-16,-18-2-1 0,-30 0-52 15,-26-2-73-15,-34-10-39 16,-15 6-19-16,-41-15-4 15,-17 1-4-15,-39-16 76 16</inkml:trace>
  <inkml:trace contextRef="#ctx0" brushRef="#br0" timeOffset="28906.07">20579 12977 314 0,'0'0'179'16,"0"0"-34"-16,0 0-45 15,0 0-24-15,0 24-12 16,0-24-22-16,11 18-41 16,-11-18 2-16,26 19 0 15,-4-12 1-15,1 0 0 16,13 1-1-16,2-4-2 16,11 1 0-16,3-7-1 15,7 2 0-15,-2 0-1 16,2-2-2-16,2 1 1 0,-9-3 1 15,-3 3 0-15,-8-3 1 16,-8 4 0-16,-10 0-2 16,-6 0-1-16,-17 0 3 15,0 0-3 1,0 0 1-16,0 0 0 0,-29 10-2 16,10-6 1-16,-11 3 1 15,1-2 1-15,-8 4-1 16,-1-1 0-16,0 3 0 15,-2-1 1-15,2 0 0 16,1-1 1-16,11 0-1 16,4-4 0-16,22-5-9 15,-19-7-67-15,19 7-49 0,22-21-30 16,-3-3-9-16,14 3-4 16,-3-19-5-16</inkml:trace>
  <inkml:trace contextRef="#ctx0" brushRef="#br0" timeOffset="30838.22">16349 12250 201 0,'0'0'117'0,"0"0"9"16,0 0-9-16,0 0-9 16,-16-5-12-16,16 5-16 0,0 0-21 15,-17 0-12-15,17 0-31 16,-16 5-17 0,16-5-7-16,-15 9-1 15,15-9-2-15,0 0 2 0,0 0 2 16,-14 17 3-16,14-17 0 15,19 7 2-15,4-5 6 16,13 1 1-16,9 1-1 16,7-1 1-16,12-1-3 15,4 1-3-15,5-1-1 16,-2 2 0-16,0-1-2 16,-6 0 2-16,-6 1-1 15,-6 1 2-15,-9 0-2 0,-6-1 1 16,-9 1-2-16,-9-2-1 15,-20-3 1 1,19 6 2-16,-19-6-2 16,0 0 1-16,-19 3 0 0,3-3 0 15,-7-2 2-15,-6-1 1 16,-4-1 1-16,-9-1-3 16,-3 0 2-16,-7 0-1 15,-4-2 0-15,-1 0 0 16,2 0 0-16,3 0 1 15,0 2-1-15,6 0 0 16,13 1 0-16,4 1-1 16,10-1 2-16,19 4 2 15,-16-5 3-15,16 5-1 16,0 0 2-16,23-2-1 16,3 2 2-16,8 0-1 15,13-1-1-15,11 2-2 0,4-1-2 16,9-1-1-16,7-1-1 15,-1 0 1-15,-4 1-1 16,-9-1 2-16,-9 2-2 16,-9-4 0-16,-12 4-1 15,-8 0-1-15,-8 2 0 16,-18-2-1-16,0 0-1 16,0 0 2-16,0 0 1 15,0 0 1-15,0 0-25 16,-18 16-89-16,18-16-40 15,-31 5-3-15,5-9-11 16,-3 13-12-16</inkml:trace>
  <inkml:trace contextRef="#ctx0" brushRef="#br0" timeOffset="31695.21">14254 12638 343 0,'-5'17'172'0,"5"-17"-50"16,0 0-33-16,15-31-4 16,-3 5-25-16,6-3-26 15,-3-8-38-15,1-3 2 16,1-3-3-16,-1 0 2 15,-6 1 5-15,-1 8-4 16,-5 6 2-16,-1 6 0 16,0 6 1-16,-3 16-1 15,0 0-1-15,0 0 0 16,-3 40-2-16,6-6 2 16,4 10 4-16,2 6-2 0,1 5 1 15,3 2-1 1,1-3 2-16,-2-2 0 15,-2-7 4-15,-1-3-2 16,-2-11 0-16,-4-4 4 0,-6-4-1 16,-1-4 0-16,4-19 0 15,-22 29-3-15,3-18-2 16,-4-4-1-16,0 0-3 16,-6-2-3-16,6-2-1 15,-3 1 1-15,0-3-2 16,7-1 1-16,19 0-3 15,-22 2 1-15,22-2 2 16,0 0 0-16,0 0 0 0,29-3 0 16,2-4 2-1,9-5 3-15,5-6 3 16,4-4 0-16,7-4-26 16,1-7-54-16,-5-2-28 0,0-3-18 15,-10 0-13-15,-6 2-7 16,-10 0 1-16,-3 4 3 15</inkml:trace>
  <inkml:trace contextRef="#ctx0" brushRef="#br0" timeOffset="32130.92">14750 12325 379 0,'-26'-47'136'16,"0"2"-12"-16,0 2-14 16,-5-1-24-16,-2 8-36 15,-9 5-46-15,2 8-2 16,-8 9 0-16,-1 9 2 15,-3 10-3-15,-9 6 0 16,-1 13 1-16,-2 11-1 0,-1 10-3 16,-1 8 1-16,2 11 0 15,5 11 0-15,7 1 1 16,14 9 0-16,12 1 0 16,15 1-1-16,18-1 2 15,16-2 0-15,17-7-2 16,14-9 2-16,12-7-3 15,12-15 3-15,9-13-1 16,6-17 1-16,11-20 0 16,6-13-1-16,-3-18 1 15,1-11-1-15,1-13 2 16,-8-7-1-16,-11-10 4 0,-12-4-4 16,-12-10-2-16,-17-5 2 15,-18-4-1-15,-12 4 0 16,-20 7-1-16,-13 8 4 15,-12 13-2-15,-13 15 2 16,0 21-98-16,-10 22-61 16,0 5-21-16,11 20-2 15,0-7-6-15,38-9 63 16</inkml:trace>
  <inkml:trace contextRef="#ctx0" brushRef="#br0" timeOffset="34527.15">12497 14880 561 0,'-3'34'193'0,"-20"-13"-2"16,-6 7-137-16,-6 13-62 16,-5 9 2-16,-16 9 6 15,-4 9 4-15,-8 1 1 16,-7 5-1-16,1 1-1 15,-1-8 0-15,4-6-1 16,5-6 4-16,5-6-2 16,9-9-4-16,3-6-79 15,8-10-67-15,4-1-21 16,-8-14-18-16,11 4-6 16,-13-13-5-16</inkml:trace>
  <inkml:trace contextRef="#ctx0" brushRef="#br0" timeOffset="34947.68">10458 15920 276 0,'0'0'147'15,"15"-35"-10"-15,8 14-76 16,3-5-41-16,3 4-14 15,4 1 8-15,-7 0 31 16,4 9 1-16,-11 0 5 16,0 10 1-16,-19 2-1 0,16 7-1 15,-16-7-6-15,0 32-21 16,-6-8-23 0,-1 9 0-16,-6 12 0 15,0 7 0-15,-6 10 0 0,-3 4 0 16,4 1 0-16,-1 1 0 15,4-1 0-15,8-6 0 16,10-11 0-16,16-10 0 16,18-12 0-16,15-15-3 15,22-11-3-15,17-11-2 16,13-10 1-16,12-10 6 16,4-2-14-16,-7-4-103 15,-18 4-47-15,-22 12-22 0,-43 3-2 16,-30 16-4-1,-80 21 63-15</inkml:trace>
  <inkml:trace contextRef="#ctx0" brushRef="#br0" timeOffset="36734.15">28095 14468 660 0,'-22'10'187'16,"4"-10"-11"-16,18 0-176 15,0 0 0-15,4 17 0 0,13 1 0 16,6 2-3-16,6 5-3 15,3 1 8-15,7 1-6 16,7-1 3-16,-1-5 1 16,3-11-2-16,1-10-1 15,3-10 2-15,9-19 3 16,13-18-6-16,15-16 6 16,20-18-2-16,15-11 3 15,13-10-2-15,5 0 3 16,0 3-4-16,-11 15-3 15,-19 14-92-15,-23 18-62 16,-40 13-22-16,-30 23-12 0,-42 6-2 16,-17 15 0-16</inkml:trace>
  <inkml:trace contextRef="#ctx0" brushRef="#br0" timeOffset="37148.18">27838 14255 553 0,'0'0'190'0,"-12"15"1"15,12-15-105-15,0 0-83 16,19 28-10-16,0-7-2 15,11 12 5 1,10 6 0-16,5 5 8 0,7 4-3 16,9 2 3-16,7-3-4 15,6-9 5-15,4-8-4 16,7-22 2-16,13-15 3 16,14-20-8-16,12-17 4 15,18-21-3-15,18-20 2 16,12-16-1-16,8-6 0 15,-1-2 0-15,-4 7 0 16,-17 8 0-16,-24 15 0 16,-30 15 0-16,-33 22-93 15,-41 14-76-15,-30 28-13 16,-49 9-12-16,-20 21 0 16,-37 4 4-16</inkml:trace>
  <inkml:trace contextRef="#ctx0" brushRef="#br0" timeOffset="37599.39">27884 14461 517 0,'-6'-23'190'0,"6"23"-16"15,0 0-87-15,13-21-64 16,-13 21-37-16,17 2 3 0,-17-2 4 16,31 31 6-16,-8-3-2 15,6 8 8-15,4 6-3 16,5 3 0-16,2 2-3 16,5-4 4-16,4-2-6 15,0-13 2-15,6-12 0 16,6-18 0-16,14-22-3 15,15-18 0-15,14-18 5 16,26-22-4-16,13-20 5 16,21-16 0-16,8-6 2 15,11-1-2-15,-3 9 3 16,-8 7 0-16,-16 12-2 16,-17 16-1-16,-24 17-2 0,-25 19 0 15,-26 14 4-15,-21 12-17 16,-17 6-81-16,-26 13-53 15,6 18-13-15,-29-3-6 16,-8 8-4-16,-18-11-15 16</inkml:trace>
  <inkml:trace contextRef="#ctx0" brushRef="#br0" timeOffset="40050.4">2070 17466 607 0,'-12'20'184'0,"-6"-13"-7"16,3 4-182-16,15-11-2 15,-16 24 2-15,16-24-1 16,-17 29 1-16,17-29 3 16,-19 30 1-16,19-30 0 15,-23 21 1-15,23-21 0 16,-19 10 0-16,19-10 2 16,-22 2 0-16,22-2 2 15,-23-4-2-15,23 4 0 16,-17-5-2-16,17 5 0 0,0 0 1 15,-19-5 0-15,19 5-1 16,0 0-1-16,0 0 0 16,26 12 0-16,-4-10 0 15,4-1 1-15,7-1 0 16,5-1-2-16,4-5-1 16,-2-2 1-16,-2-3 0 15,-5 3 0-15,-3 1 3 16,-8 0-1-16,-6 5 1 15,-16 2 1-15,19 11-1 16,-16 6 0-16,-3 9-1 16,0 8 2-16,-8 15-3 15,1 10 1-15,-7 10-2 0,-5 7 3 16,-4 4-1 0,-6 1 2-16,-3 4-4 0,-4-5 0 15,-2-9 0 1,5-9-2-16,0-10 1 0,5-11 0 15,2-6-1-15,9-9 1 16,17-26 3-16,-23 21 2 16,23-21-1-16,0 0-3 15,0 0 1-15,0 0 0 16,7-18 0-16,-7 18-1 16,16-24-1-16,-6 7 0 15,9 0 2-15,4-4 2 0,6 3 0 16,4-1 1-1,5 7-1-15,1-2 3 16,-3 8 1-16,2 4-1 16,-8 4 0-16,-1 3 1 15,-6 0-2-15,-8 5 0 0,-15-10-42 16,23 19-52-16,-23-19-29 16,0 0-26-16,0 0-20 15,14 16-4-15,-14-16-7 16</inkml:trace>
  <inkml:trace contextRef="#ctx0" brushRef="#br0" timeOffset="40331.31">1969 18097 226 0,'0'0'150'0,"0"0"-24"15,-15-22-17-15,15 22-12 16,29-26-15-16,-3 7-14 16,2-4-20-16,8 1-21 15,10-2-27-15,-5-1-2 16,3 3 2-16,-6 3 0 16,-2 3 3-16,-4 8 0 15,-3 6-80-15,-6 5-55 16,-6 10-29-16,2 9-3 15,-7 2-11-15,7 13-4 16</inkml:trace>
  <inkml:trace contextRef="#ctx0" brushRef="#br0" timeOffset="40718.75">2589 18277 500 0,'0'0'177'0,"-10"21"-11"15,4-2-71-15,-1 4-94 16,0 4-10-16,4 5 4 16,0 2 1-16,3 3 7 15,3-3-5-15,4-4 5 0,3-4-1 16,6-6 0-16,0-8-2 15,3-3-2-15,-2-7 1 16,2-7-3-16,-19 5 1 16,26-28-1-16,-19 7 1 15,-3-5 2-15,-8-5 2 16,1-2 0-16,-4-1 4 16,-5-1-3-16,-2 6 5 15,2 3-3-15,-2 3 1 16,14 23-78-16,-23-22-54 15,23 22-31-15,0 0-6 16,-16-6 0-16,16 6-8 16</inkml:trace>
  <inkml:trace contextRef="#ctx0" brushRef="#br0" timeOffset="41028.14">3063 18194 411 0,'0'0'171'0,"-14"14"-4"15,14-14-49-15,0 0-56 0,0 0-56 16,0 0 0-1,26-22-2-15,-3 11 0 16,3 1-4-16,3-2-2 16,1-2 2-16,8 2 0 0,-5-4-59 15,5 6-73-15,-2 8-32 16,-13-5-8-16,0 14-8 16,-23-7 4-16</inkml:trace>
  <inkml:trace contextRef="#ctx0" brushRef="#br0" timeOffset="41219.35">3153 18430 634 0,'-7'21'175'0,"7"-21"-61"16,0 19-118-16,19-21-2 15,11-9 2-15,6-11 0 0,25-6-82 16,10-8-68-16,11-18-9 15,22-3-8-15,2-24-4 16,24-2 20-16</inkml:trace>
  <inkml:trace contextRef="#ctx0" brushRef="#br0" timeOffset="43366.32">4420 17836 398 0,'11'-19'176'0,"-11"-9"-12"16,0-1-51-16,-4 3-52 16,-3-4-57-16,2 3-1 15,-9 3 2-15,2 1 0 16,-5 4 0-16,-2 7 1 15,0 2 0-15,-4 8 0 0,4 5 0 16,-2 8-1-16,-2 6-3 16,4 7 1-16,0 6-2 15,2 2-1 1,5 5-2-16,1-1-2 0,11 2 0 16,4 0 1-16,10-3-1 15,5-2 0-15,7-4 0 16,7-1 2-16,5 1-1 15,4-3 1-15,-2-3 1 16,1-1 4-16,-3-1-1 16,-5 2 3-16,-7-3-1 15,-6 5 2-15,-10-1-1 0,-10 2 2 16,-7 2-4-16,-9-4-1 16,-3-2-1-1,-7 1-2-15,-3-1 1 16,-1-8-4-16,1-2 1 15,3-8-59-15,7-1-54 0,19-3-32 16,-23-14-13-16,23 14-8 16,10-41-7-16,10 18 43 15</inkml:trace>
  <inkml:trace contextRef="#ctx0" brushRef="#br0" timeOffset="43696.97">4781 17947 464 0,'32'19'170'0,"-22"0"-33"15,-3 2-44-15,5 8-29 0,-1 1-35 16,-3 2-25-16,6 1-2 16,-2-3-2-16,2-6-2 15,-2-7-2-15,-12-17-2 16,30 18 2-16,-30-18 0 15,22-13-1-15,-22 13 0 16,19-32 3-16,-12 9 2 16,-7-3 0-16,-3-2 5 15,-4 1-2-15,-5-1 3 16,-4 4-1-16,-5 3 1 16,-1 5-4-16,-1 8-78 15,-3 4-61-15,-5-3-24 16,8 6-4-16,-10-10-2 0,4 4-3 15</inkml:trace>
  <inkml:trace contextRef="#ctx0" brushRef="#br0" timeOffset="44558.56">3967 17325 142 0,'0'0'59'0,"0"0"-3"16,0 0-8-16,0 0-2 15,0 0-2-15,0 0 0 16,0 0-6-16,0 0-3 15,0 0-7-15,0 0-1 16,0 0 3-16,0 0 7 16,0 0-5-16,-14 0-1 15,14 0 7-15,0 0 1 0,-19 2-3 16,19-2 0 0,-15 7-10-16,15-7-6 15,-14 9-2-15,14-9-3 16,-19 10-10-16,19-10-4 0,0 0 1 15,-16 16-1-15,16-16 1 16,0 0-1-16,0 0-1 16,0 0 0-16,0 0 0 15,19-9-2-15,4 0 0 16,3-3-1-16,12-3 0 16,9-3-1-16,7-1 3 15,8-5 0-15,2 0-1 0,4 0 2 16,-2 1 1-1,-5 2-1-15,-9 4 1 16,-7 3-1-16,-12 4 2 16,-7 3 0-16,-10 3 1 0,-16 4 0 15,0 0 0-15,19 2 0 16,-19-2-1-16,0 0-11 16,14 2-115-16,-14-2-35 15,22-4-11-15,1 4-5 16,-8-12 0-16</inkml:trace>
  <inkml:trace contextRef="#ctx0" brushRef="#br0" timeOffset="45295.16">5477 17308 308 0,'-15'-9'135'0,"1"3"-12"0,-5-1-16 15,19 7-7-15,-26-7-15 16,26 7-18-16,-19 0-29 16,19 0-40-16,0 0-3 15,0 0-2-15,19-11 1 16,3 4-4-16,8 0 3 15,3-3 2-15,2-2 3 16,4 2 0-16,-4-3 0 16,-2 3 0-16,-3 1 3 0,-11 2 1 15,0 7-50-15,-19 0-53 16,0 0-25 0,0 0-12-16,0 0 3 15,0 0-3-15,-7 16 2 0</inkml:trace>
  <inkml:trace contextRef="#ctx0" brushRef="#br0" timeOffset="45780.15">5615 17216 293 0,'-11'19'132'0,"8"-3"-7"16,-1 5-15-16,4 5-12 16,0 7-20-16,7 10-19 15,-3 2-21-15,3 7-37 0,1 5 0 16,-1 4-2-1,4-1 2-15,-3 2-2 16,3-6 0-16,-6-4 2 16,2-7-2-16,0-9 1 0,0-5-1 15,-2-10 2-15,-2-4-2 16,-3-17 1-16,7 19 2 16,-7-19 0-16,0 0 1 15,0 0-1-15,0 0 0 16,0 0 0-16,-19 14-1 15,19-14 1-15,-26 11-2 16,12-4 0-16,-8 1-2 0,3 1 2 16,-4 1 0-1,4 4-1-15,0-4 1 16,19-10-1-16,-26 16-3 16,26-16-2-16,0 0-1 0,0 0 2 15,0 0-1-15,0 0-1 16,19-24 1-16,0 8 1 15,7 2 3-15,0-3 2 16,7-2 3-16,2 2-3 16,-2-1 1-16,-4 1-68 15,3-2-60-15,1 5-30 16,-11-8-5-16,4 4-2 16,-10-11-2-16</inkml:trace>
  <inkml:trace contextRef="#ctx0" brushRef="#br0" timeOffset="46151.05">6055 17618 341 0,'-13'17'144'0,"6"7"14"16,-6 1-63-16,3-1-48 15,10 4-18-15,-3-1-5 16,6 1 2-16,1-5-2 16,9-3-5-16,-13-20-18 15,32 23-2-15,-15-21 0 16,-1-4 1-16,-1-9-2 16,3-1-1-16,-6-5 2 0,-5-4 0 15,0-1 2-15,-7-6-1 16,-4-1 2-16,-6-3 0 15,-6 3 3-15,-3 1 2 16,-7 4 2-16,0 5-3 16,-10 7-12-16,1 7-77 15,5 3-49-15,11 11-25 16,-7-2-8-16,26-7-2 16,-29 12-5-16</inkml:trace>
  <inkml:trace contextRef="#ctx0" brushRef="#br0" timeOffset="46637.62">6425 17540 369 0,'0'0'167'16,"0"0"-20"-16,0 0-41 0,-7-16-26 16,7 16-33-16,31-27-41 15,-1 13-8-15,3-3 3 16,9-1 1-16,3 1-1 16,-2 0-2-16,-1 5 2 15,-1 1-1-15,-8 6 3 16,-6-2-1-16,-8 5 2 15,-19 2 1-15,15 0-6 0,-15 0-65 16,0 0-42-16,0 0-33 16,-12 19-19-16,12-19-3 15,-26 6-2 1,7-8 32-16</inkml:trace>
  <inkml:trace contextRef="#ctx0" brushRef="#br0" timeOffset="46954.38">6568 17194 384 0,'0'0'182'0,"0"0"-10"16,0 0-49-1,0 0-44-15,-14-5-41 16,14 5-36-16,0 22-2 15,0-3-3-15,3 9-4 0,4 5-3 16,0 12 1-16,5 7 7 16,-1 7 0-16,1 3 1 15,-2 5-1-15,2-1 2 16,-1-5 1-16,1-2 1 16,-5-11-2-16,0-12-48 15,5-6-69-15,2-9-40 16,-14-21-9-16,34-18-2 15,-11-11-4-15,7-7 54 16</inkml:trace>
  <inkml:trace contextRef="#ctx0" brushRef="#br0" timeOffset="47587.03">7666 16953 460 0,'4'-19'162'0,"-4"-2"-33"16,-4-5-29-16,4 7-28 16,-10-5-42-16,1 0-25 15,-5 3-1-15,-1 0-2 16,1 2 0-16,-5 6-4 16,0 2 0-16,3 6-2 15,-5 7 2-15,2 6-3 16,0 8 1-16,0 8 2 15,3 9-1-15,-1 5 1 16,5 7 1-16,1 4 1 16,4 1-1-16,7 2 3 15,4-4-3-15,3-1 2 16,8-9-2-16,3-3 2 0,8-6-3 16,0-6 0-16,5-4 2 15,2-4-1 1,2-1-1-16,-2-4 2 15,0 1 0-15,-2 1 0 0,-1-2 1 16,-11-1 0-16,-2 3-1 16,-17-12-1-16,16 26 2 15,-20-7-2-15,-5 0 1 16,-4 2-1-16,-10 3 1 16,-3 0-1-16,-4 2 0 15,-4-3-62-15,4-6-50 16,1-1-32-16,-1-11-18 15,15-2-1-15,-4-11-5 0,19 8 56 16</inkml:trace>
  <inkml:trace contextRef="#ctx0" brushRef="#br0" timeOffset="48145.93">7961 17270 486 0,'0'0'177'0,"0"0"-30"0,0 0-48 15,0 0-35-15,0 0-44 16,0 0-28-16,0 0 0 16,-13 12-1-16,13-12-2 15,-6 19 3-15,6-2-2 16,0 1 1-16,0 9 2 16,6 5 6-16,-3 1 0 15,7 3 0-15,-1-5 2 16,5 2-3-16,-2-5 2 15,5-4 2-15,-1-7 0 16,-2-6 1-16,2-10-1 16,-16-1 0-16,29-12 2 15,-17-3-1-15,2-6-1 0,-2-9 1 16,-5-3-2-16,0-5 0 16,-7-1-1-16,-3-3 0 15,-8 4-2-15,-8 2 0 16,-3 6 1-16,-4 8 0 15,-4 8 0-15,-3 7-1 16,2 9-1-16,1 3-66 16,8 2-47-16,22-7-32 15,-26 15-12-15,26-15-7 16,0 0-7-16,19-17 77 16</inkml:trace>
  <inkml:trace contextRef="#ctx0" brushRef="#br0" timeOffset="49015.03">8477 16692 332 0,'-30'14'170'0,"30"-14"-27"15,0 0-39-15,0 0-18 0,0 0-21 16,0 0-34-16,0 0-32 16,26-12-1-16,-3 3 0 15,3-1 0 1,7 1 2-16,2-1-3 0,1 1 0 15,-1 0 1-15,-9 2 0 16,0 2 0-16,-7 0-3 16,-19 5-39-16,17 2-29 15,-17-2-15-15,0 0-3 16,0 0-5-16,-6 17 2 16,6-17-1-16,-16 9 8 15,16-9 54-15,-23 5 50 16,23-5 43-16,-20 3 32 0,20-3 5 15,-16 2-2-15,16-2 1 16,0 0-5-16,0 0-13 16,0 0-22-1,-11 22-29-15,11-22-28 0,11 39-1 16,-4-12 1-16,0 10-1 16,1 4 2-16,3 8-1 15,-2 6 1-15,-3 0-1 16,1 1 3-16,0-3-3 15,-5-2 3-15,2-3-2 16,-4-6 1-16,0-8-1 16,-4-8 2-16,2-2-1 15,-1-4 1-15,3-20-1 0,-11 24 2 16,11-24-2-16,-10 19 2 16,10-19-2-16,-19 12 0 15,19-12-2 1,-31 15 1-16,13-6-1 0,-4-2-2 15,-1-2 3-15,1-1-1 16,-1 4 0-16,4-2 0 16,2-3 0-16,17-3-2 15,-23 3-1-15,23-3 3 16,0 0 4-16,0 0 0 16,0 0 0-16,11-19 2 15,4 7-2-15,4 0 2 0,11-5 2 16,3 1-3-1,8-3-7-15,5 0 2 16,6 0-1-16,7-3-2 16,0 1-92-16,-2-2-51 0,-8-4-13 15,6 6-8-15,-13-10 0 16,3 8-4-16</inkml:trace>
  <inkml:trace contextRef="#ctx0" brushRef="#br0" timeOffset="49570.39">9213 17157 456 0,'-19'13'171'0,"19"-13"-19"16,0 0-49-16,-21 10-57 16,21-10-44-16,0-19 1 15,3 2-2-15,1-8 2 0,-1-4-2 16,1-4-1-16,-1-2-1 15,-3-1 1-15,4 2-1 16,-4 2 3-16,0 8 0 16,0 7-2-16,0 17-1 15,0 0 0-15,0 0 0 16,0 0 0-16,0 36 0 16,9-6-3-16,-3 6 3 15,5 4-2-15,5 3 3 16,-4 2-2-16,2 0 4 15,1-5-4-15,-4-2 3 16,-3-5-1-16,-1-4-2 16,-7-1 1-16,-3-6 1 0,-1-3-2 15,-8-1-1-15,12-18 0 16,-29 26 1-16,10-12 0 16,-1-1 1-16,-2-2 1 15,-1 3-1-15,-3-4 3 16,9 4 0-16,1-5 0 15,16-9 0-15,-22 12 1 16,22-12 0-16,0 0 0 16,19-19 1-16,7-2-2 15,7-3 2-15,12-4-1 16,7-5 1-16,9-2-2 16,1-1-3-16,6 3-110 15,-4 12-49-15,-15-1 0 0,-6 15-17 16,-43 7-2-16,0 0 23 15</inkml:trace>
  <inkml:trace contextRef="#ctx0" brushRef="#br0" timeOffset="50139.7">3811 19673 544 0,'16'-2'174'0,"-16"2"-16"16,36-21-100-16,-3 7-62 16,9-1 1-16,6-1 2 15,4-1-1-15,0-2 2 16,1 3 0-16,-5 1 0 15,-3 6-61-15,-10 0-60 16,-12 2-37-16,-3 9-6 0,-20-2-12 16,0 0-2-16</inkml:trace>
  <inkml:trace contextRef="#ctx0" brushRef="#br0" timeOffset="50299.71">3998 19861 608 0,'18'26'178'16,"4"-26"-39"-16,4-7-123 15,13-5-19-15,9-10 2 16,1-8-95-16,6-16-66 16,13-3-14-16,-9-24-2 0,12-1-5 15,-6-23 42 1</inkml:trace>
  <inkml:trace contextRef="#ctx0" brushRef="#br0" timeOffset="52839.09">4830 19191 312 0,'-7'-19'193'16,"7"19"-32"-16,-3-15-35 15,3 15-28-15,0 0-17 16,-7-19-35-16,7 19-42 16,0 0-8-16,0 0-3 15,0 0-2-15,0 27-1 16,3-4 3-16,4 8-2 15,2 12-1-15,1 11-1 16,6 7 10-16,1 10-1 16,2 0 4-16,-3 0-4 15,1-4 1-15,-5-3 1 0,-1-10 0 16,-3-11 0-16,-4-8-1 16,-1-15 0-16,1-4 0 15,-4-16 0-15,0 0 1 16,0 0-3-16,15-19 1 15,-8-2 0-15,4-1 3 16,-3-3-1-16,6-2 0 16,5 1-1-16,1-4 2 15,-1 6 0-15,3 3 0 16,1 2-2-16,3 4 0 16,-4 4-2-16,4 3 3 15,-3 2 1-15,7 8-3 16,-8 5 2-16,1 4 0 0,-1-1 0 15,-1 5 0-15,-2 3 2 16,-3 1 0-16,-6 3-1 16,-10 3-1-16,-3-1 2 15,-8 5-2-15,-11 2 2 16,-4 2-1-16,-6 2 1 16,-4-2-2-16,-6 0 1 15,1-6-14-15,-3-6-85 16,10-16-50-16,4-3-26 15,1-26-6-15,9-7-2 16,5-21 29-16</inkml:trace>
  <inkml:trace contextRef="#ctx0" brushRef="#br0" timeOffset="53355.93">4566 19017 326 0,'0'0'184'0,"-31"10"-20"16,14-10-61-16,-3 9-17 16,-2-4-22-16,3 7-18 15,0-7-33-15,5 2-20 16,14-7-1-16,0 0 0 15,0 0-1-15,14-16 1 16,12-6 2-16,12-6-2 16,10-3 5-16,8-7 1 15,8 0 1-15,0 0 0 0,6 2 1 16,-2 4-2 0,-8 5 1-16,-4 4 0 15,-11 6 1-15,-12 6 1 16,-7 6 2-16,-7 4-2 0,-3 7-94 15,-16-6-64-15,10 23-6 16,-10-23-12-16,7 16-10 16,-7-16 33-16</inkml:trace>
  <inkml:trace contextRef="#ctx0" brushRef="#br0" timeOffset="55934.47">12501 14059 337 0,'-23'-2'122'0,"4"2"-6"16,-7-1-13-16,5 4-13 0,-1-3-18 16,2 3-24-16,-2 3-47 15,3-3-3-15,5 2-1 16,14-5-1-16,-26 9 0 16,26-9 1-16,-16 7 3 15,16-7 3-15,0 0-1 16,0 0 3-16,16 2 0 15,5-6 1-15,10-1-1 16,5 2-2-16,9-4-3 16,8 0-1-16,4 0 0 0,-2 2-1 15,1-4 1 1,-4 4-1-16,-3 0 0 16,-11 3 2-16,-2 0-1 0,-6 4 0 15,-11 0 1-15,0-2-2 16,-19 0-2-16,16 5-1 15,-16-5 3-15,0 0-2 16,0 0 1-16,-20 12-1 16,5-9-1-16,-8 1 2 15,-6-1 4-15,-4 1-1 16,-5-1-2-16,-8 1 1 16,1-3-1-16,-2 1 1 15,-1 0 2-15,6 1-1 16,4-1 0-16,9 1-1 15,2-3 3-15,8 2 3 16,19-2 1-16,-13 2 0 0,13-2-1 16,0 0 0-16,26 3-1 15,-7 1 2-15,7 1-3 16,7 2-3-16,5 0-1 16,9 2 1-16,1-3 0 15,4 3-1-15,-1-5 2 16,-4-1-2-16,-2 1 1 15,-7-4 0-15,-9 1-1 16,-6 1-4-16,-23-2-1 16,19-2-1-16,-19 2 2 15,0 0-1-15,-26 4 1 16,0-4-3-16,-5 0 4 16,-6 1 3-16,-11 3 0 0,-4-1 3 15,-6 3-2-15,3-1 2 16,-4 2-2-16,7 1 1 15,3-1 0-15,11 0-1 16,8-2 1-16,8-1 4 16,22-4-1-16,-16 3 0 15,16-3 1-15,16 2-1 16,10-2 1-16,7-2-1 16,9-1 0-16,6 1-6 15,8-1 2-15,-3-1-3 16,10 1 3-16,-7-1-1 15,-4-1 1-15,-7 2-1 16,-7 1 3-16,-9 0-5 0,-9 4-1 16,-20-2 0-16,0 0 0 15,0 0 0-15,0 0-1 16,-30 14 0-16,-1-9-1 16,-6 0 4-16,-8-3 2 15,0 1 0-15,-7-3-1 16,-4-1 2-16,4-3-1 15,0 2 1-15,7-3 0 16,7 2-1-16,8-2 3 16,8 1 2-16,6 2-1 15,16 2 1-15,0 0-2 16,0 0 1-16,38 9-1 16,-8-4 0-16,12 0-3 0,-1 2-1 15,15-2 0-15,-4-1 1 16,0-1-1-16,-3-3 1 15,-4 0-1 1,-9-1 1-16,-10 1-1 0,-3-2-3 16,-23 2 0-16,0 0 0 15,0 0 1-15,0 0-1 16,-37-12-1-16,8 8 0 16,-9-3 2-16,-11 1 3 15,-3 2 0-15,-4 1 1 16,1 1 0-16,5 2 0 15,3 2 1-15,5-1-1 0,9 1 5 16,14 0-1-16,19-2-1 16,0 0 0-16,0 0 0 15,17-4 0 1,11 1 0-16,12-1 1 0,5 3-5 16,7-1 1-16,0 2 0 15,6 0-1-15,-3 2 0 16,-6-2 0-16,-4 1-1 15,-12 5 0-15,-4-3-3 16,-6-1-1-16,-23-2-1 16,15 10 2-16,-15-10 0 15,-22 9 0-15,-1-6 0 16,-10-1 0-16,-1-2 3 16,-6 3 2-16,2-3-2 15,-1 0 1-15,3 0 1 16,10-1 2-16,3 1 1 15,23 0 0-15,-15-2 0 0,15 2 0 16,0 0 3-16,0 0-1 16,26-12 0-16,-26 12-2 15,31-10-1-15,-14 3-1 16,6 3-75-16,-7 1-36 16,-1-3-20-16,-15 6-20 15,21-6-10-15,-21 6-4 16,19-6 52-16</inkml:trace>
  <inkml:trace contextRef="#ctx0" brushRef="#br0" timeOffset="69554.03">6333 19081 443 0,'4'-16'181'0,"-11"-12"-6"16,-2 1-65-1,2-3-86-15,-3-3-20 16,-2 2-1-16,-8 2 1 0,3-1-2 16,-5 4 1-16,2 7-1 15,1 4 2-15,0 4-1 16,2 11-1-16,-2 11 0 15,7 4 0-15,-2 13 1 16,5 10-3-16,-1 9 2 16,-1 5-5-16,3 5 3 15,4 2 1-15,-3-2 2 16,4 2-3-16,3-11-2 0,0-5 0 16,3-11-3-16,4-5 3 15,5-11-5 1,-12-16 1-16,26 3 0 15,-8-13 0-15,1-9 3 0,0-9-2 16,-4-1 2-16,6-6 1 16,-5 2 2-16,-4 2 0 15,2 3-3-15,-2 4 2 16,-2 7 1-16,-10 17 2 16,27-12 1-16,-27 12-2 15,26 5 0-15,-7 2-2 16,0 3 4-16,2 2-3 15,1 1 2-15,4-1-2 16,-2-4 1-16,3-3 0 16,2-1 1-16,-3-6 0 15,-3-3-3-15,3-7 1 16,-7-5-2-16,2-1-64 0,-9-8-58 16,-5-5-31-16,1 0-12 15,-16-11-5-15,4 8-5 16</inkml:trace>
  <inkml:trace contextRef="#ctx0" brushRef="#br0" timeOffset="69991.73">5689 18572 341 0,'-29'0'186'0,"29"0"-12"15,-18 3-54-15,18-3-25 16,0 0-27-16,0 0-51 15,0 0-23-15,0 0-1 16,0-21-2-16,21 4-1 16,10-11 1-16,15-10 1 15,13-8 3-15,12-6 1 0,10-9 5 16,6 0-2-16,2-1 3 16,-10 10 0-16,-9 7 2 15,-16 12-1-15,-14 9-1 16,-14 12 0-16,-7 14-1 15,-12 13-96-15,-7 15-51 16,-7 3-20-16,7 15-16 16,-11-5-7-16,11 14 9 15</inkml:trace>
  <inkml:trace contextRef="#ctx0" brushRef="#br0" timeOffset="70590.11">6998 18878 356 0,'0'0'188'0,"-19"2"-35"16,19-2-42-16,-16-7-17 16,16 7-23-16,-17-2-35 15,17 2-35-15,0 0 0 16,0 0-2-16,0 0-4 16,0 0-3-16,0 0-1 15,0 0 0-15,0 0 1 16,23-12-1-16,-6 7-1 0,9-2 3 15,5-2 1 1,2-5 4-16,0-1-1 16,9 1-1-16,-9-2 2 15,-2 4 2-15,-5 2 0 0,-3 0 1 16,-23 10 3-16,26-11-1 16,-26 11-1-16,0 0-1 15,0 0-35-15,0 0-64 16,0 0-35-16,0 0-25 15,0 0-17-15,0 0 3 16,0 0 4-16</inkml:trace>
  <inkml:trace contextRef="#ctx0" brushRef="#br0" timeOffset="70979.05">7057 18449 550 0,'-7'-18'185'15,"7"18"-50"-15,0 0-54 16,0 0-51-16,0 0-35 15,0 0-3-15,0 0 1 16,4 30-3-16,-1-9 0 16,2 10 0-16,6 7 3 15,3 9 4-15,1 10 3 0,8 10-1 16,-1 8 1-16,8 6 0 16,-1 0 3-16,6-1 1 15,-2-5 1-15,0-5-3 16,-2-9-3-16,-1-9-79 15,-1-10-59-15,-13-22-29 16,6-2 0-16,-22-18-9 16,23-2-3-16</inkml:trace>
  <inkml:trace contextRef="#ctx0" brushRef="#br0" timeOffset="73810.2">8066 18161 250 0,'-23'-15'182'16,"23"15"-31"-16,-24-16-31 15,24 16-20-15,-16-19-12 16,16 19-19-16,0 0-30 16,0 0-36-16,-16-14-6 15,16 14-4-15,0 0 0 16,4 23-1-16,5-1 2 15,1 13-4-15,6 8-3 0,1 9 2 16,6 7 3-16,3 9 4 16,1 3-1-16,3 1 0 15,-4-6 0-15,0-5 4 16,-3-8 3-16,-4-6-1 16,-6-9 0-16,0-8-1 15,-6-10 3-15,-7-20-1 16,10 25-1-16,-10-25 1 15,0 0-1-15,0 0-2 16,0 0-2-16,0 0 2 16,19-13-2-16,-19 13 2 15,4-26-3-15,4 7 2 16,-1 0-1-16,4-7 3 0,-3-1 0 16,10-1 1-16,1-1 0 15,0 1 0-15,0 4 1 16,3 3 0-1,1 4 0-15,-2 4-1 0,-2 3 0 16,0 5-1-16,0 5 1 16,0 0-1-16,-5 5 0 15,5 0-2-15,-3 2-1 16,1 4 1-16,-17-11 1 16,26 22 0-16,-14-6 2 15,-1 3-2-15,-4 0 3 16,-5 5 0-16,-2 2 0 15,-6 0-1-15,-1 3 1 0,-7-1-1 16,-1 0-1-16,-8-2 0 16,1-2 0-16,-8-7-1 15,1-1 0 1,-3-2 1-16,-1-6 0 0,4-4 0 16,3-1 0-16,0-4 0 15,7-3 1-15,0 1-1 16,19 3 0-16,-19-6 0 15,19 6-1-15,0 0 0 16,0 0 2-16,0 0-3 16,0 0 1-16,0 0 0 15,0 0 1-15,0 0 2 16,0 0 2-16,0 0 2 16,0 0-18-16,0 0-115 15,5-20-36-15,-2-5-11 16,11-7-6-16,-10-27-3 15</inkml:trace>
  <inkml:trace contextRef="#ctx0" brushRef="#br0" timeOffset="75906.5">12449 11497 206 0,'0'0'133'16,"-11"-19"-12"-16,11 19-8 15,0 0-20-15,0 0-1 0,-16-17-14 16,16 17-20-16,0 0-28 16,0 0-37-1,0 0-2-15,0 0 1 16,0 0 1-16,23 2-2 0,-4-1 1 15,4 1 5-15,6 0 2 16,8-1 0-16,4-1 0 16,8 0-1-16,0-1 0 15,-1 1 0-15,-6-2 2 16,-6 0 0-16,-6 1 1 16,-8-1 4-16,-6 2 1 15,-16 0-1-15,0 0-1 16,0 0-1-16,0 0 0 0,0 0 0 15,0 0-2 1,0 0-3-16,-23 12-3 16,8-10 2-16,-8-1 2 15,-6 1 0-15,-4 0 0 0,-9-2-1 16,0 3 0-16,-4-1 1 16,0 2 0-16,1 1 1 15,7 0 0-15,5 0 0 16,11-1 2-16,2-1-2 15,20-3 0-15,0 0-1 16,0 0 0-16,0 0-2 16,42 7 0-16,-12-9 0 15,11 2-3-15,4-2 4 16,4 1 0-16,0-3 1 16,-1 1 1-16,-8 1-1 15,-5 0 4-15,-9 1 3 16,-9 1-1-16,-17 0-2 0,0 0 1 15,0 0-1-15,0 0 0 16,0 0 0-16,-36 13-2 16,10-9-3-16,-7 1 0 15,-2-3 2-15,-7 1-2 16,-1 1 1-16,-2-1 0 16,7 1 0-16,5-1 3 15,7-1-2-15,7 0-2 16,19-2 1-16,0 0-1 15,0 0 1-15,34-2-2 16,-1-3 0-16,12-2-2 16,1-2 1-16,6 0 3 0,0-1 0 15,-4 0 2-15,-6 1-2 16,-6 0 3-16,-13 4 4 16,-7 2-2-16,-16 3-1 15,0 0 0 1,0 0 0-16,0 0 0 0,-28 1 0 15,7 1-3-15,-7-2-4 16,-1 0 3-16,-1-2 0 16,-3 1 0-16,7-1-1 15,0 2 2-15,7-3 3 16,3 1-3-16,16 2-3 16,0 0 2-16,0 0-1 15,0 0 0-15,26-11 0 0,0 10-1 16,6 1-3-16,1 0 3 15,0-2 3-15,1 0 0 16,-4 2-1-16,-4 0 2 16,-7 0 3-16,-19 0 2 15,17 2-2-15,-17-2 0 16,0 0 0-16,0 0-1 16,-22 5 1-16,4-5-3 15,-1 0-2-15,-3 0-1 16,-1 0 1-16,1 0-1 15,-1-2 1-15,9 2 3 16,14 0-1-16,-22-1-2 16,22 1-2-16,0 0 1 0,0 0-1 15,22 0 0-15,-22 0 0 16,30-2-2-16,-11 2 0 16,-2 0 2-16,2 0 2 15,-3 0 0-15,-16 0 4 16,19-2 4-16,-19 2-2 15,0 0-1-15,0 0 1 16,0 0 0-16,0 0 1 16,-26 9-2-16,10-6-8 15,16-3-100-15,-29 11-48 16,6-11-23-16,23 0-10 16,-38 1 1-16,38-1 99 15</inkml:trace>
  <inkml:trace contextRef="#ctx0" brushRef="#br0" timeOffset="79374.3">9352 18431 454 0,'0'0'171'15,"3"-27"-42"-15,-3 9-30 16,-3-4-22-16,6 1-25 16,-6-1-46-16,-1-6 0 0,-4 0-3 15,1 1 2-15,-4-3-2 16,-1 3-1-16,-3-1 0 16,-3-2-1-1,3 4 2-15,-5 4-1 0,3 3 1 16,1 2-2-16,-3 4-2 15,19 13-2-15,-26-13 1 16,26 13-2-16,-26 5 1 16,26-5-1-16,-26 19-2 15,12 0-4-15,6 7 2 16,-6 3 2-16,5 8-4 16,-1 2-1-16,6 8 1 0,-1 2-1 15,5-3 4-15,0-1 3 16,0-5 1-16,5-2-2 15,2-5 3 1,0-5 2-16,5-6-2 0,2-6 2 16,-2 0 0-16,6-6 1 15,-3-1 4-15,4-4 1 16,0-5 1-16,2 0 1 16,-2-5 0-16,4-4-2 15,-4-5 0-15,0-3 2 16,0-7-6-16,-1 1-1 15,-3-5 0-15,1-3 0 16,-6-3 1-16,4 1 1 0,-5 0-1 16,1 2 0-16,2 1 0 15,-1 2 2 1,-2 6-1-16,1 5 0 16,-10 17-3-16,10-25 0 0,-10 25-4 15,0 0-2-15,0 0-2 16,0 0 1-16,19 7-2 15,-19-7 2-15,16 26 0 16,-6-8-1-16,3 4 1 16,4-1 1-16,-1 0 3 15,-1 1-2-15,3-1 4 16,1 0-3-16,0-6 4 16,0-1 2-16,-2-7 6 15,2 2 1-15,0-9 0 16,4-7 2-16,3-7 2 15,4-5 2-15,-1-9-4 16,2-6-87-16,6-11-85 0,4 3-10 16,-8-15-9-16,9 10-1 15,-6-12-9-15</inkml:trace>
  <inkml:trace contextRef="#ctx0" brushRef="#br0" timeOffset="83265.88">4826 20659 245 0,'0'0'107'0,"23"-8"0"16,-7 4 0-16,3-6-13 0,3 3-18 15,4-9-12-15,4 6-13 16,-1-9-16-16,10 5-13 15,-3-7-11-15,6 2-10 16,-1-2 0-16,6-1 1 16,2-1-1-16,3 1-3 15,-2-1 2-15,6-3 0 16,-4 2-1-16,3 0 0 16,6-2 0-16,-2 2 4 15,0 0-4-15,-2-1 6 16,2 1-3-16,-1 0 3 15,1 0-5-15,0 1 5 16,2-3-2-16,-6 2-4 0,6 0 1 16,-2-2-1-16,2 0 0 15,1-4 0-15,2 1 2 16,6 1-1-16,1-1-1 16,0-2 0-16,4-1 2 15,-1 1-1-15,1 0 1 16,0 0-1-16,5 2-1 15,-2-4 0-15,-4 3 1 16,4-1-2-16,1 0 2 16,-1 1-1-16,-2 3 1 15,6-1-1-15,-4 0 2 16,3-1-2-16,-1 1 2 0,2 1 4 16,-4-1-6-16,0 0 3 15,5-1-4-15,-5-2 4 16,0-1-4-1,6 5 4-15,-3-6-4 0,4 0 0 16,2-2 3-16,2-1-3 16,-2-2 2-16,-1-2-1 15,6-1 0-15,-5 1-1 16,2 2 1-16,-6 0-1 16,-1 1 0-16,-1 4 2 15,-1 2-1-15,-5 3 0 16,-1 4 1-16,-3-2 0 15,-3 4 1-15,-2 1-2 0,-5 4 2 16,-6 1-1-16,-6 2 0 16,0 2 0-1,-13 2 1-15,-1 3-2 16,-6 2 1-16,-6-1-1 0,-4 5-1 16,-19 1 3-16,23-2-1 15,-23 2 2-15,0 0 0 16,0 0 1-16,0 0 1 15,0 0 1-15,0 0 0 16,0 0 1-16,0 0-6 16,0 0-80-16,0 0-60 15,-13 16-22-15,-6-15-4 16,19-1-2-16,-43 11-5 0</inkml:trace>
  <inkml:trace contextRef="#ctx0" brushRef="#br0" timeOffset="87158.79">6000 20988 118 0,'0'0'77'16,"0"0"-4"-16,0 0 10 16,0 0 18-16,0 0 18 15,0 0-9-15,0 0-10 16,-14-8-14-16,14 8-15 15,0 0-7-15,0 0-43 16,0 0-21-16,0 0 0 16,0 0 0-16,0 0 0 15,0 0 0-15,14-20 0 16,-14 20 0-16,19-15-2 16,-3 6-12-16,4-5 1 0,3-1 6 15,0-4 7-15,3-4-2 16,5 2 1-16,2-3 0 15,-4 3 1-15,1 2 1 16,-2 2-6-16,-2 3-4 16,-9 4-1-16,2 10-44 15,-19 0-50-15,23 12-29 16,-16 4-24-16,-7 1-14 16,0 9-5-16,-4-2 12 15</inkml:trace>
  <inkml:trace contextRef="#ctx0" brushRef="#br0" timeOffset="87511.4">6120 21213 350 0,'0'0'168'0,"-16"7"-27"16,16-7-12-16,0 0-20 15,0 0-24-15,0 0-44 16,0 0-41-16,0-17 0 0,0 17 0 16,23-16-8-16,-8 6-6 15,1-4 0-15,6 0 7 16,3-1 5-16,-1 1 1 15,2 0-1-15,0 0 2 16,-3 2 0-16,1 3-103 16,-5-1-70-16,-7-9-13 15,-12 19-7-15,11-37 0 16,-15 17 67-16</inkml:trace>
  <inkml:trace contextRef="#ctx0" brushRef="#br0" timeOffset="95430.98">7404 20588 266 0,'0'0'183'15,"0"0"-21"1,0 0-50-16,0 0-31 16,0 0-15-16,0 0-25 15,0 0-12-15,0 0-23 0,0 0-1 16,0 0-1-16,0 0 1 15,0 0-1-15,-10-19-2 16,10 19 2-16,-16-26-2 16,6 9 1-16,-6-2-3 15,6 0 1-15,-6 2-1 16,6-2-1-16,-2 3 0 16,12 16 0-16,-23-24-2 15,23 24-2-15,-17-11 0 16,17 11 3-16,-16 0-3 15,16 0 2-15,-16 12 0 16,16-12-1-16,-20 21 3 16,7-5-1-16,3-1 2 0,-2 6-2 15,1 3 2-15,3 2 0 16,-3 2-1-16,4 3-1 16,-1 0 1-16,1-1-1 15,3 3 1-15,4 0 0 16,0 3 2-16,0-3-3 15,7-2 2-15,-3 0 0 16,1-3 0-16,2 1 0 16,3-5 0-16,-3-1-2 15,2-6 2-15,-9-17 0 16,14 23 2-16,-14-23-1 16,0 0 4-16,19 14-1 0,-19-14 0 15,0 0 3-15,22-11-1 16,-22 11 0-16,30-22-1 15,-18 3 0-15,7-4-4 16,-5-6 2-16,5-4-1 16,-3-3-2-16,1-1-1 15,-5-1 2-15,2 0-2 16,-2 5 1-16,-1 5 0 16,-6 4 0-16,2 5 0 15,-7 19 1-15,10-24-1 16,-10 24 1-16,0 0-3 15,0 0 0-15,0 0-3 16,0 0-2-16,0 0 2 0,19 9-2 16,-19-9-1-16,19 22 0 15,-8-6 2-15,5 3 1 16,3 2 3-16,-2-1 2 16,-1 1-3-16,-1-2 3 15,3-2 1-15,-18-17 2 16,26 21 3-16,-26-21 1 15,22 9 1-15,-22-9-1 16,19-7 0-16,-19 7 0 16,19-21 0-16,-19 21-1 15,23-34-2-15,-13 11-1 16,6-5-2-16,3 4-78 16,-5-4-61-16,2-1-32 0,3 6-10 15,-5-4-10-15,1 6 0 16</inkml:trace>
  <inkml:trace contextRef="#ctx0" brushRef="#br0" timeOffset="96270.83">8145 20280 226 0,'0'0'131'16,"-19"14"-5"-16,19-14-9 0,0 0-9 16,0 0-14-16,0 0-11 15,0 0-15-15,0 0-30 16,0 0-37-16,19-10-2 15,-19 10 4-15,30-18-6 16,-16 10 11-16,8-4-4 16,4-2 0-16,-3-2-3 15,3 2 2-15,0 0-3 16,-3 2-1-16,-4 2 2 16,-4 0-2-16,-15 10-1 15,23-14 2-15,-23 14 0 16,0 0 0-16,0 0 2 15,0 0-3-15,14-5-1 0,-14 5-3 16,0 0-32-16,0 0-53 16,0 17-35-16,0-17-23 15,0 0-14-15,-4 21-16 16,4-21-8-16,-10 15 111 16</inkml:trace>
  <inkml:trace contextRef="#ctx0" brushRef="#br0" timeOffset="96698.39">8189 20034 385 0,'0'-17'161'0,"0"17"-35"16,0 0-14-16,0-21-16 15,0 21-20-15,0 0-27 16,0 0-47-16,0 0-7 16,0 0-1-16,5 25 0 15,-2-10 0-15,8 8-3 16,-2 3 2-16,8 10-5 15,-1-1 4-15,3 8 4 0,-2 2-2 16,2 0 3-16,0 0-4 16,-3-7 5-16,-2-3-4 15,-6-6 7 1,3-1 1-16,-4-11-2 0,-7-17 1 16,8 24-37-16,-8-24-64 15,0 0-43-15,0 0-24 16,0 0-14-16,21-8 2 15,-24-8 62-15</inkml:trace>
  <inkml:trace contextRef="#ctx0" brushRef="#br0" timeOffset="97527.43">8366 19733 485 0,'0'0'189'16,"-26"-22"-53"-16,10 6-40 15,1 6-27-15,-8-2-32 16,6 5-32-16,-2 0-6 15,-4 0-2-15,0 3 0 16,4 4 1-16,-7 4-1 16,4 3-1-16,-1 5 1 15,1 2 0-15,-4 8 0 16,0 4 1-16,3 7-2 0,-3 2 1 16,3 5-2-16,3 1 0 15,-3 6-3-15,4-2 1 16,0 5 0-16,3 0 2 15,2 0-3-15,7 2-2 16,6-1 4-16,1 0-1 16,5-4 5-16,5 0-2 15,2-6 1-15,9-1-2 0,-2-5 4 16,7-4 3 0,0-2-2-16,2 1 2 15,5-6 0-15,0 0 1 16,2-3-1-16,-2-2 1 0,5 0-1 15,2-5 2-15,-2-4-1 16,-1-4 1-16,1-6 0 16,-5-6-1-16,1-6-2 15,-1-5 2-15,-3-9-2 16,-4-5-2-16,0-4 0 16,-3-6-1-16,-1-1 1 15,4-6-2-15,-3-4 4 16,-1 0 3-16,-3 0-2 15,0-3 2-15,-1 1-1 16,-6-1 0-16,-2-1-2 16,-3 1 4-16,-7 1-5 15,-3 2 0-15,-8 0 1 0,-4 7-3 16,1 4-2-16,-5 6-2 16,-4 9 1-16,-3 7 1 15,0 9 1-15,0 4-1 16,4 8 2-16,-4 3 0 15,3 6 3-15,0 3 1 16,1 1 0-16,3 1-27 16,5 6-44-16,2-4-32 15,1 1-28-15,4 0-19 16,7-19-14-16,-5 27-2 16,5-27 35-16</inkml:trace>
  <inkml:trace contextRef="#ctx0" brushRef="#br0" timeOffset="98358.67">9022 19512 385 0,'-10'-23'168'0,"10"23"-12"0,0 0-58 16,-13-19-30 0,13 19-27-16,0 0-38 0,0 0-4 15,0 0 0 1,0 30 0-16,6-8 0 0,-3 7 3 15,4 10-2-15,3 6 1 16,-1 10-2-16,5 4 4 16,-2 1-3-16,-1 1 0 15,1-4-2-15,-5-3 2 16,5-8 0-16,-5-6 1 16,-4-9-2-16,4-6 0 15,-3-6-1-15,-4-19 4 16,5 20-4-16,-5-20 0 15,0 0 2-15,0 0 4 16,0 0 1-16,0 0 0 16,0 0 1-16,17-24-1 15,-17 9 2-15,5-3-1 0,-1-1-1 16,-1-3-6-16,4-6 1 16,0-1-2-16,5-2 2 15,-1 1 0-15,4 1 0 16,1 1-2-16,-2 2 2 15,2 2 0-15,3 3-1 16,-5 5-2-16,-14 16-3 16,29-17-1-16,-29 17 1 0,28-2-1 15,-11 8-1 1,-1 2 2-16,-2 6 0 16,5-2 2-16,0 4 3 15,-3 1 2-15,1 2-1 16,-1-2 2-16,-6 2 0 0,2 1 0 15,-5-3 1-15,-3 2 0 16,-4 0 0-16,0 2 0 16,-11-1 0-16,1 3 0 15,-2 1-1-15,-8 2-1 16,-2 0 1-16,-4 0-1 16,0 0-3-16,-7-5-1 15,0 1 3-15,2-8-3 16,1-5 1-16,1-6 3 15,9-3-70-15,-2-7-57 16,-1-12-28-16,23 19-3 16,-29-41-1-16,18 22-4 0</inkml:trace>
  <inkml:trace contextRef="#ctx0" brushRef="#br0" timeOffset="102463.71">6837 20107 104 0,'-18'14'55'0,"18"-14"-1"16,0 0 1-16,0 0 1 15,0 0 11-15,0 0 14 16,-8 16 6-16,8-16-9 16,0 0-10-16,0 0-9 15,0 0-3-15,0 0-9 16,0 0-13-16,0 0-23 16,0 0-10-16,0 0-1 15,0 0 2-15,0 0-3 16,0 0 0-16,0 0 1 0,0 0-1 15,0 0-1-15,0 0 1 16,0 0 1-16,0 0-3 16,0 0 2-16,0 0 2 15,0 0-1-15,19-4 0 16,-19 4 1-16,19 2 2 16,-19-2 0-16,29-2 0 15,-13-1 2-15,5 1-4 16,-2-5 3-16,7 2-1 15,-4-6 1-15,4 1-2 16,4-2-1-16,-2 0 1 16,-2-4-2-16,3-3 1 15,4 2 0-15,-3-4-2 0,1 2 0 16,-1 0 1-16,-1 2 0 16,1-2-1-16,-4 1 0 15,0 1-1-15,-4 0 1 16,4 3 1-16,-3-2 1 15,-1 1-3-15,8-3 1 16,-4-1 0-16,2 2 2 16,5-2-2-16,0-2 0 15,5 0-1-15,-2 1 1 16,2-1-1-16,1-2 2 16,1 3 0-16,1-3 0 15,-1 4 1-15,-2 0-1 16,1 0 1-16,0-2 0 0,0 4-2 15,-6-2 1-15,1 0-1 16,3 2 0-16,-4-3 0 16,1 3 0-16,-1 0-1 15,-3 0 0-15,5-3 4 16,-6 3-2-16,4 3 1 16,-2-1-1-16,-1 1 2 15,-1-2-5-15,1 1 5 16,5 3-3-16,-2-2 0 15,0 2-1-15,5-2 1 16,-2 0-2-16,6 0 3 16,0-1 2-16,3 1-2 15,-2-4 1-15,-1 1 0 0,3-2 0 16,0 0 0-16,-2 0 0 16,-1 0-1-16,0 0-1 15,-6 2-1 1,2-1 0-16,-1 4 0 0,-6 2 0 15,-1 2-2-15,-4 1 1 16,-7 4 1-16,-19 5-1 16,26-5 0-16,-26 5 2 15,0 0-1-15,0 0 3 16,0 0 5-16,0 0 2 16,0 0 7-16,3 17-8 15,-3-17-2-15,-12 17-82 16,12-17-48-16,-36 25-23 0,13-6-20 15,-13-9-10 1,1 14-15-16</inkml:trace>
  <inkml:trace contextRef="#ctx0" brushRef="#br0" timeOffset="103354.62">6911 20161 102 0,'-26'12'56'0,"26"-12"-1"16,-22 14 11-16,22-14 8 16,-26 17 27-16,26-17-3 0,-20 14-5 15,20-14-11-15,0 0-7 16,-17 9-9-16,17-9-13 16,0 0-20-16,0 0-30 15,19-11-8-15,-19 11 1 16,37-17 1-16,-11 3 2 15,3 0 0-15,9-1-1 16,-1-3 3-16,8-1-3 16,4-2 1-16,-1-3-2 15,8 0 2-15,-2-5-1 16,1-1 1-16,4-3 1 16,2-3-2-16,5 1-1 15,-2-3 4-15,0 0-2 0,7 2 2 16,-1-1-2-16,-2 1 2 15,3 0-3-15,0-1 3 16,-3 1-2-16,3 0 1 16,3-1-1-16,-4-3 2 15,-2 4-1-15,3 0-3 16,0-1 4-16,0 1-4 16,0 1 3-16,0-1-2 15,-3 5 3-15,2 2-4 16,-6-3 2-16,0 3 1 15,-5 1-1-15,-3 2 1 16,-4 2-1-16,-7 3 0 16,-7 2 0-16,-2 4 0 0,-10 3 1 15,-3 1 1-15,-4 6 1 16,-19 5 2-16,19-5 4 16,-19 5 8-16,0 0 7 15,0 0-5-15,0 0 0 16,-8 21-50-16,8-21-55 15,-30 12-31-15,7 0-32 16,-3 0-21-16,-7 3-14 16,-8-1-10-16</inkml:trace>
  <inkml:trace contextRef="#ctx0" brushRef="#br0" timeOffset="104054.79">6778 20190 144 0,'0'0'95'0,"0"0"15"0,0 0 18 16,0 0-9-16,0 0-8 15,0 0-22-15,0 0-11 16,0 0-19-16,19-7-22 16,-19 7-26-16,33-17-20 15,-4 5-2-15,1-4 3 16,11-3 5-16,4-3-1 16,8-8 3-16,6-4-2 15,5-1 2-15,3-3-1 16,5-2 2-16,2-3-3 15,4-2 3-15,7-2-1 16,2 6 1-16,4-1 0 0,-3-1 2 16,2 3-1-16,4 2 1 15,-2 2-2-15,-5 1 2 16,0 0-2-16,-6-1 1 16,1 3 2-16,-8 0-4 15,1 2 4-15,-4 0-5 16,-7 0 5-16,-1 1-5 15,-6 4 3-15,-8 6-4 16,-4-1 2-16,-9 3 0 16,-6 5 0-16,-11 2 4 15,-3 6 2-15,-16 5 11 16,17-3 0-16,-17 3-53 16,-3 19-99-16,3-19-26 0,-7 34-6 15,-4-15-4-15,15 7-4 16</inkml:trace>
  <inkml:trace contextRef="#ctx0" brushRef="#br0" timeOffset="104873.96">9430 20990 498 0,'0'0'199'15,"0"0"-53"-15,0 0-55 16,0 0-31-16,0 0-31 15,-10-23-29-15,10 23 0 16,13-26 0-16,3 7-2 16,-2-3-3-16,12-2 0 15,0-6-1-15,5-1 2 16,-1 3-3-16,3 1 3 0,-4 2-1 16,-1 5 4-16,-7 1-1 15,-2 5-5 1,-19 14-3-16,19-11 1 15,-19 11 0-15,0 0-56 16,16 26-43-16,-20-7-26 0,4 6-13 16,-9 2-1-16,3 4 1 15,-10 1 2-15</inkml:trace>
  <inkml:trace contextRef="#ctx0" brushRef="#br0" timeOffset="105106.25">9520 21075 397 0,'0'0'133'0,"-15"12"-1"16,15-12-20-16,0 0-23 16,3-19-33-16,-3 19-50 15,23-26-2-15,-8 10 3 16,8-1-1-16,3 0-6 0,3-2 0 16,4-2 0-16,2 3-1 15,1-1-1-15,-1 2 1 16,-2 5-4-16,-3 5-49 15,-4 2-83-15,-7-2-31 16,0 9-4-16,-19-2-2 16,22 3-4-16</inkml:trace>
  <inkml:trace contextRef="#ctx0" brushRef="#br0" timeOffset="105834.61">10671 20528 498 0,'17'-11'180'0,"-13"-4"-7"15,-11-6-106-15,0 4-65 16,-5-4 2-16,-2 0-2 15,-5-3 1-15,-7-6 2 16,3 3-4-16,-3-1 3 16,4 6-5-16,-1 3 5 15,4 3-6-15,2 4 6 16,1 10-6-16,16 2-4 0,-23 14 3 16,13 5-6-16,1 3 7 15,2 10-5-15,0 6 5 16,1 7-5-1,4 3 5-15,2 6 4 0,5 1-4 16,-2-3 3-16,4 0-1 16,6-7 4-16,-3-7-3 15,6-8 3-15,1-8-2 16,-1-8 0-16,3-9 0 16,3-5 0-16,-1-8-1 15,2-8-3-15,-4-7 1 16,3-3-2-16,-6-6 2 15,3-3-4-15,-5-3 4 0,-5-2-1 16,1 4 0-16,0 1 1 16,-4 6 1-16,-3 6-2 15,-3 2 4 1,0 21 0-16,0-22 0 0,0 22 0 16,0 0 1-16,0 0-3 15,0 0-1-15,0 0 2 16,0 0-4-16,7 24 0 15,-7-24 0-15,16 30 1 16,-2-11-1-16,1 0 3 16,4 3 0-16,-1-5 1 15,1 2 0-15,-4-5 1 16,4-2 0-16,-1-3-1 0,-3-5 2 16,4-4-1-16,-5-7-2 15,2-7-66 1,-2-7-82-16,5 2-18 15,-12-12-5-15,9 3 0 0,-13-10-3 16</inkml:trace>
  <inkml:trace contextRef="#ctx0" brushRef="#br0" timeOffset="106214.89">11200 20194 479 0,'0'0'177'0,"13"15"-18"0,-13-15-73 16,14 21-55-16,-14-21-17 16,15 17-13-16,-15-17-2 15,0 0 2-15,0 0-2 16,16 11-4-16,-16-11 2 15,0 0 1-15,0-21 1 16,0 21-1-16,-5-23-2 16,5 23 2-16,-14-20 2 15,14 20 4-15,-12-21 0 16,12 21 1-16,0 0 1 16,-18-11-2-16,18 11 1 15,0 0-4-15,0 0-93 16,0 21-53-16,0-21-27 0,18 24-4 15,-3-13 0-15,-15-11 1 16</inkml:trace>
  <inkml:trace contextRef="#ctx0" brushRef="#br0" timeOffset="106870.05">11242 19816 418 0,'-19'-14'178'15,"-4"2"-42"-15,1 0-36 0,-1 9-22 16,-6 1-26-16,3 11-42 16,-4 3-8-16,4 7-4 15,-3 5 1-15,1 5 1 16,-2 6-1-16,8 3 1 15,-1 4-1-15,9-2 1 16,4 3-1-16,5 0 1 16,5 0-1-16,3-1-5 15,6-2 4-15,5 1-2 16,1-3 3-16,5-1-3 16,-3-4 4-16,5 1-3 15,1-8 4-15,0 0 2 16,3 0-2-16,5-5-2 0,2-4-2 15,3-3 1-15,-1-4-5 16,2-3-1-16,1-3-2 16,2-8 1-16,-6-1 0 15,-4-7 0-15,3-5 3 16,-5-6-2-16,1-3 4 16,-3-3-1-16,0-2 4 15,-3-7 2-15,-4-2 1 16,-2-5 1-16,-5-2-1 15,-1-3 4-15,-8-4-4 16,-3-6 5-16,-3-1-4 16,-8 6 1-16,-1-1-1 15,-5 6 1-15,-2 3 3 0,0 11 3 16,-7 5-2-16,-4 12-1 16,-1 5 0-1,-2 10-2-15,0 11 0 16,-5 5-1-16,-2 6-4 0,2 1-3 15,5 9-3-15,1-6-84 16,12 2-50-16,4 0-24 16,16-24-3-16,0 0 0 15,0 0-3-15</inkml:trace>
  <inkml:trace contextRef="#ctx0" brushRef="#br0" timeOffset="107599.52">11903 19240 466 0,'-22'19'171'0,"22"-19"-43"16,-19 17-54-16,19-17-21 16,-18 19-21-16,18-19-28 0,-5 33-6 15,5-9 0 1,4 6-3-16,1 8 2 16,5 7-1-16,3 9 3 15,4 6-4-15,2 2 2 0,0 4 3 16,4 0-3-16,-6-2 4 15,2-7-3-15,-3-5 2 16,-1-9-1-16,-1-8 1 16,-7-9 0-16,2-7 4 15,-9-19 3-15,0 0 0 16,0 0-3-16,17 10-1 16,-17-10 1-16,5-20-1 15,-1 4 0-15,-1-5-3 16,1-1-4-16,3-4 0 15,1-5 5-15,-1-2-1 16,9-2 1-16,1 1-1 16,2 1 2-16,4 3 1 0,-4 3 2 15,7 4-1-15,-3 7 0 16,-1 4-4-16,-1 7-1 16,-2 7-2-16,0 7-3 15,-3 3 0-15,1 3-3 16,-1 8 3-16,-4-1-1 15,2 4 4-15,-7 4 2 16,-2 1 1-16,-5 0 3 16,-5 2-3-16,-2 1 2 15,-7-2-2-15,-9-5 1 16,-3-4-3-16,-5-6 1 16,-2-3 4-16,-5-7-1 15,2-7 5-15,3-5 2 0,-2-2-2 16,5-5-93-16,4 0-60 15,0-16-18-15,11-2-5 16,-4-16-1-16,12-3-10 16</inkml:trace>
  <inkml:trace contextRef="#ctx0" brushRef="#br0" timeOffset="110366.59">20697 9908 543 0,'12'-29'170'15,"-8"10"-60"-15,-1 0-76 16,-3-2-26-16,-3 2-6 16,-4-2 2-16,-2 4 1 0,-1-1 1 15,10 18 11-15,-33-15 3 16,17 17-3-16,-6 6-1 16,3 13-2-16,-4 10-2 15,0 11-1-15,3 10-4 16,-3 1-11-16,11 8-6 15,-2-2 2-15,11 0-4 16,1-9 2-16,10-5-6 16,-1-11 0-16,12-6-2 0,-5-11 0 15,9-4 2 1,-4-10 1-16,4-5 3 16,-4-10 2-16,0-5 3 15,2-6 3-15,-6-6 3 0,1-6 1 16,-2-3 1-16,-2-2 1 15,-2 2 0-15,-1 4 0 16,-2 4 2-16,-4 6 0 16,1 7 4-16,-4 17 2 15,0 0 2-15,0 0 0 16,7 15-1-16,-5 11 1 16,5 4-1-16,-1 6-2 15,5 4-3-15,1 3-2 16,0-1-4-16,2-4-3 15,2-5-3-15,1-7-42 16,2-7-84-16,4-4-36 16,-4-15-3-16,3-3-7 0,-3-18-5 15</inkml:trace>
  <inkml:trace contextRef="#ctx0" brushRef="#br0" timeOffset="110642.79">21315 10114 350 0,'11'31'180'16,"-11"-8"-12"-16,3-8-80 16,1 4-32-16,-4-19-17 15,5 21-45-15,-5-21-1 0,0 0 0 16,0 0-2-16,0 0 0 15,0 0 4-15,7-19 4 16,-7 19 1-16,-4-17-78 16,4 17-59-16,0-19-21 15,-5 1-11-15,5 18-3 16,2-27 50-16</inkml:trace>
  <inkml:trace contextRef="#ctx0" brushRef="#br0" timeOffset="111178.93">21423 9804 375 0,'-33'-17'182'15,"-2"1"-53"-15,-1 4-32 0,-13-2-6 16,7 9-22-16,-6-2-33 15,-1 11-25-15,4 4-2 16,2 10 0-16,1 9-3 16,4 12-5-16,8 9-5 15,1 9-5-15,6 9-1 16,8 5 3-16,4 5-3 16,8 2 1-16,13 0-2 0,6-5 3 15,6-3-4-15,8-7 6 16,11-8 2-16,3-12-3 15,8-11-4 1,5-12 3-16,2-11-1 0,5-16 3 16,8-12 0-16,-5-10-3 15,3-11-2-15,-9-9 5 16,-2-6 7-16,-14-6-4 16,-7-6 9-16,-12-4-5 15,-19 0 12-15,-7 2 6 16,-12-1 4-16,-9 10-2 15,-14 3 1-15,-1 10-4 16,-13 9-2-16,7 14-5 0,-3 8-3 16,0 9-7-1,9 9 0-15,1 8-1 16,11 13-52-16,5-4-66 16,15 2-44-16,11 1-12 0,7-6-5 15,17-2 0-15,2-11 34 16</inkml:trace>
  <inkml:trace contextRef="#ctx0" brushRef="#br0" timeOffset="111734.83">22246 9638 483 0,'0'0'183'0,"0"0"-22"16,-23-26-80-16,23 26-27 15,0 0-37-15,-9 23-4 16,6 3 0-16,3 12-11 16,0 14-4-16,0 12-1 15,0 12 3-15,0 10-3 16,0-1-3-16,0-3 3 15,0-3-3-15,-4-10 4 16,1-13-2-16,-1-13 4 16,4-13-3-16,-3-13-10 15,3-17-4-15,0 0 2 16,0 0 1-16,17-21-1 16,-1 0 0-16,0-8-2 0,4-2 5 15,6-6 10-15,-1 3 6 16,8 4 0-16,0 4 5 15,1 9 2-15,-4 7 4 16,3 8 5-16,-7 5-2 16,3 11-1-16,-9 2-5 15,-5 3-3-15,-8 5-5 16,-3 0-3-16,-11 4-4 16,-12 1-4-16,-11 4 1 15,-15 0 1-15,-14 4 2 16,-9-1 3-16,-10 7-38 15,-12-3-80-15,0-4-44 16,8 4-7-16,0-10 0 0,15 4-5 16,8-8 50-16</inkml:trace>
  <inkml:trace contextRef="#ctx0" brushRef="#br0" timeOffset="112247.22">20668 11648 387 0,'0'0'174'0,"-14"-18"-12"0,14 18-49 16,0 0-34-16,26-10-40 16,0 3-52-16,3-1-7 15,13-3 10-15,1 1 3 16,6-2 6-16,1 1-3 15,2 4-49-15,-8 2-60 16,-9 2-29-16,-2 10-22 16,-33-7 0-16,22 24-1 15,-22-24 68-15</inkml:trace>
  <inkml:trace contextRef="#ctx0" brushRef="#br0" timeOffset="112413.35">20874 11774 469 0,'-22'17'177'0,"3"-10"-8"0,19-7-59 16,0 0-61-16,7 18-64 16,15-24-3-16,16-2-1 15,6-13-48-15,10-5-85 16,15-3-14-16,-1-18 2 16,15 4-7-16,-1-16 3 15</inkml:trace>
  <inkml:trace contextRef="#ctx0" brushRef="#br0" timeOffset="116122.36">17724 3232 177 0,'0'0'86'0,"-19"-14"2"16,19 14 20-16,0 0 9 15,-14-16-18-15,14 16-7 16,0 0-15-16,22-5-17 15,-4-2-12-15,6 11-10 16,9-8-30-16,7 2-16 0,10 1 7 16,13 1-1-16,4-2 0 15,8 2 0-15,10 2 1 16,9-2 0-16,7 0 0 16,3-4 1-16,5 1-1 15,4-1 0-15,1-1 1 16,3 5 0-16,-4 0-1 15,1 0 1-15,-5 0-1 16,-1 4 1-16,-11-4 1 16,-10 1-2-16,-12 5 0 15,-9-5-1-15,-14-4 1 16,-14 1 1-16,-12 2 3 16,-10 2 1-16,-16-2 0 0,0 0 2 15,0 0-2-15,0 0 2 16,0 0-6-16,-35 8-52 15,12-1-40-15,-13-8-26 16,-2 6-27-16,-11-7-20 16,-10 2-7-16,-2 0 1 15,-8-2 88-15</inkml:trace>
  <inkml:trace contextRef="#ctx0" brushRef="#br0" timeOffset="116526.96">17533 3334 115 0,'0'0'80'16,"0"0"9"-16,28 2 2 15,8-4 4-15,9-10 11 16,18 10-4-16,11-12-12 16,20 11-16-16,7-15-20 15,18 11-11-15,8-3-11 16,16 5-10-16,6-5-23 16,5 4 1-16,3 3-1 0,2-2 3 15,-1-2-1-15,-5 5-1 16,-14-5 1-16,-9 0-3 15,-14 2 2 1,-12-2-3-16,-17 2 2 0,-16 1-1 16,-15 4-6-16,-20-5-87 15,-10 7-84-15,-26-2-6 16,0 0-22-16,0 0-2 16,0 0 106-16</inkml:trace>
  <inkml:trace contextRef="#ctx0" brushRef="#br0" timeOffset="118314.93">22693 7222 298 0,'-19'7'201'16,"19"-7"-9"-16,0 0-97 15,0 0-30-15,7 17-4 16,-7-17-6-16,26 10-23 15,2-1-32-15,5-4-1 16,12 4-1-16,11-1-1 16,15-2 0-16,7-1 1 0,12-3 0 15,8-1-3-15,-1-4 2 16,3-1 2-16,1 1 0 16,0-1 0-16,-11 1 0 15,-8 0 0-15,-8 1 1 16,-13 0 1-16,-5 2 0 15,-15 0-2-15,-8 2 3 16,-10-2-5-16,-23 0 0 16,0 0 1-16,0 0-1 15,0 0 0-15,-42 3-2 16,6 1 1-16,-13-1-2 16,-12 2 4-16,-3 1 1 15,-11 0-1-15,-6 1 0 0,-4 2 1 16,-2-2-1-16,2 0 1 15,-2 0 0-15,2-2 0 16,9 0 1-16,3 2-1 16,9-3 1-16,3-3 0 15,12 3 0-15,9-2 0 16,11-1 5-16,10-1-1 16,19 0 0-16,-19-3 0 15,19 3 0-15,26 0-1 16,0 0 1-16,12-2 0 15,10 0-3-15,8 2-2 16,12-1 3-16,13 1-1 16,6-4 0-16,5-3-1 0,5 2 1 15,4-4-2-15,1-1 0 16,-4 0 1-16,-10-3-1 16,-10 0-1-16,-10 2 2 15,-13 1-1-15,-16 3 2 16,-13 3-3-16,-26 4 0 15,0 0 0-15,0 0-1 16,-23-3 1-16,-13 6-1 16,-13 1 0-16,-8 3-1 15,-14-2 3-15,-11 2 0 16,-8 2 1-16,-2 1-1 16,-9-1-1-16,4 1 2 15,3-1-1-15,7-2 1 0,13 0-2 16,6-2 2-1,16-2 2-15,15-1 0 16,15 0 1-16,22-2-1 16,0 0 1-16,0 0 0 0,40-6 2 15,2 3-3-15,13 1 0 16,13-1-3-16,10-1 1 16,9 1 0-16,6-4-1 15,8 2 0-15,3 0 0 16,-3-1 0-16,-4 1 0 15,-7 3 1-15,-8-1 0 16,-14 1 1-16,-13 2 0 16,-13 2-3-16,-16 1-1 15,-26-3 1-15,0 0 1 16,-16 13-1-16,-20-8 0 16,-16 0-1-16,-9 5-1 15,-14-1 4-15,-6 3 1 0,-10 2-3 16,-2-2 2-16,1 2-1 15,1 0 0-15,13-2 0 16,14-2 3-16,16-3 3 16,11-3-1-16,18-3-1 15,19-1-1-15,0 0 1 16,36-13 0-16,3 0 2 16,6-6-93-16,3-3-76 15,1-2-8-15,-13-11-4 16,-4 0-13-16,-29-16 19 15</inkml:trace>
  <inkml:trace contextRef="#ctx0" brushRef="#br0" timeOffset="119042.58">20100 6914 442 0,'-29'-23'206'0,"13"1"-6"15,2-1-96-15,-2-10-46 16,10 5-45-16,-7-3-13 15,10 0 0-15,6 3 0 16,6-1 0-16,12 8 0 0,1 0 0 16,13 6-5-16,2 1-7 15,1 7 6-15,2 5 7 16,-6 8 1-16,-1 7 2 16,-7 8 1-16,-10 9 1 15,-9 8-1-15,-10 5-5 16,-17 5 0-16,-2 3 0 15,-15 2 0-15,-1 1 0 16,-5 1 0-16,-6-1 0 16,1-7 0-16,3-4 0 15,6-3 0-15,6-7 0 16,11-4 0-16,3-6 0 16,19-4-6-16,0-19 0 0,33 17-1 15,-2-15 0-15,14-6 2 16,11-1 0-16,3-7 4 15,8-2 0-15,1-3 2 16,0 0-2-16,-2-4 1 16,-9 3 1-16,-5 1 1 15,-12 3 0-15,-5 7-64 16,-13-5-60-16,-11-3-46 16,-11 15-2-16,3-32-5 15,-3 13-1-15</inkml:trace>
  <inkml:trace contextRef="#ctx0" brushRef="#br0" timeOffset="119622.27">20456 6438 194 0,'-31'-28'144'0,"-13"-9"17"16,-1 3-59-16,4 8-22 16,-12-2-3-16,5 14-11 15,-8-1-6-15,2 15-5 16,-5 5-18-16,4 12-18 16,-1 9-18-16,-1 9 0 0,2 10-1 15,-1 9 3 1,2 15-3-16,7 5 4 15,6 9 0-15,2 4-4 16,13 3 3-16,7 2-5 0,16-4 3 16,6-2-4-16,16-8 4 15,11-7-7-15,12-7 1 16,6-12 2-16,16-7-1 16,11-10 1-16,3-9 0 15,12-11-1-15,2-13 4 16,9-9 0-16,2-10 3 15,1-9-2-15,0-9 2 16,-3-8 0-16,-4-7 0 16,-4-4 0-16,-11-5-1 15,-11-5 2-15,-14-5-7 16,-13-7 8-16,-18-5-5 0,-14-6 4 16,-22-5-2-16,-16 2 5 15,-13 2-3-15,-16 8-2 16,-9 11-2-16,-11 12 0 15,-10 15 0-15,-9 11-57 16,4 17-96-16,3 16-24 16,-5 5-18-16,9 16-7 15,-2-4-6-15</inkml:trace>
  <inkml:trace contextRef="#ctx0" brushRef="#br0" timeOffset="120673.83">19611 18084 572 0,'0'0'214'0,"0"0"2"15,-16-2-195 1,16 2-21-16,0 0 0 15,0 0 0-15,16-12 0 16,-16 12 0-16,15 0 0 0,-15 0 0 16,19 7 0-16,-19-7 0 15,11 24 0-15,-8-2 0 16,-3 6 0-16,-7 3 0 16,-5 9 0-16,-2 2 0 15,-12 1 0-15,0-2 0 16,0-4 0-16,0-8 0 15,3-6 0-15,8-6 0 16,15-17 0-16,0 0 0 16,0 0 0-16,15-7 0 15,15-2 0-15,6-4 0 16,10 6 0-16,-1 1 0 16,3 6 0-16,1 4 0 0,-7 6 0 15,-9 6-3-15,-7 8 0 16,-11 7 4-16,-15 4 1 15,-5 3 1-15,-16 2-3 16,-10 3 0-16,-12-1 0 16,-8-4 0-16,-8-7 0 15,4-12-3-15,3 0-83 16,-1-17-38-16,15-13-35 16,12-9-17-16,11-19-4 15,18-9 0-15,9-13 66 16</inkml:trace>
  <inkml:trace contextRef="#ctx0" brushRef="#br0" timeOffset="121134.58">19966 17798 466 0,'-19'-26'183'0,"-19"-3"0"15,-17 3-67-15,-10 15-47 16,-13 6-63-16,-10 10-6 15,-9 16 0-15,-1 8 0 16,-8 16 0-16,2 13 0 16,7 13 0-16,7 6 0 15,8 12 0-15,15 4 0 16,14 4 0-16,17 3 0 16,27-1 0-16,15-2-3 0,27-5-3 15,15-7 2-15,20-14 5 16,17-13 8-16,16-14-6 15,8-15-3 1,11-15 0-16,-1-16 0 0,3-17 0 16,-6-14 0-16,-6-12 0 15,-6-12 0-15,-14-9 0 16,-15-10 0-16,-16-7 0 16,-18-7 0-16,-22-3 0 15,-12 1 0-15,-19 4 0 16,-10 6 0-16,-15 10 0 15,-8 13 0-15,-7 16 0 16,0 10-17-16,3 24-116 0,8 18-47 16,4 8 5-16,11 14-4 15,11 5-5 1,15 11 30-16</inkml:trace>
  <inkml:trace contextRef="#ctx0" brushRef="#br0" timeOffset="121674.25">23265 18490 182 0,'-27'4'208'0,"8"-2"-37"15,19-2-29-15,-29 5-17 16,29-5-11-16,0 0-33 0,0 0-81 16,0 0 0-16,26-14 0 15,0 7 0-15,3-5 0 16,10 3 0-16,6-5 0 15,3 2 0-15,8 0 0 16,-1 2 0-16,-2-1 0 16,-5 1 0-16,-6 3 0 15,-9 2 0-15,-5 0 0 16,-8 6-9-16,-20-1-139 16,16-12-42-16,-16 12-4 15,0-38-1-15,0 2-4 16</inkml:trace>
  <inkml:trace contextRef="#ctx0" brushRef="#br0" timeOffset="145097.9">32666 13716 660 0,'10'75'170'0,"-3"-9"-45"16,9-9-126-16,6-11 1 15,4-2 0-15,7-11 1 16,6-11 1-16,0-15 1 16,7-19 2-16,-1-14-2 15,3-21-3-15,8-13-4 16,5-18 3-16,1-9-1 0,13-6 2 16,5 1-1-16,1 4 1 15,1 10-2-15,-11 15 1 16,-7 15-88-16,-12 13-54 15,-7 25-34-15,-27 3-7 16,-18 7-6-16,-26 29 17 16</inkml:trace>
  <inkml:trace contextRef="#ctx0" brushRef="#br0" timeOffset="145474.81">32631 13767 660 0,'0'0'184'0,"0"0"-44"16,0 0-158-16,16 17 1 16,-2 2 12-16,5 10-2 15,0 8 1-15,7 4-1 16,3 8 5-16,1-4 3 15,5-4-3-15,1-8 3 16,6-16 2-16,-1-18-1 16,15-24 0-16,6-21-1 15,10-24 0-15,14-18 0 16,22-17 1-16,15-11-4 0,20-7-1 16,9 0-2-16,1 12 2 15,-7 12-2-15,-4 20-46 16,-22 15-58-16,-23 20-34 15,-22 25-21-15,-42 11-15 16,-18 18-2-16,-30 0 93 16</inkml:trace>
  <inkml:trace contextRef="#ctx0" brushRef="#br0" timeOffset="148282.07">22174 7845 447 0,'-26'-7'173'0,"26"7"-25"16,-22-10-68-16,22 10-22 15,0 0-20-15,33-11-49 0,0 8-4 16,19 3 2-16,9 1 2 16,13 6 9-16,8 5-3 15,15 9 2-15,5 9-3 16,-1 13 3-16,3 9-2 16,-10 12 2-16,3 9 4 15,-5 8-3-15,-2 9 3 16,-4 14 0-16,-7 7 2 15,-1 10-1-15,-3 12 2 16,-4 14-3-16,-3 14 2 16,-6 16-1-16,-1 15-1 15,-2 14-2-15,-7 8 1 16,4 15 2-16,-2 8-4 0,-6 5 5 16,4 6-6-16,0 3 4 15,1 2 1-15,-1-2-1 16,3-2-5-16,-5-3 4 15,6 1 2-15,-4-4-2 16,0-5 2-16,-3-6-2 16,6-8 0-16,-3-6 0 15,2-5 5-15,2-9-4 16,-1-12-3-16,6-8 3 16,2-6-1-16,-3-8-1 15,3-9 0-15,5-13 3 16,-1-7-2-16,-1-10 2 15,5-11 6-15,7-13-3 0,2-10 5 16,2-14-2-16,8-10 2 16,2-9-1-16,5-7 0 15,6-7-4-15,4-5 0 16,-6-3-2-16,0-3 0 16,-4 1-3-16,-3-3 3 15,-13-3-3-15,-10-1 1 16,-13-4-3-16,-10-1 1 15,-8-5-1-15,-10-6 0 16,-11-3 1-16,-19-14 1 16,15 17 3-16,-15-17 5 15,0 0-5-15,0 0-1 16,0 0 5-16,-15-3-1 0,15 3 1 16,-19-33-6-16,8 7-3 15,4-11-3-15,-1-4 9 16,-3-4-1-1,4-4-2-15,-8-2-4 0,4-1 5 16,-4 1-2-16,-4 3 3 16,-4 8-6-16,-3 6-6 15,0 2 0-15,-4 8 1 16,1 5 1-16,3 4-3 16,0 4 5-16,3 2 0 15,8 4 1-15,-1 0 4 16,16 5 0-16,0 0-2 0,-10 28 3 15,17-4-3-15,8 7 1 16,4 9-2-16,4 5 3 16,10 10 0-16,3 2 2 15,2 4-1-15,8 0 2 16,-6-2-2-16,-2-1 1 16,-2-2 0-16,-5 1 2 15,-13 0-1-15,-10 2-2 16,-14-2 1-16,-17 5-1 15,-15 6 0-15,-21 8 1 16,-16 4-1-16,-15 1-2 16,-7-7-1-16,-4-8 1 15,11-10-86-15,12-18-61 0,13-28-19 16,29-20-6-16,20-35-4 16,39-14-3-1</inkml:trace>
  <inkml:trace contextRef="#ctx0" brushRef="#br0" timeOffset="153005.44">19539 8941 28 0,'0'0'30'16,"0"0"11"-16,0 0 10 15,0 0 2-15,20 13-2 16,-20-13 0-16,32 16-3 15,-9-6-4-15,12-3-3 16,5 4-14-16,5-3-15 16,12-3 4-16,6-3 4 15,4-5 2-15,1-2-2 16,1-4-1-16,-1 0-2 16,-4-5 0-16,-5 2-2 15,-13 2 0-15,-8 5 24 16,-16-4 6-16,-1 6-3 0,-21 3-3 15,0 0-1-15,-29-7 3 16,-1 8-1-16,-12-2-3 16,-3 1-30-1,-10 0-9-15,-4 0 2 0,-2 0 4 16,2 0 0-16,3 0-1 16,3 0 0-16,9 0 0 15,9 0-3-15,6 1-11 16,10-1-4-16,19 0-1 15,0 0-2-15,0 0 0 16,15 19 1-16,18-13 0 16,2-1 4-16,9-3 14 15,8-1 6-15,-2-2 2 0,2-3 0 16,-7-1 0-16,-1 0 0 16,-13-2 2-1,-5 3 2-15,-9-1-3 16,-17 5-1-16,0 0 0 0,-17-3 0 15,-11 4 0-15,-12 1 0 16,-5 0-2-16,-4 0-6 16,-3 1-1-16,-3-1 0 15,1 1-1-15,2 1 1 16,9-3 0-16,4-1-2 16,13 2-6-16,7-4 1 15,19 2 0-15,0 0-1 16,0 0 1-16,35 7-1 0,1-7 1 15,3 0 0-15,6 0 2 16,5-3-72 0,0-6-74-16,6 4-25 15,-16-19-16-15,-2 1 0 0,-26-27 61 16</inkml:trace>
  <inkml:trace contextRef="#ctx0" brushRef="#br0" timeOffset="154408.26">27625 16600 383 0,'0'0'153'0,"23"-15"-20"0,-23 15-11 15,19-26-15 1,-12 3-18-16,12 1-53 16,-9-4-36-16,2-4 0 15,2-1 0-15,-7 2 0 0,-2-1 0 16,-5 6 0-16,-5 0 0 16,-2 5 0-16,-7 3 0 15,-1 6 0-15,-5 3 0 16,1 7 0-16,-3 2 0 15,-4 6 0-15,0 8 0 16,-4 8 0-16,1 5 0 16,-1 6 0-16,1 5 0 15,1 3 0-15,2 0 0 16,3 2 0-16,9-3 0 16,2-6 0-16,9-3 0 15,3-2 0-15,12-3 0 16,2-5 0-16,12 1 0 0,0-5 0 15,9 2 0-15,5-1 0 16,1-2 0-16,4-1 0 16,-3 2 0-16,-2 0 0 15,-9 0 0-15,-5 2 0 16,-5 0 0-16,-12 1 0 16,-9 2 0-16,-9 2 0 15,-12-3 0-15,-5-2 0 16,-5-2 0-16,-5 0 0 15,-6-7 0-15,0-2 0 16,2-5 0-16,2-5 0 16,9 0 0-16,-1-12-11 15,30 12-120-15,-23-27-36 0,23 4-12 16,11 2-10-16,-2-10-7 16,13 5 47-16</inkml:trace>
  <inkml:trace contextRef="#ctx0" brushRef="#br0" timeOffset="155102.04">28226 16623 359 0,'0'0'186'0,"0"0"-28"16,-21 8-18-16,21-8-18 16,-16 0-64-16,16 0-58 0,-19 0 0 15,19 0 0-15,-23 4 0 16,10-1 0-16,13-3 0 16,-32 12 0-1,15-3 0-15,-2 5 0 0,0 3 0 16,3 4 0-16,-1 5 0 15,-2 3 0-15,8 8 0 16,-1 1 0-16,9 3 0 16,-1-1 0-16,8 2 0 15,3-4 0-15,5-4 0 16,5-4 0-16,9-4 0 16,-3-6 0-16,4-4 0 15,-1-9 0-15,4-4 0 0,0-4 0 16,-1-6 0-16,-6-5 0 15,-1-7 0 1,-3-4 0-16,-3-6 0 16,-2-4 0-16,-11-5 0 0,-3-6 0 15,-10 1 0-15,-6 0 0 16,-3 1 0-16,-3 6 0 16,-8 5 0-16,4 7 0 15,-4 5 0-15,4 8 0 16,4 8 0-16,-1-2-16 15,23 5-142-15,-15 5-22 16,15-5-6-16,0 0-5 16,26-2-5-16</inkml:trace>
  <inkml:trace contextRef="#ctx0" brushRef="#br0" timeOffset="155895.37">28675 16119 145 0,'0'0'65'15,"0"0"3"-15,0 0-6 16,0 0 3-16,0 0 3 16,-16 12 8-16,16-12 8 15,0 0 11-15,0 0-4 16,0 0-9-16,-19 5-2 16,19-5-38-16,0 0-42 15,0 0 0-15,0 0 0 16,0 0 0-16,0 0 0 15,0 0 0-15,0 0 0 16,0 0 0-16,0 0 0 0,0 0 0 16,0 0 0-16,0 0 0 15,16 14 0-15,-16-14 0 16,0 0 0-16,0 0 0 16,0 0 0-16,0 0 0 15,0 0 0-15,0 0 0 16,0 0 0-16,0 0 0 15,0 0 0-15,0 0 0 16,0 0 0-16,0 0 0 16,0 0-85-16,0 0-70 15,0 0-31-15,0 0-14 16,-16-12 1-16,16 12 2 16</inkml:trace>
  <inkml:trace contextRef="#ctx0" brushRef="#br0" timeOffset="156501.97">27083 15941 237 0,'-15'3'171'0,"-4"2"-15"15,1-5-24-15,18 0-14 16,-26 11-15-16,26-11-14 16,0 0-72-16,0 0-17 15,4 15 0-15,18-15 0 16,11 4 0-16,12-6 0 15,18 2 0-15,5-2 0 16,15-5 0-16,5 2 0 0,10 0 0 16,-5-2 0-16,1 0 0 15,-5 0 0-15,-10-2 0 16,-7 3 0-16,-17 2 0 16,-13 1 0-16,-13 3 0 15,-29 0 0-15,0 0 0 16,0 0 0-16,-29 13 0 15,-13 0 0-15,-6 2 0 16,-8 1 0-16,-1 5-130 16,1 5-51-16,1-4-8 15,13 6-12-15,6-14-1 16</inkml:trace>
  <inkml:trace contextRef="#ctx0" brushRef="#br0" timeOffset="157318.15">28694 16100 361 0,'-24'-2'187'0,"0"-3"-29"16,24 5-24-16,-16-12-21 15,16 12-43-15,33-23-70 16,5 9 0-16,7-3 0 16,11-4 0-16,12 1 0 15,3-1 0-15,3 0 0 16,-4 0 0-16,-3 9 0 15,-14-3-20-15,-8 11-93 16,-19-5-18-16,-7 11-5 16,-19-2-2-16,0 0 2 15,-16 18 11-15,-6-8 61 16,-4 2 70-16,0 4 55 0,-7-3 50 16,3 1 24-16,1 4 1 15,3-3-2-15,10 3-12 16,-3-5-20-16,8 13-46 15,3-3-56-15,8 6 0 16,0 6 0-16,8 6 0 16,-1 13 0-16,0 8 0 15,5 6 0-15,-1 1 0 16,-2 4 0-16,1 3 0 16,0-3 0-16,-4-6 0 15,-3-8 0-15,0-9 0 16,-3-8 0-16,0-11 0 15,0-7 0-15,-3-8 0 0,3-16 0 16,0 0 0-16,-26 12 0 16,10-14 0-16,-3 0 0 15,-7 1 0 1,0 1 0-16,-7 3 0 0,2 2 0 16,-2 2 0-16,0 0 0 15,7 4 0-15,3-6 0 16,8 2 0-16,15-7 0 15,0 0 0-15,0 0 0 16,22 3 0-16,13-10 0 16,14 0 0-16,10-3 0 15,5 0 0-15,5-4 0 16,3-2 0-16,-5 2 0 0,-8-3-58 16,-5 1-71-1,-14 4-39-15,-11-12-4 16,-1 7-1-16,-14-11-4 15,2 6 32-15</inkml:trace>
  <inkml:trace contextRef="#ctx0" brushRef="#br0" timeOffset="157658.67">29665 16597 574 0,'0'15'173'16,"3"9"-30"-16,-3 9-64 15,0 2-37-15,0 5-35 16,0 1-5-16,0-1 0 16,3-4-1-16,6-4-1 15,2-8 0-15,1-7 0 16,5-8-2-16,2-7 0 0,-3-8 3 16,3-4-2-16,-5-9 2 15,1-5 0-15,-4-6 1 16,-8-3-3-16,1-3 1 15,-8-2 1-15,-6 2-1 16,-2 4 0-16,-2 3 0 16,-5 8 0-16,3 6-7 15,-1-1-102-15,17 16-46 0,-23-22-11 16,20 6-20 0,3 16-11-16,10-35 0 15</inkml:trace>
  <inkml:trace contextRef="#ctx0" brushRef="#br0" timeOffset="157907.94">30121 16458 586 0,'0'0'182'16,"33"26"-13"-16,-10-14-95 15,3-5-73-15,3-2-3 16,13-3 2-16,3-4-1 15,7-5 0-15,4 1 2 16,-1-5 1-16,2-4 0 16,-8 1-4-16,-6-5-104 15,-11-2-51-15,-3 4-17 0,-25-8 0 16,-1 5-2-16,-22-8-1 16</inkml:trace>
  <inkml:trace contextRef="#ctx0" brushRef="#br0" timeOffset="158140.47">30385 16145 670 0,'12'28'173'16,"-5"-9"-15"-16,-4 3-136 15,10 14-22-15,-3 9 0 16,2 9 0-16,-1 5 0 0,-3 3 0 15,3 1 0-15,-4-3-18 16,1-3-92-16,-4-6-48 16,-1-19-17-16,8-4-11 15,-11-28-9-15,0 0 15 16</inkml:trace>
  <inkml:trace contextRef="#ctx0" brushRef="#br0" timeOffset="158634.29">31574 15986 720 0,'14'-21'208'15,"-18"-2"-113"1,-6-4-95-16,-2 4 0 0,-6 1 0 15,-4 4 0-15,-8 6 0 16,4 9 0-16,-1 6 0 16,-3 8 0-16,1 9 0 15,-1 6 0-15,1 9 0 16,1 5 0-16,2 7 0 16,5-2 0-16,9 3 0 15,5-5 0-15,10 2 0 16,8-5 0-16,11-5 0 0,9-6 0 15,9-1 0 1,6-6 0-16,6 1 0 0,0-2-3 16,0-2 6-1,-4 0-3-15,-9-2 0 0,-6 2 0 16,-14-2 0-16,-7 4 0 16,-17-2 0-16,-13 2 0 15,-10 0 0-15,-11-1 0 16,-7 3 0-16,-2-2 0 15,-4-4 0-15,0-7 0 16,10-1-4-16,0-11-120 16,20-6-44-16,11-8-7 15,11-10-7-15,16-5 1 0,10-12 0 16</inkml:trace>
  <inkml:trace contextRef="#ctx0" brushRef="#br0" timeOffset="158994.57">31892 16342 639 0,'0'37'178'16,"-11"-5"-5"-16,-1 1-140 16,5 4-33-16,-2-1 0 15,6-1 0-15,3-8 0 16,3-2 0-16,10-6 0 15,-13-19 0-15,33 17 0 16,-11-17 0-16,4-5-3 16,-3-6-5-16,-1-4 6 0,-3-4 3 15,-5-4 3-15,-2-3 3 16,-8-1-6-16,-4-3-1 16,-7 1 0-16,-5 1 0 15,-7 0 0-15,-7 6 0 16,0-1 0-16,-4 6 0 15,1 3 0-15,-1-3-118 16,8 1-54-16,6-3-8 16,6-7 2-16,10-3-6 15,6-8 3-15</inkml:trace>
  <inkml:trace contextRef="#ctx0" brushRef="#br0" timeOffset="159754.07">32300 15671 440 0,'0'0'203'15,"-20"12"-42"-15,20-12-46 16,18-4-25-16,-3-6-76 16,18 3-14-16,2-7 0 0,10-1 0 15,7-3 0-15,4 1 0 16,-1-2 0-16,-6-4 0 16,-7 8 0-1,-9-4 0-15,-2 12-42 0,-31 7-54 16,21-11-1-16,-21 11 3 15,0 0 5-15,-26 4 20 16,26-4 22-16,-30 26 83 16,8-18 43-16,4 12 15 15,-4-7-2-15,10 13-1 16,-8-7-7-16,14 13-26 16,-5-3-58-16,6 6 0 15,5 6 0-15,5 4 0 0,2 7 0 16,3 2 0-16,-1 3 0 15,5 2 0-15,-5-4 0 16,1 0 0-16,-6-3 0 16,-1-5 0-16,-1-2 0 15,-2-7 0-15,-2-5 0 16,-1-7 0-16,-1-3 0 16,1-8 0-16,3-15 0 15,-16 23 0-15,16-23 0 16,-26 7 0-16,26-7 0 15,-30 1 0-15,11-2 0 16,-3 2 0-16,4-1 0 16,-1 0 0-16,4 2 0 0,15-2 0 15,-18 2 0-15,18-2 0 16,0 0 0 0,0 0 0-16,0 0 0 15,33-21 0-15,-10 11 0 0,6-1 0 16,8-3 0-16,1 1 0 15,7-3 0-15,-3 0 0 16,1 6-49-16,-8-4-108 16,-9-3-29-16,-3 3-5 15,-16-5 1-15,-7 19-3 16</inkml:trace>
  <inkml:trace contextRef="#ctx0" brushRef="#br0" timeOffset="160445.71">33082 16219 460 0,'0'0'187'0,"0"0"-15"0,9-17-60 15,-5-4-38-15,6 2-56 16,-5-7-18-16,2-3 0 15,0-1 0-15,0 4 0 16,-2 2 0-16,-1 5 0 16,-4 2 0-16,0 17 0 15,0 0 0-15,0 0 0 16,0 0 0-16,0 28 0 16,3-1 0-16,4 10 0 15,5 2 0-15,-1 8 0 16,1 2 0-16,2-3 0 15,-2 3 0-15,-5-2 0 16,0-8 0-16,-4-4 0 0,-3-4 0 16,-7-3 0-16,0-6 0 15,-5-1 0-15,12-21 0 16,-29 26 0-16,13-17 0 16,-1-2 0-16,-2 0 0 15,3-2 0-15,-1-4 0 16,17-1 0-16,-23 6 0 15,23-6 0-15,0 0 0 16,0 0 0-16,0 0 0 16,0 0 0-16,36-21 0 15,-6 9 0-15,8-4 0 16,11-5 0-16,10 1 0 16,5-5 0-16,11 3-89 0,-1-1-68 15,-6-4-8-15,0 6-5 16,-20-7-16-16,-1 11-1 15</inkml:trace>
  <inkml:trace contextRef="#ctx0" brushRef="#br0" timeOffset="161159.09">25533 18826 117 0,'-41'7'125'0,"2"-2"20"16,3-6-3-16,13 7-2 15,1-9-4-15,22 3-3 16,-26-2-48-16,26 2-85 16,0 0 0-16,0 0 0 15,0 0 0-15,0 0 0 16,0 0 0-16,22-5 0 16,-6 7 0-16,1-6 0 0,13 3 0 15,1-5 0-15,12 1 0 16,3-2 0-16,6 0 0 15,1-1 0-15,0-1 0 16,-1 2 0-16,-11 0 0 16,-4 2 0-16,-8 5 0 15,-10-3-95-15,-19 3-74 16,19 5-11-16,-19-5-10 16,-8 19-2-16,-10-14-2 15</inkml:trace>
  <inkml:trace contextRef="#ctx0" brushRef="#br0" timeOffset="161408.21">25440 19060 686 0,'0'0'187'15,"10"22"-37"-15,12-20-150 16,5-2 0-16,7-2-4 15,10-3 8-15,9-2-4 16,6-5 0-16,2-2 0 16,2-5 0-16,-3-7 0 15,3 0-83-15,-11-5-76 16,-10-14-13-16,-1-3-6 0,-11-16-7 16,6-6-3-16</inkml:trace>
  <inkml:trace contextRef="#ctx0" brushRef="#br0" timeOffset="163810.1">20433 10846 50 0,'-15'6'22'0,"15"-6"-4"15,0 0-6-15,-16 5-4 16,16-5 6-16,0 0 2 16,-17 7 5-16,17-7 4 15,0 0 5-15,-16 3 3 16,16-3 11-16,0 0 2 0,0 0-5 15,0 0-1 1,0 0-4-16,0 0-4 16,0 0-1-16,0 0-7 15,0 0-4-15,0 0-6 0,16 2-3 16,-16-2-2-16,26 12 1 16,-9-2 0-16,6 1 0 15,3 3 2-15,5 3 1 16,2 2 11-16,2-2 19 15,8 4-1-15,-5-2-2 16,7 4 0-16,1-4-2 16,6 3-2-16,0-3-5 0,3 4-11 15,-3-4-19 1,6 1-1-16,1-2-1 16,3-3 2-16,-1-1-1 15,3-2-1-15,6-5 2 16,4-3-2-16,3-6 1 0,4-5 1 15,4-5 0-15,5-2-1 16,4-5-1-16,3-3 1 16,1-4-1-16,-5-2 1 15,5-2 0-15,-3 4-2 16,-8 1 3-16,-6-1-2 16,-6 1 2-16,-11 5-2 15,-8 2 0-15,-8 3 0 16,-9 3 1-16,-10 1 0 15,-6 6 1-15,-9 0 0 16,-14 5-1-16,0 0 0 16,0 0-1-16,0 0 1 0,0 0 0 15,0 0-1-15,0 0-1 16,0 0 0-16,0 0 0 16,-18 7 2-16,18-7 1 15,0 0-1-15,0 0 0 16,0 0-2-16,0 0 1 15,0 0 1-15,0 0 1 16,-19 7 0-16,3 0-1 16,-3 3 1-16,-10 2-1 15,-4 2 1-15,-16 5 0 16,-6 2-1-16,-9-1-1 16,-15 1 1-16,-7-3 0 15,-12-3-1-15,-9 1 1 0,-6-4 0 16,-5-5-2-16,-2-2 2 15,0-3-1-15,4-2-1 16,5-2 1-16,5-3 1 16,5-2 0-16,8-5-2 15,8 1 2-15,7-1 0 16,10-3 0-16,7-1-1 16,14-1 1-16,6 1 0 15,6-1 0-15,9 1 1 16,3 1 0-16,9 1-1 15,14 14 2-15,-22-26 0 16,22 26-1-16,-12-17-1 16,12 17 0-16,0 0-1 0,0 0-1 15,0 0 1-15,-18-14-1 16,18 14 0-16,0 0-55 16,0 17-83-1,0-17-29-15,0 0-1 0,0 0-13 16,26-21-10-16</inkml:trace>
  <inkml:trace contextRef="#ctx0" brushRef="#br0" timeOffset="165358.71">27113 19155 408 0,'0'0'175'0,"0"0"-33"16,0 0-11-16,-4-21-16 16,4 21-63-16,-7-26-52 15,2 9 0-15,-5-6 0 16,-1-2 0-16,-1-3 0 15,-2-2 0-15,2-1 0 16,-3 0 0-16,-3 5 0 16,-1 4 0-16,0 6 0 15,0 4 0-15,2 3 0 16,-6 8 0-16,0 7 0 16,-6 5 0-16,1 10 0 15,-1 5 0-15,-4 8 0 16,3 8 0-16,4 4 0 0,0 1 0 15,7 2 0-15,10-4 0 16,6-9 0-16,3-3 0 16,12-12 0-16,5-7 0 15,6-11 0-15,5-8 0 16,1-11 0-16,4-3 0 16,2-7 0-16,1-5 0 15,-3-2 0-15,-1 0 0 16,-3 2 0-16,-3 3 0 15,-3 8 0-15,-9 2 0 16,-14 18 0-16,22-12 0 16,-22 12 0-16,16 19 0 15,-9 0 0-15,1 2 0 0,6 3 0 16,2 6 0-16,3 3 0 16,2-2 0-1,-2 0 0-15,4-3 0 16,-1-2 0-16,1-9 0 0,-1 2-111 15,1-7-47-15,-4-10-15 16,7-2-17-16,-9-17-3 16,9-1-2-16</inkml:trace>
  <inkml:trace contextRef="#ctx0" brushRef="#br0" timeOffset="165642.62">27738 18798 363 0,'26'32'200'15,"-19"-17"-7"-15,-7-15-71 0,7 31-43 16,-7-31-14-16,7 21-64 16,-7-21-1-16,0 0 0 15,0 0 0-15,0 0 0 16,0 0 0-16,0 0 0 15,-4-15 0-15,4 15 0 16,-7-18 0-16,7 18 0 16,-3-19-47-16,3 19-95 15,-12-19-36-15,12 19-3 0,-7-22-3 16,7 22 0 0</inkml:trace>
  <inkml:trace contextRef="#ctx0" brushRef="#br0" timeOffset="166258.46">27811 18556 613 0,'0'0'199'16,"-33"-3"-22"-16,3-1-143 15,11 8-34-15,-14-1 0 16,-2 4 0-16,-1 5 0 15,-6 4 0-15,2 3 0 16,2 3 0-16,0 4 0 16,2 4 0-16,6 3 0 0,4 3 0 15,7 5 0-15,8 3 0 16,11 2 0-16,7 1 0 16,4 2 0-16,8-1 0 15,7-1 0-15,3-4 0 16,3-1 0-16,1-6 0 15,0-5 0-15,-2-1 0 16,9-6 0-16,-5-7 0 16,1-5 0-16,-3-5 0 15,-2-5 0-15,2-7 0 16,-3-2 0-16,-1-7 0 16,-6-3 0-16,-1-6 0 15,-3-1 0-15,1-5 0 0,-3-6 0 16,-5-1 0-16,-2-8 0 15,-1-1 0-15,-9-1 0 16,0 1 0-16,-7-2 0 16,2 5 0-16,-5 4 0 15,-3 7 0-15,0 5 0 16,0 4 0-16,0 4 0 16,13 18 0-16,-30-26 0 15,30 26 0-15,-31-17 0 16,31 17 0-16,-26-16 0 15,26 16 0-15,-26-10 0 16,26 10 0-16,0 0-31 16,-14-14-132-16,14 14-22 0,0 0-1 15,14-14-2-15,-14 14-2 16</inkml:trace>
  <inkml:trace contextRef="#ctx0" brushRef="#br0" timeOffset="166950">28264 18345 755 0,'0'0'193'0,"0"0"-118"16,0 0-75-16,0 0 0 15,0 0 0-15,-12 22 0 16,13 3 0 0,6 4 0-16,4 9 0 0,-3 7 0 15,6 5 0-15,-2 6 0 16,2-1 0-16,-2-1 0 16,-1 0 0-16,-4-1 0 15,-2-4 0-15,-2-3 0 16,-3-6 0-16,0-5 0 15,4-6 0-15,-8-6 0 16,4-6 0-16,0-17 0 16,0 0 0-16,0 0 0 0,0 0 0 15,23-19 0 1,-20 0 0-16,8 0 0 16,1-5 0-16,-2-2 0 15,6 3 0-15,-2-1 0 0,-2 1 0 16,4 6 0-16,1 2 0 15,-1 4 0-15,-2 4 0 16,1 2 0-16,4 5 0 16,-5 4 0-16,5 2 0 15,4 5 0-15,-1 4 0 16,1 1 0-16,0 5 0 16,-1 3 0-16,1 0 0 15,-6 2 0-15,-1-2 0 16,-9 2 0-16,-4-1 0 15,-6 1 0-15,-8 0 0 16,-4-2 0-16,-8 0 0 16,-10 2 0-16,0-3 0 0,-2-3 0 15,-5-1 0-15,6-3 0 16,-3-7 0-16,11-8 0 16,-3-8 0-16,29 7-50 15,-28-29-131-15,18-2 1 16,6-6-8-16,1-13 1 15,3-3-4-15</inkml:trace>
  <inkml:trace contextRef="#ctx0" brushRef="#br0" timeOffset="168562.34">26313 18250 151 0,'0'0'110'0,"0"0"4"15,0 0 12-15,0 0 1 16,0 0-2-16,0 0-14 0,0 0-12 16,0 0-39-16,0 0-60 15,0 0 0-15,0 0 0 16,0 0 0-16,0 0 0 16,-18 14 0-16,18-14 0 15,0 0 0-15,0 0 0 16,0 0 0-16,0 0 0 15,0 0 0-15,0 0 0 0,0 0 0 16,0 0 0 0,0 0 0-16,18-6 0 0,-18 6 0 15,0 0 0 1,0 0 0-16,0 0 0 0,19-5 0 16,-19 5 0-16,0 0 0 15,22-2 0-15,-22 2 0 16,30 4 0-16,-11-4 0 15,3 0 0-15,5 0 0 16,2-2 0-16,2 2 0 16,6 0 0-16,1 0 0 15,5-2 0-15,2 1 0 16,1-1 0-16,2-1 0 16,1 1 0-16,3-2 0 15,-4-1 0-15,1 2 0 16,3-1 0-16,-3-3 0 15,3 2 0-15,-4-2 0 0,4 2 0 16,-3-2 0-16,0 2 0 16,-1-2 0-16,-3-2 0 15,4 4 0-15,-4 0 0 16,0 0 0-16,-3 0 0 16,1-1 0-16,2 1 0 15,-3-2 0-15,0 0 0 16,5-1 0-16,-2-1 0 15,0-1 0-15,4-1 0 16,-1 1 0-16,4-1 0 16,0 1 0-16,0-2 0 15,-1 0 0-15,1 1 0 16,-4 3 0-16,-4-3 0 0,1 3 0 16,-7-1 0-16,-5 4 0 15,-7 1 0-15,-3 1 0 16,-8 1 0-16,-15 2 0 15,23-1 0-15,-23 1 0 16,0 0 0-16,0 0 0 16,0 0 0-16,0 0 0 15,0 0 0-15,0 0 0 16,0 0 0-16,0 0 0 16,0 0 0-16,0 0-60 15,0 0-135-15,-35 6-13 16,13 8-3-16,-18-2-4 15</inkml:trace>
  <inkml:trace contextRef="#ctx0" brushRef="#br0" timeOffset="171493.63">16712 8674 252 0,'-4'-17'136'16,"4"17"-1"-16,-12-25-11 15,12 25-9-15,0 0-11 16,0 0-12-16,-14-12-27 0,14 12-65 15,0 0 0-15,0 0 0 16,0 0 0-16,0 0 0 16,4 18 0-16,-4-18-13 15,10 20-5-15,-1-2 2 16,1-1 4-16,1 2 9 16,1 2 0-16,3-2-1 15,-1-2 2-15,2-1-2 16,-2-8 4-16,-14-8-2 15,26 7 4-15,-26-7 2 16,31-7 0-16,-14-6 4 16,-1-6-3-16,10-4 0 15,4-3-2-15,4-3-1 0,3-3-2 16,1 0-4-16,4-3 3 16,1 6-2-16,2-1 4 15,-3 6-1-15,-6 0 2 16,-1 5-1-16,-6 5-9 15,-6 0-71-15,0 9-39 16,-23 5-27-16,19-2-24 16,-19 2-7-16,0 0-4 15,-19 29 81-15</inkml:trace>
  <inkml:trace contextRef="#ctx0" brushRef="#br0" timeOffset="171972.86">16696 8672 224 0,'0'0'150'16,"0"0"-4"-16,0 0-66 16,0 0-32-16,16-3 2 15,-16 3 2-15,0 0 7 0,0 0-8 16,0 0-14-16,0 0-14 16,19 22-3-16,-19-22-5 15,17 31-4-15,-12-13-4 16,6 1-13-16,1 0 3 15,-2-2 1-15,-10-17 5 16,19 19-3-16,-19-19 6 16,27 4 0-16,-14-10 1 15,6-7 3-15,4-8-3 16,7-3-2-16,4-6-2 16,10-4-2-16,4-6 0 15,13 0-1-15,2-2-4 16,1 3-122-16,7 0-52 0,7 8-13 15,-21-12-4-15,6 5-7 16,-22-17 88-16</inkml:trace>
  <inkml:trace contextRef="#ctx0" brushRef="#br0" timeOffset="173372.52">29626 18444 575 0,'0'0'197'0,"28"-4"4"16,-28 4-151-1,0 0-50-15,21-10 0 16,-21 10 0-16,0 0 0 0,0 0 0 16,5-19 0-16,-5 19 0 15,-9-18 0-15,9 18 0 16,-13-20 0-16,13 20 0 15,-19-12 0-15,19 12 0 16,-27-4 0-16,12 8 0 16,15-4 0-16,-26 19 0 15,8-4 0-15,-1 2 0 16,0 4 0-16,0 7 0 16,0 5 0-16,5 1 0 15,-5 3 0-15,3 1 0 16,6-2 0-16,0 1 0 15,4-3 0-15,6-3 0 0,0-5 0 16,6-5 0-16,4-2 0 16,9-7 0-16,0 2 0 15,7-9 0-15,0-3 0 16,7 0 0-16,5-6 0 16,-5-1 0-16,4-4 0 15,-6 1 0-15,-1-4 0 16,-8 0 0-16,1-1 0 15,-4 5 0-15,-12-8-106 16,3 1-65-16,-10 15-16 16,4-35-3-16,-8 16 0 15,-6-9 12-15</inkml:trace>
  <inkml:trace contextRef="#ctx0" brushRef="#br0" timeOffset="173858.05">29224 18116 500 0,'0'0'199'16,"0"0"-3"-16,0 0-68 15,0 0-128 1,0 0 0-16,0 0 0 0,0 0 0 16,0 0 0-16,0 0 0 15,0 0 0-15,0 0 0 16,0 0 0-16,26 0 0 15,-11-8 0-15,8-3 0 16,6 1 0-16,8-4 0 16,4-3 0-16,5-2 0 15,6 2 0-15,-4-3 0 0,-3 3 0 16,-5 3 0-16,-8 4 0 16,-6 3 0-16,-11 5 0 15,-15 2 0 1,0 0 0-16,0 0 0 0,0 0-60 15,4 18-126-15,-4-18-20 16,-16 15 0-16,16-15 2 16,-16 14 44-16</inkml:trace>
  <inkml:trace contextRef="#ctx0" brushRef="#br0" timeOffset="174474.04">30722 18541 457 0,'-19'15'204'0,"19"-15"-24"16,0 0-60-16,0 0-58 15,0 0-62-15,0 0 0 16,0 0 0-16,0 0 0 16,0 0 0-16,15-10 0 15,-15 10 0-15,19-5 0 16,0-1 0-16,4 1 0 15,3-3 0-15,10 1 0 16,3-2 0-16,4-1 0 16,-1-3 0-16,6 5 0 15,-6-3 0-15,-2 4 0 0,-5-1 0 16,-6 3 0-16,-6-1 0 16,-4 6 0-16,-19 0 0 15,19-1 0-15,-19 1 0 16,0 0-59-16,0 0-108 15,-19 5-8-15,19-5 1 16,-35-11-5-16,21-1 2 16</inkml:trace>
  <inkml:trace contextRef="#ctx0" brushRef="#br0" timeOffset="175058.87">30864 18040 438 0,'0'0'197'0,"0"0"-10"15,0 0-42-15,0 0-89 16,0 0-56-16,0 0 0 16,0 0 0-16,0 0 0 0,0 0 0 15,0 0 0-15,0 0 0 16,12 19 0-16,-12-19 0 16,0 0 0-16,7 21 0 15,-7-21 0-15,4 17 0 16,-4-17 0-16,0 18 0 15,0-18 0-15,0 17 0 16,0-17 0-16,0 19 0 16,0-19 0-16,0 21 0 15,0-21 0-15,3 29 0 16,-3-10 0-16,4 6 0 16,-1 6 0-16,6 7 0 15,-2 7 0-15,3 7 0 0,6 7 0 16,-1 3 0-16,3 5 0 15,-3 3 0-15,4-3 0 16,0-1 0 0,-1-4 0-16,-3-5 0 0,1-8 0 15,-6-11 0-15,1-5 0 16,-6-9 0-16,9-3-63 16,-14-21-106-16,7 15-11 15,-7-15-9-15,0 0-1 16,9-15-3-16</inkml:trace>
  <inkml:trace contextRef="#ctx0" brushRef="#br0" timeOffset="178245.47">31959 18103 403 0,'0'0'210'16,"11"-19"-28"-1,-11 19-50-15,-4-26-36 0,4 10-96 16,-12-8 0-16,5 1 0 15,-3-3 0-15,-2 6 0 16,-2-1 0-16,2 5 0 16,12 16 0-16,-23-17 0 15,23 17 0-15,-23 2 0 16,10 13 0-16,0 6 0 16,0 8 0-16,-3 4 0 15,5 9 0-15,-4 1 0 16,4 4 0-16,-1 0 0 0,9-2 0 15,-1-9 0-15,8-5 0 16,3-8 0 0,1-6 0-16,-8-17 0 0,30 21 0 15,-13-20 0-15,2-8 0 16,4 1 0-16,0-8 0 16,-4-2 0-16,3-3 0 15,-3 0 0-15,2-3 0 16,-5 1 0-16,-1 2 0 15,-4 0 0-15,-11 19 0 16,15-25 0-16,-15 25 0 16,0 0 0-16,0 0 0 0,0 0 0 15,0 0 0 1,0 0 0-16,19 25 0 16,-12-8 0-16,4 7 0 15,1 6 0-15,7 1 0 0,2 3 0 16,-2-2 0-16,0-5 0 15,0 3-8-15,-5-11-100 16,2-9-50-16,-1-6-8 16,-15-4-6-16,26-28-3 15,-15-5 0-15</inkml:trace>
  <inkml:trace contextRef="#ctx0" brushRef="#br0" timeOffset="178510.45">32541 17931 433 0,'19'38'175'15,"-19"-19"-3"-15,7 0-52 16,-2 6-55-16,-5-8-19 16,4 4-34-16,-4-21-12 15,6 24 0-15,-6-24 0 16,0 0 0-16,0 0 0 15,0 0 0-15,0 0 0 16,11-16-5-16,-11 16-103 0,2-17-50 16,-8-4-11-1,10 4-1-15,-8-7-1 16,10 1-1-16</inkml:trace>
  <inkml:trace contextRef="#ctx0" brushRef="#br0" timeOffset="179065.81">32612 17701 555 0,'-23'-26'190'15,"6"14"-19"-15,1 5-64 16,-6-5-107-16,3 10 0 16,-11 2 0-16,4 5 0 15,0 4 0-15,-3 5 0 16,3 8 0-16,-4 3 0 15,8 6 0-15,-1 2 0 16,4 10 0-16,3 4 0 0,9 5 0 16,0 1 0-16,7 3 0 15,4 1 0-15,3 3 0 16,0-3 0-16,5-3 0 16,2-7-3-16,1-4 0 15,5-5-1-15,2-8 3 16,4-6 0-16,7-10 6 15,2-6 2-15,5-6-7 16,5-7 0-16,3-9 0 16,1-5 0-16,3-5 0 15,0-6 0-15,-3-3 0 16,-4-1 0-16,-3-1 0 16,-2-1 0-16,-13-2 0 0,-4-2 0 15,-6-2 0-15,-13-3 0 16,-8-1 0-16,-6-6 0 15,-13 2 0-15,-3 1 0 16,-5 6 0-16,-5 5 0 16,-1 8 0-16,-1 3 0 15,5 11 0-15,-2 6 0 16,6 3 0-16,-1 3 0 16,11 8-50-16,-3-3-92 15,6-2-32-15,16 1 1 16,-17-5-1-16,17 5-11 15</inkml:trace>
  <inkml:trace contextRef="#ctx0" brushRef="#br0" timeOffset="179701.67">33154 17426 517 0,'0'0'185'0,"0"0"10"16,0 0-69-16,0 0-126 15,-4 22 0-15,4-22 0 16,-7 38 0-16,7-6 0 16,7 6 0-16,2 8 0 0,5 8 0 15,1 5 0-15,3-2 0 16,-3 2 0-1,1-4 0-15,-6-5 0 16,2-3 0-16,-5-10 0 0,-3-6 0 16,-1-7 0-16,1-7 0 15,-4-17 0-15,5 16 0 16,-5-16 0-16,0 0 0 16,0 0 0-16,21-24 0 15,-12 8 0-15,1-3 0 16,2-2 0-16,-1-1 0 15,4-3 0-15,-1 5 0 16,2-1 0-16,3 4 0 0,0 1 0 16,-2 6 0-1,6 4 0-15,-4 3 0 16,0 5 0-16,0-1 0 16,-2 8 0-16,-1 1 0 0,0 6 0 15,-2 1 0-15,-8 4 0 16,3 2 0-16,-5 1 0 15,-4 4 0-15,-4-2 0 16,-5 1 0-16,-4-1 0 16,-7 0 0-16,-2-2 0 15,-8 1 0-15,-4-5 0 16,-6 1 0-16,2-5 0 16,1-2 0-16,2-6 0 15,2-9 0-15,7-8-121 16,4-7-43-16,3-20-16 15,5-7-7-15,-5-27 0 0</inkml:trace>
  <inkml:trace contextRef="#ctx0" brushRef="#br0" timeOffset="181794">16529 5733 89 0,'0'0'52'16,"0"0"7"-16,0 0-6 15,0 0 3-15,0 0 1 16,0 0 6-16,0 0 1 16,0 0 4-16,0 0-4 15,0 0 0-15,0 0-4 16,0 0-3-16,0 0-9 16,0 0-12-16,0 0-13 15,11 17-9-15,-11-17-8 16,19 6-5-16,-5-3 1 15,5 2 2-15,7-3-1 16,4 0 2-16,1-4 1 16,2-2-1-16,0 3 0 0,1-4-1 15,3-1 0-15,-8 3-2 16,3-2-1-16,-6 1-2 16,-4 2-1-16,-4 1-1 15,-18 1-2-15,19 1-2 16,-19-1 2-16,0 0 0 15,0 0 0-15,0 0 1 16,-16 9 2-16,-1-7 0 16,-6-2 1-16,-3 2 2 15,-3-4 0-15,-6 0-1 16,-2 2-1-16,-1-2 1 16,-2 1 0-16,6 1 0 15,-3 0 1-15,11 0-1 0,-2 0 0 16,11 0-1-16,17 0 1 15,-23 1-1-15,23-1 2 16,0 0 2-16,0 0-1 16,30 2 2-16,-7-2 0 15,6 2 0-15,6-2 0 16,5 0-2-16,5 2 0 16,0-1-2-16,-3 1-2 15,1 2 0-15,-1 1-1 16,-9-2-2-16,-2 2-1 15,-10 2 0-15,-21-7 6 16,22 11-3-16,-22-11 3 16,-7 15-3-16,-7-8 4 0,-8 4 0 15,-13-1 5-15,-7 2-115 16,-10-5-48-16,-7 3-23 16,-15-25-5-16,3-8-5 15,-16-34 75-15</inkml:trace>
  <inkml:trace contextRef="#ctx0" brushRef="#br0" timeOffset="183211.55">34226 17545 119 0,'16'-7'115'0,"-16"7"27"16,0 0-23-16,14-17-10 15,-14 17-2-15,0 0-10 16,0 0-8-16,0 0-14 15,0 0-24-15,0 0-51 16,0 0 0-16,0 0 0 16,0 0 0-16,0 0 0 0,0 0 0 15,0 0 0-15,0 0 0 16,0 0 0-16,0 0 0 16,0 0 0-16,0 0 0 15,0 0 0-15,0 0 0 16,0 0 0-16,0 0 0 15,0 0 0-15,0 0 0 16,0 0 0-16,0 0 0 16,0 0 0-16,0 0 0 15,0 0 0-15,0 0 0 16,0 0 0-16,0 0 0 16,0 0 0-16,0 0 0 0,0 0 0 15,0 0 0-15,0 0 0 16,0 0 0-16,0 0 0 15,0 0 0-15,0 0 0 16,0 0 0-16,0 0 0 16,0 0 0-16,0 0 0 15,0 0 0-15,0 0 0 16,0 0 0-16,0 0 0 16,0 0 0-16,0 0 0 15,0 16-11-15,0-16-117 16,0 0-40-16,-23 10-2 15,6-3-17-15,-2 8-1 16,-7-6 18-16</inkml:trace>
  <inkml:trace contextRef="#ctx0" brushRef="#br0" timeOffset="183994.14">33867 17872 608 0,'0'0'193'16,"0"0"-42"-16,0 0-80 16,0 0-71-16,0 0 0 0,0 0 0 15,0 0 0 1,0 0 0-16,5 23 0 15,-5-23 0-15,0 0 0 16,0 0 0-16,18 14 0 0,-18-14 0 16,0 0 0-16,0 0 0 15,0 0 0-15,15-21 0 16,-15 21 0-16,0-19 0 16,0 19 0-16,-3-23 0 15,3 23 0-15,-4-17 0 16,4 17 0-16,0 0 0 15,-8-15 0-15,8 15-115 16,0 0-57-16,0 0-1 0,0-28-3 16,0 28 0-1,8-37-7-15</inkml:trace>
  <inkml:trace contextRef="#ctx0" brushRef="#br0" timeOffset="184549.81">34297 17474 606 0,'20'-12'177'15,"-20"12"-37"-15,0-28-54 16,0 28-72-16,0-24-14 15,0 24 0-15,0-27 0 0,0 27 0 16,-4-23 0-16,4 23 0 16,-9-17 0-16,9 17 0 15,0 0 0-15,0 0 0 16,-17-12 0-16,17 12 0 16,0 0 0-16,-16 7 0 15,16-7 0-15,0 0 0 16,-26 10 0-16,26-10 0 15,-19 14 0-15,19-14 0 16,-22 31 0-16,8-7 0 16,2 7 0-16,-4 6 0 15,6 2 0-15,-1 8 0 16,6 2 0-16,2-3 0 0,8-1 0 16,5-5 0-16,6-5 0 15,5-7 0-15,6-8 0 16,6-9 0-16,9-4 0 15,-2-7 0-15,5-11 0 16,4-3 0-16,-4-1 0 16,0-4 0-16,-5-2 0 15,-5 0 0-15,-6 2 0 16,-6 0-69-16,-16 0-107 16,-7 19-12-16,0-17-4 15,0 17-2-15,-42 2-3 16</inkml:trace>
  <inkml:trace contextRef="#ctx0" brushRef="#br0" timeOffset="185901.56">31577 17504 95 0,'0'0'96'0,"16"12"-22"16,-16-12-4-16,0 0 12 16,0 0 0-16,0 0 14 15,0 0-4-15,0 0 4 16,0 0-13-16,0 0-13 16,0 0-13-16,0 0-27 15,0 0-30-15,0 0 0 16,-16-4 0-16,16 4 0 15,-26 2 0-15,4-4 0 16,-4 1 0-16,-7 1 0 16,-5 0 0-16,-8 3 0 15,1 1 0-15,-2 1 0 0,2-2 0 16,4 4 0-16,8-2 0 16,3 1 0-16,11-3 0 15,19-3 0-15,-19 0 0 16,19 0 0-16,0 0 0 15,0 0 0-15,0 0 0 16,19-2 0-16,-19 2 0 16,23 7 0-16,-23-7 0 15,22 17 0-15,-8-1 0 16,2 5 0-16,1 7 0 16,-1 6 0-16,-1 9 0 15,4 8 0-15,2 6 0 16,-2 7 0-16,0 3 0 0,4 4 0 15,-4 4 0-15,2 3 0 16,-2 1 0-16,0 1 0 16,4-1 0-16,-4 3 0 15,0-4 0-15,2-2 0 16,-6-2 0-16,4-8 0 16,-5-5 0-16,2-4 0 15,-6-4 0-15,3-6 0 16,0-4 0-16,-4-4 0 15,-2-8 0-15,-3-4 0 16,-1-4 0-16,0-4 0 16,-3-19 0-16,2 21 0 15,-2-21 0-15,0 0 0 0,0 0 0 16,0 0 0-16,0 0 0 16,23-11 0-16,-6 1-5 15,9-2-1 1,4-2 1-16,11-2 6 0,8 1 0 15,6-2-1-15,6-1-1 16,3 1 3-16,-1 0-1 16,-2 1-1-16,-9-1-78 15,-7-2-59-15,-2 3-27 16,-11-12-1-16,1 4-5 16,-14-17-2-16</inkml:trace>
  <inkml:trace contextRef="#ctx0" brushRef="#br0" timeOffset="186818.34">34417 16808 160 0,'0'0'161'16,"0"0"-20"-16,0 15-32 15,0-15-5-15,19-7-2 16,2-1-11-16,7 3-14 15,1-7-18-15,8 3-41 16,1-3-17-16,4-2-1 16,-2 0 0-16,-2 2 0 0,-9 2-2 15,-3-1 1-15,-6 6 1 16,-3 0 1-16,-17 5 1 16,0 0-2-16,0 0 0 15,0 0 0-15,0 0 0 16,9 24 0-16,-9-8 0 15,3 4 0-15,0 8 0 16,6 10 0-16,2 9 0 16,4 8 0-16,3 8 0 15,-3 4 0-15,4 6 0 16,0 5 0-16,2 1 0 16,-2 3 0-16,-3-3 0 15,1 1 0-15,-1-4 0 0,-4 0 0 16,2-1 0-16,-5-10 0 15,1-4 0-15,0-9 0 16,-1-9 0-16,-2-10 0 16,-3-9 0-16,2-5 0 15,-6-19 0-15,6 16 0 16,-6-16 0-16,0 0 0 16,0 0 0-16,0 0 0 15,0 0 0-15,0 0 0 16,0 0 0-16,0 0 0 15,0 0 0-15,0 0 0 16,0 0 0-16,-19 10 0 16,19-10 0-16,-23 12 0 0,4-1 0 15,-4 3 0-15,-3 3 0 16,-10 4 0-16,-6 5 0 16,-10-2-94-1,-9-3-68-15,-1-2-17 0,-9-19 1 16,0-7-5-16,-14-23-3 15</inkml:trace>
  <inkml:trace contextRef="#ctx0" brushRef="#br0" timeOffset="187853.73">30083 17978 122 0,'-14'2'126'16,"14"-2"21"-16,0 0-9 16,-12-18-14-16,12 18-4 15,0 0-15-15,0-15-14 16,0 15-41-16,0 0-50 15,0 0 0-15,7-16 0 16,-7 16 0-16,19-8 0 16,-19 8 0-16,35-6 0 15,-15 5 0-15,3-3 0 16,3 4 0-16,-3 0-1 16,3 2 2-16,-7 3-1 0,-4 0 0 15,-15-5 0-15,23 19 0 16,-16-3 0-16,-7 8 0 15,0 7 0-15,0 9-1 16,-4 3-2-16,1 13-2 16,-1 4 4-16,-1 3 2 15,5 4-2-15,0-1 2 16,4 0-1-16,1 0 1 16,2 1 0-16,5-6-1 15,2 3 3-15,2 0-3 16,-3-4 1-16,0-1-2 15,0-3 2-15,-4-6-1 16,-2-9-1-16,-3-4-1 0,-1-8 2 16,-6-8 0-16,-1-4 1 15,4-17-1-15,-19 23 1 16,0-15-1-16,-7 3 2 16,-7-1 0-16,-12 2-2 15,-14 4 0-15,-12 5 0 16,-11 5 0-16,-12-4-82 15,-6 2-78-15,-6 0-11 16,-14-17-11-16,5-1-1 16,-11-22 1-16</inkml:trace>
  <inkml:trace contextRef="#ctx0" brushRef="#br0" timeOffset="188788.48">26273 17985 551 0,'0'0'189'0,"0"0"-4"15,0 0-87-15,-19 12-98 16,19-12 0-1,-30 5 0-15,8-3 0 16,-4-2 0-16,-1 2 0 0,-2-2 0 16,3 1 0-16,3 1 0 15,1 0 0-15,6 0 0 16,16-2 0-16,-22 5 0 16,22-5 0-16,0 0-3 15,-11 21-2-15,11-2 0 16,0 5 1-16,0 7-3 15,4 9 5-15,-4 13-2 16,7 8 1-16,-4 8-1 16,6 6 1-16,1 8 1 15,1 2-1-15,4 8 0 16,-3 4 1-16,6-3 0 16,-3-1 4-16,1 2-1 0,1-3-4 15,-1-4 3-15,0-1-2 16,-6-8 2-16,0-6-3 15,-1-5 5-15,1-6-6 16,-6-10 3-16,-1-7 2 16,-3-7 0-16,2-10-1 15,-2-6 1-15,0-5 1 16,0-17-2-16,0 0 2 16,0 0 3-16,0 0 1 15,0 0 1-15,24 13 2 16,-8-17 1-16,7 4-2 15,11 2 0-15,10 0-8 0,13-2 0 16,9 0 0-16,12-4 0 16,5-3 0-16,-1 0 0 15,-4-7-56-15,-7-1-115 16,-6 10-8-16,-32-11-13 16,-14 11-11-16,-45-6-4 15</inkml:trace>
  <inkml:trace contextRef="#ctx0" brushRef="#br0" timeOffset="198277.66">19543 8852 36 0,'16'12'37'0,"-16"-12"-4"16,32 28-12-16,-9-16-2 16,7 5 2-16,-3-1 3 15,3-2 0-15,6-4 1 16,2-1 4-16,2-4 1 16,6-1 6-16,-1-4 2 15,0-2 1-15,3 0-2 0,1 0 4 16,-4 1 4-16,-3-5 5 15,1 6 2-15,-8-5-1 16,1 5-5 0,-10-5-5-16,-3 5-4 0,-7-3-8 15,1 3-7-15,-17 0-8 16,0 0-8-16,0 0-3 16,0 0 1-16,-17 17-2 15,-6-7 0-15,-3 4-2 16,-9 0 1-16,-8 2-3 15,-2 1 2-15,-7-2-2 16,-6-1 0-16,6-2 2 16,-3-5 0-16,-1-8-1 0,4-5 0 15,4-4 2-15,6-6 0 16,4-1 0 0,5 0 0-16,7-2 0 15,3 3-2-15,23 16 1 0,-22-22 0 16,22 22-1-16,0 0 0 15,0 0 0-15,-11-18 1 16,11 18 0-16,0 0 1 16,0 0 0-16,23 11 1 15,-9-4-2-15,8 1 2 16,4 3-2-16,7 3 0 16,5-2 0-16,4 0 0 15,3-2-1-15,7-3 0 16,0-2 1-16,4-3 0 15,-1-2 2-15,6-2-1 16,-5-1 0-16,4-2 0 16,-4 1-1-16,-4 1 0 0,-3-1 0 15,-8 3 0-15,-4 1-2 16,-11 1 2-16,-7 1 1 16,-19-2 0-16,0 0 0 15,0 0 1-15,-16 19 0 16,-10-14 0-16,-10 2 0 15,-6-2-2-15,-10-1-2 16,-3-1 1-16,-6-1 0 16,-2-4 1-16,-1-1-1 15,5-4 0-15,2-2-1 16,8-1 2-16,1 0-1 16,11-1 0-16,2 1 0 15,9-1 0-15,12 4-1 0,14 7 0 16,-19-8 1-16,19 8-1 15,0 0 0-15,0 0 1 16,30 14-1-16,-8-6 0 16,8 3 1-16,5-3-1 15,10 3 1-15,2-3-1 16,3-4 2-16,2-2-1 16,0-2 2-16,0-4-3 15,0-1 2-15,-7 0-1 16,-5 0 1-16,-5-1 1 15,-9 3 0-15,-3-1-1 16,-23 4 1-16,19 2 4 0,-19-2-1 16,0 0-36-16,-16 2-69 15,1 0-39-15,-8-9-18 16,2 5-7-16,-14-14-10 16,9 6 64-16</inkml:trace>
  <inkml:trace contextRef="#ctx0" brushRef="#br0" timeOffset="198674.37">20209 9102 185 0,'0'0'115'0,"-1"24"-45"16,1-24-101 0,0 0-59-16,0 0-17 0,-18-19-7 15,15-9 87-15</inkml:trace>
  <inkml:trace contextRef="#ctx0" brushRef="#br0" timeOffset="200362.51">18168 5688 164 0,'0'0'59'0,"0"0"4"16,0 0 0-16,0 0 1 0,-17-2 7 16,17 2 14-16,0 0-13 15,0 0-5-15,0 0-13 16,0 0-1-16,0 0-10 15,7 21-5-15,-7-21-22 16,0 0-21-16,19 24 4 16,-19-24 1-16,26 19 4 15,-9-12-5-15,9-2 1 16,-1-3 0-16,4-2-2 16,7-2 3-16,-1-3-2 15,2-2 1-15,1 0-1 16,-2 0 2-16,-1 2-2 15,-5 2 0-15,-1-1 1 0,-6 1-2 16,-4 3 2-16,-2-2 0 16,-17 2 1-16,23 2-3 15,-23-2 0-15,0 0 0 16,0 0 1-16,0 0-1 16,-23 10 0-16,0-6 0 15,-3 3-2-15,-10-2 2 16,-9 2 1-16,-4-2-2 15,-3 0 2-15,0-1 0 16,-3-3 2-16,6 1-1 16,0-5 0-16,4 1 3 15,7-3-2-15,9 1 3 16,6 1-2-16,0-1 3 0,23 4-4 16,-22 0 1-16,22 0-1 15,0 0-1 1,0 0 0-16,19 21-4 15,-19-21 7-15,36 31-7 0,-11-13 6 16,8 2-3-16,0-2 4 16,5-3-4-16,7-4 3 15,-2-4-1-15,6-9-2 16,3-3 1-16,-7-4-2 16,0-7-1-16,0 3 1 15,-3-3 2-15,-5 2-3 16,-8 0 4-16,-10 4-2 15,-3 3 1-15,-16 7 0 0,0 0 1 16,0 0-1 0,0 0-1-16,-16 10 3 15,-10 1-4-15,-3-3 3 16,-10 4-2-16,-6-3 2 0,-7 0-2 16,-3-1 2-16,-1-1-1 15,-5-5-1-15,2-4 0 16,7-1-2-16,-3-6 4 15,6 1-1-15,7-3 3 16,8 1-2-16,8-4 3 16,5 4-3-16,21 10 4 15,-23-19-3-15,23 19 2 16,0 0-4-16,0 0-1 0,21 6-1 16,-2 5 0-1,4 1 3-15,6 2-3 16,3-2 3-16,7 0-5 15,7-5 6-15,-1-2-3 0,3-5 3 16,4-5-2-16,0 0-3 16,1-4 1-16,4 0 0 15,-5-1 2-15,0 1-3 16,-3 1 2-16,-8 3-1 16,-8 1 3-16,-3 2-1 15,-11 2 0-15,-19 0-1 16,15 6 1-16,-15-6 1 15,-27 17-89-15,-3-7-48 16,-6 11-25-16,-25-5-6 16,5 10-8-16,-15-7 15 15</inkml:trace>
  <inkml:trace contextRef="#ctx0" brushRef="#br0" timeOffset="204222.46">18217 5906 173 0,'0'0'59'15,"0"-15"-11"-15,0 15-25 16,0 0-38-16,0 0-47 15,0 0-37-15,8-33-6 16,-1 17 84-16,-10-20 21 16</inkml:trace>
  <inkml:trace contextRef="#ctx0" brushRef="#br0" timeOffset="208627.31">31739 19242 208 0,'0'0'134'0,"0"0"-16"16,0 0-14-16,0 0-12 15,0 0-7-15,0 0-3 16,0 0-6-16,0 0-11 16,0 0-15-16,0 15-41 15,0-15-9-15,0 0 0 16,17 21-4-16,-17-21-5 0,16 22 2 16,-16-22 6-16,22 23-1 15,-11-7 0 1,4 3-1-16,1-2 2 15,7 2-2-15,3-2 2 0,7 2-1 16,0-1 0-16,12-1 2 16,3-3 1-16,8-2-2 15,5 0 1-15,3-2 1 16,9-1-2-16,1-2 2 16,3-2 1-16,1-3-1 15,4-6 2-15,-1-1 0 16,-1-5 2-16,5-6 0 0,2-5 1 15,-2-3-2-15,2-5 2 16,-2-2-5-16,1-4-1 16,3-1 0-16,-9-4 0 15,1-2 0 1,-2 1 0-16,-5-2 0 0,-3-1 0 16,4-3 0-16,-4-3 0 15,0 0 0-15,4 0 0 16,-4-2 0-16,0 2 0 15,4 1 0-15,3 3 0 16,-3-1 0-16,-1 7 0 16,1-2 0-16,3 4 0 15,-3 2 0-15,5 0 0 16,-2-2 0-16,-7 0 0 16,0 1 0-16,-5 3 0 15,-9 1 0-15,-8 3 0 16,-6 4 0-16,-15 4 0 0,-2 8 0 15,-26 14 0-15,26-19 0 16,-26 19 0-16,0 0 0 16,0 0 0-16,0 0 0 15,0 0 0-15,0 0 0 16,0 0 0-16,-19 0 0 16,19 0 0-16,0 0 0 15,-12 19 0-15,12-19 0 16,0 0 0-16,-7 17 0 15,7-17 0-15,-7 18 0 16,0-3 0-16,-2 6 0 16,-4 3 0-16,-10 9 0 15,-5 5 0-15,-8 5 0 0,-9 4 0 16,-11 9 0-16,-12-1 0 16,-10 4 0-16,-9 3 0 15,-8 2 0-15,-11 2 0 16,-8 0 0-16,-6-2 0 15,-3-4 0-15,-4-4 0 16,-5-4 0-16,-2-7 0 16,2-6 0-16,-5-6 0 15,-2-7 0-15,6-7 0 16,-3-7 0-16,3-5 0 16,1-7 0-16,5-5 0 15,4-5 0-15,6-4 0 16,6-3 0-16,7-2 0 0,7-4 0 15,10 2 0-15,6-1 0 16,6 1 0-16,11 2 0 16,5 0 0-16,14 2 0 15,6 3 0-15,10 0 0 16,6 5 0-16,23 9-6 16,-19-14-1-16,19 14 0 15,0 0 1-15,0 0-3 16,0 0-1-16,0 0 1 15,26 16 6-15,-10-4 0 16,6 5 1-16,8 6 2 16,5 3-2-16,8 2 2 15,6 3-2-15,8-4 2 0,9 6-1 16,5-5-2-16,9-2 4 16,12-5-4-1,5-6 3-15,12-4-3 16,9-10 6-16,7-4 0 0,13-13-1 15,0-4 5-15,5-8-2 16,6-5 4-16,0-12 0 16,8-3 1-16,-5-11-1 15,-6-4-3-15,0-6 3 16,-4-5-6-16,-10-6-3 16,-5-1 0-16,-9 1 0 15,-12 1 0-15,-5 6 0 16,-11 4 0-16,-16 6 0 0,-8 11 0 15,-12 11 0-15,-10 8 0 16,-10 9 0 0,-13 10 0-16,-21 14 0 15,0 0 0-15,0 0 0 0,0 0 0 16,-14 21-4-16,14-21-1 16,-29 36 4-16,10-12 0 15,-4 4 0-15,4 1-12 16,-4 6 10-16,1 3-1 15,1 4-35-15,-10-4-37 16,-2 0-25-16,-9 0-27 16,-10-5-26-16,-10 3-5 0,-18-3-5 15,-5 7-1-15</inkml:trace>
  <inkml:trace contextRef="#ctx0" brushRef="#br0" timeOffset="209462.37">32041 18620 50 0,'0'0'87'15,"0"0"-18"-15,0 0-59 0,0 0-38 16,0 0-19-16,0 0-13 15,0 0-17-15,0 0 74 16</inkml:trace>
  <inkml:trace contextRef="#ctx0" brushRef="#br0" timeOffset="211261.81">31435 16932 77 0,'0'0'75'15,"0"0"-2"-15,0 0-5 16,0 0 2-16,26-6 2 15,0 0-3-15,5-1-3 0,6-1-2 16,5-4 0 0,6-4-16-16,4 2-13 15,4-3-9-15,1 0-2 16,-5-1-1-16,-3 1-6 0,-9 1-16 16,-9 4-27-16,-2 4-8 15,-15 1-18-15,-14 7-15 16,0 0-3-16,0 0 1 15,-22 10 6-15,-4 2 10 16,-4 0 11-16,-6 2 6 16,-2 5 27-16,-8 2 29 15,1 0 21-15,2-2 23 16,1 2 11-16,6-8-2 16,8 3 2-16,5-7-6 15,6-1-12-15,17-8-12 16,0 0-18-16,0 0-22 15,17-10-10-15,3 1-1 0,6-1-1 16,0 1-36-16,5-3-48 16,2-5-46-16,5 6-25 15,-5-9-10-15,12 13-1 16,-8-14 68-16</inkml:trace>
  <inkml:trace contextRef="#ctx0" brushRef="#br0" timeOffset="212854.46">33846 17885 27 0,'0'0'15'0,"0"0"-24"16,0 0-15-16,0 0 16 16,-2-20 8-16</inkml:trace>
  <inkml:trace contextRef="#ctx0" brushRef="#br0" timeOffset="-214677.14">2450 23666 346 0,'0'0'185'0,"0"0"-34"16,0 0-65-16,0 0-24 15,0 0 1-15,0 0-11 16,0 0-16-16,0 0-6 16,0 0-18-16,0 0-12 15,19 16 0-15,-7 4 0 16,-1 1 0-16,4 7 0 0,3 6 0 15,4 3 0-15,-3 6 0 16,1-10 0-16,2 0 0 16,-6-2 0-16,5-7 0 15,-6-8 0-15,8-9 0 16,3-6 0-16,7-14 0 16,5-6 0-16,11-13 0 15,6-4 0-15,13-5 0 16,6-15 0-16,5-1 0 15,2-2-3-15,-1 4 3 16,-2 5-4-16,-3 3 2 16,-4 0 1-16,-9 9 0 15,-8 15-1-15,-7 4 3 0,-12 9 2 16,-6 1 0-16,-6 8-1 16,-4 8-85-16,-19-7-65 15,7 19-38 1,-7-19-9-16,-23 17-9 0,1-1 2 15</inkml:trace>
  <inkml:trace contextRef="#ctx0" brushRef="#br0" timeOffset="-214146.42">2320 23874 331 0,'0'0'158'15,"7"-38"-28"-15,-2 6-98 16,2 7-18-16,3-1 1 15,6 0-1-15,-2 8-8 16,-2 3-5-16,-12 15 3 16,26-23 0-16,-26 23-2 0,26-8 1 15,-26 8-1-15,19-7 2 16,-19 7-1-16,16-7-2 16,-16 7 1-1,17-2 3-15,-17 2 6 0,16 5 0 16,-16-5 6-16,26 19-1 15,-12-2 2-15,5 8 2 16,0-1 1-16,7 16-1 16,0 0-7-16,4 6 3 15,1-2 2-15,-2-1 0 16,1-5-4-16,3-3 3 16,-2-13-5-16,9-6 0 15,-2-16-1-15,11-12-5 0,3-13-12 16,7-18-70-1,16-7-61-15,8 0-38 16,11-6-4-16,13-3-6 16,1 2-7-16</inkml:trace>
  <inkml:trace contextRef="#ctx0" brushRef="#br0" timeOffset="-205970.41">24079 6313 276 0,'5'-17'110'15,"-5"17"19"-15,0 0 0 16,0 0-14-16,0 0-19 16,0 0-21-16,0 0-23 0,0 0-17 15,0 0-29-15,0 0-6 16,-9 15-3 0,9-15-11-16,0 0 4 15,0 0 2-15,0 0 2 0,0 0 3 16,0 0 0-16,0 0 0 15,0 0 1-15,0 0-3 16,0 0-4-16,0 0 1 16,0 0 0-16,0 0 0 15,19 16 1-15,-19-16 0 16,11 29 0-16,-6-12 4 16,2 6 2-16,0 5 1 15,5 1-1-15,-5-1 1 0,3-4-1 16,2 0 1-1,-1-3 0-15,-2-2-1 16,-9-19 1-16,22 17 1 16,-22-17 0-16,30-8 1 0,-8-10 0 15,4-8-1-15,7-8 1 16,9-9-2-16,3-4 1 16,7-5-1-16,4-3 0 15,-1 3-1-15,-1 5 1 16,-2 7-2-16,-9 5 3 15,-4 11 1-15,-10 5-2 16,-6 7 0-16,-23 12-1 16,19-14-56-16,-19 14-56 15,0 0-32-15,0 0-25 16,-26 12-3-16,-4-12-12 16,8 11 115-16</inkml:trace>
  <inkml:trace contextRef="#ctx0" brushRef="#br0" timeOffset="-205490.87">23959 6349 170 0,'-14'0'190'16,"14"0"-50"-16,0 0-22 16,0-22-2-16,0 22-13 0,0 0-27 15,0 0-31-15,7-16-32 16,-7 16-24-16,0 0 0 16,16 21 0-16,-6-2 0 15,2 3 3-15,2 4 1 16,2 4 7-16,3-1-1 15,3 1 0-15,8-6-3 16,-4-5 3-16,7-9 0 16,2-10 0-16,4-8 2 15,14-10 0-15,4-13 1 16,9-10-1-16,5-11 3 16,9-5-4-16,5-6 2 0,2-1-3 15,-6 2 2-15,-3 5-3 16,-10 10 3-16,-12 9-1 15,-15 10 8 1,-11 9-1-16,-11 12-86 16,-19 7-53-16,0 0-33 0,-35 21-3 15,-1-7-6-15,-9 9-10 16</inkml:trace>
  <inkml:trace contextRef="#ctx0" brushRef="#br0" timeOffset="-205026.25">24072 6221 449 0,'0'0'192'0,"22"9"-40"15,-22-9-105-15,0 0-17 16,7 26 17-16,-7-9-24 16,0 7-21-16,4 4-3 15,1 3 1-15,5 4-3 16,1-2 0-16,4 0-1 16,1-9 1-16,10-7 0 0,3-8-1 15,10-11 1-15,8-10 0 16,6-11 3-1,10-8-1-15,5-9 2 16,3-6 0-16,3-3 1 0,4 1-1 16,-3-2 2-16,0 3-3 15,-11 5 2-15,-5 6-2 16,-10 7 2-16,-11 9-1 16,-9 5 4-16,-10 6 3 15,-19 9 0-15,0 0-10 16,0 0-83-16,0 0-43 15,0 0-35-15,-26-8-6 16,7 2-10-16,0 6-13 16</inkml:trace>
  <inkml:trace contextRef="#ctx0" brushRef="#br0" timeOffset="-204805.31">24921 6026 454 0,'6'34'182'16,"-6"-34"-5"-16,-6 21-113 16,6-21-149-16,0 0-33 15,-6 19-38-15,6-19-30 16,-7-19-2-16,0-9 45 15</inkml:trace>
  <inkml:trace contextRef="#ctx0" brushRef="#br0" timeOffset="-204610.37">25054 5903 347 0,'11'38'72'0,"-11"-14"-29"15,0-24-156-15,1 29-66 16,-1-29 10-16</inkml:trace>
  <inkml:trace contextRef="#ctx0" brushRef="#br0" timeOffset="-204378.27">25039 5768 413 0,'0'36'185'16,"-4"-10"-3"-16,-3-4-85 15,4-3-146-15,3 1-37 0,0-20-28 16,0 0-50-16,0 0-17 16,-19-25-4-16,15-1 88 15</inkml:trace>
  <inkml:trace contextRef="#ctx0" brushRef="#br0" timeOffset="-186782.93">25728 21166 703 0,'0'0'206'0,"0"0"-92"16,0 0-114-16,0 0 0 16,26-3 0-16,-5-4 0 15,6 4 0-15,3-6 0 16,10-1 0-16,5-1 0 16,3-1 0-16,5-2 0 15,-8 0 0-15,-4 1-84 16,1 2-64-16,-12 6-32 15,-8-2-16-15,-5 7-9 16,-17 0 3-16</inkml:trace>
  <inkml:trace contextRef="#ctx0" brushRef="#br0" timeOffset="-186598.14">25686 21398 618 0,'-12'19'201'0,"12"-19"-35"15,42 23-128-15,-1-21-38 16,15-9-1-16,18-7 2 16,4-14-102-16,23-10-68 15,5-10-15-15,-2-22-19 16,0-7 1-16,-13-22 39 16</inkml:trace>
  <inkml:trace contextRef="#ctx0" brushRef="#br0" timeOffset="-184610.3">27674 18899 199 0,'0'0'72'0,"0"0"-6"16,0 0-6-16,0 0 1 15,0 0 1-15,0 0-10 0,0 0-6 16,0 0-4-16,10 19-2 15,-10-19-4-15,9 21-3 16,-9-21-11-16,10 20-8 16,-10-20 0-16,12 18 15 15,-12-18-3-15,0 0 0 16,18 1-2-16,-18-1 1 16,12-20-1-16,-12 20-2 15,10-26-6-15,-10 26-14 16,7-31 3-16,-7 31 0 15,0-25-5-15,0 25 0 16,0 0 0-16,0 0 0 16,-10-15 0-16,10 15 0 0,0 0 0 15,0 0 0-15,0 0 0 16,0 0 0-16,-4 15 0 16,4-15 0-16,0 0 0 15,0 0 0-15,23 9 0 16,-23-9 0-16,15-3 0 15,-15 3 0-15,0 0 0 16,21-13 0-16,-21 13-85 16,0 0-64-16,0 0-34 15,0 0-17-15,-14-20-2 16,-1 18 0-16</inkml:trace>
  <inkml:trace contextRef="#ctx0" brushRef="#br0" timeOffset="-183282.48">27229 21056 419 0,'11'-38'187'15,"-8"12"-44"-15,-3-2-46 16,-7-7-33-16,4 4-27 15,-8 0-21-15,-1 5 7 16,-7 2 1-16,0 6-11 16,-4 3-13-16,-1 10 0 15,-4 5 0-15,2 12 0 16,0 9 0-16,0 10 0 0,0 7 0 16,4 2 0-16,4 6 0 15,6-1 0-15,5 0 0 16,4-7 0-16,6-5 0 15,4-8 0-15,9-8 0 16,-16-17 0-16,33 17 0 16,-14-19-15-16,7-3-2 15,-7-7-3-15,3 0 4 16,-1-5 3-16,-2 1 8 16,0-3 2-16,-3 4 4 15,-2-1 0-15,-14 16 3 16,19-16 5-16,-19 16 6 15,0 0 0-15,16-1 0 0,-16 1 1 16,10 20-3-16,0-1-13 16,-10-19 0-16,20 33 0 15,-5-15 0-15,-1-1 0 16,2 0 0-16,-1-6 0 16,4-1-2-16,-1-10-45 15,8 2-41-15,-7-11-34 16,7-1-24-16,0-6-23 15,4-5-6-15,4 2 2 16,-4-8 73-16</inkml:trace>
  <inkml:trace contextRef="#ctx0" brushRef="#br0" timeOffset="-182906.29">28111 20869 317 0,'-16'10'187'15,"16"-10"-13"-15,-29 5-45 16,29-5-28-16,-23 5-20 16,23-5-47-16,-19 6-34 15,19-6 0-15,0 0 0 16,0 0 0-16,0 0 0 15,0 0 0-15,0 0 0 0,12-18 0 16,7 11-14-16,2-5-6 16,2-2 5-1,6-1 6-15,6-2 7 16,1 1 0-16,3-3 2 0,-3 2-1 16,-5 1-2-16,-1-1-41 15,-4 8-40-15,-7-5-23 16,-19 14-33-16,23-22-19 15,-23 22 0-15,-6-23 0 16,-4 8 55-16</inkml:trace>
  <inkml:trace contextRef="#ctx0" brushRef="#br0" timeOffset="-182650.91">28267 20424 289 0,'-7'-19'142'15,"7"19"4"-15,0 0-20 0,-15 0-14 16,15 21-14-16,-4 1-15 16,8 14-56-16,-8 6-27 15,11 10 0-15,-2 7 0 16,2 3 0-16,4 4 0 16,-3-2 0-16,3-5 0 15,1-11 0-15,2-3-43 16,-7-15-79-16,5-10-25 15,-12-20-26-15,19 4-14 16,-19-4-3-16,17-40 30 16</inkml:trace>
  <inkml:trace contextRef="#ctx0" brushRef="#br0" timeOffset="-182102.9">28380 20353 497 0,'-23'-31'190'15,"-6"1"-37"-15,1 11-45 16,-8-3-40-16,3 15-61 16,-9-2-7-16,0 16 0 15,-3 7 0-15,2 12 0 16,-6 7 0-16,1 8 0 0,3 10 0 15,-1 7 0-15,5 6 0 16,1 6 0-16,5 4 0 16,9 2 0-16,12 2 0 15,9-3 0-15,10-1 0 16,9-6 0-16,12-1 0 16,12-10 0-16,11-7 0 15,6-12 0-15,10-6-4 16,4-12-8-16,6-9 5 15,-2-15 2-15,5-10-3 16,0-11 4-16,0-7-4 16,-3-7 4-16,-8-6-2 15,-8-2-3-15,-3-3-2 0,-14-4 5 16,-11 4-1-16,-10-2 6 16,-16-4 15-16,-10 4-1 15,-18-5 3 1,-3 2 2-16,-14 3 2 0,-2 9-9 15,-6 1-11-15,3 9 0 16,3 9 0-16,-1 0-78 16,13 13-51-16,8 3-41 15,6-1-19-15,16 9-12 16,0 0-3-16,0 0 153 16</inkml:trace>
  <inkml:trace contextRef="#ctx0" brushRef="#br0" timeOffset="-181570.49">28906 20323 450 0,'0'0'193'16,"12"33"-53"-16,-12-10-64 15,7 13-21-15,-7 2-2 16,7 18-15-16,0-1-26 16,2 7-6-16,1 1-6 15,-1-6 0-15,1-5-1 0,2-9 2 16,-1-8-1 0,-4-11 0-16,1-9 0 15,-8-15 0-15,0 0-8 16,0 0-1-16,18-8 2 0,-15-8-2 15,-1-5 1-15,1-5-1 16,4-1-1-16,0-1 4 16,2-1 9-16,5 3 2 15,1 1 8-15,5 8-2 16,-3 3 0-16,2 9-4 16,-3 7 2-16,3 7-2 15,-2 4-7-15,-5 8 0 16,-1 5 0-16,-4 5 0 15,-7 4 0-15,-4 1 0 16,-6 2 0-16,-6-1 0 16,-6-1 0-16,-1-3 0 15,-7-9 0-15,4-8-16 0,4-2-64 16,-4-14-41-16,7-7-39 16,5-9-8-16,5-8 0 15,6-9-3-15,-1-5 33 16</inkml:trace>
  <inkml:trace contextRef="#ctx0" brushRef="#br0" timeOffset="-180645.85">29699 20540 14 0,'7'17'46'0,"-7"-17"-18"16,0 0-11-16,0 0-2 16,0 0-1-16,0 0 2 15,0 16 5-15,0-16 5 16,0 0 3-16,0 0 4 15,0 0 4-15,0 0 5 16,0 0 9-16,0 0-1 16,0 0 0-16,0 0-4 0,0 0 3 15,0 0 10-15,0 0 11 16,0 0-3-16,0 0-9 16,0 0-2-1,0 0-4-15,0 0-3 0,-3 15-21 16,3-15-28-16,-4 18 0 15,4-18 0-15,-1 15 0 16,1-15 0-16,0 0 0 16,0 0 0-16,0 0 0 15,0 0 0-15,0 0 0 16,0 0 0-16,0 0 0 16,8-21 0-16,-8 21 0 15,-3-17 0-15,3 17 0 0,-12-19-32 16,12 19-79-1,0 0-41-15,0 0-37 16,0 0-15-16,-23 5-3 16,23-5 80-16</inkml:trace>
  <inkml:trace contextRef="#ctx0" brushRef="#br0" timeOffset="-179593.73">29272 19993 165 0,'0'0'168'0,"0"0"-25"16,0 0-25-16,19 15-10 16,-19-15-6-16,23 25-9 0,-9-5-20 15,8 17-22-15,4 8-49 16,6 12-2-1,-3 12 0-15,4 14 0 16,-7 9 0-16,-3 8-5 0,-4 9-48 16,-16-5-29-16,-6 4-34 15,-16-10-22-15,-14-3-28 16,-12-8-14-16,-14-18-18 16,-6-8 114-16</inkml:trace>
  <inkml:trace contextRef="#ctx0" brushRef="#br0" timeOffset="-178858.77">26951 20214 118 0,'0'0'79'0,"-20"-10"13"0,20 10 17 16,-23-12 18-16,23 12 10 15,-26-9-9-15,26 9-11 16,-23-5-18-16,23 5-82 15,-22 5-17-15,22-5 0 16,-23 23 0-16,8-9 0 16,-3 10 0-16,3 9 0 15,-1 7 0-15,-1 11 0 16,1 14 0-16,0 9 0 16,6 16 0-16,1 9 0 15,6 6 0-15,-1 1 0 16,11 5 0-16,2-4 0 15,10-8 0-15,7-9 0 0,11-13 0 16,8-18-3-16,16-5-117 16,4-14-53-16,17-16-22 15,8-8 1-15,4-20-12 16,10-3 75-16</inkml:trace>
  <inkml:trace contextRef="#ctx0" brushRef="#br0" timeOffset="-177573.5">30225 20242 149 0,'0'0'175'15,"11"26"-26"-15,-11-26-31 16,12 23-4-16,-12-23-12 16,0 0-18-16,14 17-25 15,-14-17-36-15,0 0-25 16,5-19-12-16,-5 19 4 16,-4-26-3-16,3 10 6 15,-3-1 4-15,4 17 17 16,-17-26 8-16,17 26-1 15,-28-14 0-15,28 14-2 16,-29-3-17-16,29 3-2 16,-33 19 0-16,17-2 0 15,-1 6 0-15,4 4 0 0,0 6 0 16,4 7 0-16,2 3 0 16,0 2 0-16,7-3 0 15,7-2 0-15,3-4 0 16,6-1 0-16,3-6 0 15,7-10-3-15,0-2-12 16,0-10-2-16,7-5-2 16,-3-9 0-16,-3-3 3 15,-1-13-24-15,1 4-44 16,-8-5-23-16,-2-4-26 16,-1 1-17-16,-9-5-13 15,3 10-3-15,-17-11 76 16</inkml:trace>
  <inkml:trace contextRef="#ctx0" brushRef="#br0" timeOffset="-177323.5">29895 20102 408 0,'0'0'181'0,"-20"-2"-23"15,20 2-62-15,0 0-24 16,13-19-22-16,10 9-33 16,3-2-22-16,5-7 0 15,9-2 1-15,5-10-34 0,11 3-76 16,1 0-48 0,-1-5-8-16,6 7-2 15,-8-3-3-15,2 12 39 16</inkml:trace>
  <inkml:trace contextRef="#ctx0" brushRef="#br0" timeOffset="-176154.34">31170 20358 349 0,'0'0'175'16,"0"0"-34"-16,0 0-32 15,0 0-21-15,22 0-26 16,-22 0-44-16,23-2-16 16,-1-1-1-16,9-1-2 15,9-4 2-15,6-6-3 16,6-3 3-16,3-4 3 16,-1-2-3-16,1-1 2 15,1-2-4-15,-14-5-61 16,-2 8-43-16,-9 3-25 15,-17 1-23-15,-14 19-10 16,-7-28 5-16,-12 19-7 16</inkml:trace>
  <inkml:trace contextRef="#ctx0" brushRef="#br0" timeOffset="-175907.72">31343 19901 280 0,'-2'-28'155'0,"2"28"-25"16,9-15-12-16,-9 15-20 0,19 19-16 16,-8 0-14-16,4 17-11 15,-4 8-35 1,4 9-16-16,-1 11-1 16,2 9-3-16,-1 0-4 15,3-1-30-15,4 1-62 0,-3-5-45 16,4-6-35-16,3 0-10 15,-7-15-8-15,7 0-3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53:11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16981 5666 102 0,'-26'-7'40'0,"3"7"-1"0,-6 0-15 16,-10 1-21-16,-2 1-4 15,-6 2 2-15,-2 1 1 16,-4 0 0-1,4 2 0-15,0-2 0 0,2 2-1 16,9-2 0-16,5 2-1 16,7-3-1-16,4-1-1 15,22-3-1-15,-19 5 1 16,19-5-1-16,0 0 1 16,19 7-1-16,-2-5 2 15,9 0-1-15,2-1 2 16,5 1 0-16,3-2-1 15,3 0 0-15,-3 0-1 16,-1-2 1-16,-6-1-1 16,-3 1 0-16,0 0-6 15,0-1-21-15,4 5-21 16,1-6-15-16,21 8 28 0,7-10 37 16</inkml:trace>
  <inkml:trace contextRef="#ctx0" brushRef="#br0" timeOffset="1076.58">23858 7310 160 0,'19'-24'52'0,"0"-1"-6"16,0-9-9-16,2-6-10 16,2-7-6-16,3-3-4 15,-4-4-1 1,1-1-6-16,0-4 3 15,-4-1-7-15,-4-1 1 0,-4-1-3 16,-8-1 3-16,-3-1-3 16,-3-1 0-16,-8-3 0 15,-4 2-4-15,-1-3 2 16,-5 3-2-16,-5 2 1 16,-2 4-4-16,-1 4 1 15,-4 6-2-15,-2 5 1 16,-5 4-2-16,2 6-8 0,-7 4-7 15,-4 3-2 1,2 4 0-16,-6 6-1 16,-3 3-1-16,-3 5 0 15,-5 4-2-15,0 5 5 0,-2 2 3 16,-5 6 1-16,-1 7-1 16,1 2 2-16,-3 10 2 15,-1 5 0-15,0 10 3 16,-3 10-5-16,0 9-5 15,5 6-6-15,0 12-6 16,6 7 13-16,9 8 20 16</inkml:trace>
  <inkml:trace contextRef="#ctx0" brushRef="#br0" timeOffset="6603.83">22211 10974 96 0,'101'-12'31'0,"-15"0"-5"15,-1 0-6 1,-6 0-6-16,-12 2-1 16,-10 3-6-16,-8-2-5 0,-6 4-2 15,-11 1 1-15,-6 3 1 16,-9-1 4-16,-17 2 0 16,0 0 1-16,-7 17-2 15,-15-3 3-15,-11 0-2 16,-9 3-1-16,-14 1-6 15,-8 2-11-15,-10-1-8 16,-17-5-9-16,-4 3-7 16,-11-8-5-16,-5 2 0 15,-12-6 0-15,-1 0 8 16</inkml:trace>
  <inkml:trace contextRef="#ctx0" brushRef="#br0" timeOffset="7312.56">21310 11109 96 0,'128'0'51'0,"3"-3"7"16,2-2 5-16,-4-6-6 15,1 4-3-15,-7-6-7 16,-3 1-7-16,-4-1-9 16,-8 0-11-16,-7-1-10 15,-11 3-6-15,-5-1-2 16,-17 0-3-16,-8 3 0 16,-11 1-1-16,-9 1 4 15,-14 2 7-15,-4 3 24 0,-22 2 7 16,16-4 0-16,-16 4 1 15,0 0-2-15,0 0 0 16,0 0-3-16,0 0-7 16,-23 6-23-16,23-6-7 15,-15 3 0-15,15-3 1 16,-14 0 1-16,14 0 0 16,0 0-1-16,-19 0 0 15,19 0 0-15,0 0 0 16,0 0-1-16,0 0 1 15,0 0-2-15,0 0 2 16,0 0 0-16,0 0 0 16,0 0-1-16,0 0 1 0,0 0 0 15,0 0-2-15,0 0 2 16,0 0-4 0,0 0-1-16,0 0-3 15,0 0-41-15,0 0-44 0,0 0-59 16,-9-15-14-16,9 15-14 15,-29-28 1-15,6 11 179 16</inkml:trace>
  <inkml:trace contextRef="#ctx0" brushRef="#br0" timeOffset="8188.99">21329 10393 173 0,'0'0'53'0,"0"0"3"16,0 0 1-16,-7-21 1 15,7 21-3-15,-3-16 1 16,3 16-3-16,-13-17 7 16,13 17 0-16,-10-15-7 15,10 15-11-15,-16-11-12 16,16 11-10-16,0 0-12 16,-17-3-19-16,17 3-34 15,0 0-25-15,0 0-18 16,0 0-29-16,-2 15-12 15,2-15 0-15,0 0-4 16,19-1 22-16</inkml:trace>
  <inkml:trace contextRef="#ctx0" brushRef="#br0" timeOffset="14779.05">19932 8880 26 0,'0'0'10'16,"0"0"-6"-16,0 0-19 16,0 0-9-16,26-12 24 15,-23-16 0-15,13-1 0 16</inkml:trace>
  <inkml:trace contextRef="#ctx0" brushRef="#br0" timeOffset="19028.09">21289 10403 173 0,'0'0'85'0,"0"0"-9"15,17-10-15-15,-17 10-15 0,13-21-27 16,-13 21-39-16,10-21-40 16,-10 21-33-16,0 0-25 15,4-26-18-15,-4 26 104 16</inkml:trace>
  <inkml:trace contextRef="#ctx0" brushRef="#br0" timeOffset="19904.36">22529 10924 17 0,'52'-2'7'16,"-11"1"-1"-16,-8-1 0 15,-10 2 5-15,-23 0-2 16,19 2-14-16,-19-2-4 16,-16 5-1-16,-6 0-3 15,-11-1-1-15,-9 1 10 0</inkml:trace>
  <inkml:trace contextRef="#ctx0" brushRef="#br0" timeOffset="23815.52">23126 10109 61 0,'-7'-35'38'0,"0"2"-2"16,-4-6 0-16,3-1 1 0,-6-2 4 16,-2 1 4-16,1-3 2 15,-8 1 7-15,0 3 4 16,-6-1-6-16,-1 4-5 15,-3 1-4-15,-1 3-3 16,-6-1-6-16,2 6-1 16,-8-5-6-16,-2 5-4 15,-1-1 1-15,-3 3 0 16,-7-2-1-16,4 2-3 16,-6 2 0-16,2 3-3 15,-5 0-4-15,-1 6 2 16,-1-2 2-16,-1 4-3 15,-1 0 0-15,0 4-4 0,-1 0 2 16,5 4-5-16,-4-2 3 16,5 4-7-16,-1-1-4 15,5 4-1-15,5-1 0 16,2-3 2-16,0 4-3 16,4-2 3-16,3 1-2 15,1-1-1-15,-1 2 0 16,3-4 0-16,6 4-1 15,-6 0-3-15,1 2-2 16,-5-4-21-16,7 6-3 16,-3-4 0-16,0 7-1 15,-3-5 1-15,5 6-2 0,-5-4 0 16,3 8-13-16,-1-5 18 16,5 3 6-16,-4 2-5 15,2 2-2-15,-1 2-5 16,6 1 0-1,-5 4 0-15,5-1 15 0,-1 5 2 16,-1 2-1-16,6 3 5 16,-2 6 3-16,-2 1 4 15,6 1 3-15,-1 5 3 16,-3 2-1-16,7 0 2 16,-1 3 0-16,0 1 1 15,3-2-1-15,2 3 1 16,3-2 0-16,3 2 1 0,2 1-1 15,2 1 1-15,5-2-1 16,0 0 1-16,5-2-1 16,-1 1 3-16,6-4 0 15,-3 0-1-15,2-2 0 16,5-1 5-16,0-1-5 16,-4 1 4-16,6-1 3 15,1 1-3-15,1-2 1 16,1 1-6-16,2-3 6 15,1 2-11-15,5-2 9 16,2-3-10-16,4 1 2 16,0 1-3-16,4-5 5 15,4 3-2-15,10 0 0 0,-2-2 1 16,10-2 1-16,0-4 0 16,8-1 1-16,3-1-1 15,5-1-1 1,3-3 3-16,0-4-1 0,7 0 1 15,-3-3-1-15,6 0 1 16,-1-4-1-16,2 1 1 16,3-6 0-16,2-2 0 15,3-4 0-15,-2-1 0 16,3-3-1-16,-1-2 1 16,-2-2-1-16,3 1 1 15,-6-3-1-15,2-1 0 16,-2 2 0-16,1-4 1 15,-4 0-1-15,1 0 1 0,-1-3-1 16,-8-1 0 0,5-4 0-16,-5 3 2 15,-6-4-2-15,0-3 0 0,-2 2 1 16,-6-3 0-16,-1 1-1 16,-1 0 1-16,-6 0 2 15,-7-2 8-15,-2-3 14 16,-8 5 16-16,-6-9 4 15,-2 6 12-15,-12-8-3 16,-1 1 10-16,-14-9-11 16,0 2-2-16,-7-4-19 15,-3 0-11-15,-6-1-10 16,0-1-8-16,-4-1-1 16,1 2-5-16,-4 1 3 15,0 0-3-15,1 2 1 16,-1-2-2-16,-3 4 2 0,4-2-1 15,-4 0 1-15,0 0-3 16,-4 2 4-16,-1 0 0 16,-6-2-2-16,-1 0 3 15,-2-2-4-15,-8 2 3 16,-1 0-3-16,-8 3 3 16,-9 3-6-16,-5 2-15 15,-11 9-40-15,-12 3-27 16,-6 11-21-16,-10 7-18 15,-10 7-9-15,1 10-15 16,-11-1 33-16</inkml:trace>
  <inkml:trace contextRef="#ctx0" brushRef="#br0" timeOffset="114319.64">23900 17599 42 0,'0'0'76'16,"12"-17"-21"-16,-12 17 3 15,0 0 20-15,14-19 25 16,-14 19 5-16,0 0 1 16,0-19-12-16,0 19-10 15,-7-18-15-15,7 18-14 16,-12-24-22-16,12 24-21 0,-18-28-12 15,10 11 0-15,-6 1 0 16,-2-1-4-16,1-4 3 16,-3 2-4-16,3 4 5 15,-8-4-5-15,4 3 8 16,-2 0-5-16,2 4 4 16,-7 0 0-16,3 4-2 15,-3-1-3-15,0 2 0 16,-5 4 0-16,2-1 0 0,-1 2 0 15,-3 4 0 1,5-2 0-16,-1 0 0 16,-1 2 0-16,8 1 0 15,-1 1 0-15,4-1 0 0,2-1 0 16,1 0 0-16,16-2 0 16,-19 5 0-16,19-5 0 15,0 0 0-15,0 0 0 16,0 0 0-16,0 0 0 15,-17 7 0-15,17-7 0 16,0 0 0-16,-19 8 0 16,19-8 0-16,-30 18 0 15,14-6 0-15,-6-2 0 16,3 4 0-16,-4 0 0 16,1 0 0-16,-4 1 0 15,3 1 0-15,-1 0 0 16,1-3 0-16,1 1 0 0,3 0 0 15,-4-4 0-15,7 4 0 16,-4-3 0-16,4-3 0 16,0 3 0-16,-3 1 0 15,2 2 0-15,1 0 0 16,1 5 0-16,-3 0 0 16,3 3 0-16,1 2 0 15,2 1 0-15,-1 2 0 16,3 4 0-16,0 2 0 15,1-3 0-15,2 3 0 16,0 1 0-16,4 3 0 16,-3 2 0-16,-1 1 0 0,4 0 0 15,-1 0 0-15,1 1 0 16,-1 1 0-16,3-2 0 16,-3 0 0-16,1-1 0 15,3-2 0-15,3-3 0 16,1 1-4-16,1-4-2 15,2-1-2-15,0-4 3 16,2-2-5-16,4-5 4 16,3-2 1-16,3-1 2 15,-2-2 0-15,6-1-1 16,0 0 1-16,3-3 0 16,3 0 3-16,2 1-1 15,2-3 0-15,0 1 0 0,2-4 1 16,5-1 0-16,2-3 0 15,3 1 1-15,0-2-1 16,4-2 0 0,3-3 0-16,-4-2 0 0,1 0 0 15,-4-3-1-15,0 0 1 16,-2-4-2-16,3-2 2 16,-8-1 0-16,-2 0 0 15,2-1 0-15,-1-1-1 16,-6 0 3-16,2 2-3 15,-7-2 2-15,0-2 1 16,-3 0-1-16,-4 0 5 16,-9 1-2-16,6 1 2 0,-9-4-2 15,3-1 2 1,-5 0-3-16,2 3 1 16,-3-3-2-16,3 1-3 15,-4-3 1-15,2 2-1 0,-1 0 1 16,-1 1 0-16,1-1 1 15,-1 1-1-15,-3 1 3 16,0-4-2-16,-3 0 1 16,-4 0 0-16,0-5-1 15,-5 2 1-15,-2-1-1 16,-2-3-2-16,-6 2 0 16,-1 2 1-16,1-1-1 15,-4-3-2-15,-4-1-25 0,-5-10-96 16,2-8-51-1,4 4-10-15,-6-11-4 16,6 4-5-16,-8-14 88 16</inkml:trace>
  <inkml:trace contextRef="#ctx0" brushRef="#br0" timeOffset="115218.4">20112 15638 78 0,'0'0'27'0,"0"0"-23"16,0 0-30-16,0 0-21 16,0 0 12-16,0 0 35 15</inkml:trace>
  <inkml:trace contextRef="#ctx0" brushRef="#br0" timeOffset="116523.21">20628 14890 377 0,'3'-38'148'16,"-6"-2"-11"-16,-2 0-16 15,1 7-27-15,-10-3-26 16,2 10-40-16,-7 3-23 16,-2 8-6-16,-1 8-3 15,-1 5-2-15,0 9 1 16,-3 7-1-16,4 14 1 15,-1 8-1-15,4 9-1 16,0 7 5-16,5 5 0 16,2 4 1-16,2-1-3 15,6-8 2-15,4-5-4 16,4-9 2-16,3-10-1 0,5-9 1 16,-12-19 0-16,29 12 2 15,-6-17 2-15,-4-9 0 16,5-7 4-1,-1-7-1-15,-1-6 2 0,1-3-3 16,-4-2 0-16,0-3-1 16,-5 4 2-16,-5 7-3 15,-2 5 0-15,0 7-3 16,-7 19-1-16,3-19 1 16,-3 19 1-16,0 0 1 15,5 27-2-15,2-4 1 16,4 3 1-16,1 5 3 15,7 4-2-15,-2 1 2 16,6 4-4-16,-1-7 1 0,-3-6 0 16,4-4 1-16,-4-9-1 15,-2-7-28 1,6-6-51-16,-4-7-35 0,0-13-14 16,7-2-5-16,-7-10 0 15,4-4-2-15</inkml:trace>
  <inkml:trace contextRef="#ctx0" brushRef="#br0" timeOffset="116771.22">21180 14741 209 0,'12'17'114'0,"2"4"2"15,1 5-10-15,3 2-7 16,-3 1-19-16,1-6-14 15,-2 1-9-15,-2-7-21 0,-12-17-32 16,19 23-4-16,-19-23 1 16,0 0-1-16,0 0 0 15,0 0-42-15,4-30-57 16,-11 8-40-16,10-1-16 16,-12-10-14-16,9 6-1 15,-6-15 57-15</inkml:trace>
  <inkml:trace contextRef="#ctx0" brushRef="#br0" timeOffset="117327">21452 14326 424 0,'-10'-19'150'0,"10"19"-25"15,-30-25-22-15,11 18-29 16,-3 9-24-16,-4 5-41 15,-4 3-13-15,-1 8-1 16,-2 3 3-16,-4 6 7 16,3 3-2-16,1 4 2 15,-2 6-6-15,6 0 3 16,3 5-3-16,3 3 4 16,4 4-5-16,8 4-3 15,5 3 0-15,2 3-1 16,8-2 3-16,6 3-2 0,6-4-1 15,6-4 0-15,4-7 1 16,7-8 3-16,5-9-2 16,2-8 1-16,9-7 2 15,3-13-1-15,2-8 3 16,5-9 0-16,0-9 0 16,-5-4 0-16,1-10 2 15,-6-4 1-15,-4-4 0 16,-9-7-1-16,-3-2-4 15,-10-5 3-15,-8 1-2 16,-8 0 1-16,-3 1 0 16,-11-2-4-16,-7 9 7 15,-8 5 0-15,-5 9 6 0,-4 6-4 16,-2 8 6-16,4 5-7 16,-6 8 4-16,9 6-1 15,0 3-9-15,9 5-66 16,-3-4-44-16,20-1-27 15,0 0-19-15,-15 2-2 16,15-2-6-16,19-19 3 16</inkml:trace>
  <inkml:trace contextRef="#ctx0" brushRef="#br0" timeOffset="117843.43">21919 14116 360 0,'0'0'131'16,"19"7"-16"-16,-8 9-18 16,-10 3-17-1,10 14-14-15,-8 5-15 0,6 12-28 16,-2 9-15-16,0 8-7 16,0 2 2-16,-2 2-4 15,6-1 4-15,-5-8-5 16,3-7 3-16,-2-8-4 15,0-11 1-15,-4-11 1 16,3-6 0-16,-6-19-2 16,7 15-1-16,-7-15 2 15,0 0 0-15,10-22 0 0,-3 3 0 16,-2-5 0 0,9-6 1-16,-2-1 1 0,6-5 1 15,1 1-3 1,3 0 1-16,8 1 2 0,4 10-2 15,6 3-1-15,6 9 2 16,-1 8 1-16,0 6 1 16,0 8 2-16,-5 8 1 15,-5 6-2-15,-13 4 2 16,-4 6 1-16,-18 1 0 16,-11 3-2-16,-15 0-1 15,-10 2 0-15,-10-2-3 16,-11-4 1-16,-5-4-2 15,-3-9-14-15,3-4-73 16,1-7-43-16,6-10-30 16,10-1-15-16,-1-13-2 15,13 7-10-15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35:05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4570 8889 195 0,'-46'-13'217'0,"13"-4"-18"15,2-5-76-15,-5-15-20 16,13 1-23-16,1-9-26 15,8-4-20-15,12-4-16 16,11 1-34-16,10 3 1 16,7 6-4-16,14 10 6 15,8 11 5-15,4 17 7 16,9 20 1-16,-2 27 0 16,5 22 4-16,-1 26-5 15,1 22 6-15,-5 20-6 0,-2 5 6 16,-4-2-7-1,-8-7 6-15,0-14-7 0,-9-21 3 16,-3-20-1-16,-2-28 2 16,2-29-1-16,0-23 0 15,2-24 2-15,5-23-2 16,2-22 2-16,6-13-1 16,8-9 1-16,5-1-3 15,1 4 2-15,9 12-2 16,7 22 2-16,-1 23-2 15,4 24 0-15,4 25 1 16,2 18-2-16,-2 18 2 16,6 7-2-16,-6 3 1 15,1-4-1-15,-4-6 1 16,-2-7 0-16,-2-12 0 0,-3-16 1 16,-4-14 0-16,-9-10 0 15,-1-7 0-15,-9-5 1 16,-3-2 0-16,-4 0 0 15,-5-2-2-15,-9 4 0 16,-2 3 0-16,-6 9 1 16,0 1-1-16,-6 6 0 15,-17 5 0-15,26-3 0 16,-26 3 1-16,16 3 0 16,-16-3 1-16,0 0-1 15,0 0 1-15,0 0-1 16,15 4 1-16,-15-4-2 15,0 0 1-15,0 0-1 0,-3-18 1 16,3 18-1-16,-12-24-1 16,-2 7 2-16,2-2-3 15,-8-2 2-15,-6-1 0 16,-3-3 0-16,-1 3 0 16,-4-2 0-16,4 5 0 15,1 1 0-15,3 3 1 16,3 3 0-16,7 5-2 15,16 7-1-15,0 0 2 16,0 0 0-16,0 0 0 16,32 3 0-16,-6 9 0 15,3 0 1-15,8 4 0 0,1 3 1 16,4 0-2-16,-3 2 0 16,3-2 1-16,0 0 0 15,-6-4 0-15,2-1 0 16,-5-2 0-16,-7-3 2 15,-3-4-1-15,-4 0 2 16,-19-5-1-16,19 7-1 16,-19-7 0-16,0 0 1 15,0 0 0-15,0 0-1 16,0 0 0-16,-19 23-1 16,7-6 2-16,-2 9-1 15,-2 12 1-15,-6 11-2 16,-8 11 2-16,-6 11-1 0,1 12 1 15,-6 9 0-15,-8 2-71 16,-3-1-98 0,-4 6-4-16,-15-16-5 0,3 2-2 15,-17-20-4-15</inkml:trace>
  <inkml:trace contextRef="#ctx0" brushRef="#br0" timeOffset="85010.28">10888 8506 97 0,'0'0'62'0,"10"-16"0"16,-10 16-5-16,0 0-1 0,0 0-5 15,0 0-3-15,0 0-10 16,0 0-7-16,0 0-6 15,0 0-5 1,0 0-8-16,0 0-7 0,0 0-8 16,0 0-1-16,0 0-2 15,0 0-1-15,0 0 0 16,0 0 1-16,0 0 0 16,4 20 2-16,-4-20 2 15,7 17 1-15,-7-17-2 16,12 21 2-16,-12-21-1 15,23 22 1-15,-23-22 2 16,29 23 3-16,-10-15 3 16,4 3 9-16,6-6 13 15,4-2 3-15,0-3 0 16,5 0 2-16,1-7 1 16,6 4-1-16,-2-7-3 0,6-1-8 15,-8 1-10-15,1-2-3 16,3 1-2-16,-1-1-2 15,-3 0-1-15,-4 2-2 16,-3-1 0-16,-4 1-1 16,-1 1-1-16,-6 2 0 15,-7 0 2-15,-16 7 4 16,22-10 4-16,-22 10 3 16,0 0 1-16,0 0-2 15,0 0-2-15,0 0-2 16,0 0-3-16,0 0-4 15,0 0-5-15,-15 16-2 16,15-16-1-16,-20 15 1 0,7-6 3 16,13-9 2-16,-32 19 0 15,11-9 0-15,-1-1-1 16,-1 0 1-16,-3-6-2 16,-3 0 2-16,1-1-2 15,-1-4 1-15,-1-1-1 16,1-4 1-16,-3 0 1 15,3-3 0-15,-1-1 0 16,-3 3-1-16,7-3 1 16,0 3 1-16,4 1 0 15,-1 0 1-15,4 2-2 16,0 1 1-16,5 1 0 16,14 3-1-16,-26-7 1 0,26 7-1 15,-19-5 0-15,19 5 1 16,0 0-1-16,-16-6 0 15,16 6-1 1,0 0 0-16,0 0 1 0,0 0-1 16,0 0-1-16,0 0 0 15,0 0-1-15,-3 16-1 16,3 0-1-16,3 1-2 16,4 4-4-16,-2 1 0 15,9 4-2-15,-2-2 1 16,6-3 0-16,4-5 5 15,4-6 1-15,2-5 4 0,9-5 4 16,1-5 3-16,2-7 4 16,8-4-1-16,1-4 1 15,6-3-1 1,-4-3 1-16,1 2-2 0,0-2 0 16,-3 2-3-16,-10 3 1 15,-4 5 0-15,-5 2 0 16,-11 6 0-16,-19 8 2 15,22-9-4-15,-22 9 0 16,0 0 0-16,-19 17-2 16,-3-6 0-16,-4 1-2 15,-7 2-1-15,-5 1-2 16,-4-1 5-16,-2-3-3 0,3 1 2 16,-4-4-1-16,6-1 1 15,3-1-1-15,3-6 1 16,2 0 1-1,1-2 0-15,4-5 1 0,4 0 0 16,-1-3 2-16,1-1-2 16,-4 1 1-16,3-1 1 15,0-1 0-15,3 2-1 16,4 1 0-16,0 4-1 16,16 5 0-16,-22-10 0 15,22 10 0-15,0 0-2 16,0 0-1-16,0 0-1 15,0 0 1-15,0 0-2 16,0 0 0-16,0 0-1 16,0 0-1-16,0 0 0 15,0 0 0-15,0 0 1 16,15 14 0-16,1-2 0 0,7 0 0 16,3 2 2-16,3-1 0 15,8 0-1-15,1-5 2 16,3 1 0-16,-1-6 0 15,-1-3 1-15,2-1-1 16,3-3 1-16,-10-1 0 16,3-2 2-16,-4-2-2 15,-9 2 0-15,2 1 0 16,-5 0 1-16,-21 6 1 0,22-7-2 16,-22 7 1-1,0 0 0-15,16-3-1 16,-16 3 0-16,0 0 1 15,0 0 0-15,0 0-2 0,0 0 1 16,0 0 1-16,0 0-2 16,0 0 1-16,0 0 0 15,0 0 0-15,0 0 0 16,0 0 0-16,0 0 0 16,0 0 0-16,0 0 0 15,0 0 1-15,0 0-1 16,0 0 2-16,0 0-1 15,0 0-1-15,0 0 1 16,0 0-1-16,0 0 1 16,0 0-1-16,0 0 0 15,0 0 0-15,0 0 0 16,0 0 0-16,0 0 0 0,0 0 0 16,0 0 0-16,0 0 1 15,0 0-2-15,0 0 0 16,0 0 0-16,0 0 2 15,0 0 0-15,0 0-1 16,0 0 1-16,0 0-1 16,0 0 1-16,0 0 1 15,0 0-2-15,0 0 0 16,0 0 0-16,0 0 0 16,0 0-1-16,0 0 1 15,0 0 0-15,0 0 0 16,0 0 0-16,0 0 0 15,0 0 1-15,0 0-1 0,0 0 2 16,0 0-7-16,0 0-93 16,0 0-34-16,0 0-37 15,0 0-4 1,30-2-7-16,-23-17 32 0</inkml:trace>
  <inkml:trace contextRef="#ctx0" brushRef="#br0" timeOffset="109718.7">10218 8674 27 0,'0'0'14'0,"0"0"-5"16,0 0 0-16,0 0 1 15,0 0 5-15,0 0 1 16,0 0 4-16,0 0 1 16,0 0 2-16,0 0-5 15,0 0 0-15,0 0-8 16,0 0-3-16,0 0-3 16,0 0-1-16,0 0-2 15,0 0-3-15,0 0 2 16,0 0 2-16,0 0 3 15,0 0 2-15,0 0 0 0,0 0 1 16,0 0 1 0,0 0 5-16,0 0 2 0,0 0 1 15,0 0-1 1,0 0 0-16,0 0 0 0,0 0 1 16,0 0-2-16,0 0-1 15,0 0-2-15,0 0 1 16,0 0-1-16,0 0-1 15,0 0-2-15,0 0-1 16,0 0-1-16,0 0 1 16,0 0-4-16,0 0 0 15,0 0-1-15,0 0 1 16,0 0-1-16,0 0 0 16,-14 3-1-16,14-3 0 15,0 0 0-15,0 0-6 16,0 0 1-16,0 0-1 15,0 0 1-15,0 0 0 0,0 0 0 16,-19 6-4-16,19-6 1 16,0 0 4-16,0 0-3 15,0 0-2-15,0 0-2 16,0 0-1-16,0 0-6 16,0 0-5-16,0 0-11 15,0 0-13-15,17-9-5 16,-17 9-4-16,0 0 2 15,19-10-3-15,-19 10 6 16,16-13 6-16,-16 13 18 16</inkml:trace>
  <inkml:trace contextRef="#ctx0" brushRef="#br0" timeOffset="168974.12">14387 10523 49 0,'0'0'24'15,"0"0"-3"-15,0-16 3 16,0 16 1-16,0 0 1 15,7-17-3-15,-7 17-3 16,9-18-2-16,-9 18 1 16,17-22-1-16,-17 22-1 15,20-24-7-15,-20 24-2 16,26-28-2-16,-7 12 1 0,-4 3-1 16,8-5-1-1,3 3 2-15,0-3-2 16,0 3 1-16,7-1 1 15,-2-1 0-15,2 0 0 0,4 1 1 16,-3 2-1-16,3-1 0 16,1 1 1-16,-2-4 1 15,3 5 1-15,2-5 1 16,3 4-1-16,-3 2-1 16,4-3 1-16,-3 3 0 15,5-2-3-15,-2 2 1 16,0-2-2-16,4 3 0 15,-4-1-1-15,4 0 1 16,-1 2 0-16,4-1 0 16,0 3 0-16,0-3 2 15,2 4 3-15,2-1 8 16,-1 3 12-16,-3-6 9 0,9 8-2 16,-9-8 1-16,7 6-3 15,-3-3-1-15,1 4-5 16,-1-3-6-16,3 2-15 15,-2 0-8-15,2 1-2 16,-2 1 1-16,2-1 0 16,0 1-1-16,2-1-1 15,-2 3 0-15,-2 1 1 16,2-2 0-16,-3 2 0 16,-1 0 0-16,3 0-1 15,1 0 1-15,-4 0 0 16,6 0-1-16,-5 0 0 15,4 0 2-15,3 0-2 0,-2 2 1 16,-2-1 0-16,5 1 0 16,-2 0 1-16,3 3 0 15,-3-1-1-15,-1 2 0 16,-2 1 0-16,2 2 1 16,-2 0 0-16,-2 3 0 15,2 0 0-15,0 2-1 16,2 1 1-16,1 4 0 15,2 2 1-15,1-2-2 16,-3 4 1-16,-1-1 0 16,5 4 1-16,-2 0-2 15,0 2 2-15,-5-2-2 16,0 2 1-16,6 4-1 0,-5 0 2 16,3-1-2-16,-4 2 1 15,-2 0-1-15,2 1 2 16,2 2-3-1,-6-1 7-15,1 3-7 0,-4 2 6 16,2 0 4-16,-2-2-10 16,0 2 9-16,-3 1-9 15,-1-1 9-15,-3 0-12 16,-1-2 13-16,-3 0-14 16,-2 2 5-16,-6-2 2 15,0 0-3-15,-2 2 3 16,-5 0-3-16,0-1 2 0,-4 0-2 15,1 0 3-15,-2 3-4 16,-2-2 3 0,-3 0-1-16,-3 1 2 15,0 1-2-15,-3-1 1 16,2 4 2-16,-5 0 2 0,0-2-2 16,-4 4 2-16,-1 0-2 15,2-4 3-15,-8 2-3 16,-1-2 2-16,2 2-5 15,-4-3 2-15,-4 3-2 16,-1-2 2-16,2 2-1 16,-9 0 2-16,3 2-3 15,-7 0 3-15,1-4-2 0,-1 0 2 16,-3-1-2-16,0-2 2 16,-3-2-2-16,3-2 1 15,-4-1-1 1,1-2 1-16,-3-2 3 0,-1-2-3 15,0-1 3-15,-1 1-4 16,1-4 3-16,-2 2-4 16,-2-4 4-16,-1-2-3 15,2-1 0-15,-6-1-2 16,2-1 1-16,2-1 1 16,0 0-1-16,-6-3 1 15,6 2 0-15,-2-2-1 16,-1 1 1-16,-1-3 0 15,0 4 0-15,2-4 0 16,-1 0 0-16,-1 0 0 16,-1 0 0-16,1-1 1 15,0-1-2-15,3 0 2 0,0-1-1 16,-2 1 0-16,-3-1 0 16,-1 0 0-16,0-2-1 15,0 0 1-15,0 0-1 16,-7-2 0-16,0 0 0 15,3-2 0-15,-3-1 1 16,-4 0-1-16,3-2 1 16,-6 2-1-16,3-2 1 15,-1-2 0-15,-2 2 0 16,0 2-1-16,-2-2 1 16,2 0 0-16,2 0 0 15,-2 1 0-15,0-1 0 16,1 2 0-16,-1-4 0 0,4 4 1 15,-3 0-1-15,6 0-1 16,0-1 2-16,0-2-1 16,0-1 0-16,4 2 1 15,-1 0-1-15,4-4 0 16,0 3 1-16,0-3 0 16,-1-1-1-16,6 0-1 15,2 0 2-15,-3-2 0 16,-3-4-1-16,3 3 0 15,2-5 0-15,-4 1 0 16,1 0 0-16,4 2 0 16,-2-4 0-16,6 2-1 15,-3 0 1-15,8 0 0 0,-3 0-1 16,6-1 1-16,4 1-1 16,4-2 1-16,3 1 1 15,15 13-2-15,-23-28 2 16,23 28-1-16,-14-30 1 15,14 13 1-15,-3-2-1 16,6 2 3-16,1-4-3 16,3-1 3-16,3-1-6 15,2-1 4-15,0 0-4 16,6-2 3-16,1 3-5 16,3-1 3-16,1 3-3 15,3 4 3-15,0-4 0 16,0 5 0-16,0 3 1 0,0-1-1 15,-3 2 1-15,-1 1-1 16,1 4 1-16,-9 0 0 16,-14 7 1-1,26-8-3-15,-26 8 1 0,0 0-1 16,0 0 1-16,0 0-2 16,0 0 0-16,0 0 0 15,0 0-1-15,-4 15 3 16,4-15 0-16,-26 25 1 15,9-8-2-15,-2 0 4 16,-4 7-3-16,-3-1 2 16,-3 3 4-16,-3 2-7 0,-1-2 6 15,1 1-5-15,-3-1 6 16,2 2-6 0,-5-4 5-16,-2 0-5 0,-2-3 2 15,4 0 0-15,-2-2 0 16,2-3 0-16,-2 1-2 15,5-3 1-15,2 0 1 16,4-4-1-16,3 0-1 16,6-3 1-16,5 0 0 15,15-7-1-15,-19 7 0 16,19-7 0-16,0 0 2 16,0 0 1-16,0 0 1 15,0 0 1-15,22-2-1 0,-6 2 0 16,3 0 1-16,0 4-1 15,5-1-2 1,-1 2 0-16,5 1-2 16,1 1 1-16,4 3-1 0,-3 0 1 15,1 1-3-15,5 3 3 16,3 1-1-16,1 4 0 16,1-1 0-16,1 2 1 15,3 3-1-15,4 1 1 16,3 4 0-16,-4-2 1 15,4 0-1-15,0 0 1 16,-3 0 0-16,0 0 1 16,-1-6-2-16,-8 1 2 15,-2-5-1-15,-5-1-1 16,-7-3 0-16,0-1 0 16,-10-3-1-16,-16-8-1 15,26 11 1-15,-26-11-1 0,0 0-5 16,16 8-89-16,-16-8-55 15,0 0-13-15,-16-34 1 16,0 8-5-16,-17-23 45 16</inkml:trace>
  <inkml:trace contextRef="#ctx0" brushRef="#br0" timeOffset="172277.99">9145 9050 51 0,'-14'-9'29'15,"14"9"4"-15,0 0 4 16,0 0 3-16,0 0 4 16,0 0 4-16,0 0-2 15,0 0-6-15,0 0-6 16,0 0-7-16,0 0-7 15,0 0-7-15,0 0-7 16,0 0-7-16,0 0-2 16,0 0 1-16,0 0 1 15,11 17 0-15,-11-17 1 16,26 14 2-16,-7-7 2 16,3 0-1-16,8-4-1 15,-1-1 2-15,6-5 0 0,-2-3 1 16,5 1 0-1,-8-3-1-15,3-1 0 16,-11 0-2-16,1 1 0 16,-7 1 2-16,-16 7 2 0,19-7 9 15,-19 7 15-15,0 0 8 16,0 0 0-16,0 0 0 16,0 0-1-16,-28 5-2 15,11 0-5-15,-6-1-9 16,-3 3-16-16,-5-1-6 15,-6 1-2-15,-1 2 1 16,-2 0 1-16,2 1 2 0,2-1-1 16,1-1 0-16,2-1-1 15,3 0 1 1,4 2 0-16,4-4 0 16,3 0-1-16,3-1 0 15,16-4 1-15,-23 5-2 0,23-5 1 16,0 0 1-16,0 0 0 15,0 0 0-15,0 0 2 16,0 0-1-16,0 0 1 16,23-5 1-16,-4 7 1 15,4 3-1-15,6 0-2 16,6 4 0-16,1-1 0 16,3 4 0-16,-3-1 0 0,2 1-1 15,-5-4 1 1,-3-1-1-16,-1-1 2 15,-10-3 0-15,-3 1 4 16,-16-4 1-16,22 3 2 0,-22-3 1 16,0 0 0-16,0 0 0 15,0 0 0-15,0 0-1 16,-19-5-4-16,19 5-4 16,-36-11-1-16,17 4 1 15,-7 1-2-15,-4-3 1 16,2 2-2-16,2-3 2 15,0 1-2-15,4 2 3 16,4 4-2-16,3-4 0 16,15 7-15-16,0 0-49 15,-19-12-29-15,19 12-36 16,15-11-28-16,4-8-14 16,14-3-10-16,-3-18 117 0</inkml:trace>
  <inkml:trace contextRef="#ctx0" brushRef="#br0" timeOffset="173818.67">9232 9122 7 0,'23'0'-4'15,"-4"-1"2"-15,-5-1 2 16,8-2 0-16,1 1 0 15,6-1 0-15</inkml:trace>
  <inkml:trace contextRef="#ctx0" brushRef="#br0" timeOffset="174390.05">9485 9088 18 0,'-13'10'5'15,"-3"-5"1"-15,-7 0-1 16,1 1-2-16,-8 2-2 15,1 1-2-15,-6 1 1 16,-1-3 1-16,1 2-2 16,5 0 1-16,1-3 0 15,10 1 0-15,1-1 0 16,18-6 1-16,-19 3-1 16,19-3 1-16,0 0-1 15,0 0 0-15,0 0-1 16,0 0 2-16,23-10-3 15,-6 4 1-15,2 3-1 0,4 0 1 16,6-1 0-16,3 1-1 16,-3-1 1-16,1 2 0 15,-1 2 1-15,-6 2-1 16,-4-2 1-16,-19 0 0 16,22 2 1-16,-22-2 4 15,0 0 0-15,0 0 1 16,0 0-1-16,0 0 1 15,-26 17 1-15,11-12 0 16,-4 1-1-16,1-1-3 16,-1-2-3-16,4 1 1 15,15-4-2-15,-23 3-2 0,23-3-2 16,0 0 1-16,0 0-1 16,0 0 1-16,16-2 0 15,-16 2 0-15,29-3 2 16,-13 1 1-16,3 1 1 15,-2-3-1-15,-1 4 1 16,0-3 0-16,-16 3-1 16,20-2 0-16,-20 2-7 15,0 0-15-15,16-2 12 16,-16 2 11-16,0 0 0 16</inkml:trace>
  <inkml:trace contextRef="#ctx0" brushRef="#br0" timeOffset="184386.15">33211 5818 336 0,'14'-19'159'15,"-6"0"-30"-15,-4 0-14 0,-4 19-10 16,-4-33-24-16,4 33-37 15,-22-19-42-15,3 12-2 16,-7 5-1-16,-4 6-4 16,-1 9-2-16,-9 6-2 15,-2 14-2-15,-3 9 4 16,-7 10 6-16,0 10-1 16,-3 16 1-16,-6 12-2 15,5 7 2-15,1 3-3 16,6 11-1-16,11 0 2 15,8 0 4-15,11-6-2 16,19-4 1-16,16-10 1 16,17-7 3-16,12-12-2 0,19-15 4 15,18-13-1-15,19-15-3 16,15-17 1-16,11-20 0 16,6-17-2-16,6-13 0 15,7-10 1-15,-4-20-7 16,-5-8 2-16,-13-7-3 15,-8-7 4-15,-15-5-3 16,-11-2 2-16,-12-4-2 16,-17 1 0-16,-21 8 6 15,-11 4-2-15,-17 7 8 16,-15 8-1-16,-20 9-2 16,-15 5 3-16,-24 11-2 15,-13 11 3-15,-15 6-3 0,-14 10 1 16,-16 11-8-16,-3 5 1 15,-8 8-2-15,-4 9 1 16,8 9-21-16,0-2-70 16,15 5-43-16,11 6-25 15,11-6-7-15,19 9-10 16,8-7-2-16</inkml:trace>
  <inkml:trace contextRef="#ctx0" brushRef="#br0" timeOffset="184763.9">33296 6119 253 0,'0'17'143'15,"-4"21"4"-15,-11 4-86 0,-8 8-46 16,-1 11 17-16,-4-1 17 15,2 3-8-15,0-11-4 16,7-2-1-16,9-16-5 16,10-6-5-16,0-28-7 15,33 16-9-15,1-27-8 16,6-6 0-16,9-9 0 16,3-7 1-16,2-10-3 0,-2-7-1 15,-4-6 0-15,-11-3-1 16,-6 4 5-16,-17 3-2 15,-7 5 3-15,-14 9-1 16,-16 17-26-16,-13 13-65 16,-6 16-48-16,-6 22-26 15,-11 5-16-15,10 13-6 16,-5-5 40-16</inkml:trace>
  <inkml:trace contextRef="#ctx0" brushRef="#br0" timeOffset="185385.81">34282 6638 409 0,'57'28'185'15,"-1"-7"-2"-15,-4 5-115 16,12 12-30-16,2 0 3 15,9 10-46-15,4 11 5 16,3 10-5-16,0 13 3 16,4 8-2-16,3 9-3 15,-6 6 3-15,2 4 2 16,-10 2 1-16,-7-2 0 16,-13-9 0-16,-17-8 3 0,-8-11 0 15,-14-11 3 1,-13-11-3-16,-6-11-53 15,-17-19-30-15,1-11-23 16,-3-22-11-16,-1-15-8 0,1-17 0 16,4-14 3-16,6-18 7 15,2-13 54-15,10-4 46 16,0-3 13-16,0 3 29 16,7 12 27-16,-7 2 27 15,3 18 31-15,-3 9-4 16,0 13-4-16,4 10-5 15,-4 21-8-15,0-15-11 16,0 15-19-16,12 17-28 16,2 0-35-16,-2 9-1 15,10 6-1-15,1 4 2 16,-1 7-1-16,5 0 4 16,-8 2-3-16,-2 0 6 0,-8-1-1 15,-15 1-2-15,-11-2 2 16,-12 2-1-16,-17 2 1 15,-21 8-8-15,-11 11-40 16,-16 1-44-16,-10 10-26 16,-6 6-14-16,-1 0-18 15,5 3-11-15,6-11-6 16,22-1 99-16</inkml:trace>
  <inkml:trace contextRef="#ctx0" brushRef="#br0" timeOffset="185782.59">34771 8631 330 0,'30'5'133'15,"-8"12"-21"-15,-6 16-17 16,-9 12-20 0,-2 19-15-16,-13 14-14 0,1 19-18 15,-6 10-28-15,3 9 1 16,3 7-4-16,7-2 1 15,7-5 0-15,12-7 2 16,11-17 3-16,15-14 2 16,14-21-1-16,12-15-2 15,7-25 3-15,9-15 1 16,1-20 0-16,3-18 0 16,-5-18-5-16,-4-13-1 0,-11-21 3 15,-8-13 2-15,-18-15 4 16,-14-10-8-16,-14-11-5 15,-20-1-3-15,-16 4 3 16,-21 10-1-16,-17 16 1 16,-18 20-3-16,-17 28-5 15,-21 23-70-15,-7 32-47 16,-6 34-31-16,-13 25-2 16,5 33-3-16,-8 16-5 15</inkml:trace>
  <inkml:trace contextRef="#ctx0" brushRef="#br0" timeOffset="186767.04">34869 6716 411 0,'8'-15'126'15,"-8"15"-15"-15,14-30-19 16,-14 30-20-16,19-27-27 16,-3 16-30-16,1 1-15 15,9 1 0-15,0 4-2 16,2 1-1-16,-2 6-1 15,-3 2 2-15,-1 4 0 16,-4 1 1-16,-18-9 1 16,12 26 1-16,-12-11 2 15,-9 5 0-15,-1 0 0 16,-6 5 2-16,-1-1 2 0,5 0-4 16,-4 0 1-16,2-1-5 15,2-3 3-15,8 0-8 16,4-20 7-1,4 24-9-15,-4-24 3 0,19 17-2 16,0-10 2-16,0-2 1 16,4 2-50-16,-2 0-63 15,-21-7-43-15,34 9 0 16,-34-9-15-16,23 10-1 16</inkml:trace>
  <inkml:trace contextRef="#ctx0" brushRef="#br0" timeOffset="186966.05">35112 7049 254 0,'0'0'79'16,"0"0"-46"-16,0 0-147 15,-14 17-20-15,-5-26 17 16,19 9 117-16</inkml:trace>
  <inkml:trace contextRef="#ctx0" brushRef="#br0" timeOffset="196470.33">30718 13093 454 0,'4'-36'176'0,"-1"5"-34"16,2 5-32-16,-5 0-25 0,4 10-30 15,-4 16-54-15,3-17-1 16,-3 17 0-16,0 0 0 16,-3 24 0-16,-1 5 0 15,3 13 0-15,-3 12 0 16,1 11 0-16,3 12 0 15,0 7 0-15,3 6 0 16,2-3 0-16,6-9 0 16,4-12 0-16,6-14 0 15,5-16 0-15,2-15 0 16,5-16 0-16,5-17 0 16,2-14-7-16,-2-14-1 15,7-7 3-15,-5-10 4 0,-1-5 0 16,-3-4 2-16,-5-1-1 15,-1 1 3-15,-8 10-3 16,-4 10 4-16,-6 6 3 16,-2 12-1-16,-6 9-5 15,-4 19-1-15,0 0 0 16,0 30 0-16,-4 2 0 16,1 7 0-16,6 7 0 15,1 3 0-15,8 3 0 16,3-2 0-16,6-7 0 15,5-8 0-15,2-8 0 16,2-11 0-16,3-6 0 16,-4-11 0-16,2-11 0 0,-5-6 0 15,4-11-4-15,-4-9-4 16,-3-11 2-16,-1-3 2 16,1-5 1-16,-4 2 1 15,-2 1 2-15,-1 6 1 16,-6 8 5-16,-1 12 1 15,-6 7-2-15,-3 21-1 16,0 0 0-16,4 28-4 16,-8 14 0-16,1 11 0 15,-2 22 0-15,1 13 0 16,4 19 0-16,-3 15 0 16,3 4 0-16,-4-1 0 15,4-6 0-15,0-10 0 0,0-17 0 16,0-16 0-16,0-17 0 15,0-19 0 1,0-25 0-16,0-15 0 16,-3-31 0-16,3-17 0 0,3-23 0 15,4-18 0-15,2-16 0 16,5-15 0-16,12-3 0 16,3 4 0-16,13 8 0 15,3 14-3-15,4 19 1 16,3 18 5-16,3 20-1 15,-1 21-2-15,-7 19 0 16,-5 14 0-16,-13 13 0 0,-6 13 0 16,-15 10 0-16,-13 9 0 15,-16 2 0 1,-13-1 0-16,-15-4 0 16,-7-6 0-16,-11-7 0 0,-1-5 0 15,2-13 0-15,5-10-28 16,16-4-89-16,9-11-40 15,10-14-17-15,26-4 0 16,7-14 1-16,22-5-4 16</inkml:trace>
  <inkml:trace contextRef="#ctx0" brushRef="#br0" timeOffset="197469.93">32556 13057 556 0,'30'-11'183'16,"-4"20"0"-16,-10 12-93 0,-16 12-79 16,-4 13-11-16,-8 13 0 15,-5 4 0-15,1 9 0 16,-3 1 0-16,0-7 0 16,5-6 0-16,5-16 0 15,9-11 0-15,9-11 0 16,-9-22-2-16,29 12-3 15,-6-22 1-15,3-4 0 16,0-7 1-16,4-3 0 16,-1-2 6-16,-1-2-2 15,-6 2 1-15,3 6 0 16,-10 4 3-16,1 4 0 16,-16 12-2-16,23 10-3 0,-13 9 0 15,-1 6 0-15,1 7 0 16,4-2 0-16,2 3 0 15,6-2 0-15,1-3 0 16,3-9 0-16,3-7 0 16,1-7 0-16,1-9 0 15,-1-4-3-15,-4-11-2 16,0-7 1-16,-7-7 7 16,-5-10 1-16,-9-4 1 15,-5-5-5-15,-9 0 0 16,-5 4 0-16,-1 4 0 15,-8 8 0-15,-3 10 0 16,-4 12 0-16,-3 16 0 0,2 15 0 16,-2 9 0-16,4 10 0 15,3 6 0-15,7 5 0 16,6 3 0-16,10-5 0 16,6-5 0-16,13-9 0 15,10-9 0-15,7-9 0 16,2-12 0-16,5-9-2 15,5-11-5-15,0-6 0 16,0-8 3-16,-3-1 0 16,-2-2 2-16,-2 3 0 15,-5 5 1-15,-11 5 4 16,-2 10 2-16,-20 13 0 16,26 0-1-16,-26 0 2 0,13 36-1 15,-11-7-4-15,5 8-1 16,0-1 0-16,2 0 0 15,5-3 0 1,1-3 0-16,8-10 0 0,-1-4 0 16,4-11 0-16,1-6 0 15,2-6 0-15,1-11 0 16,-4-2-7-16,0-6 2 16,-7 1 0-16,-4 3 4 15,-1 1 2-15,-5 4 1 16,-2 1-2-16,-7 16-1 15,0 0-1-15,0 0 1 0,10-15 1 16,-10 15 1-16,0 0-3 16,16-7 0-1,-16 7 2-15,19-7 3 16,-19 7 1-16,23-9-1 16,-6 2-2-16,-17 7 1 0,29-10-2 15,-13 3 0-15,0 2-14 16,-16 5-86-16,26-14-49 15,-9 7-20-15,-17 7-1 16,28-26-8-16,-18 3 1 16</inkml:trace>
  <inkml:trace contextRef="#ctx0" brushRef="#br0" timeOffset="199421.83">30611 11605 461 0,'3'-26'179'0,"-3"26"-10"15,0 0-77-15,10-23-34 0,-10 23-26 16,0 0-32-16,23 29 3 16,-16-1 3-16,2 12-5 15,-2 7 9-15,3 10-4 16,-5 3-5-16,6 3-3 16,-4-10 5-16,-7-2-5 15,1-12-3-15,-1-9 3 16,0-9 0-16,0-21 2 15,0 0 2-15,0 0 4 16,0 0 0-16,-1-28-5 16,2-7-1-16,3-8 0 15,-1-11 0-15,4-8 0 16,4-5 0-16,1 1-5 0,7 2-4 16,-2 7 4-16,9 10 1 15,2 14 0-15,2 16 5 16,6 17-3-16,-1 20 9 15,1 13-4-15,-5 18 2 16,-1 7-5-16,-8 13-1 16,-4 0 0-16,-9 2 3 15,-9-2-1-15,-4-12-6 16,-5-9 4-16,-1-10-1 16,1-12 5-16,6-13 1 15,3-15 0-15,0 0-2 16,0-28-1-16,8-6 1 15,6-15-1-15,9-11 0 0,-1-13-5 16,8-5-7-16,1 4 3 16,6 1 1-16,-8 9 2 15,6 10 0 1,-6 13 6-16,-3 15-4 0,-3 19 4 16,-4 19 1-16,2 14 5 15,-5 14 0-15,-1 13-1 16,-4 11 1-16,1 9-8 15,-2 2 2-15,-3-1 3 16,-2-5 3-16,-1-10-6 16,-4-9 0-16,3-10 0 15,1-12-4-15,3-13 0 0,-7-15 1 16,26-8-3-16,-7-18 0 16,7-14-3-1,7-10 3-15,-2-9-4 16,2-7 1-16,2-1 5 15,-2 6-5-15,-7 6 7 0,-4 13 1 16,-8 9 6-16,-14 33 1 16,16-12-2-16,-16 29 5 15,-4 18-5-15,-3 7 6 16,-1 8-7-16,-3 5 1 16,4 4-5-16,2-7-2 15,5-7 5-15,5-7-3 16,2-10-1-16,9-13-2 15,1-4 1-15,9-13-3 16,-3-8 2-16,3-6 1 16,0-12 0-16,0-8 6 15,-3-6 2-15,-4-8 1 0,-4-7-3 16,-11-2-5-16,-1 4-2 16,-10 3-3-16,-5 9-2 15,-7 10-3-15,-2 9 0 16,-6 11-2-16,0 12 6 15,1 11 4-15,4 9 5 16,1 2 8-16,5 7-2 16,6-1 3-16,10 1-1 15,10 1 0-15,10-3-4 0,12-8 2 16,7-4-7 0,16-4-2-16,4-3-3 15,9-5 1-15,3-6-1 16,4-1 2-16,-1-4 1 0,1-1 0 15,-4-4 0-15,-7-2 2 16,-8 1 1-16,-11-2-3 16,-8-2 3-16,-11 5-7 15,-7-4 4-15,-19 18-5 16,-7-15 6-16,-9 17 1 16,-10 6-2-16,0 9 2 15,-7 8-4-15,-2 4 7 16,2 9-5-16,4 2 6 15,6 0-4-15,11 0-1 16,5-2 1-16,11-7 1 16,4-5 3-16,13-5-3 15,5-9 2-15,2-7-2 0,5-5-1 16,0-12-2-16,2-7 1 16,1-11 0-16,-1-6 0 15,-2-12-5-15,-4-11 6 16,1-11-4-16,-4-9 1 15,-4-6 0-15,-2-3-1 16,-8-1-1-16,-2 6-1 16,-3 12 6-16,-7 13-8 15,-3 13 4-15,-1 10-2 16,-3 18 0-16,7 17 0 16,-15 26-1-16,1 12 2 15,5 17-3-15,-5 18 4 16,-2 15 4-16,1 14 3 0,1 12-1 15,-2 2 1-15,6-1 0 16,1-6 1-16,2-11 1 16,4-11 1-1,6-14-5-15,4-15 3 0,2-11-22 16,5-16-67-16,1-15-52 16,11-9-29-16,0-19-4 15,11 0-3-15,-6-16-3 16</inkml:trace>
  <inkml:trace contextRef="#ctx0" brushRef="#br0" timeOffset="200217.91">34282 11603 528 0,'-7'-35'196'16,"-3"-5"-29"-16,4 1-63 0,-11-10-76 15,1 6-28-15,-6 1 0 16,-4 4 0-16,-4 5 0 16,-3 7 0-16,-5 9 0 15,0 7 0-15,-6 10 0 16,-1 5-8-16,4 10-11 15,-1 4 0-15,2 7 5 16,5 0 2-16,6 4 1 16,3 1 4-16,12 0 1 15,9-1 4-15,5 1 0 16,12-2 3-16,10 2 6 16,8 0 1-16,8 4 3 15,6 0-1-15,4-1-2 0,9 3-2 16,-1 2-1-16,-4 1-2 15,0 2-8-15,-7-2 2 16,-8 3-2-16,-10-2 3 16,-9 4 1-16,-13 2 1 15,-7-2 0-15,-15 2 2 16,-9-6 0-16,-5-1 2 16,-9-3-2-16,-5-6 0 15,-4-12-3-15,4-9 0 16,0-10-2-16,5-10 0 15,5-11 5-15,9-12 6 16,3-8 3-16,13-10-3 16,3-7 4-16,14-3-2 0,7-5-8 15,9 2-2-15,3 0 0 16,12 0 0-16,3 5 0 16,3 4 0-16,4 5 0 15,-2 3-1-15,-5 7-5 16,-4 0-101-16,-3 9-61 15,-1 12-14-15,-14 0 3 16,-3 14-7-16,-16 5 1 16</inkml:trace>
  <inkml:trace contextRef="#ctx0" brushRef="#br0" timeOffset="202347.06">33846 13299 324 0,'21'-15'178'0,"-21"15"6"15,0 0-56-15,9 22-27 16,-9 2-30-16,7 13-34 16,-11 9-37-16,4 6 0 0,-3 4 0 15,-1-1 0-15,4-5 0 16,-3-6 0-16,3-12 0 15,0-7 0-15,0-25-7 16,10 15-1-16,-10-15-2 16,26-21 1-16,-10-1-2 15,1-7 2-15,9-3 9 16,0 0 0-16,2-1 2 16,2 3 0-16,-1 6 4 15,1 5 6-15,-4 12 3 16,0 10-6-16,-4 10-1 15,1 9-8-15,-4 4 0 16,0 3 0-16,4 1 0 0,-1 3 0 16,4-7 0-16,0-5 0 15,0-9 0-15,0-9 0 16,4-5 0-16,-1-8-10 16,-3-7 0-16,0-11 1 15,0-3 3-15,-3-6 5 16,3-1 1-16,-3-5-1 15,-4 3 2-15,-4 2 0 16,-1 2 3-16,-2 10 9 16,-5 3-3-16,0 8-3 15,-7 15-6-15,0-17-1 16,0 17 0-16,0 0 0 16,0 0 0-16,-21-2-5 0,21 2-5 15,0 0 4-15,0 0 4 16,0 0 2-1,0 0 3-15,0 0 4 0,0 0-1 16,0 0 1-16,0-18-7 16,0 18 0-16,11-25 0 15,-8 7 0-15,1-4 0 16,-4-6 0-16,3-1 0 16,-3 1 0-16,0 0 0 15,0 6 0-15,-3 1 0 16,-1 5 0-16,4 16 0 15,0 0 0-15,-15 6-8 0,8 16-2 16,-4 16 1-16,3 4 5 16,1 8 3-16,0 4 6 15,3 6 0-15,4 2-1 16,4-8 4 0,6-5 1-16,2-10-8 0,7-6-1 15,2-9 0-15,2-4 0 16,3-12 0-16,5-13 0 15,5-7 0-15,-1-9 0 16,2-3 0-16,-1-4 0 16,-1 0 0-16,-6 1 0 15,-6 4 0-15,-4 4 0 16,-19 19 0-16,14-21-4 0,-14 21-4 16,0 0 1-16,-21 21 0 15,9-5-1 1,-2 3 2-16,5 0 8 15,2 3 5-15,4 3 2 0,3-5 1 16,7-4-1-16,-7-16-6 16,29 16-3-16,-6-15 0 15,3-2 0-15,0-6 0 16,0-5 0-16,4-1 0 16,-3 0 0-16,-6 0 0 15,2 7 0-15,-4-3 0 16,0 7 0-16,0 7 0 15,4 1 0-15,3 4 0 16,3-1 0-16,4 4 0 16,2-2 0-16,1 1 0 15,-1 0 0-15,1-7 0 16,-6 2 0-16,-4-5 0 0,0 0 0 16,-7-8 0-16,-3-4 0 15,1-4 0-15,-8-5 0 16,1-2-45-16,-10-5-107 15,-3-8-14-15,-4 3-7 16,-9-6 3-16,2-1-5 16</inkml:trace>
  <inkml:trace contextRef="#ctx0" brushRef="#br0" timeOffset="202568.25">35190 12901 579 0,'15'-10'171'16,"4"-2"-1"-16,14-1-67 16,9 3-103-16,7 0 0 15,3 1 0-15,-4 0 0 16,1-1-3-16,-4 5-84 16,-5 0-48-16,-12-1-35 15,-2 10 1-15,-26-4-7 16,7 15 2-16</inkml:trace>
  <inkml:trace contextRef="#ctx0" brushRef="#br0" timeOffset="205924.07">29687 15354 506 0,'-22'5'154'16,"22"-5"-13"-16,-23 9-37 15,23-9-19-15,0 0-52 16,45 0-33-16,0-4 0 16,11-4-16-16,25-1-4 0,10-3 5 15,13 0 17-15,9 0-3 16,3-1 0-16,-5 3 0 15,-7 3 0 1,-21 2 2-16,-15 1-2 0,-19 3 2 16,-13 1 0-16,-13 0 3 15,-23 0-17-15,0 0-62 16,0 0-37-16,-23-26-21 16,8 7-7-16,-6-4-4 15,-2-6 12-15,-3-2-4 16</inkml:trace>
  <inkml:trace contextRef="#ctx0" brushRef="#br0" timeOffset="206253.68">30487 14938 365 0,'-19'-7'133'15,"19"7"-2"-15,-22-6-17 16,22 6-17-16,0 0-22 16,0 0-21-16,15 17-40 15,3-7-19-15,13 8 0 16,5 1 2-16,9 3-2 15,8 6 3-15,2-4-1 16,-1 4 2-16,1-1-1 16,-6 1 4-16,-12 0-1 15,-8-1 3-15,-13 5-1 16,-13 1 1-16,-13 6 1 16,-13 6 1-16,-12 4-2 0,-13 4 0 15,-11 3-4-15,-5-1 2 16,-6-1 0-1,2-6 1-15,8-6-4 16,4-14-53-16,14-8-56 0,13-9-41 16,10-22-16-16,19-4-1 15,9-22-4-15,20-2-1 16</inkml:trace>
  <inkml:trace contextRef="#ctx0" brushRef="#br0" timeOffset="206821.74">31267 15148 576 0,'27'10'173'0,"-9"-3"-1"16,-18-7-128-16,19 38-44 0,-9-8-1 16,-1 4 2-16,-2 8 1 15,0-1-1-15,-2 1 0 16,2-2 0-16,0-6 1 15,-4-4-2-15,6-9 0 16,-9-21-2-16,18 20 0 16,-18-20 0-16,15 4 1 15,-15-4 1-15,16-16 2 16,-16 16-2-16,21-31 3 0,-9 9 1 16,7-3-2-16,-2-4 0 15,6-2-2 1,3 1-2-16,0 1-1 15,2 3 2-15,1 5-2 0,-3 4 2 16,4 6 1-16,-1 8 0 16,2 5 0-16,-1 6 1 15,3 1 1-15,-4 3 0 16,3 2-2-16,1 0 1 16,-7-4-2-16,-4-1 1 15,-3-4 2-15,-19-5-2 16,23 2 1-16,-23-2-2 15,0-18 2-15,-5 3 0 16,-9-9 0-16,-2-8-1 16,-3-6 0-16,-3-3-1 15,1-4 2-15,-2 5-1 16,4 4 1-16,3 3-2 0,6 10 0 16,3 6-1-16,7 17-75 15,0 0-56-15,0 0-31 16,23 5-5-16,-23-5-2 15,33 11-2-15</inkml:trace>
  <inkml:trace contextRef="#ctx0" brushRef="#br0" timeOffset="206994.45">32268 15051 537 0,'19'-4'169'0,"4"1"-22"15,0 3-78-15,-4-2-92 0,-2-3-73 16,-17 5-35-16,26 2-21 16,-26-2-14-16,0 0 0 15,0 0-2-15</inkml:trace>
  <inkml:trace contextRef="#ctx0" brushRef="#br0" timeOffset="207180.48">32175 15279 403 0,'-21'14'170'16,"16"4"-9"-16,5-18-50 16,8 17-39-16,10-10-36 15,8-5-34-15,5-2-2 16,9-2-3-16,1-10-78 0,11-4-44 16,9-3-31-16,-5-12-11 15,11 0-3-15,-11-13-1 16</inkml:trace>
  <inkml:trace contextRef="#ctx0" brushRef="#br0" timeOffset="207409.25">33008 14758 529 0,'1'-26'174'0,"-1"26"2"15,0 0-82-15,0 0-89 16,-5 25-1-16,5 1 1 0,4 8-1 15,-8 13-2-15,8 10 0 16,-4 12-2-16,1 9 1 16,3 12 0-1,3 7 0-15,0 9-105 16,-7 8-58-16,-11 2-6 0,-4 12-2 16,-15-9-2-16,1 6-4 15</inkml:trace>
  <inkml:trace contextRef="#ctx0" brushRef="#br0" timeOffset="208642.12">29814 16952 232 0,'-30'1'146'16,"8"1"-16"-16,-4 0-12 15,3-4-11-15,8 4-10 16,15-2-11-16,-23-4-23 16,23 4-56-16,0 0-3 15,0 0 1-15,0 0-1 16,0 0 0-16,0 0-1 0,19-19-4 15,-3 17 1-15,3-1 1 16,7-2 1-16,7 0-2 16,8-4-1-1,18 0 2-15,6-5-1 0,13 4 0 16,3-4-2-16,3 0 1 16,1 1-1-16,-5-1 2 15,-2 2-1-15,-9 1 1 16,-8 3-2-16,-9 1 2 15,-7 0 0-15,-8 3 2 16,-6 2-1-16,-12 1 2 16,-2 1 2-16,-17 0-1 15,0 0-4-15,0 0-1 0,0 0 1 16,-29-24-3-16,6 10 0 16,-3-4-2-16,-3-2-2 15,-6-1 2-15,2-2 4 16,-4 3 0-16,3-1 0 15,-3 3 1-15,3 3 2 16,1 1 1-16,0 4 1 16,7 1-1-16,3 4-3 15,4 1 1-15,19 4 2 16,-19-5 1-16,19 5-2 16,0 0 0-16,0 0 0 15,22 21-2-15,-6-11 1 16,7 6 0-16,1-1-2 0,7 5-2 15,2 0 1-15,9 1 0 16,-2 0-1-16,5-4 1 16,-3 0 0-16,-1 1 1 15,-1-3 0-15,-2-1-1 16,-5-3 1-16,-10-3 0 16,-4-1 4-16,-19-7-1 15,22 11-2-15,-22-11 0 16,0 0 1-16,4 19-2 15,-11-2 0-15,-5 2 0 16,-4 9-2-16,-5 5-1 16,-1 8 3-16,-4 4 0 0,-5 5 2 15,-2 0-2-15,0-1 3 16,3-2-1-16,2-6 2 16,6-8-1-16,1-3 3 15,5-10 0-15,16-20-2 16,-12 21-1-16,12-21 0 15,0 0-3-15,0 0 2 16,0 0-1-16,19-14-3 16,-3 6-85-16,3-8-55 15,4-8-22-15,10 0-6 16,-1-11 3-16,10 2-7 16</inkml:trace>
  <inkml:trace contextRef="#ctx0" brushRef="#br0" timeOffset="209414.09">31510 16572 561 0,'0'0'213'16,"-33"-19"-1"-16,33 19-175 16,-19-12-37-16,19 12 0 15,-14 19 0-15,10 11 0 16,3 8 0-16,-3 10 0 16,4 11 0-16,4 9 0 15,-3 1 0-15,6-2 0 0,0-3 0 16,5-12 0-16,-5-10 0 15,4-11 0-15,-6-10 0 16,-5-21 0-16,14 19 0 16,-14-19 0-16,0 0 0 15,15-30 0-15,-8 4 0 16,4-6 0-16,-3-8 0 16,6-5 0-16,2-4 0 15,3 3 0-15,-2 2 0 0,6 6 0 16,-4 7 0-1,0 9 0-15,0 6 0 16,0 6 0-16,2 10 0 16,-5 7 0-16,3 8 0 0,0 9 0 15,2 6 0-15,1 6 0 16,1 4 0-16,3 1 0 16,-3-2 0-16,-4-5 0 15,0-6 0-15,-5-6 0 16,-2-6 0-16,-12-16 0 15,19 10 0-15,-19-10 0 16,0 0 0-16,10-29 0 16,-3 5 0-16,-3-9 0 15,1-7 0-15,-2-12 0 16,4-2 0-16,-3-4 0 16,3 4 0-16,-2 5 0 15,-2 8 0-15,1 8 0 0,-1 9 0 16,-3 24 0-16,0-23 0 15,0 23 0-15,0 0 0 16,0 0 0-16,0 0 0 16,0 0 0-16,0 0 0 15,0 0-13-15,0 19-115 16,0-19-32-16,7 19-13 16,-7-19-9-16,23 28 2 15,-23-28-2-15</inkml:trace>
  <inkml:trace contextRef="#ctx0" brushRef="#br0" timeOffset="210278.3">32206 16714 531 0,'0'0'169'0,"0"0"-23"16,17 4-35-16,-17-4-60 16,19-19-50-16,0 10-2 15,11 0 2-15,5-1-2 16,4 1-2-16,3 1 0 15,0-1 1-15,-2 6 0 16,-11-1 0-16,-1 11-76 16,-28-7-34-16,14 24-24 15,-21 4-9-15,-16 1-1 16,1 10 9-16,-8 0 17 16,-3-2 28-16,-1 3 103 0,-3-6 83 15,2-1 44-15,6-10 10 16,3-4-1-16,7-7-9 15,3-5-21 1,16-7-22-16,0 0-32 0,0 0-43 16,0 0-23-16,23 0 0 15,-1-9 3-15,10-1 1 16,4-4-1-16,6-4 0 16,3-2-1-16,3-6-5 15,4 0-39-15,-6-7-25 16,0 2-9-16,-4-4 0 15,0 2 6-15,-9 0 15 16,2 2 41-16,-9 2 16 0,0-1 43 16,-4 6 26-1,-8 0 10-15,2 8-1 16,-9 1-1-16,-7 15-16 16,0 0-36-16,0 0-14 0,0 0-3 15,0 0 1-15,-16 33-2 16,6-9-6-16,3 9 0 15,0 5 0-15,-2 5 0 16,6 2 0-16,-1 3 0 16,4 3 0-16,4-3-4 15,6 4 3-15,6 0-3 16,3-2 2-16,7-3-1 16,0-2 1-16,3-5 0 15,1-2 1-15,4-7-3 16,-1-7 0-16,0-6 0 15,-1-8 3-15,1-8-1 16,-4-6 0-16,-1-6 0 0,1-7 2 16,-6-9 2-16,-2-6-1 15,-6-6 3-15,-2-7-3 16,-6-7 4-16,-4-3-3 16,-6-4 4-16,-1-1 0 15,-8 1 5-15,-2 5-11 16,-5 4 0-16,0 8 0 15,-4 4 0-15,1 11 0 16,-8 4 0-16,1 7 0 16,-1 8 0-16,-8 3 0 15,-7 6-25-15,-11 1-146 16,-11-9-18-16,-5-2-12 16,-20-20 2-16,6 1-1 0</inkml:trace>
  <inkml:trace contextRef="#ctx0" brushRef="#br0" timeOffset="-214669.67">29843 18421 695 0,'0'0'194'0,"-7"-17"-60"15,7 17-134-15,0 0 0 16,4 21 0-16,3 10 0 15,-2 14 0-15,-2 17 0 16,4 9 0-16,-3 14 0 0,-1 0 0 16,-3 1 0-16,0-4 0 15,-3-11 0-15,-1-14 0 16,-3-12 0-16,1-14 0 16,6-31 0-16,0 0 0 15,0 0 0-15,-16-30 0 16,12-16 0-16,4-10 0 15,-3-15 0-15,6-7 0 16,-3-5 0-16,4 0 0 16,3 4 0-16,2 13 0 15,1 10 0-15,0 17 0 16,3 11 0-16,-13 28 0 16,32 0 0-16,-12 24 0 0,2 14 0 15,1 11 0-15,6 10 0 16,-3 8 0-16,7 6 0 15,-5-2 0-15,2-2 0 16,-8-10 0-16,-3-9 0 16,-5-10 0-16,-2-12 0 15,-1-11 0-15,-11-17 0 16,0 0 0-16,19-37 0 16,-16-1 0-16,4-12 0 15,2-10 0-15,-2-6 0 16,3-7 0-16,2 0 0 15,2 8 0-15,2 8 0 16,-4 8 0-16,2 13 0 0,-2 12 0 16,-12 24 0-16,17-16 0 15,-17 16 0-15,19 31 0 16,-8 2 0-16,1 10 0 16,2 11 0-16,-2 12 0 15,4 10 0-15,1 7 0 16,-1 3 0-16,-6 3 0 15,2 1 0-15,-1-5 0 16,-3-9 0-16,-1-14 0 16,0-17 0-16,9-14 0 15,-16-31-21-15,29-7-27 16,-13-29 11-16,7-14 19 0,3-14 8 16,-4-7 11-16,8-4 8 15,-8-1 16-15,4 9 6 16,-10 8 2-1,5 12-11-15,-9 14-15 16,-2 12-1-16,-10 21-6 0,0 0 0 16,0 0 0-16,0 38 0 15,-10-1 0-15,6 10 0 16,-1 1 0-16,2 4 0 16,6 0 0-16,-1-4 0 15,8-4 0-15,1-15 0 16,8-8 0-16,0-11 0 15,7-10 0-15,-3-10 0 0,3-9 0 16,0-9 0-16,-4-8 0 16,-6-6 0-16,-2-5 0 15,-11 1 0-15,-3-1 0 16,-7 9 0-16,-8 0 0 16,-6 10 0-16,-2 6 0 15,1 11 0-15,-4 3 0 16,7 6 0-16,3 0 0 15,16 2 0-15,0 0 0 16,0 0 0-16,0 0 0 16,0 0 0-16,19-10 0 15,0 1-3-15,4 6-13 16,-1-1 10-16,1 2 10 0,-2 6 8 16,-2-1-3-1,0 9-9-15,-4 6 0 0,-1 8 0 16,-2 5 0-1,-1 5 0-15,1 2 0 0,5 2 0 16,-1 2 0-16,7-8 0 16,-1-3 0-16,4-6 0 15,7-8 0-15,0-12 0 16,2-7 0-16,3-10 0 16,-1-8 0-16,-1-8 0 15,-5-8 0-15,-1-4 0 16,-8-5 0-16,-3 0 0 15,-12 3 0-15,-7 8 0 16,-10 1 0-16,-6 10 0 0,-13 8 0 16,-2 9 0-1,-6 5 0-15,-1 9 0 16,1 1 0-16,3 1 0 0,4 4 0 16,8-3 0-16,22-11 0 15,-23 12 0-15,23-12 0 16,0 0 0-16,19-5 0 15,0-8 0-15,7 1-3 16,4-3-10-16,1-1 10 16,6 2 4-16,-1 0 1 15,6 7 2-15,-1 6 2 16,4 8 0-16,-5 5-6 16,2 12 0-16,-4 7 0 15,-5 9 0-15,-3 2 0 16,-8 6 0-16,-11-1 0 15,-3-1 0-15,-11-6 0 0,-1-3 0 16,-4-11 0-16,1-6 0 16,7-20 0-16,-19 14 0 15,19-14 0-15,-7-27 0 16,14 4 0-16,5-12 0 16,5-1 0-16,9-7 0 15,5-2 0-15,6-2-2 16,8 2-2-16,0 4-1 15,0 1 3-15,-1 5-1 16,-3 4 1-16,-8 3 1 16,-5 7 2-16,-7 8 2 15,-21 13 12-15,12-16-15 16,-12 16 0-16,0 0 0 0,-26 5 0 16,26-5 0-16,-29 16 0 15,13-2 0-15,0 5 0 16,2 5 0-16,2 7 0 15,2 2 0-15,6 7 0 16,4 5 0-16,7 3 0 16,9-3 0-16,10 2 0 15,4-9 0-15,11 0 0 16,3-10 0-16,9-6 0 16,-4-11 0-16,10-10 0 15,-7-14-98-15,4-13-68 16,1-9-7-16,-5-17 3 0,4-3 0 15,-11-15 0-15</inkml:trace>
  <inkml:trace contextRef="#ctx0" brushRef="#br0" timeOffset="-214055.35">32997 18482 734 0,'11'34'190'0,"-6"8"-91"16,-5 6-99-16,7 8 0 15,0 3 0-15,0 1 0 16,-7 1 0-16,2-6 0 16,1-12 0-16,-3-6 0 15,0-16 0-15,0-21 0 0,0 0 0 16,0 0 0-16,3-37 0 16,4-4 0-16,6-8 0 15,0-11 0 1,13 1 0-16,-3-2 0 0,10 6 0 15,-2 5-4-15,2 10 5 16,-3 16 2-16,-4 10-3 16,0 19 0-16,-7 10 0 15,-3 15 0-15,-9 6 0 16,-1 9 0-16,-6 2 0 16,0 1 0-16,-6-3 0 15,-1-5 0-15,-2-9 0 16,2-5 0-16,7-26 0 0,-17 16 0 15,17-16 0 1,-2-24 0-16,7-4 0 16,2-10 0-16,9-7 0 15,-2-7 0-15,12 4 0 0,-4-1 0 16,13 4 0-16,-6 9 0 16,4 10 0-16,-3 12 0 15,1 10 0-15,-5 13 0 16,0 7 0-16,-3 11 0 15,-6 8 0-15,-1 8 0 16,-2 2 0-16,1 7 0 16,-3 0 0-16,2-2 0 15,-2-3 0-15,2-9 0 16,-5-5 0-16,-2-12 0 16,7 0-41-16,-14-21-99 15,0 0-28-15,19-21-14 16,-10-7-1-16,4-3-2 0,-4-14 62 15</inkml:trace>
  <inkml:trace contextRef="#ctx0" brushRef="#br0" timeOffset="-213445.86">34077 18300 421 0,'10'-29'176'0,"-8"13"-17"16,-2 16-18-16,0-24-15 15,0 24-126-15,0 0 0 16,0 0 0-16,0 0 0 16,-15 46 0-16,2-4 0 15,6 15 0-15,-3 14 0 16,1 12 0-16,2 11 0 15,-3 6 0-15,1-1 0 16,2-4 0-16,0-7 0 16,2-13 0-16,-2-11 0 0,0-16 0 15,11-12 0-15,-4-36 0 16,0 0 0 0,22-8-119-16,-3-25-76 0,11-12-6 15,6-9 4-15,10-6 6 16</inkml:trace>
  <inkml:trace contextRef="#ctx0" brushRef="#br0" timeOffset="-213123.01">34749 18497 636 0,'19'-14'205'16,"-19"14"-35"-16,9-15-158 15,-9 15-12-15,-28-5 0 0,7 8 0 16,-7 9 0-16,-5-1 0 15,-3 4 0 1,-2 9 0-16,-4 9 0 16,5 9 0-16,-1 1 0 0,9 4 0 15,10 1 0-15,8 4 0 16,11-5 0-16,23-4 0 16,10-8 0-16,19-7 0 15,16-11 0-15,17-7 0 16,17-13 0-16,13-13 0 15,11-8 0-15,3-5 0 16,-6-15-31-16,0-2-128 16,-19-3-9-16,-22-8-9 0,-21-2-5 15,-39-8 3-15</inkml:trace>
  <inkml:trace contextRef="#ctx0" brushRef="#br0" timeOffset="-210766.62">27045 14961 293 0,'0'0'136'0,"0"0"-10"15,0 0-16-15,0 0-14 16,0 0-14-16,-7 21-11 15,7-21-17-15,19 7-36 16,4-2-16-16,3-4-3 16,14 3 2-16,8-2-1 15,5-1 1-15,4-2-2 16,-2-1 0-16,6-2-1 16,-9 1 0-16,-3 1 1 15,-13 1-1-15,-6 1 2 16,-15 0 0-16,-15 0 1 15,0 0 0-15,0 0 1 16,-33 12-2-16,-5-5 1 0,-7 1 1 16,-10 1-1-16,-10 5-2 15,-4 0 0-15,1-1 0 16,4 3 1-16,8-4-1 16,11-1-1-16,12-5 1 15,14-2-1-15,19-4 1 16,0 0-1-16,26-10 2 15,12 3-2-15,9-5 2 16,7 1 0-16,12 1 2 16,2-2-2-16,3 1 1 15,-3 3 1-15,-2 1-1 16,-6 1 0-16,-11 3 1 16,-13 3-1-16,-10 0 0 0,-10 2 1 15,-16-2 1-15,0 0 1 16,0 0-5-16,-19 15-119 15,-7-25-50-15,7 5-11 16,-21-25-6-16,2-4-1 16,-18-25 42-16</inkml:trace>
  <inkml:trace contextRef="#ctx0" brushRef="#br0" timeOffset="-209960.25">21001 15201 171 0,'0'0'175'16,"0"0"-10"-16,0 0-60 15,23-12-14-15,3 4-8 16,7 3-5-16,12-9-23 16,14 2-29-16,12-2-29 15,9 0 1-15,5 0 3 16,5 0-1-16,-1 2 0 15,-3 0-2-15,-14 3 4 0,-10 6-3 16,-17-1 3-16,-12 6-1 16,-33-2 0-16,12 21-1 15,-34 0-103-15,-20 13-62 16,-27-1-6-16,-15 14-13 16,-35-4-1-16,-19 16 46 15</inkml:trace>
  <inkml:trace contextRef="#ctx0" brushRef="#br0" timeOffset="-175982.88">30633 12671 139 0,'-22'-7'63'0,"22"7"13"15,0 0-2-15,0 0 7 16,0 0 5-16,0 0 7 15,0 0-12-15,17 3-5 16,2 1-11-16,-3-6-14 16,13 4-5-16,1-4-13 15,15 0-19-15,10 1-12 16,10-5-1-16,13 1 0 16,8-2 3-16,12-1-2 0,13-1 2 15,9-1-2-15,10-3 2 16,12 1-6-16,11 0 7 15,8 2-7-15,8-1 5 16,6 5-6-16,4-1 4 16,1 1-3-16,3 3 5 15,-8 0-1-15,-7 1 1 16,-10-2-2-16,-9 3 0 16,-15 1 1-16,-14 0 0 15,-19 0-1-15,-15 0-1 16,-16 1-1-16,-16 1 0 15,-18 2 0-15,-6-3 0 16,-15-1-1-16,-15 0-2 0,19 4-104 16,-19-4-74-16,-22-18-6 15,-1 6-10-15,-25-19 4 16,-8 7 62-16</inkml:trace>
  <inkml:trace contextRef="#ctx0" brushRef="#br0" timeOffset="-174806.78">27028 21357 458 0,'-31'15'214'16,"1"-9"-47"-16,11 4-43 16,-7-12-64-16,26 2-60 0,-26 2 0 15,26-2 0-15,0 0 0 16,0 0 0-16,-4-22 0 16,20 13 0-16,3-5 0 15,11 0 0-15,10 0 0 16,5 4 0-16,10 6 0 15,-1 8 0-15,-2 8 0 16,-7 7 0-16,-5 12 0 16,-14 6 0-16,-14 9 0 0,-12 6 0 15,-12 2 0-15,-10-4 0 16,-11 2 0 0,-9 0 0-16,-3-4 0 15,-4-4 0-15,1-8 0 0,4-8 0 16,6-9 0-16,5-5 0 15,14-6 0-15,19-8 0 16,0 0 0-16,0 0 0 16,26-24 0-16,12 14 0 15,11-1 0-15,10 8 0 16,12 3 0-16,11 5 0 16,1 7 0-16,5 11 0 0,-1 3 0 15,-9 7 0-15,-6 1 0 16,-13 6 0-1,-18 0 0-15,-11 3 0 16,-22 0 0-16,-16 1 0 16,-15-5 0-16,-13 3 0 0,-16-2 0 15,-9-4 0-15,-10-5 0 16,-4-5 0-16,4-5 0 16,-11-19-27-16,18-1-129 15,2-16-16-15,13-11-11 16,14-16 1-16,14-10-3 15</inkml:trace>
  <inkml:trace contextRef="#ctx0" brushRef="#br0" timeOffset="-174326.58">28140 21310 602 0,'27'24'185'16,"-8"8"-43"-16,0 19-66 15,-9 7-58-15,1 18-18 16,-3 7 0-16,3 5 0 16,-8 2 0-16,2-9 0 15,-1-8 0-15,-1-11 0 16,-3-15 0-16,4-17 0 15,-4-15 0-15,0-15 0 16,0 0 0-16,-7-29 0 0,3-4 0 16,-8-16 0-16,2-11 0 15,-6-15 0-15,0-8 0 16,3-5 0-16,-6-5 0 16,6-1 0-16,-1 8 0 15,8 9 0-15,2 13 0 16,4 11-2-16,7 11-2 15,3 9 4-15,6 9-3 16,7 7 4-16,6 5 0 16,4 3 1-16,2 2 3 15,1 7-5-15,-1 7-23 16,-9-4-69-16,0 15-51 16,-7 6-34-16,-15 4-15 0,-1 10-5 15,-15 0-1-15</inkml:trace>
  <inkml:trace contextRef="#ctx0" brushRef="#br0" timeOffset="-173731.93">28111 21753 470 0,'-4'18'198'16,"4"-18"0"-16,40 17-68 15,-10-31-103-15,19 0-27 16,11-5 0-16,11-9 0 15,8-4 0-15,6-5 0 16,1-4 0-16,1-4 0 0,-5 0 0 16,-4 1 0-16,-14-2 0 15,-8 2 0-15,-11 6 0 16,-9 4 0 0,-10 8 0-16,-7 5 0 0,-19 21 0 15,19-21 0-15,-19 21 0 16,-6 16 0-16,0 3 0 15,-1 10 0-15,0 9 0 16,1 9 0-16,0 10 0 16,6 5 0-16,0 4 0 15,6 3 0-15,0-4 0 16,5-7 0-16,-4-7 0 16,1-12 0-16,-4-9 0 0,3-8 0 15,-7-22 0-15,0 0 0 16,0 0 0-1,-23-38 0-15,9 2 0 16,-1-13 0-16,1-13 0 0,-5-14 0 16,3-5 0-16,2-8 0 15,6 3 0-15,8-1 0 16,8 8 0-16,10 4 0 16,4 11 0-16,4 9 0 15,9 10 0-15,5 7 0 16,2 6 0-16,-1 8 0 15,-1 7 0-15,-2 5 0 16,-1 8 0-16,-6 4 0 16,-5 16-62-16,-9 6-107 15,-11 8-22-15,-6 10-20 16,-12-1 1-16,-2 8 31 0</inkml:trace>
  <inkml:trace contextRef="#ctx0" brushRef="#br0" timeOffset="-173498.63">29097 21473 582 0,'19'5'189'0,"7"-15"-45"16,7 1-87-16,9-5-43 15,6-1-14-15,8-3 6 16,8 3 3-16,2-1-2 15,2-1-3-15,-1 8-63 0,-11-3-52 16,-11 9-52-16,-7 6-20 16,-24 0-10-16,-7 13 2 15,-24-2 80-15</inkml:trace>
  <inkml:trace contextRef="#ctx0" brushRef="#br0" timeOffset="-172470.51">26818 23008 504 0,'26'12'187'16,"15"-24"4"-16,31-12-94 16,20-5-111-16,27-4 14 15,17-5 0-15,24 0 2 16,17-6 0-16,8-1 0 16,13-3-3-16,0-6 2 15,9-1-1-15,-6-4 2 16,0-5 2-16,-6-5-5 15,-11-6 3-15,-9-3-1 0,-8-7 1 16,-13-3-3-16,-13-7 2 16,-16-5-3-16,-14-1-5 15,-14-3 8-15,-19-1-2 16,-17-1 2-16,-12 1 2 16,-20 2 0-16,-13 6 16 15,-22 2 6-15,-7 7-25 16,-17 0 0-16,-5 12 0 15,-17 1 0-15,-10 11 0 16,-15 3 0-16,-4 10 0 16,-13 2 0-16,-7 11 0 15,-10 7 0-15,-8 1 0 16,-13 10 0-16,-5 2 0 0,-6 6 0 16,-10 5 0-16,-5 6 0 15,-5 2 0-15,-5 6 0 16,0 5 0-1,-4 6 0-15,3 1 0 0,-3 7 0 16,1 5 0-16,6 7 0 16,-2 5 0-16,9 4 0 15,2 8 0-15,7 9 0 16,3 2 0-16,10 7 0 16,6-1 0-16,14 6 0 15,5 2 0-15,8 8 0 16,11-1 0-16,9 5 0 15,8 1 0-15,13 6 0 0,8 1 0 16,7 2 0-16,13-1 0 16,4-1 0-1,14-3 0-15,9-2 0 16,7-1 0-16,7-6 0 0,9 0 0 16,10-3 0-16,11-2 0 15,4-7 0-15,11-5 0 16,9-3 0-16,5-8 0 15,14-6 0-15,5-9 0 16,5-5 0-16,7-9 0 16,8-7 0-16,2-6 0 15,6-6 0-15,0-9 0 16,5-3-3-16,-2-5-2 16,0-9 1-16,4-2 2 15,3-4-1-15,1-10-1 16,-1-3 2-16,0-3-1 0,4-7 1 15,-4-6-1-15,0 1 3 16,-6-6-4-16,-6 4 2 16,-5 3-3-16,-13 4-112 15,-11 5-64-15,-26-2-15 16,-11 14-2-16,-30-2-7 16,-4 9 122-16</inkml:trace>
  <inkml:trace contextRef="#ctx0" brushRef="#br0" timeOffset="-170990.52">26710 21488 1 0,'-31'4'81'16,"8"3"10"-16,3-2 18 16,-8-8 32-16,10 8 1 15,-4-12 3-15,22 7-14 16,-23-11-13-16,23 11-54 0,0 0-64 16,-7-20 0-1,7 20 0-15,7-19 0 16,-7 19 0-16,23-26-10 15,-1 10-13-15,-4-6 2 0,13-1 4 16,2-5 9-16,5-1 8 16,6 3 17-16,-6 2-4 15,7 6 7-15,-5 1-4 16,1 12-3-16,-8 5-13 16,2 10 0-16,-5 8 0 15,-4 8 0-15,0 3 0 16,-7 9 0-16,-9 5 0 15,-1 6 0-15,-6 4 0 16,-10 1 0-16,-1 2 0 16,-10-1 0-16,-1 2 0 15,-7-3 0-15,-3-2 0 16,-2-6 0-16,1-6 0 0,-3-5 0 16,2-9 0-16,5-4 0 15,5-10 0-15,5-6 0 16,16-6 0-16,0 0 0 15,0 0-3-15,-12-25-16 16,24 10-1-16,2-8-4 16,9 3 4-16,3-5 16 15,9-2 10-15,10-1 4 16,7 0 0-16,7 6 3 16,5 4 2-16,7 6 0 15,0 5-2-15,4 11-5 16,0 6-8-16,-4 7 0 0,-2 8 0 15,-5 6 0-15,-8 2 0 16,-4 3 0-16,-14 2 0 16,-5 2 0-16,-17-2 0 15,-13 0 0 1,-13 4 0-16,-13-2 0 0,-15 1 0 16,-14 1 0-16,-10-3 0 15,-13 1 0-15,-5 2 0 16,-8-4 0-16,4-7 0 15,3-2 0-15,3-6 0 16,10-11 0-16,19 0-53 16,4-12-143-16,12-17-23 15,14-7 2-15,0-25-2 0,12-13 101 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39:37.9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16144 8198 306 0,'0'0'135'16,"0"0"-9"-16,0 0-12 15,0 0-20-15,0 0-20 16,0 0-21-16,0 0-23 16,0 0-26-16,0 0 0 15,-3 16-2-15,3-16-2 16,10 27-1-16,-3-8 0 16,2 5-1-16,1 1 1 0,6-1 0 15,-2-2-1-15,5-4-1 16,0-6-1-16,7-7 0 15,3-12-1-15,10-8 1 16,6-8-3-16,10-8 3 16,8-11 0-16,8-4 5 15,4-5-1-15,4-2 2 16,-1 3-2-16,1 1 3 16,-8 8-1-16,-5 4 1 15,-12 11-2-15,-6 5 0 16,-11 8 1-16,-11 2 2 15,-7 8-1-15,-19 3 0 0,19-4-13 16,-19 4-77-16,0 0-42 16,0 0-32-16,0 19-12 15,0-19-6 1,-23 21 3-16</inkml:trace>
  <inkml:trace contextRef="#ctx0" brushRef="#br0" timeOffset="3175.81">20602 8163 56 0,'0'0'131'0,"17"7"2"16,-17-7-52-16,0 0-22 15,30 24 15-15,-30-24 8 16,15 18-3-16,-15-18-8 16,12 26-8-16,-12-26-19 15,14 29-26-15,-7-12-19 16,2-1 3-16,-9-16-3 16,19 26-2-16,-19-26 1 15,33 2 1-15,-7-14-1 16,7-9 0-16,9-10-1 15,6-7-3-15,8-9 4 16,8-5 1-16,4-2 3 16,6 1 1-16,-2 2-1 0,-3 5 3 15,-1 8-7-15,-13 6 9 16,-6 12-55-16,-14 6-25 16,-13 12-43-16,-22 2-26 15,-19 31-18-15,-17 9-14 16,-32 7 4-16</inkml:trace>
  <inkml:trace contextRef="#ctx0" brushRef="#br0" timeOffset="5135.55">20135 9744 113 0,'0'0'52'0,"0"0"-7"15,0 0-9-15,0 0-13 0,0 0-7 16,0 0-1-16,0 0-4 16,0 0-21-16,-2 15-36 15,2-15-19-15,0 0-15 16,0 0-11-16,0 0 73 16</inkml:trace>
  <inkml:trace contextRef="#ctx0" brushRef="#br0" timeOffset="6280.94">11499 11173 248 0,'0'0'114'0,"0"0"3"16,0 0-8-16,0 0-14 15,-14-15-13-15,14 15-12 0,0 0-18 16,0 0-25 0,0 0-28-16,0 0-1 15,0 0-5-15,0 0-1 16,0 0 0-16,0 0 2 0,0 0 1 15,23 0 1-15,-9-2 0 16,8 2 1-16,4 2 3 16,9-2 1-16,10 0 0 15,7 0-2-15,7-4-1 16,5 1 1-16,2-2 0 16,-1-2 0-16,2-4 2 15,-1 3 0-15,-8-3 1 16,-6 1-1-16,-7 1 1 15,-5 2 0-15,-13 1 0 16,-1 2-1-16,-8 2 4 16,-18 2-3-16,22-5 0 15,-22 5-45-15,16 0-38 0,-16 0-33 16,23 7-21-16,-1 0-13 16,11 0-14-16,19 12-9 15</inkml:trace>
  <inkml:trace contextRef="#ctx0" brushRef="#br1" timeOffset="66818.84">23575 9799 299 0,'0'0'138'0,"0"0"4"0,-22-5-9 16,22 5-16-16,0 0-24 16,0 0-34-16,0 0-38 15,0 0-17-15,0 0-23 16,26-2-15-16,0-1-3 16,3-9 1-16,16 3 6 15,1-7-36-15,9 3-40 16,1 7-41-16,-8-4-20 15,1 17 1-15,-18 3-1 0</inkml:trace>
  <inkml:trace contextRef="#ctx0" brushRef="#br1" timeOffset="67300.39">23520 11092 162 0,'0'0'160'16,"0"0"-43"-16,0 0-29 16,0 0-9-16,0 0-5 15,0 0-13-15,14-19-16 0,8 7-25 16,4-2-20-16,12-8-50 16,14-3-61-16,14 3-23 15,6-11-32-15,14 9-10 16,-11-11 8-16</inkml:trace>
  <inkml:trace contextRef="#ctx0" brushRef="#br1" timeOffset="69391.47">11829 9820 84 0,'0'0'41'0,"0"0"-2"0,0 0-8 16,0 0-6-16,0 0-5 15,0 0-4-15,0 0-7 16,0 0-4 0,0 0-3-16,0 0 4 0,14-7 0 15,-14 7 8-15,19-7-4 16,-4 4 6-16,5-3-4 16,6 1 4-16,7 0-4 15,3 0 0-15,2-2-4 16,7 3-3-16,0 1-1 15,-1 1 0-15,-2 0 0 16,-8 1-2-16,-1 1 1 16,-7 0 0-16,-7 1 0 0,-19-1 8 15,23 4 36-15,-23-4 23 16,0 0 3-16,0 0 2 16,0 0-1-1,-16-4-1-15,16 4 2 0,-33-1-9 16,11 1-38-16,-4 0-23 15,-6 1-3-15,-1 1-2 16,-3 3 0-16,1 1 1 16,2-1-1-16,0 3-1 15,2-1 2-15,2 0-2 16,3 2 3-16,0-2-4 16,6 0 1-16,1-2-7 15,19-5-9-15,-17 9-1 0,17-9 2 16,0 0 3-1,0 0 2-15,26 8 2 16,-3-9 2-16,3 1 6 16,7-2 8-16,1-3 2 0,6-1-3 15,2-2-1-15,-2-1-5 16,-2 0 2-16,-5 1-3 16,-7 1 3-16,-3 2 0 15,-23 5 5-15,26-7-1 16,-26 7 3-16,0 0 0 15,-18 3-1-15,-1 4 1 16,-7 0-2-16,0 2-2 0,-5 1-5 16,-6-3-63-1,11 5-75-15,0-1-35 16,7-13-11-16,19 2-6 16,0-31 4-16</inkml:trace>
  <inkml:trace contextRef="#ctx0" brushRef="#br1" timeOffset="74874.45">11291 8837 118 0,'0'0'55'15,"0"0"-6"-15,-19-14-13 16,19 14-3-16,-19-4-9 15,19 4-9-15,-18 4-9 16,18-4-13-16,-19 8-4 16,19-8-4-16,-26 20 3 15,10-5-3-15,3 2 3 16,-3 4 0-16,0 3 1 16,-1 6 10-16,1 1 0 15,1 0 0-15,1 2-1 16,2 2 2-16,1-2-1 0,4 1 0 15,2-1 0-15,2-2 1 16,-1 0-1-16,4 2 1 16,4-3 0-16,-1-1 1 15,2 1-1-15,2 1 0 16,4-2 1-16,1 2-1 16,-2 2 0-16,2 5 2 15,-1 2-7-15,4 3 4 16,-4 4 1-16,1 2 0 15,-2 4 0-15,3 4-1 16,-7 2 1-16,1-2-1 16,0 2 6-16,-1 2-4 0,-3-2 0 15,-3-2 0-15,-3-2 0 16,3-3 2-16,-9-2 1 16,-2-3-1-1,-4 0 0-15,-4-1 0 0,-4 1-2 16,-6-2 0-16,-1 4-4 15,-3-3 3-15,-2 1-2 16,-1-2 1-16,-2 0-2 16,1-5 0-16,3-4 1 15,-3-3 0-15,8-5 1 16,-3-6-3-16,6-3 0 16,6-3 2-16,20-16-1 0,-23 17 1 15,23-17 0-15,0 0 1 16,0 0 0-1,0 0 2-15,0 0 0 16,0 0-2-16,0 0 0 16,0 0 1-16,21 19 0 0,-21-19-1 15,22 23-1-15,-6-4 1 16,0 3-1-16,-2 10 1 16,1 4 0-16,1 5 0 15,-2 6 0-15,1 3 1 16,-1 2-1-16,-5 2 4 15,1 3-3-15,1 2 5 16,-3 3 0-16,-4 4 1 16,3 3 0-16,-7 7 0 15,3 4 0-15,-1 7-2 16,1 4 2-16,-3-1-2 16,0 2 0-16,4 2 4 0,-4 3 1 15,3-6 0-15,1 3 0 16,3-4-1-16,-4 0 0 15,3 2 0-15,0-2-1 16,1-4-5-16,-3-3 0 16,1 2-7-16,2-5 4 15,0-1-5-15,0-1 6 16,-2-5-6-16,2-2 4 16,-3 3-4-16,2 1 4 0,0-1 3 15,-3 1 0 1,1 1 0-16,-1-2-2 15,-3 1 2-15,4 1-1 16,-4 0 1-16,0 2-1 0,0-2 2 16,0 5-2-16,0 6 3 15,-4 1 0-15,-3 6 3 16,4 1 2-16,-3-3 5 16,0-4 4-16,-1-2 1 15,-2-4 0-15,2-4 1 16,0-4 0-16,4-5-2 15,-1 1-3-15,-1-1-5 16,1 2-4-16,4-2-3 16,-3 0 1-16,3 0-3 15,0-1-1-15,0-4-1 16,0 0 1-16,0-2 0 16,0-5 1-16,0 2 0 0,3 2 0 15,-3-6 1-15,0 2-1 16,0-1 3-16,0 3-3 15,-3 3 3-15,-1 6-3 16,1-1 0-16,0 4 1 16,-1 2-1-16,2 1-1 15,-1 1 1-15,-1-6-1 16,4-2-2-16,-3-1 3 16,3-2-3-16,-4-3 3 15,1-2-1-15,-1-1 2 16,1 0-3-16,1-3 3 15,2-1 1-15,-3-2 0 16,3-2 2-16,3-5-2 0,-1 3 0 16,1-3 4-16,4-3 1 15,0 1 0-15,6 0 0 16,-3-1-1-16,0-6 1 16,3 4-1-16,2-5 0 15,2-1 0-15,-1 1-7 16,0-7 2-16,1-2 0 15,2-1 0-15,7 3 0 16,0-2 3-16,-3-5 7 16,3 3 2-16,0-8 5 15,5 3 6-15,-8-9 17 16,6 4-2-16,-6-9 2 16,3-1 1-16,-9-4-6 0,6 0-3 15,-8-6-2 1,4 5-10-16,-1-3-15 15,-18 4 0-15,26-7 0 16,-26 7-6-16,19-5-2 0,-19 5 0 16,0 0 1-16,0 0 1 15,0 0 1-15,0 0-2 16,0 0 1-16,0 0 0 16,0 0 1-16,0 0-2 15,0 0 1-15,0 0 1 16,0 0-1-16,0 0 1 15,0 0 1-15,0 0-1 0,0 0-1 16,0 0-60-16,0 0-73 16,0 0-47-1,3-19-11-15,-3 19 1 16,-36-29 21-16</inkml:trace>
  <inkml:trace contextRef="#ctx0" brushRef="#br1" timeOffset="82047.92">10477 9529 52 0,'0'0'33'16,"3"21"24"-16,-3-21 19 15,0 0 38-15,19 14 0 0,-19-14-7 16,37 8-6-16,-15-6-5 16,11 5-6-1,-2-7-29-15,15 5-17 16,0-3-44-16,7-2 1 0,0 0 2 16,-1-2-2-16,4-1 0 15,-4-1 0-15,-3 1 0 16,-4 1-1-16,-7 0-1 15,-9 4 0-15,-3 0-2 16,-12 0 0-16,-14-2 1 16,26 10-1-16,-26-10 1 15,0 0 1-15,6 17 1 16,-6-17-14-16,0 0-87 16,-6 21-47-16,6-21-12 15,-29 2-9-15,-1-7-1 16,-6 3-4-16</inkml:trace>
  <inkml:trace contextRef="#ctx0" brushRef="#br1" timeOffset="83324.67">7968 9498 102 0,'9'-19'187'15,"-9"-4"-25"-15,-3 6-53 16,3 17-6-16,-13-26-10 16,13 26-11-16,-29-14-14 15,29 14-27-15,-33-3-37 16,14 6-2-16,-4 6 0 15,4 10 0-15,0 10-3 0,5 8 0 16,2 11 0-16,9 9-2 16,3 6 2-16,6-1-1 15,3-1 2-15,10-6-3 16,2-8 2-16,5-9-2 16,2-14 1-16,8-10 0 15,3-11 0-15,0-10 0 16,3-8 0-16,3-8 1 15,-3-4 0-15,-2-10-1 16,-2 1 1-16,-5-6-2 16,-14 1 2-16,-5-1 4 15,-14 4-1-15,-3 0 1 0,-17 3 0 16,0 9 1-16,-12 1 0 16,3 5 2-16,-8 5-4 15,10 1-2-15,-3 2-1 16,8 2-2-1,8-1-1-15,14 11 0 0,-9-31 1 16,21 10-2-16,11-1 2 16,10-1-2-16,8 2 3 15,8 6 2-15,0 3 0 16,3 8 1-16,-4 9-1 16,-3 11 2-16,-8 10-2 15,-2 7 3-15,-6 8-2 16,-6 4 1-16,-1 4-1 0,-3 1-3 15,2-5 2-15,-2-2-4 16,0-8 3 0,4-7-5-16,-1-11 5 15,4-7-5-15,4-8 3 0,-1-10 1 16,3-6-1-16,1-4 7 16,0-4-4-16,-7-1 5 15,0-3-5-15,-11 0 5 16,-8-3-2-16,-10 3 3 15,-11 0-3-15,-9 0-2 16,-4 2 1-16,-10 0 0 16,-1 3 1-16,-2 4-1 15,2 3 0-15,5 0-4 0,7-2 0 16,7 1-1 0,12-4 0-16,10-7 0 15,13-2-1-15,6-1-1 16,15-3 2-16,5 3 1 0,6 5 2 15,1 6 1-15,-4 6 1 16,2 14-1-16,-6 12 1 16,1 10 0-16,-9 9-1 15,-3 10 2-15,-4 1-2 16,-4 2 0-16,4 1-2 16,-3-4 1-16,3-8-3 15,2-9 1-15,1-11 0 16,1-8 1-16,3-10 0 15,5-7 0-15,-5-11 1 16,2-3 1-16,-6-8 3 16,-3-4-1-16,-12-4 0 15,-5-1-1-15,-13 1 2 0,-11-2-1 16,-8 6 1-16,-19 8-2 16,-6 9 0-16,-11 12-42 15,0 21-58-15,-13 12-40 16,-2 14-23-16,3 22-7 15,-4 11 0-15,18 15-1 16</inkml:trace>
  <inkml:trace contextRef="#ctx0" brushRef="#br1" timeOffset="83751.45">10260 10585 220 0,'-26'9'113'0,"3"-2"0"15,7-2-2-15,16-5-11 0,0 0-9 16,0 0-16-16,23-11-12 16,10 1-33-16,17 1-18 15,16-5-9-15,12 2-3 16,9-2-2-16,3 2 0 15,-1 2-4-15,-14 1-21 16,-4 6-19-16,-23 3-48 16,-18 12-41-16,-21 7-21 15,-35 4-3-15,-16 9-6 16,-26 0 27-16</inkml:trace>
  <inkml:trace contextRef="#ctx0" brushRef="#br1" timeOffset="84789.47">7916 10912 208 0,'-22'-31'83'16,"-1"2"-1"-16,6 8-10 0,17 21-10 15,-16-21-5-15,16 21-8 16,0 0-2 0,0 31-3-16,4 2-10 15,4 7-11-15,3 7-5 0,4 8 4 16,3 0-5-16,8 2 0 15,-4-5-1-15,10-7 0 16,-3-13-1-16,11-10-3 16,-5-13-1-16,6-9-4 15,3-14-4-15,1-9-2 16,-3-6-1-16,-3-9 0 16,-7-2 0-16,-6-3 0 15,-12-2 0-15,-6 0-1 0,-15 3 1 16,-8 4-1-16,-11 4 2 15,-4 4 0 1,-5 6 1-16,-1 7 0 16,1 4-1-16,6 5-2 0,-1 3 2 15,11 1-2-15,19 4 1 16,-19-9-1-16,19 9 0 16,9-15 2-16,5 6-2 15,8 1 1-15,11-1-1 16,2 2-2-16,1 5 0 15,3 4-1-15,-1 7 1 16,-2 3-1-16,-3 7 1 16,-2 3 0-16,-5 6 1 15,-3 1 2-15,0 3 0 16,-3-3-1-16,3 0 0 16,0-3 2-16,-1-8-2 15,8-4 2-15,1-11 0 0,-2-6 2 16,8-8-1-16,-2-6 0 15,1-6 1-15,-3-1-1 16,-5-4 1-16,-11-1-3 16,-8 0 1-16,-14 1 2 15,-16-2-3-15,-10 6 4 16,-13 2-5-16,-10 4 4 16,-5 6-2-16,-5 7-1 15,2 7 1-15,1 5-4 16,5 3 4-16,11 1-17 15,12 1-51-15,7-7-13 16,26-5-14-16,0 0-10 16,14-23-10-16,17-4 1 0,18-6-3 15,6-7 16-15,8-7 52 16,5 0 14-16,3 1 13 16,0 1 14-16,-3 7 8 15,-6 3 10-15,-8 11 10 16,-5 3 11-16,-3 14 5 15,-11 5 8-15,2 16 9 16,-6 5 15-16,-2 14 4 16,4 7-4-16,2 12-11 15,5 8-15-15,2 6-8 16,-1 7-52-16,-1 5-54 16,5 14-50-16,-15-4-9 15,1 16-9-15,-20-13 67 0</inkml:trace>
  <inkml:trace contextRef="#ctx0" brushRef="#br1" timeOffset="85343.02">10510 11840 224 0,'-33'5'82'16,"10"-1"-6"-1,23-4-5-15,0 0-14 16,0 0-14-16,52-18-12 0,0 6-19 16,19-3-5-16,14-1 6 15,16-5 18-15,8 0 9 16,8-3 0-16,3 3-3 16,-2-6-8-16,-6 4 3 15,-11 1-4-15,-7 4-1 16,-16 5-71-16,-14 0-58 15,-19 3-50-15,-8 10-20 16,-37 0 6-16,0 0-7 16,-45 7 103-16</inkml:trace>
  <inkml:trace contextRef="#ctx0" brushRef="#br1" timeOffset="86064.42">8291 11703 157 0,'-28'-15'103'16,"2"8"-32"-16,0 0-3 15,4 5 3-15,1 4 12 16,2-4-2-16,19 2-10 16,-30 3-8-16,30-3-4 0,0 0-9 15,0 0-14-15,0 0-12 16,0 0-25-16,-8 23-1 15,11-2 1-15,2 12-2 16,-1 12 1-16,3 7-1 16,3 5 2-16,2 7-2 15,4-4 3-15,5-1-3 16,-2-12 4-16,3-12 0 16,8-16 0-16,-1-12 2 15,6-13-1-15,-2-13 0 16,2-5 0-16,-2-9 1 15,-4-3-4-15,-3-6 2 0,-6 1-2 16,-8-1 0-16,-9 2-2 16,-6 1 2-16,-13 4-1 15,-3 2 2-15,-7 7 0 16,0 5 2-16,-4 6-22 16,8 10-56-16,3 1-35 15,19 4-20-15,-19 9-8 16,19-9-11-16,0 0-1 15,31 0 3-15</inkml:trace>
  <inkml:trace contextRef="#ctx0" brushRef="#br1" timeOffset="86295.43">8821 11554 222 0,'12'26'111'15,"2"11"8"-15,5 8-7 0,-7 5-15 16,9 12-11-16,-6 0-23 16,8 8-10-16,-7-5-20 15,4-2-26-15,-1-3-57 16,-3-9-44-16,-2-10-32 16,5-10-20-16,-3-20-14 15,6-11-5-15,-4-23 4 16</inkml:trace>
  <inkml:trace contextRef="#ctx0" brushRef="#br1" timeOffset="86641.48">9336 11613 63 0,'-17'33'102'16,"15"16"-12"-16,-1-1-47 15,3 6-1-15,3-1 7 16,6-6 14-16,10-2 13 16,-5-16 3-16,12-4-2 15,-4-20-1-15,8-7-13 16,-4-15-4-16,5-4-8 0,-1-12-28 16,-1-1-18-1,-3-6-2-15,-3-5-1 16,-11-2-9-16,-5-1 3 15,-11 3-5-15,-8 1 3 0,-7 8-4 16,-7 5 5-16,-7 13-50 16,-12 13-60-16,-4 16-22 15,-3 16-24-15,-7 8 0 16,2 17-3-16,-9 5 33 16</inkml:trace>
  <inkml:trace contextRef="#ctx0" brushRef="#br1" timeOffset="87411.81">8283 12866 156 0,'0'0'84'0,"0"0"19"15,0 0 11-15,0 0-6 0,0 0-10 16,0 0-8-16,0 0-12 16,0 0-12-16,-11 38-19 15,8-5-29-15,3 11-19 16,3 11-1-1,1 6 3-15,-1 3-4 0,9-2 3 16,-1-3-3-16,4-11 4 16,3-8 1-16,1-12 3 15,0-18 1-15,3-8 1 16,1-14 0-16,3-9 0 16,-3-12 3-16,3-5-3 15,-4-10-1-15,4-8-6 16,-8-4 1-16,-6-3-2 0,-5-1 0 15,-7 4-5-15,-4 3 1 16,-10 8-2-16,-5 11 2 16,-7 10 0-1,0 18 1-15,-5 13-39 0,5 22-55 16,-7 11-34-16,3 7-33 16,11 16-1-16,-3-4-3 15,15 3-2-15</inkml:trace>
  <inkml:trace contextRef="#ctx0" brushRef="#br1" timeOffset="87723.49">9071 12719 242 0,'15'30'174'0,"-15"-10"-6"16,0 13-71-16,7 12-9 15,-7 4-7-15,9 11-27 16,-9 3-23-16,7 6-11 16,0 0-23-16,-4-5-6 15,6-1-50-15,-6-13-37 16,8-9-23-16,-3-8-16 0,-8-33-16 15,21 21-11 1,-21-21 1-16,28-38 102 16</inkml:trace>
  <inkml:trace contextRef="#ctx0" brushRef="#br1" timeOffset="87951.84">9614 12451 383 0,'7'31'141'0,"0"12"-16"15,0 16-14-15,-4 5-23 16,2 18-25-16,-1 1-24 16,3 8-20-16,-7-2-13 15,3-6-47-15,1-2-61 16,-4-3-48-16,0-12-27 0,5-6 2 15,-2-23 4-15,4-10 13 16</inkml:trace>
  <inkml:trace contextRef="#ctx0" brushRef="#br1" timeOffset="88235.12">9897 13116 220 0,'38'-12'113'0,"-8"6"-5"16,18-4 8-16,11 6-4 15,9-11-28-15,13 8-10 0,3-9-9 16,8 8-12-16,-2-6-22 16,4 5-16-16,-9-1-16 15,-2-1 1 1,-12 5 0-16,-5-3-2 0,-12 4 0 15,-7 1-11-15,-9 8-56 16,-15 3-55-16,-23-7-44 16,22 38-5-16,-34-12-2 15,-9 15-2-15</inkml:trace>
  <inkml:trace contextRef="#ctx0" brushRef="#br1" timeOffset="88766.42">8500 14383 341 0,'0'0'163'16,"0"0"-38"-16,-4-16-27 15,4 16-5-15,0 0-19 16,0 0-25-16,-16 28-49 16,9-2-5-16,4 12 8 15,0 9-7-15,3 10 4 0,0 10-4 16,0 11 4-16,3 2-2 15,0-2 1 1,1-6 3-16,-1-9-3 16,1-13-35-16,5-7-62 0,-6-15-43 15,-3-28-22-15,0 0-4 16,19-38-3-16,-5-4 15 16</inkml:trace>
  <inkml:trace contextRef="#ctx0" brushRef="#br1" timeOffset="89610.87">8979 14327 297 0,'0'26'144'0,"0"16"-42"16,7 10-21-16,-4 0-6 15,7 8-10-15,-4-6-15 16,8 3-12-16,-2-12-3 16,2-5-5-16,1-14-4 15,4-9-15-15,-5-12 0 16,2-5-1-16,-16 0-1 16,29-27 0-16,-17 6 0 15,-1-3-5-15,-4-6-2 16,1-4-5-16,-1-1-2 15,0 0 9-15,-3 6-5 16,1 3 1-16,-5 5-5 16,0 2 9-16,0 19-2 0,4-15 2 15,-4 15-2-15,0 0-3 16,0 0 0-16,0 0-1 16,0 0 3-16,0 0-6 15,0 0 0-15,0 0 2 16,0 0 1-16,0 0 1 15,0 0 1-15,0 0 1 16,0 0 0-16,0 0-1 16,0 0-1-16,0 0-1 15,0 0-2-15,0 0-1 16,0 0 0-16,0 0-4 16,-9 19 0-16,9-19-9 0,0 0-15 15,0 0-7-15,0 0-3 16,-4 15-2-16,4-15 0 15,0 0-2-15,0 0 0 16,0 0 7-16,0 0 20 16,0 0 6-16,0 0 3 15,0 0 5-15,0 0 7 16,0 0 10-16,0 0 13 16,0 0 12-16,0 0 15 15,0 0 2-15,0 0 2 16,0 0-2-16,0 0-3 15,0 0-5-15,7-21-15 16,-7 21-8-16,0 0-20 0,-7-22 2 16,7 22-6-16,-10-23 5 15,10 23-6-15,-19-19 0 16,3 9-1-16,-1 0-2 16,-2 4-1-16,0 0-1 15,3 0-1-15,-1 3-1 16,17 3-9-16,-30-4-23 15,30 4-27-15,0 0-26 16,0 0-22-16,-12 16-26 16,12-16-17-16,0 0-7 15,23 12 43-15</inkml:trace>
  <inkml:trace contextRef="#ctx0" brushRef="#br1" timeOffset="89979.52">9612 14236 82 0,'12'36'39'16,"-5"2"-4"-16,2 5-8 15,1 1-6-15,1 1 8 16,-3-6 10-16,6-6 13 15,-1-5 19-15,-13-28 23 16,29 22-4-16,-13-27 1 0,1-3-3 16,-5-15-11-1,2-1-7-15,-5-11-20 16,1 1-20-16,-3-4-31 16,-10-1 5-16,-4-2-5 0,-9 5 1 15,2 4-4-15,-8 6-2 16,-4 7 1-16,-4 7-44 15,7 16-44-15,-6 6-41 16,10 7-25-16,3 11-17 16,1-9 2-16,8 7-3 15</inkml:trace>
  <inkml:trace contextRef="#ctx0" brushRef="#br1" timeOffset="90234.48">10607 14095 417 0,'90'30'180'16,"-5"-4"-3"-16,5-2-81 16,8 9-48-16,-5-5-11 15,5-2-35-15,2-4-2 16,-6-6 1-16,-2-6-4 15,-5-7-50-15,-2 3-48 16,-17-5-36-16,-9-1-24 16,-14 7-14-16,-26-5 1 15,-19-2 21-15</inkml:trace>
  <inkml:trace contextRef="#ctx0" brushRef="#br1" timeOffset="90609.83">8690 15643 438 0,'0'0'194'15,"20"35"-56"-15,-17-4-48 16,7 17-16-16,-3 11-27 16,2 15-25-16,-5 10-24 15,-1 2 2-15,0 2 0 16,1-12-52-16,1-8-38 15,-5-18-25-15,11-20-20 16,-11-30-19-16,26-7-9 16,-4-26-8-16,1-31 51 15</inkml:trace>
  <inkml:trace contextRef="#ctx0" brushRef="#br1" timeOffset="90929.47">9124 15551 167 0,'7'24'64'16,"0"20"8"-16,0 8 12 16,-2 5 8-16,2 7 0 15,-3-11-12-15,6 3-4 16,-1-18 0-16,8-7 0 16,-1-22-15-16,10-11-20 15,-3-15-14-15,3-11-13 16,3-12-13-16,-1-7-1 15,-2-8 0-15,-5-2 0 16,-6-4 0-16,-4 2 0 0,-9 6 0 16,-2 3 0-1,-9 10-5-15,-2 9-4 16,-1 10-9-16,-5 5-61 0,17 16-48 16,-26 14-24-16,26-14-20 15,-16 35-2-15,13-20-2 16,3-15 61-16</inkml:trace>
  <inkml:trace contextRef="#ctx0" brushRef="#br1" timeOffset="91176.15">9711 15200 254 0,'33'-4'140'0,"-14"9"-14"16,-1 8-14-16,-3 13-13 16,-1 3-10-16,2 13-13 15,-8 8-18-15,6 14-37 16,-2 3-33-16,-5 4-65 16,4 4-49-16,1-1-40 15,-5-6-8-15,5-1-5 16,-2-25 1-16</inkml:trace>
  <inkml:trace contextRef="#ctx0" brushRef="#br1" timeOffset="91435.53">10461 15553 202 0,'56'-4'145'0,"18"1"-8"16,1-4-50-16,12-7-17 16,6 0-8-16,8-8-21 15,7-4-9-15,1-9-7 16,2-1-15-16,-2-4-21 16,-4-5-23-16,-1 4-45 15,-10-1-40-15,-16-1-30 16,-11 20-13-16,-30-1-7 15,-3 22 82-15</inkml:trace>
  <inkml:trace contextRef="#ctx0" brushRef="#br1" timeOffset="91820.23">8791 16604 214 0,'23'-4'121'16,"-9"15"-18"-16,1 13 9 16,4 16-8-16,-5 13-8 15,9 20-12-15,-8 8-21 16,4 13-13-16,-1 3-18 16,1 0-19-16,-3-6-64 15,-6-13-37-15,6-15-45 16,-6-18-19-16,-1-28-24 0,-9-17-1 15,22-30 3-15</inkml:trace>
  <inkml:trace contextRef="#ctx0" brushRef="#br1" timeOffset="92055.85">9440 16546 462 0,'12'49'182'0,"-5"12"-46"16,0 6-34-16,2 14-24 15,-5 2-33-15,2 4-27 0,0 0-22 16,-3-11-53-16,4-2-48 16,-3-17-32-1,-1-17-18-15,6-16-13 16,-9-24-7-16,17-14-5 0</inkml:trace>
  <inkml:trace contextRef="#ctx0" brushRef="#br1" timeOffset="92557.32">9761 16430 265 0,'2'37'92'15,"-2"4"5"-15,4 10 10 16,-1 9-9-16,-3-4-21 16,4 6-13-16,-1-12-2 15,4-3-3-15,-7-11-5 0,5-5-16 16,-1-10-28-16,-4-21-10 16,14 21 0-16,-14-21 0 15,19 5 0-15,-19-5 0 16,22 12 0-16,-6-1 0 15,1 2 0-15,2 5 0 16,0 2 0-16,1 5 0 16,2-3 0-16,-5-1 0 15,-1-4 0-15,-16-17 0 16,23 19 0-16,-23-19 0 16,22-14 0-16,-15-11 0 15,2-8 0-15,-2-11 0 16,3-6-1-16,-6-9-4 0,-4-5 4 15,-4 0-2-15,-6-2 3 16,-2 2 2-16,-14 7 3 16,0 7-2-16,-11 9-3 15,-1 9 0-15,-4 15 0 16,-1 14 0-16,5 13-70 16,-4 12-59-16,9 3-45 15,7 11-6-15,7-3 2 16,12 0-5-16,7-14 75 15</inkml:trace>
  <inkml:trace contextRef="#ctx0" brushRef="#br1" timeOffset="92857.83">10652 16515 318 0,'42'25'180'16,"6"-5"-6"-16,8-2-82 15,-1-15-12-15,16-1-9 16,4-13-26-16,15-4-9 16,-1-8-10-16,8-4-25 15,0-3-1-15,4-1 0 0,-4 0-5 16,-10 3 4-16,-5 7-56 15,-22 6-40-15,-15 8-52 16,-12 19-22-16,-22 7-5 16,-22 19-3-16,-22 5 0 15</inkml:trace>
  <inkml:trace contextRef="#ctx0" brushRef="#br1" timeOffset="93209.56">9281 17931 382 0,'10'31'181'0,"-5"4"2"16,-1 8-90-16,10 13-30 15,-6 4-9-15,10 15-18 16,-6-1-38-16,-2-3-12 16,6 0-37-16,-9-10-20 15,8-6-31-15,-8-15-21 0,6-16-22 16,-13-24-16-1,20 2-12-15,-4-19 24 16,-9-23 149-16</inkml:trace>
  <inkml:trace contextRef="#ctx0" brushRef="#br1" timeOffset="93441.12">9702 17784 317 0,'0'0'179'0,"13"43"-12"16,-13 1-43-16,-4 6-20 16,11 14-18-16,-10 3-50 15,6 8-26-15,4-2-10 16,0-1-4-16,5-8-58 16,-8-14-37-16,9-10-30 15,0-12-27-15,-13-28-21 0,29 9 0 16,-13-34 1-16</inkml:trace>
  <inkml:trace contextRef="#ctx0" brushRef="#br1" timeOffset="93659.99">10136 17544 348 0,'30'15'184'0,"-23"16"-29"15,2 11-27-15,4 15-18 16,-4 9-29-16,12 13-64 16,-5 4-17-16,-1 4 0 0,-1-1 0 15,2-6-43-15,3-5-79 16,-5-11-44-16,-2-21-19 16,2-7-7-16,-6-20-2 15,-8-16 74-15</inkml:trace>
  <inkml:trace contextRef="#ctx0" brushRef="#br1" timeOffset="93940.77">10588 18044 281 0,'45'-2'186'0,"0"-7"-43"15,7-6-35-15,16-3-8 16,3-7-14-16,14 4-25 16,-2-9-20-16,6 6-39 15,1-4-1-15,0 1-2 16,2 1 1-16,2 3-1 16,-12 4-1-16,-6 0-58 15,-7 4-74-15,-11 8-40 16,-18 1-13-16,-6 19-11 15,-34-13-1-15</inkml:trace>
  <inkml:trace contextRef="#ctx0" brushRef="#br1" timeOffset="107444.1">15609 8241 102 0,'0'0'107'0,"0"26"-71"16,4-3-27-16,-1 6 9 16,6 6 14-16,-2 5 10 15,0 3 15-15,0 2 27 16,5-2 5-16,-8-8-7 15,11-4-2-15,-4-14-12 16,15-6-3-16,-4-22-14 16,16-10-15-16,8-18-31 15,9-15-5-15,13-7 3 16,6-8-3-16,1-4 2 16,3 4-6-16,-7 9 0 15,-12 6-70-15,-7 18-60 16,-20 17-30-16,-32 19-11 0,0 0-14 15,-45 8-2-15</inkml:trace>
  <inkml:trace contextRef="#ctx0" brushRef="#br1" timeOffset="108830.92">7764 10225 28 0,'0'0'93'0,"10"21"-51"16,-10-21-50-16,22 26 0 0,-2-14 12 15,9-2 3-15,6-3 1 16,10-7 5-16,7-9 6 16,14-6 1-16,14-8 2 15,12-6 8-15,7-11 12 16,15-1 6-16,10-6 2 15,6-2 3-15,5 6 24 16,4-4-1-16,2 8-3 16,-2-1-9-16,-1 12-14 15,-11 0-5-15,-7 13-7 16,-16-1-6-16,-14 6-30 16,-12 6-1-16,-19 4-3 15,-17 2-7-15,-16 2-37 0,-26-4-52 16,0 0-24-16,-3 20-19 15,-27-9-6-15,-18-4-5 16,-10 5 6-16</inkml:trace>
  <inkml:trace contextRef="#ctx0" brushRef="#br1" timeOffset="109256.46">7356 10446 72 0,'0'0'46'0,"0"0"3"16,27-3-5-16,10-6-10 15,11-3-5-15,13-5 4 16,21-4 3-16,12-8-7 16,17-1-9-16,5-8-1 15,14-3 5-15,9-4 12 16,7-4 22-16,7 1 10 16,-8-6 1-16,8 6-3 15,-7-6 0-15,3 9-14 16,-6 0-7-16,-5 7-18 15,-14 2-18-15,-10 4-12 16,-17 12-19-16,-22-3-46 16,-7 14-44-16,-27 4-53 0,-41 5-7 15,0 0-20-15,-33-26 1 16,-17 21 186-16</inkml:trace>
  <inkml:trace contextRef="#ctx0" brushRef="#br1" timeOffset="110463.79">7255 8785 143 0,'-23'-11'65'0,"23"11"7"15,-20-5-5-15,20 5-4 16,-20 4-10-16,20-4-11 15,-12 22-10-15,9-3-12 16,6 5-12-16,1 6-10 16,4 1-1-16,6 4-2 15,2-4 2-15,7 0 1 16,3-9 2-16,3-6 3 16,-3-9 12-16,4-12 18 0,-3-4 9 15,-4-12 7 1,3 1 0-16,-12-13 2 15,1 3-3-15,-4-4-5 16,-4-1-10-16,-5 0-18 0,-2 4-9 16,-2 2-6-16,-2 5-2 15,-3 4 1-15,4 5-3 16,3 15 3-16,-12-16-3 16,12 16 2-16,0 0 0 15,0 28 2-15,5-11-1 16,5 6 0-16,6 3 1 15,1 5-1-15,3 2 4 0,6 3-3 16,0 4 0-16,0 0-1 16,0 0 1-16,-4 3-1 15,-3-3 2 1,-3 1-2-16,-9-3 1 16,-4 0-1-16,-10-5 3 0,-5-2-4 15,-9-3-20-15,-1 0-34 16,-13-9-27-16,2-2-31 15,-5-1-22-15,2-14-22 16,1 3-17-16,-2-19 2 16</inkml:trace>
  <inkml:trace contextRef="#ctx0" brushRef="#br1" timeOffset="110891.59">7727 8814 61 0,'0'0'20'16,"4"26"-3"-16,-4-26 3 15,6 24-2-15,-6-24 7 16,7 16 3-16,-7-16 2 15,0 0 0-15,0 0-1 16,0 0-1-16,20 3-4 16,-20-3-5-16,19 4-7 15,-19-4-3-15,15 19-2 16,-4-2 1-16,-8 4 2 0,1 7 5 16,-4 1 1-16,-4 2-1 15,4 2-3-15,-3-2 0 16,3-1 2-16,3-9 3 15,4-4 7-15,-7-17 0 16,31 3-1-16,-5-15-17 16,7-9-24-16,4-11-40 15,8-5-28-15,-7-15-28 16,11 4-21-16,-13-15-5 16,6 12 119-16</inkml:trace>
  <inkml:trace contextRef="#ctx0" brushRef="#br1" timeOffset="111360.31">8114 8437 230 0,'0'0'58'0,"-17"24"-5"15,20-5-15-15,4 2-14 16,4 3-16-16,1 4-7 15,0 3-2-15,5-2 4 16,6-3 0-16,-4-3 4 16,4-8 17-16,-4-4 18 15,-2-11 0-15,6-4 8 16,-4-11-1-16,0-3 2 0,-2-8 9 16,2 4-4-16,-7-7-17 15,6 4-16-15,-10 1-2 16,3 5-6-1,-4 2-2-15,-7 17-4 0,5-19-8 16,-5 19 0-16,0 0 0 16,0 0-1-16,10 17-2 15,-3 2 2-15,2 5-1 16,5 7 2-16,5 8 0 16,-3 0 1-16,3 8-3 15,-5 0 3-15,-2 1-2 16,-5-1 2-16,-4 1-24 15,-10-6-46-15,-5-2-40 16,-2-4-25-16,-8-10-18 0,-1-3-1 16,-10-13-3-16,9-7 20 15</inkml:trace>
  <inkml:trace contextRef="#ctx0" brushRef="#br1" timeOffset="111563.65">8668 8738 38 0,'14'43'31'0,"-2"2"-14"0,-2 0-40 15,6 5-17 1,-16-15 18-16,7 5 22 0,-7-40 0 15</inkml:trace>
  <inkml:trace contextRef="#ctx0" brushRef="#br1" timeOffset="112003.48">8885 8426 42 0,'17'32'59'16,"-12"-13"-34"-16,2 7-9 15,6 0-5-15,0 1-5 0,3 1-4 16,1-6 2-16,-1-4 6 16,-16-18 7-16,30 19 2 15,-15-19-2-15,-15 0 4 16,23-19 14-16,-13 1 20 15,-1-1 17-15,1 0 16 16,-6-7-7-16,3 7 0 16,-6-3-1-16,6 6-3 15,-3-3-15-15,-4 19-19 16,7-17-22-16,-7 17-21 16,19 5-2-16,-19-5 1 15,29 30-1-15,-17-6 1 16,6 3-1-16,-6 8 2 0,-2 8-1 15,-10 1-20-15,0 8-47 16,-10-4-16-16,-6 2-22 16,-6-5-12-16,-1-7-19 15,6-7-6-15,-2-15-12 16,19-16 53-16</inkml:trace>
  <inkml:trace contextRef="#ctx0" brushRef="#br1" timeOffset="112295.36">9433 8707 85 0,'0'0'83'0,"7"22"33"0,-7-22 1 15,0 0-11-15,0 0-3 16,12-27-3-16,-8 8-5 16,-4-7-16-16,0 3-36 15,-4-6-42-15,-2 3-4 16,-7 8-38-16,-6 3-48 16,-3 11-42-16,-11 15-26 15,-12 8-12-15,-4 15 2 16,-13 3-3-16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41:41.38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23553 9067 83 0,'0'0'43'16,"-16"15"5"-16,16-15 2 15,0 0 0-15,0 0 0 16,0 0-3-16,0 0-4 16,0 0-3-16,0 0-5 15,16-3-9-15,-16 3-4 0,22 3-2 16,-4-1-2-16,1 2 2 15,3 3 16-15,4-4 4 16,9 4-2-16,-2-2-2 16,9 2-1-16,1-3-1 15,7 4-2-15,2-6-2 16,7 1-20-16,6-1-8 16,6 0-2-16,4-2 1 15,6-2 0-15,1-1 1 16,4-3-2-16,5 0-1 15,4-5 1-15,2 1 0 16,1-4 3-16,2 0-3 0,-1 0-1 16,9 0 2-16,-4 1 0 15,0-1-1-15,-1 2 0 16,4 1 1 0,-3 1-2-16,-3-1 2 0,-4 3 0 15,-7-1-1-15,-1 2-1 16,-6 0 2-16,-5 0-1 15,-6 4 0-15,-5-2-2 16,-11 3 2-16,-4 0-1 16,-10 2-1-16,-6 0 2 15,-10 0-1-15,-3 2 0 16,-8-2 1-16,-15 0-1 16,19 2 1-16,-19-2 0 0,0 0 0 15,0 0-1-15,0 0 0 16,0 0 0-1,0 0 0-15,0 0 2 16,0 0-2-16,0 0 1 0,0 0 0 16,0 0 1-16,0 0 0 15,0 0 0-15,0 0-1 16,0 0 0-16,0 0 1 16,0 0 0-16,0 0-1 15,0 0 0-15,0 0 0 16,0 0-1-16,0 0 1 15,0 0 1-15,0 0-1 16,0 0 0-16,0 0-2 0,0 0 2 16,0 0 0-1,0 0-1-15,0 0 2 16,0 0-1-16,0 0 0 16,0 0 0-16,0 0 0 0,0 0 1 15,0 0-2-15,0 0 1 16,0 0-2-16,0 0 1 15,0 0 0-15,0 0-1 16,0 0 2-16,0 0 0 16,0 0-1-16,0 0 1 15,0 0-1-15,0 0 1 16,0 0-1-16,0 0 2 16,0 0-2-16,0 0 1 0,0 0 1 15,0 0 0 1,0 0 2-16,0 0-2 15,0 0 0-15,0 0-2 16,0 0 2-16,0 0-2 0,0 0 0 16,0 0 0-16,0 0 0 15,0 0 1-15,0 0 0 16,0 0 1-16,0 0-1 16,0 0 1-16,0 0-1 15,0 0 0-15,0 0-1 16,0 0 0-16,0 0 1 15,0 0 0-15,0 0 0 16,0 0-1-16,0 0 1 16,0 0 1-16,0 0-1 15,0 0 0-15,0 0 0 16,0 0 0-16,0 0 0 16,0 0 1-16,0 0-1 0,0 0-1 15,0 0 2-15,0 0 0 16,0 0 0-16,0 0-1 15,0 0 1-15,0 0-1 16,0 0 0-16,0 0 0 16,0 0 0-16,0 0-1 15,0 0 0-15,0 0 1 16,0 0-2-16,0 0 1 16,0 0 0-16,0 0 1 15,0 0-1-15,0 0 1 16,0 0 0-16,0 0-1 15,0 0 2-15,0 0 0 0,0 0 0 16,0 0-1-16,0 0 1 16,0 0-1-16,0 0 1 15,0 0-1-15,0 0 0 16,0 0 0-16,0 0 0 16,0 0 0-16,0 0-1 15,0 0 1-15,0 0-1 16,0 0 2-16,0 0-2 15,0 0 0-15,0 0 0 16,0 0 1-16,0 0 0 16,0 0 0-16,0 0 0 15,0 0-1-15,0 0 1 16,0 0 1-16,0 0-1 0,0 0 0 16,0 0 0-16,0 0-1 15,0 0 1-15,0 0-1 16,0 0 1-16,0 0-1 15,0 0 1-15,0 0-2 16,0 0 3-16,0 0-1 16,0 0 0-16,0 0 1 15,0 0-1-15,0 0 1 16,0 0-1-16,0 0 2 16,0 0-2-16,0 0 1 15,0 0-1-15,0 0 0 16,0 0 1-16,0 0-1 15,0 0 0-15,0 0 0 0,0 0-1 16,0 0 0-16,0 0 2 16,0 0-1-1,0 0 0-15,0 0 0 16,0 0 0-16,0 0 2 0,0 0-2 16,0 0 2-16,0 0-2 15,0 0 0-15,0 0 0 16,0 0 0-16,0 0-1 15,0 0-73-15,0 0-70 16,0 0-23-16,-15-12-4 16,15 12 1-16,-37-16 14 15</inkml:trace>
  <inkml:trace contextRef="#ctx0" brushRef="#br0" timeOffset="3334.28">25995 10704 113 0,'0'0'97'0,"0"0"-1"15,-3-15 22-15,3 15-2 16,0 0-8-16,0 0-12 0,0 0-12 16,3 15-18-16,-3-15-18 15,2 18-29-15,-2-18-23 16,10 20-1-16,-10-20 5 15,14 23 0-15,-14-23 11 16,19 14-8-16,-19-14 1 16,35-4 1-16,-9-6-9 15,10-14 6-15,16-7-8 16,9-14-1-16,24-9-14 16,5-17-48-16,20-2-48 15,8-6-20-15,-5-4-14 16,-6 6-11-16,-32 1-9 15,-23 14 40-15</inkml:trace>
  <inkml:trace contextRef="#ctx0" brushRef="#br0" timeOffset="4195.38">13218 10820 175 0,'0'0'142'15,"15"2"-17"-15,-15-2-47 0,0 0 8 16,0 0-19-16,0 0 1 16,0 0-5-16,0 0-14 15,0 0-17-15,0 0-7 16,0 0-2-16,-3 21-14 16,3-21-9-16,0 21-1 15,0-21 1-15,7 24-1 16,-7-24 0-16,8 24-1 15,-8-24 0-15,7 17-1 16,-7-17 0-16,0 0-1 16,26 6 0-16,-10-12 1 15,5-6 0-15,13-5 1 16,12-6-1-16,13-6-5 0,5-6-97 16,17-13-49-16,13 3-9 15,0-12-6-15,17 5 0 16,-7-9 28-1</inkml:trace>
  <inkml:trace contextRef="#ctx0" brushRef="#br0" timeOffset="7940.27">26653 19304 75 0,'0'0'56'15,"0"0"-1"-15,0 0-9 0,0 0-6 16,0 0-21-16,0 0-37 16,0 0-45-16,-17-21-36 15,17 21-11-15,-13-31 110 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43:05.51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7614 6214 372 0,'-87'-45'190'0,"6"-7"-59"15,22 4-27-15,2-8-19 16,20 8-20-16,-1-4-34 15,12 2-16-15,9 0-32 16,8-4 3-16,9-3-8 16,12-5 6-16,18 1-3 15,6 0-2-15,21 8 13 16,6 9 4-16,15 18 1 16,9 18 1-16,6 25-2 0,8 23 2 15,-7 27 0-15,0 22-3 16,1 22 3-16,-8 11-1 15,-2 8 2-15,-9-2-1 16,-5-7 2-16,-1-10-2 16,-2-16 1-16,-4-18 2 15,-5-22-1-15,-7-19 2 16,3-18-2-16,-4-17 1 16,1-14 0-16,0-20-1 15,3-21 2-15,-3-19-3 16,13-17 4-16,6-10-1 15,7-9-3-15,7 3 3 0,9 6-2 16,10 13 3-16,2 23-3 16,5 23 3-16,2 29-2 15,-2 22-3 1,-5 18 7-16,-2 15-7 0,-3 7 5 16,-4 7-5-16,-4 0 5 15,-4 1-3-15,-6-10 0 16,-5-6 4-16,1-6-3 15,-8-8 2-15,-7-6-1 16,-2-6 0-16,3-8-1 16,-3-2 0-16,-5-3 0 15,-1-3-1-15,0-2 0 16,-8 1 1-16,1-1-1 0,-1 5 0 16,-6-1 1-16,0 1-1 15,-2 3 0 1,-2-1 2-16,-2 0-2 15,-1 0 1-15,-2-1-1 0,-4-3-1 16,-3 3 1-16,-6-6-1 16,-1 2-1-16,-19 0 0 15,22-5-7-15,-22 5-25 16,4-16-2-16,-11-3 1 16,-5 2 3-16,-6-11 12 15,-4-3 21-15,-6-2-2 16,-12-3 11-16,5 5 22 15,-8-6 4-15,5 13-4 16,-4 0 0-16,13 7-16 16,-1 6-16-16,11 4-2 15,19 7 1-15,-19 0-1 16,19 0 0-16,12 19 1 0,4-1 0 16,1 2 3-16,9 8-2 15,5 2 1-15,2 4-1 16,0 1 0-16,5-1 0 15,-5 1 1-15,2-4 0 16,-2-1-1-16,-7-6-1 16,-3-2 1-16,-4-6-1 15,-2-2 0-15,-17-14-1 0,16 17 1 16,-16-17-1 0,0 0 2-16,0 0-1 15,0 0 0-15,0 0 0 16,0 0 2-16,0 0-1 0,0 0 0 15,0 16 0-15,0-16 0 16,-19 26-1-16,1-4 1 16,-13 15 0-16,-5 11 1 15,-13 19 4-15,-15 13-4 16,-11 17 3-16,-10 10-2 16,-9 9 1-16,-3 2-1 15,3-4 0-15,4-8-2 16,9-14-2-16,6-13 2 15,19-16-63-15,11-20-77 16,7-33-30-16,21-15-9 16,-2-35-2-16,22-13 39 15</inkml:trace>
  <inkml:trace contextRef="#ctx0" brushRef="#br0" timeOffset="15703.51">11437 5892 113 0,'0'0'47'0,"0"0"2"16,0 0-1-16,0 0 9 15,0 0-6-15,0 0-15 16,0 0 1-16,0 0 5 16,0 0 2-16,0 0-9 15,-9 16-1-15,9-16-6 16,2 28 6-16,5-6 4 16,-4 1 1-16,4 4-6 15,2 1-6-15,1 3-4 16,0-3-4-16,-1-2-3 0,-2-5-9 15,0-4-4-15,2-2-3 16,-9-15 2-16,3 18-1 16,-3-18 0-16,0 0 1 15,0 0 0-15,0 0 1 16,0-19 0-16,-7-2 1 16,-1-2-2-16,1-8 2 15,-6-5-2-15,0-6 0 16,-7-3 0-16,5 0-6 15,-2 2 4-15,1 5-6 16,0 2 6-16,2 3-6 16,2 9 6-16,5 3-6 15,7 21 5-15,-10-24 2 0,10 24-1 16,0 0-1-16,0 0 0 16,0 0-1-16,0 0 1 15,10 19-1 1,-3-4 2-16,5 6 1 0,2 3-3 15,2 2 6-15,0 0-5 16,3 0 5-16,-6-3-5 16,3-4 6-16,-5 0-6 15,-11-19 1-15,22 22 1 16,-22-22-1-16,0 0 0 16,12 19 1-16,-12-19-1 15,0 0 1-15,0 0 0 0,0 0 0 16,0 0 0-1,-5-26 0-15,-2 9 3 16,0-2-9-16,-5-4 8 0,2-1-9 16,-3 2 7-1,3 1-7-15,0 4 5 0,10 17-6 16,-16-18 4-16,16 18 6 16,0 31-72-16,7 4-79 15,9 17-27-15,-3-2-8 16,19 21-6-16,-6 2 94 15</inkml:trace>
  <inkml:trace contextRef="#ctx0" brushRef="#br0" timeOffset="88162.17">16432 10282 147 0,'0'0'75'0,"0"0"15"16,0 0 3-16,0 0-3 16,0 0-4-16,0 0-7 15,0 0-12-15,0 0-12 16,0 0-15-16,0 0-18 16,0 0-9-16,18 0-7 15,-18 0-6-15,38 16 0 16,-12-6 0-16,10 0 1 15,6 3-1-15,7-1-1 16,-4-5 0-16,7-2 2 16,-4-2 0-16,-2-3-1 0,-7 0 1 15,0-3 1-15,-6-1-2 16,-7 1 1-16,-7-1 0 16,-19 4-1-16,19-5 1 15,-19 5-1-15,0 0 1 16,-26-12-1-16,-4 9 0 15,-4-1-1-15,-12 1 2 16,-6-1 0-16,-3 2-1 16,-8 4 0-16,3 3 0 15,-5 2 2-15,3 4-1 16,5 1 0-16,-2 2 0 16,10 1 1-16,4 1-1 15,8-1 0-15,3-2-1 0,13-5-1 16,5 3 0-16,16-11-1 15,0 0 1-15,7 19-2 16,19-16 1 0,4-1 1-16,8 0 1 0,10-4 0 15,8-5 1-15,5-2 0 16,1-1 0-16,3-7 0 16,-3 1-1-16,-1 0 0 15,-6 3 1-15,-3-3-1 16,-13 6 0-16,-3-1-2 15,-13 4 0-15,-4 4 2 16,-19 3 0-16,0 0-1 16,0 0-1-16,0 0 2 0,-26 12 1 15,-4-7 0-15,-5 2 0 16,-8-2-1 0,-9-1 0-16,-2-1 1 15,2-3 0-15,0 2-1 0,3-2 0 16,8 2 0-16,8-4-2 15,7 2 2-15,10 0 0 16,16 0 0-16,0 0 0 16,0 0-1-16,31-2 0 15,9-1 0-15,9-1 1 16,8 1-1-16,13-4 1 16,1 0-2-16,3-2 2 15,6-3-1-15,-10 2 0 16,-3-2 0-16,-6 1 1 15,-9 3-1-15,-12 2 0 16,-5 1 0-16,-16 3-2 16,-19 2 3-16,0 0-1 0,0 0 1 15,-42 21 0-15,8-10 1 16,-15-3 0-16,-7 4 0 16,-6-3 1-16,1 1 0 15,-5-3 0-15,2 0 1 16,5-2-2-16,9-1 0 15,6-2 0-15,9-1-3 16,9-1 3-16,7 0-2 16,19 0-7-16,0 0-73 15,19 9-50-15,16 5-32 16,2-2-5-16,18 14-4 16,-1 3 28-16</inkml:trace>
  <inkml:trace contextRef="#ctx0" brushRef="#br0" timeOffset="89140.59">16457 12742 90 0,'0'0'143'16,"-18"8"-28"-16,18-8 9 15,0 0-7-15,-19-8-10 16,19 8-14-16,0 0-13 16,7-23-13-16,2 6-17 15,13 0-22-15,11-6-28 16,5-3 0-16,11-2-3 16,10-1 2-16,0 1-4 15,5 4 5-15,4 2-4 16,-2 3 2-16,-9 3-1 15,-5 7 0-15,-12 2-1 16,-5 4-2-16,-9 3 0 0,-26 0-2 16,16 17 1-16,-28 1 1 15,-11 4 3-15,-10 2-4 16,-12 6 8 0,-7 1-3-16,-12-2 8 0,-8 2-6 15,-2-5 6-15,-1 0-7 16,4-5 3-16,-4-2 0 15,9-3 0-15,6-4-1 16,11-2 0-16,9-5 0 16,12-1 2-16,7-2-1 15,21-2 0-15,0 0-2 16,0 0 3-16,25-12-1 16,6 8 0-16,5 1-1 0,10 1-2 15,6 0 0-15,3 0 1 16,-1 1 0-1,2 1 0-15,-4-2-2 16,-11 0 1-16,-4 1 1 0,-11-1-1 16,-7 2-2-16,-19 0 0 15,15 3-1-15,-15-3 1 16,0 0 1-16,-29 21-1 16,10-12-1-16,-4 3 3 15,-3-2 1-15,-3 2-1 16,1-1 2-16,2-1-2 15,3-3 1-15,6 2-47 16,1-9-50-16,16 0-50 0,0 0-21 16,-19-21-5-1,19 21 0-15,9-42 29 16</inkml:trace>
  <inkml:trace contextRef="#ctx0" brushRef="#br0" timeOffset="90424.89">26724 5397 123 0,'0'0'167'0,"-3"-29"-10"0,-1 13-49 16,-6-10-7-1,8 4-3-15,-15-11-21 0,8 3-14 16,-12-6-18-16,5 7-31 16,-3-4-7-16,0 5-2 15,-3 0 2-15,-1 8 0 16,-3 2-1-16,5 8-6 16,-1 6-7-16,-1 3 0 15,-3 9-1-15,0 8-1 16,3 8-4-16,-6 9 1 15,5 10-2-15,-2 2 6 0,0 6 5 16,8 0 1-16,3-2-2 16,4-4 4-1,6-4-2-15,5-6 2 16,5-7-2-16,6-7 0 0,8-2 0 16,0-4 0-16,7-3 0 15,0 0-1-15,3-3 1 16,4 0 0-16,-3 1 1 15,1 0 1-15,-5 4 0 16,0 0 1-16,-7 5-1 16,2 0 2-16,-9 7-2 15,2-2 3-15,-9 2 2 0,-1 2-4 16,-4 0 3 0,-7 0-4-16,-5-3 4 15,-7 0-3-15,-4-8 4 16,-10 0-7-16,-5-6 1 15,-5-6 0-15,-3-5 1 0,-6-4 0 16,4-4 1-16,-1-3-2 16,7-1 0-16,3-5-42 15,11 8-55-15,5-5-31 16,6 2-20-16,17 12-11 16,3-29-13-16,20 19 27 15</inkml:trace>
  <inkml:trace contextRef="#ctx0" brushRef="#br0" timeOffset="91427.57">26137 5119 189 0,'9'-25'94'16,"-9"25"13"-16,17-24 0 0,2 29-11 15,-3 9-10-15,10 19-12 16,-3 9-21 0,6 15-6-16,-3 8-18 15,0 12-19-15,4 2-11 0,-8 1 3 16,-3-2 0-16,-3-6-1 16,-6-6 2-16,-6-7-3 15,-4-7 3-15,-4-7-1 16,-2-5 2-16,-10-4-3 15,-3-8 0-15,-7-6 0 16,-4-4 0-16,-3-8 0 16,-1-3 1-16,1-2-1 15,-2-5-1-15,2-2 1 0,7-1-2 16,7 0-1-16,19 3-3 16,-23-7 0-16,23 7-1 15,0 0 2 1,19-6-1-16,0 5-1 0,14-1 2 15,6-2 0-15,9 1 2 16,4-2 1-16,4-4-1 16,1-1-2-16,-5-2 2 15,0-6-31-15,-7 1-75 16,-12-2-34-16,-7-5-11 16,-10-2 0-16,-13-5-4 15,-6-1 40-15</inkml:trace>
  <inkml:trace contextRef="#ctx0" brushRef="#br0" timeOffset="91851.39">25978 5466 184 0,'-39'-6'124'0,"20"-1"-14"16,19 7-10-16,0-19-4 15,23 1-8-15,22 3-13 16,12-11-22-16,21 1-33 15,11-7-18-15,5-3 0 16,6 0-3-16,-2 1 1 16,-8 1 0-16,-9 3 0 15,-13 6 1-15,-9 0-2 16,-14 8 0-16,-10 3 1 16,-9 4 3-16,-9 7 0 15,-17 2-1-15,19 12 2 0,-12 11-1 16,-1 10 2-16,1 15-2 15,-4 14 1-15,4 16-3 16,2 12 1-16,-6 14 2 16,4 9-4-16,-3 3 3 15,-4 0-1-15,0-7-1 16,-4-7-1-16,1-9 3 16,-4-11-4-16,3-17-2 15,-4-18-31-15,8-9-64 16,-4-20-30-16,4-18-8 15,4-23 0-15,8-17-1 16,2-17 1-16</inkml:trace>
  <inkml:trace contextRef="#ctx0" brushRef="#br0" timeOffset="92476.15">27259 5612 143 0,'15'-19'78'0,"-15"19"0"16,21 3-5-16,-16 20-4 15,2 13-5-15,4 13-12 16,-3 8-11-16,10 8-19 16,-3 3-7-16,4 3-4 15,1-5 8-15,-3-6 11 16,-5-13-1-16,2-5 2 16,-9-16-2-16,2-4 0 15,-7-22 0-15,0 0-4 0,-19 2-8 16,9-21-18-16,-10-16 1 15,5-8-1-15,-8-13-7 16,6-13 7 0,-6-10-5-16,8-4 5 0,4 1-1 15,8 3 5-15,6 6-3 16,8 7 2-16,8 12 3 16,3 11-4-16,8 17 2 15,3 9-2-15,2 10 1 16,-2 12-1-16,-4 7 0 15,-3 7 0-15,-3 7 0 16,-4 5 0-16,-7 2 1 16,-9 4 2-16,-3-3-3 0,-5-1 2 15,-9 0-1-15,-1-4 0 16,-8-1-1 0,6-4 2-16,-9-5-3 15,7-3-6-15,3 0-61 0,16-16-33 16,-17 7-6-16,17-7-4 15,0 0 0-15,26-30-5 16,3 13 5-16,-3-4 5 16,14-5 76-16,5 4 37 15,0-3 17-15,1 3 7 16,6 1 8-16,-7 0 5 16,7 6 0-16,-7-3-4 15,4 3-13-15,-8-1-34 16,-4 2-41-16,8 7-33 15,-19-6-21-15,10 13 26 16,-17-9 75-16</inkml:trace>
  <inkml:trace contextRef="#ctx0" brushRef="#br0" timeOffset="92681.22">27927 5918 293 0,'0'0'176'0,"-4"19"-35"0,4-19-45 16,35 2-6-1,-2-7-22-15,9-6-101 16,1-9-94-16,9-13-46 16,13 0-1-16,-1-14-3 0,10 2 2 15</inkml:trace>
  <inkml:trace contextRef="#ctx0" brushRef="#br0" timeOffset="93271.43">29033 5598 218 0,'0'0'171'0,"0"0"-53"15,0 0-29-15,0 0 0 16,0-33-22-16,5 12-2 0,-7-13-4 16,2-4-61-16,-3-4 1 15,3-1 0-15,-4 0 1 16,1 3 1-16,-4 7 1 16,3 7-1-16,-1 7 0 15,5 19-2-15,0 0 1 16,0 0 0-16,-7 34-1 15,11 5-2-15,-1 9-1 16,2 7 1-16,2 9-1 16,0 4 1-16,-3 6 3 15,4-3 1-15,-1-7 0 16,-3-6-3-16,-1-5 4 16,-3-4-4-16,-3-6 5 0,-4-7-4 15,-5-6 1-15,-2-6-4 16,-2-3 4-16,-3-1-1 15,-3-6 2-15,1-3-2 16,-5-1 0-16,3-5 1 16,1 0-1-16,2-3-1 15,5 0-5-15,15-2-1 16,-18-2-1-16,18 2 0 16,4-15 1-16,-4 15-1 15,33-26 0-15,-4 5 1 16,10-2 3-16,6-3 5 15,10-3-8-15,4-2 6 16,9 0-8-16,-4-6-67 0,-1 4-56 16,-6 7-28-16,-17-5-10 15,2 11-1-15,-29-5 18 16</inkml:trace>
  <inkml:trace contextRef="#ctx0" brushRef="#br0" timeOffset="94131.39">13058 7028 1 0,'0'0'16'0,"0"0"2"16,0 0-21-16,0 0 2 15,0 0 1-15,0 0-23 16,0 0 16-16,22-14 7 16,4 7 0-16,4-15 0 15</inkml:trace>
  <inkml:trace contextRef="#ctx0" brushRef="#br0" timeOffset="94774.92">17189 6697 31 0,'0'0'21'15,"0"0"6"-15,0 0-1 16,0 0 1-16,0 0-1 16,0 0-1-16,0 0 0 15,0 0-1-15,0 0-5 16,0 0-10-16,0 0-3 15,0 0-3-15,0 0 0 0,0 0-5 16,0 0-10-16,0 0-8 16,0 0-2-1,0 0 0-15,0 0 0 16,0 0-1-16,0 0 1 0,0 0 4 16,0 0 9-16,0 0 5 15,0 0 1-15,0 0 2 16,0 0-1-16,0 0 2 15,0 0-1-15,0 0-1 16,0 0 2-16,0 0-4 16,0 0-18-16,0 0-21 15,0 0 26-15,0 0 17 0,0 0 0 16</inkml:trace>
  <inkml:trace contextRef="#ctx0" brushRef="#br0" timeOffset="103692.23">30187 5487 108 0,'12'-27'60'0,"-5"-8"10"16,2 4 8-16,5 3 17 15,-11-3 9-15,13 7 0 16,-9-6-8-16,8 9-12 16,-8-5-6-16,9 11-18 15,-9-2-16-15,-7 17-25 16,15-19-24-16,-15 19-7 15,0 0-5-15,0 0-4 16,0 0 0-16,0 0-2 16,0 0-1-16,0 0 1 15,0 0 9-15,0 15 6 16,0-15 4-16,0 0 2 0,0 0 1 16,0 17 0-16,0-17 0 15,0 16 0-15,0-16-2 16,0 0 2-16,7 21 0 15,-7-21 0-15,0 0 1 16,4 21 0-16,-4-21-1 16,3 15 1-16,-3-15 1 15,4 23 0-15,1-8 0 16,-1 3-1-16,-1 1-1 16,0 1 0-16,1 5 1 15,3 1 0-15,-5 1-2 16,5-1 2-16,-4 2-2 15,0 0 3-15,4 1-2 0,-3-1 1 16,5-1-1-16,-6-1 1 16,4 2-1-16,0-4 1 15,-2 1-1-15,2-6 3 16,-3-2-3-16,-4-17 3 16,8 22-2-16,-8-22 2 15,0 0-2-15,0 0 2 16,0 0 0-16,0 0 0 15,18 13 1-15,-18-13 2 16,0 0 0-16,0 0-1 16,15-7 0-16,-15 7 1 15,16-6-1-15,-16 6 1 16,26-10 0-16,-9 5-3 0,-1-6 4 16,6 5-3-16,1-7 5 15,3 1-5-15,-3-3 3 16,6-1-5-1,-6 1 3-15,-1-1-1 0,-4-5-1 16,-3 0-1-16,-3-5-2 16,-1-1-3-16,-4-4 1 15,-7-6 0-15,0-3 0 16,0-5-4-16,-4-1 1 16,1-3-1-16,-4 2 2 15,-2 4 2-15,-1 2 1 16,-1 4-2-16,-1 6 4 0,2 7-1 15,-2 3 3-15,-2 6 0 16,14 15 1 0,-23-21-2-16,23 21-2 15,-15-11-2-15,15 11-1 16,0 0 0-16,0 0-61 0,3 28-52 16,4-11-32-16,9 11-11 15,-4-4-4-15,14 9 4 16</inkml:trace>
  <inkml:trace contextRef="#ctx0" brushRef="#br0" timeOffset="104335.74">31130 5285 331 0,'7'-18'129'16,"-7"18"-10"-16,12-27-16 0,-12 27-27 15,7-21-25-15,-7 21-32 16,0 0-20-16,0 17-2 16,0 14-1-16,3 18 1 15,8 15 2-15,-3 17 2 16,-1 20-1-16,0 11 1 16,2 13-1-16,-6 3 1 15,1-2 0-15,-4-6 0 16,-4-10-2-16,-3-13-3 15,2-14 4-15,2-13-2 16,-1-17 2-16,1-15-1 16,-1-12 2-16,4-8-1 15,0-18 1-15,0 0 1 0,-8-28 3 16,1-8 4-16,7-16-2 16,-4-14 2-16,4-12-2 15,-3-12 3-15,6-5 2 16,-3-4-4-16,11 1 1 15,1 1-7-15,7 8 2 16,3 8-2-16,8 10 2 16,3 9-4-16,5 10-3 15,2 7 1-15,2 12-9 16,3 16 1-16,-9 6-1 16,2 15 1-16,-5 6 0 15,-3 14 0-15,-11 6 2 16,-3 9 2-16,-9 6 5 0,-14 6 6 15,-9 1-3-15,-7 1 4 16,-13-3-5-16,-6-3 5 16,-6-5-4-16,-4-6 4 15,0-8-4-15,-1-13-3 16,8-4 2-16,0-9-3 16,12-8-10-16,11-2-62 15,3-6-37-15,12-9-30 16,14 3-16-16,8-10-8 15,15 2-6-15</inkml:trace>
  <inkml:trace contextRef="#ctx0" brushRef="#br0" timeOffset="106216.12">32287 5376 255 0,'30'6'176'0,"-14"-3"-16"16,-16-3-73-16,22 28-17 15,-22-9-13-15,0 10-24 16,-9 4-19-16,-1 5-15 16,0 9-2-16,-3-4 5 15,3 2-6-15,1-1 2 16,6-5-1-16,3-6 3 0,9-9-3 15,4-5 3-15,3-10-1 16,3-7 0 0,7-4 1-16,-3-7 0 15,3-1 2-15,0-4 1 0,0-5 0 16,0-2-1-16,0 1 1 16,-4-1-3-16,1 0 3 15,-2 4-4-15,-5 1-1 16,-1 2-1-16,-15 14 1 15,23-10 1-15,-23 10 0 16,17 7 1-16,-17-7 0 16,23 24 0-16,-23-24-1 0,29 28 1 15,-10-14-2-15,4-2 1 16,6-4 0-16,-1-2 0 16,5-8 0-1,0-2 3-15,-3-6-1 0,-3 0 1 16,3-6 1-16,-8-1-2 15,-4-6 1-15,-6-3 1 16,-5-3 2-16,-4-2-4 16,-6-2 4-16,-8-2-1 15,-4 1 3-15,-4-1-2 16,-11 6 0-16,-3 4-2 16,-5 12-1-16,-2 4-1 15,-2 12-1-15,4 11-1 0,-2 10-2 16,-1 11 1-1,8 5-1-15,1 5 0 16,15 0-3-16,1 2 1 16,13-2 0-16,6-7 4 0,13-5-2 15,14-13 2-15,6-6 0 16,9-9 3-16,4-8 2 16,3-9 2-16,2-9 0 15,-2-5-2-15,-4-7-1 16,1-5-2-16,-6-2 4 15,-4 0-4-15,-10-1-1 16,1 1-2-16,-8 7 0 16,-6 4-4-16,-2 8 4 15,-9 5-1-15,-5 16 1 16,0 0-1-16,10 25 0 16,-6 2 2-16,-1 3 0 15,6 4 2-15,1 3-1 0,6-1-1 16,3-3-2-16,2-7 0 15,1-5 2-15,4-7 0 16,0-4 1-16,-1-7-1 16,4-6 2-16,-3-6 0 15,-3-6 1-15,3-3 1 16,-3-4 1-16,3-2-2 16,-4-2 0-16,-1 1 1 15,-5 3-2-15,3 3-2 16,-5 3 0-16,1 6-1 15,-15 10-1-15,26-9-1 16,-10 13 2-16,3 1 0 16,2 0-1-16,1 4 2 0,4-2 1 15,2 0 0-15,2-4 1 16,-1 1 0-16,-3-6-1 16,0 0 1-16,-3-1-1 15,-4 1 1-15,-19 2-1 16,22-7 0-16,-22 7-1 15,0 0 1-15,18-5 0 16,-18 5 0-16,0 0 0 16,0 0 1-16,0 0 0 15,0 0 0-15,0 0 0 16,0 0-1-16,0 0 0 16,19-11-1-16,-19 11 1 15,26-8 0-15,-10 4-1 0,6-3 0 16,1 2 2-16,6-2-1 15,4 2 1-15,5-4 0 16,-1 1-1-16,1-1 0 16,2 0 1-16,-2-3-1 15,0 2 0-15,2-2-1 16,-5-2 1-16,1 2-1 16,-6-4 2-16,-2 2-2 15,-4 2 0-15,-1 2 1 16,-23 10 3-16,19-16 3 15,-19 16 1-15,0 0-1 16,0 0 0-16,0 0 0 0,-26 11-2 16,10 1 0-16,-1 3-5 15,1 1-4-15,2 1-3 16,5 2 0 0,9-3 1-16,0 0 1 15,0-16-1-15,30 13 3 0,-11-13 0 16,7-7 1-16,0-5 4 15,4-5-2-15,1-7 2 16,-2-7-1-16,4-7 1 16,-3-6 0-16,-2-8 2 15,-2-5-2-15,-4-7-2 16,-4-7 3-16,-6 0-1 16,-5 5 7-16,-7 8-3 0,-7 6 3 15,-2 12-4-15,-5 10 2 16,-8 20-2-1,-4 17-1-15,-4 21 3 16,1 13-8-16,-6 13 1 0,5 10-4 16,8 7 2-16,3 5-1 15,12 0 3-15,7-7-3 16,14-8-4-16,8-11 4 16,9-8-2-16,9-11 3 15,2-12 1-15,3-9 2 16,4-8 2-16,-1-5 0 15,-3-6 0-15,-1-1 0 16,-9-2 2-16,-2 1-2 16,-4 4-2-16,-3 2 0 15,0 3-2-15,-3 4 0 16,8 3 1-16,2-1 1 16,9-3-3-16,1-4-54 0,7-2-43 15,2-6-23-15,-3-9-20 16,7-3-17-16,-18-13-4 15,2 1 51-15</inkml:trace>
  <inkml:trace contextRef="#ctx0" brushRef="#br0" timeOffset="107867.65">31065 4208 444 0,'-71'-19'124'15,"0"-10"3"-15,15 1-21 16,1-12-28-16,17 9-36 16,5 1-40-16,7 4-4 15,3 6-1-15,23 20 0 16,-19-9-2-16,23 26 3 16,4 18-3-16,6 12 1 0,2 13-2 15,3 6 3-15,-2 5 1 16,2-2 1-16,-7-5-2 15,-1-10 3-15,-4-9-3 16,-4-12 2-16,-3-12 1 16,0-21 1-16,0 0 0 15,0 0-1-15,-17-16 2 16,10-15-1-16,2-11 1 16,1-10-1-16,-3-8 0 15,7-4-2-15,4-4 0 16,3 4-2-16,5 4 2 15,10 9-1-15,4 13-1 16,11 16 0-16,5 10 1 0,3 14 2 16,3 10 0-16,4 12 0 15,-3 10-1-15,-7 5 2 16,-2 4 0-16,-11 0 1 16,-6-1-2-16,-11-6 1 15,-5-3-2-15,-4-9 1 16,-6-5 0-16,3-19 1 15,-4 19-3-15,4-19-1 16,0-19 0-16,7-2 0 16,2-11 1-16,1-7-1 15,9-6 0-15,1-5-1 16,6 0 4-16,-4-2-2 0,4 9 3 16,0 6-2-16,0 13 2 15,-3 5 1-15,-6 16 1 16,2 15 0-1,4 12 0-15,-8 16 1 16,3 8-2-16,-3 10 3 0,1 2-5 16,1 6-2-16,3-4-3 15,2-10 2-15,-3-7-3 16,4-12 1-16,-1-12 0 16,8-13 1-16,-1-8 0 15,1-10 3-15,1-9 1 16,2-5 0-16,0-4 2 15,-3-1-2-15,-3 1 1 0,-4 4 0 16,-2 3 1 0,-21 21 1-16,22-17 0 15,-22 17-1-15,0 0 1 16,16 27-1-16,-13-6-2 0,4 0 1 16,5 0-4-16,8-4-1 15,6-3 0-15,3-9-1 16,8-5 2-16,1-7 0 15,3-7 2-15,-4-5 1 16,-2-2 2-16,-6-1-1 16,-6-8 4-16,-9 1 1 15,-9-2 0-15,-7 0-2 16,-8-2 2-16,-10 5-2 16,-9 0 1-16,-9 8-2 15,-6 8-1-15,-1 6-4 16,0 8 1-16,0 8 1 15,5 8-2-15,9 4 0 0,12 3-2 16,12-3 2-16,15-1-2 16,15-6 1-16,20-4 0 15,10-4-1-15,14-9 1 16,11-8 1-16,9-4 2 16,2-5-2-16,-3-6 4 15,1 1-2-15,-12-2 3 16,-9 0-2-16,-9 2 3 15,-13 3 0-15,-13 4 1 16,-14 3-2-16,-17 14 0 16,0 0-2-16,0 0 1 15,-33-3 0-15,7 20-2 16,-3 2-1-16,-1 7 0 0,2 3 2 16,7 3-2-16,6-5 3 15,4 4-4-15,10-5 1 16,6-7-2-16,5-3 0 15,9-7-1-15,1-8 1 16,2-4 1-16,4-6-2 16,0-8 3-16,4-9 0 15,-4-5 2-15,-4-12 1 16,1-9 0-16,-4-9-7 16,-2-8 5-16,-1-4-5 15,-2-5 6-15,-6 2-6 16,-4 3 7-16,-1 13-6 15,-3 11 8-15,4 13-2 0,-8 12 0 16,4 24 0-16,0 0 0 16,-13 34 0-16,7 11-4 15,3 16 3-15,-1 15-1 16,4 12 8-16,0 9-7 16,7 7 7-16,5-2-10 15,2-5 8-15,5-7-6 16,4-12-3-16,10-10-79 15,-2-22-32-15,13-14-22 16,4-20-13-16,10-21 5 16,7-17 13-16</inkml:trace>
  <inkml:trace contextRef="#ctx0" brushRef="#br0" timeOffset="108519.7">34093 3888 131 0,'74'-64'112'0,"-8"5"-1"0,-2 7-14 15,-11 2 3-15,-12 13-7 16,-18 5 0-16,-6 11-16 16,-12 2-43-16,-5 19-33 15,0 0 1-15,-22-14-2 16,3 19 0-16,-4 2-3 16,-3 3 1-16,0 2 2 15,-3 8-2-15,-1 0 1 16,6 3 0-16,-1 3 1 0,10 0 0 15,3 1 1-15,5 3 3 16,7 1 9-16,3 0-9 16,13 0 3-16,3 2-3 15,10-2 0-15,4-1-2 16,6-1 3-16,6-1-6 16,3-2-4-16,4-2 4 15,-3-1 3-15,-4-3-2 16,-5 5 3-16,-7-3-4 15,-5 2 0-15,-14 4-2 16,-11-2 2-16,-10 3-3 16,-8 1 0-16,-15 3-1 15,-3-4 1-15,-9-1 2 0,-3-7 2 16,2-6 0 0,-2-4 0-16,7-11 1 0,5-7 3 15,7-7-2 1,3-5-1-16,11-5-1 0,8-2-2 15,4-6 2-15,9 0-1 16,5-3 0-16,5 2-3 16,7-5 3-16,4 2 0 15,3-2 2-15,1-2 0 16,3-5-2-16,1 3-4 16,0-1 4-16,-5-2-3 15,-3-2 6-15,-4-1-3 16,-14-3 2-16,-9 3-2 15,-11 5 5-15,-18-2-3 16,-18 5 2-16,-20 4-72 16,-18 17-61-16,-15 17-38 15,-30 10 1-15,-15 29-24 0,-30 6 60 16</inkml:trace>
  <inkml:trace contextRef="#ctx0" brushRef="#br0" timeOffset="110392.75">17989 12899 419 0,'16'14'210'0,"-16"-14"-64"16,0 0-45-16,0 0-15 15,0 0-25-15,0 0-61 16,0 0 0-16,0 0 0 16,0 0 0-16,0 0 0 15,21-9-14-15,-21 9-11 16,19 4 1-16,3-2 4 16,1 1 7-16,7 1 8 15,8-3 6-15,10 1 1 0,8 0-1 16,5-2-2-16,1-2 1 15,2-3-1-15,-1 0 2 16,-2-2-2-16,-6-2 1 16,-10 0-1-16,-3 1 0 15,-9-1 0-15,-11 0 1 16,-6 6 0-16,-16 3 1 16,21-7 5-16,-21 7 0 15,0 0-2-15,-17-2-2 16,-3 4 0-16,-2 0-1 15,-11 0-1-15,-9 1-1 16,-6 0-4-16,-8 1 0 16,-5-1 2-16,2 3 1 0,-1-1 1 15,-3 0 0-15,11 2 0 16,-2-2 0-16,11-1 1 16,5-1 2-16,8 2-1 15,8-3-1-15,6-2 0 16,16 0-3-16,-17-2 1 15,17 2 0-15,0 0 0 16,22-5-4-16,-1 2 2 16,14-1 1-16,6-1 1 15,15 0 2-15,6-2 1 16,10-2-1-16,-1 0 0 16,3 1 1-16,1-1 1 15,-7 2-1-15,-4 0 0 0,-2 2 1 16,-10 3 0-16,-3 1-1 15,-7 1 2-15,-9 0-1 16,-4 3 3-16,-10-1-3 16,-3 1-3-16,-16-3-3 15,0 0 1-15,0 0-1 16,0 18 1-16,-16-11 0 16,-10-1-1-16,-7 3 4 15,-5 2 6-15,-11-1 1 16,-10 4 0-16,-8 1 0 15,1 3-2-15,-2-1-1 16,-3 4-1-16,3-1-3 0,6-2 0 16,11-1 0-16,8-3 0 15,8-4-3-15,9-4 0 16,26-6-2-16,-14 10 0 16,14-10 0-1,30 5 0-15,-1-5-2 0,13-2 1 16,7-1 3-16,6-2 2 15,6-6 1-15,1-4-1 16,3-4-83-16,-13-4-52 16,-7-11-27-16,-2 1-7 15,-20-16-8-15,-4-3 12 16</inkml:trace>
  <inkml:trace contextRef="#ctx0" brushRef="#br0" timeOffset="113518.58">12662 16301 23 0,'0'0'70'0,"-19"29"-44"0,12-13-14 15,2-1-1-15,5-15-6 16,-14 26-19-16,14-8-12 16,0-18-12-16,0 29-6 15,0-29 20-15,14 33 24 16</inkml:trace>
  <inkml:trace contextRef="#ctx0" brushRef="#br0" timeOffset="114824.16">21183 17164 40 0,'0'0'22'0,"0"0"-11"16,0 0-8-16,0 0-7 16,0 0-9-16,0 0-10 15,0 0-10-15,0 0 31 16,0 0 2-16</inkml:trace>
  <inkml:trace contextRef="#ctx0" brushRef="#br0" timeOffset="115988.86">22256 12255 128 0,'0'0'71'15,"0"0"8"-15,0 0 9 16,0 0 14-16,0 0-12 15,0 0-9-15,0 0-12 16,0 0-8-16,0 0-11 16,0 0-13-16,0 0-16 15,0 0-20-15,0 0 0 16,0 0 1-16,0 0 1 16,0 0-1-16,0 0 1 15,0 0 2-15,0 0-1 16,0 0 0-16,0 0-1 15,0 0-2-15,0 0 0 0,0 0-2 16,0 0 0-16,0 0-1 16,0 0 0-16,0 0 1 15,0 0 0-15,0 0 1 16,0 0 0 0,0 0 0-16,0 0 1 0,0 0 0 15,0 0 1-15,0 0-2 16,0 0-1-16,0 0 1 15,0 0-2-15,0 0 1 16,0 0 0-16,0 0-1 16,0 0 0-16,0 0 0 15,0 0 2-15,0 0 0 16,0 0-1-16,0 0 2 0,0 0-1 16,0 0 0-16,0 0-4 15,0 0-19-15,0 0-13 16,-3-19-33-1,3-5-45-15,-4-7-26 0,1-21-14 16,6-3-6-16,-8-22-3 16</inkml:trace>
  <inkml:trace contextRef="#ctx0" brushRef="#br0" timeOffset="116571.69">22537 7405 42 0,'-2'-15'43'15,"-4"-6"6"1,6 21 3-16,-7-26 17 15,7 26 21-15,0 0 5 0,-7-19-2 16,7 19-6-16,0 0-7 16,0 0-7-16,0 0-15 15,0 0-20-15,0 0-26 16,0 0-8-16,0 0-2 16,0 0 0-16,0 0-4 15,-13 15-1-15,13-15 0 16,0 0 4-16,0 0-1 15,0 0-1-15,0 0 0 16,0 0 0-16,0 0 0 16,0 0 1-16,0 0-2 15,-19-5-6-15,19 5-37 16,-29-28-26-16,10 3-14 0,-14-20-17 16,0-13-10-16,-12-18-3 15,-4-16-12-15,-6-8 1 16,-6-18 42-16</inkml:trace>
  <inkml:trace contextRef="#ctx0" brushRef="#br0" timeOffset="118880.35">26215 8068 369 0,'0'0'144'0,"-20"-26"-4"15,20 26-12-15,-16-19-16 16,16 19-33-16,-3-15-34 15,3 15-39-15,0 0-11 16,29-21-17-16,-3 10-2 16,4-4-3-16,15 1 1 15,0-3 9-15,7-1 12 16,0 1 9-16,0 3-3 16,-3 2 3-16,-8 3-4 15,-8 2 3-15,-7 4-2 0,-7 3 2 16,-19 0-3-1,0 0-5-15,0 0 3 16,0 0-4-16,4 24 3 16,-4-24-2-16,-26 24 1 0,12-8 0 15,2 0 2-15,-2 3 2 16,2 3 0-16,1 1 3 16,3 3 0-16,1 1 0 15,3 1 0-15,1 3 0 16,3 2 0-16,0 2 1 15,3-2-3-15,-3 1-2 16,4-1-2-16,-4 0 0 16,-4-4-1-16,1 1 0 0,-4-4-1 15,-5-2 0 1,-4-1 1-16,-5-3 1 16,-1-1 1-16,-6 0 1 15,-2-1-1-15,-3-3 2 0,0 1-1 16,2-4 1-16,-2 0 0 15,7-3 2-15,4-4 3 16,6-2-4-16,16-3-1 16,-17 0 0-16,17 0 2 15,0 0-1-15,26-20-1 16,0 6-2-16,14 0-4 16,5-5 3-16,10 0 3 15,6-5-2-15,14-2 1 16,-1-2-2-16,-2 2 3 15,-5-2-1-15,-4 6-52 16,-9-2-57-16,-8-1-34 16,0 6-19-16,-17-3-3 0,2 4-1 15</inkml:trace>
  <inkml:trace contextRef="#ctx0" brushRef="#br0" timeOffset="119164.22">27330 7573 256 0,'7'-16'177'0,"-7"16"-9"16,0 0-56-16,0 0-15 16,-19 20-22-16,12 18-51 0,-9 10-18 15,-1 16-3-15,1 12 0 16,-3 18-5-16,2 15 0 15,-6 7-1-15,8 5 0 16,-8-3-8-16,7-2 8 16,-1-11 1-16,5-10-68 15,1-18-54-15,1-25-32 16,13-18-11-16,-3-34-3 16,23 2 3-16</inkml:trace>
  <inkml:trace contextRef="#ctx0" brushRef="#br0" timeOffset="119880.36">27658 7964 416 0,'0'0'175'0,"0"0"-36"0,0 0-44 15,3 21-28-15,-1 14-51 16,-2 11-16-16,4 10 1 15,-1 10-3-15,4 6-2 16,0 4 0-16,5 1 2 16,-5-6-1-16,0-11 2 15,-2-6-1-15,-1-13 1 16,-1-8-1-16,-3-10 4 16,0-23-5-16,0 0-1 0,0 0 1 15,-19-45 2-15,12-4 0 16,0-11-2-1,-5-15 1-15,2-11-3 16,-3-4 5-16,7-4-1 0,2 8 4 16,8 3 1-16,2 8-6 15,10 9 9-15,3 11-7 16,7 12 8-16,4 12-8 16,6 6 10-16,-1 11-10 15,1 13 9-15,-1 4-6 16,-5 13-3-16,-1 8 3 15,-17 9-10-15,-1 7 9 16,-15 6-11-16,-5 6 6 16,-13 0-10-16,-8 2 11 0,-6-2-4 15,-2-2 4 1,1-8 0-16,-1-8-3 16,5-8 8-16,11-8-5 0,6-13-10 15,16-5-1-15,-4-21-3 16,20 2-8-16,7-11-15 15,10-2-1-15,5-5-4 16,10-1 7-16,1 0 20 16,3 2 38-16,4 5 3 15,-4-2 11-15,3 8 20 16,-10-2-3-16,4 8 3 16,-11-4-12-16,2 8-1 0,-5-1-46 15,-2 2 10 1,-4 2-11-16,-1 0 2 15,-2 2-10-15,-3 1-86 16,-2 2-41-16,1 5-31 0,-22 2-1 16,30 7-8-16,-30-7 11 15</inkml:trace>
  <inkml:trace contextRef="#ctx0" brushRef="#br0" timeOffset="120071.84">28271 8170 456 0,'0'0'173'16,"0"0"-50"-16,0 0-63 15,0 0-7-15,29-21-38 16,2-3-14-16,6-2-76 16,1-7-59-16,2-6-27 0,12 0-1 15,-7-9-7-15,9 6 4 16</inkml:trace>
  <inkml:trace contextRef="#ctx0" brushRef="#br0" timeOffset="120487.81">28944 7646 413 0,'-5'27'143'16,"-5"-6"-32"-16,-4 7-7 15,2 1-26-15,1 8-31 16,-1 1-25-16,2 3-27 15,10 1 7-15,3-4-13 0,7 0 8 16,10-5-10-16,9-4 5 16,6-4-2-16,5-8 2 15,5-7 4-15,3-5 1 16,-2-6 4-16,-1-6 3 16,0-5-1-16,-12-6 2 15,0-1 0-15,-7-7-2 16,-4-1 0-16,-9-8 0 15,-3-3 4-15,-10-4-7 16,-7-3 13-16,-5-1-7 16,-9 1 0-16,-5 3-5 15,-2 6 3-15,-5 5-5 16,-3 8-2-16,-6 11 4 0,0 7-10 16,3 8 3-16,0 9 1 15,6 7 2-15,-1 4-32 16,11 5-70-1,9 6-38-15,2-8-23 0,24 5 1 16,2-13-4-16,17-1 60 16</inkml:trace>
  <inkml:trace contextRef="#ctx0" brushRef="#br0" timeOffset="123199.7">31145 7284 389 0,'-12'-19'177'16,"-11"-9"0"-16,4-1-77 15,2 6-35-15,-2-3-31 16,3 4-32-16,2 5 0 16,14 17-5-16,-22-25-2 0,22 25-2 15,-19-3 0 1,12 18 1-16,5 13 1 15,-1 14 1-15,3 11-1 0,0 13 5 16,5 12 0-16,5 9 8 16,-3 1-5-16,5-3-4 15,2-4 0-15,-5-12-3 16,1-8 3-16,-3-11-2 16,-2-12 2-16,-1-10-6 15,-1-9 3-15,-3-19-43 16,0 0-27-16,0 0-3 15,-15-21 0-15,-3-8 8 16,6-4-3-16,-10-12 12 16,3-5 9-16,-7-8 71 15,-7 0 55-15,3 2 6 16,-5 1-1-16,6 6-4 0,-8 1 1 16,15 6-12-16,-4 4-16 15,7 5-26-15,8 0-28 16,10 1-1-16,6 2 1 15,5 1-2-15,13 1 2 16,6 5 2-16,9 6 7 16,11 5 0-16,7 10 3 15,8 11 0-15,2 10-1 16,5 10 0-16,-3 11-3 16,-4 7-2-16,-5 8-5 15,-14 3 1-15,-9 7-6 16,-13 1 6-16,-14 0-6 15,-9-4 0-15,-12 2 3 0,-18-1 0 16,-5-3 4-16,-13-1-1 16,-11-7 5-16,-5-7-7 15,-6-4 5-15,2-6 1 16,4-7-1-16,5-11 1 16,11-7 9-16,13-8-8 15,9-7 0-15,26 5 0 16,-18-36 0-16,29 8 0 15,11-8 0-15,8-4 4 16,8-7-16-16,11 0 15 16,6-1-7-16,4 1 7 15,5 6-7-15,4 2 6 0,-5 7-6 16,-3 4 0-16,-4 7 3 16,-4 7-3-16,-10 9 7 15,-9 7 2-15,1 5-2 16,-8 12 2-16,-3 5 1 15,0 5-4-15,-3 3 4 16,0 0-5-16,2-2-1 16,1-2-13-16,-4-8 8 15,3-6-11-15,-4-3 8 16,1-10 0-16,-4-6-1 16,-15 5 6-16,26-31-5 15,-19 5 10-15,-3-9-3 16,-4-6 6-16,-4-6-1 0,-6-3 4 15,-6 0-4-15,-3 3-8 16,-3 7 3-16,-8 9-7 16,-6 14 3-1,-2 6-3-15,-2 17-1 0,-2 7-4 16,4 10 2-16,1 6 8 16,3 8 2-16,8 1 11 15,8-2-5-15,9 0 3 16,9-3-3-16,6-3 0 15,11-8-2-15,6-4 0 16,10-13-8-16,1-5-3 16,8-4 0-16,-2-10 2 15,2-1 0-15,-4-6 3 0,2-5-1 16,-2-2-1 0,-5-1 5-16,0 1-5 15,2 1 4-15,-6 2-6 16,4 3 5-16,-3 5-3 0,-8 6 10 15,6 9-1-15,-7 9-1 16,1 7 1-16,-3 10-1 16,0 9 6-16,1 2-7 15,-3 5 5-15,5-2-7 16,-2-2 3-16,-1-5-2 16,-4-3 1-16,-1-12-1 15,-14-16-6-15,23 19 1 16,-23-19-5-16,0 0 1 0,19-7 0 15,-19 7-3 1,14-35 3-16,-2 9-2 16,2-7 0-16,-2 0 4 15,7-1 1-15,2 1 0 0,1 2-3 16,1 3 7-16,0 11-4 16,3 6 7-16,0 10 1 15,1 4 0-15,-2 6 1 16,-1 3-1-16,2 2-1 15,0 1-3-15,0-1 0 16,-3-2-5-16,-1-3 0 16,-1-2-3-16,-2-7 0 15,0-4 1-15,-3-3 3 16,-16 7 2-16,26-24 1 16,-16 7 1-16,1-2 0 15,-3 2 1-15,-1-1 0 16,-3 3 0-16,-4 15-1 0,5-23-1 15,-5 23-1-15,0 0 1 16,0 0 0-16,0 0 0 16,0 0 1-16,0 0-1 15,0 0 0-15,0 0-1 16,7-15 1-16,-7 15-1 16,0 0 0-16,0 0 2 15,0 0-1-15,0 0 1 16,0 0 2-16,0 0 0 15,0 0-1-15,0 0-1 16,0 0-1-16,0 0-1 16,0 0 0-16,0 0-2 0,0 0 0 15,0 0 0-15,0 0 0 16,0 0 2-16,0 0 0 16,0 0 1-16,0 0 1 15,0 0 0 1,0 0 1-16,-9-21 2 0,9 21 2 15,-10-19 1-15,10 19 1 16,-11-24-2-16,11 24 0 16,-12-20-1-16,12 20 0 15,0 0-2-15,-10-15-4 16,10 15-1-16,0 0-2 16,0 0 1-16,0 0 0 15,0 0 1-15,0 0 0 0,0 0-1 16,0 0 4-16,0 0 1 15,0 0 0-15,0 0 0 16,0 0-2-16,0 0-4 16,0 0 3-16,0 0-2 15,-16-10-4-15,16 10 0 16,-15-14-1-16,15 14 1 16,-33-18 2-16,14 8 2 15,-7 3-1-15,3 0 2 16,-3 0 1-16,3 5 1 15,6 1 0-15,17 1 8 16,-19-5-7-16,19 5 0 16,0 0 0-16,3-16-1 0,-3 16 0 15,23-16 0-15,-4 4-1 16,2 4-7-16,1-3 7 16,1-1 0-1,5 0 0-15,1 3 3 0,4 1 0 16,5 8 1-16,-1 3 4 15,5 2-1-15,-6 9 1 16,2 9 0-16,-1 6-3 16,-3 6-4-16,-4 6-1 15,-8 1-3-15,-6 1-3 16,-2 0-2-16,-7-3 1 16,-2-2-3-16,-5-7 10 15,-2-6-2-15,-1-8 5 0,3-17-4 16,-7 24 8-1,7-24-1-15,0 0-3 16,0 0 0-16,7-31-4 16,5 3 4-16,2-5-4 0,2-6 3 15,10-10-6-15,0-1 4 16,3-2 2-16,6 4 3 16,1-1-2-16,3 8 2 15,0 8-2-15,0 8 3 16,2 10 2-16,-4 13 0 15,1 9-3-15,-5 12-2 16,0 11 2-16,-2 9-3 16,-1 8-2-16,-4 8-5 0,-4 4-1 15,-3 2-4 1,-1-2 8-16,-6 0-7 16,-9-7-79-16,1-7-57 15,-1-4-15-15,-6-17 0 0,3-6-1 16,0-18 1-16</inkml:trace>
  <inkml:trace contextRef="#ctx0" brushRef="#br0" timeOffset="124763.3">34369 7329 213 0,'3'-24'97'0,"-3"24"13"0,7-16 0 15,-7 16-12-15,0 0-9 16,0-21-7-1,0 21-10-15,0 0-15 0,-3-15-22 16,3 15-23-16,-20-17-9 16,7 6-2-16,-6 6-1 15,-4 3-3-15,-3 4-6 16,-4 8-4-16,-4 6 3 16,-3 12-5-16,-4 8-1 15,4 9-1-15,2 2 2 16,6 6 0-16,10-1 16 15,8-5 0-15,11-2 9 16,13-12-1-16,11-12 6 16,11-7-5-16,6-13 4 15,3-13-4-15,4-7-9 16,1-7 1-16,-4-7-8 16,4-5 7-16,-8 0-5 0,-4-3 5 15,-6 2-5-15,-5 5 6 16,-3 8 0-16,-6 7-7 15,-8 0-6-15,-9 19-1 16,0 0-1-16,0 0 1 16,0 0 1-16,6 22 1 15,-6-6 3-15,0-16 10 16,16 31 8-16,-16-31 2 16,30 26 1-16,-11-21-2 15,2-3 0-15,1-7-3 0,-3-2-3 16,0-4-4-1,-3-4-1-15,1-6 0 16,-5-3 0-16,-5-2-2 0,-7-5-5 16,0 0-3-16,-7-1-2 15,-1 6 0-15,-10 0 0 16,-1 9 0-16,-7 3-2 16,0 14 2-16,-5 7 6 15,5 7 4-15,0 2-1 16,3 6-1-16,6 1 3 15,5-1 4-15,5-1 7 16,10-5 1-16,-3-16 0 16,30 19 0-16,-8-16 0 15,4-10 2-15,9-2-2 16,-2-8-5-16,5-4-6 16,2-5 0-16,-2-5 0 0,-1 0 1 15,1 3-1-15,-1 4-4 16,-6 3-4-16,-2 9-4 15,-3 5 0-15,0 9-2 16,-7 2 2-16,4 6 1 16,-6 0 2-16,-1 2 6 15,0-3 3-15,1-2 8 16,2 0 1-16,0-5 0 16,4-4-1-16,-1-8-1 15,8-3-3-15,3-7-2 16,5-1-1-16,4-5-3 15,1-4-8-15,6 3-42 0,-11-4-52 16,2 1-42-16,-2 6-21 16,-12-7-7-16,4 7-2 15,-18-6 76-15</inkml:trace>
  <inkml:trace contextRef="#ctx0" brushRef="#br0" timeOffset="125627.74">35403 6225 217 0,'-3'-16'185'16,"3"16"-2"-16,0 17-78 15,-4 6-28-15,1 17-12 16,-2 10-26-16,1 16-26 16,1 15-16-16,-1 11 1 15,1 6 4-15,-1 3-4 0,4-4 4 16,4-6-3-1,-4-11 1-15,3-11-3 0,1-12-1 16,-4-12 2-16,0-10 0 16,3-9 2-16,-6-10-1 15,3-16 10-15,0 0-4 16,0 0-2-16,0 0 0 16,0-23 0-16,0 2 0 15,-4-3 0-15,4-7 0 16,-3 0-9-16,-1-2 7 15,1 0 0-15,3 4 2 16,-2 1 1-16,2 2 3 16,2 3-3-16,5 3 0 15,3-3 1-15,9 2-2 16,7 1 2-16,4-6-10 0,4-2 5 16,3-3-10-16,5-2 6 15,6 2-5-15,-3 0 2 16,0 3-21-16,-5-3-46 15,2 7-28-15,-6 4-26 16,-8 3-13-16,2 7-18 16,-13-2-9-16,-1 8 73 15</inkml:trace>
  <inkml:trace contextRef="#ctx0" brushRef="#br0" timeOffset="153075.57">25290 11125 188 0,'4'-16'203'0,"-4"16"-7"16,0 0-76-16,0 0-16 16,0 21-8-16,0 0-24 15,3 19-28-15,4 10-44 16,5 14-5-16,-1 17-3 15,-3 9 6-15,-1 9-3 16,-3 7 2-16,-8-4-1 16,1-9 2-16,-9-8-2 15,-6-16 2-15,3-13-1 16,-1-15 10-16,-1-18-6 16,1-18 1-16,-3-17 1 15,0-16 1-15,2-17 3 0,1-15-1 16,0-15-3-16,2-13-7 15,6-11 6 1,9 1-3-16,10-1 0 16,8 7-3-16,4 7 0 0,6 14-4 15,8 18 6-15,4 18-2 16,4 21 8-16,0 18 1 16,1 18-1-16,0 15 2 15,0 18-1-15,-5 11 2 16,-4 5-7-16,-6 3 0 15,-9-1 0-15,-4-7 0 16,-6-11 0-16,-5-8 0 16,0-16 0-16,-5-14-4 15,-2-17 0-15,0 0 3 16,3-41-4-16,1-6 4 16,-4-15-2-16,3-13-5 15,7-10 9-15,-1-5-2 0,8-1 0 16,6 2-4-16,5 11 4 15,1 14-6-15,4 18 7 16,0 18 4-16,2 23 1 16,1 20 0-16,-1 20 0 15,-2 19 0-15,4 15-1 16,1 17 4-16,0 15-4 16,-2 6-4-16,-3 4-1 15,2-2 2-15,-5-10-1 16,-4-13-1-16,0-15-4 15,-7-19 2-15,3-21-2 16,1-26 1-16,-4-22 0 16,2-18-1-16,-2-13 0 0,4-9 6 15,-4-5 0-15,0-3 1 16,-2 1-2-16,2 7-1 16,-3 11-2-16,-2 9 0 15,-2 13-2-15,-2 8 7 16,-10 16 1-16,16 9 3 15,-9 10 0-15,2 12-1 16,-3 2 4-16,8 4-2 16,5-1-5-16,4 0-7 15,3-8 0-15,4-9-5 16,1-7 4-16,2-12 1 16,0-10 0-16,1-8 3 0,-7-9 1 15,-5-10 6-15,-5-6-6 16,-4-4 1-16,-10-1 3 15,-6 3-1-15,-10 5-6 16,-7 9-1-16,-8 7 2 16,-9 10-3-16,-4 12 3 15,-4 7 1-15,-2 11-5 16,2 1 1-16,3 2 6 16,4 0 4-16,12-5-3 15,5-4 1-15,21-10 0 16,0 0-1-16,0 0 0 15,7-15-1-15,19-2 1 16,7-2-6-16,2-1 5 0,8 3 0 16,2 0-1-16,0 1 0 15,4 6 2-15,-1 5-1 16,-2 3 0 0,-1 4 3-16,-5 5 3 0,-6 1 2 15,-1 6-1-15,-3 5 0 16,-4 2-2-16,-7 1 0 15,0 11-1-15,-9 4-1 16,3 2-3-16,-6 3-1 16,5-2 3-16,-5-2 0 15,3-3-1-15,-1-6-4 16,1-12 0-16,-10-17 1 16,30 12-1-16,-11-17 1 0,-4-7-3 15,4-9 2-15,-1-3-2 16,-3-7 10-1,-1-2-6-15,-2-3 0 16,-8-1-1-16,-4 3 6 0,-7 3-3 16,-5 3-5-16,-5 4 1 15,-3 6-3-15,-6 4 5 16,0 6 2-16,4-1 4 16,3 1-12-16,19 8 4 15,-26-23 4-15,22 7 1 16,8-3-1-16,6-1-1 15,6-6-3-15,10 1-4 16,3 3 6-16,9 5 0 0,4 4 2 16,7 10 2-16,3 8 3 15,3 7 3-15,1 11-1 16,-4 3-2 0,-3 8-2-16,-11 1-3 0,-2 1-2 15,-13 1-5-15,-8-1 0 16,-8 2-5-16,-10-3 6 15,-4-6 2-15,-2-3 5 16,-1-5 2-16,10-21 0 16,-19 10-2-16,19-10 0 15,0-26-1-15,7 2-2 16,8-4-2-16,8-3-3 16,6-5 0-16,6 0 1 0,12-2 3 15,3-6-1 1,6-1 3-16,6-7-1 15,-1-1 1-15,2-4-2 16,-3 1 3-16,-1 4-3 0,-10 5 3 16,-4 9 1-16,-12 11 2 15,-7 11-2-15,-10 14-1 16,-16 2 0-16,7 44-1 16,-14-1 2-16,0 7 1 15,-2 6 3-15,2 1-5 16,7-2-1-16,9-6-3 15,8-11 3-15,18-16-1 0,10-15-1 16,14-12-1 0,5-18-4-16,14-10 2 15,0-13 5-15,4-13 3 16,-2-10-20-16,-5-1-53 0,-20-6-37 16,-6 2-31-16,-23 6-15 15,-19 4-7-15,-26 14-2 16,-30 8 5-16</inkml:trace>
  <inkml:trace contextRef="#ctx0" brushRef="#br0" timeOffset="153951.21">21393 11786 181 0,'-22'9'93'0,"-1"0"16"15,1-6 25-15,22-3-11 16,-30 10-6-16,30-10-29 15,0 0-14-15,0 0-19 0,19 2-17 16,11-5-27-16,6-4-16 16,13-4-5-16,8 3-3 15,9-3 12 1,9 1 0-16,1-2 0 0,6 0 0 16,-4 1 2-16,-7 3-2 15,-3 1 0-15,-9 0 0 16,-11 3 1-16,-10 1 5 15,-12 3-9-15,-5 0-2 16,-21 0-1-16,0 0 0 16,0 0 1-16,-33 12-1 15,4-5 0-15,-8 2-5 16,-8-4 8-16,-9 3 3 0,-1 3 0 16,-4-3 0-1,2 5 2-15,-3-3-1 16,1 0 0-16,6 1 1 15,9-1 1-15,3-3 3 0,11-2 4 16,8-3-1-16,22-2-2 16,-20-3 0-16,20 3-1 15,26-16 1-15,4 7-1 16,8-3-4-16,11 0-7 16,10 3-83-16,5 2-43 15,7 2-41-15,0 16-6 16,-8 4-6-16,1 22 2 15</inkml:trace>
  <inkml:trace contextRef="#ctx0" brushRef="#br0" timeOffset="154795.96">21581 16579 159 0,'0'0'193'16,"-12"19"-50"-16,12-19-30 15,0 0-13-15,0 0-5 16,0 0-17-16,26-31-26 16,-4 16-53-16,4-4 1 15,7 1 1-15,5-2 0 16,11 0 1-16,-4 1-1 0,7 0 3 15,-3 4-3-15,3-1 5 16,-3 2-5 0,-1 2 4-16,-6 2-2 0,-6 3 1 15,-6-2-3-15,-4 6 4 16,-7 1-3-16,-19 2 0 16,19-2-1-16,-19 2 1 15,0 0 0-15,0 0 2 16,0 0-1-16,0 0 0 15,0 16-2-15,0-16 1 16,0 0-1-16,0 0 2 16,0 0-2-16,0 0 0 15,0 0-29-15,0 0-99 0,-19 0-26 16,19 0-11-16,-33-29 3 16,7 3-11-1</inkml:trace>
  <inkml:trace contextRef="#ctx0" brushRef="#br0" timeOffset="156243.7">12580 5622 4 0,'-12'28'3'0,"0"12"1"16,-2 13-3-16,2 18 4 15,-2 14-2-15,-1 16 0 0,1 11-2 16,-5 8 7-16,3-3 11 16,-3 1 7-16,-2-7 1 15,2-13 4 1,-4-13 3-16,4-16 0 0,4-17 1 16,1-10-1-16,2-11 4 15,1-14-8-15,11-17-15 16,0 0-21-16,0 0-29 15,-15-19-28-15,15 19-16 16,0-41-14-16,0 15 15 16,-4-14 78-16</inkml:trace>
  <inkml:trace contextRef="#ctx0" brushRef="#br0" timeOffset="156903.78">11978 6083 62 0,'0'0'41'16,"-7"-26"-10"-16,7 26-6 16,0 0-7-16,0 0-3 15,4 22-4-15,3 11-5 0,3 10-7 16,-1 11 0-16,1 8 3 16,2 8 4-16,-5 4 4 15,4-5 4-15,-6-3 4 16,-2-5 1-16,-3-11 7 15,-3-12 14-15,3-5 36 16,-5-12 4-16,5-21 0 16,-7 15-11-16,7-15-2 15,-11-19-3-15,8 2-5 16,-2-16-15-16,-2-5-38 16,0-11-7-16,-2-10-6 15,-1-3 9-15,-1-7-3 16,6 0 2-16,2 3-2 0,-1 2 2 15,4 8-1-15,4 10 2 16,-1 9-3-16,2 10 1 16,2 11 1-16,-7 16 1 15,19-9 1-15,-19 9-1 16,30 28 0-16,-11 0-1 16,3 6 2-16,4 10-2 15,4 4 1-15,-1 4-4 16,1 0 2-16,-4 2-2 15,-3-6 2-15,-1-5-2 16,-3-4-25-16,-3-5-48 16,-9-6-32-16,3-6-22 15,-6-3-19-15,-4-19-13 0,0 0 0 16,0 0 77-16</inkml:trace>
  <inkml:trace contextRef="#ctx0" brushRef="#br0" timeOffset="157160.31">11992 6522 146 0,'0'0'54'15,"0"0"-11"-15,23-5-14 16,3-17-8-16,15-6-3 16,11-7-19-16,13-10-43 15,13 0-33-15,8-14-22 16,19 9 10-16,-5-14 89 16</inkml:trace>
  <inkml:trace contextRef="#ctx0" brushRef="#br0" timeOffset="158204.51">16233 6528 16 0,'26'51'14'0,"-4"-2"1"16,4-2 0-16,-3-8 1 15,-4-6 4-15,-3-10 23 16,-3-4 36-16,-13-19 29 16,9 19-8-16,-9-19-1 15,0 0-6-15,-9-28-1 16,-1 1-7-16,3-3-21 15,-5-13-37-15,2-7-31 16,-3-14 5-16,3-2-2 16,1-5 5-16,6 2-4 0,3 1 2 15,0 8-2-15,5 9 0 16,2 10 0-16,0 13 1 16,-7 28 1-16,16-12-3 15,-16 12 2-15,10 38-2 16,-7-3 3-16,1 11-4 15,-4 6 3-15,0 7-4 16,0-2 3-16,-4 0-3 16,1-5 2-16,3-8-1 15,-4-10 0-15,4-8 2 16,0-26-1-16,7 19 0 16,-7-19-1-16,23-15 0 15,-4-3 1-15,0-1-1 0,4-1 1 16,6 1 0-16,-3 1 0 15,4 8 1-15,-1 5 1 16,-6 10 0-16,-1 7-1 16,-2 9-1-16,-7 6 2 15,-7 10-3-15,-10 1-12 16,-1 12-24-16,-12-3-25 16,1 5-23-16,-7-9-27 15,1-8-24-15,4-6-21 16,3-19-1-16,15-10 60 15</inkml:trace>
  <inkml:trace contextRef="#ctx0" brushRef="#br0" timeOffset="158475.43">16562 5925 325 0,'-6'-15'126'0,"6"15"-11"16,-20-16-15-16,20 16-13 16,0 0-16-16,-19 19-22 15,19 7-26-15,4 12-26 16,-1 12 2-16,9 16-1 16,2 12 0-16,5 15-2 15,1 3-43-15,6 18-37 0,0 2-55 16,-4-2-27-1,8 7-4-15,-8-13 0 0,8-1 63 16</inkml:trace>
  <inkml:trace contextRef="#ctx0" brushRef="#br0" timeOffset="159272.21">20881 6462 33 0,'0'0'125'0,"0"0"-37"16,0 0 17-16,-15-5 0 0,15 5 1 15,-19-6-9-15,19 6-19 16,-21-7-18-16,21 7-11 15,-19-5-18-15,19 5-30 16,-23 12-1-16,13 6-1 16,1 6 1-16,-1 7-1 15,1 9 3-15,2 7-4 16,3 3 5-16,4 0 0 16,4-3-2-16,8-4 3 15,-2-7-3-15,6-6 2 16,-2-9-4-16,9-11 3 15,-1-12-6-15,4-8-19 16,0-18-50-16,4-6-33 0,-3-11-11 16,3-11-5-16,-1-10-3 15,-2-6 1-15,-1-8 7 16</inkml:trace>
  <inkml:trace contextRef="#ctx0" brushRef="#br0" timeOffset="159459.34">21112 6029 168 0,'-7'-35'68'15,"0"16"1"-15,7 19 9 16,-26-1 12-16,17 21-4 16,-8 13-10-16,8 17-13 15,-1 11-12-15,3 17-2 16,4 9-10-16,6 11-20 16,8 13-50-16,-1 1-52 0,6 10-42 15,3 6-27-15,-5-5-16 16,5 6-4-16,-11-6 48 15</inkml:trace>
  <inkml:trace contextRef="#ctx0" brushRef="#br0" timeOffset="160180.31">20862 11217 81 0,'-19'-9'59'16,"-2"0"11"-16,-1 4 23 16,3 4 15-16,-4-3-8 15,7 6-7-15,-1-2-8 16,17 0-11-16,-23 7-13 0,23-7-14 16,-12 26-30-16,16-4-19 15,-1 8-1-15,6 4 0 16,8 10-1-16,-1 4 3 15,3 4 2-15,0 3 2 16,0-5-3-16,2-4 4 16,-5-5-8-16,-6-10-56 15,2-3-42-15,-5-9 0 16,-7-19-18-16,0 0-4 16,0 0 2-16,12-33-2 15,-17 2 6-15</inkml:trace>
  <inkml:trace contextRef="#ctx0" brushRef="#br0" timeOffset="160555.44">20796 11364 294 0,'-5'-16'117'15,"5"16"-4"-15,-14-17-10 16,14 17-10-16,0 0-15 16,0 0-21-16,0 0-33 15,0 0-23-15,0 0 1 16,0 0-1-16,14 12-4 15,-14-12 0-15,29 24 0 16,-13-6 1-16,7 4-3 16,-1 1 2-16,1-1-1 15,-1 1 1-15,-3-3 1 16,2 1 2-16,-2 0 0 0,-3-4 2 16,-6 2 0-16,-1 2 2 15,-5 0-4-15,-8 1 3 16,-1 4-2-16,-9 2 2 15,-2-4-4-15,-6 1-2 16,-4-3-21-16,0-6-18 16,0-1-21-16,-4-8-16 15,8-5-18-15,-1-6-11 16,4-8-13-16,19 12-2 16,-30-36 8-16,24 12 22 15,-3-13 93-15</inkml:trace>
  <inkml:trace contextRef="#ctx0" brushRef="#br0" timeOffset="160811.24">20940 10943 323 0,'0'0'167'16,"0"0"-37"-16,0 0-30 15,0 0-17-15,16 30-22 16,-1 8-29-16,-1 12-34 16,5 12 5-16,4 16-3 15,0 14 2-15,-1 14-4 16,1 13-96-16,-6 14-48 0,2 14-21 16,-12-5-3-1,-2 14-3-15,-13-5 31 16</inkml:trace>
  <inkml:trace contextRef="#ctx0" brushRef="#br0" timeOffset="161720.17">20758 16441 331 0,'0'0'130'15,"-10"-19"-10"-15,10 19-11 16,0 0-16-16,0 0-17 15,0 0-23-15,0 0-36 16,0 0-18-16,0 0 0 16,-6 31-1-16,10-10 0 15,1 6 0-15,2 3 2 16,-4 6 1-16,4-1 2 16,2 1-3-16,1 2-1 15,3-3 2-15,1-6-2 16,-2-3-2-16,5-3-1 0,-1-8 0 15,3-1 2-15,0-5 2 16,2-4 0-16,1-5-1 16,1-2 2-16,3-3 0 15,0-2 3-15,0-1-2 16,0-5-1-16,-3 0-1 16,-1-1-2-16,-3-4-10 15,0-1-75-15,-5 0-45 16,-9-7-33-16,2 6-4 15,-10-8-6-15,-1 9 3 16</inkml:trace>
  <inkml:trace contextRef="#ctx0" brushRef="#br0" timeOffset="161959.81">20926 16540 136 0,'0'0'149'0,"0"0"19"15,18 1-70-15,-18-1-36 16,15-24-6-16,-15 24-7 16,16-35-44-16,-9 13-61 15,3-1-44-15,-8-3-40 0,5 4-18 16,-10-7-11-1,3 11 70-15</inkml:trace>
  <inkml:trace contextRef="#ctx0" brushRef="#br0" timeOffset="162140.28">20855 16334 189 0,'0'0'136'15,"0"0"-49"-15,14-14-24 16,-14 14-61-16,31-25-55 16,-17-2-37-16,12 6-17 15,-17-17-29-15,13 5 46 16</inkml:trace>
  <inkml:trace contextRef="#ctx0" brushRef="#br0" timeOffset="162415.01">21063 15671 478 0,'0'20'180'0,"-3"5"-24"16,0 9-74-16,-1 9-38 15,8 13-29-15,-1 17-14 16,9 13-1-16,6 20-1 15,8 13-2-15,8 13 0 16,8 11-1-16,10 13-87 16,0-4-6-16,4 6-6 0,-1-2-21 15,-3-11-18-15,-1-6-22 16,-15-20-12-16,6-12 129 16</inkml:trace>
  <inkml:trace contextRef="#ctx0" brushRef="#br0" timeOffset="166827.14">16521 16565 228 0,'0'0'107'0,"0"0"-4"15,0 0 5-15,-16 7 4 16,16-7-8-16,2 25-10 16,8 1-20-16,-3 1-19 15,9 17-17-15,0 1-38 16,6 8 0-16,4 6 0 15,-5-3 0-15,5-5 0 16,-7-4 0-16,-3-14 0 16,-6-9 0-16,-1-8 0 15,-9-16 0-15,0 0 0 16,0-33 0-16,-5 0 0 16,-6-8 0-16,-1-6 0 15,-5-7-2-15,-2-5 3 0,-4 0-3 16,4 6 4-16,2 4-4 15,1 6 2-15,0 7-2 16,6 8 0-16,3 7 1 16,7 21 2-16,-9-22-1 15,9 22-4-15,9-18-30 16,-9 18-29-16,23-5-25 16,-3 7-27-16,-1-2-18 15,4 3-25-15,3 10-8 16,-7-3-7-16,7 14 92 15</inkml:trace>
  <inkml:trace contextRef="#ctx0" brushRef="#br0" timeOffset="167019.56">16705 16811 145 0,'0'0'86'0,"0"0"-12"16,0-15-18-16,0 15-13 15,22-31-21-15,-8 6-51 16,5 5-44-16,-8-13-28 16,8 12-21-16,-19-12 22 15,3 17 100-15</inkml:trace>
  <inkml:trace contextRef="#ctx0" brushRef="#br0" timeOffset="167827.49">12287 16590 195 0,'0'0'191'0,"-17"-16"-10"16,17 16-54-16,-23-9-17 16,23 9-28-16,-26 20-31 15,17 2-16-15,-1 14-25 16,3 11-33-16,4 5-1 15,6 16-5-15,4-6 4 16,5 5 20-16,9-6 15 0,2-7-6 16,6-11-1-1,-1-12-6-15,1-14-1 0,1-11 0 16,-4-10 3 0,-4-8 1-16,1-4 4 0,-7-8 11 15,-2 2 3-15,-6-4 1 16,-1 5 1-16,-10-2 0 15,3 23 0-15,-5-26-4 16,5 26-6-16,0 0-10 16,-14 6-2-16,14-6-1 15,-7 34 1-15,14-6-3 16,0 1-14-16,12 8-39 16,-4-3-40-16,11 3-33 15,4 1-26-15,-1-9-17 16,13 4-5-16,-12-12 1 15</inkml:trace>
  <inkml:trace contextRef="#ctx0" brushRef="#br0" timeOffset="168780.95">12053 11582 61 0,'0'0'26'16,"0"0"-8"-16,0 0-3 16,0 0-17-16,0 0-8 15,0 0-9-15,0 0-7 16,0 0-4-16,0 0-2 0</inkml:trace>
  <inkml:trace contextRef="#ctx0" brushRef="#br0" timeOffset="169763.45">12192 11388 167 0,'0'0'81'0,"0"0"2"16,-16-10-10-16,16 10-18 15,0 0-10-15,0 22-10 16,3 1-10-16,1 11 1 16,5 13-7-16,1 12-12 15,0 8-2-15,-4 13 1 16,1 3-5-16,-4 0-1 0,-3-7 1 16,-3-10-7-16,-1-14-1 15,1-10-4-15,-1-15 5 16,2-9 12-16,2-18 4 15,0 0 3-15,0 0 3 16,6-31 0-16,1 10 2 16,-4-9 3-16,1-1-4 15,4-2-12-15,3 0-2 16,-1 1-4-16,2 2-2 16,4 2 1-16,1 2-1 15,2 2 2-15,0 3 1 16,4 1 0-16,-4-1 0 0,2-2 3 15,-2-1 0-15,-3 0 3 16,-3 0 13-16,-4-4-2 16,2 2 3-16,-8-2-2 15,1 4 3 1,-8-4-4-16,4 4 2 0,-10 0-4 16,1 0-11-16,-1 3-1 15,-6 2-1-15,16 19 0 16,-24-17-1-16,24 17-2 15,-16 43 3-15,16 17-8 16,0 27-78-16,10 38-59 16,13 43-21-16,-11 31-1 15,14 38-4-15,-12 7 16 0</inkml:trace>
  <inkml:trace contextRef="#ctx0" brushRef="#br0" timeOffset="170293.73">12516 10765 137 0,'0'0'51'16,"0"0"-5"-16,0 0-1 0,0 0-4 15,-15 28-6-15,15-6-7 16,3 23-6-16,6 24-7 16,1 30-1-16,9 31-22 15,0 46-54-15,7 41-36 16,-3 23-13-16,17 34-2 16,-21-4 72-16</inkml:trace>
  <inkml:trace contextRef="#ctx0" brushRef="#br0" timeOffset="198870.97">25674 16668 459 0,'0'0'145'16,"-11"-26"-23"-16,11 26-15 16,-10-19-24-16,10 19-35 15,0 0-37-15,-16-7-1 16,16 7-1-16,-3 19 0 16,6 2-1-16,1 11-3 15,3 12-2-15,1 13-1 16,3 10 0-16,1 11-3 0,-2 5 2 15,6 2-1-15,-5-4 0 16,8-6 0-16,-4-9 0 16,6-14 0-1,-2-9 0-15,7-12 0 0,0-10 0 16,12-6 0-16,2-3-6 16,9-3 0-16,8-2 3 15,11 0 2-15,10 2 1 16,7 3 0-16,2 3 1 15,10 4-1-15,0 2 3 16,-1 5 0-16,-2 5 0 16,-4 4 1-16,-5 8-2 0,-9 2-2 15,-1 2 0-15,-9 3 0 16,-5 0 0-16,-9-3 0 16,-7-2 0-16,-9-7 0 15,-6-7 0 1,-4-6 0-16,-7-6 0 0,-4-4 0 15,-15-15 0-15,16 16 0 16,-16-16 0-16,0 0 0 16,0 0 0-16,0 0 0 15,0 0 0-15,-9-23 0 16,2 1-2-16,-5-6-9 16,-2-7-1-16,2-4 2 15,-5-12-1-15,1-2 9 0,1-1-1 16,-3 2 4-16,3 2-1 15,1 7 1 1,2 5 0-16,1 5 0 16,6 10 0-16,5 23-1 0,-10-24 1 15,10 24-2-15,0 0 0 16,0 0 0-16,0 0 0 16,0 0 5-16,0 0 2 15,0 0 0-15,-16 19 0 16,19-2 1-16,3 4 0 15,4 5-1-15,6 5 1 16,3 4-7-16,5 3-1 16,4 3-1-16,5-2 2 0,0 0-2 15,2-1 1 1,-2-3 1-16,0-6-2 16,-7 1 3-16,0-6 1 15,-7-3 1-15,-4-4-1 0,-15-17-2 16,16 19 0-16,-16-19 0 15,0 0 0-15,-16 19 0 16,-3-10 0-16,-7 3 0 16,-10 5 0-16,-6 2 0 15,-7 4 0-15,-3 1 0 16,0 0 0-16,-1 4 0 16,0 0 0-16,10-4 0 15,5-3 0-15,5-4 0 16,10-3 0-16,23-14-68 15,-29 19-50-15,29-19-26 16,0 0-9-16,21-9-20 16,6 4-5-16,-1-7-4 0</inkml:trace>
  <inkml:trace contextRef="#ctx0" brushRef="#br0" timeOffset="200322.98">28840 17320 220 0,'0'0'110'16,"0"0"20"-16,-9-17-11 15,9 17-6-15,0 0-17 16,0 0-11-16,0 0-21 0,-15-7-15 16,15 7-17-16,0 0-27 15,-21-3-5 1,21 3 0-16,-19 1 0 16,19-1 0-16,-30 4 0 0,11-1 0 15,-7 2 0-15,0 2 0 16,0 4 0-16,-5 1 0 15,-2 5 0-15,-5 4 0 16,-9 5 0-16,-5 7 0 16,-6 3 0-16,-4 6 0 15,-6 4 0-15,1 6 0 16,-5 2 0-16,5 3 0 16,4 4 0-16,8 1 0 0,6 2 0 15,7 4 0 1,9-1 0-16,7-1 0 15,11 1 0-15,3 3 0 16,12-3 0-16,8-3 0 0,11 2-6 16,11-2-3-16,6 0 1 15,9-2 1-15,11-5 2 16,5-3 4-16,13 1-3 16,1-6 2-16,7-4 0 15,4-7 2-15,6-3-1 16,2-8 3-16,3-2-1 15,4-12-1-15,1-9 2 16,6-8-1-16,5-13 0 16,-2-9-1-16,5-10 1 15,4-11-1-15,0-8-1 16,3-9-1-16,0-4 2 16,1-5-3-16,-5-3 2 0,5-3 1 15,-6-1-1-15,-9-5 0 16,-5 0 1-16,-10-3 2 15,-13-2 1-15,-16-2-1 16,-13 2 1-16,-14 0-3 16,-17 0 4-16,-13 7-2 15,-11 5 0-15,-16 7 9 16,-16 7 0-16,-8 5-5 16,-15 8-6-16,-9 7 0 15,-18 4 0-15,-12 6 0 16,-15 4 0-16,-4 6 0 15,-11 9 0-15,-5 6 0 16,-5 7 0-16,-5 6 0 0,3 13 0 16,-3 7 0-16,5 7 0 15,-6 7 0-15,10 9 0 16,-3 3 0-16,13 11-76 16,3 0-73-16,9-1-30 15,14 8-9-15,3-8-5 16,27 8-6-16</inkml:trace>
  <inkml:trace contextRef="#ctx0" brushRef="#br0" timeOffset="201154.97">28571 17796 253 0,'-12'-15'170'0,"12"15"-26"15,0 0-16-15,0 0-16 16,0 0-13-16,0 0-16 16,0 0-49-16,0 0-34 15,0 0 0-15,0 0 0 16,0 0 0-16,0 0 0 15,-16 26 0-15,13 0 0 16,3 10 0-16,-4 9 0 16,8 10 0-16,-4 6 0 15,3 12 0-15,1 1 0 16,-3 0 0-16,3-4 0 0,3-11 0 16,-4-6 0-16,1-11 0 15,-4-8 0-15,3-11 0 16,-3-23 0-16,5 15 0 15,-5-15 0-15,0 0-5 16,0-36-53-16,4 17-43 16,-1-9-32-16,1-5-15 15,3 2-12-15,-2-8-5 16,12 4-5-16,-4-5 88 16</inkml:trace>
  <inkml:trace contextRef="#ctx0" brushRef="#br0" timeOffset="201875.96">29052 17715 469 0,'-11'-26'132'0,"11"26"-2"16,-12-16-12-16,12 16-15 15,0 0-36-15,-22-5-63 16,22 5-4-16,0 0 0 16,-19 28 0-16,8-6 0 15,4 9 0-15,-1 9 0 16,1 9 0-16,3 10 0 0,-3 3 0 15,4 2 0 1,6-2 0-16,1-5 0 0,3-8 0 16,0-11 0-1,5-10 0-15,2-11 0 0,1-8 0 16,4-9 0-16,4-9 0 16,3-8-3-16,0-11-7 15,7-1 5-15,2-6 1 16,-2-3 2-16,-4-4-1 15,1-1 2-15,-8 1-2 16,-3 3 2-16,-7-1 1 16,-12 2 3-16,-5 1 1 15,-12 5 7-15,-2 6-2 0,-7 5-4 16,-4 5-5-16,-4 4 0 16,-3 10 0-1,2 6 0-15,6 3 0 16,3 1 0-16,3-1 0 0,23-7-38 15,-26 18-65-15,26-18-34 16,0 0-18-16,19-2-16 16,7-3-5-16,4-9-4 15</inkml:trace>
  <inkml:trace contextRef="#ctx0" brushRef="#br0" timeOffset="202275.33">29534 17575 216 0,'0'0'151'0,"23"0"-10"16,-23 0-18-16,10 17-13 15,-6 0-13-15,-8 2-14 0,8 11-20 16,-4 3-37-16,0 6-24 16,3 3-2-16,-1 0 2 15,1 1-2-15,4-3 2 16,9-7 2-16,-2-6-2 15,2-6-4-15,3-9 1 16,1-5 0-16,3-7 1 16,3-9-2-16,2-4 0 15,-2-8-3-15,0-2 1 16,-3-6 7-16,1-2-1 16,-9-6 0-16,-2-3-2 15,-10-1 3-15,-10 1-2 16,-5 4 6-16,-7 3-7 0,-7 3 0 15,-4 10 0-15,-3 6 0 16,-1 7-41-16,4 12-68 16,4 7-40-16,4 2-31 15,11 7 4-15,9 0-3 16,11 5 2-16</inkml:trace>
  <inkml:trace contextRef="#ctx0" brushRef="#br0" timeOffset="203343.34">30602 17737 417 0,'19'2'189'0,"-19"-2"-1"15,29 5-65-15,-6-5-55 16,15 9-30-16,11 3-38 15,13 7 0-15,18 5 0 16,9 6 0-16,17 8 0 16,8 2 0-16,6 3 0 0,3 5 0 15,0 1 0-15,-3-2 0 16,0 1 0 0,-9 1 0-16,-2-6 0 0,-11-2 0 15,-5-3 0-15,-15-3 0 16,-6-6 0-16,-10-1 0 15,-13-9 0-15,-15-5 0 16,-8-4 0-16,-8-1 0 16,-18-9 0-16,15 7 0 15,-15-7 0-15,0 0 0 16,0 0 0-16,0 0 0 16,0 0 0-16,0 0 0 15,-19-14 0-15,19 14 0 0,-22-33 0 16,11 6 0-16,-4-6 0 15,-3-11 0 1,3-1 0-16,-4-6 0 0,5 0 0 16,-2-2 0-16,4 11 0 15,2 4 0-15,-1 12 0 16,6 5 0-16,5 21 0 16,0 0 0-16,0 0 0 15,0 0 0-15,0 0 0 16,-14 19 0-16,14-19 0 15,7 33 0-15,0-10 0 16,2 3 0-16,5 3 0 16,1 2 0-16,4 9 0 0,4-5 0 15,6 1 0 1,1 2 0-16,-1-3 0 16,3-1 0-16,-6-1 0 15,-4 0 0-15,-8-3 0 0,-5 4 0 16,-14 1 0-16,-15 3 0 15,-19 7 0-15,-14 3 0 16,-14 6 0-16,-15 3 0 16,-12 5 0-16,-6-1 0 15,-6 0 0-15,5-6 0 16,8-7 0-16,4-6 0 16,25-9 0-16,5-16-16 15,29-8-111-15,15-14-26 0,18-16-27 16,20-8-7-1,15-11 2-15,21-4 11 16</inkml:trace>
  <inkml:trace contextRef="#ctx0" brushRef="#br0" timeOffset="204039.27">33695 18425 479 0,'38'-13'197'0,"-19"3"3"16,-19 10-72-16,-8-16-109 15,-13 13-19-15,-17-2 0 16,-4 7 0-16,-17 3 0 16,-5 5 0-16,-14 6 0 15,-7 4 0-15,-9 10 0 0,-7 6 0 16,1 11 0-16,-3 8 0 15,2 9 0 1,4 7 0-16,9 13 0 0,10 7 0 16,10 13 0-16,16 2 0 15,10 3 0-15,13 0 0 16,17 0 0-16,15-5 0 16,16-2 0-16,16-10 0 15,17-13 0-15,14-11 0 16,14-4-5-16,17-14-4 15,17-10-1-15,15-9 4 16,8-12 3-16,12-10 4 0,16-16 4 16,7-11 0-16,7-11 2 15,1-13-1-15,3-10 3 16,4-8-9-16,-5-4 0 16,-3-4 0-16,-10 3 0 15,-11 2 0-15,-9 1 0 16,-12 1 0-16,-14 4 0 15,-20 0 0-15,-18-2-3 16,-14-1 0-16,-23-3 6 16,-15-2 0-16,-20-8-3 15,-17 0 0-15,-24-6 0 16,-12 2 0-16,-20-2 0 16,-15 6 0-16,-17 4 0 0,-17 12 0 15,-18 5 0-15,-7 14 0 16,-20 10 0-16,-6 12 0 15,-12 13 0 1,-8 6 0-16,4 11 0 0,-2 2 0 16,13 18 0-16,-4-2-81 15,20 11-110-15,12-3-14 16,17 1-7-16,26 3 9 16,8-13 73-16</inkml:trace>
  <inkml:trace contextRef="#ctx0" brushRef="#br0" timeOffset="204484.59">33173 18843 678 0,'-7'32'207'16,"-9"-1"-69"-16,-10 3-138 15,7 4 0-15,-4 7 0 16,-3 6 0-16,4 2 0 16,1 1 0-16,5 0 0 15,9-4 0-15,7-5 0 16,4-9 0-16,11-6 0 16,6-16 0-16,11-9 0 15,4-12 0-15,6-14 0 0,3-7 0 16,7-10 0-1,-4-7 0-15,-2-3 0 16,-6-1 0-16,-2 1 0 0,-12-2 0 16,-7 6 0-16,-12 3 0 15,-7 6 0-15,-9 9 0 16,-12 4 0-16,-1 6 0 16,-4 4 0-16,0 10 0 15,-6 4 0-15,3-2 0 16,10 5-63-16,-4-7-116 15,23 2-17-15,-14-3 0 16,14 3-1-16,14-17 6 16</inkml:trace>
  <inkml:trace contextRef="#ctx0" brushRef="#br0" timeOffset="204763.95">33669 18653 576 0,'16'12'193'16,"-16"-12"-1"-16,0 23-130 16,3 1-62-16,-3 5 0 15,0 13 0-15,0 8 0 16,4 11 0-16,-1 8 0 16,2 5 0-16,2 6 0 15,4 0 0-15,-6-4 0 16,5-7 0-16,-3-10 0 15,2-18 0-15,1-3-46 16,-6-18-83-16,-4-20-28 0,0 0-11 16,22-30-15-16,-9 2 0 15,0-11 27-15</inkml:trace>
  <inkml:trace contextRef="#ctx0" brushRef="#br0" timeOffset="205152.11">34093 18977 335 0,'29'-31'154'0,"1"5"-11"16,-8 5-15-16,1 10-13 16,-23 11-21-16,29-12-40 15,-29 12-54-15,0 0 0 16,7 26 0-16,-3-7 0 0,-4 7 0 16,0 4 0-16,0 6 0 15,1 6 0-15,3 1 0 16,3 0 0-1,3 0 0-15,-1-4 0 16,8-7 0-16,-1-7 0 0,3-8 0 16,4-10 0-16,-1-9 0 15,8-8 0-15,3-8 0 16,1-7 0-16,-1-3 0 16,-3-7 0-16,-1-3 0 15,-10-2 0-15,-3 0 0 16,-16 1 0-16,-12-1 0 15,-9 9 0-15,-10-2 0 0,-9 7 0 16,-9 10 0-16,-15 4-81 16,-7 14-66-16,-4 7-17 15,-3 13-8 1,-3 6-6-16,-3 12-7 0</inkml:trace>
  <inkml:trace contextRef="#ctx0" brushRef="#br0" timeOffset="206091.36">33030 20121 601 0,'0'0'190'16,"0"0"-12"-16,-17 12-124 16,-2 7-54-16,-11 4 0 15,-8 15 0-15,-10 10 0 16,-17 13 0-16,-16 15 0 15,-13 17 0-15,-14 16 0 16,-18 11 0-16,-10 8 0 16,-13 10 0-16,-7 3 0 15,1 6 0-15,-1-4 0 16,7-4 0-16,6-9 0 0,17-11 0 16,9-8 0-16,17-18 0 15,15-13 0-15,14-21 0 16,25-16 0-16,5-20 0 15,18-4 0-15,6-19 0 16,17 0 0-16,-9-28-21 16,14 6-5-16,2-8 13 15,-3-3 8-15,6 0 3 16,-5-10-1-16,6 2 2 16,-4-1 0-16,-2 0-2 15,2 4 3-15,-4 5-2 16,1 6 1-16,-4 1-2 15,3 8 2-15,-3 3-3 0,0 15 2 16,4-21 0-16,-4 21-2 16,-4-15 2-16,4 15 1 15,0 0-1-15,-10-18 1 16,10 18 0-16,0 0 1 16,-23-19-1-16,23 19 1 15,0 0-2-15,-22-14 2 16,22 14 2-16,0 0 7 15,-16 2 4-15,16-2 2 16,0 0 7-16,-10 16 6 16,10-16-13-16,-11 20-15 15,11-20 0-15,-12 25 0 16,9-10 0-16,-6 1 0 0,2 1 0 16,4 0 0-16,-4 4 0 15,7 0 0-15,0 3 0 16,3 0 0-1,4-1 0-15,2 1 0 0,5-1 0 16,1 1 0-16,4-5 0 16,7 3 0-16,-5-2 0 15,7-5 0-15,-2-1 0 16,-3 2 0-16,-1-10 0 16,-4 1 0-16,-18-7-36 15,26-5-87-15,-26 5-50 16,-4-24-12-16,-3 8-5 0,-12-11 3 15,0 1 59-15</inkml:trace>
  <inkml:trace contextRef="#ctx0" brushRef="#br0" timeOffset="207007.93">30520 21869 567 0,'-19'5'183'0,"0"2"-3"16,-10 4-99-16,-13-10-83 15,-10 3-1-15,-7 1 2 0,-12 0 3 16,-11 4-1-16,-8 3 2 16,-7 4 0-1,-4 4-2-15,-10 5 0 16,-9 6 2-16,-8 7 1 0,-3 12-4 15,-6 5 0-15,-2 11 0 16,1 7 0-16,-1 8 0 16,-2 11 0-16,6 3 0 15,5 4 0-15,6 3 0 16,5 5 0-16,6 4 0 16,9 0 0-16,6 1 0 15,13 3 0-15,11 1 0 16,9-2 0-16,13-3 0 0,14-6 0 15,12-4 0 1,16-13 0-16,10-5 0 0,14-8 0 16,13-15 0-1,20-8 0-15,11 0 0 0,13-12 0 16,14-6 0-16,15-1 0 16,10-10 0-16,16-9-6 15,5-6 0-15,11-1-2 16,11-14 5-16,5-1-4 15,5-10-5-15,2-4 7 16,0-8-4-16,0-4 3 16,-2-4-3-16,-2-6 4 15,-8-9-2-15,-7 1 2 16,-4-9 5-16,-12-3-4 16,-3-3 2-16,-11-4-2 15,-8-9 3-15,-18 7-2 16,-8-1-2-16,-11-4 3 0,-10 2 4 15,-13 12-4-15,-15-2 7 16,-3 11-4-16,-15 3 4 16,-4 0-5-16,-6 3 7 15,-5 6-7-15,-5 2-1 16,-2-8 4-16,-4 4-4 16,-1-2 1-16,-2-3-1 15,-1 0 2-15,-4-4-2 16,-4 1 3-16,1-5-3 15,-8 0 2-15,1-1-4 16,-1 0 5-16,-1 0 2 16,-6 4-3-16,1 3 2 15,-2 0-4-15,-4 5 6 0,2 4-5 16,-2 3 6-16,1 5-6 16,-4 8 1-16,0 2-2 15,1 3 2-15,-1 3 0 16,-4 2-2-16,1 1-1 15,3-1-19-15,0 3-66 16,-1-5-52-16,3-7-36 16,8 3-1-16,-5-4 0 15,14-1 1-15</inkml:trace>
  <inkml:trace contextRef="#ctx0" brushRef="#br0" timeOffset="208171.34">28597 23266 423 0,'0'0'153'0,"-12"-22"-27"15,-4-1-24-15,16 23-18 16,-17-31-24-16,17 31-43 15,-12-28-2-15,12 28 0 16,0 0 9-16,0 0-20 16,0 0-4-16,-11 25 0 15,11 2 0-15,4 10 0 16,-1 8 0-16,4 13 0 16,2 5 0-16,-2 13 0 15,8 0 0-15,-1 5 0 0,2-10 0 16,-2-8 0-16,1-4 0 15,-4-16 0-15,-2-15 0 16,-3-9 0-16,-2-4 0 16,-4-15 0-16,0 0-17 15,3-28-85-15,6 6-42 16,-5-7-22-16,3 3-14 16,5-7 7-16,-2-14-5 15</inkml:trace>
  <inkml:trace contextRef="#ctx0" brushRef="#br0" timeOffset="208727.07">29003 22963 363 0,'0'0'131'0,"-3"-17"-5"0,3 17-13 15,0 0-9-15,-16-16-22 16,16 16-22-16,0 0-43 15,0 0-2-15,0 0-3 16,-17 12-12-16,17-12 0 16,0 0 0-16,0 0 0 15,-12 16 0-15,12-16 0 16,0 0 0-16,-4 21 0 16,8-2 0-16,-4 3 0 15,3 13 0-15,1 5 0 16,1 3 0-16,5 7 0 15,1 6 0-15,1 2 0 16,3 5 0-16,3 4 0 0,1-4 0 16,-4-3 0-16,3 1 0 15,1-6 0 1,-4-6 0-16,-1-6 0 16,-1-17 0-16,-7-7 0 0,-6-19 0 15,0 0 0-15,0 0-87 16,16-23-69-16,-16-9-26 15,4-17-8-15,3 1 5 16,-2-15 0-16</inkml:trace>
  <inkml:trace contextRef="#ctx0" brushRef="#br0" timeOffset="209154.87">29415 22887 418 0,'0'0'185'0,"0"0"2"16,0 0-58-16,0 0-40 0,0 0-74 16,3 24-15-16,-3-24 0 15,-10 37 0-15,4-11 0 16,6 3 0-16,-3 11 0 16,6 5 0-16,6 2 0 15,5 1 0-15,5-1 0 16,4-6 0-16,10-4 0 15,-2-8 0-15,5-12 0 16,3-8 0-16,0-7 0 16,0-13 0-16,-3-4-7 15,-1-9 9-15,-2-8-3 16,-7-4 3-16,-4-5-7 16,-6 1 4-16,-9-7-5 0,-4 4-3 15,-6-4 5-15,-9 4-1 16,-9 1 6-16,-9 6 0 15,-4 3 5-15,-8 5 0 16,-7 6 2-16,1-1-31 16,-1 13-84-16,-10-2-48 15,-5 1-19-15,-2 8-9 16,-9-11-3-16,1 4 4 16</inkml:trace>
  <inkml:trace contextRef="#ctx0" brushRef="#br0" timeOffset="210299.81">27592 23654 248 0,'0'0'196'0,"-9"21"-15"16,9-21-50-16,-19 3-32 15,5-8-11-15,14 5-14 16,-29 2-68-16,13-4-6 16,-10 5 0-16,-7-3 0 15,-12-1 0-15,-7-1 0 16,-19 0 0-16,-16-5 0 16,-17-1 0-16,-19 1 0 15,-20-5 0-15,-13-6 0 16,-12-3 0-16,-11 1 0 15,-2-1 0-15,-1 0 0 0,-2 6 0 16,9 2 0-16,12 7 0 16,20 6 0-1,11 1 0-15,21 6 0 0,21 0 0 16,22-2 0-16,20 4 0 16,18-6 0-16,30-3-2 15,-22 4-15-15,22-4 4 16,0 0-2-16,19 24 1 15,-19-24 1-15,19 28 0 16,-9-11 6-16,-1 7 6 16,-9-24 4-16,14 32-6 15,-14-32 5-15,7 25-1 16,-7-25-2-16,1 21-1 0,-1-21 6 16,0 0 0-16,0 0-9 15,0 0 1 1,-1-17 0-16,1-2 1 15,-7-7-3-15,0-7 5 0,0-8-9 16,-2-6 4-16,-1-2 8 16,1-4-4-16,-1-3 5 15,-1 6-7-15,6 7 9 16,-2 6-7-16,4 11 8 16,-4 9-7-16,7 17 4 15,0 0 3-15,0 0 2 16,0 0-2-16,0 0-3 15,0 0-3-15,-19 26 3 0,19-26-4 16,-19 28 2 0,5-9-2-16,-2 7-9 15,-3 0 11-15,0 10-7 16,-4 2 9-16,-1-1-9 0,1 1 10 16,1-2-9-16,-1-5 3 15,8-10 5-15,15-21-6 16,-26 22 3-16,26-22-5 15,0 0 1-15,-16-20 1 16,16-6-2-16,3-11 3 16,-1 3 2-16,2-6-1 15,-1-12 6-15,4-3-4 16,2 1 6-16,1 4-5 16,1 8 7-16,-3 9-4 15,3 6-4-15,1 9 0 16,-12 18-2-16,22 0 1 15,-8 9 0-15,5 12-3 0,0-4 4 16,4 9-3-16,7 0 6 16,3-4 1-16,1 1-1 15,3-1-99-15,-4-2-64 16,-6-17-14-16,6 6-11 16,-13-28-6-16,-3 3 62 15</inkml:trace>
  <inkml:trace contextRef="#ctx0" brushRef="#br0" timeOffset="211131.37">24684 21310 432 0,'-64'-19'195'16,"-21"5"-6"-16,-12 14-75 15,-4 14-83-15,-15 12-35 16,-7 16 4-16,-11 18-5 0,-5 20 4 15,-7 17-1 1,-3 15 2-16,0 15-3 0,0 9-1 16,3 11 3-16,3 9-4 15,5 4 3-15,7-1-2 16,12 7 5-16,11 0-10 16,7 4 8-16,18-6 2 15,15-5-4-15,16-10-2 16,19-5 2-16,19-9-5 15,25-21 0-15,18-12 6 16,23-22-3-16,19-11 1 16,20-20 2-16,13-15 3 15,19-16 4-15,16-10-1 0,14-13 0 16,12-12-1-16,10-16 1 16,7-10 0-16,9-9 1 15,7-12-2 1,3-9-1-16,-1-14 2 0,-7-6 1 15,-2-2-4-15,-7-6 4 16,-9-6 0-16,-15-2-5 16,-15-2 3-16,-13-1-3 15,-17-4 1-15,-13-2-2 16,-17-7 6-16,-17 1-7 16,-16 4 3-16,-22-4 1 15,-15 2 2-15,-18-2-1 16,-13 8 0-16,-17 3-1 0,-8 6 1 15,-8 3-1 1,-12 6-3-16,-5 4 6 16,-5 6-1-16,-7 5-1 15,-2 5 5-15,-8 5-5 0,-6 7-3 16,-3 9-5-16,-7 10 5 16,-6 15-6-16,-4 14 6 15,-6 18-2-15,-3 18-5 16,-4 21 3-16,-2 18-2 15,-4 23-11-15,-3 8-75 16,10 18-55-16,2 10-40 16,5 2-11-16,8 8-2 15,1-7 87-15</inkml:trace>
  <inkml:trace contextRef="#ctx0" brushRef="#br0" timeOffset="211704.16">23179 22619 418 0,'0'0'181'0,"-15"-9"-59"16,15 9-24-16,-16-9-13 0,16 9-23 15,0 0-53 1,-17-3 0-16,17 3-3 16,0 0-5-16,0 0-4 15,0 24-7-15,0-24-1 0,10 42-2 16,1-4 1-16,8 12-2 15,3 7 3-15,4 11 0 16,4 3 9-16,1 12 2 16,2-4-6-16,-7-4 8 15,0-8-5-15,-7-8 3 16,-3-14-7-16,-2-10 3 16,-11-13-60-16,-3-22-59 15,0 0-26-15,16-15-31 16,-6-20 2-16,-4-15-4 15</inkml:trace>
  <inkml:trace contextRef="#ctx0" brushRef="#br0" timeOffset="212133.52">23612 22569 521 0,'0'0'169'0,"3"-16"-55"16,-3 16-45-16,0 0-51 15,-7 16-21-15,7 6-1 16,0 13 0-16,4 4 5 16,-1 10-1-16,2 5 1 15,6 1-2-15,1-1 1 16,5-4-1-16,6-9 2 16,-4-9-1-16,4-12 0 15,3-9 8-15,0-8 2 0,-4-10-2 16,1-1 1-16,-4-10 1 15,-2-1-2-15,-1-5 0 16,-6-5-1-16,-5-8-4 16,-5-6-4-16,-3-6 2 15,-9-2-3-15,-4-7 3 16,-6 5-1-16,-1-1 2 16,-3 6-3-16,-4 11-7 15,-2 10-2-15,2 9 1 16,4 11 0-16,7 11 0 15,0 1-27-15,8 14-73 16,-1 0-46-16,12-19-25 16,-3 28 3-16,3-28-5 0,22-5 115 15</inkml:trace>
  <inkml:trace contextRef="#ctx0" brushRef="#br0" timeOffset="212411.59">24311 21840 483 0,'0'0'183'16,"7"17"-4"-16,-7 7-116 16,-3 4-62-16,3 10 2 15,0 16-2-15,7 6-4 16,1 10 4-16,10 2-3 15,1 4 1-15,7 2-2 16,3 2 3-16,-1-6-5 16,5-10 2-16,-7-15-29 0,0-2-87 15,-7-14-44-15,-19-33-15 16,26 15-8-16,-26-39-5 16</inkml:trace>
  <inkml:trace contextRef="#ctx0" brushRef="#br0" timeOffset="213714.92">24632 21187 107 0,'-26'12'152'16,"11"-5"-7"-16,15-7-27 16,-23-1-15-16,23 1 1 15,-7-30-6-15,14 9-13 16,-3-20-15-16,11-4-29 15,4-18-41-15,4-14 0 16,13-12 0-16,6-9 0 0,10-13 0 16,9-9 0-16,13-1 0 15,8-3 0-15,15-1 0 16,11 2-2-16,5 2-2 16,3 1 1-16,11 8 2 15,-4 5 2-15,4 5-3 16,-4 8 4-16,0 6-4 15,-7 3 4-15,1 11-5 16,-6 4 4-16,-4 8-4 16,-4 1 0-16,-6 8 3 15,-8 1-1-15,-11 9 1 16,-4 4-1-16,-9 3 3 16,-5 5-3-16,-8 1 2 0,-8 6-2 15,-6 5 1-15,-8 4 0 16,-8 3 0-1,-6 3-1-15,-16 9-1 0,14-9 4 16,-14 9-1-16,0 0 1 16,0 0 1-16,0 0 1 15,0 0-1-15,0 0 1 16,0 0-2-16,0 0-2 16,0 0 0-16,12-19 0 15,-12 19 0-15,0 0 0 16,14-19 0-16,-14 19 0 15,15-15 0-15,-15 15 0 16,0 0 0-16,7-21 0 0,-7 21 0 16,0 0-3-1,-19-19-1-15,2 14-1 16,-6-2 1-16,-10 0-1 16,-5 1 3-16,-7 0 3 0,-4 0 4 15,-3 5 0-15,-3-1-2 16,-1 4 0-16,2 1-4 15,2 2 3-15,7 0-2 16,9 2 2-16,3-3-2 16,10 1-1-16,4-3-1 15,19-2 0-15,0 0 0 16,-16-2-1-16,16 2-1 16,0 0 0-16,26-5 0 0,-10 3 2 15,7 0 1 1,6 1 0-16,4 1 0 15,9-2 1-15,6-2 1 16,4 1 1-16,9-4-1 0,2-2 1 16,4 1 1-16,5-4-1 15,-5-2 1-15,-1 0 2 16,-2 0-3-16,-5 0 1 16,-10 4-1-16,-4 1-1 15,-12 1-1-15,-5 2 3 16,-7 5-3-16,-6-3-1 15,-15 4 0-15,20 2 1 16,-20-2-1-16,0 0 2 16,0 0 0-16,0 0-1 15,0 19-1-15,0-19-1 16,-4 29 3-16,4-8-4 16,-3 3 4-16,1 6-4 0,-5 6 2 15,0 4 0-15,0 0 2 16,-5 1 1-16,1 6-1 15,-1-2 1-15,-2 0-1 16,-1-2 1-16,4-3-1 16,-1-2-1-16,-2-3 0 15,6-7 0-15,1-6 0 16,3-6 0-16,4-16 0 16,-8 17 0-16,8-17-23 15,0 0-86-15,0 0-67 16,0 0-8-16,-4-29-8 15,8 10-3-15,-4-14 52 0</inkml:trace>
  <inkml:trace contextRef="#ctx0" brushRef="#br0" timeOffset="213837.96">27823 18644 452 0,'19'32'25'0,"-12"0"-28"16,-23-6-119-16,-10 16-81 15,-22-6 55-15</inkml:trace>
  <inkml:trace contextRef="#ctx0" brushRef="#br0" timeOffset="-210820.78">25051 23534 125 0,'0'0'91'0,"0"0"8"16,-16-26 19-16,16 26-13 0,-10-17-5 15,10 17-6-15,-16-15-9 16,16 15-20-16,-17-16-20 16,17 16-22-16,-19-14-27 15,19 14 1-15,-23-15 3 16,23 15-5-16,-16-11 3 15,16 11 0-15,0 0 1 16,0 0-1-16,0 0 3 16,0 0 2-16,-3-19 1 15,3 19 0-15,19-12 0 16,-5 2-1-16,5-6 1 16,0 4 7-16,7-4-6 0,0-3 4 15,4 2-11-15,1-2 9 16,-2 3-9-16,-3-4 8 15,-3 6-11 1,0 0 1-16,-10 2 0 0,-13 12 1 16,23-9 6-16,-23 9-3 15,0 0 3-15,0 0-2 16,0 0-2-16,0 0 2 16,0 0 0-16,0 0-3 15,0 0-2-15,0 0 1 16,0 0-2-16,0 0 3 15,-3 21 4-15,-10-5 1 16,-4 1-2-16,-9 2-5 0,0 3 7 16,-9 6-9-16,-1-4 9 15,-2 4-9-15,-2 0 5 16,5-4-5 0,5 2 7-16,4-7-2 0,4-2 3 15,6-5-2-15,16-12 1 16,-17 11-2-16,17-11 1 15,0 0 0-15,0 0-2 16,0 0 1-16,0 0 0 16,0 0 1-16,7 21-2 15,-7-21 5-15,15 25-2 16,-8-7-1-16,7 11-1 16,2-1 1-16,3 1 0 0,4 6 1 15,-1 1 0 1,1-1-2-16,3 1-1 15,3 6 4-15,-3-11-1 16,0 0 2-16,0-1-5 0,-3-3 5 16,-4-9-4-16,-5 1 4 15,-14-19-3-15,19 20-2 16,-19-20 1-16,0 0 1 16,0 0 4-16,0 0-1 15,0 0 0-15,0 0-1 16,0 0-1-16,-14-7-1 15,14 7-3-15,-31-13-1 16,8-5-2-16,1 3-3 16,-4-6 3-16,-4-7 0 15,1-3 3-15,3-2 1 16,-4-1 2-16,1-3-1 16,6 4 0-16,1-3 0 0,2 0 1 15,1 4-2-15,9 1 2 16,-2 2-1-16,5 8 3 15,0-1-2-15,7 4 2 16,-4 3-1-16,4 15 1 16,7-18 1-16,-7 18 0 15,14-17 0-15,-14 17-1 16,30-22 0-16,-11 8 0 16,7-2-1-16,2-1-1 15,8-7 6-15,6-2-7 16,6-4 8-16,1 4-9 15,3-7 8-15,0 4-8 16,0 3 9-16,0 2-4 0,-7 5 0 16,-6 5 1-16,-10 7-3 15,-3 0 3-15,-7 5-3 16,-19 2 1-16,18 2-2 16,-18-2 1-16,0 0-1 15,0 0-1-15,-18 5 2 16,-1 0-1-16,-3 1 1 15,-8 7-1-15,-8-6 1 16,-4 12 0-16,-5-1-1 16,-3 4 0-16,-2 1-8 15,3 3 7-15,1-2-5 16,4-7 7-16,6 7-9 16,9-4 5-16,3-10-6 0,10-1 7 15,16-9 1-15,-19 12-2 16,19-12 1-16,0 0-1 15,0 0 1 1,-4 19 0-16,4-19 2 0,4 22-2 16,-4-22 2-16,0 28 0 15,3-7 0-15,-1 1 1 16,2-1-1-16,-1 7 2 16,4 3-4-16,0 2 1 15,9 8 3-15,-1 1-2 16,4 1 5-16,6-8-3 15,1 8 2-15,1-5-4 0,-1 0 7 16,0-12-5-16,0-2 1 16,-3-6 1-16,-4-6-4 15,-2 5-56-15,-17-17-99 16,23-2-29-16,-23 2-4 16,7-22-6-16,-7 3 3 15</inkml:trace>
  <inkml:trace contextRef="#ctx0" brushRef="#br0" timeOffset="-205756.91">25835 18906 365 0,'0'0'140'0,"0"0"-10"15,0 0-17-15,0 0-18 16,0 0-27-16,0-18-35 16,0 18-32-16,-7-19-1 15,7 19 1-15,-15-31-2 16,1 12 4-16,2-2 1 16,-7-1 1-16,-1-2-1 0,0 3-2 15,-3 0-1-15,-8 2-2 16,1 4 0-16,-6 4-3 15,-6 3-1-15,-6 6-2 16,-1 2 3-16,-7 5-1 16,-4 7 2-16,-3 2 0 15,2 7 2-15,-1 1 0 16,1 6 2-16,-1 5-1 16,1 3 0-16,2 4-3 15,2 2 3-15,5 1 0 16,0 2 1-16,3 2-3 15,4 1 3-15,1-5-3 0,10 2 2 16,4 0 1-16,4 0-5 16,11 0 5-16,1 2-5 15,5-2 5-15,9 4-5 16,3-1 5-16,6 2-2 16,2-1 2-16,8-1 2 15,0 1-1-15,7-6 2 16,0 2-1-16,3-5 4 15,6-6 0-15,5 1-1 16,5-6 0-16,4-1-1 16,3-4 0-16,9-1-1 15,4-6-1-15,10 0-3 16,1-1-2-16,10-7 2 0,0-1-1 16,6-4 0-16,6-4 1 15,2-4-1-15,1-3 2 16,1-5 0-16,-1-3 0 15,3-4 1-15,-3-4 0 16,3-6-1-16,-7-6 0 16,-7-1 0-16,1-2 0 15,-6-4-1-15,-11 1 2 16,-6-1-2-16,-12 0 2 16,-11 3-1-16,-7 1 1 15,-9-6-1-15,-6 1 2 16,-9 1 2-16,-9-4-5 15,-5 1 4-15,-2-5-6 0,-8-4 5 16,-6-2-5-16,-1 3 5 16,-9-3-4-16,-5 1-1 15,-2 1 2 1,-5-1-1-16,-2 1 2 0,-2 4 0 16,-7 3 3-16,1 4-4 15,-4 3 3-15,-4 4-2 16,-1 1 1-16,-6 6-2 15,3 5-1-15,-6 1-1 16,1 8-1-16,-2 1-2 16,1 7 1-16,2 2-2 15,-1 6 2-15,-1 6 1 16,-1 9-2-16,-5 3 2 0,1 5 1 16,-3 9 1-16,-4 3-3 15,-1 6 5 1,1 5-3-16,2 1 3 15,-2 4 0-15,3 2 0 0,4-1-2 16,5-2 4-16,2-1-2 16,8 0 1-16,8-5 0 15,-1-3-2-15,11-3 1 16,5-8-6-16,10 1 4 16,4-10-6-16,4 1 4 15,4-4-7-15,8-2 6 16,3 0-3-16,0-17 3 15,10 30 3-15,2-11 0 0,2 5 1 16,2 0 0 0,3 6 3-16,3 3-2 15,5 3 0-15,2 4 2 16,1 1 1-16,4 3-2 0,3 1 2 16,-3 1-2-16,10-1 1 15,-3-1 0-15,8-1 1 16,0-7-2-16,3-1 0 15,3-4 1-15,10-5 2 16,-3-7 0-16,6-5 2 16,-1-4-1-16,1-5 1 15,7-5-1-15,-4-3 1 0,-5-6-1 16,2 2-1 0,-8-3-5-16,-1-4 0 15,-7 2 0-15,-3 0 0 16,-7-2 0-16,-9 4 0 15,-4-6-117-15,-10-1-78 0,-26-14-15 16,-8 3-6-16,-30-27-5 16</inkml:trace>
  <inkml:trace contextRef="#ctx0" brushRef="#br0" timeOffset="-203225.8">25259 19294 343 0,'0'0'173'16,"0"0"-34"-16,-14-18-17 15,14 18-14 1,0 0-24-16,-19-2-35 0,19 2-48 16,-16 7-3-16,16-7 0 15,-26 16-2-15,16 0 3 16,-2 4-4-16,1 5 5 15,1 4-3-15,1 4 0 16,6 7 0-16,-1 5 1 16,8 0-2-16,-1 0 2 15,6-4 1-15,-2 1-1 16,7-9 3-16,1-6 0 0,1-1-1 16,1-12 1-1,2-7 0-15,1-9 0 0,6-6-1 16,0-10 1-1,0-2-1-15,5-10 1 0,2-8-2 16,0-2 1-16,0-5-2 16,-5-3 1-16,-2-4 5 15,-9 3-5-15,-1 1 4 16,-9 5-3-16,-7 3 4 16,-7 7-6-16,-9 4 4 15,-5 8-6-15,-10 9 1 16,-2 5-1-16,0 5 2 15,-5 7-2-15,0 2 2 16,1 5 2-16,4 2-1 16,5 2 3-16,8-4-5 0,4 2 3 15,16-14-3 1,-10 20 4-16,10-20-2 0,26 7 1 16,0-10 1-16,0-2 0 15,7-4 3-15,5-3-4 16,-2-4 3-16,6-1-4 15,-2 1 3-15,-2-1-4 16,-3 0 1-16,1 1 1 16,1 4-1-16,-6 2-1 15,-5 3-2-15,0 5 1 16,-3 4-1-16,-1 5 1 16,-5 7-1-16,3 5 3 15,-5 1-2-15,-1 6 5 16,2 0-2-16,-1 6 2 15,-1-1-5-15,-2-4 5 0,2-1-6 16,-2-5 5-16,2-2-3 16,-14-19 5-16,28 23-3 15,-11-23 4-15,3-7 0 16,2-7 0-16,4-5 6 16,0-4-6-16,0-4 3 15,0-5-8-15,-3 0 5 16,-1-1-6-16,-6 0 6 15,-9 0-6-15,-4 2 1 16,-10 1-1-16,-8 6-3 16,-4 3 2-16,-7 6-1 15,-7 4 2-15,0 10-2 16,-2 4 2-16,-1 2 0 0,4 6-1 16,-1-3 1-16,14-1 2 15,2 0 1-15,17-7-1 16,0 0 0-16,0 0 1 15,7-21-1-15,12 6 0 16,7-1 2-16,3 2-1 16,1-1-3-16,3 3 1 15,-2 1-2-15,-1 6-1 16,-4 5 1-16,0 4-1 16,-7 4 1-16,0 8 0 15,-2 3 0-15,-4 9 1 16,0 1 3-16,0 2-2 0,-3 4 1 15,2-4 2-15,2 0-3 16,-2-5 2-16,2-5-1 16,5-7 4-16,0-7-1 15,4-6 1-15,3-6-1 16,0-7-2-16,0-4 5 16,0-4-3-16,0-8 1 15,-3-1-4-15,-4-6 0 16,-9 2 0-16,-6-3-5 15,-11 6 2-15,-13 6-3 16,-9 10-25-16,-16 9-53 16,-11 15-45-16,-11 18-40 15,-12 10-5-15,-6 21 3 0,-15 5-3 16</inkml:trace>
  <inkml:trace contextRef="#ctx0" brushRef="#br0" timeOffset="-202438.17">24820 20183 280 0,'-19'2'124'15,"0"0"-9"-15,3-1 1 16,-1-2-15-16,17 1-20 15,-19-2-24-15,19 2-21 16,0 0-31-16,0 0-4 16,0 0 1-16,0 0-3 15,0 0-1-15,0 0 3 16,0 0 1-16,0 0-4 16,-16-3 0-16,16 3 1 15,0 0 0-15,-14 3 1 16,14-3 0-16,0 0 2 0,-23 2-1 15,23-2 1-15,0 0 0 16,-15-2 0-16,15 2 0 16,0 0-2-16,0 0 1 15,0 0-1-15,0 0 0 16,15-23 0-16,-15 23 0 16,33-24-2-16,-3 9 3 15,5-3-1-15,1-1 2 16,6-3-1-16,-1 1 0 15,-1 2-1-15,-1 2 2 16,-6 3-1-16,-7 5 1 16,-4 1-2-16,-22 8 0 15,23-2-2-15,-23 2 3 0,0 0-2 16,7 22 2-16,-11-4-1 16,4 2-2-16,-3 6 1 15,-4 9-1-15,3 5 3 16,-1 10-1-16,-2 9-2 15,-3 3-1-15,1 4 2 16,2 3 0-16,-3 4 0 16,1-2 1-16,-1-4-2 15,3-6 0-15,-2-9 2 16,6-4-50-16,-4-15-74 16,7-14-42-16,0-19-8 15,0 0-1-15,19-21-1 0</inkml:trace>
  <inkml:trace contextRef="#ctx0" brushRef="#br0" timeOffset="-201625.25">27311 18321 245 0,'0'0'180'16,"-33"1"-27"-16,10-4-31 16,23 3-16-16,-33 2-20 15,33-2-20-15,-24 10-28 16,24-10-37-16,-10 16-4 15,10-16-5-15,19 20 5 16,0-7-5-16,7-5 3 16,7 4-1-16,8-3 2 0,5-2 2 15,2 0 1 1,-1-4 0-16,-5 1 0 16,-4-3 1-16,-5 1 0 15,-4 0 1-15,-10 1-1 0,-19-3 1 16,23 13-1-16,-23-13 1 15,3 20-1-15,-3-2 1 16,-6 1-2-16,-1 3 2 16,-2 4-2-16,-2 2 2 15,-4 3 0-15,1 0 0 16,-2 0-2-16,1-1 3 16,1-3-3-16,2-2 0 15,1-5-26-15,11-20-45 16,-12 25-23-16,12-25-11 15,0 0-11-15,0 0-10 16,9-33-5-16,1 9-1 16,2-6 27-16,6-1 62 0</inkml:trace>
  <inkml:trace contextRef="#ctx0" brushRef="#br0" timeOffset="-201396.85">27663 18456 210 0,'7'-19'127'0,"0"3"-3"16,-7 16-15-16,7-17-9 15,-7 17-16-15,0 0-6 16,0 0-15-16,-21 2-21 16,21-2-41-16,-24 15-3 15,6-5 0-15,-8 6 3 16,-3 3 0-16,-2 4-2 16,-6 1 1-16,-4 4-2 15,-8-2-44-15,4 3-51 0,-4-5-32 16,1-3-27-16,4 0-14 15,-4-9-15-15,13 5 36 16</inkml:trace>
  <inkml:trace contextRef="#ctx0" brushRef="#br0" timeOffset="-200385.51">24636 20095 172 0,'-23'19'147'15,"-6"-2"-16"-15,6 6-8 16,-6-4-8-16,3 5-6 15,-6-7-20-15,8 8-22 16,-4-8-27-16,6 0-28 0,1-1-12 16,5-6-1-16,16-10 2 15,-26 23-4-15,26-23 4 16,0 0-5 0,0 0 6-16,0 0-7 0,0 0-4 15,0 0-4-15,0 0 3 16,23-23 2-16,-1 9-3 15,4-1 5-15,7-6-10 16,6-1 11-16,4-6 3 16,2 2 4-16,4 0 0 15,3 0-1-15,-4 2-1 16,4-1 0-16,-6 5 3 16,-5 4-2-16,-3 1 3 0,-5 4-4 15,-7 1-1 1,-3 3 1-16,-4 3 2 15,-19 4-2-15,23-3 1 16,-23 3 1-16,0 0-1 0,0 0 3 16,0 0-2-16,14 12 1 15,-14-12-2-15,7 17 1 16,-7-17-1-16,8 28-1 16,3-9 0-16,-3 7 1 15,6 2-1-15,-2 6 0 16,6 4-1-16,-3 6-1 15,4 1 2-15,1 3-1 16,-3 1 1-16,2-4 0 16,0 0-1-16,-5-6 0 15,-2-4 2-15,-1-7-1 16,-3-7-1-16,-8-21 0 16,11 26-2-16,-11-26-1 0,0 0 0 15,0 0 0-15,0 0-35 16,0 0-65-16,-4-21-45 15,4 21-21-15,-15-31-5 16,8 12-2-16,-9-13 66 16</inkml:trace>
  <inkml:trace contextRef="#ctx0" brushRef="#br0" timeOffset="-200001.17">25099 20001 54 0,'0'0'93'0,"0"0"-63"15,23 7-48-15,-9-12-35 16,24 3-35-16,-5-18 71 16,24 4 17-16</inkml:trace>
  <inkml:trace contextRef="#ctx0" brushRef="#br0" timeOffset="-198349.1">25122 18804 253 0,'29'-21'125'0,"-29"21"-6"16,35-17-11-16,-18 3-12 15,6 5-14-15,-4-5-19 16,11 7-21-16,-4-5-23 16,8 4-17-16,-1-5-1 15,4 0 1-15,8-1 0 16,0 0-2-16,4-5 1 15,-1 2 1-15,8-3 0 16,1 0 0-16,2 1 1 16,0 1-1-16,-2 3 0 15,2-1 1-15,2 6-1 0,-2 1 0 16,-7 2-1-16,0 2-1 16,0 2-1-16,-1 1 2 15,-3 4-1-15,-1-1 1 16,-9 3 1-16,1 1-1 15,-6 4 2-15,0 1-1 16,-7 2 1-16,-4 2 0 16,-3 2-1-16,-3 3 2 15,1 0-3-15,-1 1 1 16,0 5-2-16,-3-3 1 16,6 2 0-16,-3 4-1 15,1-4 0-15,3 2 0 16,-5 0 1-16,3-2-1 0,1 2 1 15,-4 0-1-15,-1 2 0 16,2 0 2-16,-4 3-2 16,2 0 2-16,-4 2-3 15,2-2 3-15,-1 0-2 16,-3 0 2-16,3-3-2 16,-2 0 0-16,-2-4 0 15,-1-1 1-15,1-1-1 16,-1 1-1-16,1-1 3 15,-4-1-3-15,4 3 2 16,-4 2-4-16,-1-3 5 16,2 1-4-16,-4-2 4 15,0-1-1-15,-6 0-1 0,3-2 1 16,-1-2 0-16,4-17-1 16,-19 31 1-16,9-15-1 15,-6 0 0 1,2 1 0-16,-5-2 0 0,0 3-1 15,-7 2 1-15,0-2 0 16,-3 1-1-16,-4 0 0 16,1 2 0-16,-1-2 1 15,-1 1-2-15,-3-2 2 16,-1-1-1-16,-2 2 1 16,2-3-2-16,-2-4 1 15,-5-4-1-15,3-1 1 16,-3-1-1-16,0-3 1 0,2-3 0 15,1-2-1 1,-3-1 2-16,5 1-1 16,2 0 1-16,-4 2 1 15,6 0-1-15,1 0 0 0,-2 4 1 16,4-4-2-16,-1 0 1 16,4 0 1-16,1 2-3 15,-3-6 0-15,3 2 0 16,3-8 0-16,-7 0 0 15,2-4 0-15,-6 0-1 16,-4-5-47-16,-3 9-39 16,-6-6-41-16,-6 0-29 15,1 13-11-15,-9-6-3 0,1 11 2 16</inkml:trace>
  <inkml:trace contextRef="#ctx0" brushRef="#br0" timeOffset="-196657.78">26646 18866 147 0,'22'-14'158'0,"1"-1"-38"16,3-8-17-16,11 1 2 15,4-10-5-15,15 1-16 16,1-7-20-16,9 4-21 16,5-5-41-16,0 1-3 15,4 4 3-15,-4 1-3 16,-3 3 1-16,-6 1-1 16,-11 6 0-16,-4 3 0 15,-13 6 1-15,-8 2 1 16,-10 5-2-16,-16 7 2 15,21-9 0-15,-21 9 0 16,0 0 3-16,0 0 3 16,0 0-1-16,0 0 0 0,0 0 0 15,-21-12 1-15,21 12-1 16,-23-21 2-16,8 7-5 16,-4 2 0-16,0-3-2 15,-4 3 2-15,-1-2-1 16,1 3 1-16,4 4-2 15,0 2-1-15,3 0 0 16,16 5 0-16,-26-2-2 16,26 2-3-16,-14 2-1 15,14-2 1-15,0 0 0 16,-22 7-1-16,22-7 2 16,-19 3 1-16,19-3 1 15,-16 4 4-15,16-4-1 0,0 0 1 16,-14 0 0-16,14 0 0 15,0 0-1-15,0 0-1 16,0 0 1-16,0 0-1 16,0 0 2-16,0 0-2 15,0 0 0-15,0 0 0 16,0 0-1-16,0 0 0 16,0 0 0-16,19 0-1 15,-19 0-1-15,23 12 1 16,-2-5 0-16,1 2 1 15,4 3-2-15,6-4-1 16,-3 3 1-16,8-4-2 16,-6-2 3-16,-5-3-1 0,-4 3 0 15,-1-2 0-15,-21-3 3 16,23 0 5 0,-23 0 0-16,0 0 1 15,0 0-1-15,-26-10 0 0,8 1 1 16,-4 1 0-16,-4-5-3 15,-9 1-1-15,-5 2-4 16,-2 0 1-16,-6 1 1 16,-4 0-1-16,-4 4 1 15,6 0-2-15,1 3 0 16,2 2 2-16,9 0-1 16,5 0 2-16,7 0-2 15,11 2-1-15,15-2 2 16,-20 0-2-16,20 0 1 15,0 0-1-15,0 0 1 16,0 0-1-16,27 9 0 16,-8-4 0-16,10 2-1 0,9 1 1 15,4 1 0-15,8-2 1 16,4 0 0-16,2-2 2 16,3 0-1-16,-2-3 2 15,-1 0-2-15,-1-1 1 16,-3-1 1-16,-7-1-1 15,0 1-1-15,-10 0-2 16,-5-4 2-16,-8 4 1 16,-4 0 3-16,-18 0 1 15,15 2 1-15,-15-2 0 16,0 0-3-16,0 0 3 16,-7 17-4-16,7-17-2 0,-12 33 1 15,5-9-4-15,0 8 0 16,-1 6 0-16,-3 7 3 15,-1 5-2-15,2 3 4 16,-3 1 0-16,3-4-2 16,3-1 1-16,-2-4 0 15,2-7 1-15,0-3-2 16,4-11 1-16,-2-5-1 16,5-19-1-16,-4 24 1 15,4-24 0-15,0 0 0 16,0 0 1-16,0 0-1 15,0 0-1-15,0 0 0 16,0 0 2-16,0 0-1 0,0 0 0 16,0 0 0-16,0 0-2 15,0 0 1-15,0 0 2 16,0 0-1-16,0 0 0 16,0 0-1-16,0 0-87 15,0 0-65-15,0 0-20 16,0 0-1-16,0 0-4 15,0 0 0-15</inkml:trace>
  <inkml:trace contextRef="#ctx0" brushRef="#br0" timeOffset="-195713.22">25521 20001 8 0,'7'20'83'0,"-7"-20"-26"16,0 0-5-16,0 0 19 15,0 0 30-15,23 20 2 16,-23-20-12-16,26 14 0 16,-11-12-6-16,11 7-4 15,4-9-21-15,11 3-25 16,1-5-32-16,10-3-2 16,7-4 1-16,9-6 1 15,7-2-1-15,6-11-4 16,9-2 2-16,1-4 0 15,6-6 0-15,-3 0 0 0,3-5-1 16,-5 2-1-16,-2-2 2 16,-12 2-78-16,-10-2-78 15,-6 5-15-15,-20-5-8 16,-4 5 0-16,-20-8 19 16</inkml:trace>
  <inkml:trace contextRef="#ctx0" brushRef="#br0" timeOffset="-190112.86">32067 22205 598 0,'0'0'184'15,"0"0"-9"-15,-10-19-172 16,10 19-6-16,0 0 1 15,0 19 1-15,6 4 7 0,1 8-6 16,9 12 5-16,3 9-7 16,7 14 2-16,4 12-2 15,3 5 2-15,1 3 2 16,3 6-2-16,-2-2 5 16,1 0-6-16,-7-14 4 15,1-7-4-15,-2-11 4 16,-7-15-4-16,-2-7 2 15,-4-6-50-15,-8-15-47 16,-7-15-25-16,0 0-31 16,0 0-4-16,0 0-11 15,-10-29 2-15</inkml:trace>
  <inkml:trace contextRef="#ctx0" brushRef="#br0" timeOffset="-189529.07">31869 22472 467 0,'0'0'190'0,"-16"-18"-41"16,9-1-40-16,7 19-13 16,-3-38-84-16,10 19-12 15,-4-9 0-15,6 1 0 16,5 1 0-16,2 2 0 16,3 1 0-16,3 6 0 15,4 6 0-15,7 4 0 16,5 14 0-16,6 7 0 15,8 7 0-15,-2 8 0 16,9 11 0-16,-3 5 0 16,-1 9 0-16,-4 5 0 15,-3 3 0-15,-4 4 0 0,-10 0 0 16,-4-1 0-16,-11-2 0 16,-9-1 0-16,-10-5 0 15,-3-3 0 1,-13-2 0-16,-6-4 0 0,-8-3 0 15,-3-3 0-15,-5-8 0 16,5-1 0-16,-2-3 0 16,-1-4 0-16,6-9 0 15,1-5 0-15,10-2 0 16,3-3 0-16,16-7 0 16,-17 6 0-16,17-6-51 15,0 0-69-15,0 0-33 16,17-28-12-16,-1 5-18 0,6-1-4 15,1-7 24-15</inkml:trace>
  <inkml:trace contextRef="#ctx0" brushRef="#br0" timeOffset="-188253.61">32874 22423 435 0,'-19'-45'181'0,"-4"-5"-8"15,-3-4-59-15,13 8-43 0,-7-1-78 16,5 4 7 0,8 8-5-16,3 12 8 15,1 8 3-15,3 15-2 16,0 0 2-16,0 0 1 0,3 43 3 15,4 2-9-15,0 12 5 16,9 18-4-16,3 22 2 16,7 19-5-16,4 13 1 15,3 15-5-15,-2 3 4 16,2 2-1-16,0-4 2 16,-2-13-2-16,-2-19-1 15,-2-15-4-15,-5-20 4 16,1-23-5-16,-4-22 2 15,2-17 7-15,-6-18 3 16,-15 2 0-16,19-41 3 16,-12-6 3-16,-10-7 0 15,-9-10 4-15,-9-14-14 0,-2-1 0 16,-5-6 0-16,-8 0 0 16,0 4 0-16,-6 6 0 15,0 8 0-15,1 11-11 16,8 22 1-16,0 8 9 15,1 12 8-15,6 7-5 16,9 7-5-16,17 0-2 16,-19 17 2-16,19-17 2 15,10 16-3-15,6-14-9 16,10-2-6-16,3-4 3 16,6-4 8-16,5-10 3 15,5-8 3-15,0-7 0 16,4-6 3-16,0-10 0 0,-1-8 2 15,-3-9-3-15,0-8 3 16,-8-4 4-16,-4-3-6 16,-5-6 5-16,-11-7-4 15,-5-1 2-15,-8 4-2 16,-8 1 2-16,-3 8-3 16,-1 9-4-16,-6 11 4 15,1 14-4-15,3 13 5 16,1 16 6-16,9 19 7 15,-14-14 2-15,14 14-2 16,-12 19-8-16,9 5-7 16,3 13 0-16,0 10 0 15,7 10 0-15,1 17 0 0,6 16 0 16,5 14 0-16,4 8 0 16,7 11 0-16,-4 7 0 15,5 2 0 1,2-6 0-16,0-5 0 0,-4-5 0 15,3-8 0-15,-3-11 0 16,-3-16 0-16,0-17-9 16,0-14 1-16,-7-10-8 15,4-14 8-15,-9-16 8 16,-14-10 1-16,26-15 11 16,-21-11-6-16,-2-9 10 15,-6-8-10-15,-2-7-6 0,-9-7 0 16,-2-4 0-16,-6-3 0 15,-4 3 0 1,-7 6 0-16,0 6 0 0,-2 8 0 16,-1 11 0-16,-6 15 0 15,4 8 0-15,-2 9 0 16,5 10 0-16,-1 2 0 16,1 5 0-16,2 1 0 15,7 0 0-15,7-8 0 16,1-5 0-16,18-7 0 15,0 0-2-15,0 0-15 16,4-19 0-16,18 3 0 16,-1-8 0-16,10-1 9 0,2 0 6 15,9-3 2 1,3 0-1-16,2 0-2 0,-2 2-1 16,4 4 1-1,-4 1 0-15,-3 7 1 0,-6 1-23 16,-5 11-45-16,-13 2-35 15,-18 0-32-15,19 26-16 16,-30-7-22-16,-4 14-2 16,-22-2 93-16</inkml:trace>
  <inkml:trace contextRef="#ctx0" brushRef="#br0" timeOffset="-187536.94">32228 23846 618 0,'-34'19'192'0,"4"-14"-54"16,30-5-63-16,0 0-75 16,-3-19 0-16,25-2 0 15,15-3 0-15,8-7 0 16,14-7 0-16,12-5 0 15,16-11 0-15,7-5 0 16,13 6 0-16,13-10 0 16,3-6 0-16,7-4 0 15,6 11 0-15,-6-2 0 16,-7 2 0-16,-10 8 0 16,-9 4 0-16,-14 10 0 15,-18 10 0-15,-17 11 0 0,-17 2 0 16,-17 10 0-16,-21 7 0 15,0 0-97-15,-52 21-16 16,3 3-5-16,-22 4-2 16,-7 17-2-16,-26-2 0 15,-5 20 17-15,-15-1 71 16,-6 9 48-16,-7 0 14 16,-2 12 15-16,0-2 12 15,2-5 17-15,5 6 7 16,2-13 19-16,17 5-6 15,6-16-5-15,22 4-3 16,8-31-9-16,25 0-16 16,7-17-16-16,28-5-41 0,17-9-2 15,17-23 0-15,21-3 0 16,21-8 0-16,16-3 0 16,19-15 0-16,18-8 0 15,19-13 0-15,11-3 0 16,18-6 0-16,8-6 0 15,4-2 0-15,3-2 0 16,-1 11 0-16,-2 3 0 16,-6 9 0-16,-16 8 0 15,-18 6 0-15,-16 12 0 16,-21 8 0-16,-24 7 0 16,-18 8 0-16,-27 11-25 0,-26 9-116 15,-33-7-22-15,-19 19-19 16,-27 5-6-16,-14 6-6 15</inkml:trace>
  <inkml:trace contextRef="#ctx0" brushRef="#br0" timeOffset="-187133.9">32392 23727 264 0,'-20'8'132'0,"13"13"10"0,7-21-10 16,0 0-17-16,0 0-19 15,39-3-20-15,-6-22-17 16,15 1-52 0,8-7-7-16,18-7 0 0,17-7 0 15,13-11 0-15,12-1 0 16,14-10 0-16,6 4 0 15,3 5 0-15,6-5 0 16,0 3 0-16,-3 4 0 16,-7 8 0-16,-12 3 0 15,-8 7 0-15,-9 5 0 16,-18 2 0-16,-13 8 0 16,-14 6 0-16,-16 8 0 0,-12 1 0 15,-10 2 0 1,-23 6 0-16,0 0 0 15,0 0-136-15,-49 6-33 16,-3-8-5-16,-19-3-1 0,-20 0-8 16</inkml:trace>
  <inkml:trace contextRef="#ctx0" brushRef="#br0" timeOffset="-186628.65">31610 22129 258 0,'0'36'154'16,"0"8"1"-16,9 9-51 15,14 20-33-15,3 13-10 16,14 25-4-16,1 9-21 0,15 18-11 16,-4 4 1-16,2 9-9 15,-2-2-8-15,0-9-9 16,-7-16 2-16,-9-15-4 16,-6-15 3-16,-7-21 0 15,-4-15-49-15,-12-26-31 16,1-13-23-16,-8-19-15 15,-12-26-20-15,-2-14-15 16,-5-19-11-16,-3-7-1 16,-15-17 152-16</inkml:trace>
  <inkml:trace contextRef="#ctx0" brushRef="#br0" timeOffset="-186049.52">31661 22390 229 0,'0'0'88'16,"-23"-17"-8"-16,23 17 6 16,-15-17-2-16,15 17 8 15,3-21-9-15,4 0-6 16,19 6 1-16,-3-18-12 15,25 3-6-15,1-17-60 0,29-1 0 16,9-11 0-16,17-7 0 16,12-3 0-16,14-7 0 15,9-2 0 1,7 0 0-16,0 5 0 0,-7 6 0 16,-6 6 0-16,-9 4 0 15,-12 11 0-15,-11 4 0 16,-16 11 0-16,-14 5 0 15,-10 7 0-15,-12 2 0 16,-13 6 0-16,-6 6 0 16,-11 5 0-16,-19 0 0 15,22 10 0-15,-22-10 0 16,14 19 0-16,-9 0 0 0,2 6 0 16,4 4 0-16,8 14 0 15,7 11 0 1,9 17 0-16,1 19 0 15,6 14 0-15,6 14 0 0,1 15 0 16,0 10 0-16,-4 8 0 16,-2 1 0-16,-5-6-1 15,-1-13-2-15,-6-5 3 16,-8-26-53-16,3-5-57 16,-9-28-46-16,-5-20-19 15,-2-18-8-15,-10-31 3 16,16 12 19-16</inkml:trace>
  <inkml:trace contextRef="#ctx0" brushRef="#br0" timeOffset="-185908.53">34372 23039 434 0,'0'0'159'0,"12"19"-26"0,-5 0-13 16,-3 6-63-16,-1-5-105 15,-3 1-100-15,-7-5-18 16,-8-1-2-16,-18-13-11 15,-23-16-1-15</inkml:trace>
  <inkml:trace contextRef="#ctx0" brushRef="#br0" timeOffset="-183677.35">26811 18828 186 0,'-19'2'78'16,"19"-2"4"-16,0 0-7 15,0 0 5-15,0 0 10 16,7-18-12-16,8 11-12 16,-15 7-14-16,42-27-7 0,-16 11-11 15,14 1-1-15,2-6-14 16,6 2-18 0,11-2 1-16,-2 0-1 15,6 2 1-15,-6 2-1 0,-1 0 0 16,-8 3-2-16,-11 3 1 15,-6 1 0-15,-10 3 0 16,-5 4 0-16,-16 3 1 16,0 0 0-16,0 0-1 15,0 0 1-15,0 0-1 16,0 0-31-16,15-9-53 16,-15 9-36-16,0 0-25 15,-5-21-17-15,-5 4-8 0,10 17 0 16</inkml:trace>
  <inkml:trace contextRef="#ctx0" brushRef="#br0" timeOffset="-183324.91">26918 18288 121 0,'-13'10'47'15,"13"-10"-6"-15,0 0-2 16,0 18 1-16,0-18 11 16,17 3 27-16,5 0 11 15,1-6-1-15,10 5-3 16,5-7-5-16,7 5-4 16,4-7-16-16,7 7-11 15,-4-2-27-15,5 4-19 0,-5-4 1 16,-7 4-1-16,-2-1 0 15,-8 1 2-15,-9 2 3 16,-7-1-7-16,-19-3-1 16,26 28-4-16,-15 1-31 15,-8 6-80-15,1 15-59 16,1 30-8-16,-10 18-4 16,-2 34 2-16,-12 15 72 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58:25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12646 6669 25 0,'-13'16'33'16,"13"-16"0"-16,0 0 0 16,0 0 6-16,0 0 6 15,0 0 2-15,0 0 0 16,0 0-1-16,0 0-7 15,0 0 0-15,0 0-7 16,0 0 0-16,0 0-3 16,20 4 1-16,-4-3-3 15,7 1 0-15,3-2 0 16,7 3 0-16,5-3-3 16,10 2-3-16,-3-4 1 15,11 2 6-15,-4-3 9 0,9 3 0 16,-6-5-1-16,4 3-2 15,-10-3-3-15,5 5-4 16,-7-5-3-16,-2 5-12 16,-10-4-10-16,-2 2-2 15,-4 1 0-15,-6-1-1 16,-4 2 2-16,-19 0-2 16,26-2 0-16,-26 2 1 15,0 0 0-15,15-1 1 16,-15 1-1-16,0 0 0 15,0 0 1-15,0 0 0 16,0 0-1-16,0 0 1 16,0 0-1-16,0 0 1 0,0 0-2 15,0 0 2-15,0 0-1 16,0 0 0-16,0 0-1 16,0 0 0-16,0 0 1 15,0 0-2-15,0 0 2 16,0 0-2-16,0 0 0 15,0 0-4-15,0 0-63 16,-15 0-61-16,15 0-31 16,0 0-16-16,0 0 2 15,0 0-6-15</inkml:trace>
  <inkml:trace contextRef="#ctx0" brushRef="#br0" timeOffset="2435.73">17114 6702 79 0,'0'0'43'0,"-22"6"3"15,22-6-3-15,-17 5-1 16,17-5-7-16,0 0-1 0,-16 7-4 16,16-7-1-16,0 0 0 15,0 0 3-15,0 0 0 16,0 0 2-16,0 0-1 16,0 0 0-16,0 0-1 15,0 0 0-15,0 0-3 16,16-2-3-16,-16 2-1 15,0 0-2-15,0 0 1 16,17 0 1-16,-17 0 0 0,19 0-2 16,0-2-2-1,7 4-1-15,7-4-3 16,12 4-2-16,4-4-3 16,12 0-3-16,8 1-2 0,7 1 0 15,3 0-2-15,2-2-2 16,2 0-2-16,-1 2 0 15,-4-1-1-15,-7-1-1 16,-12-2 0-16,-1 3 0 16,-13-3-1-16,-9 2 1 15,-10 1 1-15,-7-1 0 16,-19 2 0-16,23-2 1 16,-23 2-1-16,0 0 0 15,0 0 0-15,0 0-1 16,0 0 0-16,0 0 0 15,0 0 0-15,0 0 0 16,0 0 0-16,0 0-2 0,0 0 3 16,0 0 0-16,0 0 0 15,0 0-1-15,0 0 1 16,0 0-1-16,0 0 1 16,0 0 1-16,0 0 0 15,0 0-2-15,0 0 1 16,0 0 0-16,0 0 0 15,0 0 0-15,0 0 0 16,0 0 0-16,0 0-1 16,0 0 1-16,0 0 1 15,0 0-2-15,0 0 1 16,0 0 0-16,0 0 0 16,0 0 1-16,0 0-1 0,0 0-1 15,0 0 0-15,0 0 1 16,0 0 1-16,0 0-2 15,0 0 0-15,0 0 1 16,0 0-1-16,0 0 1 16,0 0 1-16,0 0-2 15,0 0 1-15,0 0 0 16,0 0 0-16,0 0-1 16,0 0 1-16,0 0 0 15,0 0 0-15,0 0-1 16,0 0 1-16,0 0 1 15,0 0-2-15,0 0 3 0,0 0-3 16,0 0 1-16,0 0-2 16,0 0 2-16,0 0 0 15,0 0-1-15,0 0 2 16,0 0-1-16,0 0 0 16,0 0 1-16,0 0 1 15,0 0-3-15,0 0 1 16,0 0 0-16,0 0-1 15,0 0 0-15,0 0 2 16,0 0-3-16,0 0 2 16,0 0 0-16,0 0 0 15,0 0 0-15,0 0-2 16,0 0 3-16,0 0-3 0,0 0 2 16,0 0 1-16,0 0-1 15,0 0 0-15,0 0 1 16,0 0 0-1,0 0-1-15,0 0 0 0,0 0 0 16,0 0 0-16,0 0 0 16,0 0 0-16,0 0-1 15,0 0 1-15,0 0 0 16,0 0-1-16,0 0 2 16,0 0-1-16,0 0 0 15,0 0 0-15,0 0-1 16,0 0 1-16,0 0 1 15,0 0-1-15,0 0 1 0,0 0-2 16,0 0 1 0,0 0-1-16,0 0 2 15,0 0-2-15,0 0 1 16,0 0 0-16,0 0-1 0,0 0 1 16,0 0 0-16,0 0 1 15,0 0-1-15,0 0-1 16,0 0 1-16,0 0 0 15,0 0 0-15,0 0 0 16,0 0 0-16,0 0-2 16,0 0 3-16,0 0 0 15,0 0-2-15,0 0-2 16,0 0-53-16,0 0-37 16,0 0-28-16,0 0-50 15,-4-21-7-15,4 2 3 16,4 2 44-16</inkml:trace>
  <inkml:trace contextRef="#ctx0" brushRef="#br0" timeOffset="3628.63">16951 6804 88 0,'0'0'33'16,"30"-1"-7"-16,-4 1-3 0,3 0 1 15,10-2 2-15,9 0 0 16,4 1 9-16,4-3 8 16,8 2 8-16,2-1 4 15,-2 1 5-15,0-1-6 16,-5 3-7-16,-7-2-5 16,-3 2-12-16,-11-2-13 15,-5 2-7-15,-10 2-6 16,-8 0-5-16,-15-2-6 15,18-2-13-15,-18 2-14 16,0 0-20-16,15-7-32 16,-15 7-34-16,33-17-15 15,2 12-16-15,-2-16 66 0</inkml:trace>
  <inkml:trace contextRef="#ctx0" brushRef="#br0" timeOffset="4878.34">21588 6545 96 0,'-26'7'40'0,"-6"-2"5"16,6 0 1-16,0-1-1 16,9-1-2-16,1-1 14 15,16-2 7 1,-19 5 1-16,19-5-2 0,0 0 5 15,0 0-1-15,0 0-4 16,0 0-8-16,0 0-15 16,0 0-11-16,35 7-4 15,-6-5-9-15,17 1-10 16,6 1-4-16,10 1 0 16,9-2-2-16,11 1 1 15,1-1-1-15,2 1 1 0,-1-1-1 16,1 2 2-16,-2-1-3 15,-8-1 2-15,-9 1 0 16,-6-1-1 0,-8-1 0-16,-10 1 0 0,-9-3 0 15,-10 2-1-15,-23-2 1 16,22 2 0-16,-22-2 1 16,0 0-1-16,0 0 0 15,0 0 0-15,0 0 0 16,0 0 0-16,0 0 0 15,0 0-1-15,0 0 0 16,0 0 0-16,0 0 1 16,0 0-1-16,0 0 1 0,0 0 1 15,-15 7 0-15,15-7 1 16,0 0 0 0,0 0 0-16,0 0 0 15,0 0 0-15,-18-2-2 0,18 2 1 16,0 0 0-16,0 0-2 15,-15 2 0-15,15-2 1 16,0 0-1-16,0 0 0 16,0 0 2-16,0 0-1 15,0 0-1-15,0 0 1 16,0 0-1-16,0 0 1 16,0 0 0-16,0 0 0 15,0 0-1-15,0 0 0 0,0 0 1 16,0 0 0-1,0 0 0-15,0 0 0 16,0 0 0-16,0 0 0 16,0 0 0-16,0 0-1 0,0 0 2 15,0 0-2-15,0 0 1 16,0 0 0-16,0 0 0 16,0 0 0-16,0 0-1 15,0 0 1-15,0 0-1 16,0 0 2-16,0 0-1 15,0 0-1-15,0 0 1 16,0 0 0-16,0 0 0 16,0 0 2-16,0 0-2 15,0 0 0-15,0 0 1 16,0 0-1-16,0 0 0 16,0 0 1-16,0 0-2 15,0 0 1-15,0 0-1 0,0 0 1 16,0 0 0-16,0 0-2 15,0 0 0-15,0 0-70 16,0 0-72-16,0 0-25 16,-19-25-8-16,19 25-11 15,-33-38 4-15</inkml:trace>
  <inkml:trace contextRef="#ctx0" brushRef="#br0" timeOffset="6494.22">12799 6810 99 0,'0'0'41'0,"0"0"0"16,-17-12 0-16,17 12-2 16,0 0 9-16,0 0-2 15,0 0-8-15,0 0-12 16,0 0-6-16,17-2-4 16,-1 0-1-16,3-1-5 15,10-1-12-15,4 1-3 16,9 1 1-16,7-1 2 15,10 1 1-15,-2 2 2 16,2 2-1-16,2 1 2 0,-6 0-1 16,1 1 1-16,-8-1-1 15,-6 3 2-15,-12 0-7 16,-8 0 3-16,-22-6-3 16,12 15 1-16,-12-15-2 15,-24 16 2-15,-2-8-3 16,-10-2 2-16,-10 1 4 15,-9-2-1-15,-2-3 1 16,-9-2-1-16,-2 0 3 16,-7-2 0-16,1 0 4 15,2-1 8-15,5-1 10 16,8 1 10-16,3 1 17 16,11-5 6-16,14 7 0 0,1-7-10 15,30 7 3-15,-14-15-14 16,14 15-5-16,37-21-18 15,-2 7-10-15,13 2-12 16,8-4-1-16,6 2 9 16,9 4-5-16,4-2 4 15,1 5-2-15,-6-2 3 16,-2 4-2-16,-16 3-1 16,-7 1-2-16,-12 1-3 15,-11 1-1-15,-22-1-4 16,0 0-2-16,0 0-3 15,-10 18-1-15,-13-6-15 0,-10-5-10 16,-5 7-4-16,-7-4 3 16,-4 6 2-16,-3-8-2 15,4 3-2-15,-8-1-4 16,8-3 18-16,-1 2 8 16,4-6 5-16,3 0-8 15,6-3-1-15,3 6-1 16,5-8 6-16,7-2 1 15,6 1-4-15,15 3-3 16,-16-5 3-16,16 5 6 16,0 0 3-16,12-18 3 15</inkml:trace>
  <inkml:trace contextRef="#ctx0" brushRef="#br0" timeOffset="6687.24">12695 6796 14 0,'-26'8'15'0,"0"-1"4"15,0 0-4-15,10-3-2 16,16-4-5-16,0 0-13 16,0 0-16-16,26-26-25 15,23 14 35-15,0-16 11 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4:47:39.3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11138 1480 675 0,'0'0'190'0,"0"0"-32"16,0 0-158-16,0 0 0 16,0 0 0-1,0 0 0-15,-78 66 0 0,69 19 0 16,-1 25 0-16,1 20 0 16,-1 19 0-16,3-2-14 15,2 0 3-15,1-15-2 16,4-13 6-16,4-36-11 15,4-24 11-15,6-22 1 16,5-27-1-16,4-19 1 16,10-11 0-16,1-19-1 0,6-9 4 15,2-7 0-15,-4-15 4 16,2-4 10 0,-5 6-10-16,-6 10 13 15,-6 14-8-15,-7 20 11 0,-16 24-12 16,29 7-1-16,-19 38-2 15,3 19-11-15,-3 19 13 16,0 11-15-16,3 3 11 16,2-2-16-16,-4 3 16 15,-1-16-6-15,2-6 4 16,-8-19-95-16,8-15-56 16,-2-16-24-16,-10-26-5 15,26-18-5-15,-14-30 48 16</inkml:trace>
  <inkml:trace contextRef="#ctx0" brushRef="#br0" timeOffset="459.9">11765 1044 504 0,'0'0'187'0,"-72"-111"5"15,72 111-73-15,-119-47-98 16,37 39-21-16,-12 18 0 15,-10 14 0-15,-9 20 0 16,-5 18 0-16,-5 31 0 16,3 35 0-16,7 51 0 15,20 35 0-15,15 23 0 16,22 18-8-16,21-2-22 16,32 6 12-16,29-23-7 15,31-25 11-15,28-55-1 0,28-46 8 16,28-40-2-16,20-30 5 15,14-32 4-15,13-29 3 16,6-29 0-16,-8-21 4 16,-5-24-5-16,-13-26 8 15,-19-19 12-15,-19-56-12 16,-17-15 9-16,-28-19-9 16,-26-1 14-16,-27 1-19 15,-25 14 10-15,-27 20-15 16,-19 32 0-16,-29 51 0 15,-19 42 0-15,-14 30 0 16,-10 34 0-16,9 17 0 16,-2 28-141-16,12 16-44 0,92-54-20 15,-113 135-8-15,106-59 9 16</inkml:trace>
  <inkml:trace contextRef="#ctx0" brushRef="#br0" timeOffset="1068.42">13327 1568 590 0,'0'0'190'15,"0"0"6"-15,0 0-149 0,85 68-47 16,-85-68 0-16,80 50 0 15,-80-50 0-15,153 73 0 16,-53-20 0 0,17 11 0-16,9 6 0 0,11 9 0 15,-1-3-8-15,-10 6 1 16,-13-8-4-16,-16-3 10 16,-18-12 4-16,-24-16 10 15,-17-12-8-15,-24-15 1 16,-14-16-6-16,-14-14 0 15,-12-20-4-15,0-22-19 16,-5-17 25-16,-2-17-7 0,-3-3 7 16,1-6 3-16,5 6 10 15,1 10-7 1,29 83-8-16,-45-120 0 16,45 120 0-16,0 0 0 15,0 0 0-15,0 0 0 0,0 0 0 16,0 0 0-16,0 0 0 15,52 42 0-15,-14 13 0 16,5 13 0-16,-1 10 0 16,0 8 0-16,-2 2 0 15,-6 4 0-15,-8 7 0 16,-15-2 0-16,-8-9 0 16,-17 6 0-16,-15-4 0 0,-13 0 0 15,-6-4 0-15,-13 2 0 16,-2-10 0-16,3-14 0 15,4-17-50 1,14-5-86-16,13-23-41 0,10-21-12 16,19 2-11-16,26-50 0 15</inkml:trace>
  <inkml:trace contextRef="#ctx0" brushRef="#br0" timeOffset="1572.57">15486 2105 674 0,'-22'34'189'0,"-8"10"-51"16,-5 28-116-16,-13 22-22 0,-8 20 0 15,1 25 0-15,-4 13 0 16,8 23 0-16,8 8 0 15,8 8 0-15,13-8 0 16,18-5 0-16,20-13-3 16,20-16-5-16,16-21 5 15,20-19-9-15,21-26 5 16,17-22-6-16,16-20 5 16,8-17 0-16,5-25 4 15,3-17 2-15,-1-20 1 16,-6-17 1-16,-12-16 0 15,-11-19 3-15,-19-16-6 16,-18-17 7-16,-21-13-6 0,-21-8 10 16,-18-1-5-16,-23-8 14 15,-22 4-2-15,-18 2 1 16,-15 7-8-16,-17 3-8 16,-8 23 0-16,-15 2 0 15,-8 11 0-15,-2 23 0 16,-1 21 0-16,8 24 0 15,9 23 0-15,12 34-43 16,13 16-119-16,20 27-19 16,19 13-8-16,18-4-5 15,22 4-9-15</inkml:trace>
  <inkml:trace contextRef="#ctx0" brushRef="#br0" timeOffset="1992.53">15571 3131 458 0,'0'0'187'0,"-22"12"-1"16,22-12-66-16,0 0-82 15,22-10-49-15,1 5-4 16,12 3-2-16,5 0 8 16,-2 2 7-16,3 9 2 15,-1 5 5-15,-5 5 7 16,-12 10 1-16,-6 11 1 15,-17 3-1-15,-10 6 2 16,-6 6-3-16,-7 1-8 0,-6-4-4 16,-4 0 0-16,3-7 0 15,3-11 0-15,6-4-12 16,5-8-2 0,9-6-1-16,7-16 1 0,0 0-2 15,30 15 2-15,-1-13 5 16,1 0 5-16,4 1 5 15,6 6 1-15,-8 1 5 16,-3 9 6-16,-10 7 2 16,-5 11 4-16,-17 2-5 15,-8 13 1-15,-15 14-92 16,-12 15-74-16,-14 10-24 0,-4 12-6 16,-11-4-7-16,-1 3-3 15</inkml:trace>
  <inkml:trace contextRef="#ctx0" brushRef="#br0" timeOffset="2563.9">15328 4907 692 0,'5'35'192'0,"-17"3"-53"15,-10 11-139-15,-8 16 0 0,-11 17 0 16,-15 18 0 0,-12 18 0-16,-13 8 0 0,-9 7 0 15,-8 4 0 1,-9 0 0-16,-4-7 0 0,1-11 0 16,6-15 0-16,7-17 0 15,14-18 0-15,13-19 0 16,9-24 0-16,20-23 0 15,11-25-3-15,20-20-9 16,6-16-3-16,11-15 3 16,7-7-1-16,5-1 14 15,0 5 1-15,0 10 0 16,-3 16 0-16,-6 13 12 16,-3 18-1-16,-7 19-2 15,0 0-1-15,-19 40-10 16,5 3 0-16,-8 11 0 15,3 10 0-15,-7 9 0 0,3 5 0 16,4 1 0-16,-2-3 0 16,9-5 0-16,2-8-8 15,10-8-4-15,3-13 2 16,16-8-1-16,11-9 5 16,18-6-3-16,8-12 7 15,12-6-2-15,6-2 5 16,-3-5 1-16,-1 1-1 15,-13 5-53-15,-12 0-96 16,-22-3-17-16,-23 3-9 16,-12 22 2-16,-21-1-4 15</inkml:trace>
  <inkml:trace contextRef="#ctx0" brushRef="#br0" timeOffset="3068.85">12844 6663 652 0,'-74'20'192'0,"-1"13"-13"16,0 9-179-16,-10 15 0 16,-8 17 0-16,-12 20 0 15,-7 17 0-15,-12 18 0 16,-6 20 0-16,3 24 0 15,8 16 0-15,6 12-10 0,19 3-1 16,19 6-2-16,23-8 2 16,30-10-5-16,34-19 9 15,35-26-3 1,33-27 10-16,34-34-4 0,37-34 7 16,42-36-2-16,27-32 1 15,23-30 2-15,16-29-3 16,1-23 6-16,-8-20-4 15,-21-19 4-15,-21-12-4 16,-42-12 6-16,-30-12 1 16,-45-12-4-16,-37-4-3 15,-37-1 0-15,-26 8-3 16,-35 11 1-16,-25 18-1 0,-27 24 5 16,-24 30-2-16,-18 35 8 15,-13 36-11 1,-16 35 0-16,-7 33 0 15,-3 27 0-15,7 22-36 0,12 21-125 16,13 13-20-16,16-3-4 16,23-4-2-16,24-18 0 15</inkml:trace>
  <inkml:trace contextRef="#ctx0" brushRef="#br0" timeOffset="3396.72">12407 7928 665 0,'-11'52'181'0,"-8"14"-29"16,0 17-166-16,2 8 2 16,1 15 7-16,6 5 5 15,5-2-5-15,5-7 4 16,5-14-4-16,9-13 5 15,8-22-3-15,4-16 5 16,6-23-2-16,1-16 0 16,0-17 1-16,-7-14 2 15,-4-10 1-15,-10-9-3 16,-12-4 1-16,-15 3-2 0,-18 4 4 16,-21 8-69-1,-9 8-76-15,-11 17-33 16,-23 6 1-16,-4 15-4 0,-15 2 0 15</inkml:trace>
  <inkml:trace contextRef="#ctx0" brushRef="#br0" timeOffset="4096.49">11213 8648 606 0,'-19'26'182'16,"-11"-21"0"-16,-15-1-185 15,-14-3 3-15,-12-4-3 0,-23-9 0 16,-19-9 2-16,-21-7-3 16,-15-10 3-16,-19-9-2 15,-13-6 3-15,-1-6-4 16,-9-3 5-16,4-4-2 15,1 0 5-15,18 4-4 16,8 6 4-16,21 8-2 16,16 6 3-16,22 8-3 15,18 8 1-15,24 10 0 16,14 8-2-16,12 1 0 16,13 10 1-16,20-3-2 15,-10 35-2-15,14-1 3 16,-4 11-2-16,3 12 2 0,0 9-2 15,1 10 2-15,-1 2-4 16,-3-3 3-16,0-9-2 16,0-11 0-16,0-14-3 15,0-13 1-15,0-28 0 16,0 0 0-16,0 0 1 16,-13-52-1-16,9-1 3 15,-5-12-2-15,-5-7 5 16,2-8-3-16,-7-1 3 15,-2 5-2-15,6 8 4 16,-4 11 2-16,0 12-4 16,5 12 4-16,5 12-5 15,9 21 7-15,-14-15-7 0,14 15 1 16,0 0-1-16,0 0-6 16,4 26 4-16,-4-26-4 15,26 26 4 1,-4-12-7-16,11-2 6 0,12-4 2 15,11-6 0-15,12-9 0 16,10-8 1-16,5-8 5 16,2-1-108-16,-7-4-60 15,-17-8-10-15,-9 3 1 16,-26-10-9-16,-16 8 10 16</inkml:trace>
  <inkml:trace contextRef="#ctx0" brushRef="#br0" timeOffset="4592.99">7786 6032 594 0,'-59'-31'186'15,"-12"12"-6"-15,-9 18-179 16,-5 20-1-16,-9 17-1 15,-10 21 0-15,-5 24-5 16,-2 18 4-16,3 26 3 16,6 17-4-16,17 17 2 0,13 11-2 15,20 11 0-15,26-1 7 16,23-5 0 0,29-12-7-16,26-18 0 15,26-25-3-15,33-29 4 0,21-28-1 16,28-34 5-16,17-32-5 15,21-32-4-15,7-29 12 16,5-28-8-16,-2-20 5 16,-10-20-1-16,-14-13 4 15,-32-9-12-15,-25-5 2 16,-37-8 4-16,-31 1-5 16,-46 5 7-16,-36 11 3 15,-38 16-2-15,-27 24 1 16,-29 25 7-16,-21 29-3 0,-15 37 1 15,-12 35 0 1,2 36-5-16,12 26 1 16,17 27-98-16,14 10-43 0,27-1-20 15,23-2-10-15,29-17-6 16,32-8-4-16</inkml:trace>
  <inkml:trace contextRef="#ctx0" brushRef="#br0" timeOffset="4982.25">7902 6855 510 0,'0'0'156'0,"11"-25"-22"15,-11 25-32-15,-7 16-40 16,-2 8-62-16,-5 11 8 16,-1 6-11-16,1 4 9 15,2-3-12-15,-2 0 2 0,5-11 0 16,6-9-1-16,3-22 0 15,0 0 1-15,33-3-1 16,-6-16 2-16,6-4-1 16,6 1 3-16,4 1 1 15,-1 5 2-15,-1 6 2 16,-4 6 0-16,-11 11 3 16,-4 7-1-16,-13 10 1 15,-9 8-2-15,-9 7 2 16,-17 10-2-16,-10 6 0 15,-18 4-3-15,-9 0 0 16,-8-2-3-16,-3-8 0 16,-1-6-39-16,4-19-42 0,12-12-31 15,10-19-18-15,18-17-12 16,17-14-7-16,14-12-5 16,14-7 0-16</inkml:trace>
  <inkml:trace contextRef="#ctx0" brushRef="#br0" timeOffset="5157.42">7871 6818 525 0,'23'-31'135'15,"-1"3"-12"-15,-3-1-31 16,4 3-43-16,3 2-49 16,-3 0-3-16,-1 3 4 15,1 0-4-15,3 0-112 0,-4 4-56 16,-8-7-1-16,-5 5-4 15,-9-6-1-15</inkml:trace>
  <inkml:trace contextRef="#ctx0" brushRef="#br0" timeOffset="5860.42">7132 6496 469 0,'-37'19'184'0,"-8"-26"-2"0,9-22-96 16,-3-11-91-16,13-22 0 15,0-18 2-15,11-25 2 16,-4-16 3-16,8-21-1 16,8-11 2-16,6-4 0 15,4 3-2-15,5 7 0 16,-1 6-3-16,4 18 1 16,-1 16 4-16,-2 22-3 0,-5 18 6 15,-3 17-3-15,-4 13 9 16,-7 13-4-1,7 24 6-15,-33 7-5 16,7 22-2-16,-9 13 5 0,-1 13-8 16,-9 8 1-16,-1 8-6 15,-6 8 1-15,4-1-3 16,-1-7 5-16,4-5-2 16,3-11-5-16,13-11-1 15,3-12-4-15,7-14 0 16,19-18 0-16,-14-5-1 15,14-20 2-15,7-16-1 16,5-8 3-16,9-10 3 16,1-6 5-16,10-8-4 15,4-3 2-15,6 3 3 16,3 4-3-16,0 8 4 16,2 9-3-16,-2 11 5 0,-3 11-2 15,-4 17 6-15,-2 9-3 16,-6 11 0-16,-4 17-1 15,0 9-3-15,-7 5 6 16,0 9-5-16,-3-2 1 16,1-2-5-16,-1-5 2 15,-2-7-68-15,1-5-56 16,-3-10-29-16,-12-16-26 16,26-3 2-16,-15-17-4 15</inkml:trace>
  <inkml:trace contextRef="#ctx0" brushRef="#br0" timeOffset="6388.87">7151 3388 382 0,'-7'-84'183'15,"-9"19"0"-15,2 13-70 16,-13 3-24-16,1 27-42 15,-7 6-33-15,-9 21-2 16,2 14-12-16,-5 20 0 16,0 19 0-16,3 24 0 15,2 20 0-15,9 12 0 16,10 14 0-16,12 12 0 16,9 9 0-16,12-3 0 0,18-8-11 15,6-13 5-15,18-11-8 16,5-21 0-16,9-8 4 15,7-26-1-15,6-24 3 16,9-21 2-16,4-18 2 16,3-20-2-16,4-23 6 15,0-17 2-15,-4-19-1 16,-3-10 3-16,-6-11 0 16,-13-14-3-16,-14-8 5 15,-16-13-6-15,-19-4 8 16,-19-1-6-16,-19 2 9 15,-18 5-4-15,-22 9 7 16,-7 16-3-16,-16 15 5 0,-8 36-13 16,-11 18-3-16,-1 31 0 15,-4 17 0-15,3 21 0 16,6 10 0-16,3 11-15 16,25 17-123-16,6-7-42 15,25 9-6-15,17-4-3 16,18-8 0-16</inkml:trace>
  <inkml:trace contextRef="#ctx0" brushRef="#br0" timeOffset="6827.87">7218 3741 534 0,'-33'-4'193'0,"11"6"-12"15,-6 7-81-15,7 8-98 16,6 9 1-16,-1 2-6 16,2 6 3-16,6 8-4 15,4-1 2-15,8 6-6 16,1 0 2-16,9-9-4 15,5-10 1-15,7-3 1 16,0-5 0-16,3-10 1 0,3-10 2 16,1-5 3-1,-1-11 0-15,0-6 2 16,-3-6-1-16,-3-8 4 0,-7-11-1 16,-8-7 2-16,-8-3-3 15,-10 2 5-15,-8 3-2 16,-11 2 6-16,-4 8-2 15,-8 7 2-15,2 9-60 16,6 16-59-16,4 7-42 16,7-3-13-16,19 6-15 15,0 0 0-15,0 0 26 16</inkml:trace>
  <inkml:trace contextRef="#ctx0" brushRef="#br0" timeOffset="7560.42">7831 3275 506 0,'0'0'150'16,"-7"-17"-17"-16,2-2-27 16,9 0-43-16,1-16-55 15,12-7-13-15,9-13 2 16,16-11 6-16,10-19-1 15,16-11 4-15,13-12-3 16,13-3 12-16,15-15-15 16,14-12 17-16,11 3-8 15,15 5-1-15,9 2-6 16,6 17-2-16,0 5 0 0,-2 15 0 16,-9 18 0-16,-23 28 0 15,-17 7 0-15,-21 14 0 16,-92 24 0-16,113-20 0 15,-113 20 0-15,0 0 0 16,0 0 0-16,0 0 0 16,0 0 0-16,0 0 0 15,0 0 0-15,-75-3 0 16,75 3 0-16,-71-22 0 16,71 22 0-16,-89-37 0 15,89 37 0-15,-102-45 0 16,102 45 0-16,-111-47 0 15,111 47 0-15,-110-36 0 0,110 36 0 16,-95-24 0-16,95 24 0 16,-68-9 0-16,68 9 0 15,0 0 0 1,0 0 0-16,0 0 0 0,0 0 0 16,0 0 0-16,0 0 0 15,97-3 0-15,-97 3 0 16,124 5 0-16,-53 0 0 15,3-3 0-15,1 3 0 16,0-1 0-16,-75-4 0 16,130 15 0-16,-130-15 0 15,101 23 0-15,-101-23 0 0,0 0 0 16,81 84 0-16,-81-84 0 16,-7 115 0-16,-22-29 0 15,-13 30 0-15,-17 12 0 16,-9 18 0-1,-13-1-72-15,6 7-117 0,11-17-4 16,5-15-8-16,29-35 0 16,25-35 35-16</inkml:trace>
  <inkml:trace contextRef="#ctx0" brushRef="#br0" timeOffset="9166.92">9958 1187 450 0,'0'0'137'0,"0"0"-34"15,0 0-82-15,0 0-35 0,0 0-84 16,0 0-55-16,85-27-2 15,-85 27-10-15,86-18 40 16</inkml:trace>
  <inkml:trace contextRef="#ctx0" brushRef="#br0" timeOffset="12976.79">13584 438 232 0,'0'0'190'15,"0"0"-42"-15,0 0-35 16,0 0 2-16,0 0 4 0,0 0-19 16,0 0-94-16,0 0-6 15,0 0 0-15,0 0 0 16,0 0 0-16,0 0 0 16,-78 76 0-16,78-76 0 15,-91 71 0-15,91-71 0 16,-118 88 0-16,118-88-11 15,-135 94 2-15,60-51-1 16,4 4 8-16,0-4-5 16,2-5 4-16,69-38-1 15,-120 59-4-15,120-59 6 16,-94 45 0-16,94-45 1 0,0 0-7 16,-78 28 8-16,78-28 4 15,0 0 2-15,0 0 3 16,0 0-2-16,0 0-5 15,0 0 4-15,0 0 9 16,92-94-10-16,-92 94-11 16,87-83 6-16,-87 83 2 15,111-112-2-15,-111 112 6 16,123-128 4-16,-123 128-9 16,123-123-1-16,-123 123 0 15,113-102 0-15,-113 102 0 16,90-78 0-16,-90 78 0 15,0 0 0-15,75-51 0 0,-75 51 0 16,0 0 0-16,0 0 0 16,0 0 0-16,0 0 0 15,0 0 0 1,-90 70 0-16,90-70 0 0,-78 65 0 16,78-65 0-16,-91 71 0 15,91-71 0-15,-93 63 0 16,93-63 0-16,-85 60 0 15,85-60 0-15,0 0 0 16,-87 54 0-16,87-54-23 16,0 0-63-16,0 0-33 15,0 0-23-15,0 0-29 16,0 0-15-16,0 0 1 0,0 0 75 16</inkml:trace>
  <inkml:trace contextRef="#ctx0" brushRef="#br0" timeOffset="13600.23">12490 582 546 0,'0'0'199'0,"0"0"-4"0,45-70-112 16,-45 70-83-16,0 0 0 15,0 0 0-15,0 0-2 16,0 0-13-16,0 0 4 15,0 0-7-15,23 94 3 16,-23-94 9-16,-2 69 0 16,2-69 1-16,-10 85 0 15,10-85 7-15,-14 85-9 16,14-85 5-16,-9 76-1 16,9-76-3-16,0 0 3 15,12 83-7-15,-12-83 7 16,0 0 2-16,0 0-1 15,92 67 4-15,-92-67 0 0,94 25 0 16,-94-25-1-16,127 19 21 16,-53-11-17-16,10-4 5 15,-3-1-5-15,1-1-2 16,-2 2-3-16,-2 2 13 16,-10 0-12-16,-68-6-7 15,114 8 0-15,-114-8 2 16,71 12 1-16,-71-12 7 15,0 0 1-15,0 0-5 16,0 0 6-16,0 0 0 16,0 0-50-16,0 0-58 15,0 0-24-15,0 0-24 16,0 0-12-16,0 0-14 0,0 0 9 16</inkml:trace>
  <inkml:trace contextRef="#ctx0" brushRef="#br0" timeOffset="14936.83">13599 519 270 0,'0'0'140'0,"0"0"-11"15,0 0-42-15,0 0-16 16,0 0-3-16,0 0-4 0,0 0-15 15,0 0-1-15,0 0-12 16,-36 75-10-16,36-75-3 16,-71 50-11-16,71-50-12 15,-94 55 0-15,94-55 0 16,-116 57 0-16,116-57 0 16,-127 68 0-16,127-68 0 15,-130 66 0-15,130-66 0 16,-129 60 0-16,129-60 0 15,-107 63 0-15,107-63-1 16,-91 39 1-16,91-39-3 16,0 0-1-16,-88 37-14 15,88-37 3-15,0 0-2 0,0 0 6 16,0 0 1-16,0 0 3 16,0 0 5-16,0 0-2 15,0 0 11-15,0 0 3 16,71-38-5-16,-71 38 3 15,71-42-6-15,-71 42 7 16,104-53-7-16,-104 53 1 16,141-75 6-16,-61 30-2 15,1 5 5-15,5 2-11 16,-3-9 12-16,-2 4-11 16,-6 7 0-16,-75 36-2 15,127-68 0-15,-127 68 0 16,94-46 0-16,-94 46 0 0,0 0 0 15,71-35 0-15,-71 35-7 16,0 0-4 0,0 0-1-16,0 0 10 15,0 0 2-15,0 0-6 0,0 0 6 16,0 0 8-16,0 0-11 16,0 0 3-16,0 0 1 15,0 0-10-15,0 0 2 16,0 0 10-16,0 0-1 15,0 0-3-15,0 0 5 16,0 0 4-16,0 0-3 16,0 0 2-16,0 0 1 15,0 0-1-15,0 0-2 16,0 0-5-16,0 0 0 16,0 0 0-16,0 0 0 15,0 0 0-15,57-74 0 16,-57 74 0-16,0 0 0 0,0 0 0 15,0 0 0-15,0 0 0 16,82-58-1-16,-82 58-10 16,0 0 4-16,0 0 8 15,74-43-9-15,-74 43 4 16,0 0-4-16,0 0 8 16,0 0 1-16,71-22 2 15,-71 22-6-15,0 0-3 16,0 0 7-16,0 0-3 15,0 0 6-15,0 0 0 16,0 0 1-16,0 0 6 16,0 0 3-16,0 0-8 15,0 0-6-15,0 0 0 0,-83 81 0 16,83-81 0-16,-78 52 0 16,78-52 0-16,-97 54 0 15,97-54 0-15,-120 57 0 16,120-57 0-16,-137 52 0 15,66-26 0-15,71-26 0 16,-136 53 0-16,65-23 0 16,71-30 0-16,-121 62 0 15,121-62 0-15,-94 59 0 16,94-59 0-16,0 0 0 16,-90 59-11-16,90-59 4 15,0 0 2-15,0 0 3 16,0 0-5-16,0 0-6 0,0 0 15 15,0 0-1-15,-65 71 8 16,65-71-7-16,0 0 3 16,0 0-4-16,0 0 6 15,0 0-1-15,-88 31-5 16,88-31 1-16,0 0-3 16,-87 28-3-16,87-28 0 15,0 0-5-15,-78 34 3 16,78-34 4-16,0 0-27 15,0 0-76-15,0 0-55 16,0 0-12-16,0 0 2 16,0 0-6-16,-52-112 1 0</inkml:trace>
  <inkml:trace contextRef="#ctx0" brushRef="#br0" timeOffset="17144.03">14160 261 197 0,'75'-38'99'0,"-75"38"10"16,0 0 23-16,0 0-13 16,0 0-13-1,0 0-20-15,0 0-12 0,0 0-11 16,0 0-25-16,0 0-38 15,0 0 0-15,-87 78 0 16,87-78 0-16,-115 64 0 16,32-29 0-16,-21 6 0 15,-12 4 0-15,-22-1 0 16,-11 1 0-16,-16 1 0 16,-3 3 0-16,0-8 0 0,8 1 0 15,11-7 0 1,13-3 0-16,20 0 0 15,22-10-3-15,94-22-4 16,-114 28-1-16,114-28 3 0,0 0 0 16,0 0 2-16,0 0 2 15,0 0-6-15,0 0 4 16,104 3 6-16,-104-3-46 16,97-15-48-16,-97 15-42 15,90-28-36-15,-90 28-8 16,71-31 7-16,-71 31-6 15</inkml:trace>
  <inkml:trace contextRef="#ctx0" brushRef="#br0" timeOffset="17669.44">12692 559 211 0,'0'0'179'0,"0"0"-36"15,0 0-18-15,-46-71-6 16,46 71-17-16,0 0-18 16,0 0-30-16,0 0-48 15,0 0-6-15,0 0 0 16,0 0 0-16,0 0 0 15,0 0 0-15,-29 97 0 16,29-97 0-16,-11 100 0 0,11-100 0 16,-15 104 0-16,15-104-3 15,-26 92 1-15,26-92 0 16,0 0-3-16,-35 90 1 16,35-90 2-16,0 0-5 15,0 0 2-15,0 0-4 16,71 49 6-16,-71-49 2 15,106 1-2-15,-106-1 7 16,149-5 0-16,-60 7 3 16,1-4-5-16,4-1 0 15,0-3 1-15,-6 1-6 16,3-2 6-16,-1 6-8 16,-9-3 3-16,-6-6 0 0,-75 10 7 15,127-14 2-15,-127 14-70 16,90-19-66-16,-90 19-46 15,0 0 5-15,0 0-20 16,71-47 2-16</inkml:trace>
  <inkml:trace contextRef="#ctx0" brushRef="#br0" timeOffset="19288.82">22282 3542 296 0,'-7'-21'176'0,"7"21"-9"16,-3-17-53-16,3 17-23 15,0 0-21-15,0 0-42 16,-19-6-34-16,15 24-3 16,1 13 2-16,-3 19 0 0,3 16 1 15,-1 13-2-15,1 22 10 16,-1 18-6-16,1 13 7 15,-2 3-7-15,-2-4 6 16,3-8-1-16,1-12-2 16,-1-14 3-16,4-19-5 15,0-19 6-15,0-19-4 16,4-16 6-16,-4-24-4 16,0 0-6-16,16-9-29 15,-10-17-50-15,-6-15-26 16,-3-10-25-16,-2-7-9 15,-2-12-14-15,0-4-5 16,-5-7 92-16</inkml:trace>
  <inkml:trace contextRef="#ctx0" brushRef="#br0" timeOffset="19731.8">22062 3687 316 0,'-4'-55'122'0,"4"4"-3"15,4 6-17-15,-1 2-15 16,9 7-19-16,-8 6-23 16,6 10-25-16,-10 20-17 15,12-18-2-15,-12 18-1 16,4 31 0-16,-11 2-1 16,-2 16 1-16,-5 6 0 0,-5 14 5 15,-3 9-5 1,-8 7 5-16,-3 0-4 15,-5 0 5-15,-4-4-5 0,2-5 4 16,-1-6-7-16,6-12 1 16,2-7-3-16,7-15 1 15,10-8-2-15,6-9 3 16,10-19 0-16,15 14 0 16,12-16 1-16,9-7 0 15,9 0 2-15,7 1 1 16,9-3 0-16,8-1-2 15,3 0-1-15,-1 2 1 16,-4-1 0-16,-6 3 1 0,-5 1 0 16,-8-2-1-1,1 6-105-15,-13-1-57 16,-6-6-6-16,1 5-5 16,-8-9-3-16,10 0 73 0</inkml:trace>
  <inkml:trace contextRef="#ctx0" brushRef="#br0" timeOffset="20699.84">23641 4016 279 0,'0'0'140'16,"0"0"-11"-16,0 0-10 16,0 0-19-16,-21-12-19 15,21 12-22-15,0 0-23 16,-8-21-20-16,8 21-10 16,0-29-1-16,0 13 1 15,3-3 0-15,2-2-4 16,6 4-4-16,1-4 1 15,2 2-3-15,5 3 2 0,0 4-3 16,7 0-1-16,0 9-4 16,4 10 6-1,-1 1 2-15,1 11-4 0,-8 7 1 16,4 7-4-16,-10 7 5 16,-6 9-3-16,-10 2 5 15,-7 3-3-15,-10 3 1 16,-2 0-1-16,-12-1 3 15,-2-3 1-15,-4-6-1 16,-1-5 1-16,2-8 1 16,4-8-3-16,6-5 1 15,7-11 1-15,19-10 2 16,-22 2 0-16,22-2-1 0,1-17 1 16,-1 17-1-16,21-28 1 15,-5 13 3-15,6 1-3 16,4 2-3-1,4 5 0-15,8 3-1 0,-1 8 0 16,4 6-2-16,-3 6 1 16,2 6-1-16,-5 6 0 15,-5 1 3-15,-11 4 1 16,-2 5 2-16,-14 0 0 16,-6 2 4-16,-11 3 3 15,-8 2-4-15,-10-1 6 16,-8 1-6-16,-1-4 5 15,-8-4-6-15,0-6 4 0,1-9-92 16,8-11-72 0,12-6-12-16,2-16-7 0,16-4-3 15,10-18 28 1</inkml:trace>
  <inkml:trace contextRef="#ctx0" brushRef="#br0" timeOffset="21376.37">24941 3870 314 0,'2'-15'187'0,"-2"15"2"16,0 0-81-16,0 0-38 16,-9 31-18-16,2-7-55 15,-3 7 4-15,1 11-6 0,-5 10 4 16,6 12-3-16,-6 14 2 16,2 3-3-16,5 2 4 15,3 2-2-15,4-5 1 16,7-1-2-16,4-9 0 15,4-15 3-15,8-7-3 16,3-9 3-16,3-8-4 16,3-9 5-16,1-4-4 15,3-12 7-15,-1-6-3 16,-2-5-3-16,2-9 5 16,-6-5-3-16,-6-5 5 15,-3-2-5-15,-7-3 5 16,-6 1-4-16,-7 0 5 0,-4 4-1 15,-12 9 1-15,-4 2-2 16,-6 8-1-16,-6 9 1 16,-4 4-1-16,1 8-2 15,-1 8 1-15,3 9-25 16,-2-4-90-16,16 1-39 16,5 1-18-16,11-15-3 15,3-16-12-15,26 8 104 16</inkml:trace>
  <inkml:trace contextRef="#ctx0" brushRef="#br0" timeOffset="21911.84">26497 3886 499 0,'-13'-29'180'15,"-7"22"-8"-15,-3 7-119 16,-8 1-34-16,-2 6-22 16,3 11-4-16,-3 4 5 15,9 6-6-15,-2 6 5 16,9 3-1-16,1 3 6 0,6-4-5 15,4 6 1 1,6-4 0-16,2-5 1 0,5-6-2 16,4-3 2-1,4-3-1-15,4-5 0 0,7-4 0 16,4-3 1-16,6-3 0 16,-1 1-1-16,5 0 2 15,2-1 1-15,-4 2 2 16,-2 3 0-16,-1 2-1 15,-2 5 1-15,-7 1-1 16,-4 2 0-16,-6 5 0 16,-5 3-1-16,-8 0-1 15,-3 4 1-15,-10 4-2 0,-10 1 3 16,-6 1-2 0,-8 3-1-16,-13-2 5 15,-3-4-5-15,-6-1-59 16,-7-13-59-16,-1-11-42 0,12-13-7 15,-3-21-5-15,16-11-6 16</inkml:trace>
  <inkml:trace contextRef="#ctx0" brushRef="#br0" timeOffset="22142.85">26530 3774 378 0,'31'-13'184'15,"5"7"-11"-15,6-5-95 0,-2-3-43 16,9 2-15-16,-1 5-126 16,-6 2-56-16,-13-4-19 15,1 15-14-15,-30-6 5 16,12 15 157-16</inkml:trace>
  <inkml:trace contextRef="#ctx0" brushRef="#br0" timeOffset="22708.65">22570 4582 194 0,'-15'2'194'0,"15"-2"-42"16,0 0-49-16,0 0-15 16,41 1-10-16,-11-8-20 15,11 7-14-15,8-3-39 0,7 0-4 16,-1-1-2-16,-1 2-1 15,-2 1 0-15,-3-3 1 16,-6 8-72 0,-5-4-76-16,-5-2-22 0,-2 5-5 15,-1-3-1-15,3 9 13 16</inkml:trace>
  <inkml:trace contextRef="#ctx0" brushRef="#br0" timeOffset="23205.41">24315 4717 333 0,'-16'-9'124'16,"16"9"-9"-16,0 0-16 0,0 0-15 15,0 0-20-15,0 0-17 16,0 0-19-16,0 0-20 16,19-10-8-16,-19 10 1 15,30-2 1-15,-8 2-1 16,8-2 0-16,1 2-2 15,5 0 1-15,3 0-2 16,-6 2-24-16,-4-2-100 16,1 0-42-16,-6 2-12 15,-7-7 0-15,2 3-7 16</inkml:trace>
  <inkml:trace contextRef="#ctx0" brushRef="#br0" timeOffset="23661.08">25476 4549 304 0,'0'0'155'0,"0"0"-36"15,0 0-16-15,0 0-9 16,0 0-21-16,0 0-24 16,19-5-48-16,0 0-2 15,7-1 1-15,0 0 0 16,11 0 0-16,1 1-1 16,4 2 0-16,-3-1 1 0,0 2 0 15,-10-1-82-15,4 3-58 16,-5 2-29-16,-11-7-1 15,6 5-4-15,-23 0 15 16</inkml:trace>
  <inkml:trace contextRef="#ctx0" brushRef="#br0" timeOffset="24232.2">26971 4518 258 0,'-18'9'124'0,"18"-9"-9"16,0 0-12-16,-19 5-12 15,19-5-9-15,0 0-16 16,0 0-20-16,19-5-34 16,-19 5-12-16,33-6 2 15,-10 3-3-15,6 1 0 16,1 0 1-16,1 2-2 15,-2-1 0-15,1 2 2 16,-7-1-3-16,-4 2 1 16,-19-2 3-16,17 4-5 15,-17-4-88-15,0 0-59 16,0 0-28-16,-17-11-8 16,17 11-1-16,-6-24 101 0</inkml:trace>
  <inkml:trace contextRef="#ctx0" brushRef="#br0" timeOffset="24773.02">27842 3957 407 0,'0'0'195'0,"0"0"-44"0,-23-10-61 16,23 10-20-16,-33 22-27 16,14-6-54-16,0 10-13 15,-7 5 4-15,7 9 8 16,0 6 8-16,2 13 0 16,1 5 4-16,6 4-2 15,4 1 2-15,6 0 0 16,6-1 2-16,7-4-4 15,7-2 3-15,6-13-1 16,3-8 0-16,9-6 1 16,2-8-1-16,5-9 0 15,0-11-1-15,1-12 1 16,-1-9 2-16,-5-9-1 0,1-6 2 16,-8-8 0-16,-1-11 1 15,-10-7 0-15,-8-8 3 16,-7-6 1-16,-7 0-3 15,-7-2 1-15,-9 2-5 16,-8 6 0-16,-4 8-4 16,-5 6 0-16,-8 13-2 15,1 10 0-15,-5 7-2 16,-1 9 1-16,5 3 1 16,1 8 0-16,-2 5-83 15,13 9-56-15,6 6-21 16,8 0-4-16,18 3-2 15,2-7 23-15</inkml:trace>
  <inkml:trace contextRef="#ctx0" brushRef="#br0" timeOffset="25079.92">28540 4395 406 0,'0'0'183'15,"0"0"-64"-15,0 0-42 16,0 0-1-16,0 0-36 0,22-3-40 16,1-1-1-16,3-3-3 15,3 5-1-15,6-1 3 16,5-1 1-1,-2 1 1-15,0 0 2 0,-1 1-1 16,-8 4-68-16,-10-6-61 16,-3-5-36-16,5 6-2 15,-21 3-4-15,28-23-1 16</inkml:trace>
  <inkml:trace contextRef="#ctx0" brushRef="#br0" timeOffset="25872.71">29736 3696 327 0,'0'0'176'16,"19"-25"-6"-16,-19 25-88 16,0 0-7-16,7-17-19 15,-7 17-50-15,0 0-4 0,-7 21-1 16,-5 0-2-16,-6 3 11 16,-1 14-12-1,-7 7 3-15,0 10-5 16,-5 9 9-16,-2 6-7 15,-4 1 7-15,-1 3-5 0,5-3-7 16,6-5 4-16,-3-4 2 16,7-8-1-16,6-9 1 15,8-5-1-15,2-11 1 16,11-6-3-16,8-6 3 16,5-7-1-16,6-3-1 15,8-5-1-15,6-4 1 16,8 2 1-16,3-5-2 0,5-2 4 15,2 0-2 1,-1-2 2-16,-2 3-1 16,0-3 2-16,-7 2-2 15,-5-3 1-15,-9 1 1 0,-1 0 1 16,-9-3 0-16,-9-3 2 16,-5-3-1-16,-4-4 1 15,-3-2 0-15,-3-4 0 16,-4-2-1-16,-4 1-1 15,3 3-2-15,-3 2 1 16,4 5-1-16,2 3 1 16,5 16-1-16,-7-19 0 15,7 19 1-15,0 0 0 16,0 0-1-16,0 0 0 16,-7 30 0-16,7 1-3 15,0 10 3-15,0 11-2 16,0 7 2-16,4 12-3 0,-1 5 2 15,4 4 3-15,5-2-3 16,-1-6 6-16,4-2-5 16,-1-8 6-16,2-5-5 15,-4-7 2-15,-5-8-111 16,-4-15-55-16,1-1-2 16,-4-26-6-16,0 0 1 15,0 0 44-15</inkml:trace>
  <inkml:trace contextRef="#ctx0" brushRef="#br0" timeOffset="26192.85">30494 4585 433 0,'23'12'174'16,"-23"-12"-1"-16,26-3-94 16,0 6-56-16,3-3 0 15,6 0-22-15,2-1-1 16,4-4 0-16,4-1 1 0,-1 1-1 15,1 2-59-15,-7-11-72 16,4-3-32 0,1-1-4-16,-8-8-2 15,8 4-3-15</inkml:trace>
  <inkml:trace contextRef="#ctx0" brushRef="#br0" timeOffset="26764.45">31458 4082 468 0,'0'0'176'0,"-14"-25"-35"0,14 6-76 15,0 19-3-15,33-27-37 16,-4 15-28-16,9 1 2 16,11 6-3-16,3 3 4 15,7 9-3-15,2 4 2 16,-2 6 0-16,-7 9 0 16,-7 5 2-16,-12 9-2 15,-10 5 1-15,-11 5-1 0,-16 4 1 16,-15 3-3-16,-7 0 1 15,-7-3-4 1,-5-1 4-16,-4-6-2 16,6-4 2-16,5-10-1 15,5-5 2-15,5-6-2 0,12-4 1 16,9-18 3-16,4 27-2 16,-4-27 0-16,31 25 0 15,-5-6 0-15,3 1 2 16,4 3-2-16,2 3 1 15,2 2 6-15,-8-1-7 16,-6 1 6-16,-4 1-6 16,-12-3 6-16,-11 4-7 0,-13-1 9 15,-7 1-7 1,-16-1 0-16,-9-3-14 16,0 0-81-16,-11-9-46 15,1-12-23-15,7-6-2 0,3-20-4 16,19-3 11-16</inkml:trace>
  <inkml:trace contextRef="#ctx0" brushRef="#br0" timeOffset="26992.62">32126 4658 468 0,'9'19'170'16,"-9"-19"-21"-16,7 24-101 0,-7-24 0 15,7 23-115-15,-7-23-72 16,0 0-23-16,-11-16-7 16,8-3 2-16,10 0-3 15</inkml:trace>
  <inkml:trace contextRef="#ctx0" brushRef="#br0" timeOffset="27202.42">32728 4617 87 0,'16'22'111'15,"-16"-22"15"-15,0 0-99 16,17 17-67 0,-17-17-33-16,19-17-18 0,-6-12-1 15,13 8 38-15</inkml:trace>
  <inkml:trace contextRef="#ctx0" brushRef="#br0" timeOffset="27406.83">33921 4513 494 0,'7'26'168'0,"0"-4"-32"15,-4-5-165-15,-3-17-64 0,0 0-67 16,0 0-4-16,28-34-4 15,-14-3 2-15</inkml:trace>
  <inkml:trace contextRef="#ctx0" brushRef="#br0" timeOffset="27579.4">34690 4419 506 0,'22'40'107'0,"-6"-14"-83"16,1-14-139-16,22 2-15 0,-3-21-38 15,16-3 0-15</inkml:trace>
  <inkml:trace contextRef="#ctx0" brushRef="#br0" timeOffset="34463.78">21228 5705 109 0,'4'16'35'15,"-4"-16"1"-15,15 10-7 16,-15-10-6-16,30 12 0 15,-7-6 1-15,6 1 4 16,6-4 1-16,8 0-4 0,6 1 1 16,3-4 4-16,5 0 3 15,11-2 0-15,3-1 3 16,4-2-3 0,6 1 3-16,4-5 1 0,6 6 2 15,2-7 7-15,11 4-5 16,-3-4-5-16,3 5-5 15,9-2-3-15,3 2-4 16,-1-2-4-16,8 2-5 16,-3-1-14-16,0 3 0 15,3-2 0-15,0 3 1 16,-3 0 1-16,3 1-1 0,-3-1 0 16,3 0 1-16,-3 0 0 15,3 2 0-15,1-1-1 16,6-1 0-1,-4 0-1-15,3-1 1 16,5-1-1-16,1-1 0 0,2 0-1 16,2 0 0-16,7-1 1 15,0-1-2-15,-1 1 3 16,5 0-1-16,2-1 1 16,-2 4-2-16,2-2 0 15,3 1 0-15,-6 1 0 16,4-1 0-16,0 4-2 15,-4-1 1-15,0 1-1 0,-1 1 0 16,1 1 2 0,0 0-2-16,4 5 2 15,0-2-2-15,0 0 2 16,1 2 0-16,2 0 2 0,1-2-2 16,-3 2 1-16,2 0-1 15,1 0 0-15,-6 0-1 16,1-2 2-16,-2-1-2 15,-1 3 1-15,0-2 0 16,-3-2 1-16,-4 1-1 16,1-1 3-16,-3-1-2 15,-4 3 2-15,-3 2-1 16,-4-4 0-16,1 3 0 16,-3-1-1-16,-4 2 0 15,0 1-1-15,-7 1 0 16,-1 3-2-16,-13-3 3 15,-8 5-1-15,-16-1 1 0,-15-2-4 16,-15-4-5-16,-16-2-103 16,-32-5-54-16,3-19-5 15,-22-4-9-15,-26-22 2 16,-7-3 44-16</inkml:trace>
  <inkml:trace contextRef="#ctx0" brushRef="#br0" timeOffset="49771.24">5302 10353 381 0,'0'0'187'0,"-29"-16"-8"15,13 3-46-15,16 13-17 16,-19-23-89-16,19 23-27 16,0 0 0-16,-16-17 0 15,16 17 0-15,0 0 0 16,0 0 0-16,0 0 0 15,0 33 0-15,5-14 0 16,6 5-6-16,1 2 4 16,5 0 5-16,2-2 2 15,8-1-5-15,2-10 0 16,2-6 0-16,-1-7 0 0,-4-7 0 16,0-5 0-16,0-5-3 15,-7-5-2 1,-5-6 4-16,-5-3 2 15,-6-4 7-15,-3 0-8 0,-7 4 0 16,5 5 0-16,-5 4 0 16,-3 4 0-16,10 18 0 15,-12-20 0-15,12 20 0 16,0 0 0-16,0 29 0 16,3-8-8-16,6 5 3 15,1 5 2-15,3 7 0 16,0 4 3-16,3 3-2 15,-2 3 1-15,-5 1-1 0,-6-1-1 16,-3-3 6 0,-7 0-5-16,-5-3 7 15,-7-4-7-15,-7-2 7 16,-4-7-6-16,-6-3 6 0,-2-8-53 16,5 1-74-16,-2-9-37 15,6-10-12-15,9-3-7 16,10-18-8-16,20-3 42 15</inkml:trace>
  <inkml:trace contextRef="#ctx0" brushRef="#br0" timeOffset="50168.71">5896 10372 492 0,'0'0'178'0,"0"0"-45"16,19 12-63-16,-19-12-25 15,36 5-19-15,-13-1-10 16,3 1-10-16,0 4-6 16,-3 3 1-16,-11 3 0 15,-5 3 2-15,-11 2-2 16,-5 5 1-16,-8 4 0 15,-5 4 2-15,-8 2 0 16,2-3-6-16,-1 0 4 16,3-5-7-16,7-4 5 15,5-2-7-15,14-21 9 16,-4 20-6-16,4-20 5 0,37-1 6 16,-4-10-8-16,5-1 7 15,10-2-59-15,1-12-62 16,7-8-51-16,4-3-3 15,-4-6-7-15,3 0-3 16,-10-9 55-16</inkml:trace>
  <inkml:trace contextRef="#ctx0" brushRef="#br0" timeOffset="50611.68">6538 10064 422 0,'0'0'176'15,"-19"12"-1"-15,12 5-61 0,-3 1-48 16,8 6-35-16,-2 2-31 16,4 0-1-16,6 0-1 15,1-5 1-15,6-2 0 16,0-4 0-16,6-4 1 16,3-8 1-16,1-6 0 15,3-6 0-15,3-5 2 16,-3-2 0-16,-3-3 1 15,-4-1 2-15,-2-1-2 16,-1 2-2-16,-9 0 0 16,0 3-2-16,-7 16-1 15,2-22-3-15,-2 22-2 0,0 0-2 16,0 0 1-16,0 0 2 16,0 0-1-16,0 24 3 15,7-3 1-15,-4 5 1 16,1 5 1-1,4 7 2-15,-4 5-2 0,-4 1 4 16,-6 1-1-16,-7 0 2 16,-3 1-2-16,-7 1-8 15,-3 0-87-15,-7-4-56 16,-5-10-19-16,5-4-8 16,-3-11 3-16,13-5-8 15</inkml:trace>
  <inkml:trace contextRef="#ctx0" brushRef="#br0" timeOffset="50832.71">7095 10502 545 0,'4'45'190'15,"-8"-5"-25"-15,-4-2-119 16,8-4-102-16,1-2-78 16,6-6-35-16,-7-26-1 15,14 13-4-15,-5-30-2 16</inkml:trace>
  <inkml:trace contextRef="#ctx0" brushRef="#br0" timeOffset="51307.87">7409 10048 443 0,'0'0'172'16,"7"21"-9"-16,-3 2-77 16,-4-3-25-16,7 10-40 15,1-2-22-15,3-1-1 16,1-4 1-16,2-6 3 15,-14-17 2-15,33 21 3 16,-17-23 2-16,-1-3-1 16,-1-9 1-16,2 0 1 15,-4-7 0-15,2 1-4 0,-2-3-2 16,-2 1-2-16,-3 3-2 16,-2 1-1-16,-5 18-3 15,11-22-5-15,-11 22-1 16,0 0 1-16,15 8-1 15,-8 8 1-15,7 8 0 16,-5 6 2-16,1 8 3 16,3 8 5-16,0 3-1 15,-4 5 3-15,-2 1-2 0,-7-1 4 16,-3-2-2 0,-10 0 3-16,0-9 3 15,-10-2-3-15,-3-8 5 16,-5-3-8-16,-2-8-52 0,-6-10-51 15,3-5-42-15,7-7-27 16,-1-10-5-16,11-4-4 16,3-12 2-16</inkml:trace>
  <inkml:trace contextRef="#ctx0" brushRef="#br0" timeOffset="51623.75">7920 10483 193 0,'12'29'149'16,"-5"-8"-29"-16,5-4-34 16,5-1-3-16,2-13-9 15,7 3 1-15,-3-13-4 16,7-2-12-16,-8-8-26 15,1-1-27-15,-4-6-2 16,-4 2-3-16,-8-1 0 16,0 4 5-16,-14 2-1 15,7 17-2-15,-29-9-2 16,3 16-74-16,-9 12-76 16,-5 16-17-16,-12-1-1 15,2 13-12-15,-16-4 3 0</inkml:trace>
  <inkml:trace contextRef="#ctx0" brushRef="#br0" timeOffset="52547.97">10487 10247 520 0,'-7'-20'171'0,"0"1"-50"16,7 3-37-16,0 16-34 15,-9-24-49-15,9 24 0 16,0 0 1-16,0 0-2 15,0 0 0-15,0 0-1 16,30 33 0-16,-7-9-1 16,8 7 2-16,5 4-1 0,6 3-1 15,0 0 0-15,4 0 3 16,-7-5-1-16,-3-2 2 16,-5-7-2-16,-5-5 1 15,-7-3-2-15,-19-16-6 16,26 17-62-16,-26-17-56 15,0 0-33-15,21-7-13 16,-21 7 2-16,9-27-4 16</inkml:trace>
  <inkml:trace contextRef="#ctx0" brushRef="#br0" timeOffset="52975.98">11100 10005 525 0,'0'0'173'15,"0"0"-46"-15,-7-16-52 16,7 16-24-16,0 0-43 16,0 0 0-16,0 0-2 15,0 0-3-15,0 0-2 16,-16 18-1-16,16-18-2 15,-7 15-3-15,7-15 0 16,-12 37 0-16,2-4 2 0,-2 10 2 16,-6 12 0-1,-1 8 1-15,0 11-2 0,-7 4 2 16,0 3 0 0,0 1-5-16,-4-4 4 0,4-4-4 15,0-5 5-15,-3-5-5 16,6-8 5-16,4-10-4 15,4-9 6-15,4-6 3 16,2-10-5-16,9-21-2 16,-3 22-1-16,3-22-32 15,19-3-83-15,-19 3-46 16,26-19-10-16,-3 7-2 16,-4-13 1-16</inkml:trace>
  <inkml:trace contextRef="#ctx0" brushRef="#br0" timeOffset="57504.07">11298 10710 437 0,'-16'-7'142'0,"16"7"-9"15,0 0-17-15,0 0-17 16,-14-23-33-16,14 23-54 0,0 0-12 16,14-19 1-1,-14 19-4-15,16-10-1 16,-16 10 1-16,26 0 3 16,-26 0 0-16,29 10-2 0,-13 2 2 15,-1 4-10-15,-1 6 8 16,-5 1-9-16,-2 5 6 15,-7-1-7-15,-3 1 7 16,-4 1-5-16,-2 1 3 16,-7-3 5-16,-5 3-2 15,2-4 1-15,-3-4 1 16,-4-1 2-16,7-4 2 16,0-4 6-16,19-13-3 15,-23 15-3-15,23-15 1 16,0 0 1-16,0 0 0 15,0 0-2-15,23-17-2 16,-4 13-4-16,0-1 4 0,7 0 3 16,3 2 0-16,6-1 0 15,5 2-1-15,2-5-1 16,10 6-72-16,-7-8-62 16,7-8-40-16,3 1 1 15,-3-12-9-15,9 2-9 16</inkml:trace>
  <inkml:trace contextRef="#ctx0" brushRef="#br0" timeOffset="58276.66">12228 10234 250 0,'-33'-13'183'15,"11"0"-32"1,2 6-26-16,5-5-16 16,15 12-15-16,0 0-25 0,0 0-37 15,0 0-31-15,15 6-4 16,11 12 2-16,1 6 1 15,7 4 1-15,3 6 0 16,1-1-3-16,5 4 1 16,-1-5-1-16,0-2 1 15,-6-6-1-15,-1-7-2 16,-2-4 0-16,-4-10 0 16,2-5 0-16,-6-6 1 0,-3-6 0 15,-3-10-1-15,1-6 1 16,-1-10 1-1,-5-6 3-15,1-5-3 16,-4-2 3-16,1-4-3 0,-5 3 4 16,0 5-1-16,-6 8 3 15,3 10 3-15,-8 7-2 16,4 24-1-16,-5-18 0 16,5 18 1-16,-17 33-2 15,5-2-1-15,-7 14-3 16,1 11-2-16,-4 11 0 15,-4 9 3-15,-6 9-4 0,-1 2-4 16,-3-1 6-16,1-1-4 16,-1-7 4-1,1-5-4-15,-1-8 7 16,4-7-6-16,6-13 9 0,5-13 0 16,9-4-10-16,2-12-70 15,10-16-63-15,0 0-32 16,22 0-9-16,1-12-12 15,1-11-2-15</inkml:trace>
  <inkml:trace contextRef="#ctx0" brushRef="#br0" timeOffset="58863.62">12994 10689 500 0,'0'0'167'0,"0"0"-48"15,15-23-38-15,-11-1-28 16,3 0-31-16,1-4-24 16,-4 0 5-16,3 1 0 15,-7 3 2-15,3 1 4 16,-3 23 0-16,-3-26-1 15,3 26-1-15,0 0-1 16,0 0 0-16,-11 29-3 16,11-4-1-16,0 2-4 15,0 6 0-15,4 4 3 16,-1-1-8-16,4 2 9 0,-2-3-6 16,2-4 7-16,-3-3-8 15,3-4 6-15,-7-5-8 16,3 0 2-16,-3-19 3 15,-3 26-3-15,3-26 0 16,-11 19 0-16,11-19 2 16,-26 14 1-16,11-7 2 15,-4 0 1-15,-7-1 1 16,0 1 1-16,-4 2 0 16,-3-2 1-16,5 0-1 15,-1 2-2-15,6-2 3 16,2-2-4-16,21-5-3 15,-19 10-3-15,19-10 1 0,18 4 0 16,1-6 1-16,12-2 1 16,9-4-4-16,5-3 5 15,4-9-56-15,10-1-73 16,5-3-31-16,-3-11-6 16,8-1 1-16,-5-8-5 15</inkml:trace>
  <inkml:trace contextRef="#ctx0" brushRef="#br0" timeOffset="59523.96">14111 10017 541 0,'-6'-15'176'0,"-3"-4"-2"16,2 1-85-16,7 18-81 15,-4-19-5-15,4 19 2 16,0 0 0-16,4 19 1 16,3 0-2-16,5 7 0 15,2 4-3-15,2 4-2 16,3 6-1-16,0 0 0 0,2-2-1 15,1-2 1-15,-6-4-1 16,-1-7 0 0,-1-2-3-16,-2-7 0 0,-12-16-1 15,26 15 0 1,-26-15 1-16,23-8 0 0,-23 8 2 16,26-33-1-16,-12 7 4 15,-2-6 1-15,5-4 1 16,-1-5-2-16,0-8 3 15,1-1-3-15,-1 0 1 16,-1 3 1-16,-1 7 2 16,-5 7 3-16,-2 6 3 15,0 8 0-15,-7 19-1 0,0 0-1 16,0 0 0-16,-7 15 0 16,0 9-3-1,2 11-4-15,-2 8-2 16,-4 13 0-16,3 8-1 0,-6 7 3 15,2 3-4-15,-6 2 4 16,-1 0-2-16,-3-3 3 16,-1-5 1-16,4-8-6 15,-4-10 8-15,6-6-8 16,1-13 8-16,4-7-14 16,12-24 4-16,-7 16-60 15,7-16-65-15,19-11-33 16,0-8-11-16,14-7 3 0,0-10-15 15</inkml:trace>
  <inkml:trace contextRef="#ctx0" brushRef="#br0" timeOffset="59884.86">14929 10256 371 0,'-3'24'186'0,"-8"1"-19"15,-1 7-52-15,-7 0-42 16,5 9-14-16,2 1-42 16,1 4-16-16,1-2-4 15,8-5 0-15,2-2-1 16,6-8-2-16,7-6 0 16,3-9-4-16,3-9-1 15,7-10 1-15,7-7 1 16,4-9 3-16,-3-7 0 0,3-5 2 15,-6-5 2-15,-5-2 5 16,-9-3 5-16,-8 0 0 16,-18 1 5-16,-4 4-4 15,-17 7 4-15,-5 7-1 16,-10 5-7-16,-7 3-88 16,3 9-58-16,10 7-27 15,-3-3-4-15,9 4-2 16,7-11-5-16</inkml:trace>
  <inkml:trace contextRef="#ctx0" brushRef="#br1" timeOffset="79903.6">9397 10019 537 0,'0'-30'215'0,"-9"-4"-3"16,-1 3-153-16,10 12-59 15,-7 1 0-15,7 18 0 16,-9-15 0-16,9 15 0 16,0 0 0-16,0 0 0 15,0 0-12-15,-10 22-15 16,10 1-1-16,-4 1 2 15,4 9 1-15,0 5 7 16,0 5 11-16,-3 9 9 16,6 4-4-16,1 2 2 0,-1 5-2 15,4 8 1-15,2 3 0 16,1 9-6-16,1 4 6 16,-3 6-7-16,-1 11 5 15,0 5-3-15,2 9 4 16,-2 0-4-16,-4 8 8 15,4 6 1-15,2 4-1 16,-2 6 1-16,0 2 1 16,2 5 0-16,4 5 8 15,-4 7-4-15,5 1-2 16,-2 8 1-16,-1 1-2 16,4 4-5-16,-1 2 1 0,-2 5 2 15,2 3-9-15,2 0 6 16,-4 5-4-16,2-1 1 15,-2 3 0 1,-2 2 8-16,-3 2-3 0,-1-1 2 16,-3 3 1-16,-3 6-1 15,0-2-2-15,-5 3 4 16,-2 1 2-16,0 1-3 16,3 3 4-16,-4 1-4 15,1 2 0-15,0-4-1 16,0 1 1-16,5 3 0 15,-1-2-6-15,-1-2 4 0,4-3-6 16,4 0 5-16,1-3-3 16,5-2 5-1,4 1-3-15,2-4-1 16,-1-1 3-16,8 5 3 0,-4-1-4 16,2-2-3-16,-2-5 1 15,-3 0-2-15,-2-5 2 16,-2-2 1-16,-2-11-1 15,-1-10-5-15,-9-12 6 16,3-3-1-16,-3-7 1 16,-3-8 1-16,1-11 0 15,-5-7 0-15,0-11-2 16,0-8 6-16,-5-11-5 0,2-15-2 16,1-25 2-1,-5-24-68-15,14-24-61 16,0 0-52-16,-26-76-3 15,17-10-2-15,-11-49 1 0</inkml:trace>
  <inkml:trace contextRef="#ctx0" brushRef="#br1" timeOffset="80887.48">4136 11797 483 0,'0'0'172'16,"0"0"-50"-16,0 0-56 15,38 10-16-15,7-12-26 16,17-1-27-16,17-2 5 16,18-2 0-16,12 0 1 15,21-2-1-15,16-1-2 16,16-2 2-16,13 1-1 0,14-3 0 16,11 1 1-16,8 0-1 15,9 3-2-15,7 1 2 16,3-1-1-16,9 7-1 15,4-1 1-15,6 4-1 16,4 5-2-16,7 0 2 16,5 2 1-16,7 6 0 15,0 4-1-15,11 0 2 16,-2 2 0-16,8 2 0 16,-1 0 0-16,6-1 1 15,1 1-2-15,0-2 0 16,10-1 0-16,3-3-1 0,-1-1 1 15,5 0-1-15,2-4 2 16,10-5 0-16,-4-1 0 16,8-2 0-1,-4-6 3-15,-3-3-2 16,-4-3 0-16,-7-6-1 0,-1-1 1 16,-15-4-2-16,-6-1 2 15,-16-3-1-15,-12 1-1 16,-14-2 0-16,-16-3 1 15,-20 3-4-15,-16 0 2 16,-19 0-3-16,-23 2-2 16,-19 3 1-16,-19 2 1 15,-27 5 1-15,-17 4-4 0,-27-2 21 16,-21 1-5-16,-19-6-123 16,-26 0-54-1,-36-18-17-15,-18 2-4 16,-47-24 0-16,-19 0 99 0</inkml:trace>
  <inkml:trace contextRef="#ctx0" brushRef="#br1" timeOffset="81768.53">5918 12191 412 0,'0'0'169'15,"-26"4"-32"-15,26-4-21 0,-22 2-23 16,22-2-29-16,-23 8-43 16,23-8-25-16,-22 31 0 15,9-3-2-15,0 5 4 16,2 7-1-16,6 3 3 15,1 4 2-15,4 3 1 16,7-3 5-16,6-6-6 16,9-6 4-16,4-6-8 15,7-8 3-15,2-5-5 16,5-13 5-16,1-8-7 16,1-11-7-16,-2-6 8 15,-5-8-4-15,-2-6 6 16,-7-7-3-16,-7-6 4 0,-9-3-4 15,-5-3 7-15,-13 1 4 16,-6 2 0-16,-12 2 5 16,-2 7-2-1,-5 10 2-15,-7 10-1 0,-1 17-2 16,2 12 1-16,3 14-8 16,6 4-40-16,15 12-92 15,11 6-42-15,8-6-4 16,15 0-3-16,7-13 0 15</inkml:trace>
  <inkml:trace contextRef="#ctx0" brushRef="#br1" timeOffset="82252.53">7248 12134 492 0,'0'0'184'0,"-26"-14"-42"15,-4 14-57-15,4 7-37 16,-5 2-46-16,2 6-3 16,-1 8 0-16,4 8 0 15,0 7-2-15,3 9 1 0,8 1-3 16,4 4 1-16,8 4 7 15,3-3-2 1,10-6 2-16,3-5 0 16,9-13 4-16,4-8-6 0,4-11 8 15,6-10-6-15,6-14-12 16,3-10 6-16,-3-7-2 16,4-9 2-16,-7-5-3 15,-1-7 4-15,-9-5-4 16,-10-3 4-16,-8 1 5 15,-18-2-3-15,-5 7 2 16,-11 6 0-16,-6 8 1 16,-4 13-1-16,-9 13 2 0,-3 15-2 15,5 15-1 1,5 6-55-16,9 10-67 16,11 6-38-16,8-9-7 15,15 1-3-15,10-15-2 0</inkml:trace>
  <inkml:trace contextRef="#ctx0" brushRef="#br1" timeOffset="82633.42">8074 11973 406 0,'30'-7'172'15,"-8"11"-19"-15,-8 11-43 16,-14 6-35-16,0 10-45 15,-7 13-24-15,-7 9 0 16,2 4-5-16,2 6-3 16,1-3-2-16,6-1-1 0,6-5-2 15,6-8 3-15,12-9-3 16,6-13 3-16,10-12 0 16,5-12 0-16,-1-10 2 15,6-11 1-15,2-10 1 16,-1-9-2-16,-6-8 4 15,-7-8-4-15,-9-3 4 16,-9-5-2-16,-14-2 5 16,-13 2-1-16,-9 7 5 15,-17 7 0-15,-13 10 1 16,-12 16 0-16,-7 21-67 16,-13 13-66-16,-8 14-39 15,-1 20-13-15,-14 1-16 0,7 17-4 16</inkml:trace>
  <inkml:trace contextRef="#ctx0" brushRef="#br1" timeOffset="83271.77">6049 13400 424 0,'-4'-30'142'0,"1"8"-10"16,-1 6-10-16,4 16-21 16,-22-14-29-16,6 18-62 0,2 11 0 15,-2 8-4-15,4 11-7 16,5 11-4-1,4 9-2-15,6 5-2 16,4 3-1-16,9 0-2 0,6-6 1 16,8-2-1-16,5-11 7 15,1-15 0-15,2-13 0 16,11-10-2-16,-4-13 3 16,4-10 2-16,-2-9-1 15,-2-11 3-15,-4-7 2 16,-4-7 2-16,-9-4-2 15,-11-6 3-15,-14 0-1 16,-13 1 3-16,-9 4 3 16,-14 7 4-16,-5 10-3 15,-11 14 1-15,-3 16 1 16,-4 15-1-16,1 15-6 16,1 20-46-16,11 2-74 0,11 5-53 15,12 6-6-15,11-9-6 16,21-5 1-16,11-16 7 15</inkml:trace>
  <inkml:trace contextRef="#ctx0" brushRef="#br1" timeOffset="83759.6">7290 13334 514 0,'-19'-9'178'0,"-1"0"1"15,3 3-64-15,17 6-78 16,-22 19-37-16,9 7 0 15,-1 15 0-15,2 9 0 16,0 13 0-16,2 6 0 16,3 4-3-16,7-1-8 15,7-3-3-15,3-11-1 16,9-13 2-16,4-14 2 16,12-14 0-16,4-15 2 0,3-14 0 15,3-13 2-15,-3-13 3 16,1-8 3-16,-8-8 2 15,-2-10 3-15,-14-9 3 16,-5 2-2-16,-14-1 5 16,-7 4 3-16,-9 9 7 15,-6 11-4-15,-8 11 2 16,-6 17-4-16,6 18-83 16,-1 12-72-16,5 8-20 15,12 6-12-15,6-9-4 16,16 1-5-16</inkml:trace>
  <inkml:trace contextRef="#ctx0" brushRef="#br1" timeOffset="84000.59">8437 13071 712 0,'17'46'178'0,"-8"13"-45"16,-9 9-133-16,0 11 0 16,-2 8 0-16,-1 5 0 15,-1-2-2-15,1-2-3 16,6-3-103-16,-6-2-62 0,-1-17-4 16,1-1-2-16,-6-13-5 15,2 0 0-15</inkml:trace>
  <inkml:trace contextRef="#ctx0" brushRef="#br1" timeOffset="84735.64">6224 14921 435 0,'0'0'180'0,"-18"-7"-2"15,18 7-58-15,0 0-43 0,-19-5-53 16,19 5-27-16,0 0-1 16,-26 24 0-16,18-8-1 15,8-16 2-15,-23 36 0 16,13-10 3-16,-1 7 1 16,6 2 1-16,2 8 0 15,3 4 1-15,5 6-1 16,5 4 5-16,1 2-1 15,8-2-1-15,3-3-5 16,1-9-1-16,10-9-2 16,2-11-2-16,1-12 0 15,-1-16-7-15,8-14-2 16,-5-13 4-16,4-10 3 0,-2-10 0 16,-9-9 2-16,-1-8 2 15,-8-6 2-15,-11-3 2 16,-8 0 4-16,-10 3-1 15,-8 4 7-15,-12 14-1 16,-5 8 0-16,-10 17-2 16,-7 18-1-16,4 16-2 15,2 18-57-15,5 13-77 16,8 5-40-16,11 8-4 16,5-5-3-16,18 1-1 15</inkml:trace>
  <inkml:trace contextRef="#ctx0" brushRef="#br1" timeOffset="85286.55">7368 14734 457 0,'0'0'182'15,"-16"23"-5"-15,13 4-53 16,3 15-50-16,-4 13-74 16,1 14 3-1,3 15-2-15,-4 11 4 16,1 5-5-16,3 2 0 0,0-6 0 16,-2-10 0-16,4-13-15 15,1-18-94-15,4-17-42 16,9-15-22-16,-2-28-4 15,12-14-2-15,3-21-3 16</inkml:trace>
  <inkml:trace contextRef="#ctx0" brushRef="#br1" timeOffset="85635.88">7965 14961 553 0,'0'0'183'15,"0"15"-20"-15,-7 15-67 16,-3 3-69-16,4 14-26 16,3 4-2-16,3 5-1 15,3 3-3-15,6-4-2 16,8-1 1-16,2-13 0 16,7-8 1-16,1-12-5 15,2-12 1-15,-1-11 0 16,1-9 2-16,1-9 2 15,-1-11-1-15,-3-6 2 16,-7-10 0-16,-3-8 3 0,-12-4 2 16,-8-7 0-1,-8 4 8-15,-14 5 2 0,-14 7 3 16,-10 12-3-16,-13 20-90 16,-8 22-67-16,-11 18-15 15,4 25-6-15,-9 10-7 16,6 16-9-16</inkml:trace>
  <inkml:trace contextRef="#ctx0" brushRef="#br1" timeOffset="86301.99">6531 16508 421 0,'-7'-29'180'0,"7"29"-11"16,-15-14-42-16,15 14-32 15,-20-7-64-15,20 7-31 16,-26 16 0-16,16 1 0 15,1 12 0-15,-1 8 0 16,3 8 0-16,5 10 0 16,-1 8 0-16,6 6 0 15,2 0 0-15,6-3 0 16,4-4 0-16,5-6 0 16,0-13 0-16,6-12 0 15,0-12-3-15,9-16-5 16,2-13 0-16,1-11-1 0,-2-13 2 15,2-10 3 1,-1-6 0-16,-9-9 3 0,-2-3 0 16,-16-5 3-16,-10 1-3 15,-10 2 6-15,-9 5 5 16,-11 7 0-16,-8 9 4 16,-7 13-9-16,1 13-5 15,-1 12 0-15,7 12 0 16,9 13-54-16,3 8-92 15,13 0-28-15,13 6-6 16,9-9 0-16,14 1 1 16</inkml:trace>
  <inkml:trace contextRef="#ctx0" brushRef="#br1" timeOffset="86587.64">7304 16430 608 0,'22'14'177'15,"-22"4"-1"-15,-3 1-114 16,3 15-62-16,0 8 0 16,0 12 0-16,0 6 0 15,0 9 0-15,-4 7 0 0,4 6 0 16,-3-1 0-16,3-5 0 15,-4-5 0-15,4-8 0 16,7-13-70 0,0-12-91-16,-3-22-10 0,-4-16-8 15,22-21-1-15,1-12-1 16</inkml:trace>
  <inkml:trace contextRef="#ctx0" brushRef="#br1" timeOffset="86891.9">8321 16356 591 0,'10'23'183'16,"-20"-6"-4"-16,-2 7-109 15,1 14-70-15,-1 12 0 16,2 14 0-16,-3 14 0 16,3 7 0-16,10 5 0 15,0 2 0-15,3 1 0 16,10-3 0-16,-3-7 0 16,2-13-29-16,2-6-114 15,-2-5-29-15,-5-16-4 16,0-3-2-16,-10-16-3 15</inkml:trace>
  <inkml:trace contextRef="#ctx0" brushRef="#br1" timeOffset="87353.53">6502 17853 525 0,'-23'25'180'0,"11"1"-2"16,5 8-67-16,-5 4-82 15,8 7-29-15,1 12 0 16,3 4 0-16,3 8 0 15,6 0 0-15,-2 2 0 16,3-1-1-16,-1-8-2 0,5-10-31 16,5-4-85-16,-3-11-46 15,1-20-11-15,9-8-5 16,-3-20-3 0,4-11 25-16</inkml:trace>
  <inkml:trace contextRef="#ctx0" brushRef="#br1" timeOffset="87740.57">7163 18068 535 0,'-9'31'182'0,"6"16"-10"15,-4 8-59-15,-2 2-106 16,9 6-15-1,5 2 1-15,6 0 0 16,1-3 1-16,9-8-3 0,7-15 3 16,1-8 1-16,4-11 2 15,5-14 1-15,-1-12 2 16,1-12-1-16,-5-11 1 16,0-8 1-16,-7-6 3 15,-7-7-2-15,-7-7 2 16,-8 0 0-16,-11 1-3 15,-6 6 3-15,-6 7 2 16,-7 12 6-16,-7 6 1 0,-5 15 0 16,-2 10-9-1,6 10-35-15,1 10-91 16,7 5-35-16,-1-4-18 16,15 2-3-16,12-23-8 0,0 24 13 15</inkml:trace>
  <inkml:trace contextRef="#ctx0" brushRef="#br1" timeOffset="88132">7991 18009 544 0,'16'33'177'0,"-16"-14"1"15,-4 7-71-15,8 10-90 16,-4 4-17-16,3 5-6 0,6 2 2 16,5-4-4-16,1-3 0 15,3-5-4-15,4-8 3 16,8-6-2-16,4-9 6 16,-1-10 2-16,2-9 1 15,1-10 1-15,-1-8 5 16,-2-6 5-16,0-7-4 15,-7-3 0-15,-3-4 0 16,-11-5-1-16,-5-2-3 16,-7 1 4-16,-11 5-4 15,-11 4 1-15,-9 7 7 16,-9 10 1-16,-9 12-58 16,-6 15-92-16,-10 12-23 0,-2 21-7 15,-8 1-3-15,0 14-6 16</inkml:trace>
  <inkml:trace contextRef="#ctx0" brushRef="#br1" timeOffset="88603.9">6785 19410 519 0,'0'0'183'16,"-23"12"-7"-16,0 3-71 0,6 18-65 16,5 7-40-16,-7 15 0 15,8 13 0-15,-1 8 0 16,5 7 0-16,4 2 0 15,6 3 0-15,1-1 0 16,8-8 0-16,2-11-3 16,5-16-5-16,0-16-80 15,4-13-60-15,10-11-27 16,-7-26 3-16,12-10-8 16,-5-21 6-16</inkml:trace>
  <inkml:trace contextRef="#ctx0" brushRef="#br1" timeOffset="88980.04">7345 19583 551 0,'0'0'177'0,"-10"41"-9"16,1-3-62-16,2 7-104 15,4 9-1-15,6 5-3 16,4 5 1-16,5-2-2 15,11-3 1-15,-1-11-2 16,8-6 0-16,6-13 0 16,-1-15 3-16,5-12 0 15,-2-14 2-15,4-12 0 16,-6-9 3-16,-6-7 2 16,-4-7-1-16,-7-6-1 0,-7-5-3 15,-12 0 1 1,-12 0-4-16,-7 3 2 15,-7 7-3-15,-7 6 0 0,-5 11 2 16,-2 10 2-16,-2 12 3 16,0 15-31-16,6 7-88 15,1 8-49-15,6 10-5 16,3-5-3-16,3 2-2 16,23-28-5-16</inkml:trace>
  <inkml:trace contextRef="#ctx0" brushRef="#br1" timeOffset="89314.55">8309 19240 562 0,'15'7'177'16,"-11"8"4"-16,-1 15-85 16,4 13-96-16,-2 16 4 15,2 14-1-15,0 13-3 16,-2 11 0-16,-1 5 0 15,-4 4-109-15,-5-2-67 0,1 1-1 16,-10-11-3-16,2-4-2 16,-14-16-5-16</inkml:trace>
  <inkml:trace contextRef="#ctx0" brushRef="#br1" timeOffset="89767.42">7040 20844 568 0,'-9'-15'178'0,"9"15"-52"16,-19-14-38-16,19 14-44 0,-17 10-42 15,8 13 0-15,2 10-1 16,3 8 1-16,4 11-2 16,0 11 0-16,7 6-5 15,2 5 4-15,1-1-2 16,6-2 1-16,-2-9-2 16,9-5-75-16,-8-13-54 15,3-18-33-15,1-11-7 16,-4-18-5-16,8-16 2 15</inkml:trace>
  <inkml:trace contextRef="#ctx0" brushRef="#br1" timeOffset="90040.62">7644 20748 492 0,'12'32'177'16,"-12"-6"-1"-16,0 7-58 16,7 14-73-16,-4 5-44 15,4 5-2-15,-2 16 1 16,-1 3 1-16,-1 4-3 16,4-1-2-16,-3 1 2 15,-4-9-60-15,9-4-53 16,-6-11-41-16,0-23-18 15,8-13 0-15,-11-20-2 16,15-20 33-16</inkml:trace>
  <inkml:trace contextRef="#ctx0" brushRef="#br1" timeOffset="90435.51">8163 20898 604 0,'0'17'175'0,"-7"8"-28"16,0-1-71-16,3 11-75 15,-1 6-2-15,7 8-1 16,5 8 1-16,3 0-5 16,9 0 1-16,7-3-3 15,4-6 1-15,1-6-2 16,6-8 5-16,1-10-3 0,2-13 5 15,-2-9 1-15,-2-11 3 16,3-8 1-16,-6-9 3 16,-4-9 1-16,-1-7 0 15,-4-3 3-15,-5-6-4 16,-7-5 2-16,-12-1-5 16,-8 0 1-16,-10 2-4 15,-4 6-2-15,-8 7 0 16,-8 11 0-16,-7 12 1 15,-11 12-102-15,-3 14-66 16,6 18-4-16,-6 2-2 16,3 10-2-16,-8-5-4 15</inkml:trace>
  <inkml:trace contextRef="#ctx0" brushRef="#br1" timeOffset="91359.36">10020 21540 513 0,'-16'-1'144'0,"16"1"-16"0,0 0-23 15,0 0-23-15,0 19-45 16,0-19-39-16,-3 38 3 16,0-7 1-16,-1 12-5 15,1 7 2-15,-1 16-1 16,1 10-1-16,-3 14 1 15,0 9-3-15,2 5 2 16,-3 8 0-16,4 10 1 16,1 2-2-16,-2-1 1 0,4 0 1 15,0-5 1 1,4-9 5-16,-2-9-3 16,1-12-7-16,4-18 7 15,-3-13-7-15,-1-14 7 0,0-12-8 16,3-15 5-16,-6-16-8 15,7 17 7-15,-7-17 3 16,0 0 0-16,0 0 1 16,0 0 2-16,0 0 0 15,0 0-65-15,7-16-57 16,-7 16-53-16,0-19-1 16,-4 2-8-16,1 0 4 15</inkml:trace>
  <inkml:trace contextRef="#ctx0" brushRef="#br1" timeOffset="92187.62">7184 22084 492 0,'-18'15'181'0,"18"-15"-19"16,-15 30-63-16,11-4-44 15,1 3-40 1,3 9-20-16,3 11 2 0,1 6-4 16,3 9 5-16,1 9-2 15,3 0 0-15,-3 3 5 16,3-2-4-16,-4-5 3 16,2-8-4-16,-3-7 5 15,-2-13-2-15,3-11 2 16,-4-11-5-16,-3-19-31 15,23 0-71-15,-7-16-45 16,-1-10-23-16,8-5-6 0,3-16 0 16,3-3 37-1</inkml:trace>
  <inkml:trace contextRef="#ctx0" brushRef="#br1" timeOffset="92503.9">7764 22264 447 0,'0'0'176'15,"3"21"-15"-15,-3-21-44 16,-3 22-55-16,3-5-62 16,3 8 0-16,4 4-1 15,-2 11 1-15,6 8-2 16,-3 8 5-16,6 8-7 15,-3 5 5-15,-3 0-2 16,-1-3 2-16,0-2-2 0,-2-5 1 16,-1-9 0-16,-4-10 0 15,3-12-1-15,1-11-33 16,-4-17-61-16,15 10-49 16,-4-27-29-16,4-5-5 15,-4-16 0-15,8-1 23 16</inkml:trace>
  <inkml:trace contextRef="#ctx0" brushRef="#br1" timeOffset="92897.18">8559 22117 537 0,'0'0'180'16,"0"0"-42"-16,0 0-54 16,0 0-50-16,5 26-27 15,-2-4-5-15,-3 8 3 16,7 9-5-16,0 10 0 15,-2 10-1-15,6 15 0 16,-1 4-3-16,-1 2 2 0,-2-4 5 16,0-2-5-16,-4-4 3 15,-1-13 0-15,-2-5-2 16,0-14 0-16,0-11-1 16,3-6-98-16,-3-21-60 15,0 0-18-15,0 0-5 16,0 0-1-16,11-36 12 15</inkml:trace>
  <inkml:trace contextRef="#ctx0" brushRef="#br1" timeOffset="94163.72">9961 21346 384 0,'-19'-12'176'0,"19"12"4"15,0 0-56-15,-19 4-44 16,19-4-42-16,0 0-32 15,0 0-1-15,0 19-2 16,0-19-1-16,7 28-2 16,-5-6-1-16,5 6-3 15,3 6 3-15,2 8-1 0,2 3 2 16,-2 0-1-16,5-2 2 16,-4-5-3-16,-3-8-47 15,6-3-54-15,-16-27-22 16,12 18-16-1,-12-18-5-15,3-23 0 0,-3 1 8 16,-3-4 23-16,-2-4 91 16,-6-1 48-16,4 5 98 15,-5 2 16-15,2 8 8 16,10 16-1-16,-16-17-9 16,16 17-18-16,0 0-26 15,-16 12-52-15,16-12-128 16,0 0-69-16,9 24-18 0,-9-24-9 15,0 0-4-15,-9-36 19 16</inkml:trace>
  <inkml:trace contextRef="#ctx0" brushRef="#br1" timeOffset="97091.63">21782 5404 323 0,'-38'7'155'16,"8"0"-20"-16,1-7-23 15,13 7-18-15,1-9-14 16,15 2-25-16,0 0-45 15,27-2-14-15,10 1-2 16,11-6-1-16,8 3-2 16,8-1 6-16,4 0 1 0,1-2 0 15,-8 2 1-15,-5 1-2 16,-11 1 3 0,-12 1 2-16,-7-1 6 15,-11 3 0-15,-15 0-4 0,0 0-2 16,0 0-1-16,0 0 1 15,0 0 0-15,-29 15-3 16,6-6-6-16,-10 0 1 16,-1 3 2-16,-11 0 4 15,-4 2-1-15,0 0 1 16,2-1-1-16,2-2 4 16,11-3 4-16,4-2-2 15,11-3-7-15,19-3 0 0,0 0 0 16,0 0-1-16,38-16 2 15,-5 6-3 1,12-4-4-16,0 0 0 16,14 2-75-16,2-2-70 0,-5-8-13 15,3 5-16-15,-11-9-2 16,1 10 32-16</inkml:trace>
  <inkml:trace contextRef="#ctx0" brushRef="#br1" timeOffset="98880.73">6781 18857 184 0,'-33'7'105'0,"7"0"20"0,-2 0 3 15,-1-2-13-15,3 2-14 16,-4-3-12-16,8 3-11 15,-4-6-20-15,10 6-19 16,-5-5-38-16,21-2-1 16,-22 7 0-16,22-7 0 15,-16 7 0-15,16-7 0 16,0 0-2-16,0 0-9 16,-10 19 0-16,10-19 2 15,0 0-1-15,6 21 2 16,-6-21 1-16,30 15 4 15,-7-6 4-15,6 1 3 0,13-3 0 16,10 0-2-16,12-3 1 16,5-1 1-16,11-3 0 15,5 0-2-15,9-3 1 16,3-3-1-16,4-1-1 16,0 2 2-16,-1-3-1 15,1 1-2-15,-4-2 0 16,-3 0 1-16,-11 2-2 15,-8 1 2-15,-9 0-1 16,-9 1 0-16,-10 2-2 16,-12 1 1-16,-6 0-1 15,-10 2 1-15,-3 0 0 16,-16 0-2-16,21 2 2 0,-21-2 1 16,15 3-1-16,-15-3 3 15,23 0-1-15,-7-1 0 16,1-1 1-16,2-3 0 15,4 1 0-15,-1-3-2 16,4 0 2-16,0-1-3 16,-7 3 3-16,0-2-3 15,-1 0 1-15,-18 7-1 16,19-9 1-16,-19 9-1 16,0 0 0-16,0 0 0 15,0 0 0-15,0 0 1 16,0 0 0-16,0 0 0 15,0 0 0-15,0 0 1 0,0 0 0 16,0 0 0-16,0 0 0 16,0 0 0-16,0 0 1 15,0 0-2-15,0 0-4 16,0 0-115-16,0 0-42 16,0 0-7-16,-7-15-23 15,7 15 0-15,7-32 26 16</inkml:trace>
  <inkml:trace contextRef="#ctx0" brushRef="#br1" timeOffset="99676.15">10458 18020 575 0,'15'-6'191'15,"-15"6"-52"-15,0 0-49 16,0 0-62-16,0 0-28 16,0 0 0-16,0 0 0 15,0 0 0-15,0 0 0 16,0 0 0-16,-9 18 0 16,9-18 0-16,0 0 0 0,-6 27 0 15,2-4 0 1,-3 3-16-16,5 8-1 15,2 6 1-15,2 9 9 0,2 4 1 16,6-1 4-16,2 4-1 16,9-8 3-16,2-1 0 15,3-11 4-15,5-3 2 16,2-14-1-16,5-8 1 16,-2-13-2-16,6-7-1 15,3-10-1-15,-1-10 0 16,4-11 1-16,-3-7 0 0,-6-5 1 15,-3-7 1 1,-13-1 1-16,-4-6 0 16,-16-1 0-16,-10 2-4 15,-8 5-2-15,-15 3 0 0,-3 8-3 16,-9 8-2-16,1 11 0 16,-1 10-1-16,2 14 1 15,5 8-1-15,6 14-3 16,3 4-74-16,16 6-66 15,16 9-17-15,7-11-11 16,16 0-9-16,8-13-2 16</inkml:trace>
  <inkml:trace contextRef="#ctx0" brushRef="#br1" timeOffset="100103.74">12169 17616 717 0,'0'0'203'0,"-16"2"-100"15,16-2-103-15,0 0 0 16,0 0 0-16,4 28 0 16,5-1 0-16,4 10 0 15,0 9 0-15,1 13 0 0,1 9 0 16,-1 8 0-16,-2 5-2 16,-5 4-2-16,-3-4 0 15,-1-1 2 1,-3-11 0-16,0-5-1 0,-3-10 2 15,3-9 2-15,-4-12 0 16,8-11-4-16,-4-22 0 16,0 0-4-16,26 7-88 15,-11-20-48-15,4-10-31 16,11-5-3-16,-1-8 4 16,10-2-1-16</inkml:trace>
  <inkml:trace contextRef="#ctx0" brushRef="#br1" timeOffset="100572.73">13342 17687 420 0,'-5'-19'195'16,"5"2"-2"-16,0 17-63 15,0-28-51-15,0 28-73 0,0 0-6 16,0 0 0-16,0 0 0 16,0 0 0-1,16 23 0-15,-13 4 0 16,1 11 0-16,-1 11 0 0,3 13 0 15,0 13 0-15,5 13 0 16,-8 9 0-16,3 0 0 16,-3 1 0-16,1-2 0 15,-4-6 0-15,0-9 0 16,0-8 0-16,0-13 0 16,0-11 0-16,0-11-2 15,3-12-3-15,-3-9-1 0,0-17 2 16,0 0-1-1,0 0 0-15,0 0-52 16,19-31-82-16,-15 3-44 16,6 7-5-16,-10-10-1 15,5 5 0-15</inkml:trace>
  <inkml:trace contextRef="#ctx0" brushRef="#br1" timeOffset="101628.06">23784 5404 211 0,'0'0'163'0,"0"0"-29"0,-20 9-24 15,20-9-8-15,0 0-24 16,0 0-73-16,0 0-91 16,0 0-75-16,9-16-21 15,10 9-4-15,-5-15-1 16</inkml:trace>
  <inkml:trace contextRef="#ctx0" brushRef="#br1" timeOffset="104768.45">5462 16784 131 0,'0'0'55'16,"0"0"1"-1,0 0-2-15,0 0 3 16,0 0-4-16,0 0-3 16,0 0 4-16,0 0 8 0,0 0 2 15,0 0-1-15,0 0-6 16,0 0-8-16,0 0-2 16,0 0-5-16,0 0-9 15,0 0-13-15,0 0-10 16,0 0-7-16,0 0-2 15,0 0 0-15,0 0 0 16,0 0-1-16,19 8 1 0,-19-8 0 16,36 11 0-1,-10-1 1-15,6-3-1 16,9 2 1-16,6-2-1 16,2-1 2-16,5 0-3 0,-2-1 1 15,0-2-1-15,-4 1 0 16,-3-1 1-16,-8-1-2 15,-8 0 1-15,-6-2-1 16,-7 1 2-16,-16-1-1 16,19 2 1-16,-19-2-1 15,0 0 0-15,0 0 0 16,-12-15 0-16,12 15 0 16,-20-25-1-16,10 10 0 15,-6-6-1-15,-1-2 2 16,-2 1-4-16,3-2 2 15,2 0-1-15,-1 3 0 16,3 2 2-16,1 3 0 0,11 16-1 16,-22-24 2-16,22 24 0 15,-18-16 0-15,18 16 1 16,-15-3 0-16,15 3-2 16,0 0 1-16,-23 2 1 15,23-2-2-15,0 0 2 16,-15 13-2-16,15-13 2 15,-4 21-1-15,4-21 1 16,4 31 0-16,1-12 0 16,5 4 0-16,1-1 1 15,4 1-2-15,-3-1 2 16,9 3-2-16,-2-3 2 16,0 1-1-16,0-1 0 0,-1-3 0 15,1-1-1-15,-3-1 0 16,-6-2 0-16,-1 1 0 15,-6 1 0-15,-3 1-1 16,-9 1 1-16,-8 5-1 16,-6 2 2-16,-8 3-2 15,-5 4 3-15,-6 0-2 16,-3 3 2-16,-4 2-1 16,1-3-63-16,4 0-69 15,10-1-35-15,-3-13-24 16,18 0-3-16,0-21 1 15</inkml:trace>
  <inkml:trace contextRef="#ctx0" brushRef="#br1" timeOffset="106532.56">10617 16273 76 0,'0'0'38'0,"0"0"-7"16,12-17-1-16,-12 17 2 15,0 0 0-15,0 0-2 16,0 0-4-16,0 0 2 16,0 0 12-16,0 0 20 15,0 0 23-15,0 0-4 16,0 0-7-16,0 0-4 0,0 0-3 15,0 0-1-15,-3-18-13 16,3 18-18-16,0 0-28 16,0 0-3-1,0 0 1-15,0 0-1 0,0 0 1 16,0 0 0-16,0 0 0 16,0 0 0-16,0 0 0 15,0 0 2-15,0 0-1 16,0 0 0-16,0 0 1 15,0 0 1-15,0 0 1 16,0 0-1-16,0 0 0 16,0 0 0-16,0 0 0 15,-12 16-3-15,12-16-3 0,0 26 0 16,0-9 0-16,0 9 0 16,0 11 0-16,3 11 0 15,2 11 0 1,2 7 0-16,-3 6 0 0,6 6 0 15,-1 4 0-15,-2-1 0 16,5-7 0-16,-5-6 0 16,3-8 0-16,-1-13 0 15,-2-7 0-15,0-12 0 16,2-11 0-16,-9-17-5 16,14 16-2-16,-14-16-2 15,15-16-91-15,-1-1-57 16,-2-11-11-16,7 2-4 15,-5-16 1-15,12 1-2 16</inkml:trace>
  <inkml:trace contextRef="#ctx0" brushRef="#br1" timeOffset="107052.39">11975 16164 403 0,'19'0'168'0,"-19"0"-1"16,0 0-53-16,0 0-27 16,0 0-38-16,0 0-40 15,-9 15-1-15,6 6 1 16,3 7-3-16,3 7-3 15,1 13-3-15,1 11 0 16,5 7 0-16,1 1 0 16,1 4 0-16,2 0 0 15,-2-7 0-15,-2-2 0 0,-1-11 0 16,-6-12 0-16,4-4 0 16,-3-9 0-16,-4-7 0 15,0-19 0-15,3 17 0 16,-3-17-86-16,0 0-67 15,12-19-21-15,-5-3-4 16,2-1 0-16,1-10-1 16</inkml:trace>
  <inkml:trace contextRef="#ctx0" brushRef="#br1" timeOffset="107583.33">13330 16226 345 0,'-19'2'177'0,"-3"0"-18"16,-4-2-55-16,8 5-18 15,-1 0-22-15,4 7-19 16,-5 0-14-16,7 9-19 16,-3 9-12-16,2 4 0 0,5 9 0 15,-4 8-3-15,4 2 3 16,2 6-2-16,3 3 2 16,1 2-3-1,6-3 1-15,4-7-2 16,2-6-3-16,8-6 2 0,2-4-2 15,11-14 2-15,5-10-2 16,5-12 2-16,12-11-1 16,5-10 4-16,9-10 1 15,5-11 0-15,0-7 1 16,4-7 0-16,-11-3 1 16,-5-7 0-16,-17-2 0 15,-9 1 2-15,-24 2 2 0,-15 3 1 16,-23 3 1-16,-20 8 0 15,-13 9-1 1,-16 11-9-16,-6 18-88 16,-6 11-52-16,-9 13-23 0,9 16-7 15,0 9-5-15,15 14 0 16</inkml:trace>
  <inkml:trace contextRef="#ctx0" brushRef="#br1" timeOffset="108875.8">24964 5442 30 0,'-33'14'139'16,"33"-14"7"-16,-30 14-35 16,15-9-7-16,15-5-2 0,-23 10-11 15,23-10-10-15,0 0-16 16,0 0-23-1,31 13-27-15,-1-13-7 0,10-4-3 16,9 1 1-16,4-1-4 16,6-4-3-16,0 1-1 15,2-2 0-15,-12 2 2 16,-8 2-6-16,-11 0 1 16,-11 1 0-16,-19 4 1 15,0 0 0-15,-45 2-1 16,3 0 2-16,-10 1-2 15,-3-1 5-15,-3 3 0 16,6-1-2-16,4-3 1 16,11 1 0-16,8-2 2 15,13 2 3-15,16-2 0 0,0 0 1 16,0 0 0 0,30 1 0-16,-1-1 3 0,6 4-1 15,1-1-2-15,2 1-4 16,-1-2 0-16,-6 1-4 15,-5 0-2-15,-9 1 0 16,-17-4 0-16,0 0 1 16,0 0 0-16,0 0 0 15,-29 17 1-15,3-17-19 16,3 2-79-16,-6-2-48 16,-1-3-15-16,8-3-5 15,-4-8-1-15,26 14 32 16</inkml:trace>
  <inkml:trace contextRef="#ctx0" brushRef="#br1" timeOffset="110868.46">7095 21772 82 0,'0'0'78'16,"0"0"1"-16,0 0 14 16,0 0 17-16,0 0-4 15,0 0-2-15,0 0-10 16,0 0-14-16,0 0-21 0,0 0-19 16,0 0-18-16,0 0-20 15,0 0 1-15,0 0 0 16,0 0-3-16,0 0 0 15,0 0 2-15,0 0-2 16,0 0-1-16,23 12 0 16,-4-5-1-16,5 2 0 15,7 0 2-15,9-2-1 16,9-1-2-16,3-4 1 16,9 0 1-16,6-4-1 15,8-1 2-15,7-2 0 16,-1-2 0-16,6-2-1 15,0-3 0-15,-2 3 0 0,0-1 1 16,-5-1-2-16,-6 5 1 16,-8-1 1-16,-8 3-2 15,-10 1 2-15,-8 1 1 16,-5 5 2-16,-16-1 1 16,-2 3 3-16,-17-5 0 15,16 7 0-15,-16-7 2 16,0 0-1-16,0 0-2 15,0 0-2-15,0 0-2 16,0 0-1-16,0 0-2 16,0 0-1-16,0 0-5 15,0 0 0-15,0 0-72 16,0 0-52-16,0 0-40 0,4-15-2 16,-4 15-4-1,-27-21-1-15</inkml:trace>
  <inkml:trace contextRef="#ctx0" brushRef="#br1" timeOffset="112536.36">9131 21044 180 0,'0'0'144'0,"-26"17"5"0,11-17-37 16,15 0-14-16,0 0-13 16,-16 15-8-1,16-15-11-15,0 0-14 16,0 0-23-16,31 18-37 0,2-13 0 15,5-3 0-15,11 3 4 16,14-2-2-16,8-3 3 16,7 0-3-16,9-1 4 15,1-5 0-15,-4 3-1 16,-3-1 3-16,-3 3 2 16,-7-3-1-16,-10 4-1 15,-9 2 2-15,-3-2-3 16,-13 5 2-16,-5-3 1 0,-10 3 0 15,-2-1-3 1,-19-4 4-16,20 10 1 16,-20-10 0-16,0 0-2 15,0 0-1-15,10 16-1 0,-10-16 0 16,0 0 0-16,0 0-3 16,0 0 2-16,19-11 1 15,-19 11 3-15,-3-24-5 16,3 24-39-16,-11-33-37 15,6 14-23-15,-9-3-15 16,-2-3-7-16,-3-1-4 16,2 4 4-16,-2-6 8 15,-4 6 58-15,1 1 53 16,-4 5 43-16,3 1 36 16,4 6 31-16,2 4 14 15,17 5-2-15,-23-5-6 16,23 5-15-16,0 0-18 0,-15 7-18 15,15-7-20-15,0 0-25 16,19 20-13-16,-19-20-1 16,33 21-1-16,-4-9 1 15,6-1-3-15,5-1-1 16,1 0 0-16,5 1 1 16,2-3-1-16,-3-1 0 15,-3 4 1-15,-6-3 0 16,-3 1 2-16,-7 1 1 15,-7 3 3-15,-19-13-1 16,23 31 3-16,-19-12 0 16,-4 2 0-16,-7 4 0 15,-6 5 1-15,-4 5-2 0,-6 3-3 16,1 0 0-16,-4 2-4 16,0-4 2-16,0-3-42 15,7-2-72-15,0-3-47 16,0-16-21-16,19-12-7 15,-18 3-3-15,18-3 70 16</inkml:trace>
  <inkml:trace contextRef="#ctx0" brushRef="#br1" timeOffset="113692.51">10983 20746 213 0,'0'0'138'16,"0"0"-18"-16,-6-17-7 15,6 17-12-15,0 0-10 16,0 0-15-16,0 0-19 16,0 0-26-16,0 0-29 0,0 0-1 15,0 0-2-15,0 0 3 16,0-16 1-16,0 16 1 16,0 0 4-16,0 0 6 15,0 0-3-15,0 0-5 16,-11 19 1-16,11 5-2 15,0 11-2-15,4 10-4 16,3 10-2-16,-1 11-5 16,3 12 2-16,-2 5 6 15,4 5-4-15,-3-5 1 16,-1-1 3-16,0-10-1 16,-2-6-2-16,-1-12 2 0,-1-13 0 15,1-15 4-15,-1-10-6 16,-3-16-3-16,0 0 0 15,16-19-51-15,-9-11-68 16,5-8-46-16,9 2-6 16,1-11-8-16,8 2 10 15</inkml:trace>
  <inkml:trace contextRef="#ctx0" brushRef="#br1" timeOffset="114271.7">12120 20793 543 0,'0'0'183'0,"0"0"3"15,0 0-103-15,0 0-84 16,0 0 1-16,-19 13 1 16,19-13 2-16,-7 28 0 15,2-4-3-15,-2 9-2 16,0 5 0-16,4 7 0 16,-1 9 0-16,8 3 0 0,-1 4 0 15,8-1 0 1,8-1 1-16,0-5 0 15,4-4-3-15,3-8 1 16,3-8 0-16,1-10-3 0,4-12 0 16,-1-5-2-16,4-12 2 15,1-5-3-15,-3-9 2 16,5-5 0-16,-7-13 0 16,1-3 6-16,-8-5 4 15,-3-5-2-15,-9-3 1 16,-9-5 1-16,-10 0 1 15,-6 2 1-15,-8 6 1 16,-3 5 3-16,-8 7-1 0,-3 7 2 16,2 10-4-16,-6 9 2 15,4 7-1 1,-1 8-1-16,-3 4-2 16,8 3-6-16,-2-3-55 0,11 5-75 15,20-12-38-15,-24 21-6 16,24-21-3-16,0 0-2 15</inkml:trace>
  <inkml:trace contextRef="#ctx0" brushRef="#br1" timeOffset="115019.7">13447 20403 306 0,'0'0'159'0,"0"0"-32"16,0 0-19-16,0 0-14 16,-16-21-16-16,16 21-17 0,0 0-38 15,0 0-20-15,0 0 1 16,0 0-2-16,0 0 0 15,0 0 0-15,0 0 0 16,0 0 0-16,-14 18 0 16,14-18-1-16,0 0-1 15,0 0 0-15,0 19-1 16,0-4-1-16,0 8 0 16,4 8 2-16,-1 12-2 15,1 7 2-15,2 11-2 16,3 3 4-16,-2 5-4 15,0 0 4-15,5 1-3 0,-1-8 2 16,-4-7-1-16,5-4 0 16,-5-12 0-16,0-2 0 15,-2-11 1-15,-2-7 1 16,1-4-2-16,-4-15-1 16,7 19-1-16,-7-19 2 15,0 0-1-15,0 0-1 16,0 0 0-16,0 0-2 15,0 0 3-15,0 0 1 16,0 0-1-16,0 0-1 16,0 0 3-16,0 0 0 15,0 0 0-15,0 0 4 16,0 0-3-16,0 0-2 0,0 0 4 16,0 0-66-16,0 0-61 15,0 0-38-15,0 0-7 16,0 0 0-1,-23 4-5-15</inkml:trace>
  <inkml:trace contextRef="#ctx0" brushRef="#br1" timeOffset="115864.63">13551 20959 336 0,'0'0'178'15,"0"0"-34"-15,0 24-29 16,0-24-33-16,0 38-13 16,0-12-19-16,7 10-29 15,-4 11-25-15,2 5-1 16,2 3 2-16,0 4 0 16,0-3 1-16,-2-3-1 15,-1-2 2-15,-1-8-2 16,-3-7 2-16,0-6 0 15,0-8 2-15,0-1-2 0,-3-2 0 16,3-19 2-16,-4 21-1 16,4-21-2-16,0 0-23 15,0 0-68-15,0 0-56 16,-5-19-22-16,2-14-12 16,6 3-10-16,-6-22 41 15</inkml:trace>
  <inkml:trace contextRef="#ctx0" brushRef="#br1" timeOffset="118900.43">5951 19894 255 0,'0'0'187'0,"-15"-5"1"15,15 5-45 1,-18-10-28-16,18 10-15 15,0 0-65-15,0 0-35 16,0 0 0-16,0 0 0 0,0 0 0 16,0 0 0-16,19-4 0 15,-1 4 0-15,11 0 0 16,3 0 0-16,13 2 0 16,-2 3 0-16,11-5 0 15,-2 2 0-15,0 0 0 16,-3-1 0-16,-9 1 0 15,-6-2 0-15,-4-2 0 16,-11-3 0-16,-19 5 0 16,14-17 0-16,-14 17 0 15,-14-28 0-15,-2 11 0 16,-6-4 0-16,-1-2 0 16,-6 4 0-16,3-1 0 0,0 1 0 15,3 1 0-15,4 6 0 16,2 2 0-16,17 10 0 15,0 0 0-15,-16-12 0 16,16 12 0-16,0 0 0 16,0 0 0-16,16 15 0 15,-3-6 0-15,6 1 0 16,4 1 0-16,3 4 0 16,0 1 0-16,0-1 0 15,-3-1 0-15,-1 2 0 16,-6-1 0-16,-2 3 0 15,-7 3 0-15,-7-1 0 16,-4 5 0-16,-6 2 0 0,-6 8 0 16,-10 1 0-16,-3 1 0 15,-4 2 0-15,-9 3 0 16,0-2 0-16,-3 1 0 16,5-1-27-16,6-2-83 15,4-5-49-15,11-9-26 16,12-3-5-16,7-21 0 15,23 10 29-15</inkml:trace>
  <inkml:trace contextRef="#ctx0" brushRef="#br1" timeOffset="119827.49">10645 19243 462 0,'0'0'195'0,"0"0"-25"0,0 0-47 16,0 0-50-16,-19-7-73 16,19 7 0-16,-23 6 0 15,8-1 0-15,-3 3 0 16,3 5 0-16,3 2 0 16,-2 9 0-16,5 6 0 15,2 3 0-15,4 7 0 16,6 1 0-16,4 4 0 15,5-2 0-15,4 1 0 0,5-6 0 16,6-5 0 0,-1-4 0-16,7-6 0 15,-3-6 0-15,5-5 0 16,-2-7 0-16,0-3 0 0,5-9 0 16,-2-5 0-16,-1-4 0 15,1-6 0-15,-1-4 0 16,-5-4 0-16,-1-4 0 15,-6-3 0-15,-4-2 0 16,-5-1 0-16,-11-4 0 16,-3 3 0-16,-10 1 0 15,-6 4 0-15,-5 5 0 16,-5 1 0-16,-2 11 0 16,-4 5 0-16,2 6 0 15,0 2 0-15,4 6 0 16,7 0 0-16,0 2 0 15,19-2 0-15,0 0-45 0,0 0-89 16,4 17-32-16,18-6-15 16,4-4-2-16,9 3-5 15,5-6 63-15</inkml:trace>
  <inkml:trace contextRef="#ctx0" brushRef="#br1" timeOffset="120413.68">12169 19046 513 0,'0'0'194'15,"-22"-10"0"-15,6 1-72 16,16 9-122-16,-19 2 0 16,19-2 0-16,-21 15 0 15,9 3 0-15,0 6 0 16,-2 7 0-16,-2 7 0 16,6 11 0-16,-2 6 0 15,5 5 0-15,3 3 0 16,4-1 0-16,7-5 0 15,-2-3 0-15,9-7 0 0,5-8 0 16,0-9 0-16,7-8 0 16,0-9 0-1,7-7 0-15,0-6 0 16,2-8 0-16,5-8 0 0,-2-5 0 16,0-8 0-16,-1-2 0 15,-4-4 0-15,-2-6 0 16,-10-3 0-16,-5-4 0 15,-9-1 0-15,-7 1 0 16,-11 0 0-16,-8-4 0 16,-7 5 0-16,0 5 0 15,-7 8 0-15,2 4 0 0,-2 9 0 16,0 4 0-16,10 9 0 16,-3 2 0-16,11 6 0 15,-3-1-60 1,18 1-82-16,4 19-35 0,-4-19-1 15,26 26-7-15,-9-13 0 16</inkml:trace>
  <inkml:trace contextRef="#ctx0" brushRef="#br1" timeOffset="120960.16">13263 19112 532 0,'-26'-19'193'16,"26"19"-21"-16,-14-7-73 15,14 7-72-15,-23-7-27 16,23 7 0-16,-19 3 0 15,19-3 0-15,-23 18 0 16,10-1 0-16,0 5 0 16,3 10 0-16,1 4 0 15,-1 12 0-15,3 3 0 16,7 4 0-16,7 0-1 16,3 4-3-16,3-3-3 15,0-3 1-15,6-4-2 16,4-8 5-16,3-6 2 0,0-4 0 15,0-8 0-15,0-10 2 16,5-7 3-16,2-10 3 16,4-6 1-16,-2-13-1 15,1-4-2-15,-1-11-5 16,1-4 0-16,-3-8 0 16,-5-9 0-16,-7-3 0 15,-2-6 0-15,-12 1 0 16,-7-3 0-16,-7 6 0 15,-12 4 0-15,-14 6 0 16,-9 13 0-16,-10 11-35 16,-16 11-119-16,-13 7-31 15,-8 17-13-15,-30-7 2 0,-13 16-4 16</inkml:trace>
  <inkml:trace contextRef="#ctx0" brushRef="#br1" timeOffset="122584.53">12853 19335 143 0,'0'0'90'16,"10"16"18"-16,-10-16 28 15,0 0-6-15,0 0-13 16,0 0 0-16,0 0-21 0,0 0-17 15,0 0-72 1,0 0-7-16,0 0-19 16,0 0-125-16,0 0-18 15,0 0 0-15,-19-12-5 0,19 12-1 16</inkml:trace>
  <inkml:trace contextRef="#ctx0" brushRef="#br1" timeOffset="123853.06">5786 12340 108 0,'0'0'89'0,"0"0"-22"16,0 0-25-16,0 0-10 16,0 0-23-16,0 0-42 15,0 0-40-15,0 0-27 16,0 0-19-16,0 0 98 16,-13-7 21-16</inkml:trace>
  <inkml:trace contextRef="#ctx0" brushRef="#br1" timeOffset="124664.26">4879 12718 259 0,'0'0'165'16,"0"0"-36"-16,0 0-45 15,15-6-10-15,-15 6 1 16,19-15-3-16,-19 15-8 16,26-14-21-16,-10 7-23 0,5 0-20 15,1 4 1-15,1 1 1 16,3 0-1-16,3 0 1 15,-1 2 0-15,2 0-1 16,-1 0 0-16,-3 2-2 16,-3-2 0-16,-1 0 1 15,-6 2 0-15,1 0-1 16,-17-2-1-16,19 0 2 16,-19 0-1-16,0 0 2 15,0 0 0-15,0 0-32 16,0 0-19-16,0 0-12 15,4-19-12-15,-4 19-13 16,-10-23-11-16,-3 7 1 0,13 16-8 16,-17-32 34-16,5 14 15 15,-2 3 16-15,-2-6 12 16,1 4 23-16,-4-2 20 16,1 1 16-16,-1 4 24 15,4 4 36-15,-3 0 9 16,18 10 2-16,-22-12-6 15,22 12-5-15,0 0-15 16,0 0-14-16,-19-4-22 16,19 4-31-16,0 0-11 15,22 12-1-15,-6-5 1 16,5 0-1-16,1 2 1 16,8 3 3-16,1 0-1 0,-2 0 1 15,8 0-1-15,-2 2 0 16,-2 2 0-16,0 1 5 15,-9 0 6 1,0 2-8-16,-8 2 5 0,-4 3-6 16,-12 4 5-16,-9 1-4 15,-5 4 4-15,-5 2-7 16,-3-1-4-16,-8 3 3 16,1-3 0-16,-3-1 3 15,3 0-35-15,-1-12-78 16,8-11-47-16,3-4-8 15,1-19-9-15,13-2 2 16,-2-21 3-16</inkml:trace>
  <inkml:trace contextRef="#ctx0" brushRef="#br1" timeOffset="126280.68">10454 12164 364 0,'0'-18'148'16,"0"3"-10"-16,0 15-13 15,-3-28-16-15,3 28-18 0,-6-16-43 16,6 16-48-16,0 0 0 16,0 0 0-16,0 0 0 15,0 0 0-15,-17 6 0 16,17-6 0-16,0 0 0 16,0 0 0-16,0 0 0 15,0 0 0-15,0 0 0 16,0 0 0-16,0 0 0 0,0 0 0 15,0 0 0 1,0 0 0-16,0 0 0 16,0 0 0-16,0 0 0 15,0 0 0-15,10 27 0 16,-10-6-4-16,4 12-6 0,-1 10 2 16,-1 16 2-16,5 9 7 15,-3 8 2-15,2 9 1 16,-2-2 1-16,5-4-2 15,-2-4 3-15,-4-8-3 16,4-11 0-16,-2-10-3 16,-1-9 0-16,-1-11 0 15,1-9 0-15,-4-17 0 0,0 0 0 16,0 0-1 0,22-19-1-16,-15-9-72 15,9-1-52-15,-1-6-26 16,6-8-21-16,10 3 2 0,-5-8-9 15,11 8 37-15</inkml:trace>
  <inkml:trace contextRef="#ctx0" brushRef="#br1" timeOffset="127417.47">11697 12278 181 0,'0'0'102'0,"0"0"21"16,0 0-6-16,0 0-11 15,0 0-11-15,-14 0-10 16,14 0-14-16,0 0-16 16,0 0-22-16,0 0-29 15,0 0-1-15,0 0-1 16,0 0 0-16,0 0-1 15,0 0 1-15,0 0-1 16,0 0-1-16,0 0 1 16,0 0 0-16,0 0-1 15,0 0 1-15,0 0 0 0,0 0-1 16,0 0 0-16,0 0-1 16,0 0 0-16,-16 5 1 15,16-5-1 1,0 0 0-16,0 0-1 0,0 0 1 15,-10-16 0-15,10 16-2 16,0 0 2-16,0 0-1 16,0 0 1-16,-12-17 0 15,12 17 1-15,0 0 0 16,0 0 0-16,0 0 2 16,0 0 0-16,0 0 0 15,0 0 1-15,0 0-1 16,0 0 0-16,0 0-1 0,0 0-1 15,-18-2-3 1,18 2 1-16,0 0 1 0,-12 18 0 16,5-3-1-1,0 4-1-15,-1 9 2 0,-3 10 1 16,4 7 7-16,-1 5 0 16,4 4-4-16,1 0 1 15,6-1-1-15,1-1 3 16,8-3-6-16,5-9 4 15,2-8-8-15,7-2 1 16,9-9 3-16,2-8 1 16,4-7 4-16,4-8-2 0,0-7 2 15,2-8 1 1,2-6-2-16,-4-9-4 16,-3-3 0-16,-1-8 0 15,-4-4 0-15,-8-5-6 0,-10-2 0 16,-8-3-4-16,-9 0 3 15,-11 2-2-15,-5 1 3 16,-9 7 6-16,-8 6-1 16,-2 6 3-16,-3 7 1 15,1 9 1-15,-1 7 0 16,1 9-1-16,2 5 0 16,0 4-2-16,7 8-1 15,7 9-32-15,0 1-73 16,12 6-49-16,14 8-21 15,0-6-1-15,12 8-5 16,0-7 7-16</inkml:trace>
  <inkml:trace contextRef="#ctx0" brushRef="#br1" timeOffset="128008.43">13528 12101 483 0,'0'0'177'0,"4"-24"4"16,-4 24-79-16,-11-17-66 15,11 17-30-15,-19-7 1 16,19 7-2-16,-26 12 0 16,7 2-2-16,0 7-4 15,-2 6-3-15,2 10 2 16,-4 13-1-16,4 3 2 16,5 12 4-16,2 4-1 15,2 3 2-15,6 1-1 16,8-2 1-16,-1-7-3 15,11-8 1-15,2-8-4 16,6-10-5-16,5-8 2 16,9-13-2-16,-5-8 3 0,6-9 0 15,1-7 3-15,2-11 1 16,1-4 1-16,-2-11 3 16,-3-5-1-16,-1-9-5 15,-6-7 1-15,-11-4-2 16,-6-5 2-16,-12-4-1 15,-12-3 5-15,-14 5 0 16,-7 4 0-16,-12 7 4 16,-11 9-5-16,-3 14 2 15,-9 12-4-15,4 11-1 16,-7 6-16-16,12 14-94 16,2 5-47-16,1 2-15 15,16 11-3-15,5-8 0 0,13 6-2 16</inkml:trace>
  <inkml:trace contextRef="#ctx0" brushRef="#br1" timeOffset="133836.67">11256 2361 205 0,'28'28'74'16,"-14"-7"-30"-16,-2-1-205 15,14 6 0-15,-4-5 161 16</inkml:trace>
  <inkml:trace contextRef="#ctx0" brushRef="#br1" timeOffset="134468.29">12870 8347 276 0,'-7'31'76'0,"-3"-12"-30"15,10-19-172-15,0 0-51 16,-23 7 83-16</inkml:trace>
  <inkml:trace contextRef="#ctx0" brushRef="#br1" timeOffset="143039.73">10555 13637 318 0,'-19'3'186'16,"3"-10"-48"-16,16 7-25 16,-26-8-4-16,26 8-15 15,-17-7-29-15,17 7-65 16,0 0 0-16,0 0 0 15,0 0 0-15,0 0 0 16,0 0 0-16,0 0 0 0,0 0 0 16,26 31 0-16,0-7 0 15,0 5 0-15,10 8 0 16,6 1-3-16,3 5 2 16,0-1 0-16,-1-4 0 15,-6-9-31-15,0 1-67 16,-9-13-37-16,-6-10-25 15,-6-9-11-15,-8-15-6 16,1-6 0-16</inkml:trace>
  <inkml:trace contextRef="#ctx0" brushRef="#br1" timeOffset="143296.91">10935 13431 219 0,'0'0'145'0,"0"0"21"16,-17 20-45-16,8-2-33 16,-2 1-18-16,4 9-10 15,-8-1-15-15,3 13-13 16,-9 0-9-16,2 5-23 16,0 5-2-16,-7 5 7 15,0-1-6-15,-4 0-28 16,4 5-63-16,-5-6-40 15,1-4-25-15,4-1-15 0,0-13-3 16,11-2-4-16</inkml:trace>
  <inkml:trace contextRef="#ctx0" brushRef="#br1" timeOffset="143648.79">11945 13571 489 0,'0'0'188'16,"0"0"-13"-16,0 0-94 15,0 0-39-15,18 17-12 16,-18-17-27-16,19 26-1 16,-4-7-3-16,3 5 2 15,13 4-2-15,-2-2 1 16,1 4 0-16,5-4 1 16,1 3-31-16,-3-8-71 15,2-2-38-15,-2-5-19 16,-11-11-12-16,4-3-2 15,-3-14-3-15</inkml:trace>
  <inkml:trace contextRef="#ctx0" brushRef="#br1" timeOffset="143883.43">12461 13483 378 0,'-9'-28'164'0,"-1"7"-13"15,10 21-22-15,-30-9-19 16,11 23-30-16,-7 7-69 15,0 10-11-15,-5 13 0 16,-6 7 0-16,-4 12 0 16,-5 8 0-16,-2 7 0 15,-4 5 0-15,0-4 0 16,3-8-31-16,13-3-79 0,1-14-35 16,12-22-28-16,13-14-10 15,10-18 1 1,26-40-2-16</inkml:trace>
  <inkml:trace contextRef="#ctx0" brushRef="#br1" timeOffset="144160.47">13240 13467 483 0,'16'16'179'0,"-16"-16"-37"16,10 26-73-16,2-9-10 16,-5-2-5-16,12 6-30 15,0-2-24-15,7 0-5 16,11 2 1-16,5 2 4 0,6-4-3 16,4 0 2-16,0-2-34 15,0-5-64-15,-3-3-46 16,0 1-18-16,-15-12-16 15,3 2 0-15,-15-10-2 16</inkml:trace>
  <inkml:trace contextRef="#ctx0" brushRef="#br1" timeOffset="144343.76">13894 13424 561 0,'0'0'187'16,"-29"0"-40"-16,3 19-50 15,-4 17-66-15,-11 11-31 0,-8 12 0 16,-6 13 0-16,-10 8-83 16,-2 10-89-16,1 10-17 15,-14-10 2-15,5 4-3 16,-10-14 2-16</inkml:trace>
  <inkml:trace contextRef="#ctx0" brushRef="#br1" timeOffset="144888.18">10473 15092 560 0,'0'0'195'15,"0"0"1"-15,0 0-124 16,0 0-72-16,21-3 0 15,-5 10 0-15,3 5 0 16,10 5 0-16,9 6 0 16,9 1 0-16,4 4 0 15,4 3 0-15,-3-2 0 0,4-3 0 16,-8-8-73-16,1-3-54 16,-7-8-30-1,-6-10-15-15,-1-3-13 16,-9-16 3-16,-4-1 56 0</inkml:trace>
  <inkml:trace contextRef="#ctx0" brushRef="#br1" timeOffset="145115.76">11086 14893 632 0,'-19'-7'190'0,"0"6"-44"15,0 15-91-15,-11-1-55 16,4 12 0-16,-3 13 0 0,-6 12 0 15,-2 9 0 1,-4 3 0-16,-4 6 0 16,-4 1 0-16,0 2 0 15,-3-14-22-15,7-2-104 0,2-15-35 16,5-16-17-16,8-12-9 16,11-17-1-16,16-12 28 15</inkml:trace>
  <inkml:trace contextRef="#ctx0" brushRef="#br1" timeOffset="145426.87">11725 14897 513 0,'0'0'179'0,"26"26"-32"16,-9-9-73-16,2-1-27 15,7 11-2-15,4 1-43 16,4 0-1-16,-1-1-1 16,6 1-1-16,1-4-1 15,-2-1 1-15,-2-1-19 16,-1-11-77-16,-6-3-40 15,-3-4-26-15,-6-13-13 16,-1 2-3-16,-5-13 0 16</inkml:trace>
  <inkml:trace contextRef="#ctx0" brushRef="#br1" timeOffset="145623.84">12199 14850 438 0,'-20'-5'182'15,"20"5"-26"-15,-26 26-37 16,7-9-33-16,2 14-44 16,-11 7-42-16,-1 9-12 15,-8 7 3-15,-4 1-38 16,-1 6-67-16,-1 1-39 16,-6-8-23-16,11 3 3 15,-4-16-5-15,9-8 18 0</inkml:trace>
  <inkml:trace contextRef="#ctx0" brushRef="#br1" timeOffset="145949.28">13191 14739 651 0,'20'18'183'0,"-5"-3"-31"16,-1 4-149-1,9 7-1-15,3 2-2 0,0 3 0 16,5 4-1-16,-2-2 0 15,1 1-1-15,-1-6-71 16,3-2-64-16,-6-4-31 16,-9-11-10-16,2-4-3 15,-19-7-1-15</inkml:trace>
  <inkml:trace contextRef="#ctx0" brushRef="#br1" timeOffset="146143.61">13584 14629 513 0,'-18'38'192'0,"3"24"-1"16,-18 16-82-16,-9 14-150 16,-10 11-79-16,-12 12-54 15,-7 14-1-15,-14-6-4 16,-2 4 0-16,-14-22 43 15</inkml:trace>
  <inkml:trace contextRef="#ctx0" brushRef="#br1" timeOffset="146991.73">11029 22634 602 0,'0'0'207'15,"0"0"-36"-15,0-20-128 16,0 20-43-16,0 0 0 16,0 0 0-16,0 0 0 15,15-11 0-15,-15 11 0 16,23 14 0-16,-1 2 0 15,4 3 0-15,11 7 0 16,5-2 0-16,6 5 0 16,8 2 0-16,-1 1 0 15,-1-6-8-15,-2 0-89 16,-8-9-52-16,-6-7-29 16,-5-5-11-16,-11-15-1 0,-6-7-1 15</inkml:trace>
  <inkml:trace contextRef="#ctx0" brushRef="#br1" timeOffset="147256.44">11544 22118 576 0,'0'0'204'15,"0"0"-6"-15,-22 39-153 16,-1-12-45-16,0 11 0 15,-3 6 0-15,0 9 0 16,-7 11 0-16,0 9 0 0,-1 5 0 16,-6 2 0-16,-2 1 0 15,0-8 0 1,6 6-60-16,-6-20-72 16,9-5-31-16,4-16-30 0,6-16-13 15,23-22-3-15,0 0 150 16</inkml:trace>
  <inkml:trace contextRef="#ctx0" brushRef="#br1" timeOffset="147667.67">12553 22425 61 0,'0'0'96'0,"-37"5"10"16,18-12 10-16,19 7 1 15,-29-7 3-15,29 7-9 16,0 0-9-16,0 0-19 15,-19-10-16-15,19 10-42 16,0 0-18-16,0 0-4 16,22 17-6-16,-6 4 1 15,10 5 2-15,3 8 5 16,8 8-5-16,4 7-1 16,5 6-3-16,2-3 6 0,-3-5-5 15,-5-9 1-15,-2 1-96 16,-12-18-56-16,-7-9-33 15,-1-13 1-15,-16-17-1 16,1-2-5-16</inkml:trace>
  <inkml:trace contextRef="#ctx0" brushRef="#br1" timeOffset="147926.96">12808 22293 604 0,'-4'23'193'16,"-8"-2"-15"-16,-3 15-130 16,-11 2-48-16,0 9 0 15,-7 12 0-15,-6 3 0 16,-1 7 0-16,-5 4 0 16,0 0 0-16,0-6 0 15,5-6 0-15,-5-16-44 16,19-6-80-16,0-11-36 15,26-28-17-15,-19 11-14 16,26-29 0-16,15-6 56 16</inkml:trace>
  <inkml:trace contextRef="#ctx0" brushRef="#br1" timeOffset="148263.78">13320 22357 608 0,'0'0'190'0,"0"0"-54"16,0 0-70-16,0 0-48 15,0 0-19-15,7 18 0 16,8-8-1-16,8 4-1 15,7 5 1-15,6 5 2 0,6 6-1 16,6 2 0-16,4 1 3 16,0 2-3-16,1 0 0 15,-5-1-1 1,-3-4 1-16,-3-1-15 0,-13-17-76 16,4 6-53-16,-10-13-31 15,-7-14-11-15,-16 9 0 16,13-41-4-16</inkml:trace>
  <inkml:trace contextRef="#ctx0" brushRef="#br1" timeOffset="148499.96">13842 22214 632 0,'-15'34'193'0,"-11"11"-32"0,-7 0-124 16,0 9-37-16,-2 7 0 16,-7 4 0-16,-1 5 0 15,-6-6-23-15,8 8-71 16,-4-16-42-16,5-6-34 16,2-14-1-16,1-17-8 15,6-24-7-15</inkml:trace>
  <inkml:trace contextRef="#ctx0" brushRef="#br1" timeOffset="150919.28">15325 9354 93 0,'0'0'129'15,"0"19"-20"-15,0-19-2 16,0 0 3-16,5 16-6 16,-5-16-18-16,3 24-18 15,1-7-21-15,3 8-16 16,-4 4-20-16,3 6-4 16,1 10-6-16,-4 3-1 15,4 8 0-15,-4 4 0 16,-3 4 0-16,4 2 1 0,-2 3 0 15,-2 0 0 1,0 1-1-16,3-3 2 16,-3-1-2-16,4-2 2 15,-1 2-2-15,-3-2 3 0,4 0 2 16,-1 0-9-16,0 2 8 16,3 1-8-16,-3 6 8 15,1 0-7-15,-1 3 8 16,1 2-11-16,-1 1 4 15,0 1 3-15,-1 0-3 16,5-3 3-16,0 5 0 16,0-1 2-16,-2-1-2 15,6 1 6-15,-1 6-6 16,2 1 4-16,-1 7-4 16,1 4 5-16,-2-1-8 15,2 3 5-15,-1 4-1 16,1 3-3-16,2-3 4 0,-2 1-3 15,2-2 3-15,1 1-3 16,-2 1 3-16,1 1-2 16,1-1-6-16,-1 0 3 15,-2 1-2-15,2 0 3 16,-5 2-3-16,5 0 3 16,-6 2-4-16,3 2 4 15,-1-3-1-15,-1 1 5 16,-2 0-3-16,0 0-2 15,1-2 3-15,-1 2-3 16,0-1 3-16,2 1-2 16,-6 2 3-16,4 3-3 0,-3 1 5 15,-1 1 0-15,1 1-1 16,-4-1 1-16,2 0 1 16,-2 0-1-16,-2-4 0 15,2-2-1-15,-4-4-4 16,4-3 1-16,0-1-2 15,0-2 1-15,0-3 1 16,0 1-2-16,0-3 2 16,0 2-1-16,0 0 1 15,0-1 3-15,0 3 0 16,4-3-2-16,-4 1 1 16,2-2-1-16,-2 2 3 15,0 1-2-15,0-1 0 0,0 1 0 16,0-3-1-16,3 3 3 15,-3 2-4-15,0 1 2 16,3-3-3-16,-3 0 2 16,4 2-1-16,-1-1 1 15,1 3-1-15,-1 3 1 16,-1-1 1-16,2-1 2 16,3 6-3-16,-4 3-1 15,0-1 1-15,4 5-1 16,-1-3 0-16,-3 1-2 15,4 0 2-15,0 2-3 16,-2-4 1-16,2 1-2 16,0-3 3-16,0-1-2 0,-2 1 1 15,2-3 0-15,-3 1 2 16,3-3-1-16,-2-3 0 16,-2-4 5-1,1 2-4-15,-1-3-2 0,1-4 2 16,-4-3-2-16,0 0-1 15,3-1 3-15,-3-1 1 16,0 2-2-16,0-5 1 16,0-4 4-16,4 0-1 15,-3-2-6-15,6-5 7 16,-3-1-9-16,3-6 8 16,1-1-6-16,-1-3 7 15,4-2-8-15,-3-6 5 0,6-2 2 16,-5-3-3-16,1-3 2 15,1-6-2-15,1-3 0 16,-5-8 1 0,5 1 1-16,-2-8-2 0,-3-5 3 15,2-4-1-15,-9-16 2 16,14 26-2-16,-14-26-1 16,9 16-1-16,-9-16-2 15,0 0 0-15,10 15-1 16,-10-15-1-16,0 0-1 15,0 0 2-15,0 0 0 16,0 0 1-16,0 0 0 16,0 0 3-16,0 0-1 0,0 0-1 15,0 0-2 1,0 0 1-16,0 0-2 16,0 0-4-16,0 0 0 15,0 0-2-15,0 16 12 0,0-16-3 16,-3 15 1-16,3-15-3 15,0 23 1-15,0-23 1 16,0 21 3-16,0-21-1 16,-4 19-12-16,4-19 4 15,0 0 2-15,0 0 1 16,0 0 4-16,-3 15 4 16,3-15-1-16,0 0 2 0,0 0 5 15,0 0 6 1,0 0-90-16,0 0-70 15,-9-24-39-15,-8-21-12 16,1-14-4-16,-17-36 61 16</inkml:trace>
  <inkml:trace contextRef="#ctx0" brushRef="#br1" timeOffset="152500.26">16582 11501 179 0,'-16'12'86'16,"0"-9"3"-16,16-3 4 16,-7 16 12-16,7-16-12 15,0 0-11-15,23 10-15 16,0-5-10-16,-1-5-5 16,18 6-7-16,5-8-19 0,7 0-23 15,12-3-2-15,11 0-1 16,12-2 1-16,10-5 0 15,11 1-1-15,15-1-2 16,7-2 3-16,12-1-3 16,8 1 2-16,11-3-1 15,18 1 1-15,0 2-2 16,12-1 2-16,7-1 0 16,8 2 1-16,9 4-1 15,2-1 1-15,4 1 0 16,-1 5-2-16,4 1 2 15,2 1 0-15,-2 1-1 0,0-1 0 16,3 1 3-16,0-1-2 16,-1-1 1-16,5-1-1 15,-4 0 1-15,3-1-1 16,-7 0 2-16,-2 0-2 16,-9-1 0-16,-9 2 0 15,-5 0 1-15,-13 0-2 16,-13 0 2-16,-14-1-1 15,-9 1 1-15,-15 0-2 16,-11 2 1-16,-20-1-1 16,-15 2 1-16,-20 1 0 15,-19-1-12-15,-16-2-3 16,-33 4-74-16,-11-27-48 0,-30 8-24 16,-31-14-19-16,-18-3-3 15,-37-15-2-15</inkml:trace>
  <inkml:trace contextRef="#ctx0" brushRef="#br1" timeOffset="153244.64">16189 9863 286 0,'0'0'126'16,"21"-21"-5"-16,-21 21-12 15,12-15-9-15,-12 15-14 16,0 0-19-16,0 0-33 15,0 0-38-15,0 0-1 0,0 0-2 16,4 26-3 0,-4 8 0-16,0 11 5 15,3 14-1-15,1 16 4 16,4 9-1-16,-1 15 2 0,4 2 4 16,-3-3-6-16,3-8 6 15,-4-7-7-15,-2-13 7 16,-2-13-5-16,1-12 8 15,-4-14-8-15,0-10 4 16,0-21-2-16,0 22-9 16,0-22-47-16,0 0-23 15,-7-28-12-15,3 8-15 16,3-8-11-16,-6-7-23 16,7-4-3-16,-4-12 3 15,4 6 140-15</inkml:trace>
  <inkml:trace contextRef="#ctx0" brushRef="#br1" timeOffset="153655.37">16047 10133 193 0,'-30'-29'119'15,"18"10"25"-15,12 1-10 16,0-1-15-16,0 19-21 15,19-27-17-15,7 16-21 16,0-3-16-16,13 7-25 16,4 6-35-16,9 2-2 15,5 6 2-15,6 4 5 0,8 6 2 16,-3 6 2-16,-1 4-2 16,-4 4 0-16,-6 8-1 15,-12 2 1-15,-8 11-2 16,-18 3 3-16,-16 15-2 15,-18 1 1-15,-15 7 10 16,-15 3-6-16,-14-1 9 16,-9 1-6-16,-10-7 8 15,-3-3-7-15,-3-12 7 16,6-10-4-16,0-11-3 16,14-11 2-16,5-6-37 15,10-10-47-15,18-13-50 16,14-3-25-16,8-14-10 0,25-2-1 15,6-16 47-15</inkml:trace>
  <inkml:trace contextRef="#ctx0" brushRef="#br1" timeOffset="154178.01">17085 10578 306 0,'0'0'169'0,"-4"16"-19"0,4-16-64 16,0 0-13-16,0 0-12 16,0 0-19-1,11-21-6-15,-11 21-20 16,31-17-2-16,-8 6-7 0,-1-1 0 15,8 7-14-15,6 3-1 16,-1 4-3-16,1 8-1 16,-1 4 5-16,-5 7-3 15,-8 5 4-15,-4 5 5 16,-15 4-8-16,-13 3 10 16,-9 3-9-16,-11 2 11 15,-12-3-12-15,-6 4 14 16,-8-5-12-16,1 1 5 0,-1-5 3 15,7-6-2-15,8-6 4 16,8-8 7 0,10-1 4-16,23-14 1 15,0 0 0-15,0 0 0 0,45-21-2 16,2 4 1-16,14-5-6 16,10-3-4-16,11-1-5 15,5-1 0-15,5-1-3 16,1 4-101-16,-9-2-51 15,-10-5-32-15,1 5 4 16,-20-9-10-16,4 0 38 16</inkml:trace>
  <inkml:trace contextRef="#ctx0" brushRef="#br1" timeOffset="154483.27">18550 9758 474 0,'23'0'189'0,"-1"13"2"16,-8 13-97-16,-2 9-92 15,6 12 5-15,-3 12-7 16,1 12-1-16,1 8-4 15,-1 6 2-15,-1 7-3 16,3-1 9-16,-3-7 2 16,1-8-1-16,-2-11-1 0,-5-11-96 15,1-11-43 1,-3-10-23-16,-7-33-11 0,0 0-5 16,0 0-5-16</inkml:trace>
  <inkml:trace contextRef="#ctx0" brushRef="#br1" timeOffset="154903.91">18553 9915 305 0,'0'0'183'15,"-19"-19"-39"-15,19 19-31 0,0 0-7 16,16-3-22-16,-16 3-38 15,40-4-31-15,-9 8-30 16,6-3 0-16,8 8 1 16,3 3 6-16,8 5 1 15,8 6 2-15,-1 5-1 16,-3 6 5-16,5 6-2 16,-6 3-2-16,-7 4-4 15,-4 5 0-15,-13 3-3 16,-18 4 2-16,-11 5-3 15,-19 0 8-15,-9 0 3 16,-23-1-5-16,-7-1 11 16,-13-3-7-16,-7-9 10 0,-1-5-9 15,0-9 10-15,2-8-14 16,6-5 5-16,10-8 2 16,10-4-2-16,6-10-81 15,13-4-53-15,26 3-22 16,-13-21-8-16,30 9 3 15,2-14 7-15</inkml:trace>
  <inkml:trace contextRef="#ctx0" brushRef="#br1" timeOffset="155228.03">19409 10531 395 0,'0'0'180'0,"11"16"-19"0,-11-16-90 15,0 0-32-15,3 21-12 16,-3-21-30-16,9 24 3 16,-6-7 3-16,4 4 4 15,-3 7-9-15,8-1 8 16,-2 8-14-16,2 5 14 15,-1 3-12-15,1 2 12 16,2 0-11-16,-5-2 4 16,1-6-12-16,-3-3-83 15,2-6-36-15,-6-11-25 16,7-1-10-16,-10-16-4 16,20-14 32-16</inkml:trace>
  <inkml:trace contextRef="#ctx0" brushRef="#br1" timeOffset="155567.03">20871 9680 338 0,'26'1'179'0,"-26"-1"2"0,17 23-88 16,-8 12-50-16,-9 10 1 15,0 17-21-15,-5 7-21 16,1 12-3-16,1 4-2 16,-4 4 3-16,7-5-4 15,-4-4 5-15,8-9-3 16,-1-14 6-16,1-8-8 15,-1-15-88-15,1-10-39 16,4-8-26-16,-8-16-9 16,0 0-6-16,7-38 2 15</inkml:trace>
  <inkml:trace contextRef="#ctx0" brushRef="#br1" timeOffset="155976.06">20579 9896 225 0,'-22'-7'149'0,"6"4"-26"16,16 3-2-16,0 0-7 16,0 0-15-16,19-12-26 15,11 6-33-15,11 6-40 16,11 4-2-16,13 4-6 15,7 8-3-15,3 5-1 16,5 10 0-16,2 4 1 0,-4 6 4 16,-4 4 0-16,-6 4 0 15,-16-1 2-15,-10 6-3 16,-16-1 2-16,-16 1 0 16,-20 1 2-16,-16 3-2 15,-16-1 8-15,-13-2 2 16,-10 0-6-16,-6-6 8 15,-4-2-7-15,1-8 7 16,4-2-7-16,10-9 9 16,8-8-14-16,13-1-65 15,6-8-33-15,18-11-27 16,15 0-5-16,12-23-11 16,17 4-6-16</inkml:trace>
  <inkml:trace contextRef="#ctx0" brushRef="#br1" timeOffset="156292.07">21636 10379 130 0,'0'0'72'16,"11"38"-10"-16,-11-12 3 15,0 5 16-15,3 7 4 16,-3-7-10-16,9 4 1 15,-2-11-11-15,8 0 2 16,6-13-13-16,5-2-7 16,2-11-33-16,9-7-10 0,-4-3-1 15,1-4-6 1,-1-4 5-16,-7-5-6 16,-3-2 4-16,-8-3-7 0,-11 1 4 15,-15 1-19-15,-8 11-63 16,-22 7-45-16,-15 4-28 15,-18 17-10-15,-20 8 1 16,-14 17 13-16</inkml:trace>
  <inkml:trace contextRef="#ctx0" brushRef="#br1" timeOffset="164308.72">10199 9307 163 0,'9'-32'180'0,"1"4"-11"16,2 7-64-16,-8-1-9 15,-4 22-4-15,10-23-18 16,-10 23-19-16,0 0-38 0,0 30-21 16,3 8-3-1,-3 8 2-15,0 18-1 16,0 7 0-16,4 9 6 16,1 7-1-16,-1-3 1 15,-4-4-1-15,3-11 0 0,-3-10-3 16,7-12-46-16,-7-14-43 15,9-9-24-15,-9-24-11 16,7 17-14-16,-7-17-7 16,10-19-12-16</inkml:trace>
  <inkml:trace contextRef="#ctx0" brushRef="#br1" timeOffset="164667.37">10147 9555 158 0,'-14'-26'103'16,"-2"2"24"-16,9 0-15 15,4 3-7-15,-1-3-15 16,11 3-10-16,4-5-17 16,11 7-17-16,1-2-20 15,13 4-27-15,6 5-2 16,7 1 2-16,6 8 1 15,9 6-1-15,-3 6 0 16,2 5 2-16,-3 3 2 16,-8 7 4-16,-6 6 1 15,-13 6 1-15,-20 9-1 16,-7 5-3-16,-18 4 2 16,-11 5-1-16,-10-4-1 0,-5 1-4 15,-6-1-40-15,3-12-51 16,3-10-45-16,12-10-21 15,-1-20-18-15,27-3 2 16,-10-21-5-16</inkml:trace>
  <inkml:trace contextRef="#ctx0" brushRef="#br1" timeOffset="165083.23">10860 9526 133 0,'0'0'90'0,"0"0"-14"0,19-2-10 16,-19 2-12-16,33 7-10 15,-14-2-3-15,7 2-17 16,6 2-6-16,1 3-11 16,0 0-5-16,-4 2 3 15,2-1 21-15,-8 0 12 16,0 6 4-16,-10-2 5 15,-4 7-4-15,-11-3 4 16,2 10 0-16,-14-1-2 16,2 4-23-16,-5-1-13 15,-2-4-5-15,0-3-5 16,8-7 0-16,-1-1-7 16,12-18 1-16,0 0-1 0,0 0-3 15,26 3 2-15,4-13 0 16,8-2 0-16,4-4 4 15,13-5 4 1,4-5-61-16,9-1-41 0,7-4-35 16,-1-7-19-16,4 6-5 15,-7-9 0-15,8 6 86 16</inkml:trace>
  <inkml:trace contextRef="#ctx0" brushRef="#br1" timeOffset="165393.31">12396 9413 134 0,'0'0'167'0,"0"0"-10"0,0 0-55 15,0 0-11-15,-3 21-5 16,3-4-9-16,-7 0-15 15,7 9-9-15,0 7-40 16,0 7-13-16,0 2 2 16,4 3-4-16,-1-4 2 15,0 1-3-15,1-6 3 16,-1-6-54-16,1-6-53 0,1-5-23 16,-5-19-15-16,4 19-5 15,-4-19-9 1,0 0 4-16</inkml:trace>
  <inkml:trace contextRef="#ctx0" brushRef="#br1" timeOffset="165735.46">12299 9595 297 0,'-10'-28'126'16,"-2"4"-15"-16,8 7-3 15,-3 1-17-15,7 16-13 16,0-21-22-16,0 21-30 15,14-12-22-15,-14 12-2 0,35-7 0 16,-13 7 0 0,11 4 1-16,4 3 0 15,5 3 0-15,-1 2 1 16,1 4-3-16,-2-1 1 0,-2 8-4 16,-9-2-4-16,-9 4 2 15,-10 5-2-15,-7 5 2 16,-9 4-2-16,-17 3 2 15,-7 5 0-15,-8-2 3 16,-5 3 4-16,-2-3-2 16,-4-7-15-16,7-1-53 15,4-10-42-15,5-9-33 16,18-6-17-16,15-12-10 16,0 0 2-16,0-38 109 15</inkml:trace>
  <inkml:trace contextRef="#ctx0" brushRef="#br1" timeOffset="165991.64">12848 9678 153 0,'26'0'158'0,"-26"0"-20"15,8 19-28-15,-1-2-4 16,-7-1-20-16,7 10-19 15,-7-2-20-15,6 5-19 16,1-1-26-16,-4 2 0 16,4-3-4-16,2-6-20 15,5 3-54-15,1-8-34 16,1-7-31-16,8-3-18 0,4-12-7 16,8-5-1-16,-1-13 114 15</inkml:trace>
  <inkml:trace contextRef="#ctx0" brushRef="#br1" timeOffset="166283.41">14186 8991 231 0,'23'-7'183'16,"-23"7"-17"-16,0 0-70 15,0 0-24-15,7 29-2 0,-4-1-18 16,-6 8-20-16,3 11-16 16,0 7-26-16,0 6 8 15,3 3-2 1,1-3 3-16,1-3-2 0,-2-5 2 16,4-7-1-16,0-10-59 15,2-4-50-15,-2-7-31 16,-7-24-11-16,19 19-8 15,-19-19 6-15,10-17 44 16</inkml:trace>
  <inkml:trace contextRef="#ctx0" brushRef="#br1" timeOffset="166661.12">13988 9093 171 0,'-19'-16'165'0,"19"16"-2"16,-19-15-47-16,19 15-8 16,0 0-11-16,16-14-15 15,10 17-29-15,3-3-24 16,13 4-28-16,6 3-7 16,5 0 4-16,6 5-3 15,5 3-1-15,-3 3 1 16,-2-1-2-16,-7 7 0 0,-7 2 1 15,-4 7-1-15,-15 3 0 16,-8 6 1 0,-13 1 3-16,-10 6-2 15,-16 4 3-15,-10-1-2 0,-9 2 1 16,-9-2 3-16,-5-5-2 16,2-6 2-16,-7-6-49 15,14-4-50-15,0-9-32 16,12-13-22-16,14-2-13 15,19-7 4-15,-10-19 21 16</inkml:trace>
  <inkml:trace contextRef="#ctx0" brushRef="#br1" timeOffset="166976.12">14738 9439 147 0,'23'5'127'15,"-23"-5"-21"-15,19 14-15 16,-19-14-3-16,12 30-9 16,-2-11-12-16,-6-2-9 15,8 5-18-15,-5-6-11 16,9 0-3-16,-16-16-2 16,32 13-7-16,-12-13-8 15,-1-3 0-15,2-6 0 16,-2-1 1-16,-4-7-3 15,-1-1-4-15,-5-3-1 16,-2-3-5-16,-4-2-2 16,-10-5-43-16,0 9-67 15,-15 10-41-15,-16 5-13 0,-11 15-3 16,-29 10 0-16,-12 20 65 16</inkml:trace>
  <inkml:trace contextRef="#ctx0" brushRef="#br1" timeOffset="170131.46">10274 8883 150 0,'5'-22'91'0,"-5"22"14"16,0 0 10-1,3-19-6-15,-3 19-13 0,7-16-11 16,-7 16-10-1,0 0-16-15,0 0-20 0,19-10-19 16,-19 10-17-16,18 12 0 16,-18-12 2-16,24 24-2 15,-10-8 0-15,1-1-3 16,3-2 0-16,1-1-1 16,-4-4-2-16,1-4 2 15,1-4-2-15,3-5 1 16,2-8-1-16,1-2 3 15,3-4-2-15,3-5 1 16,1-6 1-16,8-1 0 16,-2-4-1-16,3 2 2 15,2 2-2-15,-1 0 2 16,5 0-1-16,-3 7-57 0,3 1-65 16,-2 1-34-16,10 10-17 15,-8-7-12-15,12 13-5 16</inkml:trace>
  <inkml:trace contextRef="#ctx0" brushRef="#br1" timeOffset="170815.69">13158 9330 17 0,'0'0'132'0,"13"-26"-33"15,-13 26-21-15,0-17-2 16,0 17-5-16,0 0-8 16,0 0-9-16,0 0-15 15,0 33-14-15,7-6-4 16,-4 4-11-16,4 4 5 15,-4 1 7-15,10 6 11 0,-6-7-5 16,5-4-2-16,-5-10-4 16,0-6 1-16,-7-15-4 15,26-7-3 1,-7-17-8-16,3-11-10 0,8-11 3 16,8-8-1-16,7-8 3 15,11-9-2-15,6-2 2 16,6 2-3-16,3 9-49 15,4 5-64-15,3 5-39 16,2 12-13-16,-7 2-14 16,3 13-2-16,-14 0 118 15</inkml:trace>
  <inkml:trace contextRef="#ctx0" brushRef="#br1" timeOffset="171303.23">15149 8603 105 0,'0'0'104'16,"-19"3"-50"-16,19-3-18 15,0 0 8-15,0 0 9 0,0 0-5 16,26 21 4-16,-13-5 9 16,2 6 11-16,3 6-4 15,8 7-11-15,-7 1-12 16,7 9-1-16,-4-5-7 15,4 0-7-15,-7-9-16 16,4-7-9-16,0-8 0 16,3-13 1-16,3-13-1 15,6-13-4-15,5-8-3 0,8-11 3 16,4-9 2 0,9-7-2-16,5-4-2 15,9-2-1-15,-1-2 1 16,-1 0-6-16,5 6-61 0,-3 8-61 15,-7 2-36-15,1 12-9 16,-15-4-13-16,2 11-2 16</inkml:trace>
  <inkml:trace contextRef="#ctx0" brushRef="#br1" timeOffset="172083.13">25995 7930 619 0,'0'0'198'15,"0"0"-23"-15,0 0-183 16,0 0-1-16,0 0 6 16,0 0 3-16,-7 17-1 15,14 5-2-15,-2 11 2 16,6 11 4-16,-1 11-1 16,2 11 2-16,-1 6-5 15,1 6 1-15,-2 0-1 0,-5-3 6 16,-6-4-3-16,-6-11 2 15,-4-10 0 1,-11-13-65-16,3-4-48 16,-7-11-32-16,0-15-17 0,-4-7-17 15,1-15-1-15,-3-6 8 16</inkml:trace>
  <inkml:trace contextRef="#ctx0" brushRef="#br1" timeOffset="172445.06">25615 7994 371 0,'7'-38'145'0,"5"6"-21"15,7 12-19 1,11 1-13-16,13 13-23 16,6 0-26-16,11 9-39 15,8 6-1-15,10 6 1 0,7 8 0 16,5 8 1-16,-3 5-1 15,2 9 1-15,-8 4-2 16,-8 6 1-16,-3 4-3 16,-17 2 1-16,-9 1-3 15,-18 2 0-15,-21 2-2 16,-10-2 2-16,-21 0 0 16,-11-2-1-16,-18-3 2 15,-6-5-1-15,-7-6 3 16,-3-6-1-16,2-11-8 15,-2-10-63-15,19-11-52 16,6-10-38-16,15-16-17 16,21-1-9-16,10-18-7 0,26 1 128 15</inkml:trace>
  <inkml:trace contextRef="#ctx0" brushRef="#br1" timeOffset="172812.31">26866 8440 396 0,'52'0'187'0,"-10"-5"-21"16,3 5-70-16,0 7-33 15,-5 0-27-15,2 7-26 16,-6 1-1-16,-1 4-3 16,-9 2-3-16,-7 5 0 15,-8 0-5-15,-11 5 3 0,-11 6-1 16,-8-1-4-16,-7 4 3 15,-5-2-2-15,-9 2 3 16,2-4-1 0,1-3 3-16,3-5 2 0,4-9-3 15,8-6-9-15,22-13-3 16,-14 9 1-16,14-9 1 16,26-14 0-16,7 0 2 15,8-6-1-15,15-1-2 16,8-7 11-16,7-1-47 15,7-6-62-15,0-6-39 16,13 4-21-16,-13-8 0 16,3 5-5-16,-13-8 83 0</inkml:trace>
  <inkml:trace contextRef="#ctx0" brushRef="#br1" timeOffset="173031.37">28055 8349 389 0,'0'0'191'0,"0"0"-21"15,0 0-97-15,0 0-22 16,25 0 2-16,1-4-15 16,-2 1-92-16,2-4-44 15,7 1-33-15,-7 3-18 0,-7 0-15 16,0 8-9-16,-19-5-3 15</inkml:trace>
  <inkml:trace contextRef="#ctx0" brushRef="#br1" timeOffset="173171.71">27871 8606 440 0,'-26'14'143'0,"26"-14"-23"15,-12 18-17-15,12-18-44 16,45-16-104-16,4-8-84 15,19-4-45-15,6-17-8 16,17 0-7-16,-3-14 44 0</inkml:trace>
  <inkml:trace contextRef="#ctx0" brushRef="#br1" timeOffset="173623.8">29078 8186 269 0,'0'0'185'15,"19"26"0"-15,-19-26-81 16,29 3-49-16,-9-8 0 16,-1-11-12-16,3-4-30 0,1-10-5 15,-2-4-5-15,-2-10 2 16,0-2 6-1,-9-6-3-15,-5 0 9 16,-5 0-6-16,-8 5 5 0,-6 2-9 16,-2 9 0-16,-6 8-4 15,3 9-3-15,-2 16 4 16,2 9-5-16,3 17 4 16,0 10-9-16,6 12 9 15,0 14 0-15,1 13 2 16,5 13-2-16,4 12-1 15,4 5-5-15,3 11 2 16,1 5 5-16,-1 1-4 16,2-1 2-16,2-6-2 15,-5-4 0-15,1-5-56 16,-7-14-68-16,-3-17-50 16,3-9-6-16,-14-24-1 0,5-14-4 15,-17-27 63-15</inkml:trace>
  <inkml:trace contextRef="#ctx0" brushRef="#br1" timeOffset="173815.21">28701 8773 505 0,'30'-19'169'16,"11"1"-11"-16,15-4-117 15,12-4-94-15,6-7-63 16,1-9-49-16,10 6-13 0,-7-16-7 16,2 7 10-16</inkml:trace>
  <inkml:trace contextRef="#ctx0" brushRef="#br1" timeOffset="174232.22">29972 7751 212 0,'0'-26'87'0,"0"26"18"0,-9-26 24 15,-1 9-9-15,10 17-13 16,-16-26-7-16,16 26-14 15,-14-17-11 1,14 17-73-16,0 0-2 0,-19-12 0 16,19 12 0-16,0 0 0 15,-22 14-1-15,22-14-10 16,-27 36-4-16,8-5 5 16,0 11 6-16,-3 13 4 15,-4 13 0-15,5 9 0 16,2 10 0-16,7 3-5 15,5 3 6-15,7-3 1 0,3-5-3 16,13-9 7-16,1-8 0 16,6-14-13-16,8-8-82 15,-2-15-52 1,4-17-30-16,9-5-9 16,-5-18-11-16,4-3-8 0</inkml:trace>
  <inkml:trace contextRef="#ctx0" brushRef="#br1" timeOffset="174819.96">30465 7969 483 0,'0'0'198'0,"0"0"-15"16,-4 28-96-16,11 7-44 15,-3 13-14-15,3 11-31 16,1 12-2-16,3 5 1 16,1 6-2-16,-2-5 3 15,2-2 1-15,2-11-3 16,-2-10 3-16,-5-13 1 15,0-10-1-15,0-10 1 0,-7-21 1 16,0 0-1 0,0 0-1-16,-10-33 5 15,-1-3-4-15,3-7 1 16,-6-15 0-16,-2-7 0 0,6-8 2 16,-2-3 0-16,5-2 2 15,3 3-3-15,4 4 1 16,4 7-3-16,6 9 0 15,6 14 0-15,3 8 0 16,7 14-2-16,0 12 1 16,4 8-1-16,2 15 2 15,0 5-1-15,1 6 0 16,-4 8 0-16,-10 0-2 16,-5 1 1-16,-9 4-2 15,-10 0 2-15,-12-4-3 16,-13-1 2-16,-4-4 0 15,-12-5-24-15,1 3-60 0,-3-6-40 16,1-9-31-16,9-2-16 16,5-11 0-16,14-1-2 15</inkml:trace>
  <inkml:trace contextRef="#ctx0" brushRef="#br1" timeOffset="175037.76">31178 8428 393 0,'18'28'181'0,"-13"-11"1"0,-5-17-74 16,0 31-46-16,0-31-25 15,-19 19-126-15,19-19-54 16,-19 0-32-16,19 0 1 15,-18-29-5-15,16-4 2 16</inkml:trace>
  <inkml:trace contextRef="#ctx0" brushRef="#br1" timeOffset="175388.02">31709 7828 310 0,'26'-26'179'0,"-8"12"-5"15,-18 14-56-15,0 0-26 0,-23 20-27 16,-10 5-34-16,-3 6-37 16,-2 5 7-1,-1 1-4-15,3 2 7 16,6-1-6-16,8-1 6 0,10-6 2 16,12-3-4-16,12-4 2 15,17-3-2-15,10-1-1 16,13 1-2-16,14 0 1 15,5 0-2-15,3 0-1 16,1 1 1-16,0 1 0 16,-15-1-2-16,-14 1 1 15,-13-4 1-15,-21-2 1 0,-14 0-1 16,-31-5-65-16,-12 4-40 16,-18 1-31-16,-16-6-24 15,-3 2-18 1,-15-9-10-16,8 1 75 0</inkml:trace>
  <inkml:trace contextRef="#ctx0" brushRef="#br1" timeOffset="175667.04">32567 7532 476 0,'31'51'182'0,"2"19"-3"15,-10 18-113-15,-8 18-54 0,3 18-2 16,-13 13-9-16,-10 14 1 16,-16 4 4-16,-17 6 4 15,-27 9-64-15,-28-4-47 16,-34-5-43-16,-26 0-21 15,-45-19-20-15,-26-10 0 16,-38-30 76-16</inkml:trace>
  <inkml:trace contextRef="#ctx0" brushRef="#br1" timeOffset="178328.42">24969 10431 585 0,'-31'-16'195'0,"5"4"-26"16,0-3-103-16,26 15-58 16,-19-16-8-16,19 16 0 0,0 0 0 15,12 23 0-15,7 4 0 16,10 10-20-16,13 11 9 15,10 9 9-15,14 11 6 16,14 6-5-16,12 4 2 16,5 5-4-16,13 0 3 15,2-1-3-15,3-6-2 16,-6-5 2-16,-8-9-2 16,-9-8 2-16,-12-6 1 15,-14-12 2-15,-12-8 0 16,-18-7 1-16,-6-5 2 15,-11-8 1-15,-19-8 0 16,15 5-42-16,-15-5-85 0,0 0-34 16,-5-20-11-16,-2 4-4 15,-7-15-1-15</inkml:trace>
  <inkml:trace contextRef="#ctx0" brushRef="#br1" timeOffset="178783.43">26380 10048 305 0,'-7'-60'184'0,"-3"10"-15"16,-2 3-45-16,8 16-16 0,-4 3-19 15,8 28-45-15,-4-24-44 16,4 24 0-16,0 0 0 15,-3 27 0 1,6 13-9-16,1 16-5 0,1 18-4 16,2 21 14-16,0 30 4 15,1 31-2-15,3 29-2 16,-4 24 2-16,1 25 3 16,-1 19 2-16,4 19 6 15,-2 11-4-15,1 13-1 16,6 4 3-16,1 3-4 15,2 7 1-15,7-2-2 16,2-11-7-16,5-2 1 0,0-13 0 16,5-17-1-16,2-23-1 15,2-26 5-15,-1-30-2 16,-1-34-1 0,-5-27 6-16,-6-34-5 0,-3-30-35 15,-6-23-50-15,-20-38-36 16,0 0-36-16,13-48-10 15,-23-13 4-15,3-5-6 16</inkml:trace>
  <inkml:trace contextRef="#ctx0" brushRef="#br1" timeOffset="179535.66">24240 11861 577 0,'23'29'173'16,"6"-25"-13"-16,27-8-121 0,18 1-49 15,27-3 11-15,24-4 1 16,28-6-4-16,22-3 3 15,30-5 0-15,21-3 1 16,23-5-6-16,24-4 4 16,26-6-3-16,15 1 0 15,17-4 0-15,22 2-1 16,11-1 1-16,11-1-2 16,9 6 7-16,13 0-4 15,-4 5 6-15,6 1-1 16,9 4 1-16,-2-1-2 15,2 1 2-15,-5 3-2 0,-2-2 0 16,-6 2-2-16,-15 4 0 16,-10 1-2-16,-33 3 3 15,-23 5-2-15,-31 4 2 16,-28 6 0-16,-43 3 0 16,-31 3-1-16,-32-1 0 15,-29 3 1-15,-28 2-2 16,-21 0 2-16,-23-4 1 15,-13 2 2-15,-12-5 0 16,-23 0-2-16,17 7-4 16,-17-7-1-16,0 0 1 15,0 0-2-15,0 0-1 16,-14 6-3-16,14-6 2 0,0 0 3 16,0 0 10-16,-19-2 1 15,19 2-71-15,-36-12-63 16,-6-7-38-16,-14 8-13 15,-27-6-8-15,-11 10-3 16</inkml:trace>
  <inkml:trace contextRef="#ctx0" brushRef="#br1" timeOffset="180371.65">25158 16211 591 0,'4'26'193'16,"-2"0"-2"-16,11 10-143 16,3 12-48-16,20 15 0 15,10 9-11-15,18 17-1 16,7 8 5-16,21 8 2 15,5 1 0-15,20-6 3 0,-1-6 5 16,4-10 1-16,-1-11 1 16,-8-9-2-16,-10-10-4 15,-14-14 3-15,-16-13-78 16,-15-6-48-16,-11-7-29 16,-23-19-22-16,-4-4-11 15,-18-25 0-15</inkml:trace>
  <inkml:trace contextRef="#ctx0" brushRef="#br1" timeOffset="180699.34">26608 16065 598 0,'5'-26'200'15,"-5"26"-49"-15,0 0-77 16,0 16-74-16,0 24 0 15,0 22 0-15,3 21 0 16,1 23 0-16,3 29-3 16,0 20 3-16,1 24 1 15,-1 13-3-15,9 14 3 16,-2 7 2-16,-2 1-3 16,4-4 0-16,1-9 0 15,-1-6 0-15,-6-15-3 16,2-10 2-16,-5-23-3 0,-3-17-36 15,-1-12-38-15,-6-20-31 16,-8-11-52-16,-8-11-9 16,-14-22-14-16,-9-6-2 15,-22-20 100-15</inkml:trace>
  <inkml:trace contextRef="#ctx0" brushRef="#br1" timeOffset="181187.09">24370 18227 256 0,'-19'-3'154'16,"19"3"-21"-16,23-9-13 0,18 0-17 15,27 3-15-15,14-13-6 16,34-2 3-16,26-14-83 16,30-3-2-16,30-12 0 15,25-9 0-15,28-9 0 16,28-8 0-16,21-3 0 16,20-6 0-16,24-2 0 15,11 1 0-15,21-1 0 16,9 4 0-16,10 4 0 0,9 4 0 15,2 4 0 1,-2 9 0-16,-9 5 0 16,-10 8 0-16,-23 11 0 15,-19 7 0-15,-26 8 0 0,-26 8 0 16,-29 3 0-16,-30 1 0 16,-31 6 0-16,-25 0 0 15,-34-4 0-15,-31 1 0 16,-35-1 0-16,-34-8-33 15,-27-1-98-15,-41-2-22 16,-34-5-7-16,-37-1 0 16,-38-5 2-16,-37 2-2 15</inkml:trace>
  <inkml:trace contextRef="#ctx0" brushRef="#br1" timeOffset="181672.26">27894 14845 462 0,'-12'28'179'0,"12"-28"-16"16,-14 27-90-16,17 4-18 16,-3 6-1-16,11 20-17 15,-6 9-37-15,2 8 0 16,3 14 0-16,3 2 0 16,-3-3 0-16,2-6 0 15,-1-11-35-15,-8-17-63 0,6-13-23 16,-9-16-24-16,0-24-24 15,0 0-3-15,-23-43-4 16,11 1 70-16</inkml:trace>
  <inkml:trace contextRef="#ctx0" brushRef="#br1" timeOffset="181979.96">27684 15049 455 0,'-23'-38'186'0,"6"9"-29"16,8 8-29-16,-1 0-33 15,10 21-93-15,16-19-2 16,4 14 0-16,12 5 0 16,11 3 0-16,18 3 0 0,6 6 0 15,15 5 0-15,3 5 0 16,-2 10 0-16,-1 2 0 16,-11 6-4-1,-10 3 7-15,-21 9-2 0,-14 2-1 16,-17 8 0-16,-18 6 0 15,-17-1 0-15,-14 4 0 16,-12-5 0-16,-5-2 0 16,1-3-12-16,-5-16-107 15,9-18-40-15,7-15-1 16,16-17-5-16,9-16 0 16,20-15-5-16</inkml:trace>
  <inkml:trace contextRef="#ctx0" brushRef="#br1" timeOffset="182155.29">29022 15240 629 0,'56'81'107'16,"-23"0"-32"-16,-11 11-179 15,-3 3-23-15,-15-1-32 16,-8 6-19-16,-25-17-8 15,-7 0 130-15</inkml:trace>
  <inkml:trace contextRef="#ctx0" brushRef="#br1" timeOffset="183863.39">24964 9600 528 0,'0'0'173'0,"12"-19"-38"0,-12 19-69 16,0 0-17-16,0 0-42 15,0 0 0-15,0 0 0 16,-3 31-1-16,3-5-1 16,-4 5 1-16,-1 6-6 15,5 4 1-15,0 6-3 16,2-2 1-16,1-4-2 15,8-4 2-15,-1-10-5 0,2-6-2 16,4-9 0 0,1-3-1-16,-1-7 0 15,3-7 1-15,-19 5 1 16,29-23 2-16,-15 7 3 16,-5-4 3-16,1-1 1 0,-1-2 2 15,-6 3 3-15,1-3-2 16,-1 4 5-16,-6 4-1 15,3 15 0-15,-4-25-1 16,4 25 0-16,0 0-2 16,0 0-2-16,0 0-1 15,0 0-3-15,-8 16-1 16,13 5-1-16,-2 5 0 16,8 7 1-16,1 10-1 15,-2 2 2-15,6 3-2 16,-6-1 0-16,-3 1-3 15,-5-3 0-15,-2-1-1 0,-12-3 1 16,-4-3-2-16,-10-6-1 16,-3 0-1-16,-4-7-58 15,-5-3-33-15,1-6-33 16,2-16-23-16,9-2-15 16,4-17-5-16,11 3 40 15</inkml:trace>
  <inkml:trace contextRef="#ctx0" brushRef="#br1" timeOffset="184335.46">25476 9970 293 0,'0'0'135'16,"0"0"-5"-16,0 0-9 15,0 0-17-15,0 0-19 16,0 0-22-16,0 0-32 16,0 0-27-16,0 0-4 15,16 23-3-15,-16-23-1 16,15 29-1-16,-4-8-2 15,-8 3 1-15,4 2-1 0,-10 2 0 16,-4 3 0-16,-4 2 2 16,-4-2 0-1,-5 0 2-15,-2 1 0 16,-1-6 0-16,1 0 1 0,1-4 2 16,5-6 2-16,16-16 5 15,-15 20-3-15,15-20-3 16,0 0 0-16,15 7 0 15,4-14-1-15,11-5-1 16,3 0-58-16,5-7-43 16,7-3-22-16,-1-4-16 15,-3-7-21-15,4 5-6 16,-12-10 7-16</inkml:trace>
  <inkml:trace contextRef="#ctx0" brushRef="#br1" timeOffset="184864.13">25787 9678 293 0,'0'0'194'16,"-19"-23"-11"-16,19 23-70 16,0 0-29-16,-23-7-23 15,23 7-16-15,-7 20-34 16,4-3-31-16,3 4 6 15,-4 3-4-15,8 2 7 0,-1 3 8 16,1-1 12 0,2 0-6-16,7-8 0 15,2-4-1-15,3-4-3 16,1-5 1-16,3-5-2 0,1-4-1 16,-4-3-2-16,4-4 1 15,-3-1 0-15,-4-2 2 16,0-2 2-16,1-2-1 15,-17 16 1-15,23-26 0 16,-23 26 0-16,15-19 1 16,-15 19 0-16,0 0 2 15,0 0 2-15,0 0-1 0,0 0-1 16,0 0 0 0,4 31-1-16,-1-5-1 15,1 7 0-15,1 4-2 16,2 6-2-16,3 2-1 0,2 2-1 15,-1-2-1-15,-8-2 0 16,1-3 2-16,-8-6-3 16,-6-3 0-16,-6-1-59 15,-10-8-43-15,-3-8-27 16,-1 0-20-16,-12-14-7 16,9 0-4-16,-8-14 71 15</inkml:trace>
  <inkml:trace contextRef="#ctx0" brushRef="#br1" timeOffset="185081.07">26302 9915 370 0,'0'43'167'15,"7"11"-49"-15,-3 8-48 16,-4 6-55-16,-4 3-75 16,-6-5-81-16,6 6-26 15,-15-13-13-15,4 9-1 16</inkml:trace>
  <inkml:trace contextRef="#ctx0" brushRef="#br1" timeOffset="185635.7">24487 11134 626 0,'-13'20'189'15,"13"-20"-34"-15,-10 28-118 0,13-7-49 16,6 5-3-16,-2 0 7 16,7 0 1-1,-2-2 1-15,2-5-2 16,5-7 0-16,0-5 0 0,0-10 0 15,0-6 2-15,-1-7 1 16,1-3 3-16,-4-7 2 16,-1 0 2-16,2 0 0 15,-2 1-1-15,-5 2-1 16,1 4 1-16,-10 19 1 16,12-19 2-16,-12 19 1 15,17 12-2-15,-4 7 3 16,2 9 0-16,-1 5 2 0,2 7-3 15,1 5-1-15,-8 3-5 16,-9 2-1-16,-7 2-2 16,-9 0 2-1,-10-4-4-15,-7-6 0 0,-2-2-24 16,-6-12-49-16,4-8-35 16,8-9-21-16,3-18-14 15,17-9-18-15,2-17 2 16,23 2 63-16</inkml:trace>
  <inkml:trace contextRef="#ctx0" brushRef="#br1" timeOffset="185915.55">25032 11260 167 0,'12'29'124'15,"-5"4"9"-15,-7 4-15 16,7 3-13-16,-7-8-18 0,7 3-8 15,-2-14-13-15,5-2-19 16,-10-19-29-16,26 10-20 16,-7-18-1-16,4-6-5 15,-1-9 1-15,-2-4 3 16,-3-6 7-16,-5-4 4 16,-8 3-3-16,-11 3-6 15,-6 10-53-15,-16 5-50 16,-9 14-36-16,-2 18-24 15,-12 8-4-15,-2 20-6 16,-9 4 54-16</inkml:trace>
  <inkml:trace contextRef="#ctx0" brushRef="#br1" timeOffset="186976.17">25129 15922 653 0,'0'0'173'16,"19"-9"-34"-16,-19 9-110 16,0 0-27-16,0 0 4 15,10 15-1-15,-1 6 2 16,-2 7-2-16,3 5-1 15,6 1-4-15,3 3 0 16,4-1-5-16,3-6-1 16,3-8-2-16,-3-5 1 0,0-11 1 15,0-8 0 1,0-5 3-16,-3-5 1 16,-4-5 3-16,-5-6 0 15,-5-1 2-15,1-2 0 0,-7 2 0 16,-1 1-1-16,2 4 1 15,-4 3-2-15,0 16 1 16,0 0 2-16,-9-15 1 16,9 15 0-16,-4 28-1 15,8-2 2-15,-1 5-6 16,6 7 0-16,-2 5 0 16,3 7 0-16,-1 4 0 0,-2 1 0 15,-3-4-3 1,-4-1-5-16,-7-7 3 15,-6 0-2-15,0-8-5 16,-10-6-3-16,4-6-33 16,-7-13-37-16,7-6-36 0,1-10-18 15,3-9-21-15,15-4-8 16,-4-14 6-16,18 2 73 16</inkml:trace>
  <inkml:trace contextRef="#ctx0" brushRef="#br1" timeOffset="187679.29">25611 16228 353 0,'23'-12'154'16,"6"8"-20"-16,4 4-14 15,-7 0-24-15,6 9-18 16,-6-2-26-16,0 7-41 16,-4 3-9-16,-8 4 2 0,-5 7-4 15,-9 3-2-15,-5 0 3 16,-9 4-4-16,2 1 2 15,-6-2-3-15,-4-1 2 16,6-5-4-16,0-7 3 16,16-21-1-16,-17 24-1 15,17-24 1-15,0 0 1 16,23-12 2-16,-2-5-3 16,1-11-41-16,9 0-38 15,-1-8-25-15,-1 0-5 16,1-6 0-16,-1 0-2 15,-10-3 4-15,1 6 25 16,-10-1 64-16,-5 3 68 0,-1 5 65 16,-8 4 5-16,-1 7 3 15,-5 6 2-15,10 15-5 16,-16-16-23 0,16 16-22-16,0 0-30 0,-10 28-40 15,13-11-1-15,4 4-2 16,2 0-4-16,5-1 1 15,5-1 0-15,-4-3 2 16,8-7 2-16,-2-6 2 16,-2-8-1-16,0-7 2 15,0-6 0-15,0-2 1 16,-5-3 2-16,-5-3-2 16,1 0 1-16,-3 5-2 0,-4 6-2 15,-3 15 0-15,6-21 0 16,-6 21-3-16,0 0 1 15,10 26 0-15,-3 0-1 16,5 7 1-16,2 3 3 16,-2 9 3-16,2 4-2 15,-2 4-2-15,-5-2 3 16,-7 2-2-16,-10-4 2 16,-6-3-2-16,-6 1-14 15,-11-9-45-15,0-7-19 16,-2-12-18-16,9-3-26 15,0-14-15-15,7-11-15 16,12-6 3-16,7-11 13 0,15-6 65 16</inkml:trace>
  <inkml:trace contextRef="#ctx0" brushRef="#br1" timeOffset="187820.17">26295 16373 369 0,'26'-5'139'15,"0"10"-15"-15,-7 11-30 16,-1 12-59-16,-13 6-59 15,-7 8-69-15,-5 15-48 16,-19-2-31-16,-3 16-11 16,-23-8 36-16</inkml:trace>
  <inkml:trace contextRef="#ctx0" brushRef="#br1" timeOffset="188312.65">24960 17194 669 0,'0'0'183'16,"0"0"-37"-16,0 0-121 15,0 0-25-15,0 0 0 16,-7 19-4-16,14 3-8 15,2 3 2-15,8 1 4 16,3-2-3-16,6-2 11 16,3-4-3-16,6-10 1 15,1-9 1-15,-1-12 3 16,-2-6 0-16,0-7-2 0,-5-3 3 16,-2-6-3-16,-5 1 2 15,-6 1 1-15,-3 3-6 16,-1 8-2-16,-8 5-3 15,-3 17 2-15,0 0-2 16,16 7 0-16,-6 15 2 16,-1 9-1-16,-2 7 4 15,3 7 4-15,-1 7-2 16,-6 2 4-16,-3 1-3 16,-8-3 3-16,-10-3-2 15,-4-6 3-15,-4-8-18 16,-4-6-47-16,-1-17-24 15,2-5-29-15,3-12-16 0,6-11-11 16,10-10 1-16,10-8-2 16,7-3 15-16</inkml:trace>
  <inkml:trace contextRef="#ctx0" brushRef="#br1" timeOffset="188535.4">25431 17301 222 0,'35'-3'108'0,"-6"10"14"16,1 5-6-16,-8 2-11 15,4 5-17-15,-10-6-12 16,6 1-14-16,-8-8-8 16,5-5-23-16,0-8-26 15,-3-3 1-15,-2-6-4 16,2-6 4-16,-9-4-6 0,-1 0-2 16,-6 2-1-16,-10 1-43 15,-6 11-56-15,-10 9-42 16,-14 6-28-16,-5 14-10 15,-15 4 2-15,-8 12 9 16</inkml:trace>
  <inkml:trace contextRef="#ctx0" brushRef="#br1" timeOffset="212391.91">5854 12823 60 0,'-17'2'41'0,"17"-2"8"16,0 0 10-16,-16-4 14 16,16 4 11-16,0 0 16 15,-19-8 7-15,19 8-4 16,0 0-9-16,-10-16-10 16,10 16-15-16,0 0-15 0,0 0-13 15,0 0-36-15,0 0-5 16,0 0 0-16,0 0 0 15,0 0 0-15,0 0 0 16,0 0-5-16,-16-5-1 16,16 5 2-16,0 0 2 15,0 0 1-15,0 0 0 16,0 0 2-16,0 0-2 16,0 0 1-16,0 0 1 15,0 0 1-15,0 0 0 16,0 0 3-16,0 0 0 15,23 5-2-15,-8-1-2 16,6-3-1-16,10 3 0 0,2-1 0 16,9-3 0-1,3 0 0-15,2 0 0 16,-2-1 0-16,0-3 0 16,-3-1 0-16,-2 1 0 0,-6 3 0 15,-4-1 0-15,-7 0 0 16,-8 0 0-16,-15 2 0 15,23 2 0-15,-23-2 0 16,0 0 0-16,0 0 0 16,0 0-2-16,0 0 0 15,0 0 0-15,0 0 1 16,0 0-9-16,0 0-73 16,21 7-33-16,-21-7-25 0,31-7-8 15,-5-3-16 1,15-2-4-16,12-6-6 15</inkml:trace>
  <inkml:trace contextRef="#ctx0" brushRef="#br1" timeOffset="213111.47">10353 13140 199 0,'0'0'131'0,"0"0"-1"16,-12-19-7-16,12 19-9 15,-3-16-11-15,3 16-14 16,0 0-20-16,0 0-20 15,0 0-33-15,0-17-16 16,0 17 0-16,0 0 0 16,19-14 0-16,-19 14 0 15,33-10-3-15,-11 1-2 16,8 0 1-16,1 4 2 0,2 0 1 16,4 2 0-16,-3 1 1 15,3-2-1 1,-6 4 0-16,-1 0 1 0,-1 2-2 15,-6 0-1-15,-4 1-1 16,-19-3 2-16,21 4-1 16,-21-4 1-16,0 0-1 15,0 0-65-15,0 0-63 16,12 15-31-16,-12-15-25 16,0 0-7-16,0 0-2 15</inkml:trace>
  <inkml:trace contextRef="#ctx0" brushRef="#br1" timeOffset="214079.98">16556 12501 269 0,'3'-21'104'0,"-3"21"-11"16,10-31-4-16,-6 5-14 15,5-1-15-15,-2-8-28 16,-1-1-6-16,3-6 6 16,2 2 1-16,-8-5-3 15,7 5-5-15,-8 4 1 16,5 7-3-16,-3 3-1 15,-1 10-3-15,-3 16-8 16,0 0-7-16,0 0-2 16,0 0-2-16,0 0-1 15,0 0 0-15,0 0-2 0,0 0-5 16,0 0 1-16,0 0 4 16,0 0 0-16,0 0 4 15,0 0-2-15,0 0 1 16,0 0-1-16,0 0 1 15,-16 17 1-15,16-17-4 16,0 0-69-16,0 16-55 16,0-16-37-16,0 0-12 15,-17 14-1-15,17-14-2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48" units="cm"/>
          <inkml:channel name="Y" type="integer" max="15652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000.28839" units="1/cm"/>
          <inkml:channelProperty channel="Y" name="resolution" value="1000.1278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3T05:00:25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11339 3941 297 0,'-29'16'127'16,"-2"-11"-6"-16,1 7-9 0,4-8-15 16,7 4-20-16,2-9-23 15,17 1-22-15,0 0-35 16,10-30-6-16,20 6-4 15,8-7-2-15,17 0 4 16,13-4 4-16,14 7 7 16,11 9-3-16,11 19 5 15,2 23 1-15,9 25 3 16,1 30 2-16,-3 30-3 16,-9 25 4-16,-10 24-4 15,-9 20 2-15,-17 12-6 16,-16 8 1-16,-19-1-3 0,-14-8 2 15,-19-8 3-15,-19-5-2 16,-18-16 2-16,-11-10 1 16,-17-16 2-16,-13-15-3 15,-15-14 5-15,-12-14-5 16,-11-22-2-16,-7-20-4 16,-4-20-3-16,-3-18-1 15,-2-19-1-15,5-13 0 16,8-13-1-16,7-10 1 15,12-1 3-15,10-5 0 16,8 1 4-16,11 3-2 16,10 6 1-16,9 3-3 15,12 3 2-15,9 6-1 0,8 1 0 16,9 4 0-16,2 1 1 16,9 4 0-16,3 2 2 15,0 1 0 1,0 16 1-16,0-22-1 0,0 22 0 15,0 0 0-15,0 0 1 16,0 0 0-16,0 0 1 16,12 28 0-16,-9-1 0 15,-3 8 1-15,0 12 0 16,0 8 0-16,-3 11-3 16,-2 3 2-16,1 4-4 15,-3-1 3-15,4-1-5 16,-1-5 3-16,8-5-3 0,-1-8 5 15,9-8-2 1,2-5 2-16,9-10 2 16,3-8 0-16,16-11-2 15,10-13 3-15,15-17-1 0,18-11-6 16,19-11 3-16,20-8-2 16,15-3 1-16,6-1-3 15,1 4 6-15,-7 8-6 16,-12 10 5-16,-20 8-2 15,-16 11-4-15,-24 10-47 16,-15 11-55-16,-22 8-36 16,-11-1-19-16,-9 5-8 15,-10-21-5-15,0 0 104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3" name="Shape 12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345448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F4F953F6-F0C1-40A6-9C38-B717D1EB5B1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072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DD82B7A7-B7D3-46B0-A431-73C0F2338EC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193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08D7CA75-5C1A-4F21-B794-7EC269EE722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86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53D08423-3266-4744-8F98-4B5365815C8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380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BFAB662E-FEA6-42EA-82CE-B94C42D3600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579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5ADF8257-B9CF-4C7C-94A9-51C1D444CA71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485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F5D7E846-9B6F-4163-9700-BC34A5AFCA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831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C0FAB241-75A4-4910-ACB7-5EED3D5EFB6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198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DAD419AD-FDE0-4561-B22F-C71D055A096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94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35C85063-F2BD-49EB-BAAF-B61774EDFE7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50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530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ADDF444C-A696-47A6-BE89-54F90DD163B9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51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6288" y="4776788"/>
            <a:ext cx="6218237" cy="443547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20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Image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Footer Placeholder 7"/>
          <p:cNvSpPr txBox="1"/>
          <p:nvPr/>
        </p:nvSpPr>
        <p:spPr>
          <a:xfrm>
            <a:off x="3663755" y="9260507"/>
            <a:ext cx="567729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19ECE204/Digital Electronics &amp; Systems, III Semester, B. Tech. (ECE and CSE)</a:t>
            </a:r>
          </a:p>
        </p:txBody>
      </p:sp>
      <p:pic>
        <p:nvPicPr>
          <p:cNvPr id="34" name="ma-math-high-resolution-logo-color.pdf" descr="ma-math-high-resolution-logo-color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0382" y="52348"/>
            <a:ext cx="1000160" cy="1201236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30333" y="9258079"/>
            <a:ext cx="340259" cy="34290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8" name="Image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9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8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7" name="Footer Placeholder 7"/>
          <p:cNvSpPr txBox="1"/>
          <p:nvPr/>
        </p:nvSpPr>
        <p:spPr>
          <a:xfrm>
            <a:off x="4632576" y="9016999"/>
            <a:ext cx="4114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19ECE204/Digital Electronics &amp; Systems, III Semester, B. Tech. (ECE and CSE)</a:t>
            </a:r>
          </a:p>
        </p:txBody>
      </p:sp>
      <p:pic>
        <p:nvPicPr>
          <p:cNvPr id="108" name="ma-math-high-resolution-logo-color.pdf" descr="ma-math-high-resolution-logo-color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0382" y="52348"/>
            <a:ext cx="1000160" cy="1201236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75768" y="9116466"/>
            <a:ext cx="2449389" cy="3488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3 - Part 1        </a:t>
            </a:r>
            <a:fld id="{6B80DFF8-4AB6-47AE-96EA-B1EFD7D91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8102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790529" y="8467322"/>
            <a:ext cx="3026944" cy="66976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xfrm>
            <a:off x="4587520" y="8467322"/>
            <a:ext cx="4120576" cy="66976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xfrm>
            <a:off x="12223331" y="9116466"/>
            <a:ext cx="354264" cy="3488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EACAF-D4B8-4CF7-AEEA-54908E4FB9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99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pic>
        <p:nvPicPr>
          <p:cNvPr id="3" name="ma-math-high-resolution-logo-color.pdf" descr="ma-math-high-resolution-logo-color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00382" y="52348"/>
            <a:ext cx="1000160" cy="120123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30333" y="9116466"/>
            <a:ext cx="340259" cy="3243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Footer Placeholder 7"/>
          <p:cNvSpPr txBox="1"/>
          <p:nvPr/>
        </p:nvSpPr>
        <p:spPr>
          <a:xfrm>
            <a:off x="3663755" y="9260507"/>
            <a:ext cx="567729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4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19ECE204/Digital Electronics &amp; Systems, III Semester, B. Tech. (ECE and CSE)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4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27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14.emf"/><Relationship Id="rId7" Type="http://schemas.openxmlformats.org/officeDocument/2006/relationships/image" Target="../media/image2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.xml"/><Relationship Id="rId5" Type="http://schemas.openxmlformats.org/officeDocument/2006/relationships/image" Target="../media/image26.png"/><Relationship Id="rId4" Type="http://schemas.openxmlformats.org/officeDocument/2006/relationships/customXml" Target="../ink/ink14.xml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customXml" Target="../ink/ink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customXml" Target="../ink/ink19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3.emf"/><Relationship Id="rId7" Type="http://schemas.openxmlformats.org/officeDocument/2006/relationships/customXml" Target="../ink/ink21.xml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customXml" Target="../ink/ink20.x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customXml" Target="../ink/ink27.xml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4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10" Type="http://schemas.openxmlformats.org/officeDocument/2006/relationships/customXml" Target="../ink/ink26.xml"/><Relationship Id="rId4" Type="http://schemas.openxmlformats.org/officeDocument/2006/relationships/customXml" Target="../ink/ink23.xml"/><Relationship Id="rId9" Type="http://schemas.openxmlformats.org/officeDocument/2006/relationships/image" Target="../media/image46.png"/><Relationship Id="rId14" Type="http://schemas.openxmlformats.org/officeDocument/2006/relationships/customXml" Target="../ink/ink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customXml" Target="../ink/ink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customXml" Target="../ink/ink34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64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0.xml"/><Relationship Id="rId5" Type="http://schemas.openxmlformats.org/officeDocument/2006/relationships/image" Target="../media/image63.png"/><Relationship Id="rId4" Type="http://schemas.openxmlformats.org/officeDocument/2006/relationships/customXml" Target="../ink/ink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customXml" Target="../ink/ink4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customXml" Target="../ink/ink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3.png"/><Relationship Id="rId4" Type="http://schemas.openxmlformats.org/officeDocument/2006/relationships/customXml" Target="../ink/ink4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5.png"/><Relationship Id="rId5" Type="http://schemas.openxmlformats.org/officeDocument/2006/relationships/customXml" Target="../ink/ink49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0.png"/><Relationship Id="rId4" Type="http://schemas.openxmlformats.org/officeDocument/2006/relationships/customXml" Target="../ink/ink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51.xml"/><Relationship Id="rId5" Type="http://schemas.openxmlformats.org/officeDocument/2006/relationships/image" Target="../media/image40.png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png"/><Relationship Id="rId5" Type="http://schemas.openxmlformats.org/officeDocument/2006/relationships/customXml" Target="../ink/ink55.xml"/><Relationship Id="rId4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.xml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customXml" Target="../ink/ink60.xml"/><Relationship Id="rId4" Type="http://schemas.openxmlformats.org/officeDocument/2006/relationships/image" Target="../media/image10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2.png"/><Relationship Id="rId4" Type="http://schemas.openxmlformats.org/officeDocument/2006/relationships/customXml" Target="../ink/ink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19ECE204 Digital Electronics and Systems   III Semester  B. Tech. (ECE &amp; CSE) Amrita School of Engineering, Bengaluru"/>
          <p:cNvSpPr txBox="1">
            <a:spLocks noGrp="1"/>
          </p:cNvSpPr>
          <p:nvPr>
            <p:ph type="ctrTitle"/>
          </p:nvPr>
        </p:nvSpPr>
        <p:spPr>
          <a:xfrm>
            <a:off x="1270000" y="1638300"/>
            <a:ext cx="10464800" cy="393397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309625">
              <a:defRPr sz="4240">
                <a:latin typeface="Helvetica Neue"/>
                <a:ea typeface="Helvetica Neue"/>
                <a:cs typeface="Helvetica Neue"/>
                <a:sym typeface="Helvetica Neue"/>
              </a:defRPr>
            </a:pPr>
            <a:br/>
            <a:r>
              <a:t> 19ECE204</a:t>
            </a:r>
            <a:br/>
            <a:r>
              <a:t>Digital Electronics and Systems  </a:t>
            </a:r>
            <a:br/>
            <a:r>
              <a:t>III Semester </a:t>
            </a:r>
            <a:br/>
            <a:r>
              <a:t>B. Tech. (ECE &amp; CSE)</a:t>
            </a:r>
            <a:br/>
            <a:r>
              <a:t>Amrita School of Engineering, Bengaluru</a:t>
            </a:r>
          </a:p>
        </p:txBody>
      </p:sp>
      <p:sp>
        <p:nvSpPr>
          <p:cNvPr id="126" name="Counters"/>
          <p:cNvSpPr txBox="1">
            <a:spLocks noGrp="1"/>
          </p:cNvSpPr>
          <p:nvPr>
            <p:ph type="subTitle" sz="quarter" idx="1"/>
          </p:nvPr>
        </p:nvSpPr>
        <p:spPr>
          <a:xfrm>
            <a:off x="1270000" y="5943600"/>
            <a:ext cx="10464800" cy="1130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r>
              <a:rPr lang="en-US"/>
              <a:t>Synchronous Sequential Circuits</a:t>
            </a:r>
            <a:endParaRPr/>
          </a:p>
        </p:txBody>
      </p:sp>
      <p:pic>
        <p:nvPicPr>
          <p:cNvPr id="127" name="new-logo-color-changed-11-amrita.jpg" descr="new-logo-color-changed-11-amr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764" y="-6431170"/>
            <a:ext cx="4414738" cy="22073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08" y="1036563"/>
            <a:ext cx="11138310" cy="80385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70840" y="190080"/>
              <a:ext cx="8242920" cy="7848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1480" y="180720"/>
                <a:ext cx="8261640" cy="78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617760" y="492840"/>
              <a:ext cx="12292200" cy="7020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400" y="483480"/>
                <a:ext cx="12310920" cy="703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7500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ou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Sequential Circuits</a:t>
            </a:r>
            <a:endParaRPr/>
          </a:p>
        </p:txBody>
      </p:sp>
      <p:sp>
        <p:nvSpPr>
          <p:cNvPr id="134" name="Counter is a special purpose added/subtractor which increments or decrement a count by 1 for Up counter or Down counter respectivel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We considered combinatorial logic circuits in which outputs are fully determined by the present values of the inputs.</a:t>
            </a:r>
          </a:p>
          <a:p>
            <a:pPr marL="0" indent="0">
              <a:buNone/>
            </a:pPr>
            <a:r>
              <a:rPr lang="en-US"/>
              <a:t>We also considered simple storage elements that can be implemented in the form of </a:t>
            </a:r>
            <a:r>
              <a:rPr lang="en-US" err="1"/>
              <a:t>flipflops</a:t>
            </a:r>
            <a:r>
              <a:rPr lang="en-US"/>
              <a:t> for which the output depends on their states rather than the value of the inputs; the inputs cause changes in the state.</a:t>
            </a:r>
          </a:p>
          <a:p>
            <a:pPr marL="0" indent="0">
              <a:buNone/>
            </a:pPr>
            <a:r>
              <a:rPr lang="en-US"/>
              <a:t>In this lecture we deal with a general class of circuits in which the output depend on the past behavior of the circuit, as well on the present values of the inputs.</a:t>
            </a:r>
          </a:p>
          <a:p>
            <a:pPr marL="0" indent="0">
              <a:buNone/>
            </a:pPr>
            <a:r>
              <a:rPr lang="en-US"/>
              <a:t>They are called </a:t>
            </a:r>
            <a:r>
              <a:rPr lang="en-US" i="1"/>
              <a:t>sequential circuits.</a:t>
            </a:r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86822" y="9116466"/>
            <a:ext cx="227281" cy="3243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743520" y="3143160"/>
              <a:ext cx="4514760" cy="2764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4160" y="3133800"/>
                <a:ext cx="4533480" cy="278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Synchronous vs Asynchronous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600"/>
              <a:t>In most cases a clock signal is used to control the operation of a sequential </a:t>
            </a:r>
            <a:r>
              <a:rPr lang="en-US" sz="3600" err="1"/>
              <a:t>circuit.Such</a:t>
            </a:r>
            <a:r>
              <a:rPr lang="en-US" sz="3600"/>
              <a:t> circuit is called </a:t>
            </a:r>
            <a:r>
              <a:rPr lang="en-US" sz="3600" i="1"/>
              <a:t>synchronous</a:t>
            </a:r>
            <a:r>
              <a:rPr lang="en-US" sz="3600"/>
              <a:t>.</a:t>
            </a:r>
          </a:p>
          <a:p>
            <a:pPr marL="0" indent="0">
              <a:buNone/>
            </a:pPr>
            <a:r>
              <a:rPr lang="en-US" sz="3600"/>
              <a:t>• The alternative, in which clock signal is not used, is called </a:t>
            </a:r>
            <a:r>
              <a:rPr lang="en-US" sz="3600" i="1"/>
              <a:t>asynchronous sequential circuits</a:t>
            </a:r>
            <a:r>
              <a:rPr lang="en-US" sz="3600"/>
              <a:t>.</a:t>
            </a:r>
          </a:p>
          <a:p>
            <a:pPr marL="0" indent="0">
              <a:buNone/>
            </a:pPr>
            <a:r>
              <a:rPr lang="en-US" sz="3600"/>
              <a:t>• Synchronous circuits are easier to design and are used in the vast majority of practical applications.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554600" y="6336720"/>
              <a:ext cx="1922760" cy="1491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5240" y="6327360"/>
                <a:ext cx="1941480" cy="150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0326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9" y="1731819"/>
            <a:ext cx="11693235" cy="73013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04480" y="3561480"/>
              <a:ext cx="12310920" cy="2799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120" y="3552120"/>
                <a:ext cx="12329640" cy="28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3701520" y="2418480"/>
              <a:ext cx="1074600" cy="561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2160" y="2409120"/>
                <a:ext cx="1093320" cy="57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58131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381"/>
            <a:ext cx="11425142" cy="62435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50" y="7129489"/>
            <a:ext cx="7963586" cy="17037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082520" y="3144960"/>
              <a:ext cx="11240640" cy="5716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160" y="3135600"/>
                <a:ext cx="11259360" cy="57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1383840" y="3007800"/>
              <a:ext cx="11597400" cy="2099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4480" y="2998440"/>
                <a:ext cx="11616120" cy="21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20204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11" y="290945"/>
            <a:ext cx="10567261" cy="74119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12" y="7550727"/>
            <a:ext cx="10425701" cy="162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133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8" y="1641327"/>
            <a:ext cx="10992212" cy="692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6877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0" y="2117164"/>
            <a:ext cx="10682092" cy="45618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385000" y="222480"/>
              <a:ext cx="10560960" cy="9365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5640" y="213120"/>
                <a:ext cx="10579680" cy="93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94242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04480" y="75240"/>
              <a:ext cx="12821040" cy="9268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120" y="65880"/>
                <a:ext cx="12839760" cy="92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6882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67988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68" y="386255"/>
            <a:ext cx="10375414" cy="69780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31" y="7195855"/>
            <a:ext cx="10006887" cy="25577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3369240" y="8697960"/>
              <a:ext cx="7424640" cy="855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9880" y="8688600"/>
                <a:ext cx="7443360" cy="8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938790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04" y="3218235"/>
            <a:ext cx="11483607" cy="2240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84" y="-3055631"/>
            <a:ext cx="5782327" cy="642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576000" y="262440"/>
              <a:ext cx="12819240" cy="9196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640" y="253080"/>
                <a:ext cx="12837960" cy="9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BB465A-2266-2E69-83A7-E2F502DAD209}"/>
                  </a:ext>
                </a:extLst>
              </p14:cNvPr>
              <p14:cNvContentPartPr/>
              <p14:nvPr/>
            </p14:nvContentPartPr>
            <p14:xfrm>
              <a:off x="11671913" y="1059693"/>
              <a:ext cx="25473" cy="2547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BB465A-2266-2E69-83A7-E2F502DAD2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98263" y="-213957"/>
                <a:ext cx="2547300" cy="2547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099428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04" y="3218235"/>
            <a:ext cx="11483607" cy="2240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218" y="2401926"/>
            <a:ext cx="5782327" cy="642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576000" y="262440"/>
              <a:ext cx="12819240" cy="9196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640" y="253080"/>
                <a:ext cx="12837960" cy="9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1643760" y="3051720"/>
              <a:ext cx="6093000" cy="5978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34400" y="3042360"/>
                <a:ext cx="6111720" cy="59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/>
              <p14:cNvContentPartPr/>
              <p14:nvPr/>
            </p14:nvContentPartPr>
            <p14:xfrm>
              <a:off x="572760" y="6500160"/>
              <a:ext cx="6186240" cy="3150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3400" y="6490800"/>
                <a:ext cx="6204960" cy="31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93107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44865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054" y="254000"/>
            <a:ext cx="10057245" cy="1560945"/>
          </a:xfrm>
        </p:spPr>
        <p:txBody>
          <a:bodyPr/>
          <a:lstStyle/>
          <a:p>
            <a:r>
              <a:rPr lang="en-US"/>
              <a:t>State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82" y="1560204"/>
            <a:ext cx="11090881" cy="20004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-416" t="-9847" r="416" b="9847"/>
          <a:stretch/>
        </p:blipFill>
        <p:spPr>
          <a:xfrm>
            <a:off x="2074864" y="3547455"/>
            <a:ext cx="7992904" cy="5152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811AAB-7849-4BDB-43D0-E17CF1C60761}"/>
                  </a:ext>
                </a:extLst>
              </p14:cNvPr>
              <p14:cNvContentPartPr/>
              <p14:nvPr/>
            </p14:nvContentPartPr>
            <p14:xfrm>
              <a:off x="11088668" y="7886896"/>
              <a:ext cx="20264" cy="2026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811AAB-7849-4BDB-43D0-E17CF1C607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75468" y="6873696"/>
                <a:ext cx="2026400" cy="20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44326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Table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99" y="2899926"/>
            <a:ext cx="9563910" cy="399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215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Table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668" y="2413000"/>
            <a:ext cx="8559332" cy="68826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674800" y="932400"/>
              <a:ext cx="10299600" cy="8360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5440" y="923040"/>
                <a:ext cx="10318320" cy="83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9744480" y="2625480"/>
              <a:ext cx="3097800" cy="6317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35120" y="2616120"/>
                <a:ext cx="3116520" cy="63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92193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State Assignment(1)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82" y="2412999"/>
            <a:ext cx="8770818" cy="690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951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53" y="554254"/>
            <a:ext cx="10685738" cy="83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395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58" y="609600"/>
            <a:ext cx="10847597" cy="835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935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772" y="1328012"/>
            <a:ext cx="8720381" cy="4991145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500" y="254000"/>
            <a:ext cx="11099800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sz="6000"/>
              <a:t>State Assignment(4)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25" y="6463135"/>
            <a:ext cx="4763811" cy="2353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09" y="3090718"/>
            <a:ext cx="5738456" cy="4515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8138520" y="3961440"/>
              <a:ext cx="2998440" cy="13057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29160" y="3952080"/>
                <a:ext cx="3017160" cy="13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/>
              <p14:cNvContentPartPr/>
              <p14:nvPr/>
            </p14:nvContentPartPr>
            <p14:xfrm>
              <a:off x="7916688" y="2936225"/>
              <a:ext cx="4817880" cy="6057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07328" y="2926865"/>
                <a:ext cx="4836600" cy="60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2908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64040" y="24840"/>
              <a:ext cx="12504600" cy="9589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680" y="15480"/>
                <a:ext cx="12523320" cy="9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3CC841-9FAE-6B9F-C31C-CCC553B13441}"/>
                  </a:ext>
                </a:extLst>
              </p14:cNvPr>
              <p14:cNvContentPartPr/>
              <p14:nvPr/>
            </p14:nvContentPartPr>
            <p14:xfrm>
              <a:off x="3736098" y="242967"/>
              <a:ext cx="28083" cy="53507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3CC841-9FAE-6B9F-C31C-CCC553B134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18324" y="225131"/>
                <a:ext cx="63276" cy="88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3D1B47-352C-12C5-0D1E-1C7BA07937F3}"/>
                  </a:ext>
                </a:extLst>
              </p14:cNvPr>
              <p14:cNvContentPartPr/>
              <p14:nvPr/>
            </p14:nvContentPartPr>
            <p14:xfrm>
              <a:off x="3476332" y="96937"/>
              <a:ext cx="1805213" cy="71276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3D1B47-352C-12C5-0D1E-1C7BA07937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58334" y="78947"/>
                <a:ext cx="1840849" cy="748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95BAE7-ADF5-4C62-0B3B-1ACB56FA2700}"/>
                  </a:ext>
                </a:extLst>
              </p14:cNvPr>
              <p14:cNvContentPartPr/>
              <p14:nvPr/>
            </p14:nvContentPartPr>
            <p14:xfrm>
              <a:off x="1489182" y="155934"/>
              <a:ext cx="1306221" cy="96078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95BAE7-ADF5-4C62-0B3B-1ACB56FA27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71185" y="137942"/>
                <a:ext cx="1341855" cy="996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25DD68-C558-C614-3B6A-A8F1FC5F8C59}"/>
                  </a:ext>
                </a:extLst>
              </p14:cNvPr>
              <p14:cNvContentPartPr/>
              <p14:nvPr/>
            </p14:nvContentPartPr>
            <p14:xfrm>
              <a:off x="1747914" y="1402759"/>
              <a:ext cx="303547" cy="58671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25DD68-C558-C614-3B6A-A8F1FC5F8C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9931" y="1384871"/>
                <a:ext cx="339153" cy="94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014C66-7698-B8AC-4EA6-ABA99B71E14B}"/>
                  </a:ext>
                </a:extLst>
              </p14:cNvPr>
              <p14:cNvContentPartPr/>
              <p14:nvPr/>
            </p14:nvContentPartPr>
            <p14:xfrm>
              <a:off x="3851215" y="1316376"/>
              <a:ext cx="249043" cy="5180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014C66-7698-B8AC-4EA6-ABA99B71E1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33247" y="1298513"/>
                <a:ext cx="284621" cy="87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5CE1D6-16FA-E847-42E4-ADC4EAF4F362}"/>
                  </a:ext>
                </a:extLst>
              </p14:cNvPr>
              <p14:cNvContentPartPr/>
              <p14:nvPr/>
            </p14:nvContentPartPr>
            <p14:xfrm>
              <a:off x="7448584" y="1178395"/>
              <a:ext cx="298731" cy="50947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5CE1D6-16FA-E847-42E4-ADC4EAF4F3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30610" y="1160456"/>
                <a:ext cx="334320" cy="864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41908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44699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58280" y="349560"/>
              <a:ext cx="11714040" cy="7716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920" y="340200"/>
                <a:ext cx="11732760" cy="773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85764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289"/>
            <a:ext cx="8273436" cy="75356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105" y="4185198"/>
            <a:ext cx="5582088" cy="47094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8030880" y="8472240"/>
              <a:ext cx="626040" cy="346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1520" y="8462880"/>
                <a:ext cx="644760" cy="3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876195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4000" y="160920"/>
              <a:ext cx="12873240" cy="9345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40" y="151560"/>
                <a:ext cx="12891960" cy="93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886089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00160" y="183240"/>
              <a:ext cx="12389040" cy="8869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00" y="173880"/>
                <a:ext cx="12407760" cy="888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69529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97" y="1314747"/>
            <a:ext cx="11138310" cy="80385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70840" y="190080"/>
              <a:ext cx="8242920" cy="7848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1480" y="180720"/>
                <a:ext cx="8261640" cy="78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617760" y="492840"/>
              <a:ext cx="12292200" cy="7020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400" y="483480"/>
                <a:ext cx="12310920" cy="703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58383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0" y="2117164"/>
            <a:ext cx="10682092" cy="45618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385000" y="222480"/>
              <a:ext cx="10560960" cy="9365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5640" y="213120"/>
                <a:ext cx="10579680" cy="93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551717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04480" y="75240"/>
              <a:ext cx="12821040" cy="9268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120" y="65880"/>
                <a:ext cx="12839760" cy="92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091656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60" y="2108745"/>
            <a:ext cx="7846722" cy="53865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052880" y="3667320"/>
              <a:ext cx="4525920" cy="3803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3520" y="3657960"/>
                <a:ext cx="4544640" cy="38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6092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Mealy state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" y="2403739"/>
            <a:ext cx="12627327" cy="23452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24520" y="226800"/>
              <a:ext cx="12370320" cy="9279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160" y="217440"/>
                <a:ext cx="12389040" cy="92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152861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Mealy state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2413000"/>
            <a:ext cx="10314848" cy="19157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09" y="4793673"/>
            <a:ext cx="10693117" cy="3449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6173" y="8506256"/>
            <a:ext cx="644246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Sequence of input –output &amp; State Diagram</a:t>
            </a:r>
          </a:p>
        </p:txBody>
      </p:sp>
    </p:spTree>
    <p:extLst>
      <p:ext uri="{BB962C8B-B14F-4D97-AF65-F5344CB8AC3E}">
        <p14:creationId xmlns:p14="http://schemas.microsoft.com/office/powerpoint/2010/main" val="49860273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" y="1333500"/>
            <a:ext cx="7564687" cy="26726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6" y="4612593"/>
            <a:ext cx="7329407" cy="32391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7656" y="2669845"/>
            <a:ext cx="319638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State TABLE for FSM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3893" y="5884938"/>
            <a:ext cx="488915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State ASSIGNED</a:t>
            </a:r>
            <a:r>
              <a:rPr kumimoji="0" lang="en-US" sz="2400" b="1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TABLE for FSM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898200" y="109800"/>
              <a:ext cx="11804040" cy="9295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8840" y="100440"/>
                <a:ext cx="11822760" cy="9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1167480" y="2782440"/>
              <a:ext cx="11896560" cy="6404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8120" y="2773080"/>
                <a:ext cx="11915280" cy="64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13066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Circuit for Mealy FSM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40" y="3933928"/>
            <a:ext cx="7593246" cy="346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429080" y="4256640"/>
              <a:ext cx="4573440" cy="1587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9720" y="4247280"/>
                <a:ext cx="4592160" cy="16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936971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4000" y="160920"/>
              <a:ext cx="12873240" cy="9345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40" y="151560"/>
                <a:ext cx="12891960" cy="9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9365040" y="410760"/>
              <a:ext cx="2784960" cy="697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55680" y="401400"/>
                <a:ext cx="2803680" cy="7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65558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90800" y="237600"/>
              <a:ext cx="12265560" cy="8344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440" y="228240"/>
                <a:ext cx="12284280" cy="836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26004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11419" y="194499"/>
              <a:ext cx="12389040" cy="8869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059" y="185139"/>
                <a:ext cx="12407760" cy="888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6171120" y="187560"/>
              <a:ext cx="5002200" cy="642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1760" y="178200"/>
                <a:ext cx="5020920" cy="66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89764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44800" y="162000"/>
              <a:ext cx="12569400" cy="7561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440" y="152640"/>
                <a:ext cx="12588120" cy="758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03508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63810" y="8466945"/>
            <a:ext cx="3026944" cy="6696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6D82C5F8-16D4-42E7-8E88-04DC51D3B0F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4" name="Rectangle 1"/>
          <p:cNvSpPr>
            <a:spLocks noGrp="1" noChangeArrowheads="1"/>
          </p:cNvSpPr>
          <p:nvPr>
            <p:ph type="title"/>
          </p:nvPr>
        </p:nvSpPr>
        <p:spPr>
          <a:xfrm>
            <a:off x="743425" y="481793"/>
            <a:ext cx="11425791" cy="1628159"/>
          </a:xfrm>
        </p:spPr>
        <p:txBody>
          <a:bodyPr lIns="50800" tIns="50065" rIns="50800" bIns="50800" anchor="ctr">
            <a:normAutofit fontScale="90000"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/>
              <a:t>Sequential Circuit Design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8432" y="1909249"/>
            <a:ext cx="10217473" cy="6313985"/>
          </a:xfrm>
        </p:spPr>
        <p:txBody>
          <a:bodyPr lIns="50800" tIns="31858" rIns="50800" bIns="50800" anchor="ctr">
            <a:normAutofit fontScale="55000" lnSpcReduction="20000"/>
          </a:bodyPr>
          <a:lstStyle/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612"/>
              <a:t> </a:t>
            </a:r>
            <a:r>
              <a:rPr lang="en-US" altLang="en-US" sz="3096"/>
              <a:t>Understand specifications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Draw state graph (to describe state machine behavior)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Construct state table (from state graph)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Perform state minimization (if necessary)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Encode states (aka. state assignment)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Create state-assigned table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Select type of Flip-Flop to use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Determine Flip-Flop input equations and FSM output     equation(s)</a:t>
            </a:r>
          </a:p>
          <a:p>
            <a:pPr marL="557065" indent="-417799">
              <a:buClr>
                <a:srgbClr val="800000"/>
              </a:buClr>
              <a:buFont typeface="Times New Roman" panose="02020603050405020304" pitchFamily="18" charset="0"/>
              <a:buChar char="•"/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</a:tabLst>
            </a:pPr>
            <a:r>
              <a:rPr lang="en-US" altLang="en-US" sz="3096"/>
              <a:t> Draw logic diagram</a:t>
            </a:r>
          </a:p>
        </p:txBody>
      </p:sp>
    </p:spTree>
    <p:extLst>
      <p:ext uri="{BB962C8B-B14F-4D97-AF65-F5344CB8AC3E}">
        <p14:creationId xmlns:p14="http://schemas.microsoft.com/office/powerpoint/2010/main" val="184508766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3968FF0C-9462-4328-AE74-C2868C0215D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1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14342" name="Text Box 2"/>
          <p:cNvSpPr txBox="1">
            <a:spLocks noChangeArrowheads="1"/>
          </p:cNvSpPr>
          <p:nvPr/>
        </p:nvSpPr>
        <p:spPr bwMode="auto">
          <a:xfrm>
            <a:off x="1146880" y="2374145"/>
            <a:ext cx="10708993" cy="243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To illustrate the design of a clocked Mealy sequential circuit, we will design a </a:t>
            </a:r>
            <a:r>
              <a:rPr lang="en-US" altLang="en-US" sz="3354" u="sng">
                <a:solidFill>
                  <a:srgbClr val="000080"/>
                </a:solidFill>
              </a:rPr>
              <a:t>sequence detector</a:t>
            </a:r>
            <a:r>
              <a:rPr lang="en-US" altLang="en-US" sz="3354">
                <a:solidFill>
                  <a:srgbClr val="000080"/>
                </a:solidFill>
              </a:rPr>
              <a:t>. 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The circuit is of the form:</a:t>
            </a:r>
          </a:p>
        </p:txBody>
      </p:sp>
      <p:pic>
        <p:nvPicPr>
          <p:cNvPr id="143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105" y="5079553"/>
            <a:ext cx="4718592" cy="257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44" name="Text Box 4"/>
          <p:cNvSpPr txBox="1">
            <a:spLocks noChangeArrowheads="1"/>
          </p:cNvSpPr>
          <p:nvPr/>
        </p:nvSpPr>
        <p:spPr bwMode="auto">
          <a:xfrm>
            <a:off x="1245184" y="6236674"/>
            <a:ext cx="3303425" cy="48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6107" tIns="74309" rIns="116107" bIns="58054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>
              <a:lnSpc>
                <a:spcPct val="95000"/>
              </a:lnSpc>
            </a:pPr>
            <a:r>
              <a:rPr lang="en-US" altLang="en-US" sz="2580">
                <a:solidFill>
                  <a:srgbClr val="0000FF"/>
                </a:solidFill>
                <a:latin typeface="Times New Roman" panose="02020603050405020304" pitchFamily="18" charset="0"/>
              </a:rPr>
              <a:t>serial bit stream (input)</a:t>
            </a:r>
          </a:p>
        </p:txBody>
      </p:sp>
      <p:sp>
        <p:nvSpPr>
          <p:cNvPr id="14345" name="Line 5"/>
          <p:cNvSpPr>
            <a:spLocks noChangeShapeType="1"/>
          </p:cNvSpPr>
          <p:nvPr/>
        </p:nvSpPr>
        <p:spPr bwMode="auto">
          <a:xfrm flipV="1">
            <a:off x="2885633" y="5693953"/>
            <a:ext cx="1179648" cy="59392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096"/>
          </a:p>
        </p:txBody>
      </p:sp>
      <p:sp>
        <p:nvSpPr>
          <p:cNvPr id="14346" name="Text Box 6"/>
          <p:cNvSpPr txBox="1">
            <a:spLocks noChangeArrowheads="1"/>
          </p:cNvSpPr>
          <p:nvPr/>
        </p:nvSpPr>
        <p:spPr bwMode="auto">
          <a:xfrm>
            <a:off x="8693762" y="6685184"/>
            <a:ext cx="3469312" cy="485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6107" tIns="74309" rIns="116107" bIns="58054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>
              <a:lnSpc>
                <a:spcPct val="95000"/>
              </a:lnSpc>
            </a:pPr>
            <a:r>
              <a:rPr lang="en-US" altLang="en-US" sz="2580">
                <a:solidFill>
                  <a:srgbClr val="800000"/>
                </a:solidFill>
                <a:latin typeface="Times New Roman" panose="02020603050405020304" pitchFamily="18" charset="0"/>
              </a:rPr>
              <a:t>output (serial bit stream)</a:t>
            </a:r>
          </a:p>
        </p:txBody>
      </p:sp>
      <p:sp>
        <p:nvSpPr>
          <p:cNvPr id="14347" name="Line 7"/>
          <p:cNvSpPr>
            <a:spLocks noChangeShapeType="1"/>
          </p:cNvSpPr>
          <p:nvPr/>
        </p:nvSpPr>
        <p:spPr bwMode="auto">
          <a:xfrm flipH="1" flipV="1">
            <a:off x="8798209" y="5880322"/>
            <a:ext cx="299008" cy="888832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096"/>
          </a:p>
        </p:txBody>
      </p:sp>
    </p:spTree>
    <p:extLst>
      <p:ext uri="{BB962C8B-B14F-4D97-AF65-F5344CB8AC3E}">
        <p14:creationId xmlns:p14="http://schemas.microsoft.com/office/powerpoint/2010/main" val="2770973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E644BE69-0AEE-4F60-B294-93F53155ABE2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446977"/>
            <a:ext cx="11702272" cy="1511424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16390" name="Text Box 2"/>
          <p:cNvSpPr txBox="1">
            <a:spLocks noChangeArrowheads="1"/>
          </p:cNvSpPr>
          <p:nvPr/>
        </p:nvSpPr>
        <p:spPr bwMode="auto">
          <a:xfrm>
            <a:off x="706562" y="2079234"/>
            <a:ext cx="11806719" cy="370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Suppose we want to design the sequence detector so that any input sequence ending in </a:t>
            </a:r>
            <a:r>
              <a:rPr lang="en-US" altLang="en-US" sz="3354" u="sng">
                <a:solidFill>
                  <a:srgbClr val="000080"/>
                </a:solidFill>
              </a:rPr>
              <a:t>101</a:t>
            </a:r>
            <a:r>
              <a:rPr lang="en-US" altLang="en-US" sz="3354">
                <a:solidFill>
                  <a:srgbClr val="000080"/>
                </a:solidFill>
              </a:rPr>
              <a:t> will produce an output of  </a:t>
            </a:r>
            <a:r>
              <a:rPr lang="en-US" altLang="en-US" sz="3354" i="1">
                <a:solidFill>
                  <a:srgbClr val="000080"/>
                </a:solidFill>
              </a:rPr>
              <a:t>Z</a:t>
            </a:r>
            <a:r>
              <a:rPr lang="en-US" altLang="en-US" sz="3354">
                <a:solidFill>
                  <a:srgbClr val="000080"/>
                </a:solidFill>
              </a:rPr>
              <a:t> = 1 coincident with the last 1. 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The circuit </a:t>
            </a:r>
            <a:r>
              <a:rPr lang="en-US" altLang="en-US" sz="3354" u="sng">
                <a:solidFill>
                  <a:srgbClr val="000080"/>
                </a:solidFill>
              </a:rPr>
              <a:t>does not reset</a:t>
            </a:r>
            <a:r>
              <a:rPr lang="en-US" altLang="en-US" sz="3354">
                <a:solidFill>
                  <a:srgbClr val="000080"/>
                </a:solidFill>
              </a:rPr>
              <a:t> when a 1 output occurs. 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A typical input sequence and the corresponding output sequence are:</a:t>
            </a:r>
          </a:p>
        </p:txBody>
      </p:sp>
      <p:sp>
        <p:nvSpPr>
          <p:cNvPr id="16391" name="Text Box 3"/>
          <p:cNvSpPr txBox="1">
            <a:spLocks noChangeArrowheads="1"/>
          </p:cNvSpPr>
          <p:nvPr/>
        </p:nvSpPr>
        <p:spPr bwMode="auto">
          <a:xfrm>
            <a:off x="1802241" y="6038017"/>
            <a:ext cx="10141696" cy="203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096" i="1">
                <a:solidFill>
                  <a:srgbClr val="008000"/>
                </a:solidFill>
              </a:rPr>
              <a:t>X </a:t>
            </a:r>
            <a:r>
              <a:rPr lang="en-US" altLang="en-US" sz="3096">
                <a:solidFill>
                  <a:srgbClr val="008000"/>
                </a:solidFill>
              </a:rPr>
              <a:t>=</a:t>
            </a:r>
            <a:r>
              <a:rPr lang="en-US" altLang="en-US" sz="3096" i="1">
                <a:solidFill>
                  <a:srgbClr val="008000"/>
                </a:solidFill>
              </a:rPr>
              <a:t> </a:t>
            </a:r>
            <a:r>
              <a:rPr lang="en-US" altLang="en-US" sz="3096">
                <a:solidFill>
                  <a:srgbClr val="008000"/>
                </a:solidFill>
              </a:rPr>
              <a:t>	0  0  1  1  0  1  1  0  0  1  0   1    0    1    0    0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096" i="1">
                <a:solidFill>
                  <a:srgbClr val="008080"/>
                </a:solidFill>
              </a:rPr>
              <a:t>Z</a:t>
            </a:r>
            <a:r>
              <a:rPr lang="en-US" altLang="en-US" sz="3096">
                <a:solidFill>
                  <a:srgbClr val="008080"/>
                </a:solidFill>
              </a:rPr>
              <a:t> =	0  0  0  0  0  1  0  0  0  0  0   1    0    1    0    0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096">
                <a:solidFill>
                  <a:srgbClr val="663300"/>
                </a:solidFill>
              </a:rPr>
              <a:t>(time:	0  1  2  3  4  5  6  7  8  9 10 11  12  13  14  15)</a:t>
            </a:r>
          </a:p>
        </p:txBody>
      </p:sp>
    </p:spTree>
    <p:extLst>
      <p:ext uri="{BB962C8B-B14F-4D97-AF65-F5344CB8AC3E}">
        <p14:creationId xmlns:p14="http://schemas.microsoft.com/office/powerpoint/2010/main" val="1492040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1ECA6982-8772-4CBE-BAB5-97BCA2E426C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446977"/>
            <a:ext cx="11702272" cy="1511424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18438" name="Text Box 2"/>
          <p:cNvSpPr txBox="1">
            <a:spLocks noChangeArrowheads="1"/>
          </p:cNvSpPr>
          <p:nvPr/>
        </p:nvSpPr>
        <p:spPr bwMode="auto">
          <a:xfrm>
            <a:off x="753665" y="2886146"/>
            <a:ext cx="11804672" cy="422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Initially, we </a:t>
            </a:r>
            <a:r>
              <a:rPr lang="en-US" altLang="en-US" sz="3354" u="sng">
                <a:solidFill>
                  <a:srgbClr val="000080"/>
                </a:solidFill>
              </a:rPr>
              <a:t>do not know how many flip-flops</a:t>
            </a:r>
            <a:r>
              <a:rPr lang="en-US" altLang="en-US" sz="3354">
                <a:solidFill>
                  <a:srgbClr val="000080"/>
                </a:solidFill>
              </a:rPr>
              <a:t> will be required, so we will designate the circuit states as </a:t>
            </a:r>
            <a:r>
              <a:rPr lang="en-US" altLang="en-US" sz="3354" i="1">
                <a:solidFill>
                  <a:srgbClr val="000080"/>
                </a:solidFill>
              </a:rPr>
              <a:t>S</a:t>
            </a:r>
            <a:r>
              <a:rPr lang="en-US" altLang="en-US" sz="3354" baseline="-25000">
                <a:solidFill>
                  <a:srgbClr val="000080"/>
                </a:solidFill>
              </a:rPr>
              <a:t>0</a:t>
            </a:r>
            <a:r>
              <a:rPr lang="en-US" altLang="en-US" sz="3354">
                <a:solidFill>
                  <a:srgbClr val="000080"/>
                </a:solidFill>
              </a:rPr>
              <a:t>, </a:t>
            </a:r>
            <a:r>
              <a:rPr lang="en-US" altLang="en-US" sz="3354" i="1">
                <a:solidFill>
                  <a:srgbClr val="000080"/>
                </a:solidFill>
              </a:rPr>
              <a:t>S</a:t>
            </a:r>
            <a:r>
              <a:rPr lang="en-US" altLang="en-US" sz="3354" baseline="-25000">
                <a:solidFill>
                  <a:srgbClr val="000080"/>
                </a:solidFill>
              </a:rPr>
              <a:t>1</a:t>
            </a:r>
            <a:r>
              <a:rPr lang="en-US" altLang="en-US" sz="3354">
                <a:solidFill>
                  <a:srgbClr val="000080"/>
                </a:solidFill>
              </a:rPr>
              <a:t>, etc. 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We will start with a </a:t>
            </a:r>
            <a:r>
              <a:rPr lang="en-US" altLang="en-US" sz="3354" u="sng">
                <a:solidFill>
                  <a:srgbClr val="000080"/>
                </a:solidFill>
              </a:rPr>
              <a:t>reset state</a:t>
            </a:r>
            <a:r>
              <a:rPr lang="en-US" altLang="en-US" sz="3354">
                <a:solidFill>
                  <a:srgbClr val="000080"/>
                </a:solidFill>
              </a:rPr>
              <a:t> designated </a:t>
            </a:r>
            <a:r>
              <a:rPr lang="en-US" altLang="en-US" sz="3354" i="1">
                <a:solidFill>
                  <a:srgbClr val="000080"/>
                </a:solidFill>
              </a:rPr>
              <a:t>S</a:t>
            </a:r>
            <a:r>
              <a:rPr lang="en-US" altLang="en-US" sz="3354" baseline="-25000">
                <a:solidFill>
                  <a:srgbClr val="000080"/>
                </a:solidFill>
              </a:rPr>
              <a:t>0</a:t>
            </a:r>
            <a:r>
              <a:rPr lang="en-US" altLang="en-US" sz="3354">
                <a:solidFill>
                  <a:srgbClr val="000080"/>
                </a:solidFill>
              </a:rPr>
              <a:t>. </a:t>
            </a:r>
          </a:p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If a 0 input is received, the circuit can stay in </a:t>
            </a:r>
            <a:r>
              <a:rPr lang="en-US" altLang="en-US" sz="3354" i="1">
                <a:solidFill>
                  <a:srgbClr val="000080"/>
                </a:solidFill>
              </a:rPr>
              <a:t>S</a:t>
            </a:r>
            <a:r>
              <a:rPr lang="en-US" altLang="en-US" sz="3354" baseline="-25000">
                <a:solidFill>
                  <a:srgbClr val="000080"/>
                </a:solidFill>
              </a:rPr>
              <a:t>0</a:t>
            </a:r>
            <a:r>
              <a:rPr lang="en-US" altLang="en-US" sz="3354">
                <a:solidFill>
                  <a:srgbClr val="000080"/>
                </a:solidFill>
              </a:rPr>
              <a:t> because the input sequence we are looking for does not start with a 0. </a:t>
            </a:r>
          </a:p>
        </p:txBody>
      </p:sp>
    </p:spTree>
    <p:extLst>
      <p:ext uri="{BB962C8B-B14F-4D97-AF65-F5344CB8AC3E}">
        <p14:creationId xmlns:p14="http://schemas.microsoft.com/office/powerpoint/2010/main" val="4198136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223331" y="9140857"/>
            <a:ext cx="354264" cy="348813"/>
          </a:xfrm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FE92A9B0-4BAF-4437-B1F2-D267ADC4F71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3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pic>
        <p:nvPicPr>
          <p:cNvPr id="225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97" y="2613761"/>
            <a:ext cx="6238208" cy="3969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35" name="Text Box 3"/>
          <p:cNvSpPr txBox="1">
            <a:spLocks noChangeArrowheads="1"/>
          </p:cNvSpPr>
          <p:nvPr/>
        </p:nvSpPr>
        <p:spPr bwMode="auto">
          <a:xfrm>
            <a:off x="3592193" y="7131648"/>
            <a:ext cx="5820416" cy="559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6107" tIns="77560" rIns="116107" bIns="58054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>
              <a:lnSpc>
                <a:spcPct val="95000"/>
              </a:lnSpc>
            </a:pPr>
            <a:r>
              <a:rPr lang="en-US" altLang="en-US" sz="3096">
                <a:solidFill>
                  <a:srgbClr val="0000FF"/>
                </a:solidFill>
                <a:latin typeface="Times New Roman" panose="02020603050405020304" pitchFamily="18" charset="0"/>
              </a:rPr>
              <a:t>State Graph for the </a:t>
            </a:r>
            <a:r>
              <a:rPr lang="en-US" altLang="en-US" sz="3096" u="sng">
                <a:solidFill>
                  <a:srgbClr val="0000FF"/>
                </a:solidFill>
                <a:latin typeface="Times New Roman" panose="02020603050405020304" pitchFamily="18" charset="0"/>
              </a:rPr>
              <a:t>Mealy</a:t>
            </a:r>
            <a:r>
              <a:rPr lang="en-US" altLang="en-US" sz="3096">
                <a:solidFill>
                  <a:srgbClr val="0000FF"/>
                </a:solidFill>
                <a:latin typeface="Times New Roman" panose="02020603050405020304" pitchFamily="18" charset="0"/>
              </a:rPr>
              <a:t> Machine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4869000" y="1944360"/>
              <a:ext cx="3095280" cy="4235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59640" y="1935000"/>
                <a:ext cx="3114000" cy="425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83561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08BFE616-5B74-4F66-8574-E5E795070AE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24582" name="Text Box 2"/>
          <p:cNvSpPr txBox="1">
            <a:spLocks noChangeArrowheads="1"/>
          </p:cNvSpPr>
          <p:nvPr/>
        </p:nvSpPr>
        <p:spPr bwMode="auto">
          <a:xfrm>
            <a:off x="890881" y="1987072"/>
            <a:ext cx="10500095" cy="115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We can then convert our state graph to a state table:</a:t>
            </a:r>
          </a:p>
        </p:txBody>
      </p:sp>
      <p:pic>
        <p:nvPicPr>
          <p:cNvPr id="245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209" y="5132801"/>
            <a:ext cx="8257536" cy="3078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369" y="2857473"/>
            <a:ext cx="3538944" cy="22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5" name="Text Box 5"/>
          <p:cNvSpPr txBox="1">
            <a:spLocks noChangeArrowheads="1"/>
          </p:cNvSpPr>
          <p:nvPr/>
        </p:nvSpPr>
        <p:spPr bwMode="auto">
          <a:xfrm>
            <a:off x="5928961" y="3365378"/>
            <a:ext cx="5806079" cy="9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2838">
                <a:solidFill>
                  <a:srgbClr val="008000"/>
                </a:solidFill>
              </a:rPr>
              <a:t>Since there are </a:t>
            </a:r>
            <a:r>
              <a:rPr lang="en-US" altLang="en-US" sz="2838" u="sng">
                <a:solidFill>
                  <a:srgbClr val="008000"/>
                </a:solidFill>
              </a:rPr>
              <a:t>3 states</a:t>
            </a:r>
            <a:r>
              <a:rPr lang="en-US" altLang="en-US" sz="2838">
                <a:solidFill>
                  <a:srgbClr val="008000"/>
                </a:solidFill>
              </a:rPr>
              <a:t>, we only need </a:t>
            </a:r>
            <a:r>
              <a:rPr lang="en-US" altLang="en-US" sz="2838" u="sng">
                <a:solidFill>
                  <a:srgbClr val="008000"/>
                </a:solidFill>
              </a:rPr>
              <a:t>2 flip-flops</a:t>
            </a:r>
            <a:r>
              <a:rPr lang="en-US" altLang="en-US" sz="2838">
                <a:solidFill>
                  <a:srgbClr val="008000"/>
                </a:solidFill>
              </a:rPr>
              <a:t> for the circuit.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901880" y="2670840"/>
              <a:ext cx="5265720" cy="5529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2520" y="2661480"/>
                <a:ext cx="5284440" cy="55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8259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8428F931-28D4-4075-A47E-283403AF0EE6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9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26630" name="Text Box 2"/>
          <p:cNvSpPr txBox="1">
            <a:spLocks noChangeArrowheads="1"/>
          </p:cNvSpPr>
          <p:nvPr/>
        </p:nvSpPr>
        <p:spPr bwMode="auto">
          <a:xfrm>
            <a:off x="890881" y="1987072"/>
            <a:ext cx="10500095" cy="115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And then convert our state table to a transition table:</a:t>
            </a:r>
          </a:p>
        </p:txBody>
      </p:sp>
      <p:pic>
        <p:nvPicPr>
          <p:cNvPr id="266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281" y="2949633"/>
            <a:ext cx="5898240" cy="2193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33" y="5448192"/>
            <a:ext cx="8257536" cy="260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4981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67281BE0-AA94-445F-B699-6C098CB915A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7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28678" name="Text Box 2"/>
          <p:cNvSpPr txBox="1">
            <a:spLocks noChangeArrowheads="1"/>
          </p:cNvSpPr>
          <p:nvPr/>
        </p:nvSpPr>
        <p:spPr bwMode="auto">
          <a:xfrm>
            <a:off x="819724" y="1599410"/>
            <a:ext cx="11366400" cy="167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From the transition table, we can plot the next-state maps for the flip-flops and the map for the output function </a:t>
            </a:r>
            <a:r>
              <a:rPr lang="en-US" altLang="en-US" sz="3354" i="1">
                <a:solidFill>
                  <a:srgbClr val="000080"/>
                </a:solidFill>
              </a:rPr>
              <a:t>Z</a:t>
            </a:r>
            <a:r>
              <a:rPr lang="en-US" altLang="en-US" sz="3354">
                <a:solidFill>
                  <a:srgbClr val="000080"/>
                </a:solidFill>
              </a:rPr>
              <a:t>:</a:t>
            </a:r>
          </a:p>
        </p:txBody>
      </p:sp>
      <p:pic>
        <p:nvPicPr>
          <p:cNvPr id="286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33" y="3430914"/>
            <a:ext cx="8257536" cy="4624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4230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B18BDDDF-0CD9-4C6F-AB7C-954183A831C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49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(Mealy)</a:t>
            </a:r>
          </a:p>
        </p:txBody>
      </p:sp>
      <p:sp>
        <p:nvSpPr>
          <p:cNvPr id="30726" name="Text Box 2"/>
          <p:cNvSpPr txBox="1">
            <a:spLocks noChangeArrowheads="1"/>
          </p:cNvSpPr>
          <p:nvPr/>
        </p:nvSpPr>
        <p:spPr bwMode="auto">
          <a:xfrm>
            <a:off x="868353" y="2034177"/>
            <a:ext cx="11366400" cy="115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Using the derived equations, we can then draw the corresponding circuit diagram:</a:t>
            </a:r>
          </a:p>
        </p:txBody>
      </p:sp>
      <p:pic>
        <p:nvPicPr>
          <p:cNvPr id="307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633" y="3604993"/>
            <a:ext cx="8257536" cy="4364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81205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D27216AF-4385-4198-AFEE-80EA68363372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50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9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(Moore)</a:t>
            </a:r>
          </a:p>
        </p:txBody>
      </p:sp>
      <p:sp>
        <p:nvSpPr>
          <p:cNvPr id="36870" name="Text Box 2"/>
          <p:cNvSpPr txBox="1">
            <a:spLocks noChangeArrowheads="1"/>
          </p:cNvSpPr>
          <p:nvPr/>
        </p:nvSpPr>
        <p:spPr bwMode="auto">
          <a:xfrm>
            <a:off x="3592193" y="7131648"/>
            <a:ext cx="5863425" cy="559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6107" tIns="77560" rIns="116107" bIns="58054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>
              <a:lnSpc>
                <a:spcPct val="95000"/>
              </a:lnSpc>
            </a:pPr>
            <a:r>
              <a:rPr lang="en-US" altLang="en-US" sz="3096">
                <a:solidFill>
                  <a:srgbClr val="0000FF"/>
                </a:solidFill>
                <a:latin typeface="Times New Roman" panose="02020603050405020304" pitchFamily="18" charset="0"/>
              </a:rPr>
              <a:t>State Graph for the </a:t>
            </a:r>
            <a:r>
              <a:rPr lang="en-US" altLang="en-US" sz="3096" u="sng">
                <a:solidFill>
                  <a:srgbClr val="0000FF"/>
                </a:solidFill>
                <a:latin typeface="Times New Roman" panose="02020603050405020304" pitchFamily="18" charset="0"/>
              </a:rPr>
              <a:t>Moore</a:t>
            </a:r>
            <a:r>
              <a:rPr lang="en-US" altLang="en-US" sz="3096">
                <a:solidFill>
                  <a:srgbClr val="0000FF"/>
                </a:solidFill>
                <a:latin typeface="Times New Roman" panose="02020603050405020304" pitchFamily="18" charset="0"/>
              </a:rPr>
              <a:t> Machine</a:t>
            </a:r>
          </a:p>
        </p:txBody>
      </p:sp>
      <p:pic>
        <p:nvPicPr>
          <p:cNvPr id="368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281" y="2359809"/>
            <a:ext cx="5898240" cy="4448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4441320" y="1738080"/>
              <a:ext cx="536760" cy="762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1960" y="1728720"/>
                <a:ext cx="555480" cy="78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926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3244085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3833919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4423753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5013587" indent="-294917" defTabSz="589834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33903" algn="l"/>
                <a:tab pos="1867807" algn="l"/>
                <a:tab pos="280171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</a:pPr>
            <a:fld id="{1CBF785A-5C3D-4B4D-ACED-6B838E104F59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51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7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18" y="389633"/>
            <a:ext cx="11702272" cy="1628161"/>
          </a:xfrm>
        </p:spPr>
        <p:txBody>
          <a:bodyPr lIns="50800" tIns="45514" rIns="50800" bIns="50800" anchor="ctr">
            <a:normAutofit/>
          </a:bodyPr>
          <a:lstStyle/>
          <a:p>
            <a:pPr>
              <a:tabLst>
                <a:tab pos="933903" algn="l"/>
                <a:tab pos="1867807" algn="l"/>
                <a:tab pos="2801710" algn="l"/>
                <a:tab pos="3735614" algn="l"/>
                <a:tab pos="4669517" algn="l"/>
                <a:tab pos="5603420" algn="l"/>
                <a:tab pos="6537324" algn="l"/>
                <a:tab pos="7471227" algn="l"/>
                <a:tab pos="8405131" algn="l"/>
                <a:tab pos="9339034" algn="l"/>
                <a:tab pos="10272937" algn="l"/>
                <a:tab pos="11206841" algn="l"/>
              </a:tabLst>
            </a:pPr>
            <a:r>
              <a:rPr lang="en-US" altLang="en-US" sz="5160"/>
              <a:t>Example: A sequence detector (Moore)</a:t>
            </a:r>
          </a:p>
        </p:txBody>
      </p:sp>
      <p:sp>
        <p:nvSpPr>
          <p:cNvPr id="38918" name="Text Box 2"/>
          <p:cNvSpPr txBox="1">
            <a:spLocks noChangeArrowheads="1"/>
          </p:cNvSpPr>
          <p:nvPr/>
        </p:nvSpPr>
        <p:spPr bwMode="auto">
          <a:xfrm>
            <a:off x="890881" y="1987073"/>
            <a:ext cx="10500095" cy="167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6107" tIns="60376" rIns="116107" bIns="60376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935"/>
              </a:spcBef>
              <a:buClrTx/>
            </a:pPr>
            <a:r>
              <a:rPr lang="en-US" altLang="en-US" sz="3354">
                <a:solidFill>
                  <a:srgbClr val="000080"/>
                </a:solidFill>
              </a:rPr>
              <a:t>As with the Mealy machine, the state and transition tables can be derived from the state graph:</a:t>
            </a:r>
          </a:p>
        </p:txBody>
      </p:sp>
      <p:pic>
        <p:nvPicPr>
          <p:cNvPr id="389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961" y="3424769"/>
            <a:ext cx="7077888" cy="262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865" y="6193665"/>
            <a:ext cx="4659199" cy="2654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54" y="3695105"/>
            <a:ext cx="3125248" cy="2359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939320" y="3981240"/>
              <a:ext cx="3674880" cy="5055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9960" y="3971880"/>
                <a:ext cx="3693600" cy="50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8906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</a:t>
            </a:r>
          </a:p>
        </p:txBody>
      </p:sp>
    </p:spTree>
    <p:extLst>
      <p:ext uri="{BB962C8B-B14F-4D97-AF65-F5344CB8AC3E}">
        <p14:creationId xmlns:p14="http://schemas.microsoft.com/office/powerpoint/2010/main" val="189890700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2" y="1981199"/>
            <a:ext cx="12098385" cy="60267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702440" y="2923920"/>
              <a:ext cx="8156520" cy="5032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3080" y="2914560"/>
                <a:ext cx="8175240" cy="505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650752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46" y="2660073"/>
            <a:ext cx="10524482" cy="54725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725040" y="3363840"/>
              <a:ext cx="12495240" cy="4003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680" y="3354480"/>
                <a:ext cx="12513960" cy="40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153982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5" y="581890"/>
            <a:ext cx="12124944" cy="88114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66000" y="1141560"/>
              <a:ext cx="12476160" cy="7520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640" y="1132200"/>
                <a:ext cx="12494880" cy="75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5900760" y="2037240"/>
              <a:ext cx="2775960" cy="4668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1400" y="2027880"/>
                <a:ext cx="2794680" cy="468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298321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Design</a:t>
            </a:r>
          </a:p>
        </p:txBody>
      </p:sp>
    </p:spTree>
    <p:extLst>
      <p:ext uri="{BB962C8B-B14F-4D97-AF65-F5344CB8AC3E}">
        <p14:creationId xmlns:p14="http://schemas.microsoft.com/office/powerpoint/2010/main" val="4023042003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061156" y="8019627"/>
            <a:ext cx="10518987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13"/>
              <a:t>Figure 8.60.   State diagram for the counter.</a:t>
            </a:r>
            <a:endParaRPr lang="en-US" altLang="en-US" sz="3413" i="1"/>
          </a:p>
        </p:txBody>
      </p:sp>
      <p:sp>
        <p:nvSpPr>
          <p:cNvPr id="21507" name="Freeform 6"/>
          <p:cNvSpPr>
            <a:spLocks/>
          </p:cNvSpPr>
          <p:nvPr/>
        </p:nvSpPr>
        <p:spPr bwMode="auto">
          <a:xfrm>
            <a:off x="2810935" y="5612836"/>
            <a:ext cx="182879" cy="153529"/>
          </a:xfrm>
          <a:custGeom>
            <a:avLst/>
            <a:gdLst>
              <a:gd name="T0" fmla="*/ 2147483646 w 81"/>
              <a:gd name="T1" fmla="*/ 2147483646 h 68"/>
              <a:gd name="T2" fmla="*/ 2147483646 w 81"/>
              <a:gd name="T3" fmla="*/ 0 h 68"/>
              <a:gd name="T4" fmla="*/ 0 w 81"/>
              <a:gd name="T5" fmla="*/ 2147483646 h 68"/>
              <a:gd name="T6" fmla="*/ 2147483646 w 81"/>
              <a:gd name="T7" fmla="*/ 2147483646 h 68"/>
              <a:gd name="T8" fmla="*/ 2147483646 w 81"/>
              <a:gd name="T9" fmla="*/ 2147483646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68">
                <a:moveTo>
                  <a:pt x="27" y="68"/>
                </a:moveTo>
                <a:lnTo>
                  <a:pt x="81" y="0"/>
                </a:lnTo>
                <a:lnTo>
                  <a:pt x="0" y="54"/>
                </a:lnTo>
                <a:lnTo>
                  <a:pt x="14" y="68"/>
                </a:lnTo>
                <a:lnTo>
                  <a:pt x="27" y="6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08" name="Freeform 9"/>
          <p:cNvSpPr>
            <a:spLocks/>
          </p:cNvSpPr>
          <p:nvPr/>
        </p:nvSpPr>
        <p:spPr bwMode="auto">
          <a:xfrm>
            <a:off x="2781583" y="5551876"/>
            <a:ext cx="880533" cy="855697"/>
          </a:xfrm>
          <a:custGeom>
            <a:avLst/>
            <a:gdLst>
              <a:gd name="T0" fmla="*/ 0 w 580"/>
              <a:gd name="T1" fmla="*/ 2147483646 h 560"/>
              <a:gd name="T2" fmla="*/ 0 w 580"/>
              <a:gd name="T3" fmla="*/ 2147483646 h 560"/>
              <a:gd name="T4" fmla="*/ 2147483646 w 580"/>
              <a:gd name="T5" fmla="*/ 0 h 560"/>
              <a:gd name="T6" fmla="*/ 2147483646 w 580"/>
              <a:gd name="T7" fmla="*/ 0 h 560"/>
              <a:gd name="T8" fmla="*/ 2147483646 w 580"/>
              <a:gd name="T9" fmla="*/ 2147483646 h 560"/>
              <a:gd name="T10" fmla="*/ 2147483646 w 580"/>
              <a:gd name="T11" fmla="*/ 2147483646 h 560"/>
              <a:gd name="T12" fmla="*/ 2147483646 w 580"/>
              <a:gd name="T13" fmla="*/ 2147483646 h 560"/>
              <a:gd name="T14" fmla="*/ 2147483646 w 580"/>
              <a:gd name="T15" fmla="*/ 2147483646 h 560"/>
              <a:gd name="T16" fmla="*/ 2147483646 w 580"/>
              <a:gd name="T17" fmla="*/ 2147483646 h 560"/>
              <a:gd name="T18" fmla="*/ 0 w 580"/>
              <a:gd name="T19" fmla="*/ 2147483646 h 5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0" h="560">
                <a:moveTo>
                  <a:pt x="0" y="277"/>
                </a:moveTo>
                <a:cubicBezTo>
                  <a:pt x="0" y="27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96" y="0"/>
                  <a:pt x="296" y="0"/>
                </a:cubicBezTo>
                <a:cubicBezTo>
                  <a:pt x="453" y="0"/>
                  <a:pt x="580" y="127"/>
                  <a:pt x="580" y="283"/>
                </a:cubicBezTo>
                <a:cubicBezTo>
                  <a:pt x="580" y="283"/>
                  <a:pt x="580" y="277"/>
                  <a:pt x="580" y="277"/>
                </a:cubicBezTo>
                <a:cubicBezTo>
                  <a:pt x="580" y="433"/>
                  <a:pt x="453" y="560"/>
                  <a:pt x="296" y="560"/>
                </a:cubicBezTo>
                <a:cubicBezTo>
                  <a:pt x="296" y="560"/>
                  <a:pt x="296" y="560"/>
                  <a:pt x="296" y="560"/>
                </a:cubicBezTo>
                <a:cubicBezTo>
                  <a:pt x="296" y="560"/>
                  <a:pt x="283" y="560"/>
                  <a:pt x="283" y="560"/>
                </a:cubicBezTo>
                <a:cubicBezTo>
                  <a:pt x="127" y="560"/>
                  <a:pt x="0" y="433"/>
                  <a:pt x="0" y="27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09" name="Freeform 11"/>
          <p:cNvSpPr>
            <a:spLocks/>
          </p:cNvSpPr>
          <p:nvPr/>
        </p:nvSpPr>
        <p:spPr bwMode="auto">
          <a:xfrm>
            <a:off x="2810935" y="2494846"/>
            <a:ext cx="182879" cy="182879"/>
          </a:xfrm>
          <a:custGeom>
            <a:avLst/>
            <a:gdLst>
              <a:gd name="T0" fmla="*/ 0 w 81"/>
              <a:gd name="T1" fmla="*/ 2147483646 h 81"/>
              <a:gd name="T2" fmla="*/ 2147483646 w 81"/>
              <a:gd name="T3" fmla="*/ 2147483646 h 81"/>
              <a:gd name="T4" fmla="*/ 2147483646 w 81"/>
              <a:gd name="T5" fmla="*/ 0 h 81"/>
              <a:gd name="T6" fmla="*/ 2147483646 w 81"/>
              <a:gd name="T7" fmla="*/ 2147483646 h 81"/>
              <a:gd name="T8" fmla="*/ 0 w 81"/>
              <a:gd name="T9" fmla="*/ 2147483646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81">
                <a:moveTo>
                  <a:pt x="0" y="27"/>
                </a:moveTo>
                <a:lnTo>
                  <a:pt x="81" y="81"/>
                </a:lnTo>
                <a:lnTo>
                  <a:pt x="27" y="0"/>
                </a:lnTo>
                <a:lnTo>
                  <a:pt x="14" y="13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10" name="Freeform 14"/>
          <p:cNvSpPr>
            <a:spLocks/>
          </p:cNvSpPr>
          <p:nvPr/>
        </p:nvSpPr>
        <p:spPr bwMode="auto">
          <a:xfrm>
            <a:off x="2781583" y="1851378"/>
            <a:ext cx="880533" cy="887307"/>
          </a:xfrm>
          <a:custGeom>
            <a:avLst/>
            <a:gdLst>
              <a:gd name="T0" fmla="*/ 0 w 580"/>
              <a:gd name="T1" fmla="*/ 2147483646 h 580"/>
              <a:gd name="T2" fmla="*/ 0 w 580"/>
              <a:gd name="T3" fmla="*/ 2147483646 h 580"/>
              <a:gd name="T4" fmla="*/ 2147483646 w 580"/>
              <a:gd name="T5" fmla="*/ 0 h 580"/>
              <a:gd name="T6" fmla="*/ 2147483646 w 580"/>
              <a:gd name="T7" fmla="*/ 0 h 580"/>
              <a:gd name="T8" fmla="*/ 2147483646 w 580"/>
              <a:gd name="T9" fmla="*/ 2147483646 h 580"/>
              <a:gd name="T10" fmla="*/ 2147483646 w 580"/>
              <a:gd name="T11" fmla="*/ 2147483646 h 580"/>
              <a:gd name="T12" fmla="*/ 2147483646 w 580"/>
              <a:gd name="T13" fmla="*/ 2147483646 h 580"/>
              <a:gd name="T14" fmla="*/ 2147483646 w 580"/>
              <a:gd name="T15" fmla="*/ 2147483646 h 580"/>
              <a:gd name="T16" fmla="*/ 2147483646 w 580"/>
              <a:gd name="T17" fmla="*/ 2147483646 h 580"/>
              <a:gd name="T18" fmla="*/ 0 w 580"/>
              <a:gd name="T19" fmla="*/ 2147483646 h 5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80" h="580">
                <a:moveTo>
                  <a:pt x="0" y="297"/>
                </a:moveTo>
                <a:cubicBezTo>
                  <a:pt x="0" y="29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96" y="0"/>
                  <a:pt x="296" y="0"/>
                </a:cubicBezTo>
                <a:cubicBezTo>
                  <a:pt x="453" y="0"/>
                  <a:pt x="580" y="127"/>
                  <a:pt x="580" y="283"/>
                </a:cubicBezTo>
                <a:cubicBezTo>
                  <a:pt x="580" y="283"/>
                  <a:pt x="580" y="297"/>
                  <a:pt x="580" y="297"/>
                </a:cubicBezTo>
                <a:cubicBezTo>
                  <a:pt x="580" y="453"/>
                  <a:pt x="453" y="580"/>
                  <a:pt x="296" y="580"/>
                </a:cubicBezTo>
                <a:cubicBezTo>
                  <a:pt x="296" y="580"/>
                  <a:pt x="296" y="580"/>
                  <a:pt x="296" y="580"/>
                </a:cubicBezTo>
                <a:cubicBezTo>
                  <a:pt x="296" y="580"/>
                  <a:pt x="283" y="580"/>
                  <a:pt x="283" y="580"/>
                </a:cubicBezTo>
                <a:cubicBezTo>
                  <a:pt x="127" y="580"/>
                  <a:pt x="0" y="453"/>
                  <a:pt x="0" y="29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11" name="Oval 16"/>
          <p:cNvSpPr>
            <a:spLocks noChangeArrowheads="1"/>
          </p:cNvSpPr>
          <p:nvPr/>
        </p:nvSpPr>
        <p:spPr bwMode="auto">
          <a:xfrm>
            <a:off x="2777067" y="2614507"/>
            <a:ext cx="862471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12" name="Oval 17"/>
          <p:cNvSpPr>
            <a:spLocks noChangeArrowheads="1"/>
          </p:cNvSpPr>
          <p:nvPr/>
        </p:nvSpPr>
        <p:spPr bwMode="auto">
          <a:xfrm>
            <a:off x="2777067" y="4784232"/>
            <a:ext cx="862471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13" name="Rectangle 18"/>
          <p:cNvSpPr>
            <a:spLocks noChangeArrowheads="1"/>
          </p:cNvSpPr>
          <p:nvPr/>
        </p:nvSpPr>
        <p:spPr bwMode="auto">
          <a:xfrm>
            <a:off x="2846032" y="1492392"/>
            <a:ext cx="19396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</a:rPr>
              <a:t>w</a:t>
            </a:r>
            <a:endParaRPr lang="en-US" altLang="en-US" sz="2276"/>
          </a:p>
        </p:txBody>
      </p:sp>
      <p:sp>
        <p:nvSpPr>
          <p:cNvPr id="21514" name="Rectangle 19"/>
          <p:cNvSpPr>
            <a:spLocks noChangeArrowheads="1"/>
          </p:cNvSpPr>
          <p:nvPr/>
        </p:nvSpPr>
        <p:spPr bwMode="auto">
          <a:xfrm>
            <a:off x="3447955" y="1490134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15" name="Freeform 20"/>
          <p:cNvSpPr>
            <a:spLocks/>
          </p:cNvSpPr>
          <p:nvPr/>
        </p:nvSpPr>
        <p:spPr bwMode="auto">
          <a:xfrm>
            <a:off x="4969370" y="5612836"/>
            <a:ext cx="180622" cy="153529"/>
          </a:xfrm>
          <a:custGeom>
            <a:avLst/>
            <a:gdLst>
              <a:gd name="T0" fmla="*/ 2147483646 w 80"/>
              <a:gd name="T1" fmla="*/ 2147483646 h 68"/>
              <a:gd name="T2" fmla="*/ 2147483646 w 80"/>
              <a:gd name="T3" fmla="*/ 0 h 68"/>
              <a:gd name="T4" fmla="*/ 0 w 80"/>
              <a:gd name="T5" fmla="*/ 2147483646 h 68"/>
              <a:gd name="T6" fmla="*/ 2147483646 w 80"/>
              <a:gd name="T7" fmla="*/ 2147483646 h 68"/>
              <a:gd name="T8" fmla="*/ 2147483646 w 80"/>
              <a:gd name="T9" fmla="*/ 2147483646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68">
                <a:moveTo>
                  <a:pt x="27" y="68"/>
                </a:moveTo>
                <a:lnTo>
                  <a:pt x="80" y="0"/>
                </a:lnTo>
                <a:lnTo>
                  <a:pt x="0" y="54"/>
                </a:lnTo>
                <a:lnTo>
                  <a:pt x="13" y="68"/>
                </a:lnTo>
                <a:lnTo>
                  <a:pt x="27" y="68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16" name="Freeform 23"/>
          <p:cNvSpPr>
            <a:spLocks/>
          </p:cNvSpPr>
          <p:nvPr/>
        </p:nvSpPr>
        <p:spPr bwMode="auto">
          <a:xfrm>
            <a:off x="4937761" y="5551876"/>
            <a:ext cx="851182" cy="855697"/>
          </a:xfrm>
          <a:custGeom>
            <a:avLst/>
            <a:gdLst>
              <a:gd name="T0" fmla="*/ 0 w 560"/>
              <a:gd name="T1" fmla="*/ 2147483646 h 560"/>
              <a:gd name="T2" fmla="*/ 0 w 560"/>
              <a:gd name="T3" fmla="*/ 2147483646 h 560"/>
              <a:gd name="T4" fmla="*/ 2147483646 w 560"/>
              <a:gd name="T5" fmla="*/ 0 h 560"/>
              <a:gd name="T6" fmla="*/ 2147483646 w 560"/>
              <a:gd name="T7" fmla="*/ 0 h 560"/>
              <a:gd name="T8" fmla="*/ 2147483646 w 560"/>
              <a:gd name="T9" fmla="*/ 2147483646 h 560"/>
              <a:gd name="T10" fmla="*/ 2147483646 w 560"/>
              <a:gd name="T11" fmla="*/ 2147483646 h 560"/>
              <a:gd name="T12" fmla="*/ 2147483646 w 560"/>
              <a:gd name="T13" fmla="*/ 2147483646 h 560"/>
              <a:gd name="T14" fmla="*/ 2147483646 w 560"/>
              <a:gd name="T15" fmla="*/ 2147483646 h 560"/>
              <a:gd name="T16" fmla="*/ 2147483646 w 560"/>
              <a:gd name="T17" fmla="*/ 2147483646 h 560"/>
              <a:gd name="T18" fmla="*/ 0 w 560"/>
              <a:gd name="T19" fmla="*/ 2147483646 h 5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60">
                <a:moveTo>
                  <a:pt x="0" y="277"/>
                </a:moveTo>
                <a:cubicBezTo>
                  <a:pt x="0" y="27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77"/>
                  <a:pt x="560" y="277"/>
                </a:cubicBezTo>
                <a:cubicBezTo>
                  <a:pt x="560" y="433"/>
                  <a:pt x="433" y="560"/>
                  <a:pt x="276" y="560"/>
                </a:cubicBezTo>
                <a:cubicBezTo>
                  <a:pt x="276" y="560"/>
                  <a:pt x="276" y="560"/>
                  <a:pt x="276" y="560"/>
                </a:cubicBezTo>
                <a:cubicBezTo>
                  <a:pt x="276" y="560"/>
                  <a:pt x="283" y="560"/>
                  <a:pt x="283" y="560"/>
                </a:cubicBezTo>
                <a:cubicBezTo>
                  <a:pt x="127" y="560"/>
                  <a:pt x="0" y="433"/>
                  <a:pt x="0" y="27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17" name="Freeform 25"/>
          <p:cNvSpPr>
            <a:spLocks/>
          </p:cNvSpPr>
          <p:nvPr/>
        </p:nvSpPr>
        <p:spPr bwMode="auto">
          <a:xfrm>
            <a:off x="4969370" y="2494846"/>
            <a:ext cx="180622" cy="182879"/>
          </a:xfrm>
          <a:custGeom>
            <a:avLst/>
            <a:gdLst>
              <a:gd name="T0" fmla="*/ 0 w 80"/>
              <a:gd name="T1" fmla="*/ 2147483646 h 81"/>
              <a:gd name="T2" fmla="*/ 2147483646 w 80"/>
              <a:gd name="T3" fmla="*/ 2147483646 h 81"/>
              <a:gd name="T4" fmla="*/ 2147483646 w 80"/>
              <a:gd name="T5" fmla="*/ 0 h 81"/>
              <a:gd name="T6" fmla="*/ 2147483646 w 80"/>
              <a:gd name="T7" fmla="*/ 2147483646 h 81"/>
              <a:gd name="T8" fmla="*/ 0 w 80"/>
              <a:gd name="T9" fmla="*/ 2147483646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81">
                <a:moveTo>
                  <a:pt x="0" y="27"/>
                </a:moveTo>
                <a:lnTo>
                  <a:pt x="80" y="81"/>
                </a:lnTo>
                <a:lnTo>
                  <a:pt x="27" y="0"/>
                </a:lnTo>
                <a:lnTo>
                  <a:pt x="13" y="13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18" name="Freeform 28"/>
          <p:cNvSpPr>
            <a:spLocks/>
          </p:cNvSpPr>
          <p:nvPr/>
        </p:nvSpPr>
        <p:spPr bwMode="auto">
          <a:xfrm>
            <a:off x="4937761" y="1851378"/>
            <a:ext cx="851182" cy="887307"/>
          </a:xfrm>
          <a:custGeom>
            <a:avLst/>
            <a:gdLst>
              <a:gd name="T0" fmla="*/ 0 w 560"/>
              <a:gd name="T1" fmla="*/ 2147483646 h 580"/>
              <a:gd name="T2" fmla="*/ 0 w 560"/>
              <a:gd name="T3" fmla="*/ 2147483646 h 580"/>
              <a:gd name="T4" fmla="*/ 2147483646 w 560"/>
              <a:gd name="T5" fmla="*/ 0 h 580"/>
              <a:gd name="T6" fmla="*/ 2147483646 w 560"/>
              <a:gd name="T7" fmla="*/ 0 h 580"/>
              <a:gd name="T8" fmla="*/ 2147483646 w 560"/>
              <a:gd name="T9" fmla="*/ 2147483646 h 580"/>
              <a:gd name="T10" fmla="*/ 2147483646 w 560"/>
              <a:gd name="T11" fmla="*/ 2147483646 h 580"/>
              <a:gd name="T12" fmla="*/ 2147483646 w 560"/>
              <a:gd name="T13" fmla="*/ 2147483646 h 580"/>
              <a:gd name="T14" fmla="*/ 2147483646 w 560"/>
              <a:gd name="T15" fmla="*/ 2147483646 h 580"/>
              <a:gd name="T16" fmla="*/ 2147483646 w 560"/>
              <a:gd name="T17" fmla="*/ 2147483646 h 580"/>
              <a:gd name="T18" fmla="*/ 0 w 560"/>
              <a:gd name="T19" fmla="*/ 2147483646 h 5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80">
                <a:moveTo>
                  <a:pt x="0" y="297"/>
                </a:moveTo>
                <a:cubicBezTo>
                  <a:pt x="0" y="29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97"/>
                  <a:pt x="560" y="297"/>
                </a:cubicBezTo>
                <a:cubicBezTo>
                  <a:pt x="560" y="453"/>
                  <a:pt x="433" y="580"/>
                  <a:pt x="276" y="580"/>
                </a:cubicBezTo>
                <a:cubicBezTo>
                  <a:pt x="276" y="580"/>
                  <a:pt x="276" y="580"/>
                  <a:pt x="276" y="580"/>
                </a:cubicBezTo>
                <a:cubicBezTo>
                  <a:pt x="276" y="580"/>
                  <a:pt x="283" y="580"/>
                  <a:pt x="283" y="580"/>
                </a:cubicBezTo>
                <a:cubicBezTo>
                  <a:pt x="127" y="580"/>
                  <a:pt x="0" y="453"/>
                  <a:pt x="0" y="29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19" name="Oval 30"/>
          <p:cNvSpPr>
            <a:spLocks noChangeArrowheads="1"/>
          </p:cNvSpPr>
          <p:nvPr/>
        </p:nvSpPr>
        <p:spPr bwMode="auto">
          <a:xfrm>
            <a:off x="4935502" y="2614507"/>
            <a:ext cx="860214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20" name="Oval 31"/>
          <p:cNvSpPr>
            <a:spLocks noChangeArrowheads="1"/>
          </p:cNvSpPr>
          <p:nvPr/>
        </p:nvSpPr>
        <p:spPr bwMode="auto">
          <a:xfrm>
            <a:off x="4935502" y="4784232"/>
            <a:ext cx="860214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21" name="Freeform 32"/>
          <p:cNvSpPr>
            <a:spLocks/>
          </p:cNvSpPr>
          <p:nvPr/>
        </p:nvSpPr>
        <p:spPr bwMode="auto">
          <a:xfrm>
            <a:off x="7125547" y="5612836"/>
            <a:ext cx="153529" cy="153529"/>
          </a:xfrm>
          <a:custGeom>
            <a:avLst/>
            <a:gdLst>
              <a:gd name="T0" fmla="*/ 2147483646 w 68"/>
              <a:gd name="T1" fmla="*/ 2147483646 h 68"/>
              <a:gd name="T2" fmla="*/ 2147483646 w 68"/>
              <a:gd name="T3" fmla="*/ 0 h 68"/>
              <a:gd name="T4" fmla="*/ 0 w 68"/>
              <a:gd name="T5" fmla="*/ 2147483646 h 68"/>
              <a:gd name="T6" fmla="*/ 2147483646 w 68"/>
              <a:gd name="T7" fmla="*/ 2147483646 h 68"/>
              <a:gd name="T8" fmla="*/ 2147483646 w 68"/>
              <a:gd name="T9" fmla="*/ 2147483646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8" h="68">
                <a:moveTo>
                  <a:pt x="27" y="68"/>
                </a:moveTo>
                <a:lnTo>
                  <a:pt x="68" y="0"/>
                </a:lnTo>
                <a:lnTo>
                  <a:pt x="0" y="54"/>
                </a:lnTo>
                <a:lnTo>
                  <a:pt x="14" y="68"/>
                </a:lnTo>
                <a:lnTo>
                  <a:pt x="27" y="68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22" name="Freeform 35"/>
          <p:cNvSpPr>
            <a:spLocks/>
          </p:cNvSpPr>
          <p:nvPr/>
        </p:nvSpPr>
        <p:spPr bwMode="auto">
          <a:xfrm>
            <a:off x="7096197" y="5551876"/>
            <a:ext cx="851182" cy="855697"/>
          </a:xfrm>
          <a:custGeom>
            <a:avLst/>
            <a:gdLst>
              <a:gd name="T0" fmla="*/ 0 w 560"/>
              <a:gd name="T1" fmla="*/ 2147483646 h 560"/>
              <a:gd name="T2" fmla="*/ 0 w 560"/>
              <a:gd name="T3" fmla="*/ 2147483646 h 560"/>
              <a:gd name="T4" fmla="*/ 2147483646 w 560"/>
              <a:gd name="T5" fmla="*/ 0 h 560"/>
              <a:gd name="T6" fmla="*/ 2147483646 w 560"/>
              <a:gd name="T7" fmla="*/ 0 h 560"/>
              <a:gd name="T8" fmla="*/ 2147483646 w 560"/>
              <a:gd name="T9" fmla="*/ 2147483646 h 560"/>
              <a:gd name="T10" fmla="*/ 2147483646 w 560"/>
              <a:gd name="T11" fmla="*/ 2147483646 h 560"/>
              <a:gd name="T12" fmla="*/ 2147483646 w 560"/>
              <a:gd name="T13" fmla="*/ 2147483646 h 560"/>
              <a:gd name="T14" fmla="*/ 2147483646 w 560"/>
              <a:gd name="T15" fmla="*/ 2147483646 h 560"/>
              <a:gd name="T16" fmla="*/ 2147483646 w 560"/>
              <a:gd name="T17" fmla="*/ 2147483646 h 560"/>
              <a:gd name="T18" fmla="*/ 0 w 560"/>
              <a:gd name="T19" fmla="*/ 2147483646 h 5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60">
                <a:moveTo>
                  <a:pt x="0" y="277"/>
                </a:moveTo>
                <a:cubicBezTo>
                  <a:pt x="0" y="27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77"/>
                  <a:pt x="560" y="277"/>
                </a:cubicBezTo>
                <a:cubicBezTo>
                  <a:pt x="560" y="433"/>
                  <a:pt x="433" y="560"/>
                  <a:pt x="276" y="560"/>
                </a:cubicBezTo>
                <a:cubicBezTo>
                  <a:pt x="276" y="560"/>
                  <a:pt x="276" y="560"/>
                  <a:pt x="276" y="560"/>
                </a:cubicBezTo>
                <a:cubicBezTo>
                  <a:pt x="276" y="560"/>
                  <a:pt x="283" y="560"/>
                  <a:pt x="283" y="560"/>
                </a:cubicBezTo>
                <a:cubicBezTo>
                  <a:pt x="127" y="560"/>
                  <a:pt x="0" y="433"/>
                  <a:pt x="0" y="27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23" name="Freeform 37"/>
          <p:cNvSpPr>
            <a:spLocks/>
          </p:cNvSpPr>
          <p:nvPr/>
        </p:nvSpPr>
        <p:spPr bwMode="auto">
          <a:xfrm>
            <a:off x="7125547" y="2494846"/>
            <a:ext cx="153529" cy="182879"/>
          </a:xfrm>
          <a:custGeom>
            <a:avLst/>
            <a:gdLst>
              <a:gd name="T0" fmla="*/ 0 w 68"/>
              <a:gd name="T1" fmla="*/ 2147483646 h 81"/>
              <a:gd name="T2" fmla="*/ 2147483646 w 68"/>
              <a:gd name="T3" fmla="*/ 2147483646 h 81"/>
              <a:gd name="T4" fmla="*/ 2147483646 w 68"/>
              <a:gd name="T5" fmla="*/ 0 h 81"/>
              <a:gd name="T6" fmla="*/ 2147483646 w 68"/>
              <a:gd name="T7" fmla="*/ 2147483646 h 81"/>
              <a:gd name="T8" fmla="*/ 0 w 68"/>
              <a:gd name="T9" fmla="*/ 2147483646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8" h="81">
                <a:moveTo>
                  <a:pt x="0" y="27"/>
                </a:moveTo>
                <a:lnTo>
                  <a:pt x="68" y="81"/>
                </a:lnTo>
                <a:lnTo>
                  <a:pt x="27" y="0"/>
                </a:lnTo>
                <a:lnTo>
                  <a:pt x="14" y="13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24" name="Freeform 40"/>
          <p:cNvSpPr>
            <a:spLocks/>
          </p:cNvSpPr>
          <p:nvPr/>
        </p:nvSpPr>
        <p:spPr bwMode="auto">
          <a:xfrm>
            <a:off x="7096197" y="1851378"/>
            <a:ext cx="851182" cy="887307"/>
          </a:xfrm>
          <a:custGeom>
            <a:avLst/>
            <a:gdLst>
              <a:gd name="T0" fmla="*/ 0 w 560"/>
              <a:gd name="T1" fmla="*/ 2147483646 h 580"/>
              <a:gd name="T2" fmla="*/ 0 w 560"/>
              <a:gd name="T3" fmla="*/ 2147483646 h 580"/>
              <a:gd name="T4" fmla="*/ 2147483646 w 560"/>
              <a:gd name="T5" fmla="*/ 0 h 580"/>
              <a:gd name="T6" fmla="*/ 2147483646 w 560"/>
              <a:gd name="T7" fmla="*/ 0 h 580"/>
              <a:gd name="T8" fmla="*/ 2147483646 w 560"/>
              <a:gd name="T9" fmla="*/ 2147483646 h 580"/>
              <a:gd name="T10" fmla="*/ 2147483646 w 560"/>
              <a:gd name="T11" fmla="*/ 2147483646 h 580"/>
              <a:gd name="T12" fmla="*/ 2147483646 w 560"/>
              <a:gd name="T13" fmla="*/ 2147483646 h 580"/>
              <a:gd name="T14" fmla="*/ 2147483646 w 560"/>
              <a:gd name="T15" fmla="*/ 2147483646 h 580"/>
              <a:gd name="T16" fmla="*/ 2147483646 w 560"/>
              <a:gd name="T17" fmla="*/ 2147483646 h 580"/>
              <a:gd name="T18" fmla="*/ 0 w 560"/>
              <a:gd name="T19" fmla="*/ 2147483646 h 5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80">
                <a:moveTo>
                  <a:pt x="0" y="297"/>
                </a:moveTo>
                <a:cubicBezTo>
                  <a:pt x="0" y="29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97"/>
                  <a:pt x="560" y="297"/>
                </a:cubicBezTo>
                <a:cubicBezTo>
                  <a:pt x="560" y="453"/>
                  <a:pt x="433" y="580"/>
                  <a:pt x="276" y="580"/>
                </a:cubicBezTo>
                <a:cubicBezTo>
                  <a:pt x="276" y="580"/>
                  <a:pt x="276" y="580"/>
                  <a:pt x="276" y="580"/>
                </a:cubicBezTo>
                <a:cubicBezTo>
                  <a:pt x="276" y="580"/>
                  <a:pt x="283" y="580"/>
                  <a:pt x="283" y="580"/>
                </a:cubicBezTo>
                <a:cubicBezTo>
                  <a:pt x="127" y="580"/>
                  <a:pt x="0" y="453"/>
                  <a:pt x="0" y="29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25" name="Oval 42"/>
          <p:cNvSpPr>
            <a:spLocks noChangeArrowheads="1"/>
          </p:cNvSpPr>
          <p:nvPr/>
        </p:nvSpPr>
        <p:spPr bwMode="auto">
          <a:xfrm>
            <a:off x="7093938" y="2614507"/>
            <a:ext cx="860214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26" name="Oval 43"/>
          <p:cNvSpPr>
            <a:spLocks noChangeArrowheads="1"/>
          </p:cNvSpPr>
          <p:nvPr/>
        </p:nvSpPr>
        <p:spPr bwMode="auto">
          <a:xfrm>
            <a:off x="7093938" y="4784232"/>
            <a:ext cx="860214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27" name="Freeform 44"/>
          <p:cNvSpPr>
            <a:spLocks/>
          </p:cNvSpPr>
          <p:nvPr/>
        </p:nvSpPr>
        <p:spPr bwMode="auto">
          <a:xfrm>
            <a:off x="9283983" y="5612836"/>
            <a:ext cx="151272" cy="153529"/>
          </a:xfrm>
          <a:custGeom>
            <a:avLst/>
            <a:gdLst>
              <a:gd name="T0" fmla="*/ 2147483646 w 67"/>
              <a:gd name="T1" fmla="*/ 2147483646 h 68"/>
              <a:gd name="T2" fmla="*/ 2147483646 w 67"/>
              <a:gd name="T3" fmla="*/ 0 h 68"/>
              <a:gd name="T4" fmla="*/ 0 w 67"/>
              <a:gd name="T5" fmla="*/ 2147483646 h 68"/>
              <a:gd name="T6" fmla="*/ 2147483646 w 67"/>
              <a:gd name="T7" fmla="*/ 2147483646 h 68"/>
              <a:gd name="T8" fmla="*/ 2147483646 w 67"/>
              <a:gd name="T9" fmla="*/ 2147483646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" h="68">
                <a:moveTo>
                  <a:pt x="27" y="68"/>
                </a:moveTo>
                <a:lnTo>
                  <a:pt x="67" y="0"/>
                </a:lnTo>
                <a:lnTo>
                  <a:pt x="0" y="54"/>
                </a:lnTo>
                <a:lnTo>
                  <a:pt x="13" y="68"/>
                </a:lnTo>
                <a:lnTo>
                  <a:pt x="27" y="68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28" name="Freeform 47"/>
          <p:cNvSpPr>
            <a:spLocks/>
          </p:cNvSpPr>
          <p:nvPr/>
        </p:nvSpPr>
        <p:spPr bwMode="auto">
          <a:xfrm>
            <a:off x="9252373" y="5551876"/>
            <a:ext cx="851183" cy="855697"/>
          </a:xfrm>
          <a:custGeom>
            <a:avLst/>
            <a:gdLst>
              <a:gd name="T0" fmla="*/ 0 w 560"/>
              <a:gd name="T1" fmla="*/ 2147483646 h 560"/>
              <a:gd name="T2" fmla="*/ 0 w 560"/>
              <a:gd name="T3" fmla="*/ 2147483646 h 560"/>
              <a:gd name="T4" fmla="*/ 2147483646 w 560"/>
              <a:gd name="T5" fmla="*/ 0 h 560"/>
              <a:gd name="T6" fmla="*/ 2147483646 w 560"/>
              <a:gd name="T7" fmla="*/ 0 h 560"/>
              <a:gd name="T8" fmla="*/ 2147483646 w 560"/>
              <a:gd name="T9" fmla="*/ 2147483646 h 560"/>
              <a:gd name="T10" fmla="*/ 2147483646 w 560"/>
              <a:gd name="T11" fmla="*/ 2147483646 h 560"/>
              <a:gd name="T12" fmla="*/ 2147483646 w 560"/>
              <a:gd name="T13" fmla="*/ 2147483646 h 560"/>
              <a:gd name="T14" fmla="*/ 2147483646 w 560"/>
              <a:gd name="T15" fmla="*/ 2147483646 h 560"/>
              <a:gd name="T16" fmla="*/ 2147483646 w 560"/>
              <a:gd name="T17" fmla="*/ 2147483646 h 560"/>
              <a:gd name="T18" fmla="*/ 0 w 560"/>
              <a:gd name="T19" fmla="*/ 2147483646 h 5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60">
                <a:moveTo>
                  <a:pt x="0" y="277"/>
                </a:moveTo>
                <a:cubicBezTo>
                  <a:pt x="0" y="27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77"/>
                  <a:pt x="560" y="277"/>
                </a:cubicBezTo>
                <a:cubicBezTo>
                  <a:pt x="560" y="433"/>
                  <a:pt x="433" y="560"/>
                  <a:pt x="276" y="560"/>
                </a:cubicBezTo>
                <a:cubicBezTo>
                  <a:pt x="276" y="560"/>
                  <a:pt x="276" y="560"/>
                  <a:pt x="276" y="560"/>
                </a:cubicBezTo>
                <a:cubicBezTo>
                  <a:pt x="276" y="560"/>
                  <a:pt x="283" y="560"/>
                  <a:pt x="283" y="560"/>
                </a:cubicBezTo>
                <a:cubicBezTo>
                  <a:pt x="127" y="560"/>
                  <a:pt x="0" y="433"/>
                  <a:pt x="0" y="27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29" name="Freeform 49"/>
          <p:cNvSpPr>
            <a:spLocks/>
          </p:cNvSpPr>
          <p:nvPr/>
        </p:nvSpPr>
        <p:spPr bwMode="auto">
          <a:xfrm>
            <a:off x="9283983" y="2494846"/>
            <a:ext cx="151272" cy="182879"/>
          </a:xfrm>
          <a:custGeom>
            <a:avLst/>
            <a:gdLst>
              <a:gd name="T0" fmla="*/ 0 w 67"/>
              <a:gd name="T1" fmla="*/ 2147483646 h 81"/>
              <a:gd name="T2" fmla="*/ 2147483646 w 67"/>
              <a:gd name="T3" fmla="*/ 2147483646 h 81"/>
              <a:gd name="T4" fmla="*/ 2147483646 w 67"/>
              <a:gd name="T5" fmla="*/ 0 h 81"/>
              <a:gd name="T6" fmla="*/ 2147483646 w 67"/>
              <a:gd name="T7" fmla="*/ 2147483646 h 81"/>
              <a:gd name="T8" fmla="*/ 0 w 67"/>
              <a:gd name="T9" fmla="*/ 2147483646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" h="81">
                <a:moveTo>
                  <a:pt x="0" y="27"/>
                </a:moveTo>
                <a:lnTo>
                  <a:pt x="67" y="81"/>
                </a:lnTo>
                <a:lnTo>
                  <a:pt x="27" y="0"/>
                </a:lnTo>
                <a:lnTo>
                  <a:pt x="13" y="13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30" name="Freeform 52"/>
          <p:cNvSpPr>
            <a:spLocks/>
          </p:cNvSpPr>
          <p:nvPr/>
        </p:nvSpPr>
        <p:spPr bwMode="auto">
          <a:xfrm>
            <a:off x="9252373" y="1851378"/>
            <a:ext cx="851183" cy="887307"/>
          </a:xfrm>
          <a:custGeom>
            <a:avLst/>
            <a:gdLst>
              <a:gd name="T0" fmla="*/ 0 w 560"/>
              <a:gd name="T1" fmla="*/ 2147483646 h 580"/>
              <a:gd name="T2" fmla="*/ 0 w 560"/>
              <a:gd name="T3" fmla="*/ 2147483646 h 580"/>
              <a:gd name="T4" fmla="*/ 2147483646 w 560"/>
              <a:gd name="T5" fmla="*/ 0 h 580"/>
              <a:gd name="T6" fmla="*/ 2147483646 w 560"/>
              <a:gd name="T7" fmla="*/ 0 h 580"/>
              <a:gd name="T8" fmla="*/ 2147483646 w 560"/>
              <a:gd name="T9" fmla="*/ 2147483646 h 580"/>
              <a:gd name="T10" fmla="*/ 2147483646 w 560"/>
              <a:gd name="T11" fmla="*/ 2147483646 h 580"/>
              <a:gd name="T12" fmla="*/ 2147483646 w 560"/>
              <a:gd name="T13" fmla="*/ 2147483646 h 580"/>
              <a:gd name="T14" fmla="*/ 2147483646 w 560"/>
              <a:gd name="T15" fmla="*/ 2147483646 h 580"/>
              <a:gd name="T16" fmla="*/ 2147483646 w 560"/>
              <a:gd name="T17" fmla="*/ 2147483646 h 580"/>
              <a:gd name="T18" fmla="*/ 0 w 560"/>
              <a:gd name="T19" fmla="*/ 2147483646 h 5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60" h="580">
                <a:moveTo>
                  <a:pt x="0" y="297"/>
                </a:moveTo>
                <a:cubicBezTo>
                  <a:pt x="0" y="297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ubicBezTo>
                  <a:pt x="283" y="0"/>
                  <a:pt x="276" y="0"/>
                  <a:pt x="276" y="0"/>
                </a:cubicBezTo>
                <a:cubicBezTo>
                  <a:pt x="433" y="0"/>
                  <a:pt x="560" y="127"/>
                  <a:pt x="560" y="283"/>
                </a:cubicBezTo>
                <a:cubicBezTo>
                  <a:pt x="560" y="283"/>
                  <a:pt x="560" y="297"/>
                  <a:pt x="560" y="297"/>
                </a:cubicBezTo>
                <a:cubicBezTo>
                  <a:pt x="560" y="453"/>
                  <a:pt x="433" y="580"/>
                  <a:pt x="276" y="580"/>
                </a:cubicBezTo>
                <a:cubicBezTo>
                  <a:pt x="276" y="580"/>
                  <a:pt x="276" y="580"/>
                  <a:pt x="276" y="580"/>
                </a:cubicBezTo>
                <a:cubicBezTo>
                  <a:pt x="276" y="580"/>
                  <a:pt x="283" y="580"/>
                  <a:pt x="283" y="580"/>
                </a:cubicBezTo>
                <a:cubicBezTo>
                  <a:pt x="127" y="580"/>
                  <a:pt x="0" y="453"/>
                  <a:pt x="0" y="297"/>
                </a:cubicBez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31" name="Oval 54"/>
          <p:cNvSpPr>
            <a:spLocks noChangeArrowheads="1"/>
          </p:cNvSpPr>
          <p:nvPr/>
        </p:nvSpPr>
        <p:spPr bwMode="auto">
          <a:xfrm>
            <a:off x="9250117" y="2614507"/>
            <a:ext cx="862471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32" name="Oval 55"/>
          <p:cNvSpPr>
            <a:spLocks noChangeArrowheads="1"/>
          </p:cNvSpPr>
          <p:nvPr/>
        </p:nvSpPr>
        <p:spPr bwMode="auto">
          <a:xfrm>
            <a:off x="9250117" y="4784232"/>
            <a:ext cx="862471" cy="8669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1533" name="Freeform 56"/>
          <p:cNvSpPr>
            <a:spLocks/>
          </p:cNvSpPr>
          <p:nvPr/>
        </p:nvSpPr>
        <p:spPr bwMode="auto">
          <a:xfrm>
            <a:off x="4725530" y="3014135"/>
            <a:ext cx="182879" cy="92568"/>
          </a:xfrm>
          <a:custGeom>
            <a:avLst/>
            <a:gdLst>
              <a:gd name="T0" fmla="*/ 0 w 81"/>
              <a:gd name="T1" fmla="*/ 2147483646 h 41"/>
              <a:gd name="T2" fmla="*/ 2147483646 w 81"/>
              <a:gd name="T3" fmla="*/ 2147483646 h 41"/>
              <a:gd name="T4" fmla="*/ 0 w 81"/>
              <a:gd name="T5" fmla="*/ 0 h 41"/>
              <a:gd name="T6" fmla="*/ 0 w 81"/>
              <a:gd name="T7" fmla="*/ 2147483646 h 41"/>
              <a:gd name="T8" fmla="*/ 0 w 81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41">
                <a:moveTo>
                  <a:pt x="0" y="41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34" name="Line 57"/>
          <p:cNvSpPr>
            <a:spLocks noChangeShapeType="1"/>
          </p:cNvSpPr>
          <p:nvPr/>
        </p:nvSpPr>
        <p:spPr bwMode="auto">
          <a:xfrm flipH="1">
            <a:off x="3662116" y="3045744"/>
            <a:ext cx="1034062" cy="225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35" name="Freeform 58"/>
          <p:cNvSpPr>
            <a:spLocks/>
          </p:cNvSpPr>
          <p:nvPr/>
        </p:nvSpPr>
        <p:spPr bwMode="auto">
          <a:xfrm>
            <a:off x="6852357" y="3014135"/>
            <a:ext cx="212231" cy="92568"/>
          </a:xfrm>
          <a:custGeom>
            <a:avLst/>
            <a:gdLst>
              <a:gd name="T0" fmla="*/ 0 w 94"/>
              <a:gd name="T1" fmla="*/ 2147483646 h 41"/>
              <a:gd name="T2" fmla="*/ 2147483646 w 94"/>
              <a:gd name="T3" fmla="*/ 2147483646 h 41"/>
              <a:gd name="T4" fmla="*/ 0 w 94"/>
              <a:gd name="T5" fmla="*/ 0 h 41"/>
              <a:gd name="T6" fmla="*/ 0 w 94"/>
              <a:gd name="T7" fmla="*/ 2147483646 h 41"/>
              <a:gd name="T8" fmla="*/ 0 w 94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4" h="41">
                <a:moveTo>
                  <a:pt x="0" y="41"/>
                </a:moveTo>
                <a:lnTo>
                  <a:pt x="94" y="14"/>
                </a:lnTo>
                <a:lnTo>
                  <a:pt x="0" y="0"/>
                </a:lnTo>
                <a:lnTo>
                  <a:pt x="0" y="14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36" name="Line 59"/>
          <p:cNvSpPr>
            <a:spLocks noChangeShapeType="1"/>
          </p:cNvSpPr>
          <p:nvPr/>
        </p:nvSpPr>
        <p:spPr bwMode="auto">
          <a:xfrm flipH="1">
            <a:off x="5788943" y="3045744"/>
            <a:ext cx="1063414" cy="225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37" name="Freeform 60"/>
          <p:cNvSpPr>
            <a:spLocks/>
          </p:cNvSpPr>
          <p:nvPr/>
        </p:nvSpPr>
        <p:spPr bwMode="auto">
          <a:xfrm>
            <a:off x="9010793" y="3014135"/>
            <a:ext cx="182879" cy="92568"/>
          </a:xfrm>
          <a:custGeom>
            <a:avLst/>
            <a:gdLst>
              <a:gd name="T0" fmla="*/ 0 w 81"/>
              <a:gd name="T1" fmla="*/ 2147483646 h 41"/>
              <a:gd name="T2" fmla="*/ 2147483646 w 81"/>
              <a:gd name="T3" fmla="*/ 2147483646 h 41"/>
              <a:gd name="T4" fmla="*/ 0 w 81"/>
              <a:gd name="T5" fmla="*/ 0 h 41"/>
              <a:gd name="T6" fmla="*/ 0 w 81"/>
              <a:gd name="T7" fmla="*/ 2147483646 h 41"/>
              <a:gd name="T8" fmla="*/ 0 w 81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41">
                <a:moveTo>
                  <a:pt x="0" y="41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4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38" name="Line 61"/>
          <p:cNvSpPr>
            <a:spLocks noChangeShapeType="1"/>
          </p:cNvSpPr>
          <p:nvPr/>
        </p:nvSpPr>
        <p:spPr bwMode="auto">
          <a:xfrm flipH="1">
            <a:off x="7947379" y="3045744"/>
            <a:ext cx="1063414" cy="225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39" name="Freeform 62"/>
          <p:cNvSpPr>
            <a:spLocks/>
          </p:cNvSpPr>
          <p:nvPr/>
        </p:nvSpPr>
        <p:spPr bwMode="auto">
          <a:xfrm>
            <a:off x="9647485" y="4574258"/>
            <a:ext cx="60959" cy="182881"/>
          </a:xfrm>
          <a:custGeom>
            <a:avLst/>
            <a:gdLst>
              <a:gd name="T0" fmla="*/ 0 w 27"/>
              <a:gd name="T1" fmla="*/ 0 h 81"/>
              <a:gd name="T2" fmla="*/ 2147483646 w 27"/>
              <a:gd name="T3" fmla="*/ 2147483646 h 81"/>
              <a:gd name="T4" fmla="*/ 2147483646 w 27"/>
              <a:gd name="T5" fmla="*/ 0 h 81"/>
              <a:gd name="T6" fmla="*/ 2147483646 w 27"/>
              <a:gd name="T7" fmla="*/ 0 h 81"/>
              <a:gd name="T8" fmla="*/ 0 w 27"/>
              <a:gd name="T9" fmla="*/ 0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" h="81">
                <a:moveTo>
                  <a:pt x="0" y="0"/>
                </a:moveTo>
                <a:lnTo>
                  <a:pt x="14" y="81"/>
                </a:lnTo>
                <a:lnTo>
                  <a:pt x="27" y="0"/>
                </a:lnTo>
                <a:lnTo>
                  <a:pt x="1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40" name="Line 63"/>
          <p:cNvSpPr>
            <a:spLocks noChangeShapeType="1"/>
          </p:cNvSpPr>
          <p:nvPr/>
        </p:nvSpPr>
        <p:spPr bwMode="auto">
          <a:xfrm flipV="1">
            <a:off x="9679095" y="3504071"/>
            <a:ext cx="2257" cy="103857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41" name="Freeform 64"/>
          <p:cNvSpPr>
            <a:spLocks/>
          </p:cNvSpPr>
          <p:nvPr/>
        </p:nvSpPr>
        <p:spPr bwMode="auto">
          <a:xfrm>
            <a:off x="8008339" y="5186116"/>
            <a:ext cx="180622" cy="90311"/>
          </a:xfrm>
          <a:custGeom>
            <a:avLst/>
            <a:gdLst>
              <a:gd name="T0" fmla="*/ 2147483646 w 80"/>
              <a:gd name="T1" fmla="*/ 0 h 40"/>
              <a:gd name="T2" fmla="*/ 0 w 80"/>
              <a:gd name="T3" fmla="*/ 2147483646 h 40"/>
              <a:gd name="T4" fmla="*/ 2147483646 w 80"/>
              <a:gd name="T5" fmla="*/ 2147483646 h 40"/>
              <a:gd name="T6" fmla="*/ 2147483646 w 80"/>
              <a:gd name="T7" fmla="*/ 2147483646 h 40"/>
              <a:gd name="T8" fmla="*/ 2147483646 w 80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" h="40">
                <a:moveTo>
                  <a:pt x="80" y="0"/>
                </a:moveTo>
                <a:lnTo>
                  <a:pt x="0" y="13"/>
                </a:lnTo>
                <a:lnTo>
                  <a:pt x="80" y="40"/>
                </a:lnTo>
                <a:lnTo>
                  <a:pt x="80" y="13"/>
                </a:ln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42" name="Line 65"/>
          <p:cNvSpPr>
            <a:spLocks noChangeShapeType="1"/>
          </p:cNvSpPr>
          <p:nvPr/>
        </p:nvSpPr>
        <p:spPr bwMode="auto">
          <a:xfrm>
            <a:off x="8188961" y="5215467"/>
            <a:ext cx="1063413" cy="225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43" name="Freeform 66"/>
          <p:cNvSpPr>
            <a:spLocks/>
          </p:cNvSpPr>
          <p:nvPr/>
        </p:nvSpPr>
        <p:spPr bwMode="auto">
          <a:xfrm>
            <a:off x="5849904" y="5186116"/>
            <a:ext cx="182879" cy="90311"/>
          </a:xfrm>
          <a:custGeom>
            <a:avLst/>
            <a:gdLst>
              <a:gd name="T0" fmla="*/ 2147483646 w 81"/>
              <a:gd name="T1" fmla="*/ 0 h 40"/>
              <a:gd name="T2" fmla="*/ 0 w 81"/>
              <a:gd name="T3" fmla="*/ 2147483646 h 40"/>
              <a:gd name="T4" fmla="*/ 2147483646 w 81"/>
              <a:gd name="T5" fmla="*/ 2147483646 h 40"/>
              <a:gd name="T6" fmla="*/ 2147483646 w 81"/>
              <a:gd name="T7" fmla="*/ 2147483646 h 40"/>
              <a:gd name="T8" fmla="*/ 2147483646 w 81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40">
                <a:moveTo>
                  <a:pt x="81" y="0"/>
                </a:moveTo>
                <a:lnTo>
                  <a:pt x="0" y="13"/>
                </a:lnTo>
                <a:lnTo>
                  <a:pt x="81" y="40"/>
                </a:lnTo>
                <a:lnTo>
                  <a:pt x="81" y="13"/>
                </a:lnTo>
                <a:lnTo>
                  <a:pt x="81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44" name="Line 67"/>
          <p:cNvSpPr>
            <a:spLocks noChangeShapeType="1"/>
          </p:cNvSpPr>
          <p:nvPr/>
        </p:nvSpPr>
        <p:spPr bwMode="auto">
          <a:xfrm>
            <a:off x="6032783" y="5215467"/>
            <a:ext cx="1063414" cy="225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45" name="Freeform 68"/>
          <p:cNvSpPr>
            <a:spLocks/>
          </p:cNvSpPr>
          <p:nvPr/>
        </p:nvSpPr>
        <p:spPr bwMode="auto">
          <a:xfrm>
            <a:off x="3691468" y="5186116"/>
            <a:ext cx="182879" cy="90311"/>
          </a:xfrm>
          <a:custGeom>
            <a:avLst/>
            <a:gdLst>
              <a:gd name="T0" fmla="*/ 2147483646 w 81"/>
              <a:gd name="T1" fmla="*/ 0 h 40"/>
              <a:gd name="T2" fmla="*/ 0 w 81"/>
              <a:gd name="T3" fmla="*/ 2147483646 h 40"/>
              <a:gd name="T4" fmla="*/ 2147483646 w 81"/>
              <a:gd name="T5" fmla="*/ 2147483646 h 40"/>
              <a:gd name="T6" fmla="*/ 2147483646 w 81"/>
              <a:gd name="T7" fmla="*/ 2147483646 h 40"/>
              <a:gd name="T8" fmla="*/ 2147483646 w 81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" h="40">
                <a:moveTo>
                  <a:pt x="81" y="0"/>
                </a:moveTo>
                <a:lnTo>
                  <a:pt x="0" y="13"/>
                </a:lnTo>
                <a:lnTo>
                  <a:pt x="81" y="40"/>
                </a:lnTo>
                <a:lnTo>
                  <a:pt x="81" y="13"/>
                </a:lnTo>
                <a:lnTo>
                  <a:pt x="81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46" name="Line 69"/>
          <p:cNvSpPr>
            <a:spLocks noChangeShapeType="1"/>
          </p:cNvSpPr>
          <p:nvPr/>
        </p:nvSpPr>
        <p:spPr bwMode="auto">
          <a:xfrm>
            <a:off x="3874347" y="5215467"/>
            <a:ext cx="1063414" cy="225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47" name="Freeform 70"/>
          <p:cNvSpPr>
            <a:spLocks/>
          </p:cNvSpPr>
          <p:nvPr/>
        </p:nvSpPr>
        <p:spPr bwMode="auto">
          <a:xfrm>
            <a:off x="3176694" y="3533424"/>
            <a:ext cx="90311" cy="182879"/>
          </a:xfrm>
          <a:custGeom>
            <a:avLst/>
            <a:gdLst>
              <a:gd name="T0" fmla="*/ 2147483646 w 40"/>
              <a:gd name="T1" fmla="*/ 2147483646 h 81"/>
              <a:gd name="T2" fmla="*/ 2147483646 w 40"/>
              <a:gd name="T3" fmla="*/ 0 h 81"/>
              <a:gd name="T4" fmla="*/ 0 w 40"/>
              <a:gd name="T5" fmla="*/ 2147483646 h 81"/>
              <a:gd name="T6" fmla="*/ 2147483646 w 40"/>
              <a:gd name="T7" fmla="*/ 2147483646 h 81"/>
              <a:gd name="T8" fmla="*/ 2147483646 w 40"/>
              <a:gd name="T9" fmla="*/ 2147483646 h 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" h="81">
                <a:moveTo>
                  <a:pt x="40" y="81"/>
                </a:moveTo>
                <a:lnTo>
                  <a:pt x="13" y="0"/>
                </a:lnTo>
                <a:lnTo>
                  <a:pt x="0" y="81"/>
                </a:lnTo>
                <a:lnTo>
                  <a:pt x="13" y="81"/>
                </a:lnTo>
                <a:lnTo>
                  <a:pt x="40" y="81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1548" name="Line 71"/>
          <p:cNvSpPr>
            <a:spLocks noChangeShapeType="1"/>
          </p:cNvSpPr>
          <p:nvPr/>
        </p:nvSpPr>
        <p:spPr bwMode="auto">
          <a:xfrm>
            <a:off x="3206045" y="3716303"/>
            <a:ext cx="2258" cy="10701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1549" name="Rectangle 72"/>
          <p:cNvSpPr>
            <a:spLocks noChangeArrowheads="1"/>
          </p:cNvSpPr>
          <p:nvPr/>
        </p:nvSpPr>
        <p:spPr bwMode="auto">
          <a:xfrm>
            <a:off x="3163985" y="1490134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50" name="Rectangle 73"/>
          <p:cNvSpPr>
            <a:spLocks noChangeArrowheads="1"/>
          </p:cNvSpPr>
          <p:nvPr/>
        </p:nvSpPr>
        <p:spPr bwMode="auto">
          <a:xfrm>
            <a:off x="3906160" y="266869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51" name="Rectangle 74"/>
          <p:cNvSpPr>
            <a:spLocks noChangeArrowheads="1"/>
          </p:cNvSpPr>
          <p:nvPr/>
        </p:nvSpPr>
        <p:spPr bwMode="auto">
          <a:xfrm>
            <a:off x="4524914" y="266643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52" name="Rectangle 75"/>
          <p:cNvSpPr>
            <a:spLocks noChangeArrowheads="1"/>
          </p:cNvSpPr>
          <p:nvPr/>
        </p:nvSpPr>
        <p:spPr bwMode="auto">
          <a:xfrm>
            <a:off x="4238687" y="266643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53" name="Rectangle 76"/>
          <p:cNvSpPr>
            <a:spLocks noChangeArrowheads="1"/>
          </p:cNvSpPr>
          <p:nvPr/>
        </p:nvSpPr>
        <p:spPr bwMode="auto">
          <a:xfrm>
            <a:off x="4989894" y="1492392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54" name="Rectangle 77"/>
          <p:cNvSpPr>
            <a:spLocks noChangeArrowheads="1"/>
          </p:cNvSpPr>
          <p:nvPr/>
        </p:nvSpPr>
        <p:spPr bwMode="auto">
          <a:xfrm>
            <a:off x="5606390" y="1490134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55" name="Rectangle 78"/>
          <p:cNvSpPr>
            <a:spLocks noChangeArrowheads="1"/>
          </p:cNvSpPr>
          <p:nvPr/>
        </p:nvSpPr>
        <p:spPr bwMode="auto">
          <a:xfrm>
            <a:off x="5322420" y="1490134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56" name="Rectangle 79"/>
          <p:cNvSpPr>
            <a:spLocks noChangeArrowheads="1"/>
          </p:cNvSpPr>
          <p:nvPr/>
        </p:nvSpPr>
        <p:spPr bwMode="auto">
          <a:xfrm>
            <a:off x="6064596" y="266869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57" name="Rectangle 80"/>
          <p:cNvSpPr>
            <a:spLocks noChangeArrowheads="1"/>
          </p:cNvSpPr>
          <p:nvPr/>
        </p:nvSpPr>
        <p:spPr bwMode="auto">
          <a:xfrm>
            <a:off x="6683350" y="266643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58" name="Rectangle 81"/>
          <p:cNvSpPr>
            <a:spLocks noChangeArrowheads="1"/>
          </p:cNvSpPr>
          <p:nvPr/>
        </p:nvSpPr>
        <p:spPr bwMode="auto">
          <a:xfrm>
            <a:off x="6397123" y="266643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59" name="Rectangle 82"/>
          <p:cNvSpPr>
            <a:spLocks noChangeArrowheads="1"/>
          </p:cNvSpPr>
          <p:nvPr/>
        </p:nvSpPr>
        <p:spPr bwMode="auto">
          <a:xfrm>
            <a:off x="7141557" y="1492392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60" name="Rectangle 83"/>
          <p:cNvSpPr>
            <a:spLocks noChangeArrowheads="1"/>
          </p:cNvSpPr>
          <p:nvPr/>
        </p:nvSpPr>
        <p:spPr bwMode="auto">
          <a:xfrm>
            <a:off x="7762568" y="1490134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61" name="Rectangle 84"/>
          <p:cNvSpPr>
            <a:spLocks noChangeArrowheads="1"/>
          </p:cNvSpPr>
          <p:nvPr/>
        </p:nvSpPr>
        <p:spPr bwMode="auto">
          <a:xfrm>
            <a:off x="7474082" y="1490134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62" name="Rectangle 85"/>
          <p:cNvSpPr>
            <a:spLocks noChangeArrowheads="1"/>
          </p:cNvSpPr>
          <p:nvPr/>
        </p:nvSpPr>
        <p:spPr bwMode="auto">
          <a:xfrm>
            <a:off x="8218516" y="266869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63" name="Rectangle 86"/>
          <p:cNvSpPr>
            <a:spLocks noChangeArrowheads="1"/>
          </p:cNvSpPr>
          <p:nvPr/>
        </p:nvSpPr>
        <p:spPr bwMode="auto">
          <a:xfrm>
            <a:off x="8837270" y="266643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64" name="Rectangle 87"/>
          <p:cNvSpPr>
            <a:spLocks noChangeArrowheads="1"/>
          </p:cNvSpPr>
          <p:nvPr/>
        </p:nvSpPr>
        <p:spPr bwMode="auto">
          <a:xfrm>
            <a:off x="8551043" y="266643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65" name="Rectangle 88"/>
          <p:cNvSpPr>
            <a:spLocks noChangeArrowheads="1"/>
          </p:cNvSpPr>
          <p:nvPr/>
        </p:nvSpPr>
        <p:spPr bwMode="auto">
          <a:xfrm>
            <a:off x="9295477" y="1496908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66" name="Rectangle 89"/>
          <p:cNvSpPr>
            <a:spLocks noChangeArrowheads="1"/>
          </p:cNvSpPr>
          <p:nvPr/>
        </p:nvSpPr>
        <p:spPr bwMode="auto">
          <a:xfrm>
            <a:off x="9914230" y="1494649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67" name="Rectangle 90"/>
          <p:cNvSpPr>
            <a:spLocks noChangeArrowheads="1"/>
          </p:cNvSpPr>
          <p:nvPr/>
        </p:nvSpPr>
        <p:spPr bwMode="auto">
          <a:xfrm>
            <a:off x="9628002" y="1494649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68" name="Rectangle 91"/>
          <p:cNvSpPr>
            <a:spLocks noChangeArrowheads="1"/>
          </p:cNvSpPr>
          <p:nvPr/>
        </p:nvSpPr>
        <p:spPr bwMode="auto">
          <a:xfrm>
            <a:off x="9873468" y="398949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69" name="Rectangle 92"/>
          <p:cNvSpPr>
            <a:spLocks noChangeArrowheads="1"/>
          </p:cNvSpPr>
          <p:nvPr/>
        </p:nvSpPr>
        <p:spPr bwMode="auto">
          <a:xfrm>
            <a:off x="10492222" y="398723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70" name="Rectangle 93"/>
          <p:cNvSpPr>
            <a:spLocks noChangeArrowheads="1"/>
          </p:cNvSpPr>
          <p:nvPr/>
        </p:nvSpPr>
        <p:spPr bwMode="auto">
          <a:xfrm>
            <a:off x="10205993" y="398723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71" name="Rectangle 94"/>
          <p:cNvSpPr>
            <a:spLocks noChangeArrowheads="1"/>
          </p:cNvSpPr>
          <p:nvPr/>
        </p:nvSpPr>
        <p:spPr bwMode="auto">
          <a:xfrm>
            <a:off x="9297734" y="6461760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72" name="Rectangle 95"/>
          <p:cNvSpPr>
            <a:spLocks noChangeArrowheads="1"/>
          </p:cNvSpPr>
          <p:nvPr/>
        </p:nvSpPr>
        <p:spPr bwMode="auto">
          <a:xfrm>
            <a:off x="9916488" y="6459503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73" name="Rectangle 96"/>
          <p:cNvSpPr>
            <a:spLocks noChangeArrowheads="1"/>
          </p:cNvSpPr>
          <p:nvPr/>
        </p:nvSpPr>
        <p:spPr bwMode="auto">
          <a:xfrm>
            <a:off x="9630260" y="6459503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74" name="Rectangle 97"/>
          <p:cNvSpPr>
            <a:spLocks noChangeArrowheads="1"/>
          </p:cNvSpPr>
          <p:nvPr/>
        </p:nvSpPr>
        <p:spPr bwMode="auto">
          <a:xfrm>
            <a:off x="8220775" y="533061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75" name="Rectangle 98"/>
          <p:cNvSpPr>
            <a:spLocks noChangeArrowheads="1"/>
          </p:cNvSpPr>
          <p:nvPr/>
        </p:nvSpPr>
        <p:spPr bwMode="auto">
          <a:xfrm>
            <a:off x="8839528" y="532835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76" name="Rectangle 99"/>
          <p:cNvSpPr>
            <a:spLocks noChangeArrowheads="1"/>
          </p:cNvSpPr>
          <p:nvPr/>
        </p:nvSpPr>
        <p:spPr bwMode="auto">
          <a:xfrm>
            <a:off x="8553300" y="532835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77" name="Rectangle 100"/>
          <p:cNvSpPr>
            <a:spLocks noChangeArrowheads="1"/>
          </p:cNvSpPr>
          <p:nvPr/>
        </p:nvSpPr>
        <p:spPr bwMode="auto">
          <a:xfrm>
            <a:off x="7143814" y="6461760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78" name="Rectangle 101"/>
          <p:cNvSpPr>
            <a:spLocks noChangeArrowheads="1"/>
          </p:cNvSpPr>
          <p:nvPr/>
        </p:nvSpPr>
        <p:spPr bwMode="auto">
          <a:xfrm>
            <a:off x="7762568" y="6459503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79" name="Rectangle 102"/>
          <p:cNvSpPr>
            <a:spLocks noChangeArrowheads="1"/>
          </p:cNvSpPr>
          <p:nvPr/>
        </p:nvSpPr>
        <p:spPr bwMode="auto">
          <a:xfrm>
            <a:off x="7478597" y="6459503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80" name="Rectangle 103"/>
          <p:cNvSpPr>
            <a:spLocks noChangeArrowheads="1"/>
          </p:cNvSpPr>
          <p:nvPr/>
        </p:nvSpPr>
        <p:spPr bwMode="auto">
          <a:xfrm>
            <a:off x="6066855" y="533061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81" name="Rectangle 104"/>
          <p:cNvSpPr>
            <a:spLocks noChangeArrowheads="1"/>
          </p:cNvSpPr>
          <p:nvPr/>
        </p:nvSpPr>
        <p:spPr bwMode="auto">
          <a:xfrm>
            <a:off x="6685608" y="532835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82" name="Rectangle 105"/>
          <p:cNvSpPr>
            <a:spLocks noChangeArrowheads="1"/>
          </p:cNvSpPr>
          <p:nvPr/>
        </p:nvSpPr>
        <p:spPr bwMode="auto">
          <a:xfrm>
            <a:off x="6401638" y="532835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83" name="Rectangle 106"/>
          <p:cNvSpPr>
            <a:spLocks noChangeArrowheads="1"/>
          </p:cNvSpPr>
          <p:nvPr/>
        </p:nvSpPr>
        <p:spPr bwMode="auto">
          <a:xfrm>
            <a:off x="4989894" y="6461760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84" name="Rectangle 107"/>
          <p:cNvSpPr>
            <a:spLocks noChangeArrowheads="1"/>
          </p:cNvSpPr>
          <p:nvPr/>
        </p:nvSpPr>
        <p:spPr bwMode="auto">
          <a:xfrm>
            <a:off x="5610906" y="6459503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85" name="Rectangle 108"/>
          <p:cNvSpPr>
            <a:spLocks noChangeArrowheads="1"/>
          </p:cNvSpPr>
          <p:nvPr/>
        </p:nvSpPr>
        <p:spPr bwMode="auto">
          <a:xfrm>
            <a:off x="5324677" y="6459503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86" name="Rectangle 109"/>
          <p:cNvSpPr>
            <a:spLocks noChangeArrowheads="1"/>
          </p:cNvSpPr>
          <p:nvPr/>
        </p:nvSpPr>
        <p:spPr bwMode="auto">
          <a:xfrm>
            <a:off x="3915191" y="533061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87" name="Rectangle 110"/>
          <p:cNvSpPr>
            <a:spLocks noChangeArrowheads="1"/>
          </p:cNvSpPr>
          <p:nvPr/>
        </p:nvSpPr>
        <p:spPr bwMode="auto">
          <a:xfrm>
            <a:off x="4533945" y="532835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88" name="Rectangle 111"/>
          <p:cNvSpPr>
            <a:spLocks noChangeArrowheads="1"/>
          </p:cNvSpPr>
          <p:nvPr/>
        </p:nvSpPr>
        <p:spPr bwMode="auto">
          <a:xfrm>
            <a:off x="4247718" y="532835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89" name="Rectangle 112"/>
          <p:cNvSpPr>
            <a:spLocks noChangeArrowheads="1"/>
          </p:cNvSpPr>
          <p:nvPr/>
        </p:nvSpPr>
        <p:spPr bwMode="auto">
          <a:xfrm>
            <a:off x="2831458" y="6461760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90" name="Rectangle 113"/>
          <p:cNvSpPr>
            <a:spLocks noChangeArrowheads="1"/>
          </p:cNvSpPr>
          <p:nvPr/>
        </p:nvSpPr>
        <p:spPr bwMode="auto">
          <a:xfrm>
            <a:off x="3450212" y="6459503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3413"/>
          </a:p>
        </p:txBody>
      </p:sp>
      <p:sp>
        <p:nvSpPr>
          <p:cNvPr id="21591" name="Rectangle 114"/>
          <p:cNvSpPr>
            <a:spLocks noChangeArrowheads="1"/>
          </p:cNvSpPr>
          <p:nvPr/>
        </p:nvSpPr>
        <p:spPr bwMode="auto">
          <a:xfrm>
            <a:off x="3163985" y="6459503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92" name="Rectangle 115"/>
          <p:cNvSpPr>
            <a:spLocks noChangeArrowheads="1"/>
          </p:cNvSpPr>
          <p:nvPr/>
        </p:nvSpPr>
        <p:spPr bwMode="auto">
          <a:xfrm>
            <a:off x="2276045" y="3989494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3413"/>
          </a:p>
        </p:txBody>
      </p:sp>
      <p:sp>
        <p:nvSpPr>
          <p:cNvPr id="21593" name="Rectangle 116"/>
          <p:cNvSpPr>
            <a:spLocks noChangeArrowheads="1"/>
          </p:cNvSpPr>
          <p:nvPr/>
        </p:nvSpPr>
        <p:spPr bwMode="auto">
          <a:xfrm>
            <a:off x="2894799" y="3987236"/>
            <a:ext cx="16190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3413"/>
          </a:p>
        </p:txBody>
      </p:sp>
      <p:sp>
        <p:nvSpPr>
          <p:cNvPr id="21594" name="Rectangle 117"/>
          <p:cNvSpPr>
            <a:spLocks noChangeArrowheads="1"/>
          </p:cNvSpPr>
          <p:nvPr/>
        </p:nvSpPr>
        <p:spPr bwMode="auto">
          <a:xfrm>
            <a:off x="2608572" y="3987236"/>
            <a:ext cx="169918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=</a:t>
            </a:r>
            <a:endParaRPr lang="en-US" altLang="en-US" sz="3413"/>
          </a:p>
        </p:txBody>
      </p:sp>
      <p:sp>
        <p:nvSpPr>
          <p:cNvPr id="21595" name="Rectangle 118"/>
          <p:cNvSpPr>
            <a:spLocks noChangeArrowheads="1"/>
          </p:cNvSpPr>
          <p:nvPr/>
        </p:nvSpPr>
        <p:spPr bwMode="auto">
          <a:xfrm>
            <a:off x="2979220" y="2885440"/>
            <a:ext cx="45364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A/0</a:t>
            </a:r>
            <a:endParaRPr lang="en-US" altLang="en-US" sz="3413"/>
          </a:p>
        </p:txBody>
      </p:sp>
      <p:sp>
        <p:nvSpPr>
          <p:cNvPr id="21596" name="Rectangle 120"/>
          <p:cNvSpPr>
            <a:spLocks noChangeArrowheads="1"/>
          </p:cNvSpPr>
          <p:nvPr/>
        </p:nvSpPr>
        <p:spPr bwMode="auto">
          <a:xfrm>
            <a:off x="5134269" y="2885440"/>
            <a:ext cx="45364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B/1</a:t>
            </a:r>
            <a:endParaRPr lang="en-US" altLang="en-US" sz="3413"/>
          </a:p>
        </p:txBody>
      </p:sp>
      <p:sp>
        <p:nvSpPr>
          <p:cNvPr id="21597" name="Rectangle 122"/>
          <p:cNvSpPr>
            <a:spLocks noChangeArrowheads="1"/>
          </p:cNvSpPr>
          <p:nvPr/>
        </p:nvSpPr>
        <p:spPr bwMode="auto">
          <a:xfrm>
            <a:off x="7288189" y="2885440"/>
            <a:ext cx="45364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C/2</a:t>
            </a:r>
            <a:endParaRPr lang="en-US" altLang="en-US" sz="3413"/>
          </a:p>
        </p:txBody>
      </p:sp>
      <p:sp>
        <p:nvSpPr>
          <p:cNvPr id="21598" name="Rectangle 124"/>
          <p:cNvSpPr>
            <a:spLocks noChangeArrowheads="1"/>
          </p:cNvSpPr>
          <p:nvPr/>
        </p:nvSpPr>
        <p:spPr bwMode="auto">
          <a:xfrm>
            <a:off x="9440980" y="2885440"/>
            <a:ext cx="45364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D/3</a:t>
            </a:r>
            <a:endParaRPr lang="en-US" altLang="en-US" sz="3413"/>
          </a:p>
        </p:txBody>
      </p:sp>
      <p:sp>
        <p:nvSpPr>
          <p:cNvPr id="21599" name="Rectangle 126"/>
          <p:cNvSpPr>
            <a:spLocks noChangeArrowheads="1"/>
          </p:cNvSpPr>
          <p:nvPr/>
        </p:nvSpPr>
        <p:spPr bwMode="auto">
          <a:xfrm>
            <a:off x="9448996" y="5050650"/>
            <a:ext cx="43761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E/4</a:t>
            </a:r>
            <a:endParaRPr lang="en-US" altLang="en-US" sz="3413"/>
          </a:p>
        </p:txBody>
      </p:sp>
      <p:sp>
        <p:nvSpPr>
          <p:cNvPr id="21600" name="Rectangle 128"/>
          <p:cNvSpPr>
            <a:spLocks noChangeArrowheads="1"/>
          </p:cNvSpPr>
          <p:nvPr/>
        </p:nvSpPr>
        <p:spPr bwMode="auto">
          <a:xfrm>
            <a:off x="7301962" y="5050650"/>
            <a:ext cx="42158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F/5</a:t>
            </a:r>
            <a:endParaRPr lang="en-US" altLang="en-US" sz="3413"/>
          </a:p>
        </p:txBody>
      </p:sp>
      <p:sp>
        <p:nvSpPr>
          <p:cNvPr id="21601" name="Rectangle 130"/>
          <p:cNvSpPr>
            <a:spLocks noChangeArrowheads="1"/>
          </p:cNvSpPr>
          <p:nvPr/>
        </p:nvSpPr>
        <p:spPr bwMode="auto">
          <a:xfrm>
            <a:off x="5126581" y="5050650"/>
            <a:ext cx="471283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G/6</a:t>
            </a:r>
            <a:endParaRPr lang="en-US" altLang="en-US" sz="3413"/>
          </a:p>
        </p:txBody>
      </p:sp>
      <p:sp>
        <p:nvSpPr>
          <p:cNvPr id="21602" name="Rectangle 132"/>
          <p:cNvSpPr>
            <a:spLocks noChangeArrowheads="1"/>
          </p:cNvSpPr>
          <p:nvPr/>
        </p:nvSpPr>
        <p:spPr bwMode="auto">
          <a:xfrm>
            <a:off x="2979220" y="5050650"/>
            <a:ext cx="45364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76">
                <a:solidFill>
                  <a:srgbClr val="000000"/>
                </a:solidFill>
                <a:latin typeface="Times-Roman" charset="0"/>
              </a:rPr>
              <a:t>H/7</a:t>
            </a:r>
            <a:endParaRPr lang="en-US" altLang="en-US" sz="3413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570680" y="2052000"/>
              <a:ext cx="11309040" cy="6259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1320" y="2042640"/>
                <a:ext cx="11327760" cy="62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6523514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038579" y="8085103"/>
            <a:ext cx="10518987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13"/>
              <a:t>Figure 8.61.   State table for the counter.</a:t>
            </a:r>
            <a:endParaRPr lang="en-US" altLang="en-US" sz="3413" i="1"/>
          </a:p>
        </p:txBody>
      </p:sp>
      <p:sp>
        <p:nvSpPr>
          <p:cNvPr id="22531" name="Rectangle 10"/>
          <p:cNvSpPr>
            <a:spLocks noChangeArrowheads="1"/>
          </p:cNvSpPr>
          <p:nvPr/>
        </p:nvSpPr>
        <p:spPr bwMode="auto">
          <a:xfrm>
            <a:off x="9225280" y="1596250"/>
            <a:ext cx="18062" cy="74280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2" name="Rectangle 22"/>
          <p:cNvSpPr>
            <a:spLocks noChangeArrowheads="1"/>
          </p:cNvSpPr>
          <p:nvPr/>
        </p:nvSpPr>
        <p:spPr bwMode="auto">
          <a:xfrm>
            <a:off x="9225280" y="2339058"/>
            <a:ext cx="18062" cy="65024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3" name="Rectangle 31"/>
          <p:cNvSpPr>
            <a:spLocks noChangeArrowheads="1"/>
          </p:cNvSpPr>
          <p:nvPr/>
        </p:nvSpPr>
        <p:spPr bwMode="auto">
          <a:xfrm>
            <a:off x="9225280" y="2993814"/>
            <a:ext cx="18062" cy="57347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4" name="Rectangle 39"/>
          <p:cNvSpPr>
            <a:spLocks noChangeArrowheads="1"/>
          </p:cNvSpPr>
          <p:nvPr/>
        </p:nvSpPr>
        <p:spPr bwMode="auto">
          <a:xfrm>
            <a:off x="9225280" y="3567289"/>
            <a:ext cx="18062" cy="43575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5" name="Rectangle 47"/>
          <p:cNvSpPr>
            <a:spLocks noChangeArrowheads="1"/>
          </p:cNvSpPr>
          <p:nvPr/>
        </p:nvSpPr>
        <p:spPr bwMode="auto">
          <a:xfrm>
            <a:off x="9225280" y="4003041"/>
            <a:ext cx="18062" cy="43349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6" name="Rectangle 55"/>
          <p:cNvSpPr>
            <a:spLocks noChangeArrowheads="1"/>
          </p:cNvSpPr>
          <p:nvPr/>
        </p:nvSpPr>
        <p:spPr bwMode="auto">
          <a:xfrm>
            <a:off x="9225280" y="4436534"/>
            <a:ext cx="18062" cy="43349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7" name="Rectangle 63"/>
          <p:cNvSpPr>
            <a:spLocks noChangeArrowheads="1"/>
          </p:cNvSpPr>
          <p:nvPr/>
        </p:nvSpPr>
        <p:spPr bwMode="auto">
          <a:xfrm>
            <a:off x="9225280" y="4870028"/>
            <a:ext cx="18062" cy="43349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8" name="Rectangle 71"/>
          <p:cNvSpPr>
            <a:spLocks noChangeArrowheads="1"/>
          </p:cNvSpPr>
          <p:nvPr/>
        </p:nvSpPr>
        <p:spPr bwMode="auto">
          <a:xfrm>
            <a:off x="9225280" y="5303521"/>
            <a:ext cx="18062" cy="43349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39" name="Rectangle 79"/>
          <p:cNvSpPr>
            <a:spLocks noChangeArrowheads="1"/>
          </p:cNvSpPr>
          <p:nvPr/>
        </p:nvSpPr>
        <p:spPr bwMode="auto">
          <a:xfrm>
            <a:off x="9225280" y="5737015"/>
            <a:ext cx="18062" cy="4357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0" name="Rectangle 87"/>
          <p:cNvSpPr>
            <a:spLocks noChangeArrowheads="1"/>
          </p:cNvSpPr>
          <p:nvPr/>
        </p:nvSpPr>
        <p:spPr bwMode="auto">
          <a:xfrm>
            <a:off x="9225280" y="6143415"/>
            <a:ext cx="18062" cy="49896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1" name="Rectangle 4"/>
          <p:cNvSpPr>
            <a:spLocks noChangeArrowheads="1"/>
          </p:cNvSpPr>
          <p:nvPr/>
        </p:nvSpPr>
        <p:spPr bwMode="auto">
          <a:xfrm>
            <a:off x="3585352" y="1562383"/>
            <a:ext cx="5648960" cy="15805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2" name="Rectangle 5"/>
          <p:cNvSpPr>
            <a:spLocks noChangeArrowheads="1"/>
          </p:cNvSpPr>
          <p:nvPr/>
        </p:nvSpPr>
        <p:spPr bwMode="auto">
          <a:xfrm>
            <a:off x="3549227" y="1596250"/>
            <a:ext cx="15805" cy="742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3" name="Rectangle 6"/>
          <p:cNvSpPr>
            <a:spLocks noChangeArrowheads="1"/>
          </p:cNvSpPr>
          <p:nvPr/>
        </p:nvSpPr>
        <p:spPr bwMode="auto">
          <a:xfrm>
            <a:off x="5066453" y="1596250"/>
            <a:ext cx="18062" cy="742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4" name="Rectangle 7"/>
          <p:cNvSpPr>
            <a:spLocks noChangeArrowheads="1"/>
          </p:cNvSpPr>
          <p:nvPr/>
        </p:nvSpPr>
        <p:spPr bwMode="auto">
          <a:xfrm>
            <a:off x="3732556" y="1873956"/>
            <a:ext cx="1267976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Present </a:t>
            </a:r>
            <a:endParaRPr lang="en-US" altLang="en-US" sz="3413"/>
          </a:p>
        </p:txBody>
      </p:sp>
      <p:sp>
        <p:nvSpPr>
          <p:cNvPr id="22545" name="Rectangle 8"/>
          <p:cNvSpPr>
            <a:spLocks noChangeArrowheads="1"/>
          </p:cNvSpPr>
          <p:nvPr/>
        </p:nvSpPr>
        <p:spPr bwMode="auto">
          <a:xfrm>
            <a:off x="7778045" y="1596250"/>
            <a:ext cx="18062" cy="7428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6" name="Rectangle 9"/>
          <p:cNvSpPr>
            <a:spLocks noChangeArrowheads="1"/>
          </p:cNvSpPr>
          <p:nvPr/>
        </p:nvSpPr>
        <p:spPr bwMode="auto">
          <a:xfrm>
            <a:off x="5654899" y="1743004"/>
            <a:ext cx="164307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Next state </a:t>
            </a:r>
            <a:endParaRPr lang="en-US" altLang="en-US" sz="3413"/>
          </a:p>
        </p:txBody>
      </p:sp>
      <p:sp>
        <p:nvSpPr>
          <p:cNvPr id="22547" name="Rectangle 11"/>
          <p:cNvSpPr>
            <a:spLocks noChangeArrowheads="1"/>
          </p:cNvSpPr>
          <p:nvPr/>
        </p:nvSpPr>
        <p:spPr bwMode="auto">
          <a:xfrm>
            <a:off x="5066453" y="2320996"/>
            <a:ext cx="2727396" cy="1806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8" name="Rectangle 12"/>
          <p:cNvSpPr>
            <a:spLocks noChangeArrowheads="1"/>
          </p:cNvSpPr>
          <p:nvPr/>
        </p:nvSpPr>
        <p:spPr bwMode="auto">
          <a:xfrm>
            <a:off x="3549227" y="2339058"/>
            <a:ext cx="15805" cy="650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49" name="Rectangle 13"/>
          <p:cNvSpPr>
            <a:spLocks noChangeArrowheads="1"/>
          </p:cNvSpPr>
          <p:nvPr/>
        </p:nvSpPr>
        <p:spPr bwMode="auto">
          <a:xfrm>
            <a:off x="7935985" y="1952978"/>
            <a:ext cx="113813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Output</a:t>
            </a:r>
            <a:endParaRPr lang="en-US" altLang="en-US" sz="3413"/>
          </a:p>
        </p:txBody>
      </p:sp>
      <p:sp>
        <p:nvSpPr>
          <p:cNvPr id="22550" name="Rectangle 14"/>
          <p:cNvSpPr>
            <a:spLocks noChangeArrowheads="1"/>
          </p:cNvSpPr>
          <p:nvPr/>
        </p:nvSpPr>
        <p:spPr bwMode="auto">
          <a:xfrm>
            <a:off x="5066453" y="2339058"/>
            <a:ext cx="18062" cy="650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51" name="Rectangle 15"/>
          <p:cNvSpPr>
            <a:spLocks noChangeArrowheads="1"/>
          </p:cNvSpPr>
          <p:nvPr/>
        </p:nvSpPr>
        <p:spPr bwMode="auto">
          <a:xfrm>
            <a:off x="3953117" y="2350347"/>
            <a:ext cx="822340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state </a:t>
            </a:r>
            <a:endParaRPr lang="en-US" altLang="en-US" sz="3413"/>
          </a:p>
        </p:txBody>
      </p:sp>
      <p:sp>
        <p:nvSpPr>
          <p:cNvPr id="22552" name="Rectangle 16"/>
          <p:cNvSpPr>
            <a:spLocks noChangeArrowheads="1"/>
          </p:cNvSpPr>
          <p:nvPr/>
        </p:nvSpPr>
        <p:spPr bwMode="auto">
          <a:xfrm>
            <a:off x="5281634" y="2479040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w </a:t>
            </a:r>
            <a:endParaRPr lang="en-US" altLang="en-US" sz="3413" i="1"/>
          </a:p>
        </p:txBody>
      </p:sp>
      <p:sp>
        <p:nvSpPr>
          <p:cNvPr id="22553" name="Rectangle 17"/>
          <p:cNvSpPr>
            <a:spLocks noChangeArrowheads="1"/>
          </p:cNvSpPr>
          <p:nvPr/>
        </p:nvSpPr>
        <p:spPr bwMode="auto">
          <a:xfrm>
            <a:off x="5652609" y="2479040"/>
            <a:ext cx="29976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= </a:t>
            </a:r>
            <a:endParaRPr lang="en-US" altLang="en-US" sz="3413"/>
          </a:p>
        </p:txBody>
      </p:sp>
      <p:sp>
        <p:nvSpPr>
          <p:cNvPr id="22554" name="Rectangle 18"/>
          <p:cNvSpPr>
            <a:spLocks noChangeArrowheads="1"/>
          </p:cNvSpPr>
          <p:nvPr/>
        </p:nvSpPr>
        <p:spPr bwMode="auto">
          <a:xfrm>
            <a:off x="6033451" y="2479040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2555" name="Rectangle 19"/>
          <p:cNvSpPr>
            <a:spLocks noChangeArrowheads="1"/>
          </p:cNvSpPr>
          <p:nvPr/>
        </p:nvSpPr>
        <p:spPr bwMode="auto">
          <a:xfrm>
            <a:off x="6643073" y="2479040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w </a:t>
            </a:r>
            <a:endParaRPr lang="en-US" altLang="en-US" sz="3413" i="1"/>
          </a:p>
        </p:txBody>
      </p:sp>
      <p:sp>
        <p:nvSpPr>
          <p:cNvPr id="22556" name="Rectangle 20"/>
          <p:cNvSpPr>
            <a:spLocks noChangeArrowheads="1"/>
          </p:cNvSpPr>
          <p:nvPr/>
        </p:nvSpPr>
        <p:spPr bwMode="auto">
          <a:xfrm>
            <a:off x="7009533" y="2479040"/>
            <a:ext cx="29976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= </a:t>
            </a:r>
            <a:endParaRPr lang="en-US" altLang="en-US" sz="3413"/>
          </a:p>
        </p:txBody>
      </p:sp>
      <p:sp>
        <p:nvSpPr>
          <p:cNvPr id="22557" name="Rectangle 21"/>
          <p:cNvSpPr>
            <a:spLocks noChangeArrowheads="1"/>
          </p:cNvSpPr>
          <p:nvPr/>
        </p:nvSpPr>
        <p:spPr bwMode="auto">
          <a:xfrm>
            <a:off x="7778045" y="2339058"/>
            <a:ext cx="18062" cy="650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58" name="Rectangle 23"/>
          <p:cNvSpPr>
            <a:spLocks noChangeArrowheads="1"/>
          </p:cNvSpPr>
          <p:nvPr/>
        </p:nvSpPr>
        <p:spPr bwMode="auto">
          <a:xfrm>
            <a:off x="3585352" y="2971236"/>
            <a:ext cx="5648960" cy="1806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59" name="Rectangle 24"/>
          <p:cNvSpPr>
            <a:spLocks noChangeArrowheads="1"/>
          </p:cNvSpPr>
          <p:nvPr/>
        </p:nvSpPr>
        <p:spPr bwMode="auto">
          <a:xfrm>
            <a:off x="3549227" y="2993814"/>
            <a:ext cx="15805" cy="5734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60" name="Rectangle 25"/>
          <p:cNvSpPr>
            <a:spLocks noChangeArrowheads="1"/>
          </p:cNvSpPr>
          <p:nvPr/>
        </p:nvSpPr>
        <p:spPr bwMode="auto">
          <a:xfrm>
            <a:off x="7390375" y="2479040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2561" name="Rectangle 26"/>
          <p:cNvSpPr>
            <a:spLocks noChangeArrowheads="1"/>
          </p:cNvSpPr>
          <p:nvPr/>
        </p:nvSpPr>
        <p:spPr bwMode="auto">
          <a:xfrm>
            <a:off x="5066453" y="2993814"/>
            <a:ext cx="18062" cy="5734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62" name="Rectangle 27"/>
          <p:cNvSpPr>
            <a:spLocks noChangeArrowheads="1"/>
          </p:cNvSpPr>
          <p:nvPr/>
        </p:nvSpPr>
        <p:spPr bwMode="auto">
          <a:xfrm>
            <a:off x="4189410" y="3136054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A </a:t>
            </a:r>
            <a:endParaRPr lang="en-US" altLang="en-US" sz="3413"/>
          </a:p>
        </p:txBody>
      </p:sp>
      <p:sp>
        <p:nvSpPr>
          <p:cNvPr id="22563" name="Rectangle 28"/>
          <p:cNvSpPr>
            <a:spLocks noChangeArrowheads="1"/>
          </p:cNvSpPr>
          <p:nvPr/>
        </p:nvSpPr>
        <p:spPr bwMode="auto">
          <a:xfrm>
            <a:off x="5616326" y="3136054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A </a:t>
            </a:r>
            <a:endParaRPr lang="en-US" altLang="en-US" sz="3413"/>
          </a:p>
        </p:txBody>
      </p:sp>
      <p:sp>
        <p:nvSpPr>
          <p:cNvPr id="22564" name="Rectangle 29"/>
          <p:cNvSpPr>
            <a:spLocks noChangeArrowheads="1"/>
          </p:cNvSpPr>
          <p:nvPr/>
        </p:nvSpPr>
        <p:spPr bwMode="auto">
          <a:xfrm>
            <a:off x="7778045" y="2993814"/>
            <a:ext cx="18062" cy="5734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65" name="Rectangle 30"/>
          <p:cNvSpPr>
            <a:spLocks noChangeArrowheads="1"/>
          </p:cNvSpPr>
          <p:nvPr/>
        </p:nvSpPr>
        <p:spPr bwMode="auto">
          <a:xfrm>
            <a:off x="6986255" y="3136054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B </a:t>
            </a:r>
            <a:endParaRPr lang="en-US" altLang="en-US" sz="3413"/>
          </a:p>
        </p:txBody>
      </p:sp>
      <p:sp>
        <p:nvSpPr>
          <p:cNvPr id="22566" name="Rectangle 32"/>
          <p:cNvSpPr>
            <a:spLocks noChangeArrowheads="1"/>
          </p:cNvSpPr>
          <p:nvPr/>
        </p:nvSpPr>
        <p:spPr bwMode="auto">
          <a:xfrm>
            <a:off x="3549227" y="3567289"/>
            <a:ext cx="15805" cy="4357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67" name="Rectangle 33"/>
          <p:cNvSpPr>
            <a:spLocks noChangeArrowheads="1"/>
          </p:cNvSpPr>
          <p:nvPr/>
        </p:nvSpPr>
        <p:spPr bwMode="auto">
          <a:xfrm>
            <a:off x="8417664" y="3136054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2568" name="Rectangle 34"/>
          <p:cNvSpPr>
            <a:spLocks noChangeArrowheads="1"/>
          </p:cNvSpPr>
          <p:nvPr/>
        </p:nvSpPr>
        <p:spPr bwMode="auto">
          <a:xfrm>
            <a:off x="5066453" y="3567289"/>
            <a:ext cx="18062" cy="4357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69" name="Rectangle 35"/>
          <p:cNvSpPr>
            <a:spLocks noChangeArrowheads="1"/>
          </p:cNvSpPr>
          <p:nvPr/>
        </p:nvSpPr>
        <p:spPr bwMode="auto">
          <a:xfrm>
            <a:off x="4202416" y="3565032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B </a:t>
            </a:r>
            <a:endParaRPr lang="en-US" altLang="en-US" sz="3413"/>
          </a:p>
        </p:txBody>
      </p:sp>
      <p:sp>
        <p:nvSpPr>
          <p:cNvPr id="22570" name="Rectangle 36"/>
          <p:cNvSpPr>
            <a:spLocks noChangeArrowheads="1"/>
          </p:cNvSpPr>
          <p:nvPr/>
        </p:nvSpPr>
        <p:spPr bwMode="auto">
          <a:xfrm>
            <a:off x="5627073" y="3565032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B </a:t>
            </a:r>
            <a:endParaRPr lang="en-US" altLang="en-US" sz="3413"/>
          </a:p>
        </p:txBody>
      </p:sp>
      <p:sp>
        <p:nvSpPr>
          <p:cNvPr id="22571" name="Rectangle 37"/>
          <p:cNvSpPr>
            <a:spLocks noChangeArrowheads="1"/>
          </p:cNvSpPr>
          <p:nvPr/>
        </p:nvSpPr>
        <p:spPr bwMode="auto">
          <a:xfrm>
            <a:off x="7778045" y="3567289"/>
            <a:ext cx="18062" cy="4357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72" name="Rectangle 38"/>
          <p:cNvSpPr>
            <a:spLocks noChangeArrowheads="1"/>
          </p:cNvSpPr>
          <p:nvPr/>
        </p:nvSpPr>
        <p:spPr bwMode="auto">
          <a:xfrm>
            <a:off x="6983411" y="3565032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C </a:t>
            </a:r>
            <a:endParaRPr lang="en-US" altLang="en-US" sz="3413"/>
          </a:p>
        </p:txBody>
      </p:sp>
      <p:sp>
        <p:nvSpPr>
          <p:cNvPr id="22573" name="Rectangle 40"/>
          <p:cNvSpPr>
            <a:spLocks noChangeArrowheads="1"/>
          </p:cNvSpPr>
          <p:nvPr/>
        </p:nvSpPr>
        <p:spPr bwMode="auto">
          <a:xfrm>
            <a:off x="3549227" y="4003041"/>
            <a:ext cx="15805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74" name="Rectangle 41"/>
          <p:cNvSpPr>
            <a:spLocks noChangeArrowheads="1"/>
          </p:cNvSpPr>
          <p:nvPr/>
        </p:nvSpPr>
        <p:spPr bwMode="auto">
          <a:xfrm>
            <a:off x="8419921" y="3565032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2575" name="Rectangle 42"/>
          <p:cNvSpPr>
            <a:spLocks noChangeArrowheads="1"/>
          </p:cNvSpPr>
          <p:nvPr/>
        </p:nvSpPr>
        <p:spPr bwMode="auto">
          <a:xfrm>
            <a:off x="5066453" y="4003041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76" name="Rectangle 43"/>
          <p:cNvSpPr>
            <a:spLocks noChangeArrowheads="1"/>
          </p:cNvSpPr>
          <p:nvPr/>
        </p:nvSpPr>
        <p:spPr bwMode="auto">
          <a:xfrm>
            <a:off x="4192798" y="3998525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C </a:t>
            </a:r>
            <a:endParaRPr lang="en-US" altLang="en-US" sz="3413"/>
          </a:p>
        </p:txBody>
      </p:sp>
      <p:sp>
        <p:nvSpPr>
          <p:cNvPr id="22577" name="Rectangle 44"/>
          <p:cNvSpPr>
            <a:spLocks noChangeArrowheads="1"/>
          </p:cNvSpPr>
          <p:nvPr/>
        </p:nvSpPr>
        <p:spPr bwMode="auto">
          <a:xfrm>
            <a:off x="5617455" y="3998525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C </a:t>
            </a:r>
            <a:endParaRPr lang="en-US" altLang="en-US" sz="3413"/>
          </a:p>
        </p:txBody>
      </p:sp>
      <p:sp>
        <p:nvSpPr>
          <p:cNvPr id="22578" name="Rectangle 45"/>
          <p:cNvSpPr>
            <a:spLocks noChangeArrowheads="1"/>
          </p:cNvSpPr>
          <p:nvPr/>
        </p:nvSpPr>
        <p:spPr bwMode="auto">
          <a:xfrm>
            <a:off x="7778045" y="4003041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79" name="Rectangle 46"/>
          <p:cNvSpPr>
            <a:spLocks noChangeArrowheads="1"/>
          </p:cNvSpPr>
          <p:nvPr/>
        </p:nvSpPr>
        <p:spPr bwMode="auto">
          <a:xfrm>
            <a:off x="6984539" y="3998525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D </a:t>
            </a:r>
            <a:endParaRPr lang="en-US" altLang="en-US" sz="3413"/>
          </a:p>
        </p:txBody>
      </p:sp>
      <p:sp>
        <p:nvSpPr>
          <p:cNvPr id="22580" name="Rectangle 48"/>
          <p:cNvSpPr>
            <a:spLocks noChangeArrowheads="1"/>
          </p:cNvSpPr>
          <p:nvPr/>
        </p:nvSpPr>
        <p:spPr bwMode="auto">
          <a:xfrm>
            <a:off x="3549227" y="4436534"/>
            <a:ext cx="15805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81" name="Rectangle 49"/>
          <p:cNvSpPr>
            <a:spLocks noChangeArrowheads="1"/>
          </p:cNvSpPr>
          <p:nvPr/>
        </p:nvSpPr>
        <p:spPr bwMode="auto">
          <a:xfrm>
            <a:off x="8419921" y="3998525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2 </a:t>
            </a:r>
            <a:endParaRPr lang="en-US" altLang="en-US" sz="3413"/>
          </a:p>
        </p:txBody>
      </p:sp>
      <p:sp>
        <p:nvSpPr>
          <p:cNvPr id="22582" name="Rectangle 50"/>
          <p:cNvSpPr>
            <a:spLocks noChangeArrowheads="1"/>
          </p:cNvSpPr>
          <p:nvPr/>
        </p:nvSpPr>
        <p:spPr bwMode="auto">
          <a:xfrm>
            <a:off x="5066453" y="4436534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83" name="Rectangle 51"/>
          <p:cNvSpPr>
            <a:spLocks noChangeArrowheads="1"/>
          </p:cNvSpPr>
          <p:nvPr/>
        </p:nvSpPr>
        <p:spPr bwMode="auto">
          <a:xfrm>
            <a:off x="4189410" y="4434276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D </a:t>
            </a:r>
            <a:endParaRPr lang="en-US" altLang="en-US" sz="3413"/>
          </a:p>
        </p:txBody>
      </p:sp>
      <p:sp>
        <p:nvSpPr>
          <p:cNvPr id="22584" name="Rectangle 52"/>
          <p:cNvSpPr>
            <a:spLocks noChangeArrowheads="1"/>
          </p:cNvSpPr>
          <p:nvPr/>
        </p:nvSpPr>
        <p:spPr bwMode="auto">
          <a:xfrm>
            <a:off x="5616326" y="4434276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D </a:t>
            </a:r>
            <a:endParaRPr lang="en-US" altLang="en-US" sz="3413"/>
          </a:p>
        </p:txBody>
      </p:sp>
      <p:sp>
        <p:nvSpPr>
          <p:cNvPr id="22585" name="Rectangle 53"/>
          <p:cNvSpPr>
            <a:spLocks noChangeArrowheads="1"/>
          </p:cNvSpPr>
          <p:nvPr/>
        </p:nvSpPr>
        <p:spPr bwMode="auto">
          <a:xfrm>
            <a:off x="7778045" y="4436534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86" name="Rectangle 54"/>
          <p:cNvSpPr>
            <a:spLocks noChangeArrowheads="1"/>
          </p:cNvSpPr>
          <p:nvPr/>
        </p:nvSpPr>
        <p:spPr bwMode="auto">
          <a:xfrm>
            <a:off x="6985127" y="4434276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E </a:t>
            </a:r>
            <a:endParaRPr lang="en-US" altLang="en-US" sz="3413"/>
          </a:p>
        </p:txBody>
      </p:sp>
      <p:sp>
        <p:nvSpPr>
          <p:cNvPr id="22587" name="Rectangle 56"/>
          <p:cNvSpPr>
            <a:spLocks noChangeArrowheads="1"/>
          </p:cNvSpPr>
          <p:nvPr/>
        </p:nvSpPr>
        <p:spPr bwMode="auto">
          <a:xfrm>
            <a:off x="3549227" y="4870028"/>
            <a:ext cx="15805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88" name="Rectangle 57"/>
          <p:cNvSpPr>
            <a:spLocks noChangeArrowheads="1"/>
          </p:cNvSpPr>
          <p:nvPr/>
        </p:nvSpPr>
        <p:spPr bwMode="auto">
          <a:xfrm>
            <a:off x="8413149" y="4434276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3 </a:t>
            </a:r>
            <a:endParaRPr lang="en-US" altLang="en-US" sz="3413"/>
          </a:p>
        </p:txBody>
      </p:sp>
      <p:sp>
        <p:nvSpPr>
          <p:cNvPr id="22589" name="Rectangle 58"/>
          <p:cNvSpPr>
            <a:spLocks noChangeArrowheads="1"/>
          </p:cNvSpPr>
          <p:nvPr/>
        </p:nvSpPr>
        <p:spPr bwMode="auto">
          <a:xfrm>
            <a:off x="5066453" y="4870028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90" name="Rectangle 59"/>
          <p:cNvSpPr>
            <a:spLocks noChangeArrowheads="1"/>
          </p:cNvSpPr>
          <p:nvPr/>
        </p:nvSpPr>
        <p:spPr bwMode="auto">
          <a:xfrm>
            <a:off x="4201287" y="4863253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E </a:t>
            </a:r>
            <a:endParaRPr lang="en-US" altLang="en-US" sz="3413"/>
          </a:p>
        </p:txBody>
      </p:sp>
      <p:sp>
        <p:nvSpPr>
          <p:cNvPr id="22591" name="Rectangle 60"/>
          <p:cNvSpPr>
            <a:spLocks noChangeArrowheads="1"/>
          </p:cNvSpPr>
          <p:nvPr/>
        </p:nvSpPr>
        <p:spPr bwMode="auto">
          <a:xfrm>
            <a:off x="5628202" y="4863253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E </a:t>
            </a:r>
            <a:endParaRPr lang="en-US" altLang="en-US" sz="3413"/>
          </a:p>
        </p:txBody>
      </p:sp>
      <p:sp>
        <p:nvSpPr>
          <p:cNvPr id="22592" name="Rectangle 61"/>
          <p:cNvSpPr>
            <a:spLocks noChangeArrowheads="1"/>
          </p:cNvSpPr>
          <p:nvPr/>
        </p:nvSpPr>
        <p:spPr bwMode="auto">
          <a:xfrm>
            <a:off x="7778045" y="4870028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93" name="Rectangle 62"/>
          <p:cNvSpPr>
            <a:spLocks noChangeArrowheads="1"/>
          </p:cNvSpPr>
          <p:nvPr/>
        </p:nvSpPr>
        <p:spPr bwMode="auto">
          <a:xfrm>
            <a:off x="6996674" y="4863253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F </a:t>
            </a:r>
            <a:endParaRPr lang="en-US" altLang="en-US" sz="3413"/>
          </a:p>
        </p:txBody>
      </p:sp>
      <p:sp>
        <p:nvSpPr>
          <p:cNvPr id="22594" name="Rectangle 64"/>
          <p:cNvSpPr>
            <a:spLocks noChangeArrowheads="1"/>
          </p:cNvSpPr>
          <p:nvPr/>
        </p:nvSpPr>
        <p:spPr bwMode="auto">
          <a:xfrm>
            <a:off x="3549227" y="5303521"/>
            <a:ext cx="15805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95" name="Rectangle 65"/>
          <p:cNvSpPr>
            <a:spLocks noChangeArrowheads="1"/>
          </p:cNvSpPr>
          <p:nvPr/>
        </p:nvSpPr>
        <p:spPr bwMode="auto">
          <a:xfrm>
            <a:off x="8413149" y="4863253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4 </a:t>
            </a:r>
            <a:endParaRPr lang="en-US" altLang="en-US" sz="3413"/>
          </a:p>
        </p:txBody>
      </p:sp>
      <p:sp>
        <p:nvSpPr>
          <p:cNvPr id="22596" name="Rectangle 66"/>
          <p:cNvSpPr>
            <a:spLocks noChangeArrowheads="1"/>
          </p:cNvSpPr>
          <p:nvPr/>
        </p:nvSpPr>
        <p:spPr bwMode="auto">
          <a:xfrm>
            <a:off x="5066453" y="5303521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597" name="Rectangle 67"/>
          <p:cNvSpPr>
            <a:spLocks noChangeArrowheads="1"/>
          </p:cNvSpPr>
          <p:nvPr/>
        </p:nvSpPr>
        <p:spPr bwMode="auto">
          <a:xfrm>
            <a:off x="4208320" y="5299005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F </a:t>
            </a:r>
            <a:endParaRPr lang="en-US" altLang="en-US" sz="3413"/>
          </a:p>
        </p:txBody>
      </p:sp>
      <p:sp>
        <p:nvSpPr>
          <p:cNvPr id="22598" name="Rectangle 68"/>
          <p:cNvSpPr>
            <a:spLocks noChangeArrowheads="1"/>
          </p:cNvSpPr>
          <p:nvPr/>
        </p:nvSpPr>
        <p:spPr bwMode="auto">
          <a:xfrm>
            <a:off x="5637492" y="5299005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F </a:t>
            </a:r>
            <a:endParaRPr lang="en-US" altLang="en-US" sz="3413"/>
          </a:p>
        </p:txBody>
      </p:sp>
      <p:sp>
        <p:nvSpPr>
          <p:cNvPr id="22599" name="Rectangle 69"/>
          <p:cNvSpPr>
            <a:spLocks noChangeArrowheads="1"/>
          </p:cNvSpPr>
          <p:nvPr/>
        </p:nvSpPr>
        <p:spPr bwMode="auto">
          <a:xfrm>
            <a:off x="7778045" y="5303521"/>
            <a:ext cx="18062" cy="433493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00" name="Rectangle 70"/>
          <p:cNvSpPr>
            <a:spLocks noChangeArrowheads="1"/>
          </p:cNvSpPr>
          <p:nvPr/>
        </p:nvSpPr>
        <p:spPr bwMode="auto">
          <a:xfrm>
            <a:off x="6971863" y="5299005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G </a:t>
            </a:r>
            <a:endParaRPr lang="en-US" altLang="en-US" sz="3413"/>
          </a:p>
        </p:txBody>
      </p:sp>
      <p:sp>
        <p:nvSpPr>
          <p:cNvPr id="22601" name="Rectangle 72"/>
          <p:cNvSpPr>
            <a:spLocks noChangeArrowheads="1"/>
          </p:cNvSpPr>
          <p:nvPr/>
        </p:nvSpPr>
        <p:spPr bwMode="auto">
          <a:xfrm>
            <a:off x="3549227" y="5737015"/>
            <a:ext cx="15805" cy="43575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02" name="Rectangle 73"/>
          <p:cNvSpPr>
            <a:spLocks noChangeArrowheads="1"/>
          </p:cNvSpPr>
          <p:nvPr/>
        </p:nvSpPr>
        <p:spPr bwMode="auto">
          <a:xfrm>
            <a:off x="8417664" y="5299005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5 </a:t>
            </a:r>
            <a:endParaRPr lang="en-US" altLang="en-US" sz="3413"/>
          </a:p>
        </p:txBody>
      </p:sp>
      <p:sp>
        <p:nvSpPr>
          <p:cNvPr id="22603" name="Rectangle 74"/>
          <p:cNvSpPr>
            <a:spLocks noChangeArrowheads="1"/>
          </p:cNvSpPr>
          <p:nvPr/>
        </p:nvSpPr>
        <p:spPr bwMode="auto">
          <a:xfrm>
            <a:off x="5066453" y="5737015"/>
            <a:ext cx="18062" cy="43575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04" name="Rectangle 75"/>
          <p:cNvSpPr>
            <a:spLocks noChangeArrowheads="1"/>
          </p:cNvSpPr>
          <p:nvPr/>
        </p:nvSpPr>
        <p:spPr bwMode="auto">
          <a:xfrm>
            <a:off x="4178991" y="5732498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G </a:t>
            </a:r>
            <a:endParaRPr lang="en-US" altLang="en-US" sz="3413"/>
          </a:p>
        </p:txBody>
      </p:sp>
      <p:sp>
        <p:nvSpPr>
          <p:cNvPr id="22605" name="Rectangle 76"/>
          <p:cNvSpPr>
            <a:spLocks noChangeArrowheads="1"/>
          </p:cNvSpPr>
          <p:nvPr/>
        </p:nvSpPr>
        <p:spPr bwMode="auto">
          <a:xfrm>
            <a:off x="5605906" y="5732498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G </a:t>
            </a:r>
            <a:endParaRPr lang="en-US" altLang="en-US" sz="3413"/>
          </a:p>
        </p:txBody>
      </p:sp>
      <p:sp>
        <p:nvSpPr>
          <p:cNvPr id="22606" name="Rectangle 77"/>
          <p:cNvSpPr>
            <a:spLocks noChangeArrowheads="1"/>
          </p:cNvSpPr>
          <p:nvPr/>
        </p:nvSpPr>
        <p:spPr bwMode="auto">
          <a:xfrm>
            <a:off x="7778045" y="5737015"/>
            <a:ext cx="18062" cy="43575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07" name="Rectangle 78"/>
          <p:cNvSpPr>
            <a:spLocks noChangeArrowheads="1"/>
          </p:cNvSpPr>
          <p:nvPr/>
        </p:nvSpPr>
        <p:spPr bwMode="auto">
          <a:xfrm>
            <a:off x="6969604" y="5732498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H </a:t>
            </a:r>
            <a:endParaRPr lang="en-US" altLang="en-US" sz="3413"/>
          </a:p>
        </p:txBody>
      </p:sp>
      <p:sp>
        <p:nvSpPr>
          <p:cNvPr id="22608" name="Rectangle 80"/>
          <p:cNvSpPr>
            <a:spLocks noChangeArrowheads="1"/>
          </p:cNvSpPr>
          <p:nvPr/>
        </p:nvSpPr>
        <p:spPr bwMode="auto">
          <a:xfrm>
            <a:off x="3549227" y="6143415"/>
            <a:ext cx="15805" cy="4989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09" name="Rectangle 81"/>
          <p:cNvSpPr>
            <a:spLocks noChangeArrowheads="1"/>
          </p:cNvSpPr>
          <p:nvPr/>
        </p:nvSpPr>
        <p:spPr bwMode="auto">
          <a:xfrm>
            <a:off x="8415406" y="5732498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6 </a:t>
            </a:r>
            <a:endParaRPr lang="en-US" altLang="en-US" sz="3413"/>
          </a:p>
        </p:txBody>
      </p:sp>
      <p:sp>
        <p:nvSpPr>
          <p:cNvPr id="22610" name="Rectangle 82"/>
          <p:cNvSpPr>
            <a:spLocks noChangeArrowheads="1"/>
          </p:cNvSpPr>
          <p:nvPr/>
        </p:nvSpPr>
        <p:spPr bwMode="auto">
          <a:xfrm>
            <a:off x="5066453" y="6143415"/>
            <a:ext cx="18062" cy="4989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11" name="Rectangle 83"/>
          <p:cNvSpPr>
            <a:spLocks noChangeArrowheads="1"/>
          </p:cNvSpPr>
          <p:nvPr/>
        </p:nvSpPr>
        <p:spPr bwMode="auto">
          <a:xfrm>
            <a:off x="4178991" y="6161476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H </a:t>
            </a:r>
            <a:endParaRPr lang="en-US" altLang="en-US" sz="3413"/>
          </a:p>
        </p:txBody>
      </p:sp>
      <p:sp>
        <p:nvSpPr>
          <p:cNvPr id="22612" name="Rectangle 84"/>
          <p:cNvSpPr>
            <a:spLocks noChangeArrowheads="1"/>
          </p:cNvSpPr>
          <p:nvPr/>
        </p:nvSpPr>
        <p:spPr bwMode="auto">
          <a:xfrm>
            <a:off x="5605906" y="6161476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H </a:t>
            </a:r>
            <a:endParaRPr lang="en-US" altLang="en-US" sz="3413"/>
          </a:p>
        </p:txBody>
      </p:sp>
      <p:sp>
        <p:nvSpPr>
          <p:cNvPr id="22613" name="Rectangle 85"/>
          <p:cNvSpPr>
            <a:spLocks noChangeArrowheads="1"/>
          </p:cNvSpPr>
          <p:nvPr/>
        </p:nvSpPr>
        <p:spPr bwMode="auto">
          <a:xfrm>
            <a:off x="7778045" y="6143415"/>
            <a:ext cx="18062" cy="4989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14" name="Rectangle 86"/>
          <p:cNvSpPr>
            <a:spLocks noChangeArrowheads="1"/>
          </p:cNvSpPr>
          <p:nvPr/>
        </p:nvSpPr>
        <p:spPr bwMode="auto">
          <a:xfrm>
            <a:off x="6980024" y="6161476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A </a:t>
            </a:r>
            <a:endParaRPr lang="en-US" altLang="en-US" sz="3413"/>
          </a:p>
        </p:txBody>
      </p:sp>
      <p:sp>
        <p:nvSpPr>
          <p:cNvPr id="22615" name="Rectangle 88"/>
          <p:cNvSpPr>
            <a:spLocks noChangeArrowheads="1"/>
          </p:cNvSpPr>
          <p:nvPr/>
        </p:nvSpPr>
        <p:spPr bwMode="auto">
          <a:xfrm>
            <a:off x="3585352" y="6660445"/>
            <a:ext cx="5648960" cy="1806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2616" name="Rectangle 89"/>
          <p:cNvSpPr>
            <a:spLocks noChangeArrowheads="1"/>
          </p:cNvSpPr>
          <p:nvPr/>
        </p:nvSpPr>
        <p:spPr bwMode="auto">
          <a:xfrm>
            <a:off x="8415406" y="6161476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7 </a:t>
            </a:r>
            <a:endParaRPr lang="en-US" altLang="en-US" sz="3413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583720" y="2814120"/>
              <a:ext cx="6046200" cy="3892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360" y="2804760"/>
                <a:ext cx="6064920" cy="391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7447386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104054" y="8073813"/>
            <a:ext cx="10518986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13"/>
              <a:t>Figure 8.62.   State-assigned table for the counter.</a:t>
            </a:r>
            <a:endParaRPr lang="en-US" altLang="en-US" sz="3413" i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698240" y="1503681"/>
            <a:ext cx="6005689" cy="1580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3698240" y="1503681"/>
            <a:ext cx="18062" cy="66604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5217725" y="1503681"/>
            <a:ext cx="18062" cy="66604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3872538" y="1873956"/>
            <a:ext cx="1267976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Present </a:t>
            </a:r>
            <a:endParaRPr lang="en-US" altLang="en-US" sz="3413"/>
          </a:p>
        </p:txBody>
      </p:sp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8290560" y="1503681"/>
            <a:ext cx="18062" cy="66604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9699413" y="1503681"/>
            <a:ext cx="18062" cy="66604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61" name="Rectangle 10"/>
          <p:cNvSpPr>
            <a:spLocks noChangeArrowheads="1"/>
          </p:cNvSpPr>
          <p:nvPr/>
        </p:nvSpPr>
        <p:spPr bwMode="auto">
          <a:xfrm>
            <a:off x="5217725" y="2187787"/>
            <a:ext cx="3088640" cy="1806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62" name="Rectangle 11"/>
          <p:cNvSpPr>
            <a:spLocks noChangeArrowheads="1"/>
          </p:cNvSpPr>
          <p:nvPr/>
        </p:nvSpPr>
        <p:spPr bwMode="auto">
          <a:xfrm>
            <a:off x="3698240" y="216972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63" name="Rectangle 12"/>
          <p:cNvSpPr>
            <a:spLocks noChangeArrowheads="1"/>
          </p:cNvSpPr>
          <p:nvPr/>
        </p:nvSpPr>
        <p:spPr bwMode="auto">
          <a:xfrm>
            <a:off x="5980019" y="1666240"/>
            <a:ext cx="164307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Next state </a:t>
            </a:r>
            <a:endParaRPr lang="en-US" altLang="en-US" sz="3413"/>
          </a:p>
        </p:txBody>
      </p:sp>
      <p:sp>
        <p:nvSpPr>
          <p:cNvPr id="23564" name="Rectangle 13"/>
          <p:cNvSpPr>
            <a:spLocks noChangeArrowheads="1"/>
          </p:cNvSpPr>
          <p:nvPr/>
        </p:nvSpPr>
        <p:spPr bwMode="auto">
          <a:xfrm>
            <a:off x="5217725" y="216972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65" name="Rectangle 14"/>
          <p:cNvSpPr>
            <a:spLocks noChangeArrowheads="1"/>
          </p:cNvSpPr>
          <p:nvPr/>
        </p:nvSpPr>
        <p:spPr bwMode="auto">
          <a:xfrm>
            <a:off x="4093099" y="2334542"/>
            <a:ext cx="822340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state </a:t>
            </a:r>
            <a:endParaRPr lang="en-US" altLang="en-US" sz="3413"/>
          </a:p>
        </p:txBody>
      </p:sp>
      <p:sp>
        <p:nvSpPr>
          <p:cNvPr id="23566" name="Rectangle 15"/>
          <p:cNvSpPr>
            <a:spLocks noChangeArrowheads="1"/>
          </p:cNvSpPr>
          <p:nvPr/>
        </p:nvSpPr>
        <p:spPr bwMode="auto">
          <a:xfrm>
            <a:off x="5514184" y="2334542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w </a:t>
            </a:r>
            <a:endParaRPr lang="en-US" altLang="en-US" sz="3413" i="1"/>
          </a:p>
        </p:txBody>
      </p:sp>
      <p:sp>
        <p:nvSpPr>
          <p:cNvPr id="23567" name="Rectangle 16"/>
          <p:cNvSpPr>
            <a:spLocks noChangeArrowheads="1"/>
          </p:cNvSpPr>
          <p:nvPr/>
        </p:nvSpPr>
        <p:spPr bwMode="auto">
          <a:xfrm>
            <a:off x="5882903" y="2334542"/>
            <a:ext cx="29976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= </a:t>
            </a:r>
            <a:endParaRPr lang="en-US" altLang="en-US" sz="3413"/>
          </a:p>
        </p:txBody>
      </p:sp>
      <p:sp>
        <p:nvSpPr>
          <p:cNvPr id="23568" name="Rectangle 17"/>
          <p:cNvSpPr>
            <a:spLocks noChangeArrowheads="1"/>
          </p:cNvSpPr>
          <p:nvPr/>
        </p:nvSpPr>
        <p:spPr bwMode="auto">
          <a:xfrm>
            <a:off x="6263744" y="2334542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3569" name="Rectangle 18"/>
          <p:cNvSpPr>
            <a:spLocks noChangeArrowheads="1"/>
          </p:cNvSpPr>
          <p:nvPr/>
        </p:nvSpPr>
        <p:spPr bwMode="auto">
          <a:xfrm>
            <a:off x="7056247" y="2334542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w </a:t>
            </a:r>
            <a:endParaRPr lang="en-US" altLang="en-US" sz="3413" i="1"/>
          </a:p>
        </p:txBody>
      </p:sp>
      <p:sp>
        <p:nvSpPr>
          <p:cNvPr id="23570" name="Rectangle 19"/>
          <p:cNvSpPr>
            <a:spLocks noChangeArrowheads="1"/>
          </p:cNvSpPr>
          <p:nvPr/>
        </p:nvSpPr>
        <p:spPr bwMode="auto">
          <a:xfrm>
            <a:off x="7424964" y="2334542"/>
            <a:ext cx="29976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= </a:t>
            </a:r>
            <a:endParaRPr lang="en-US" altLang="en-US" sz="3413"/>
          </a:p>
        </p:txBody>
      </p:sp>
      <p:sp>
        <p:nvSpPr>
          <p:cNvPr id="23571" name="Rectangle 20"/>
          <p:cNvSpPr>
            <a:spLocks noChangeArrowheads="1"/>
          </p:cNvSpPr>
          <p:nvPr/>
        </p:nvSpPr>
        <p:spPr bwMode="auto">
          <a:xfrm>
            <a:off x="8290560" y="216972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72" name="Rectangle 21"/>
          <p:cNvSpPr>
            <a:spLocks noChangeArrowheads="1"/>
          </p:cNvSpPr>
          <p:nvPr/>
        </p:nvSpPr>
        <p:spPr bwMode="auto">
          <a:xfrm>
            <a:off x="7805806" y="2334542"/>
            <a:ext cx="27411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3573" name="Rectangle 22"/>
          <p:cNvSpPr>
            <a:spLocks noChangeArrowheads="1"/>
          </p:cNvSpPr>
          <p:nvPr/>
        </p:nvSpPr>
        <p:spPr bwMode="auto">
          <a:xfrm>
            <a:off x="9699413" y="216972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74" name="Rectangle 23"/>
          <p:cNvSpPr>
            <a:spLocks noChangeArrowheads="1"/>
          </p:cNvSpPr>
          <p:nvPr/>
        </p:nvSpPr>
        <p:spPr bwMode="auto">
          <a:xfrm>
            <a:off x="5217725" y="2838027"/>
            <a:ext cx="3088640" cy="1806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75" name="Rectangle 24"/>
          <p:cNvSpPr>
            <a:spLocks noChangeArrowheads="1"/>
          </p:cNvSpPr>
          <p:nvPr/>
        </p:nvSpPr>
        <p:spPr bwMode="auto">
          <a:xfrm>
            <a:off x="3698240" y="281996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76" name="Rectangle 25"/>
          <p:cNvSpPr>
            <a:spLocks noChangeArrowheads="1"/>
          </p:cNvSpPr>
          <p:nvPr/>
        </p:nvSpPr>
        <p:spPr bwMode="auto">
          <a:xfrm>
            <a:off x="8517306" y="2126827"/>
            <a:ext cx="1065996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Count </a:t>
            </a:r>
            <a:endParaRPr lang="en-US" altLang="en-US" sz="3413"/>
          </a:p>
        </p:txBody>
      </p:sp>
      <p:sp>
        <p:nvSpPr>
          <p:cNvPr id="23577" name="Rectangle 26"/>
          <p:cNvSpPr>
            <a:spLocks noChangeArrowheads="1"/>
          </p:cNvSpPr>
          <p:nvPr/>
        </p:nvSpPr>
        <p:spPr bwMode="auto">
          <a:xfrm>
            <a:off x="3949781" y="2722880"/>
            <a:ext cx="25327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78" name="Rectangle 27"/>
          <p:cNvSpPr>
            <a:spLocks noChangeArrowheads="1"/>
          </p:cNvSpPr>
          <p:nvPr/>
        </p:nvSpPr>
        <p:spPr bwMode="auto">
          <a:xfrm>
            <a:off x="4128484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2 </a:t>
            </a:r>
            <a:endParaRPr lang="en-US" altLang="en-US" sz="3413"/>
          </a:p>
        </p:txBody>
      </p:sp>
      <p:sp>
        <p:nvSpPr>
          <p:cNvPr id="23579" name="Rectangle 28"/>
          <p:cNvSpPr>
            <a:spLocks noChangeArrowheads="1"/>
          </p:cNvSpPr>
          <p:nvPr/>
        </p:nvSpPr>
        <p:spPr bwMode="auto">
          <a:xfrm>
            <a:off x="4290706" y="2722880"/>
            <a:ext cx="25327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80" name="Rectangle 29"/>
          <p:cNvSpPr>
            <a:spLocks noChangeArrowheads="1"/>
          </p:cNvSpPr>
          <p:nvPr/>
        </p:nvSpPr>
        <p:spPr bwMode="auto">
          <a:xfrm>
            <a:off x="4467151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3581" name="Rectangle 30"/>
          <p:cNvSpPr>
            <a:spLocks noChangeArrowheads="1"/>
          </p:cNvSpPr>
          <p:nvPr/>
        </p:nvSpPr>
        <p:spPr bwMode="auto">
          <a:xfrm>
            <a:off x="4627115" y="2722880"/>
            <a:ext cx="25327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82" name="Rectangle 31"/>
          <p:cNvSpPr>
            <a:spLocks noChangeArrowheads="1"/>
          </p:cNvSpPr>
          <p:nvPr/>
        </p:nvSpPr>
        <p:spPr bwMode="auto">
          <a:xfrm>
            <a:off x="5217725" y="281996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83" name="Rectangle 32"/>
          <p:cNvSpPr>
            <a:spLocks noChangeArrowheads="1"/>
          </p:cNvSpPr>
          <p:nvPr/>
        </p:nvSpPr>
        <p:spPr bwMode="auto">
          <a:xfrm>
            <a:off x="4805818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3584" name="Rectangle 33"/>
          <p:cNvSpPr>
            <a:spLocks noChangeArrowheads="1"/>
          </p:cNvSpPr>
          <p:nvPr/>
        </p:nvSpPr>
        <p:spPr bwMode="auto">
          <a:xfrm>
            <a:off x="5411714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85" name="Rectangle 34"/>
          <p:cNvSpPr>
            <a:spLocks noChangeArrowheads="1"/>
          </p:cNvSpPr>
          <p:nvPr/>
        </p:nvSpPr>
        <p:spPr bwMode="auto">
          <a:xfrm>
            <a:off x="5629906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2 </a:t>
            </a:r>
            <a:endParaRPr lang="en-US" altLang="en-US" sz="3413"/>
          </a:p>
        </p:txBody>
      </p:sp>
      <p:sp>
        <p:nvSpPr>
          <p:cNvPr id="23586" name="Rectangle 35"/>
          <p:cNvSpPr>
            <a:spLocks noChangeArrowheads="1"/>
          </p:cNvSpPr>
          <p:nvPr/>
        </p:nvSpPr>
        <p:spPr bwMode="auto">
          <a:xfrm>
            <a:off x="5784249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87" name="Rectangle 36"/>
          <p:cNvSpPr>
            <a:spLocks noChangeArrowheads="1"/>
          </p:cNvSpPr>
          <p:nvPr/>
        </p:nvSpPr>
        <p:spPr bwMode="auto">
          <a:xfrm>
            <a:off x="6004697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3588" name="Rectangle 37"/>
          <p:cNvSpPr>
            <a:spLocks noChangeArrowheads="1"/>
          </p:cNvSpPr>
          <p:nvPr/>
        </p:nvSpPr>
        <p:spPr bwMode="auto">
          <a:xfrm>
            <a:off x="6152265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89" name="Rectangle 38"/>
          <p:cNvSpPr>
            <a:spLocks noChangeArrowheads="1"/>
          </p:cNvSpPr>
          <p:nvPr/>
        </p:nvSpPr>
        <p:spPr bwMode="auto">
          <a:xfrm>
            <a:off x="6372716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3590" name="Rectangle 39"/>
          <p:cNvSpPr>
            <a:spLocks noChangeArrowheads="1"/>
          </p:cNvSpPr>
          <p:nvPr/>
        </p:nvSpPr>
        <p:spPr bwMode="auto">
          <a:xfrm>
            <a:off x="6956034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91" name="Rectangle 40"/>
          <p:cNvSpPr>
            <a:spLocks noChangeArrowheads="1"/>
          </p:cNvSpPr>
          <p:nvPr/>
        </p:nvSpPr>
        <p:spPr bwMode="auto">
          <a:xfrm>
            <a:off x="7174226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2 </a:t>
            </a:r>
            <a:endParaRPr lang="en-US" altLang="en-US" sz="3413"/>
          </a:p>
        </p:txBody>
      </p:sp>
      <p:sp>
        <p:nvSpPr>
          <p:cNvPr id="23592" name="Rectangle 41"/>
          <p:cNvSpPr>
            <a:spLocks noChangeArrowheads="1"/>
          </p:cNvSpPr>
          <p:nvPr/>
        </p:nvSpPr>
        <p:spPr bwMode="auto">
          <a:xfrm>
            <a:off x="7324053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93" name="Rectangle 42"/>
          <p:cNvSpPr>
            <a:spLocks noChangeArrowheads="1"/>
          </p:cNvSpPr>
          <p:nvPr/>
        </p:nvSpPr>
        <p:spPr bwMode="auto">
          <a:xfrm>
            <a:off x="7544502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3594" name="Rectangle 43"/>
          <p:cNvSpPr>
            <a:spLocks noChangeArrowheads="1"/>
          </p:cNvSpPr>
          <p:nvPr/>
        </p:nvSpPr>
        <p:spPr bwMode="auto">
          <a:xfrm>
            <a:off x="7698844" y="2984782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Y </a:t>
            </a:r>
            <a:endParaRPr lang="en-US" altLang="en-US" sz="3413" i="1"/>
          </a:p>
        </p:txBody>
      </p:sp>
      <p:sp>
        <p:nvSpPr>
          <p:cNvPr id="23595" name="Rectangle 44"/>
          <p:cNvSpPr>
            <a:spLocks noChangeArrowheads="1"/>
          </p:cNvSpPr>
          <p:nvPr/>
        </p:nvSpPr>
        <p:spPr bwMode="auto">
          <a:xfrm>
            <a:off x="8290560" y="281996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596" name="Rectangle 45"/>
          <p:cNvSpPr>
            <a:spLocks noChangeArrowheads="1"/>
          </p:cNvSpPr>
          <p:nvPr/>
        </p:nvSpPr>
        <p:spPr bwMode="auto">
          <a:xfrm>
            <a:off x="7917036" y="3124765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3597" name="Rectangle 46"/>
          <p:cNvSpPr>
            <a:spLocks noChangeArrowheads="1"/>
          </p:cNvSpPr>
          <p:nvPr/>
        </p:nvSpPr>
        <p:spPr bwMode="auto">
          <a:xfrm>
            <a:off x="8509951" y="2722880"/>
            <a:ext cx="23403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z </a:t>
            </a:r>
            <a:endParaRPr lang="en-US" altLang="en-US" sz="3413" i="1"/>
          </a:p>
        </p:txBody>
      </p:sp>
      <p:sp>
        <p:nvSpPr>
          <p:cNvPr id="23598" name="Rectangle 47"/>
          <p:cNvSpPr>
            <a:spLocks noChangeArrowheads="1"/>
          </p:cNvSpPr>
          <p:nvPr/>
        </p:nvSpPr>
        <p:spPr bwMode="auto">
          <a:xfrm>
            <a:off x="8677906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2 </a:t>
            </a:r>
            <a:endParaRPr lang="en-US" altLang="en-US" sz="3413"/>
          </a:p>
        </p:txBody>
      </p:sp>
      <p:sp>
        <p:nvSpPr>
          <p:cNvPr id="23599" name="Rectangle 48"/>
          <p:cNvSpPr>
            <a:spLocks noChangeArrowheads="1"/>
          </p:cNvSpPr>
          <p:nvPr/>
        </p:nvSpPr>
        <p:spPr bwMode="auto">
          <a:xfrm>
            <a:off x="8839586" y="2722880"/>
            <a:ext cx="23403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z </a:t>
            </a:r>
            <a:endParaRPr lang="en-US" altLang="en-US" sz="3413" i="1"/>
          </a:p>
        </p:txBody>
      </p:sp>
      <p:sp>
        <p:nvSpPr>
          <p:cNvPr id="23600" name="Rectangle 49"/>
          <p:cNvSpPr>
            <a:spLocks noChangeArrowheads="1"/>
          </p:cNvSpPr>
          <p:nvPr/>
        </p:nvSpPr>
        <p:spPr bwMode="auto">
          <a:xfrm>
            <a:off x="9009800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1 </a:t>
            </a:r>
            <a:endParaRPr lang="en-US" altLang="en-US" sz="3413"/>
          </a:p>
        </p:txBody>
      </p:sp>
      <p:sp>
        <p:nvSpPr>
          <p:cNvPr id="23601" name="Rectangle 50"/>
          <p:cNvSpPr>
            <a:spLocks noChangeArrowheads="1"/>
          </p:cNvSpPr>
          <p:nvPr/>
        </p:nvSpPr>
        <p:spPr bwMode="auto">
          <a:xfrm>
            <a:off x="9169222" y="2722880"/>
            <a:ext cx="23403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 i="1">
                <a:solidFill>
                  <a:srgbClr val="000000"/>
                </a:solidFill>
              </a:rPr>
              <a:t>z </a:t>
            </a:r>
            <a:endParaRPr lang="en-US" altLang="en-US" sz="3413" i="1"/>
          </a:p>
        </p:txBody>
      </p:sp>
      <p:sp>
        <p:nvSpPr>
          <p:cNvPr id="23602" name="Rectangle 51"/>
          <p:cNvSpPr>
            <a:spLocks noChangeArrowheads="1"/>
          </p:cNvSpPr>
          <p:nvPr/>
        </p:nvSpPr>
        <p:spPr bwMode="auto">
          <a:xfrm>
            <a:off x="9699413" y="2819965"/>
            <a:ext cx="18062" cy="65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03" name="Rectangle 52"/>
          <p:cNvSpPr>
            <a:spLocks noChangeArrowheads="1"/>
          </p:cNvSpPr>
          <p:nvPr/>
        </p:nvSpPr>
        <p:spPr bwMode="auto">
          <a:xfrm>
            <a:off x="3698240" y="3488267"/>
            <a:ext cx="6005689" cy="1806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04" name="Rectangle 53"/>
          <p:cNvSpPr>
            <a:spLocks noChangeArrowheads="1"/>
          </p:cNvSpPr>
          <p:nvPr/>
        </p:nvSpPr>
        <p:spPr bwMode="auto">
          <a:xfrm>
            <a:off x="9339436" y="2865122"/>
            <a:ext cx="205184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>
                <a:solidFill>
                  <a:srgbClr val="000000"/>
                </a:solidFill>
              </a:rPr>
              <a:t>0 </a:t>
            </a:r>
            <a:endParaRPr lang="en-US" altLang="en-US" sz="3413"/>
          </a:p>
        </p:txBody>
      </p:sp>
      <p:sp>
        <p:nvSpPr>
          <p:cNvPr id="23605" name="Rectangle 54"/>
          <p:cNvSpPr>
            <a:spLocks noChangeArrowheads="1"/>
          </p:cNvSpPr>
          <p:nvPr/>
        </p:nvSpPr>
        <p:spPr bwMode="auto">
          <a:xfrm>
            <a:off x="3698240" y="3476978"/>
            <a:ext cx="18062" cy="57121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06" name="Rectangle 55"/>
          <p:cNvSpPr>
            <a:spLocks noChangeArrowheads="1"/>
          </p:cNvSpPr>
          <p:nvPr/>
        </p:nvSpPr>
        <p:spPr bwMode="auto">
          <a:xfrm>
            <a:off x="3234371" y="3621476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A </a:t>
            </a:r>
            <a:endParaRPr lang="en-US" altLang="en-US" sz="3413"/>
          </a:p>
        </p:txBody>
      </p:sp>
      <p:sp>
        <p:nvSpPr>
          <p:cNvPr id="23607" name="Rectangle 56"/>
          <p:cNvSpPr>
            <a:spLocks noChangeArrowheads="1"/>
          </p:cNvSpPr>
          <p:nvPr/>
        </p:nvSpPr>
        <p:spPr bwMode="auto">
          <a:xfrm>
            <a:off x="5217725" y="3476978"/>
            <a:ext cx="18062" cy="57121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08" name="Rectangle 57"/>
          <p:cNvSpPr>
            <a:spLocks noChangeArrowheads="1"/>
          </p:cNvSpPr>
          <p:nvPr/>
        </p:nvSpPr>
        <p:spPr bwMode="auto">
          <a:xfrm>
            <a:off x="4186727" y="3621476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000 </a:t>
            </a:r>
            <a:endParaRPr lang="en-US" altLang="en-US" sz="3413"/>
          </a:p>
        </p:txBody>
      </p:sp>
      <p:sp>
        <p:nvSpPr>
          <p:cNvPr id="23609" name="Rectangle 58"/>
          <p:cNvSpPr>
            <a:spLocks noChangeArrowheads="1"/>
          </p:cNvSpPr>
          <p:nvPr/>
        </p:nvSpPr>
        <p:spPr bwMode="auto">
          <a:xfrm>
            <a:off x="5699438" y="3621476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000 </a:t>
            </a:r>
            <a:endParaRPr lang="en-US" altLang="en-US" sz="3413"/>
          </a:p>
        </p:txBody>
      </p:sp>
      <p:sp>
        <p:nvSpPr>
          <p:cNvPr id="23610" name="Rectangle 59"/>
          <p:cNvSpPr>
            <a:spLocks noChangeArrowheads="1"/>
          </p:cNvSpPr>
          <p:nvPr/>
        </p:nvSpPr>
        <p:spPr bwMode="auto">
          <a:xfrm>
            <a:off x="8290560" y="3476978"/>
            <a:ext cx="18062" cy="57121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11" name="Rectangle 60"/>
          <p:cNvSpPr>
            <a:spLocks noChangeArrowheads="1"/>
          </p:cNvSpPr>
          <p:nvPr/>
        </p:nvSpPr>
        <p:spPr bwMode="auto">
          <a:xfrm>
            <a:off x="7236985" y="3621476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001 </a:t>
            </a:r>
            <a:endParaRPr lang="en-US" altLang="en-US" sz="3413"/>
          </a:p>
        </p:txBody>
      </p:sp>
      <p:sp>
        <p:nvSpPr>
          <p:cNvPr id="23612" name="Rectangle 61"/>
          <p:cNvSpPr>
            <a:spLocks noChangeArrowheads="1"/>
          </p:cNvSpPr>
          <p:nvPr/>
        </p:nvSpPr>
        <p:spPr bwMode="auto">
          <a:xfrm>
            <a:off x="9699413" y="3476978"/>
            <a:ext cx="18062" cy="57121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13" name="Rectangle 62"/>
          <p:cNvSpPr>
            <a:spLocks noChangeArrowheads="1"/>
          </p:cNvSpPr>
          <p:nvPr/>
        </p:nvSpPr>
        <p:spPr bwMode="auto">
          <a:xfrm>
            <a:off x="8709056" y="3621476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000 </a:t>
            </a:r>
            <a:endParaRPr lang="en-US" altLang="en-US" sz="3413"/>
          </a:p>
        </p:txBody>
      </p:sp>
      <p:sp>
        <p:nvSpPr>
          <p:cNvPr id="23614" name="Rectangle 63"/>
          <p:cNvSpPr>
            <a:spLocks noChangeArrowheads="1"/>
          </p:cNvSpPr>
          <p:nvPr/>
        </p:nvSpPr>
        <p:spPr bwMode="auto">
          <a:xfrm>
            <a:off x="3698240" y="404819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15" name="Rectangle 64"/>
          <p:cNvSpPr>
            <a:spLocks noChangeArrowheads="1"/>
          </p:cNvSpPr>
          <p:nvPr/>
        </p:nvSpPr>
        <p:spPr bwMode="auto">
          <a:xfrm>
            <a:off x="3233829" y="4054969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B </a:t>
            </a:r>
            <a:endParaRPr lang="en-US" altLang="en-US" sz="3413"/>
          </a:p>
        </p:txBody>
      </p:sp>
      <p:sp>
        <p:nvSpPr>
          <p:cNvPr id="23616" name="Rectangle 65"/>
          <p:cNvSpPr>
            <a:spLocks noChangeArrowheads="1"/>
          </p:cNvSpPr>
          <p:nvPr/>
        </p:nvSpPr>
        <p:spPr bwMode="auto">
          <a:xfrm>
            <a:off x="5217725" y="404819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17" name="Rectangle 66"/>
          <p:cNvSpPr>
            <a:spLocks noChangeArrowheads="1"/>
          </p:cNvSpPr>
          <p:nvPr/>
        </p:nvSpPr>
        <p:spPr bwMode="auto">
          <a:xfrm>
            <a:off x="4188985" y="4054969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001 </a:t>
            </a:r>
            <a:endParaRPr lang="en-US" altLang="en-US" sz="3413"/>
          </a:p>
        </p:txBody>
      </p:sp>
      <p:sp>
        <p:nvSpPr>
          <p:cNvPr id="23618" name="Rectangle 67"/>
          <p:cNvSpPr>
            <a:spLocks noChangeArrowheads="1"/>
          </p:cNvSpPr>
          <p:nvPr/>
        </p:nvSpPr>
        <p:spPr bwMode="auto">
          <a:xfrm>
            <a:off x="5701696" y="4054969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001 </a:t>
            </a:r>
            <a:endParaRPr lang="en-US" altLang="en-US" sz="3413"/>
          </a:p>
        </p:txBody>
      </p:sp>
      <p:sp>
        <p:nvSpPr>
          <p:cNvPr id="23619" name="Rectangle 68"/>
          <p:cNvSpPr>
            <a:spLocks noChangeArrowheads="1"/>
          </p:cNvSpPr>
          <p:nvPr/>
        </p:nvSpPr>
        <p:spPr bwMode="auto">
          <a:xfrm>
            <a:off x="8290560" y="404819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20" name="Rectangle 69"/>
          <p:cNvSpPr>
            <a:spLocks noChangeArrowheads="1"/>
          </p:cNvSpPr>
          <p:nvPr/>
        </p:nvSpPr>
        <p:spPr bwMode="auto">
          <a:xfrm>
            <a:off x="7239242" y="4054969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010 </a:t>
            </a:r>
            <a:endParaRPr lang="en-US" altLang="en-US" sz="3413"/>
          </a:p>
        </p:txBody>
      </p:sp>
      <p:sp>
        <p:nvSpPr>
          <p:cNvPr id="23621" name="Rectangle 70"/>
          <p:cNvSpPr>
            <a:spLocks noChangeArrowheads="1"/>
          </p:cNvSpPr>
          <p:nvPr/>
        </p:nvSpPr>
        <p:spPr bwMode="auto">
          <a:xfrm>
            <a:off x="9699413" y="404819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22" name="Rectangle 71"/>
          <p:cNvSpPr>
            <a:spLocks noChangeArrowheads="1"/>
          </p:cNvSpPr>
          <p:nvPr/>
        </p:nvSpPr>
        <p:spPr bwMode="auto">
          <a:xfrm>
            <a:off x="8711314" y="4054969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001 </a:t>
            </a:r>
            <a:endParaRPr lang="en-US" altLang="en-US" sz="3413"/>
          </a:p>
        </p:txBody>
      </p:sp>
      <p:sp>
        <p:nvSpPr>
          <p:cNvPr id="23623" name="Rectangle 72"/>
          <p:cNvSpPr>
            <a:spLocks noChangeArrowheads="1"/>
          </p:cNvSpPr>
          <p:nvPr/>
        </p:nvSpPr>
        <p:spPr bwMode="auto">
          <a:xfrm>
            <a:off x="3698240" y="448169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24" name="Rectangle 73"/>
          <p:cNvSpPr>
            <a:spLocks noChangeArrowheads="1"/>
          </p:cNvSpPr>
          <p:nvPr/>
        </p:nvSpPr>
        <p:spPr bwMode="auto">
          <a:xfrm>
            <a:off x="3224211" y="4483947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C </a:t>
            </a:r>
            <a:endParaRPr lang="en-US" altLang="en-US" sz="3413"/>
          </a:p>
        </p:txBody>
      </p:sp>
      <p:sp>
        <p:nvSpPr>
          <p:cNvPr id="23625" name="Rectangle 74"/>
          <p:cNvSpPr>
            <a:spLocks noChangeArrowheads="1"/>
          </p:cNvSpPr>
          <p:nvPr/>
        </p:nvSpPr>
        <p:spPr bwMode="auto">
          <a:xfrm>
            <a:off x="5217725" y="448169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26" name="Rectangle 75"/>
          <p:cNvSpPr>
            <a:spLocks noChangeArrowheads="1"/>
          </p:cNvSpPr>
          <p:nvPr/>
        </p:nvSpPr>
        <p:spPr bwMode="auto">
          <a:xfrm>
            <a:off x="4188985" y="4483947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010 </a:t>
            </a:r>
            <a:endParaRPr lang="en-US" altLang="en-US" sz="3413"/>
          </a:p>
        </p:txBody>
      </p:sp>
      <p:sp>
        <p:nvSpPr>
          <p:cNvPr id="23627" name="Rectangle 76"/>
          <p:cNvSpPr>
            <a:spLocks noChangeArrowheads="1"/>
          </p:cNvSpPr>
          <p:nvPr/>
        </p:nvSpPr>
        <p:spPr bwMode="auto">
          <a:xfrm>
            <a:off x="5701696" y="4483947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010 </a:t>
            </a:r>
            <a:endParaRPr lang="en-US" altLang="en-US" sz="3413"/>
          </a:p>
        </p:txBody>
      </p:sp>
      <p:sp>
        <p:nvSpPr>
          <p:cNvPr id="23628" name="Rectangle 77"/>
          <p:cNvSpPr>
            <a:spLocks noChangeArrowheads="1"/>
          </p:cNvSpPr>
          <p:nvPr/>
        </p:nvSpPr>
        <p:spPr bwMode="auto">
          <a:xfrm>
            <a:off x="8290560" y="448169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29" name="Rectangle 78"/>
          <p:cNvSpPr>
            <a:spLocks noChangeArrowheads="1"/>
          </p:cNvSpPr>
          <p:nvPr/>
        </p:nvSpPr>
        <p:spPr bwMode="auto">
          <a:xfrm>
            <a:off x="7239242" y="4483947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011 </a:t>
            </a:r>
            <a:endParaRPr lang="en-US" altLang="en-US" sz="3413"/>
          </a:p>
        </p:txBody>
      </p:sp>
      <p:sp>
        <p:nvSpPr>
          <p:cNvPr id="23630" name="Rectangle 79"/>
          <p:cNvSpPr>
            <a:spLocks noChangeArrowheads="1"/>
          </p:cNvSpPr>
          <p:nvPr/>
        </p:nvSpPr>
        <p:spPr bwMode="auto">
          <a:xfrm>
            <a:off x="9699413" y="448169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31" name="Rectangle 80"/>
          <p:cNvSpPr>
            <a:spLocks noChangeArrowheads="1"/>
          </p:cNvSpPr>
          <p:nvPr/>
        </p:nvSpPr>
        <p:spPr bwMode="auto">
          <a:xfrm>
            <a:off x="8711314" y="4483947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010 </a:t>
            </a:r>
            <a:endParaRPr lang="en-US" altLang="en-US" sz="3413"/>
          </a:p>
        </p:txBody>
      </p:sp>
      <p:sp>
        <p:nvSpPr>
          <p:cNvPr id="23632" name="Rectangle 81"/>
          <p:cNvSpPr>
            <a:spLocks noChangeArrowheads="1"/>
          </p:cNvSpPr>
          <p:nvPr/>
        </p:nvSpPr>
        <p:spPr bwMode="auto">
          <a:xfrm>
            <a:off x="3698240" y="491518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33" name="Rectangle 82"/>
          <p:cNvSpPr>
            <a:spLocks noChangeArrowheads="1"/>
          </p:cNvSpPr>
          <p:nvPr/>
        </p:nvSpPr>
        <p:spPr bwMode="auto">
          <a:xfrm>
            <a:off x="3234371" y="4917440"/>
            <a:ext cx="354264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D </a:t>
            </a:r>
            <a:endParaRPr lang="en-US" altLang="en-US" sz="3413"/>
          </a:p>
        </p:txBody>
      </p:sp>
      <p:sp>
        <p:nvSpPr>
          <p:cNvPr id="23634" name="Rectangle 83"/>
          <p:cNvSpPr>
            <a:spLocks noChangeArrowheads="1"/>
          </p:cNvSpPr>
          <p:nvPr/>
        </p:nvSpPr>
        <p:spPr bwMode="auto">
          <a:xfrm>
            <a:off x="5217725" y="491518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35" name="Rectangle 84"/>
          <p:cNvSpPr>
            <a:spLocks noChangeArrowheads="1"/>
          </p:cNvSpPr>
          <p:nvPr/>
        </p:nvSpPr>
        <p:spPr bwMode="auto">
          <a:xfrm>
            <a:off x="4186727" y="4917440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011 </a:t>
            </a:r>
            <a:endParaRPr lang="en-US" altLang="en-US" sz="3413"/>
          </a:p>
        </p:txBody>
      </p:sp>
      <p:sp>
        <p:nvSpPr>
          <p:cNvPr id="23636" name="Rectangle 85"/>
          <p:cNvSpPr>
            <a:spLocks noChangeArrowheads="1"/>
          </p:cNvSpPr>
          <p:nvPr/>
        </p:nvSpPr>
        <p:spPr bwMode="auto">
          <a:xfrm>
            <a:off x="5699438" y="4917440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011 </a:t>
            </a:r>
            <a:endParaRPr lang="en-US" altLang="en-US" sz="3413"/>
          </a:p>
        </p:txBody>
      </p:sp>
      <p:sp>
        <p:nvSpPr>
          <p:cNvPr id="23637" name="Rectangle 86"/>
          <p:cNvSpPr>
            <a:spLocks noChangeArrowheads="1"/>
          </p:cNvSpPr>
          <p:nvPr/>
        </p:nvSpPr>
        <p:spPr bwMode="auto">
          <a:xfrm>
            <a:off x="8290560" y="491518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38" name="Rectangle 87"/>
          <p:cNvSpPr>
            <a:spLocks noChangeArrowheads="1"/>
          </p:cNvSpPr>
          <p:nvPr/>
        </p:nvSpPr>
        <p:spPr bwMode="auto">
          <a:xfrm>
            <a:off x="7236985" y="4917440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100 </a:t>
            </a:r>
            <a:endParaRPr lang="en-US" altLang="en-US" sz="3413"/>
          </a:p>
        </p:txBody>
      </p:sp>
      <p:sp>
        <p:nvSpPr>
          <p:cNvPr id="23639" name="Rectangle 88"/>
          <p:cNvSpPr>
            <a:spLocks noChangeArrowheads="1"/>
          </p:cNvSpPr>
          <p:nvPr/>
        </p:nvSpPr>
        <p:spPr bwMode="auto">
          <a:xfrm>
            <a:off x="9699413" y="491518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40" name="Rectangle 89"/>
          <p:cNvSpPr>
            <a:spLocks noChangeArrowheads="1"/>
          </p:cNvSpPr>
          <p:nvPr/>
        </p:nvSpPr>
        <p:spPr bwMode="auto">
          <a:xfrm>
            <a:off x="8709056" y="4917440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011 </a:t>
            </a:r>
            <a:endParaRPr lang="en-US" altLang="en-US" sz="3413"/>
          </a:p>
        </p:txBody>
      </p:sp>
      <p:sp>
        <p:nvSpPr>
          <p:cNvPr id="23641" name="Rectangle 90"/>
          <p:cNvSpPr>
            <a:spLocks noChangeArrowheads="1"/>
          </p:cNvSpPr>
          <p:nvPr/>
        </p:nvSpPr>
        <p:spPr bwMode="auto">
          <a:xfrm>
            <a:off x="3698240" y="534867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42" name="Rectangle 91"/>
          <p:cNvSpPr>
            <a:spLocks noChangeArrowheads="1"/>
          </p:cNvSpPr>
          <p:nvPr/>
        </p:nvSpPr>
        <p:spPr bwMode="auto">
          <a:xfrm>
            <a:off x="3223670" y="5350933"/>
            <a:ext cx="335027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E </a:t>
            </a:r>
            <a:endParaRPr lang="en-US" altLang="en-US" sz="3413"/>
          </a:p>
        </p:txBody>
      </p:sp>
      <p:sp>
        <p:nvSpPr>
          <p:cNvPr id="23643" name="Rectangle 92"/>
          <p:cNvSpPr>
            <a:spLocks noChangeArrowheads="1"/>
          </p:cNvSpPr>
          <p:nvPr/>
        </p:nvSpPr>
        <p:spPr bwMode="auto">
          <a:xfrm>
            <a:off x="5217725" y="534867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44" name="Rectangle 93"/>
          <p:cNvSpPr>
            <a:spLocks noChangeArrowheads="1"/>
          </p:cNvSpPr>
          <p:nvPr/>
        </p:nvSpPr>
        <p:spPr bwMode="auto">
          <a:xfrm>
            <a:off x="4186727" y="5350933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100 </a:t>
            </a:r>
            <a:endParaRPr lang="en-US" altLang="en-US" sz="3413"/>
          </a:p>
        </p:txBody>
      </p:sp>
      <p:sp>
        <p:nvSpPr>
          <p:cNvPr id="23645" name="Rectangle 94"/>
          <p:cNvSpPr>
            <a:spLocks noChangeArrowheads="1"/>
          </p:cNvSpPr>
          <p:nvPr/>
        </p:nvSpPr>
        <p:spPr bwMode="auto">
          <a:xfrm>
            <a:off x="5697181" y="5350933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100 </a:t>
            </a:r>
            <a:endParaRPr lang="en-US" altLang="en-US" sz="3413"/>
          </a:p>
        </p:txBody>
      </p:sp>
      <p:sp>
        <p:nvSpPr>
          <p:cNvPr id="23646" name="Rectangle 95"/>
          <p:cNvSpPr>
            <a:spLocks noChangeArrowheads="1"/>
          </p:cNvSpPr>
          <p:nvPr/>
        </p:nvSpPr>
        <p:spPr bwMode="auto">
          <a:xfrm>
            <a:off x="8290560" y="534867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47" name="Rectangle 96"/>
          <p:cNvSpPr>
            <a:spLocks noChangeArrowheads="1"/>
          </p:cNvSpPr>
          <p:nvPr/>
        </p:nvSpPr>
        <p:spPr bwMode="auto">
          <a:xfrm>
            <a:off x="7234727" y="5350933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101 </a:t>
            </a:r>
            <a:endParaRPr lang="en-US" altLang="en-US" sz="3413"/>
          </a:p>
        </p:txBody>
      </p:sp>
      <p:sp>
        <p:nvSpPr>
          <p:cNvPr id="23648" name="Rectangle 97"/>
          <p:cNvSpPr>
            <a:spLocks noChangeArrowheads="1"/>
          </p:cNvSpPr>
          <p:nvPr/>
        </p:nvSpPr>
        <p:spPr bwMode="auto">
          <a:xfrm>
            <a:off x="9699413" y="5348676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49" name="Rectangle 98"/>
          <p:cNvSpPr>
            <a:spLocks noChangeArrowheads="1"/>
          </p:cNvSpPr>
          <p:nvPr/>
        </p:nvSpPr>
        <p:spPr bwMode="auto">
          <a:xfrm>
            <a:off x="8709056" y="5350933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100 </a:t>
            </a:r>
            <a:endParaRPr lang="en-US" altLang="en-US" sz="3413"/>
          </a:p>
        </p:txBody>
      </p:sp>
      <p:sp>
        <p:nvSpPr>
          <p:cNvPr id="23650" name="Rectangle 99"/>
          <p:cNvSpPr>
            <a:spLocks noChangeArrowheads="1"/>
          </p:cNvSpPr>
          <p:nvPr/>
        </p:nvSpPr>
        <p:spPr bwMode="auto">
          <a:xfrm>
            <a:off x="3698240" y="578217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51" name="Rectangle 100"/>
          <p:cNvSpPr>
            <a:spLocks noChangeArrowheads="1"/>
          </p:cNvSpPr>
          <p:nvPr/>
        </p:nvSpPr>
        <p:spPr bwMode="auto">
          <a:xfrm>
            <a:off x="3223929" y="5779911"/>
            <a:ext cx="3141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F </a:t>
            </a:r>
            <a:endParaRPr lang="en-US" altLang="en-US" sz="3413"/>
          </a:p>
        </p:txBody>
      </p:sp>
      <p:sp>
        <p:nvSpPr>
          <p:cNvPr id="23652" name="Rectangle 101"/>
          <p:cNvSpPr>
            <a:spLocks noChangeArrowheads="1"/>
          </p:cNvSpPr>
          <p:nvPr/>
        </p:nvSpPr>
        <p:spPr bwMode="auto">
          <a:xfrm>
            <a:off x="5217725" y="578217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53" name="Rectangle 102"/>
          <p:cNvSpPr>
            <a:spLocks noChangeArrowheads="1"/>
          </p:cNvSpPr>
          <p:nvPr/>
        </p:nvSpPr>
        <p:spPr bwMode="auto">
          <a:xfrm>
            <a:off x="4188985" y="5779911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101 </a:t>
            </a:r>
            <a:endParaRPr lang="en-US" altLang="en-US" sz="3413"/>
          </a:p>
        </p:txBody>
      </p:sp>
      <p:sp>
        <p:nvSpPr>
          <p:cNvPr id="23654" name="Rectangle 103"/>
          <p:cNvSpPr>
            <a:spLocks noChangeArrowheads="1"/>
          </p:cNvSpPr>
          <p:nvPr/>
        </p:nvSpPr>
        <p:spPr bwMode="auto">
          <a:xfrm>
            <a:off x="5699438" y="5779911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101 </a:t>
            </a:r>
            <a:endParaRPr lang="en-US" altLang="en-US" sz="3413"/>
          </a:p>
        </p:txBody>
      </p:sp>
      <p:sp>
        <p:nvSpPr>
          <p:cNvPr id="23655" name="Rectangle 104"/>
          <p:cNvSpPr>
            <a:spLocks noChangeArrowheads="1"/>
          </p:cNvSpPr>
          <p:nvPr/>
        </p:nvSpPr>
        <p:spPr bwMode="auto">
          <a:xfrm>
            <a:off x="8290560" y="578217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56" name="Rectangle 105"/>
          <p:cNvSpPr>
            <a:spLocks noChangeArrowheads="1"/>
          </p:cNvSpPr>
          <p:nvPr/>
        </p:nvSpPr>
        <p:spPr bwMode="auto">
          <a:xfrm>
            <a:off x="7236985" y="5779911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110 </a:t>
            </a:r>
            <a:endParaRPr lang="en-US" altLang="en-US" sz="3413"/>
          </a:p>
        </p:txBody>
      </p:sp>
      <p:sp>
        <p:nvSpPr>
          <p:cNvPr id="23657" name="Rectangle 106"/>
          <p:cNvSpPr>
            <a:spLocks noChangeArrowheads="1"/>
          </p:cNvSpPr>
          <p:nvPr/>
        </p:nvSpPr>
        <p:spPr bwMode="auto">
          <a:xfrm>
            <a:off x="9699413" y="5782170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58" name="Rectangle 107"/>
          <p:cNvSpPr>
            <a:spLocks noChangeArrowheads="1"/>
          </p:cNvSpPr>
          <p:nvPr/>
        </p:nvSpPr>
        <p:spPr bwMode="auto">
          <a:xfrm>
            <a:off x="8711314" y="5779911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101 </a:t>
            </a:r>
            <a:endParaRPr lang="en-US" altLang="en-US" sz="3413"/>
          </a:p>
        </p:txBody>
      </p:sp>
      <p:sp>
        <p:nvSpPr>
          <p:cNvPr id="23659" name="Rectangle 108"/>
          <p:cNvSpPr>
            <a:spLocks noChangeArrowheads="1"/>
          </p:cNvSpPr>
          <p:nvPr/>
        </p:nvSpPr>
        <p:spPr bwMode="auto">
          <a:xfrm>
            <a:off x="3698240" y="621566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60" name="Rectangle 109"/>
          <p:cNvSpPr>
            <a:spLocks noChangeArrowheads="1"/>
          </p:cNvSpPr>
          <p:nvPr/>
        </p:nvSpPr>
        <p:spPr bwMode="auto">
          <a:xfrm>
            <a:off x="3223951" y="6213404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G </a:t>
            </a:r>
            <a:endParaRPr lang="en-US" altLang="en-US" sz="3413"/>
          </a:p>
        </p:txBody>
      </p:sp>
      <p:sp>
        <p:nvSpPr>
          <p:cNvPr id="23661" name="Rectangle 110"/>
          <p:cNvSpPr>
            <a:spLocks noChangeArrowheads="1"/>
          </p:cNvSpPr>
          <p:nvPr/>
        </p:nvSpPr>
        <p:spPr bwMode="auto">
          <a:xfrm>
            <a:off x="5217725" y="621566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62" name="Rectangle 111"/>
          <p:cNvSpPr>
            <a:spLocks noChangeArrowheads="1"/>
          </p:cNvSpPr>
          <p:nvPr/>
        </p:nvSpPr>
        <p:spPr bwMode="auto">
          <a:xfrm>
            <a:off x="4186727" y="6213404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110 </a:t>
            </a:r>
            <a:endParaRPr lang="en-US" altLang="en-US" sz="3413"/>
          </a:p>
        </p:txBody>
      </p:sp>
      <p:sp>
        <p:nvSpPr>
          <p:cNvPr id="23663" name="Rectangle 112"/>
          <p:cNvSpPr>
            <a:spLocks noChangeArrowheads="1"/>
          </p:cNvSpPr>
          <p:nvPr/>
        </p:nvSpPr>
        <p:spPr bwMode="auto">
          <a:xfrm>
            <a:off x="5699438" y="6213404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110 </a:t>
            </a:r>
            <a:endParaRPr lang="en-US" altLang="en-US" sz="3413"/>
          </a:p>
        </p:txBody>
      </p:sp>
      <p:sp>
        <p:nvSpPr>
          <p:cNvPr id="23664" name="Rectangle 113"/>
          <p:cNvSpPr>
            <a:spLocks noChangeArrowheads="1"/>
          </p:cNvSpPr>
          <p:nvPr/>
        </p:nvSpPr>
        <p:spPr bwMode="auto">
          <a:xfrm>
            <a:off x="8290560" y="621566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65" name="Rectangle 114"/>
          <p:cNvSpPr>
            <a:spLocks noChangeArrowheads="1"/>
          </p:cNvSpPr>
          <p:nvPr/>
        </p:nvSpPr>
        <p:spPr bwMode="auto">
          <a:xfrm>
            <a:off x="7236985" y="6213404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111 </a:t>
            </a:r>
            <a:endParaRPr lang="en-US" altLang="en-US" sz="3413"/>
          </a:p>
        </p:txBody>
      </p:sp>
      <p:sp>
        <p:nvSpPr>
          <p:cNvPr id="23666" name="Rectangle 115"/>
          <p:cNvSpPr>
            <a:spLocks noChangeArrowheads="1"/>
          </p:cNvSpPr>
          <p:nvPr/>
        </p:nvSpPr>
        <p:spPr bwMode="auto">
          <a:xfrm>
            <a:off x="9699413" y="6215663"/>
            <a:ext cx="18062" cy="433493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67" name="Rectangle 116"/>
          <p:cNvSpPr>
            <a:spLocks noChangeArrowheads="1"/>
          </p:cNvSpPr>
          <p:nvPr/>
        </p:nvSpPr>
        <p:spPr bwMode="auto">
          <a:xfrm>
            <a:off x="8709056" y="6213404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110 </a:t>
            </a:r>
            <a:endParaRPr lang="en-US" altLang="en-US" sz="3413"/>
          </a:p>
        </p:txBody>
      </p:sp>
      <p:sp>
        <p:nvSpPr>
          <p:cNvPr id="23668" name="Rectangle 117"/>
          <p:cNvSpPr>
            <a:spLocks noChangeArrowheads="1"/>
          </p:cNvSpPr>
          <p:nvPr/>
        </p:nvSpPr>
        <p:spPr bwMode="auto">
          <a:xfrm>
            <a:off x="3698240" y="6655929"/>
            <a:ext cx="18062" cy="49897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69" name="Rectangle 118"/>
          <p:cNvSpPr>
            <a:spLocks noChangeArrowheads="1"/>
          </p:cNvSpPr>
          <p:nvPr/>
        </p:nvSpPr>
        <p:spPr bwMode="auto">
          <a:xfrm>
            <a:off x="3223951" y="6646898"/>
            <a:ext cx="375103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H </a:t>
            </a:r>
            <a:endParaRPr lang="en-US" altLang="en-US" sz="3413"/>
          </a:p>
        </p:txBody>
      </p:sp>
      <p:sp>
        <p:nvSpPr>
          <p:cNvPr id="23670" name="Rectangle 119"/>
          <p:cNvSpPr>
            <a:spLocks noChangeArrowheads="1"/>
          </p:cNvSpPr>
          <p:nvPr/>
        </p:nvSpPr>
        <p:spPr bwMode="auto">
          <a:xfrm>
            <a:off x="5217725" y="6655929"/>
            <a:ext cx="18062" cy="49897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71" name="Rectangle 120"/>
          <p:cNvSpPr>
            <a:spLocks noChangeArrowheads="1"/>
          </p:cNvSpPr>
          <p:nvPr/>
        </p:nvSpPr>
        <p:spPr bwMode="auto">
          <a:xfrm>
            <a:off x="4186727" y="6646898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111 </a:t>
            </a:r>
            <a:endParaRPr lang="en-US" altLang="en-US" sz="3413"/>
          </a:p>
        </p:txBody>
      </p:sp>
      <p:sp>
        <p:nvSpPr>
          <p:cNvPr id="23672" name="Rectangle 121"/>
          <p:cNvSpPr>
            <a:spLocks noChangeArrowheads="1"/>
          </p:cNvSpPr>
          <p:nvPr/>
        </p:nvSpPr>
        <p:spPr bwMode="auto">
          <a:xfrm>
            <a:off x="5699438" y="6646898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111 </a:t>
            </a:r>
            <a:endParaRPr lang="en-US" altLang="en-US" sz="3413"/>
          </a:p>
        </p:txBody>
      </p:sp>
      <p:sp>
        <p:nvSpPr>
          <p:cNvPr id="23673" name="Rectangle 122"/>
          <p:cNvSpPr>
            <a:spLocks noChangeArrowheads="1"/>
          </p:cNvSpPr>
          <p:nvPr/>
        </p:nvSpPr>
        <p:spPr bwMode="auto">
          <a:xfrm>
            <a:off x="8290560" y="6655929"/>
            <a:ext cx="18062" cy="49897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74" name="Rectangle 123"/>
          <p:cNvSpPr>
            <a:spLocks noChangeArrowheads="1"/>
          </p:cNvSpPr>
          <p:nvPr/>
        </p:nvSpPr>
        <p:spPr bwMode="auto">
          <a:xfrm>
            <a:off x="7236985" y="6646898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000 </a:t>
            </a:r>
            <a:endParaRPr lang="en-US" altLang="en-US" sz="3413"/>
          </a:p>
        </p:txBody>
      </p:sp>
      <p:sp>
        <p:nvSpPr>
          <p:cNvPr id="23675" name="Rectangle 124"/>
          <p:cNvSpPr>
            <a:spLocks noChangeArrowheads="1"/>
          </p:cNvSpPr>
          <p:nvPr/>
        </p:nvSpPr>
        <p:spPr bwMode="auto">
          <a:xfrm>
            <a:off x="9699413" y="6655929"/>
            <a:ext cx="18062" cy="49897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76" name="Rectangle 125"/>
          <p:cNvSpPr>
            <a:spLocks noChangeArrowheads="1"/>
          </p:cNvSpPr>
          <p:nvPr/>
        </p:nvSpPr>
        <p:spPr bwMode="auto">
          <a:xfrm>
            <a:off x="3698240" y="7136836"/>
            <a:ext cx="6005689" cy="1806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3677" name="Rectangle 126"/>
          <p:cNvSpPr>
            <a:spLocks noChangeArrowheads="1"/>
          </p:cNvSpPr>
          <p:nvPr/>
        </p:nvSpPr>
        <p:spPr bwMode="auto">
          <a:xfrm>
            <a:off x="8709056" y="6646898"/>
            <a:ext cx="639598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44">
                <a:solidFill>
                  <a:srgbClr val="000000"/>
                </a:solidFill>
              </a:rPr>
              <a:t>111 </a:t>
            </a:r>
            <a:endParaRPr lang="en-US" altLang="en-US" sz="3413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758480" y="3203640"/>
              <a:ext cx="4961880" cy="37461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9120" y="3194280"/>
                <a:ext cx="4980600" cy="37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36206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5476" y="8886613"/>
            <a:ext cx="12553244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13"/>
              <a:t>Figure 8.63.   Karnaugh maps for D flip-flops for the counter.</a:t>
            </a:r>
            <a:endParaRPr lang="en-US" altLang="en-US" sz="3413" i="1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2987042" y="1255325"/>
            <a:ext cx="1167270" cy="11650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580" name="Line 5"/>
          <p:cNvSpPr>
            <a:spLocks noChangeShapeType="1"/>
          </p:cNvSpPr>
          <p:nvPr/>
        </p:nvSpPr>
        <p:spPr bwMode="auto">
          <a:xfrm flipH="1">
            <a:off x="2987042" y="1851378"/>
            <a:ext cx="1167270" cy="225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581" name="Line 6"/>
          <p:cNvSpPr>
            <a:spLocks noChangeShapeType="1"/>
          </p:cNvSpPr>
          <p:nvPr/>
        </p:nvSpPr>
        <p:spPr bwMode="auto">
          <a:xfrm flipV="1">
            <a:off x="3585351" y="1255325"/>
            <a:ext cx="2258" cy="11650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582" name="Line 7"/>
          <p:cNvSpPr>
            <a:spLocks noChangeShapeType="1"/>
          </p:cNvSpPr>
          <p:nvPr/>
        </p:nvSpPr>
        <p:spPr bwMode="auto">
          <a:xfrm>
            <a:off x="2418081" y="684108"/>
            <a:ext cx="568960" cy="57121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583" name="Rectangle 8"/>
          <p:cNvSpPr>
            <a:spLocks noChangeArrowheads="1"/>
          </p:cNvSpPr>
          <p:nvPr/>
        </p:nvSpPr>
        <p:spPr bwMode="auto">
          <a:xfrm>
            <a:off x="4154311" y="1255325"/>
            <a:ext cx="1140178" cy="11650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584" name="Line 9"/>
          <p:cNvSpPr>
            <a:spLocks noChangeShapeType="1"/>
          </p:cNvSpPr>
          <p:nvPr/>
        </p:nvSpPr>
        <p:spPr bwMode="auto">
          <a:xfrm flipH="1">
            <a:off x="4154311" y="1851378"/>
            <a:ext cx="1140178" cy="225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 flipV="1">
            <a:off x="4725530" y="1255325"/>
            <a:ext cx="2257" cy="11650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586" name="Rectangle 11"/>
          <p:cNvSpPr>
            <a:spLocks noChangeArrowheads="1"/>
          </p:cNvSpPr>
          <p:nvPr/>
        </p:nvSpPr>
        <p:spPr bwMode="auto">
          <a:xfrm>
            <a:off x="3195458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587" name="Rectangle 12"/>
          <p:cNvSpPr>
            <a:spLocks noChangeArrowheads="1"/>
          </p:cNvSpPr>
          <p:nvPr/>
        </p:nvSpPr>
        <p:spPr bwMode="auto">
          <a:xfrm>
            <a:off x="3773449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588" name="Rectangle 13"/>
          <p:cNvSpPr>
            <a:spLocks noChangeArrowheads="1"/>
          </p:cNvSpPr>
          <p:nvPr/>
        </p:nvSpPr>
        <p:spPr bwMode="auto">
          <a:xfrm>
            <a:off x="4349182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589" name="Rectangle 14"/>
          <p:cNvSpPr>
            <a:spLocks noChangeArrowheads="1"/>
          </p:cNvSpPr>
          <p:nvPr/>
        </p:nvSpPr>
        <p:spPr bwMode="auto">
          <a:xfrm>
            <a:off x="4927174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590" name="Rectangle 15"/>
          <p:cNvSpPr>
            <a:spLocks noChangeArrowheads="1"/>
          </p:cNvSpPr>
          <p:nvPr/>
        </p:nvSpPr>
        <p:spPr bwMode="auto">
          <a:xfrm>
            <a:off x="2667138" y="1417884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591" name="Rectangle 16"/>
          <p:cNvSpPr>
            <a:spLocks noChangeArrowheads="1"/>
          </p:cNvSpPr>
          <p:nvPr/>
        </p:nvSpPr>
        <p:spPr bwMode="auto">
          <a:xfrm>
            <a:off x="2653592" y="199587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592" name="Rectangle 17"/>
          <p:cNvSpPr>
            <a:spLocks noChangeArrowheads="1"/>
          </p:cNvSpPr>
          <p:nvPr/>
        </p:nvSpPr>
        <p:spPr bwMode="auto">
          <a:xfrm>
            <a:off x="3843383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593" name="Rectangle 18"/>
          <p:cNvSpPr>
            <a:spLocks noChangeArrowheads="1"/>
          </p:cNvSpPr>
          <p:nvPr/>
        </p:nvSpPr>
        <p:spPr bwMode="auto">
          <a:xfrm>
            <a:off x="3260877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594" name="Rectangle 19"/>
          <p:cNvSpPr>
            <a:spLocks noChangeArrowheads="1"/>
          </p:cNvSpPr>
          <p:nvPr/>
        </p:nvSpPr>
        <p:spPr bwMode="auto">
          <a:xfrm>
            <a:off x="3843383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595" name="Rectangle 20"/>
          <p:cNvSpPr>
            <a:spLocks noChangeArrowheads="1"/>
          </p:cNvSpPr>
          <p:nvPr/>
        </p:nvSpPr>
        <p:spPr bwMode="auto">
          <a:xfrm>
            <a:off x="4423631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596" name="Rectangle 21"/>
          <p:cNvSpPr>
            <a:spLocks noChangeArrowheads="1"/>
          </p:cNvSpPr>
          <p:nvPr/>
        </p:nvSpPr>
        <p:spPr bwMode="auto">
          <a:xfrm>
            <a:off x="4423631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597" name="Rectangle 22"/>
          <p:cNvSpPr>
            <a:spLocks noChangeArrowheads="1"/>
          </p:cNvSpPr>
          <p:nvPr/>
        </p:nvSpPr>
        <p:spPr bwMode="auto">
          <a:xfrm>
            <a:off x="4985819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598" name="Rectangle 23"/>
          <p:cNvSpPr>
            <a:spLocks noChangeArrowheads="1"/>
          </p:cNvSpPr>
          <p:nvPr/>
        </p:nvSpPr>
        <p:spPr bwMode="auto">
          <a:xfrm>
            <a:off x="4985819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599" name="Rectangle 24"/>
          <p:cNvSpPr>
            <a:spLocks noChangeArrowheads="1"/>
          </p:cNvSpPr>
          <p:nvPr/>
        </p:nvSpPr>
        <p:spPr bwMode="auto">
          <a:xfrm>
            <a:off x="2987042" y="2420338"/>
            <a:ext cx="1167270" cy="114017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00" name="Line 25"/>
          <p:cNvSpPr>
            <a:spLocks noChangeShapeType="1"/>
          </p:cNvSpPr>
          <p:nvPr/>
        </p:nvSpPr>
        <p:spPr bwMode="auto">
          <a:xfrm flipH="1">
            <a:off x="2987042" y="2991557"/>
            <a:ext cx="1167270" cy="225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01" name="Line 26"/>
          <p:cNvSpPr>
            <a:spLocks noChangeShapeType="1"/>
          </p:cNvSpPr>
          <p:nvPr/>
        </p:nvSpPr>
        <p:spPr bwMode="auto">
          <a:xfrm flipV="1">
            <a:off x="3585351" y="2420338"/>
            <a:ext cx="2258" cy="114017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02" name="Rectangle 27"/>
          <p:cNvSpPr>
            <a:spLocks noChangeArrowheads="1"/>
          </p:cNvSpPr>
          <p:nvPr/>
        </p:nvSpPr>
        <p:spPr bwMode="auto">
          <a:xfrm>
            <a:off x="4154311" y="2420338"/>
            <a:ext cx="1140178" cy="114017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03" name="Line 28"/>
          <p:cNvSpPr>
            <a:spLocks noChangeShapeType="1"/>
          </p:cNvSpPr>
          <p:nvPr/>
        </p:nvSpPr>
        <p:spPr bwMode="auto">
          <a:xfrm flipH="1">
            <a:off x="4154311" y="2991557"/>
            <a:ext cx="1140178" cy="225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04" name="Line 29"/>
          <p:cNvSpPr>
            <a:spLocks noChangeShapeType="1"/>
          </p:cNvSpPr>
          <p:nvPr/>
        </p:nvSpPr>
        <p:spPr bwMode="auto">
          <a:xfrm flipV="1">
            <a:off x="4725530" y="2420338"/>
            <a:ext cx="2257" cy="114017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05" name="Rectangle 30"/>
          <p:cNvSpPr>
            <a:spLocks noChangeArrowheads="1"/>
          </p:cNvSpPr>
          <p:nvPr/>
        </p:nvSpPr>
        <p:spPr bwMode="auto">
          <a:xfrm>
            <a:off x="3260877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06" name="Rectangle 31"/>
          <p:cNvSpPr>
            <a:spLocks noChangeArrowheads="1"/>
          </p:cNvSpPr>
          <p:nvPr/>
        </p:nvSpPr>
        <p:spPr bwMode="auto">
          <a:xfrm>
            <a:off x="3843383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07" name="Rectangle 32"/>
          <p:cNvSpPr>
            <a:spLocks noChangeArrowheads="1"/>
          </p:cNvSpPr>
          <p:nvPr/>
        </p:nvSpPr>
        <p:spPr bwMode="auto">
          <a:xfrm>
            <a:off x="3260877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08" name="Rectangle 33"/>
          <p:cNvSpPr>
            <a:spLocks noChangeArrowheads="1"/>
          </p:cNvSpPr>
          <p:nvPr/>
        </p:nvSpPr>
        <p:spPr bwMode="auto">
          <a:xfrm>
            <a:off x="3843383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09" name="Rectangle 34"/>
          <p:cNvSpPr>
            <a:spLocks noChangeArrowheads="1"/>
          </p:cNvSpPr>
          <p:nvPr/>
        </p:nvSpPr>
        <p:spPr bwMode="auto">
          <a:xfrm>
            <a:off x="4423631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10" name="Rectangle 35"/>
          <p:cNvSpPr>
            <a:spLocks noChangeArrowheads="1"/>
          </p:cNvSpPr>
          <p:nvPr/>
        </p:nvSpPr>
        <p:spPr bwMode="auto">
          <a:xfrm>
            <a:off x="4423631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11" name="Rectangle 36"/>
          <p:cNvSpPr>
            <a:spLocks noChangeArrowheads="1"/>
          </p:cNvSpPr>
          <p:nvPr/>
        </p:nvSpPr>
        <p:spPr bwMode="auto">
          <a:xfrm>
            <a:off x="4985819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12" name="Rectangle 37"/>
          <p:cNvSpPr>
            <a:spLocks noChangeArrowheads="1"/>
          </p:cNvSpPr>
          <p:nvPr/>
        </p:nvSpPr>
        <p:spPr bwMode="auto">
          <a:xfrm>
            <a:off x="4985819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13" name="Rectangle 38"/>
          <p:cNvSpPr>
            <a:spLocks noChangeArrowheads="1"/>
          </p:cNvSpPr>
          <p:nvPr/>
        </p:nvSpPr>
        <p:spPr bwMode="auto">
          <a:xfrm>
            <a:off x="3260877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14" name="Rectangle 39"/>
          <p:cNvSpPr>
            <a:spLocks noChangeArrowheads="1"/>
          </p:cNvSpPr>
          <p:nvPr/>
        </p:nvSpPr>
        <p:spPr bwMode="auto">
          <a:xfrm>
            <a:off x="2653592" y="2585156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615" name="Rectangle 40"/>
          <p:cNvSpPr>
            <a:spLocks noChangeArrowheads="1"/>
          </p:cNvSpPr>
          <p:nvPr/>
        </p:nvSpPr>
        <p:spPr bwMode="auto">
          <a:xfrm>
            <a:off x="2653592" y="3160889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616" name="Rectangle 41"/>
          <p:cNvSpPr>
            <a:spLocks noChangeArrowheads="1"/>
          </p:cNvSpPr>
          <p:nvPr/>
        </p:nvSpPr>
        <p:spPr bwMode="auto">
          <a:xfrm>
            <a:off x="2646761" y="39059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617" name="Rectangle 42"/>
          <p:cNvSpPr>
            <a:spLocks noChangeArrowheads="1"/>
          </p:cNvSpPr>
          <p:nvPr/>
        </p:nvSpPr>
        <p:spPr bwMode="auto">
          <a:xfrm>
            <a:off x="2762900" y="514774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18" name="Rectangle 43"/>
          <p:cNvSpPr>
            <a:spLocks noChangeArrowheads="1"/>
          </p:cNvSpPr>
          <p:nvPr/>
        </p:nvSpPr>
        <p:spPr bwMode="auto">
          <a:xfrm>
            <a:off x="2879311" y="39059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619" name="Rectangle 44"/>
          <p:cNvSpPr>
            <a:spLocks noChangeArrowheads="1"/>
          </p:cNvSpPr>
          <p:nvPr/>
        </p:nvSpPr>
        <p:spPr bwMode="auto">
          <a:xfrm>
            <a:off x="2995452" y="514774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20" name="Rectangle 45"/>
          <p:cNvSpPr>
            <a:spLocks noChangeArrowheads="1"/>
          </p:cNvSpPr>
          <p:nvPr/>
        </p:nvSpPr>
        <p:spPr bwMode="auto">
          <a:xfrm>
            <a:off x="2015938" y="740551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621" name="Freeform 46"/>
          <p:cNvSpPr>
            <a:spLocks/>
          </p:cNvSpPr>
          <p:nvPr/>
        </p:nvSpPr>
        <p:spPr bwMode="auto">
          <a:xfrm>
            <a:off x="3666632" y="1356926"/>
            <a:ext cx="964072" cy="961813"/>
          </a:xfrm>
          <a:custGeom>
            <a:avLst/>
            <a:gdLst>
              <a:gd name="T0" fmla="*/ 2147483646 w 852"/>
              <a:gd name="T1" fmla="*/ 0 h 853"/>
              <a:gd name="T2" fmla="*/ 2147483646 w 852"/>
              <a:gd name="T3" fmla="*/ 0 h 853"/>
              <a:gd name="T4" fmla="*/ 2147483646 w 852"/>
              <a:gd name="T5" fmla="*/ 0 h 853"/>
              <a:gd name="T6" fmla="*/ 2147483646 w 852"/>
              <a:gd name="T7" fmla="*/ 0 h 853"/>
              <a:gd name="T8" fmla="*/ 2147483646 w 852"/>
              <a:gd name="T9" fmla="*/ 1494722350 h 853"/>
              <a:gd name="T10" fmla="*/ 2147483646 w 852"/>
              <a:gd name="T11" fmla="*/ 2147483646 h 853"/>
              <a:gd name="T12" fmla="*/ 2147483646 w 852"/>
              <a:gd name="T13" fmla="*/ 2147483646 h 853"/>
              <a:gd name="T14" fmla="*/ 2147483646 w 852"/>
              <a:gd name="T15" fmla="*/ 2147483646 h 853"/>
              <a:gd name="T16" fmla="*/ 1510974131 w 852"/>
              <a:gd name="T17" fmla="*/ 2147483646 h 853"/>
              <a:gd name="T18" fmla="*/ 503869412 w 852"/>
              <a:gd name="T19" fmla="*/ 2147483646 h 853"/>
              <a:gd name="T20" fmla="*/ 0 w 852"/>
              <a:gd name="T21" fmla="*/ 2147483646 h 853"/>
              <a:gd name="T22" fmla="*/ 0 w 852"/>
              <a:gd name="T23" fmla="*/ 2147483646 h 853"/>
              <a:gd name="T24" fmla="*/ 0 w 852"/>
              <a:gd name="T25" fmla="*/ 2147483646 h 853"/>
              <a:gd name="T26" fmla="*/ 0 w 852"/>
              <a:gd name="T27" fmla="*/ 2147483646 h 853"/>
              <a:gd name="T28" fmla="*/ 0 w 852"/>
              <a:gd name="T29" fmla="*/ 2147483646 h 853"/>
              <a:gd name="T30" fmla="*/ 0 w 852"/>
              <a:gd name="T31" fmla="*/ 2147483646 h 853"/>
              <a:gd name="T32" fmla="*/ 0 w 852"/>
              <a:gd name="T33" fmla="*/ 2147483646 h 853"/>
              <a:gd name="T34" fmla="*/ 0 w 852"/>
              <a:gd name="T35" fmla="*/ 2147483646 h 853"/>
              <a:gd name="T36" fmla="*/ 503869412 w 852"/>
              <a:gd name="T37" fmla="*/ 2147483646 h 853"/>
              <a:gd name="T38" fmla="*/ 1007105515 w 852"/>
              <a:gd name="T39" fmla="*/ 2147483646 h 853"/>
              <a:gd name="T40" fmla="*/ 2147483646 w 852"/>
              <a:gd name="T41" fmla="*/ 2147483646 h 853"/>
              <a:gd name="T42" fmla="*/ 2147483646 w 852"/>
              <a:gd name="T43" fmla="*/ 2147483646 h 853"/>
              <a:gd name="T44" fmla="*/ 2147483646 w 852"/>
              <a:gd name="T45" fmla="*/ 2147483646 h 853"/>
              <a:gd name="T46" fmla="*/ 2147483646 w 852"/>
              <a:gd name="T47" fmla="*/ 2147483646 h 853"/>
              <a:gd name="T48" fmla="*/ 2147483646 w 852"/>
              <a:gd name="T49" fmla="*/ 2147483646 h 853"/>
              <a:gd name="T50" fmla="*/ 2147483646 w 852"/>
              <a:gd name="T51" fmla="*/ 2147483646 h 853"/>
              <a:gd name="T52" fmla="*/ 2147483646 w 852"/>
              <a:gd name="T53" fmla="*/ 2147483646 h 853"/>
              <a:gd name="T54" fmla="*/ 2147483646 w 852"/>
              <a:gd name="T55" fmla="*/ 2147483646 h 853"/>
              <a:gd name="T56" fmla="*/ 2147483646 w 852"/>
              <a:gd name="T57" fmla="*/ 2147483646 h 853"/>
              <a:gd name="T58" fmla="*/ 2147483646 w 852"/>
              <a:gd name="T59" fmla="*/ 2147483646 h 853"/>
              <a:gd name="T60" fmla="*/ 2147483646 w 852"/>
              <a:gd name="T61" fmla="*/ 2147483646 h 853"/>
              <a:gd name="T62" fmla="*/ 2147483646 w 852"/>
              <a:gd name="T63" fmla="*/ 2147483646 h 853"/>
              <a:gd name="T64" fmla="*/ 2147483646 w 852"/>
              <a:gd name="T65" fmla="*/ 2147483646 h 853"/>
              <a:gd name="T66" fmla="*/ 2147483646 w 852"/>
              <a:gd name="T67" fmla="*/ 2147483646 h 853"/>
              <a:gd name="T68" fmla="*/ 2147483646 w 852"/>
              <a:gd name="T69" fmla="*/ 2147483646 h 853"/>
              <a:gd name="T70" fmla="*/ 2147483646 w 852"/>
              <a:gd name="T71" fmla="*/ 2147483646 h 853"/>
              <a:gd name="T72" fmla="*/ 2147483646 w 852"/>
              <a:gd name="T73" fmla="*/ 2147483646 h 853"/>
              <a:gd name="T74" fmla="*/ 2147483646 w 852"/>
              <a:gd name="T75" fmla="*/ 2147483646 h 853"/>
              <a:gd name="T76" fmla="*/ 2147483646 w 852"/>
              <a:gd name="T77" fmla="*/ 2147483646 h 853"/>
              <a:gd name="T78" fmla="*/ 2147483646 w 852"/>
              <a:gd name="T79" fmla="*/ 2147483646 h 853"/>
              <a:gd name="T80" fmla="*/ 2147483646 w 852"/>
              <a:gd name="T81" fmla="*/ 2147483646 h 853"/>
              <a:gd name="T82" fmla="*/ 2147483646 w 852"/>
              <a:gd name="T83" fmla="*/ 2147483646 h 853"/>
              <a:gd name="T84" fmla="*/ 2147483646 w 852"/>
              <a:gd name="T85" fmla="*/ 2147483646 h 853"/>
              <a:gd name="T86" fmla="*/ 2147483646 w 852"/>
              <a:gd name="T87" fmla="*/ 2147483646 h 853"/>
              <a:gd name="T88" fmla="*/ 2147483646 w 852"/>
              <a:gd name="T89" fmla="*/ 2147483646 h 853"/>
              <a:gd name="T90" fmla="*/ 2147483646 w 852"/>
              <a:gd name="T91" fmla="*/ 2147483646 h 853"/>
              <a:gd name="T92" fmla="*/ 2147483646 w 852"/>
              <a:gd name="T93" fmla="*/ 2147483646 h 853"/>
              <a:gd name="T94" fmla="*/ 2147483646 w 852"/>
              <a:gd name="T95" fmla="*/ 2147483646 h 853"/>
              <a:gd name="T96" fmla="*/ 2147483646 w 852"/>
              <a:gd name="T97" fmla="*/ 2147483646 h 853"/>
              <a:gd name="T98" fmla="*/ 2147483646 w 852"/>
              <a:gd name="T99" fmla="*/ 2147483646 h 853"/>
              <a:gd name="T100" fmla="*/ 2147483646 w 852"/>
              <a:gd name="T101" fmla="*/ 2147483646 h 853"/>
              <a:gd name="T102" fmla="*/ 2147483646 w 852"/>
              <a:gd name="T103" fmla="*/ 2147483646 h 853"/>
              <a:gd name="T104" fmla="*/ 2147483646 w 852"/>
              <a:gd name="T105" fmla="*/ 2147483646 h 853"/>
              <a:gd name="T106" fmla="*/ 2147483646 w 852"/>
              <a:gd name="T107" fmla="*/ 996900704 h 853"/>
              <a:gd name="T108" fmla="*/ 2147483646 w 852"/>
              <a:gd name="T109" fmla="*/ 0 h 853"/>
              <a:gd name="T110" fmla="*/ 2147483646 w 852"/>
              <a:gd name="T111" fmla="*/ 0 h 853"/>
              <a:gd name="T112" fmla="*/ 2147483646 w 852"/>
              <a:gd name="T113" fmla="*/ 0 h 853"/>
              <a:gd name="T114" fmla="*/ 2147483646 w 852"/>
              <a:gd name="T115" fmla="*/ 0 h 85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852" h="853">
                <a:moveTo>
                  <a:pt x="426" y="0"/>
                </a:moveTo>
                <a:lnTo>
                  <a:pt x="398" y="0"/>
                </a:lnTo>
                <a:lnTo>
                  <a:pt x="372" y="0"/>
                </a:lnTo>
                <a:lnTo>
                  <a:pt x="347" y="0"/>
                </a:lnTo>
                <a:lnTo>
                  <a:pt x="324" y="0"/>
                </a:lnTo>
                <a:lnTo>
                  <a:pt x="303" y="0"/>
                </a:lnTo>
                <a:lnTo>
                  <a:pt x="282" y="0"/>
                </a:lnTo>
                <a:lnTo>
                  <a:pt x="264" y="0"/>
                </a:lnTo>
                <a:lnTo>
                  <a:pt x="246" y="0"/>
                </a:lnTo>
                <a:lnTo>
                  <a:pt x="231" y="0"/>
                </a:lnTo>
                <a:lnTo>
                  <a:pt x="216" y="0"/>
                </a:lnTo>
                <a:lnTo>
                  <a:pt x="203" y="0"/>
                </a:lnTo>
                <a:lnTo>
                  <a:pt x="190" y="0"/>
                </a:lnTo>
                <a:lnTo>
                  <a:pt x="179" y="0"/>
                </a:lnTo>
                <a:lnTo>
                  <a:pt x="168" y="0"/>
                </a:lnTo>
                <a:lnTo>
                  <a:pt x="160" y="0"/>
                </a:lnTo>
                <a:lnTo>
                  <a:pt x="150" y="0"/>
                </a:lnTo>
                <a:lnTo>
                  <a:pt x="143" y="0"/>
                </a:lnTo>
                <a:lnTo>
                  <a:pt x="136" y="0"/>
                </a:lnTo>
                <a:lnTo>
                  <a:pt x="130" y="0"/>
                </a:lnTo>
                <a:lnTo>
                  <a:pt x="124" y="0"/>
                </a:lnTo>
                <a:lnTo>
                  <a:pt x="119" y="0"/>
                </a:lnTo>
                <a:lnTo>
                  <a:pt x="114" y="0"/>
                </a:lnTo>
                <a:lnTo>
                  <a:pt x="109" y="0"/>
                </a:lnTo>
                <a:lnTo>
                  <a:pt x="106" y="0"/>
                </a:lnTo>
                <a:lnTo>
                  <a:pt x="102" y="0"/>
                </a:lnTo>
                <a:lnTo>
                  <a:pt x="98" y="0"/>
                </a:lnTo>
                <a:lnTo>
                  <a:pt x="95" y="0"/>
                </a:lnTo>
                <a:lnTo>
                  <a:pt x="91" y="0"/>
                </a:lnTo>
                <a:lnTo>
                  <a:pt x="89" y="0"/>
                </a:lnTo>
                <a:lnTo>
                  <a:pt x="85" y="0"/>
                </a:lnTo>
                <a:lnTo>
                  <a:pt x="81" y="0"/>
                </a:lnTo>
                <a:lnTo>
                  <a:pt x="78" y="0"/>
                </a:lnTo>
                <a:lnTo>
                  <a:pt x="74" y="0"/>
                </a:lnTo>
                <a:lnTo>
                  <a:pt x="71" y="0"/>
                </a:lnTo>
                <a:lnTo>
                  <a:pt x="68" y="0"/>
                </a:lnTo>
                <a:lnTo>
                  <a:pt x="65" y="0"/>
                </a:lnTo>
                <a:lnTo>
                  <a:pt x="62" y="0"/>
                </a:lnTo>
                <a:lnTo>
                  <a:pt x="60" y="0"/>
                </a:lnTo>
                <a:lnTo>
                  <a:pt x="57" y="2"/>
                </a:lnTo>
                <a:lnTo>
                  <a:pt x="55" y="2"/>
                </a:lnTo>
                <a:lnTo>
                  <a:pt x="53" y="2"/>
                </a:lnTo>
                <a:lnTo>
                  <a:pt x="51" y="2"/>
                </a:lnTo>
                <a:lnTo>
                  <a:pt x="49" y="3"/>
                </a:lnTo>
                <a:lnTo>
                  <a:pt x="48" y="3"/>
                </a:lnTo>
                <a:lnTo>
                  <a:pt x="45" y="4"/>
                </a:lnTo>
                <a:lnTo>
                  <a:pt x="44" y="4"/>
                </a:lnTo>
                <a:lnTo>
                  <a:pt x="43" y="5"/>
                </a:lnTo>
                <a:lnTo>
                  <a:pt x="42" y="6"/>
                </a:lnTo>
                <a:lnTo>
                  <a:pt x="41" y="8"/>
                </a:lnTo>
                <a:lnTo>
                  <a:pt x="39" y="9"/>
                </a:lnTo>
                <a:lnTo>
                  <a:pt x="38" y="10"/>
                </a:lnTo>
                <a:lnTo>
                  <a:pt x="36" y="11"/>
                </a:lnTo>
                <a:lnTo>
                  <a:pt x="35" y="12"/>
                </a:lnTo>
                <a:lnTo>
                  <a:pt x="33" y="15"/>
                </a:lnTo>
                <a:lnTo>
                  <a:pt x="32" y="16"/>
                </a:lnTo>
                <a:lnTo>
                  <a:pt x="31" y="18"/>
                </a:lnTo>
                <a:lnTo>
                  <a:pt x="30" y="21"/>
                </a:lnTo>
                <a:lnTo>
                  <a:pt x="29" y="23"/>
                </a:lnTo>
                <a:lnTo>
                  <a:pt x="27" y="27"/>
                </a:lnTo>
                <a:lnTo>
                  <a:pt x="26" y="29"/>
                </a:lnTo>
                <a:lnTo>
                  <a:pt x="25" y="33"/>
                </a:lnTo>
                <a:lnTo>
                  <a:pt x="24" y="36"/>
                </a:lnTo>
                <a:lnTo>
                  <a:pt x="21" y="40"/>
                </a:lnTo>
                <a:lnTo>
                  <a:pt x="20" y="44"/>
                </a:lnTo>
                <a:lnTo>
                  <a:pt x="18" y="47"/>
                </a:lnTo>
                <a:lnTo>
                  <a:pt x="17" y="51"/>
                </a:lnTo>
                <a:lnTo>
                  <a:pt x="15" y="54"/>
                </a:lnTo>
                <a:lnTo>
                  <a:pt x="13" y="58"/>
                </a:lnTo>
                <a:lnTo>
                  <a:pt x="12" y="60"/>
                </a:lnTo>
                <a:lnTo>
                  <a:pt x="11" y="64"/>
                </a:lnTo>
                <a:lnTo>
                  <a:pt x="9" y="67"/>
                </a:lnTo>
                <a:lnTo>
                  <a:pt x="8" y="69"/>
                </a:lnTo>
                <a:lnTo>
                  <a:pt x="8" y="73"/>
                </a:lnTo>
                <a:lnTo>
                  <a:pt x="7" y="75"/>
                </a:lnTo>
                <a:lnTo>
                  <a:pt x="6" y="77"/>
                </a:lnTo>
                <a:lnTo>
                  <a:pt x="5" y="80"/>
                </a:lnTo>
                <a:lnTo>
                  <a:pt x="5" y="83"/>
                </a:lnTo>
                <a:lnTo>
                  <a:pt x="3" y="86"/>
                </a:lnTo>
                <a:lnTo>
                  <a:pt x="3" y="88"/>
                </a:lnTo>
                <a:lnTo>
                  <a:pt x="3" y="92"/>
                </a:lnTo>
                <a:lnTo>
                  <a:pt x="2" y="94"/>
                </a:lnTo>
                <a:lnTo>
                  <a:pt x="2" y="98"/>
                </a:lnTo>
                <a:lnTo>
                  <a:pt x="2" y="101"/>
                </a:lnTo>
                <a:lnTo>
                  <a:pt x="1" y="105"/>
                </a:lnTo>
                <a:lnTo>
                  <a:pt x="1" y="109"/>
                </a:lnTo>
                <a:lnTo>
                  <a:pt x="1" y="112"/>
                </a:lnTo>
                <a:lnTo>
                  <a:pt x="1" y="117"/>
                </a:lnTo>
                <a:lnTo>
                  <a:pt x="1" y="122"/>
                </a:lnTo>
                <a:lnTo>
                  <a:pt x="1" y="127"/>
                </a:lnTo>
                <a:lnTo>
                  <a:pt x="1" y="131"/>
                </a:lnTo>
                <a:lnTo>
                  <a:pt x="1" y="137"/>
                </a:lnTo>
                <a:lnTo>
                  <a:pt x="1" y="143"/>
                </a:lnTo>
                <a:lnTo>
                  <a:pt x="1" y="149"/>
                </a:lnTo>
                <a:lnTo>
                  <a:pt x="0" y="157"/>
                </a:lnTo>
                <a:lnTo>
                  <a:pt x="0" y="164"/>
                </a:lnTo>
                <a:lnTo>
                  <a:pt x="0" y="171"/>
                </a:lnTo>
                <a:lnTo>
                  <a:pt x="0" y="178"/>
                </a:lnTo>
                <a:lnTo>
                  <a:pt x="0" y="187"/>
                </a:lnTo>
                <a:lnTo>
                  <a:pt x="0" y="193"/>
                </a:lnTo>
                <a:lnTo>
                  <a:pt x="0" y="200"/>
                </a:lnTo>
                <a:lnTo>
                  <a:pt x="0" y="206"/>
                </a:lnTo>
                <a:lnTo>
                  <a:pt x="0" y="212"/>
                </a:lnTo>
                <a:lnTo>
                  <a:pt x="0" y="218"/>
                </a:lnTo>
                <a:lnTo>
                  <a:pt x="0" y="223"/>
                </a:lnTo>
                <a:lnTo>
                  <a:pt x="0" y="229"/>
                </a:lnTo>
                <a:lnTo>
                  <a:pt x="0" y="234"/>
                </a:lnTo>
                <a:lnTo>
                  <a:pt x="0" y="240"/>
                </a:lnTo>
                <a:lnTo>
                  <a:pt x="0" y="244"/>
                </a:lnTo>
                <a:lnTo>
                  <a:pt x="0" y="250"/>
                </a:lnTo>
                <a:lnTo>
                  <a:pt x="0" y="255"/>
                </a:lnTo>
                <a:lnTo>
                  <a:pt x="0" y="261"/>
                </a:lnTo>
                <a:lnTo>
                  <a:pt x="0" y="267"/>
                </a:lnTo>
                <a:lnTo>
                  <a:pt x="0" y="273"/>
                </a:lnTo>
                <a:lnTo>
                  <a:pt x="0" y="279"/>
                </a:lnTo>
                <a:lnTo>
                  <a:pt x="0" y="287"/>
                </a:lnTo>
                <a:lnTo>
                  <a:pt x="0" y="294"/>
                </a:lnTo>
                <a:lnTo>
                  <a:pt x="0" y="301"/>
                </a:lnTo>
                <a:lnTo>
                  <a:pt x="0" y="309"/>
                </a:lnTo>
                <a:lnTo>
                  <a:pt x="0" y="318"/>
                </a:lnTo>
                <a:lnTo>
                  <a:pt x="0" y="327"/>
                </a:lnTo>
                <a:lnTo>
                  <a:pt x="0" y="337"/>
                </a:lnTo>
                <a:lnTo>
                  <a:pt x="0" y="347"/>
                </a:lnTo>
                <a:lnTo>
                  <a:pt x="0" y="359"/>
                </a:lnTo>
                <a:lnTo>
                  <a:pt x="0" y="371"/>
                </a:lnTo>
                <a:lnTo>
                  <a:pt x="0" y="383"/>
                </a:lnTo>
                <a:lnTo>
                  <a:pt x="0" y="397"/>
                </a:lnTo>
                <a:lnTo>
                  <a:pt x="0" y="412"/>
                </a:lnTo>
                <a:lnTo>
                  <a:pt x="0" y="427"/>
                </a:lnTo>
                <a:lnTo>
                  <a:pt x="0" y="443"/>
                </a:lnTo>
                <a:lnTo>
                  <a:pt x="0" y="457"/>
                </a:lnTo>
                <a:lnTo>
                  <a:pt x="0" y="470"/>
                </a:lnTo>
                <a:lnTo>
                  <a:pt x="0" y="484"/>
                </a:lnTo>
                <a:lnTo>
                  <a:pt x="0" y="496"/>
                </a:lnTo>
                <a:lnTo>
                  <a:pt x="0" y="507"/>
                </a:lnTo>
                <a:lnTo>
                  <a:pt x="0" y="517"/>
                </a:lnTo>
                <a:lnTo>
                  <a:pt x="0" y="527"/>
                </a:lnTo>
                <a:lnTo>
                  <a:pt x="0" y="535"/>
                </a:lnTo>
                <a:lnTo>
                  <a:pt x="0" y="545"/>
                </a:lnTo>
                <a:lnTo>
                  <a:pt x="0" y="552"/>
                </a:lnTo>
                <a:lnTo>
                  <a:pt x="0" y="561"/>
                </a:lnTo>
                <a:lnTo>
                  <a:pt x="0" y="568"/>
                </a:lnTo>
                <a:lnTo>
                  <a:pt x="0" y="574"/>
                </a:lnTo>
                <a:lnTo>
                  <a:pt x="0" y="580"/>
                </a:lnTo>
                <a:lnTo>
                  <a:pt x="0" y="587"/>
                </a:lnTo>
                <a:lnTo>
                  <a:pt x="0" y="592"/>
                </a:lnTo>
                <a:lnTo>
                  <a:pt x="0" y="598"/>
                </a:lnTo>
                <a:lnTo>
                  <a:pt x="0" y="604"/>
                </a:lnTo>
                <a:lnTo>
                  <a:pt x="0" y="609"/>
                </a:lnTo>
                <a:lnTo>
                  <a:pt x="0" y="615"/>
                </a:lnTo>
                <a:lnTo>
                  <a:pt x="0" y="620"/>
                </a:lnTo>
                <a:lnTo>
                  <a:pt x="0" y="626"/>
                </a:lnTo>
                <a:lnTo>
                  <a:pt x="0" y="630"/>
                </a:lnTo>
                <a:lnTo>
                  <a:pt x="0" y="636"/>
                </a:lnTo>
                <a:lnTo>
                  <a:pt x="0" y="641"/>
                </a:lnTo>
                <a:lnTo>
                  <a:pt x="0" y="647"/>
                </a:lnTo>
                <a:lnTo>
                  <a:pt x="0" y="654"/>
                </a:lnTo>
                <a:lnTo>
                  <a:pt x="0" y="660"/>
                </a:lnTo>
                <a:lnTo>
                  <a:pt x="0" y="668"/>
                </a:lnTo>
                <a:lnTo>
                  <a:pt x="0" y="675"/>
                </a:lnTo>
                <a:lnTo>
                  <a:pt x="0" y="682"/>
                </a:lnTo>
                <a:lnTo>
                  <a:pt x="0" y="690"/>
                </a:lnTo>
                <a:lnTo>
                  <a:pt x="0" y="698"/>
                </a:lnTo>
                <a:lnTo>
                  <a:pt x="1" y="704"/>
                </a:lnTo>
                <a:lnTo>
                  <a:pt x="1" y="711"/>
                </a:lnTo>
                <a:lnTo>
                  <a:pt x="1" y="717"/>
                </a:lnTo>
                <a:lnTo>
                  <a:pt x="1" y="722"/>
                </a:lnTo>
                <a:lnTo>
                  <a:pt x="1" y="728"/>
                </a:lnTo>
                <a:lnTo>
                  <a:pt x="1" y="733"/>
                </a:lnTo>
                <a:lnTo>
                  <a:pt x="1" y="737"/>
                </a:lnTo>
                <a:lnTo>
                  <a:pt x="1" y="741"/>
                </a:lnTo>
                <a:lnTo>
                  <a:pt x="1" y="745"/>
                </a:lnTo>
                <a:lnTo>
                  <a:pt x="1" y="749"/>
                </a:lnTo>
                <a:lnTo>
                  <a:pt x="2" y="753"/>
                </a:lnTo>
                <a:lnTo>
                  <a:pt x="2" y="755"/>
                </a:lnTo>
                <a:lnTo>
                  <a:pt x="2" y="759"/>
                </a:lnTo>
                <a:lnTo>
                  <a:pt x="3" y="763"/>
                </a:lnTo>
                <a:lnTo>
                  <a:pt x="3" y="765"/>
                </a:lnTo>
                <a:lnTo>
                  <a:pt x="3" y="767"/>
                </a:lnTo>
                <a:lnTo>
                  <a:pt x="5" y="771"/>
                </a:lnTo>
                <a:lnTo>
                  <a:pt x="5" y="773"/>
                </a:lnTo>
                <a:lnTo>
                  <a:pt x="6" y="776"/>
                </a:lnTo>
                <a:lnTo>
                  <a:pt x="7" y="778"/>
                </a:lnTo>
                <a:lnTo>
                  <a:pt x="8" y="782"/>
                </a:lnTo>
                <a:lnTo>
                  <a:pt x="8" y="784"/>
                </a:lnTo>
                <a:lnTo>
                  <a:pt x="9" y="787"/>
                </a:lnTo>
                <a:lnTo>
                  <a:pt x="11" y="790"/>
                </a:lnTo>
                <a:lnTo>
                  <a:pt x="12" y="793"/>
                </a:lnTo>
                <a:lnTo>
                  <a:pt x="13" y="796"/>
                </a:lnTo>
                <a:lnTo>
                  <a:pt x="15" y="799"/>
                </a:lnTo>
                <a:lnTo>
                  <a:pt x="17" y="802"/>
                </a:lnTo>
                <a:lnTo>
                  <a:pt x="18" y="806"/>
                </a:lnTo>
                <a:lnTo>
                  <a:pt x="20" y="811"/>
                </a:lnTo>
                <a:lnTo>
                  <a:pt x="21" y="814"/>
                </a:lnTo>
                <a:lnTo>
                  <a:pt x="24" y="818"/>
                </a:lnTo>
                <a:lnTo>
                  <a:pt x="25" y="821"/>
                </a:lnTo>
                <a:lnTo>
                  <a:pt x="26" y="824"/>
                </a:lnTo>
                <a:lnTo>
                  <a:pt x="27" y="827"/>
                </a:lnTo>
                <a:lnTo>
                  <a:pt x="29" y="830"/>
                </a:lnTo>
                <a:lnTo>
                  <a:pt x="30" y="832"/>
                </a:lnTo>
                <a:lnTo>
                  <a:pt x="31" y="835"/>
                </a:lnTo>
                <a:lnTo>
                  <a:pt x="32" y="837"/>
                </a:lnTo>
                <a:lnTo>
                  <a:pt x="33" y="840"/>
                </a:lnTo>
                <a:lnTo>
                  <a:pt x="35" y="841"/>
                </a:lnTo>
                <a:lnTo>
                  <a:pt x="36" y="842"/>
                </a:lnTo>
                <a:lnTo>
                  <a:pt x="38" y="844"/>
                </a:lnTo>
                <a:lnTo>
                  <a:pt x="39" y="846"/>
                </a:lnTo>
                <a:lnTo>
                  <a:pt x="41" y="847"/>
                </a:lnTo>
                <a:lnTo>
                  <a:pt x="42" y="848"/>
                </a:lnTo>
                <a:lnTo>
                  <a:pt x="43" y="848"/>
                </a:lnTo>
                <a:lnTo>
                  <a:pt x="44" y="849"/>
                </a:lnTo>
                <a:lnTo>
                  <a:pt x="45" y="850"/>
                </a:lnTo>
                <a:lnTo>
                  <a:pt x="48" y="850"/>
                </a:lnTo>
                <a:lnTo>
                  <a:pt x="49" y="852"/>
                </a:lnTo>
                <a:lnTo>
                  <a:pt x="51" y="852"/>
                </a:lnTo>
                <a:lnTo>
                  <a:pt x="53" y="852"/>
                </a:lnTo>
                <a:lnTo>
                  <a:pt x="55" y="852"/>
                </a:lnTo>
                <a:lnTo>
                  <a:pt x="57" y="853"/>
                </a:lnTo>
                <a:lnTo>
                  <a:pt x="60" y="853"/>
                </a:lnTo>
                <a:lnTo>
                  <a:pt x="62" y="853"/>
                </a:lnTo>
                <a:lnTo>
                  <a:pt x="65" y="853"/>
                </a:lnTo>
                <a:lnTo>
                  <a:pt x="68" y="853"/>
                </a:lnTo>
                <a:lnTo>
                  <a:pt x="71" y="853"/>
                </a:lnTo>
                <a:lnTo>
                  <a:pt x="74" y="853"/>
                </a:lnTo>
                <a:lnTo>
                  <a:pt x="78" y="853"/>
                </a:lnTo>
                <a:lnTo>
                  <a:pt x="81" y="853"/>
                </a:lnTo>
                <a:lnTo>
                  <a:pt x="85" y="853"/>
                </a:lnTo>
                <a:lnTo>
                  <a:pt x="89" y="853"/>
                </a:lnTo>
                <a:lnTo>
                  <a:pt x="91" y="853"/>
                </a:lnTo>
                <a:lnTo>
                  <a:pt x="95" y="853"/>
                </a:lnTo>
                <a:lnTo>
                  <a:pt x="98" y="853"/>
                </a:lnTo>
                <a:lnTo>
                  <a:pt x="102" y="853"/>
                </a:lnTo>
                <a:lnTo>
                  <a:pt x="106" y="853"/>
                </a:lnTo>
                <a:lnTo>
                  <a:pt x="109" y="853"/>
                </a:lnTo>
                <a:lnTo>
                  <a:pt x="114" y="853"/>
                </a:lnTo>
                <a:lnTo>
                  <a:pt x="119" y="853"/>
                </a:lnTo>
                <a:lnTo>
                  <a:pt x="124" y="853"/>
                </a:lnTo>
                <a:lnTo>
                  <a:pt x="130" y="853"/>
                </a:lnTo>
                <a:lnTo>
                  <a:pt x="136" y="853"/>
                </a:lnTo>
                <a:lnTo>
                  <a:pt x="143" y="853"/>
                </a:lnTo>
                <a:lnTo>
                  <a:pt x="150" y="853"/>
                </a:lnTo>
                <a:lnTo>
                  <a:pt x="160" y="853"/>
                </a:lnTo>
                <a:lnTo>
                  <a:pt x="168" y="853"/>
                </a:lnTo>
                <a:lnTo>
                  <a:pt x="179" y="853"/>
                </a:lnTo>
                <a:lnTo>
                  <a:pt x="190" y="853"/>
                </a:lnTo>
                <a:lnTo>
                  <a:pt x="203" y="853"/>
                </a:lnTo>
                <a:lnTo>
                  <a:pt x="216" y="853"/>
                </a:lnTo>
                <a:lnTo>
                  <a:pt x="231" y="853"/>
                </a:lnTo>
                <a:lnTo>
                  <a:pt x="246" y="853"/>
                </a:lnTo>
                <a:lnTo>
                  <a:pt x="264" y="853"/>
                </a:lnTo>
                <a:lnTo>
                  <a:pt x="282" y="853"/>
                </a:lnTo>
                <a:lnTo>
                  <a:pt x="303" y="853"/>
                </a:lnTo>
                <a:lnTo>
                  <a:pt x="324" y="853"/>
                </a:lnTo>
                <a:lnTo>
                  <a:pt x="347" y="853"/>
                </a:lnTo>
                <a:lnTo>
                  <a:pt x="372" y="853"/>
                </a:lnTo>
                <a:lnTo>
                  <a:pt x="398" y="853"/>
                </a:lnTo>
                <a:lnTo>
                  <a:pt x="426" y="853"/>
                </a:lnTo>
                <a:lnTo>
                  <a:pt x="454" y="853"/>
                </a:lnTo>
                <a:lnTo>
                  <a:pt x="481" y="853"/>
                </a:lnTo>
                <a:lnTo>
                  <a:pt x="506" y="853"/>
                </a:lnTo>
                <a:lnTo>
                  <a:pt x="529" y="853"/>
                </a:lnTo>
                <a:lnTo>
                  <a:pt x="550" y="853"/>
                </a:lnTo>
                <a:lnTo>
                  <a:pt x="571" y="853"/>
                </a:lnTo>
                <a:lnTo>
                  <a:pt x="589" y="853"/>
                </a:lnTo>
                <a:lnTo>
                  <a:pt x="606" y="853"/>
                </a:lnTo>
                <a:lnTo>
                  <a:pt x="622" y="853"/>
                </a:lnTo>
                <a:lnTo>
                  <a:pt x="637" y="853"/>
                </a:lnTo>
                <a:lnTo>
                  <a:pt x="650" y="853"/>
                </a:lnTo>
                <a:lnTo>
                  <a:pt x="662" y="853"/>
                </a:lnTo>
                <a:lnTo>
                  <a:pt x="674" y="853"/>
                </a:lnTo>
                <a:lnTo>
                  <a:pt x="684" y="853"/>
                </a:lnTo>
                <a:lnTo>
                  <a:pt x="693" y="853"/>
                </a:lnTo>
                <a:lnTo>
                  <a:pt x="702" y="853"/>
                </a:lnTo>
                <a:lnTo>
                  <a:pt x="710" y="853"/>
                </a:lnTo>
                <a:lnTo>
                  <a:pt x="717" y="853"/>
                </a:lnTo>
                <a:lnTo>
                  <a:pt x="723" y="853"/>
                </a:lnTo>
                <a:lnTo>
                  <a:pt x="729" y="853"/>
                </a:lnTo>
                <a:lnTo>
                  <a:pt x="734" y="853"/>
                </a:lnTo>
                <a:lnTo>
                  <a:pt x="739" y="853"/>
                </a:lnTo>
                <a:lnTo>
                  <a:pt x="744" y="853"/>
                </a:lnTo>
                <a:lnTo>
                  <a:pt x="747" y="853"/>
                </a:lnTo>
                <a:lnTo>
                  <a:pt x="751" y="853"/>
                </a:lnTo>
                <a:lnTo>
                  <a:pt x="755" y="853"/>
                </a:lnTo>
                <a:lnTo>
                  <a:pt x="758" y="853"/>
                </a:lnTo>
                <a:lnTo>
                  <a:pt x="762" y="853"/>
                </a:lnTo>
                <a:lnTo>
                  <a:pt x="764" y="853"/>
                </a:lnTo>
                <a:lnTo>
                  <a:pt x="768" y="853"/>
                </a:lnTo>
                <a:lnTo>
                  <a:pt x="772" y="853"/>
                </a:lnTo>
                <a:lnTo>
                  <a:pt x="775" y="853"/>
                </a:lnTo>
                <a:lnTo>
                  <a:pt x="779" y="853"/>
                </a:lnTo>
                <a:lnTo>
                  <a:pt x="782" y="853"/>
                </a:lnTo>
                <a:lnTo>
                  <a:pt x="785" y="853"/>
                </a:lnTo>
                <a:lnTo>
                  <a:pt x="788" y="853"/>
                </a:lnTo>
                <a:lnTo>
                  <a:pt x="791" y="853"/>
                </a:lnTo>
                <a:lnTo>
                  <a:pt x="793" y="853"/>
                </a:lnTo>
                <a:lnTo>
                  <a:pt x="796" y="853"/>
                </a:lnTo>
                <a:lnTo>
                  <a:pt x="798" y="852"/>
                </a:lnTo>
                <a:lnTo>
                  <a:pt x="799" y="852"/>
                </a:lnTo>
                <a:lnTo>
                  <a:pt x="802" y="852"/>
                </a:lnTo>
                <a:lnTo>
                  <a:pt x="804" y="852"/>
                </a:lnTo>
                <a:lnTo>
                  <a:pt x="805" y="850"/>
                </a:lnTo>
                <a:lnTo>
                  <a:pt x="806" y="850"/>
                </a:lnTo>
                <a:lnTo>
                  <a:pt x="809" y="849"/>
                </a:lnTo>
                <a:lnTo>
                  <a:pt x="810" y="848"/>
                </a:lnTo>
                <a:lnTo>
                  <a:pt x="811" y="848"/>
                </a:lnTo>
                <a:lnTo>
                  <a:pt x="812" y="847"/>
                </a:lnTo>
                <a:lnTo>
                  <a:pt x="814" y="846"/>
                </a:lnTo>
                <a:lnTo>
                  <a:pt x="815" y="844"/>
                </a:lnTo>
                <a:lnTo>
                  <a:pt x="816" y="842"/>
                </a:lnTo>
                <a:lnTo>
                  <a:pt x="817" y="841"/>
                </a:lnTo>
                <a:lnTo>
                  <a:pt x="818" y="840"/>
                </a:lnTo>
                <a:lnTo>
                  <a:pt x="820" y="837"/>
                </a:lnTo>
                <a:lnTo>
                  <a:pt x="821" y="835"/>
                </a:lnTo>
                <a:lnTo>
                  <a:pt x="822" y="832"/>
                </a:lnTo>
                <a:lnTo>
                  <a:pt x="823" y="830"/>
                </a:lnTo>
                <a:lnTo>
                  <a:pt x="826" y="827"/>
                </a:lnTo>
                <a:lnTo>
                  <a:pt x="827" y="824"/>
                </a:lnTo>
                <a:lnTo>
                  <a:pt x="828" y="821"/>
                </a:lnTo>
                <a:lnTo>
                  <a:pt x="829" y="818"/>
                </a:lnTo>
                <a:lnTo>
                  <a:pt x="832" y="814"/>
                </a:lnTo>
                <a:lnTo>
                  <a:pt x="833" y="811"/>
                </a:lnTo>
                <a:lnTo>
                  <a:pt x="835" y="806"/>
                </a:lnTo>
                <a:lnTo>
                  <a:pt x="836" y="802"/>
                </a:lnTo>
                <a:lnTo>
                  <a:pt x="838" y="799"/>
                </a:lnTo>
                <a:lnTo>
                  <a:pt x="839" y="796"/>
                </a:lnTo>
                <a:lnTo>
                  <a:pt x="841" y="793"/>
                </a:lnTo>
                <a:lnTo>
                  <a:pt x="842" y="790"/>
                </a:lnTo>
                <a:lnTo>
                  <a:pt x="844" y="787"/>
                </a:lnTo>
                <a:lnTo>
                  <a:pt x="844" y="784"/>
                </a:lnTo>
                <a:lnTo>
                  <a:pt x="845" y="782"/>
                </a:lnTo>
                <a:lnTo>
                  <a:pt x="846" y="778"/>
                </a:lnTo>
                <a:lnTo>
                  <a:pt x="847" y="776"/>
                </a:lnTo>
                <a:lnTo>
                  <a:pt x="847" y="773"/>
                </a:lnTo>
                <a:lnTo>
                  <a:pt x="848" y="771"/>
                </a:lnTo>
                <a:lnTo>
                  <a:pt x="848" y="767"/>
                </a:lnTo>
                <a:lnTo>
                  <a:pt x="850" y="765"/>
                </a:lnTo>
                <a:lnTo>
                  <a:pt x="850" y="763"/>
                </a:lnTo>
                <a:lnTo>
                  <a:pt x="851" y="759"/>
                </a:lnTo>
                <a:lnTo>
                  <a:pt x="851" y="755"/>
                </a:lnTo>
                <a:lnTo>
                  <a:pt x="851" y="753"/>
                </a:lnTo>
                <a:lnTo>
                  <a:pt x="851" y="749"/>
                </a:lnTo>
                <a:lnTo>
                  <a:pt x="852" y="745"/>
                </a:lnTo>
                <a:lnTo>
                  <a:pt x="852" y="741"/>
                </a:lnTo>
                <a:lnTo>
                  <a:pt x="852" y="737"/>
                </a:lnTo>
                <a:lnTo>
                  <a:pt x="852" y="733"/>
                </a:lnTo>
                <a:lnTo>
                  <a:pt x="852" y="728"/>
                </a:lnTo>
                <a:lnTo>
                  <a:pt x="852" y="722"/>
                </a:lnTo>
                <a:lnTo>
                  <a:pt x="852" y="717"/>
                </a:lnTo>
                <a:lnTo>
                  <a:pt x="852" y="711"/>
                </a:lnTo>
                <a:lnTo>
                  <a:pt x="852" y="704"/>
                </a:lnTo>
                <a:lnTo>
                  <a:pt x="852" y="698"/>
                </a:lnTo>
                <a:lnTo>
                  <a:pt x="852" y="690"/>
                </a:lnTo>
                <a:lnTo>
                  <a:pt x="852" y="682"/>
                </a:lnTo>
                <a:lnTo>
                  <a:pt x="852" y="675"/>
                </a:lnTo>
                <a:lnTo>
                  <a:pt x="852" y="668"/>
                </a:lnTo>
                <a:lnTo>
                  <a:pt x="852" y="660"/>
                </a:lnTo>
                <a:lnTo>
                  <a:pt x="852" y="654"/>
                </a:lnTo>
                <a:lnTo>
                  <a:pt x="852" y="647"/>
                </a:lnTo>
                <a:lnTo>
                  <a:pt x="852" y="641"/>
                </a:lnTo>
                <a:lnTo>
                  <a:pt x="852" y="636"/>
                </a:lnTo>
                <a:lnTo>
                  <a:pt x="852" y="630"/>
                </a:lnTo>
                <a:lnTo>
                  <a:pt x="852" y="626"/>
                </a:lnTo>
                <a:lnTo>
                  <a:pt x="852" y="620"/>
                </a:lnTo>
                <a:lnTo>
                  <a:pt x="852" y="615"/>
                </a:lnTo>
                <a:lnTo>
                  <a:pt x="852" y="609"/>
                </a:lnTo>
                <a:lnTo>
                  <a:pt x="852" y="604"/>
                </a:lnTo>
                <a:lnTo>
                  <a:pt x="852" y="598"/>
                </a:lnTo>
                <a:lnTo>
                  <a:pt x="852" y="592"/>
                </a:lnTo>
                <a:lnTo>
                  <a:pt x="852" y="587"/>
                </a:lnTo>
                <a:lnTo>
                  <a:pt x="852" y="580"/>
                </a:lnTo>
                <a:lnTo>
                  <a:pt x="852" y="574"/>
                </a:lnTo>
                <a:lnTo>
                  <a:pt x="852" y="568"/>
                </a:lnTo>
                <a:lnTo>
                  <a:pt x="852" y="561"/>
                </a:lnTo>
                <a:lnTo>
                  <a:pt x="852" y="552"/>
                </a:lnTo>
                <a:lnTo>
                  <a:pt x="852" y="545"/>
                </a:lnTo>
                <a:lnTo>
                  <a:pt x="852" y="535"/>
                </a:lnTo>
                <a:lnTo>
                  <a:pt x="852" y="527"/>
                </a:lnTo>
                <a:lnTo>
                  <a:pt x="852" y="517"/>
                </a:lnTo>
                <a:lnTo>
                  <a:pt x="852" y="507"/>
                </a:lnTo>
                <a:lnTo>
                  <a:pt x="852" y="496"/>
                </a:lnTo>
                <a:lnTo>
                  <a:pt x="852" y="484"/>
                </a:lnTo>
                <a:lnTo>
                  <a:pt x="852" y="470"/>
                </a:lnTo>
                <a:lnTo>
                  <a:pt x="852" y="457"/>
                </a:lnTo>
                <a:lnTo>
                  <a:pt x="852" y="443"/>
                </a:lnTo>
                <a:lnTo>
                  <a:pt x="852" y="427"/>
                </a:lnTo>
                <a:lnTo>
                  <a:pt x="852" y="412"/>
                </a:lnTo>
                <a:lnTo>
                  <a:pt x="852" y="397"/>
                </a:lnTo>
                <a:lnTo>
                  <a:pt x="852" y="383"/>
                </a:lnTo>
                <a:lnTo>
                  <a:pt x="852" y="371"/>
                </a:lnTo>
                <a:lnTo>
                  <a:pt x="852" y="359"/>
                </a:lnTo>
                <a:lnTo>
                  <a:pt x="852" y="347"/>
                </a:lnTo>
                <a:lnTo>
                  <a:pt x="852" y="337"/>
                </a:lnTo>
                <a:lnTo>
                  <a:pt x="852" y="327"/>
                </a:lnTo>
                <a:lnTo>
                  <a:pt x="852" y="318"/>
                </a:lnTo>
                <a:lnTo>
                  <a:pt x="852" y="309"/>
                </a:lnTo>
                <a:lnTo>
                  <a:pt x="852" y="301"/>
                </a:lnTo>
                <a:lnTo>
                  <a:pt x="852" y="294"/>
                </a:lnTo>
                <a:lnTo>
                  <a:pt x="852" y="287"/>
                </a:lnTo>
                <a:lnTo>
                  <a:pt x="852" y="279"/>
                </a:lnTo>
                <a:lnTo>
                  <a:pt x="852" y="273"/>
                </a:lnTo>
                <a:lnTo>
                  <a:pt x="852" y="267"/>
                </a:lnTo>
                <a:lnTo>
                  <a:pt x="852" y="261"/>
                </a:lnTo>
                <a:lnTo>
                  <a:pt x="852" y="255"/>
                </a:lnTo>
                <a:lnTo>
                  <a:pt x="852" y="250"/>
                </a:lnTo>
                <a:lnTo>
                  <a:pt x="852" y="244"/>
                </a:lnTo>
                <a:lnTo>
                  <a:pt x="852" y="240"/>
                </a:lnTo>
                <a:lnTo>
                  <a:pt x="852" y="234"/>
                </a:lnTo>
                <a:lnTo>
                  <a:pt x="852" y="229"/>
                </a:lnTo>
                <a:lnTo>
                  <a:pt x="852" y="223"/>
                </a:lnTo>
                <a:lnTo>
                  <a:pt x="852" y="218"/>
                </a:lnTo>
                <a:lnTo>
                  <a:pt x="852" y="212"/>
                </a:lnTo>
                <a:lnTo>
                  <a:pt x="852" y="206"/>
                </a:lnTo>
                <a:lnTo>
                  <a:pt x="852" y="200"/>
                </a:lnTo>
                <a:lnTo>
                  <a:pt x="852" y="193"/>
                </a:lnTo>
                <a:lnTo>
                  <a:pt x="852" y="187"/>
                </a:lnTo>
                <a:lnTo>
                  <a:pt x="852" y="178"/>
                </a:lnTo>
                <a:lnTo>
                  <a:pt x="852" y="171"/>
                </a:lnTo>
                <a:lnTo>
                  <a:pt x="852" y="164"/>
                </a:lnTo>
                <a:lnTo>
                  <a:pt x="852" y="157"/>
                </a:lnTo>
                <a:lnTo>
                  <a:pt x="852" y="149"/>
                </a:lnTo>
                <a:lnTo>
                  <a:pt x="852" y="143"/>
                </a:lnTo>
                <a:lnTo>
                  <a:pt x="852" y="137"/>
                </a:lnTo>
                <a:lnTo>
                  <a:pt x="852" y="131"/>
                </a:lnTo>
                <a:lnTo>
                  <a:pt x="852" y="127"/>
                </a:lnTo>
                <a:lnTo>
                  <a:pt x="852" y="122"/>
                </a:lnTo>
                <a:lnTo>
                  <a:pt x="852" y="117"/>
                </a:lnTo>
                <a:lnTo>
                  <a:pt x="852" y="112"/>
                </a:lnTo>
                <a:lnTo>
                  <a:pt x="852" y="109"/>
                </a:lnTo>
                <a:lnTo>
                  <a:pt x="851" y="105"/>
                </a:lnTo>
                <a:lnTo>
                  <a:pt x="851" y="101"/>
                </a:lnTo>
                <a:lnTo>
                  <a:pt x="851" y="98"/>
                </a:lnTo>
                <a:lnTo>
                  <a:pt x="851" y="94"/>
                </a:lnTo>
                <a:lnTo>
                  <a:pt x="850" y="92"/>
                </a:lnTo>
                <a:lnTo>
                  <a:pt x="850" y="88"/>
                </a:lnTo>
                <a:lnTo>
                  <a:pt x="848" y="86"/>
                </a:lnTo>
                <a:lnTo>
                  <a:pt x="848" y="83"/>
                </a:lnTo>
                <a:lnTo>
                  <a:pt x="847" y="80"/>
                </a:lnTo>
                <a:lnTo>
                  <a:pt x="847" y="77"/>
                </a:lnTo>
                <a:lnTo>
                  <a:pt x="846" y="75"/>
                </a:lnTo>
                <a:lnTo>
                  <a:pt x="845" y="73"/>
                </a:lnTo>
                <a:lnTo>
                  <a:pt x="844" y="69"/>
                </a:lnTo>
                <a:lnTo>
                  <a:pt x="844" y="67"/>
                </a:lnTo>
                <a:lnTo>
                  <a:pt x="842" y="64"/>
                </a:lnTo>
                <a:lnTo>
                  <a:pt x="841" y="60"/>
                </a:lnTo>
                <a:lnTo>
                  <a:pt x="839" y="58"/>
                </a:lnTo>
                <a:lnTo>
                  <a:pt x="838" y="54"/>
                </a:lnTo>
                <a:lnTo>
                  <a:pt x="836" y="51"/>
                </a:lnTo>
                <a:lnTo>
                  <a:pt x="835" y="47"/>
                </a:lnTo>
                <a:lnTo>
                  <a:pt x="833" y="44"/>
                </a:lnTo>
                <a:lnTo>
                  <a:pt x="832" y="40"/>
                </a:lnTo>
                <a:lnTo>
                  <a:pt x="829" y="36"/>
                </a:lnTo>
                <a:lnTo>
                  <a:pt x="828" y="33"/>
                </a:lnTo>
                <a:lnTo>
                  <a:pt x="827" y="29"/>
                </a:lnTo>
                <a:lnTo>
                  <a:pt x="826" y="27"/>
                </a:lnTo>
                <a:lnTo>
                  <a:pt x="823" y="23"/>
                </a:lnTo>
                <a:lnTo>
                  <a:pt x="822" y="21"/>
                </a:lnTo>
                <a:lnTo>
                  <a:pt x="821" y="18"/>
                </a:lnTo>
                <a:lnTo>
                  <a:pt x="820" y="16"/>
                </a:lnTo>
                <a:lnTo>
                  <a:pt x="818" y="15"/>
                </a:lnTo>
                <a:lnTo>
                  <a:pt x="817" y="12"/>
                </a:lnTo>
                <a:lnTo>
                  <a:pt x="816" y="11"/>
                </a:lnTo>
                <a:lnTo>
                  <a:pt x="815" y="10"/>
                </a:lnTo>
                <a:lnTo>
                  <a:pt x="814" y="9"/>
                </a:lnTo>
                <a:lnTo>
                  <a:pt x="812" y="8"/>
                </a:lnTo>
                <a:lnTo>
                  <a:pt x="811" y="6"/>
                </a:lnTo>
                <a:lnTo>
                  <a:pt x="810" y="5"/>
                </a:lnTo>
                <a:lnTo>
                  <a:pt x="809" y="4"/>
                </a:lnTo>
                <a:lnTo>
                  <a:pt x="806" y="4"/>
                </a:lnTo>
                <a:lnTo>
                  <a:pt x="805" y="3"/>
                </a:lnTo>
                <a:lnTo>
                  <a:pt x="804" y="3"/>
                </a:lnTo>
                <a:lnTo>
                  <a:pt x="802" y="2"/>
                </a:lnTo>
                <a:lnTo>
                  <a:pt x="799" y="2"/>
                </a:lnTo>
                <a:lnTo>
                  <a:pt x="798" y="2"/>
                </a:lnTo>
                <a:lnTo>
                  <a:pt x="796" y="2"/>
                </a:lnTo>
                <a:lnTo>
                  <a:pt x="793" y="0"/>
                </a:lnTo>
                <a:lnTo>
                  <a:pt x="791" y="0"/>
                </a:lnTo>
                <a:lnTo>
                  <a:pt x="788" y="0"/>
                </a:lnTo>
                <a:lnTo>
                  <a:pt x="785" y="0"/>
                </a:lnTo>
                <a:lnTo>
                  <a:pt x="782" y="0"/>
                </a:lnTo>
                <a:lnTo>
                  <a:pt x="779" y="0"/>
                </a:lnTo>
                <a:lnTo>
                  <a:pt x="775" y="0"/>
                </a:lnTo>
                <a:lnTo>
                  <a:pt x="772" y="0"/>
                </a:lnTo>
                <a:lnTo>
                  <a:pt x="768" y="0"/>
                </a:lnTo>
                <a:lnTo>
                  <a:pt x="764" y="0"/>
                </a:lnTo>
                <a:lnTo>
                  <a:pt x="762" y="0"/>
                </a:lnTo>
                <a:lnTo>
                  <a:pt x="758" y="0"/>
                </a:lnTo>
                <a:lnTo>
                  <a:pt x="755" y="0"/>
                </a:lnTo>
                <a:lnTo>
                  <a:pt x="751" y="0"/>
                </a:lnTo>
                <a:lnTo>
                  <a:pt x="747" y="0"/>
                </a:lnTo>
                <a:lnTo>
                  <a:pt x="744" y="0"/>
                </a:lnTo>
                <a:lnTo>
                  <a:pt x="739" y="0"/>
                </a:lnTo>
                <a:lnTo>
                  <a:pt x="734" y="0"/>
                </a:lnTo>
                <a:lnTo>
                  <a:pt x="729" y="0"/>
                </a:lnTo>
                <a:lnTo>
                  <a:pt x="723" y="0"/>
                </a:lnTo>
                <a:lnTo>
                  <a:pt x="717" y="0"/>
                </a:lnTo>
                <a:lnTo>
                  <a:pt x="710" y="0"/>
                </a:lnTo>
                <a:lnTo>
                  <a:pt x="702" y="0"/>
                </a:lnTo>
                <a:lnTo>
                  <a:pt x="693" y="0"/>
                </a:lnTo>
                <a:lnTo>
                  <a:pt x="684" y="0"/>
                </a:lnTo>
                <a:lnTo>
                  <a:pt x="674" y="0"/>
                </a:lnTo>
                <a:lnTo>
                  <a:pt x="662" y="0"/>
                </a:lnTo>
                <a:lnTo>
                  <a:pt x="650" y="0"/>
                </a:lnTo>
                <a:lnTo>
                  <a:pt x="637" y="0"/>
                </a:lnTo>
                <a:lnTo>
                  <a:pt x="622" y="0"/>
                </a:lnTo>
                <a:lnTo>
                  <a:pt x="606" y="0"/>
                </a:lnTo>
                <a:lnTo>
                  <a:pt x="589" y="0"/>
                </a:lnTo>
                <a:lnTo>
                  <a:pt x="571" y="0"/>
                </a:lnTo>
                <a:lnTo>
                  <a:pt x="550" y="0"/>
                </a:lnTo>
                <a:lnTo>
                  <a:pt x="529" y="0"/>
                </a:lnTo>
                <a:lnTo>
                  <a:pt x="506" y="0"/>
                </a:lnTo>
                <a:lnTo>
                  <a:pt x="481" y="0"/>
                </a:lnTo>
                <a:lnTo>
                  <a:pt x="454" y="0"/>
                </a:lnTo>
                <a:lnTo>
                  <a:pt x="426" y="0"/>
                </a:lnTo>
                <a:close/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2" name="Rectangle 47"/>
          <p:cNvSpPr>
            <a:spLocks noChangeArrowheads="1"/>
          </p:cNvSpPr>
          <p:nvPr/>
        </p:nvSpPr>
        <p:spPr bwMode="auto">
          <a:xfrm>
            <a:off x="8389902" y="1255325"/>
            <a:ext cx="1140178" cy="1165013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23" name="Line 48"/>
          <p:cNvSpPr>
            <a:spLocks noChangeShapeType="1"/>
          </p:cNvSpPr>
          <p:nvPr/>
        </p:nvSpPr>
        <p:spPr bwMode="auto">
          <a:xfrm flipH="1">
            <a:off x="8389902" y="1851378"/>
            <a:ext cx="1140178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4" name="Line 49"/>
          <p:cNvSpPr>
            <a:spLocks noChangeShapeType="1"/>
          </p:cNvSpPr>
          <p:nvPr/>
        </p:nvSpPr>
        <p:spPr bwMode="auto">
          <a:xfrm flipV="1">
            <a:off x="8958862" y="1255325"/>
            <a:ext cx="2258" cy="1165013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5" name="Line 50"/>
          <p:cNvSpPr>
            <a:spLocks noChangeShapeType="1"/>
          </p:cNvSpPr>
          <p:nvPr/>
        </p:nvSpPr>
        <p:spPr bwMode="auto">
          <a:xfrm>
            <a:off x="7791593" y="684108"/>
            <a:ext cx="598310" cy="57121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6" name="Rectangle 51"/>
          <p:cNvSpPr>
            <a:spLocks noChangeArrowheads="1"/>
          </p:cNvSpPr>
          <p:nvPr/>
        </p:nvSpPr>
        <p:spPr bwMode="auto">
          <a:xfrm>
            <a:off x="9530081" y="1255325"/>
            <a:ext cx="1165013" cy="1165013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27" name="Line 52"/>
          <p:cNvSpPr>
            <a:spLocks noChangeShapeType="1"/>
          </p:cNvSpPr>
          <p:nvPr/>
        </p:nvSpPr>
        <p:spPr bwMode="auto">
          <a:xfrm flipH="1">
            <a:off x="9530081" y="1851378"/>
            <a:ext cx="1165013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8" name="Line 53"/>
          <p:cNvSpPr>
            <a:spLocks noChangeShapeType="1"/>
          </p:cNvSpPr>
          <p:nvPr/>
        </p:nvSpPr>
        <p:spPr bwMode="auto">
          <a:xfrm flipV="1">
            <a:off x="10099041" y="1255325"/>
            <a:ext cx="2257" cy="1165013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29" name="Rectangle 54"/>
          <p:cNvSpPr>
            <a:spLocks noChangeArrowheads="1"/>
          </p:cNvSpPr>
          <p:nvPr/>
        </p:nvSpPr>
        <p:spPr bwMode="auto">
          <a:xfrm>
            <a:off x="2376821" y="86473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630" name="Rectangle 55"/>
          <p:cNvSpPr>
            <a:spLocks noChangeArrowheads="1"/>
          </p:cNvSpPr>
          <p:nvPr/>
        </p:nvSpPr>
        <p:spPr bwMode="auto">
          <a:xfrm>
            <a:off x="8582516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631" name="Rectangle 56"/>
          <p:cNvSpPr>
            <a:spLocks noChangeArrowheads="1"/>
          </p:cNvSpPr>
          <p:nvPr/>
        </p:nvSpPr>
        <p:spPr bwMode="auto">
          <a:xfrm>
            <a:off x="9158249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632" name="Rectangle 57"/>
          <p:cNvSpPr>
            <a:spLocks noChangeArrowheads="1"/>
          </p:cNvSpPr>
          <p:nvPr/>
        </p:nvSpPr>
        <p:spPr bwMode="auto">
          <a:xfrm>
            <a:off x="9736240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633" name="Rectangle 58"/>
          <p:cNvSpPr>
            <a:spLocks noChangeArrowheads="1"/>
          </p:cNvSpPr>
          <p:nvPr/>
        </p:nvSpPr>
        <p:spPr bwMode="auto">
          <a:xfrm>
            <a:off x="10311974" y="93923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634" name="Rectangle 59"/>
          <p:cNvSpPr>
            <a:spLocks noChangeArrowheads="1"/>
          </p:cNvSpPr>
          <p:nvPr/>
        </p:nvSpPr>
        <p:spPr bwMode="auto">
          <a:xfrm>
            <a:off x="8051938" y="1417884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635" name="Rectangle 60"/>
          <p:cNvSpPr>
            <a:spLocks noChangeArrowheads="1"/>
          </p:cNvSpPr>
          <p:nvPr/>
        </p:nvSpPr>
        <p:spPr bwMode="auto">
          <a:xfrm>
            <a:off x="8038391" y="1995875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636" name="Rectangle 61"/>
          <p:cNvSpPr>
            <a:spLocks noChangeArrowheads="1"/>
          </p:cNvSpPr>
          <p:nvPr/>
        </p:nvSpPr>
        <p:spPr bwMode="auto">
          <a:xfrm>
            <a:off x="9230441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37" name="Rectangle 62"/>
          <p:cNvSpPr>
            <a:spLocks noChangeArrowheads="1"/>
          </p:cNvSpPr>
          <p:nvPr/>
        </p:nvSpPr>
        <p:spPr bwMode="auto">
          <a:xfrm>
            <a:off x="8647934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38" name="Rectangle 63"/>
          <p:cNvSpPr>
            <a:spLocks noChangeArrowheads="1"/>
          </p:cNvSpPr>
          <p:nvPr/>
        </p:nvSpPr>
        <p:spPr bwMode="auto">
          <a:xfrm>
            <a:off x="9230441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39" name="Rectangle 64"/>
          <p:cNvSpPr>
            <a:spLocks noChangeArrowheads="1"/>
          </p:cNvSpPr>
          <p:nvPr/>
        </p:nvSpPr>
        <p:spPr bwMode="auto">
          <a:xfrm>
            <a:off x="9810689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40" name="Rectangle 65"/>
          <p:cNvSpPr>
            <a:spLocks noChangeArrowheads="1"/>
          </p:cNvSpPr>
          <p:nvPr/>
        </p:nvSpPr>
        <p:spPr bwMode="auto">
          <a:xfrm>
            <a:off x="9810689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41" name="Rectangle 66"/>
          <p:cNvSpPr>
            <a:spLocks noChangeArrowheads="1"/>
          </p:cNvSpPr>
          <p:nvPr/>
        </p:nvSpPr>
        <p:spPr bwMode="auto">
          <a:xfrm>
            <a:off x="10372877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42" name="Rectangle 67"/>
          <p:cNvSpPr>
            <a:spLocks noChangeArrowheads="1"/>
          </p:cNvSpPr>
          <p:nvPr/>
        </p:nvSpPr>
        <p:spPr bwMode="auto">
          <a:xfrm>
            <a:off x="10372877" y="2007165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43" name="Rectangle 68"/>
          <p:cNvSpPr>
            <a:spLocks noChangeArrowheads="1"/>
          </p:cNvSpPr>
          <p:nvPr/>
        </p:nvSpPr>
        <p:spPr bwMode="auto">
          <a:xfrm>
            <a:off x="8389902" y="2420338"/>
            <a:ext cx="1140178" cy="1140178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44" name="Line 69"/>
          <p:cNvSpPr>
            <a:spLocks noChangeShapeType="1"/>
          </p:cNvSpPr>
          <p:nvPr/>
        </p:nvSpPr>
        <p:spPr bwMode="auto">
          <a:xfrm flipH="1">
            <a:off x="8389902" y="2991557"/>
            <a:ext cx="1140178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45" name="Line 70"/>
          <p:cNvSpPr>
            <a:spLocks noChangeShapeType="1"/>
          </p:cNvSpPr>
          <p:nvPr/>
        </p:nvSpPr>
        <p:spPr bwMode="auto">
          <a:xfrm flipV="1">
            <a:off x="8958862" y="2420338"/>
            <a:ext cx="2258" cy="114017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46" name="Rectangle 71"/>
          <p:cNvSpPr>
            <a:spLocks noChangeArrowheads="1"/>
          </p:cNvSpPr>
          <p:nvPr/>
        </p:nvSpPr>
        <p:spPr bwMode="auto">
          <a:xfrm>
            <a:off x="9530081" y="2420338"/>
            <a:ext cx="1165013" cy="1140178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47" name="Line 72"/>
          <p:cNvSpPr>
            <a:spLocks noChangeShapeType="1"/>
          </p:cNvSpPr>
          <p:nvPr/>
        </p:nvSpPr>
        <p:spPr bwMode="auto">
          <a:xfrm flipH="1">
            <a:off x="9530081" y="2991557"/>
            <a:ext cx="1165013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48" name="Line 73"/>
          <p:cNvSpPr>
            <a:spLocks noChangeShapeType="1"/>
          </p:cNvSpPr>
          <p:nvPr/>
        </p:nvSpPr>
        <p:spPr bwMode="auto">
          <a:xfrm flipV="1">
            <a:off x="10099041" y="2420338"/>
            <a:ext cx="2257" cy="114017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49" name="Rectangle 74"/>
          <p:cNvSpPr>
            <a:spLocks noChangeArrowheads="1"/>
          </p:cNvSpPr>
          <p:nvPr/>
        </p:nvSpPr>
        <p:spPr bwMode="auto">
          <a:xfrm>
            <a:off x="8647934" y="1431431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50" name="Rectangle 75"/>
          <p:cNvSpPr>
            <a:spLocks noChangeArrowheads="1"/>
          </p:cNvSpPr>
          <p:nvPr/>
        </p:nvSpPr>
        <p:spPr bwMode="auto">
          <a:xfrm>
            <a:off x="9230441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51" name="Rectangle 76"/>
          <p:cNvSpPr>
            <a:spLocks noChangeArrowheads="1"/>
          </p:cNvSpPr>
          <p:nvPr/>
        </p:nvSpPr>
        <p:spPr bwMode="auto">
          <a:xfrm>
            <a:off x="8647934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52" name="Rectangle 77"/>
          <p:cNvSpPr>
            <a:spLocks noChangeArrowheads="1"/>
          </p:cNvSpPr>
          <p:nvPr/>
        </p:nvSpPr>
        <p:spPr bwMode="auto">
          <a:xfrm>
            <a:off x="9230441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53" name="Rectangle 78"/>
          <p:cNvSpPr>
            <a:spLocks noChangeArrowheads="1"/>
          </p:cNvSpPr>
          <p:nvPr/>
        </p:nvSpPr>
        <p:spPr bwMode="auto">
          <a:xfrm>
            <a:off x="9810689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54" name="Rectangle 79"/>
          <p:cNvSpPr>
            <a:spLocks noChangeArrowheads="1"/>
          </p:cNvSpPr>
          <p:nvPr/>
        </p:nvSpPr>
        <p:spPr bwMode="auto">
          <a:xfrm>
            <a:off x="9810689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55" name="Rectangle 80"/>
          <p:cNvSpPr>
            <a:spLocks noChangeArrowheads="1"/>
          </p:cNvSpPr>
          <p:nvPr/>
        </p:nvSpPr>
        <p:spPr bwMode="auto">
          <a:xfrm>
            <a:off x="10372877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56" name="Rectangle 81"/>
          <p:cNvSpPr>
            <a:spLocks noChangeArrowheads="1"/>
          </p:cNvSpPr>
          <p:nvPr/>
        </p:nvSpPr>
        <p:spPr bwMode="auto">
          <a:xfrm>
            <a:off x="10372877" y="3160889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57" name="Rectangle 82"/>
          <p:cNvSpPr>
            <a:spLocks noChangeArrowheads="1"/>
          </p:cNvSpPr>
          <p:nvPr/>
        </p:nvSpPr>
        <p:spPr bwMode="auto">
          <a:xfrm>
            <a:off x="8647934" y="258515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58" name="Rectangle 83"/>
          <p:cNvSpPr>
            <a:spLocks noChangeArrowheads="1"/>
          </p:cNvSpPr>
          <p:nvPr/>
        </p:nvSpPr>
        <p:spPr bwMode="auto">
          <a:xfrm>
            <a:off x="8038391" y="2585156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659" name="Rectangle 84"/>
          <p:cNvSpPr>
            <a:spLocks noChangeArrowheads="1"/>
          </p:cNvSpPr>
          <p:nvPr/>
        </p:nvSpPr>
        <p:spPr bwMode="auto">
          <a:xfrm>
            <a:off x="8038391" y="3160889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660" name="Rectangle 85"/>
          <p:cNvSpPr>
            <a:spLocks noChangeArrowheads="1"/>
          </p:cNvSpPr>
          <p:nvPr/>
        </p:nvSpPr>
        <p:spPr bwMode="auto">
          <a:xfrm>
            <a:off x="8031560" y="39059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661" name="Rectangle 86"/>
          <p:cNvSpPr>
            <a:spLocks noChangeArrowheads="1"/>
          </p:cNvSpPr>
          <p:nvPr/>
        </p:nvSpPr>
        <p:spPr bwMode="auto">
          <a:xfrm>
            <a:off x="8147701" y="514774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62" name="Rectangle 87"/>
          <p:cNvSpPr>
            <a:spLocks noChangeArrowheads="1"/>
          </p:cNvSpPr>
          <p:nvPr/>
        </p:nvSpPr>
        <p:spPr bwMode="auto">
          <a:xfrm>
            <a:off x="8264112" y="39059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663" name="Rectangle 88"/>
          <p:cNvSpPr>
            <a:spLocks noChangeArrowheads="1"/>
          </p:cNvSpPr>
          <p:nvPr/>
        </p:nvSpPr>
        <p:spPr bwMode="auto">
          <a:xfrm>
            <a:off x="8382510" y="514774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64" name="Rectangle 89"/>
          <p:cNvSpPr>
            <a:spLocks noChangeArrowheads="1"/>
          </p:cNvSpPr>
          <p:nvPr/>
        </p:nvSpPr>
        <p:spPr bwMode="auto">
          <a:xfrm>
            <a:off x="7402996" y="740551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665" name="Freeform 90"/>
          <p:cNvSpPr>
            <a:spLocks/>
          </p:cNvSpPr>
          <p:nvPr/>
        </p:nvSpPr>
        <p:spPr bwMode="auto">
          <a:xfrm>
            <a:off x="9631681" y="1356926"/>
            <a:ext cx="961813" cy="961813"/>
          </a:xfrm>
          <a:custGeom>
            <a:avLst/>
            <a:gdLst>
              <a:gd name="T0" fmla="*/ 2147483646 w 853"/>
              <a:gd name="T1" fmla="*/ 0 h 853"/>
              <a:gd name="T2" fmla="*/ 2147483646 w 853"/>
              <a:gd name="T3" fmla="*/ 0 h 853"/>
              <a:gd name="T4" fmla="*/ 2147483646 w 853"/>
              <a:gd name="T5" fmla="*/ 0 h 853"/>
              <a:gd name="T6" fmla="*/ 2147483646 w 853"/>
              <a:gd name="T7" fmla="*/ 0 h 853"/>
              <a:gd name="T8" fmla="*/ 2147483646 w 853"/>
              <a:gd name="T9" fmla="*/ 1494722350 h 853"/>
              <a:gd name="T10" fmla="*/ 2147483646 w 853"/>
              <a:gd name="T11" fmla="*/ 2147483646 h 853"/>
              <a:gd name="T12" fmla="*/ 2147483646 w 853"/>
              <a:gd name="T13" fmla="*/ 2147483646 h 853"/>
              <a:gd name="T14" fmla="*/ 2147483646 w 853"/>
              <a:gd name="T15" fmla="*/ 2147483646 h 853"/>
              <a:gd name="T16" fmla="*/ 1993172702 w 853"/>
              <a:gd name="T17" fmla="*/ 2147483646 h 853"/>
              <a:gd name="T18" fmla="*/ 498450352 w 853"/>
              <a:gd name="T19" fmla="*/ 2147483646 h 853"/>
              <a:gd name="T20" fmla="*/ 0 w 853"/>
              <a:gd name="T21" fmla="*/ 2147483646 h 853"/>
              <a:gd name="T22" fmla="*/ 0 w 853"/>
              <a:gd name="T23" fmla="*/ 2147483646 h 853"/>
              <a:gd name="T24" fmla="*/ 0 w 853"/>
              <a:gd name="T25" fmla="*/ 2147483646 h 853"/>
              <a:gd name="T26" fmla="*/ 0 w 853"/>
              <a:gd name="T27" fmla="*/ 2147483646 h 853"/>
              <a:gd name="T28" fmla="*/ 0 w 853"/>
              <a:gd name="T29" fmla="*/ 2147483646 h 853"/>
              <a:gd name="T30" fmla="*/ 0 w 853"/>
              <a:gd name="T31" fmla="*/ 2147483646 h 853"/>
              <a:gd name="T32" fmla="*/ 0 w 853"/>
              <a:gd name="T33" fmla="*/ 2147483646 h 853"/>
              <a:gd name="T34" fmla="*/ 0 w 853"/>
              <a:gd name="T35" fmla="*/ 2147483646 h 853"/>
              <a:gd name="T36" fmla="*/ 0 w 853"/>
              <a:gd name="T37" fmla="*/ 2147483646 h 853"/>
              <a:gd name="T38" fmla="*/ 1494722350 w 853"/>
              <a:gd name="T39" fmla="*/ 2147483646 h 853"/>
              <a:gd name="T40" fmla="*/ 2147483646 w 853"/>
              <a:gd name="T41" fmla="*/ 2147483646 h 853"/>
              <a:gd name="T42" fmla="*/ 2147483646 w 853"/>
              <a:gd name="T43" fmla="*/ 2147483646 h 853"/>
              <a:gd name="T44" fmla="*/ 2147483646 w 853"/>
              <a:gd name="T45" fmla="*/ 2147483646 h 853"/>
              <a:gd name="T46" fmla="*/ 2147483646 w 853"/>
              <a:gd name="T47" fmla="*/ 2147483646 h 853"/>
              <a:gd name="T48" fmla="*/ 2147483646 w 853"/>
              <a:gd name="T49" fmla="*/ 2147483646 h 853"/>
              <a:gd name="T50" fmla="*/ 2147483646 w 853"/>
              <a:gd name="T51" fmla="*/ 2147483646 h 853"/>
              <a:gd name="T52" fmla="*/ 2147483646 w 853"/>
              <a:gd name="T53" fmla="*/ 2147483646 h 853"/>
              <a:gd name="T54" fmla="*/ 2147483646 w 853"/>
              <a:gd name="T55" fmla="*/ 2147483646 h 853"/>
              <a:gd name="T56" fmla="*/ 2147483646 w 853"/>
              <a:gd name="T57" fmla="*/ 2147483646 h 853"/>
              <a:gd name="T58" fmla="*/ 2147483646 w 853"/>
              <a:gd name="T59" fmla="*/ 2147483646 h 853"/>
              <a:gd name="T60" fmla="*/ 2147483646 w 853"/>
              <a:gd name="T61" fmla="*/ 2147483646 h 853"/>
              <a:gd name="T62" fmla="*/ 2147483646 w 853"/>
              <a:gd name="T63" fmla="*/ 2147483646 h 853"/>
              <a:gd name="T64" fmla="*/ 2147483646 w 853"/>
              <a:gd name="T65" fmla="*/ 2147483646 h 853"/>
              <a:gd name="T66" fmla="*/ 2147483646 w 853"/>
              <a:gd name="T67" fmla="*/ 2147483646 h 853"/>
              <a:gd name="T68" fmla="*/ 2147483646 w 853"/>
              <a:gd name="T69" fmla="*/ 2147483646 h 853"/>
              <a:gd name="T70" fmla="*/ 2147483646 w 853"/>
              <a:gd name="T71" fmla="*/ 2147483646 h 853"/>
              <a:gd name="T72" fmla="*/ 2147483646 w 853"/>
              <a:gd name="T73" fmla="*/ 2147483646 h 853"/>
              <a:gd name="T74" fmla="*/ 2147483646 w 853"/>
              <a:gd name="T75" fmla="*/ 2147483646 h 853"/>
              <a:gd name="T76" fmla="*/ 2147483646 w 853"/>
              <a:gd name="T77" fmla="*/ 2147483646 h 853"/>
              <a:gd name="T78" fmla="*/ 2147483646 w 853"/>
              <a:gd name="T79" fmla="*/ 2147483646 h 853"/>
              <a:gd name="T80" fmla="*/ 2147483646 w 853"/>
              <a:gd name="T81" fmla="*/ 2147483646 h 853"/>
              <a:gd name="T82" fmla="*/ 2147483646 w 853"/>
              <a:gd name="T83" fmla="*/ 2147483646 h 853"/>
              <a:gd name="T84" fmla="*/ 2147483646 w 853"/>
              <a:gd name="T85" fmla="*/ 2147483646 h 853"/>
              <a:gd name="T86" fmla="*/ 2147483646 w 853"/>
              <a:gd name="T87" fmla="*/ 2147483646 h 853"/>
              <a:gd name="T88" fmla="*/ 2147483646 w 853"/>
              <a:gd name="T89" fmla="*/ 2147483646 h 853"/>
              <a:gd name="T90" fmla="*/ 2147483646 w 853"/>
              <a:gd name="T91" fmla="*/ 2147483646 h 853"/>
              <a:gd name="T92" fmla="*/ 2147483646 w 853"/>
              <a:gd name="T93" fmla="*/ 2147483646 h 853"/>
              <a:gd name="T94" fmla="*/ 2147483646 w 853"/>
              <a:gd name="T95" fmla="*/ 2147483646 h 853"/>
              <a:gd name="T96" fmla="*/ 2147483646 w 853"/>
              <a:gd name="T97" fmla="*/ 2147483646 h 853"/>
              <a:gd name="T98" fmla="*/ 2147483646 w 853"/>
              <a:gd name="T99" fmla="*/ 2147483646 h 853"/>
              <a:gd name="T100" fmla="*/ 2147483646 w 853"/>
              <a:gd name="T101" fmla="*/ 2147483646 h 853"/>
              <a:gd name="T102" fmla="*/ 2147483646 w 853"/>
              <a:gd name="T103" fmla="*/ 2147483646 h 853"/>
              <a:gd name="T104" fmla="*/ 2147483646 w 853"/>
              <a:gd name="T105" fmla="*/ 2147483646 h 853"/>
              <a:gd name="T106" fmla="*/ 2147483646 w 853"/>
              <a:gd name="T107" fmla="*/ 996900704 h 853"/>
              <a:gd name="T108" fmla="*/ 2147483646 w 853"/>
              <a:gd name="T109" fmla="*/ 0 h 853"/>
              <a:gd name="T110" fmla="*/ 2147483646 w 853"/>
              <a:gd name="T111" fmla="*/ 0 h 853"/>
              <a:gd name="T112" fmla="*/ 2147483646 w 853"/>
              <a:gd name="T113" fmla="*/ 0 h 853"/>
              <a:gd name="T114" fmla="*/ 2147483646 w 853"/>
              <a:gd name="T115" fmla="*/ 0 h 85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853" h="853">
                <a:moveTo>
                  <a:pt x="427" y="0"/>
                </a:moveTo>
                <a:lnTo>
                  <a:pt x="398" y="0"/>
                </a:lnTo>
                <a:lnTo>
                  <a:pt x="372" y="0"/>
                </a:lnTo>
                <a:lnTo>
                  <a:pt x="348" y="0"/>
                </a:lnTo>
                <a:lnTo>
                  <a:pt x="325" y="0"/>
                </a:lnTo>
                <a:lnTo>
                  <a:pt x="303" y="0"/>
                </a:lnTo>
                <a:lnTo>
                  <a:pt x="283" y="0"/>
                </a:lnTo>
                <a:lnTo>
                  <a:pt x="263" y="0"/>
                </a:lnTo>
                <a:lnTo>
                  <a:pt x="247" y="0"/>
                </a:lnTo>
                <a:lnTo>
                  <a:pt x="231" y="0"/>
                </a:lnTo>
                <a:lnTo>
                  <a:pt x="217" y="0"/>
                </a:lnTo>
                <a:lnTo>
                  <a:pt x="202" y="0"/>
                </a:lnTo>
                <a:lnTo>
                  <a:pt x="190" y="0"/>
                </a:lnTo>
                <a:lnTo>
                  <a:pt x="179" y="0"/>
                </a:lnTo>
                <a:lnTo>
                  <a:pt x="168" y="0"/>
                </a:lnTo>
                <a:lnTo>
                  <a:pt x="159" y="0"/>
                </a:lnTo>
                <a:lnTo>
                  <a:pt x="150" y="0"/>
                </a:lnTo>
                <a:lnTo>
                  <a:pt x="143" y="0"/>
                </a:lnTo>
                <a:lnTo>
                  <a:pt x="136" y="0"/>
                </a:lnTo>
                <a:lnTo>
                  <a:pt x="129" y="0"/>
                </a:lnTo>
                <a:lnTo>
                  <a:pt x="124" y="0"/>
                </a:lnTo>
                <a:lnTo>
                  <a:pt x="118" y="0"/>
                </a:lnTo>
                <a:lnTo>
                  <a:pt x="113" y="0"/>
                </a:lnTo>
                <a:lnTo>
                  <a:pt x="110" y="0"/>
                </a:lnTo>
                <a:lnTo>
                  <a:pt x="105" y="0"/>
                </a:lnTo>
                <a:lnTo>
                  <a:pt x="101" y="0"/>
                </a:lnTo>
                <a:lnTo>
                  <a:pt x="98" y="0"/>
                </a:lnTo>
                <a:lnTo>
                  <a:pt x="95" y="0"/>
                </a:lnTo>
                <a:lnTo>
                  <a:pt x="92" y="0"/>
                </a:lnTo>
                <a:lnTo>
                  <a:pt x="88" y="0"/>
                </a:lnTo>
                <a:lnTo>
                  <a:pt x="84" y="0"/>
                </a:lnTo>
                <a:lnTo>
                  <a:pt x="82" y="0"/>
                </a:lnTo>
                <a:lnTo>
                  <a:pt x="78" y="0"/>
                </a:lnTo>
                <a:lnTo>
                  <a:pt x="75" y="0"/>
                </a:lnTo>
                <a:lnTo>
                  <a:pt x="71" y="0"/>
                </a:lnTo>
                <a:lnTo>
                  <a:pt x="68" y="0"/>
                </a:lnTo>
                <a:lnTo>
                  <a:pt x="65" y="0"/>
                </a:lnTo>
                <a:lnTo>
                  <a:pt x="63" y="0"/>
                </a:lnTo>
                <a:lnTo>
                  <a:pt x="60" y="0"/>
                </a:lnTo>
                <a:lnTo>
                  <a:pt x="58" y="2"/>
                </a:lnTo>
                <a:lnTo>
                  <a:pt x="55" y="2"/>
                </a:lnTo>
                <a:lnTo>
                  <a:pt x="53" y="2"/>
                </a:lnTo>
                <a:lnTo>
                  <a:pt x="51" y="2"/>
                </a:lnTo>
                <a:lnTo>
                  <a:pt x="49" y="3"/>
                </a:lnTo>
                <a:lnTo>
                  <a:pt x="48" y="3"/>
                </a:lnTo>
                <a:lnTo>
                  <a:pt x="46" y="4"/>
                </a:lnTo>
                <a:lnTo>
                  <a:pt x="45" y="4"/>
                </a:lnTo>
                <a:lnTo>
                  <a:pt x="43" y="5"/>
                </a:lnTo>
                <a:lnTo>
                  <a:pt x="42" y="6"/>
                </a:lnTo>
                <a:lnTo>
                  <a:pt x="40" y="8"/>
                </a:lnTo>
                <a:lnTo>
                  <a:pt x="39" y="9"/>
                </a:lnTo>
                <a:lnTo>
                  <a:pt x="37" y="10"/>
                </a:lnTo>
                <a:lnTo>
                  <a:pt x="36" y="11"/>
                </a:lnTo>
                <a:lnTo>
                  <a:pt x="35" y="12"/>
                </a:lnTo>
                <a:lnTo>
                  <a:pt x="34" y="15"/>
                </a:lnTo>
                <a:lnTo>
                  <a:pt x="33" y="16"/>
                </a:lnTo>
                <a:lnTo>
                  <a:pt x="31" y="18"/>
                </a:lnTo>
                <a:lnTo>
                  <a:pt x="30" y="21"/>
                </a:lnTo>
                <a:lnTo>
                  <a:pt x="29" y="23"/>
                </a:lnTo>
                <a:lnTo>
                  <a:pt x="28" y="27"/>
                </a:lnTo>
                <a:lnTo>
                  <a:pt x="27" y="29"/>
                </a:lnTo>
                <a:lnTo>
                  <a:pt x="25" y="33"/>
                </a:lnTo>
                <a:lnTo>
                  <a:pt x="23" y="36"/>
                </a:lnTo>
                <a:lnTo>
                  <a:pt x="22" y="40"/>
                </a:lnTo>
                <a:lnTo>
                  <a:pt x="19" y="44"/>
                </a:lnTo>
                <a:lnTo>
                  <a:pt x="18" y="47"/>
                </a:lnTo>
                <a:lnTo>
                  <a:pt x="17" y="51"/>
                </a:lnTo>
                <a:lnTo>
                  <a:pt x="15" y="54"/>
                </a:lnTo>
                <a:lnTo>
                  <a:pt x="13" y="58"/>
                </a:lnTo>
                <a:lnTo>
                  <a:pt x="12" y="60"/>
                </a:lnTo>
                <a:lnTo>
                  <a:pt x="11" y="64"/>
                </a:lnTo>
                <a:lnTo>
                  <a:pt x="10" y="67"/>
                </a:lnTo>
                <a:lnTo>
                  <a:pt x="9" y="69"/>
                </a:lnTo>
                <a:lnTo>
                  <a:pt x="7" y="73"/>
                </a:lnTo>
                <a:lnTo>
                  <a:pt x="7" y="75"/>
                </a:lnTo>
                <a:lnTo>
                  <a:pt x="6" y="77"/>
                </a:lnTo>
                <a:lnTo>
                  <a:pt x="5" y="80"/>
                </a:lnTo>
                <a:lnTo>
                  <a:pt x="5" y="83"/>
                </a:lnTo>
                <a:lnTo>
                  <a:pt x="4" y="86"/>
                </a:lnTo>
                <a:lnTo>
                  <a:pt x="4" y="88"/>
                </a:lnTo>
                <a:lnTo>
                  <a:pt x="3" y="92"/>
                </a:lnTo>
                <a:lnTo>
                  <a:pt x="3" y="94"/>
                </a:lnTo>
                <a:lnTo>
                  <a:pt x="3" y="98"/>
                </a:lnTo>
                <a:lnTo>
                  <a:pt x="1" y="101"/>
                </a:lnTo>
                <a:lnTo>
                  <a:pt x="1" y="105"/>
                </a:lnTo>
                <a:lnTo>
                  <a:pt x="1" y="109"/>
                </a:lnTo>
                <a:lnTo>
                  <a:pt x="1" y="112"/>
                </a:lnTo>
                <a:lnTo>
                  <a:pt x="1" y="117"/>
                </a:lnTo>
                <a:lnTo>
                  <a:pt x="1" y="122"/>
                </a:lnTo>
                <a:lnTo>
                  <a:pt x="0" y="127"/>
                </a:lnTo>
                <a:lnTo>
                  <a:pt x="0" y="131"/>
                </a:lnTo>
                <a:lnTo>
                  <a:pt x="0" y="137"/>
                </a:lnTo>
                <a:lnTo>
                  <a:pt x="0" y="143"/>
                </a:lnTo>
                <a:lnTo>
                  <a:pt x="0" y="149"/>
                </a:lnTo>
                <a:lnTo>
                  <a:pt x="0" y="157"/>
                </a:lnTo>
                <a:lnTo>
                  <a:pt x="0" y="164"/>
                </a:lnTo>
                <a:lnTo>
                  <a:pt x="0" y="171"/>
                </a:lnTo>
                <a:lnTo>
                  <a:pt x="0" y="178"/>
                </a:lnTo>
                <a:lnTo>
                  <a:pt x="0" y="187"/>
                </a:lnTo>
                <a:lnTo>
                  <a:pt x="0" y="193"/>
                </a:lnTo>
                <a:lnTo>
                  <a:pt x="0" y="200"/>
                </a:lnTo>
                <a:lnTo>
                  <a:pt x="0" y="206"/>
                </a:lnTo>
                <a:lnTo>
                  <a:pt x="0" y="212"/>
                </a:lnTo>
                <a:lnTo>
                  <a:pt x="0" y="218"/>
                </a:lnTo>
                <a:lnTo>
                  <a:pt x="0" y="223"/>
                </a:lnTo>
                <a:lnTo>
                  <a:pt x="0" y="229"/>
                </a:lnTo>
                <a:lnTo>
                  <a:pt x="0" y="234"/>
                </a:lnTo>
                <a:lnTo>
                  <a:pt x="0" y="240"/>
                </a:lnTo>
                <a:lnTo>
                  <a:pt x="0" y="244"/>
                </a:lnTo>
                <a:lnTo>
                  <a:pt x="0" y="250"/>
                </a:lnTo>
                <a:lnTo>
                  <a:pt x="0" y="255"/>
                </a:lnTo>
                <a:lnTo>
                  <a:pt x="0" y="261"/>
                </a:lnTo>
                <a:lnTo>
                  <a:pt x="0" y="267"/>
                </a:lnTo>
                <a:lnTo>
                  <a:pt x="0" y="273"/>
                </a:lnTo>
                <a:lnTo>
                  <a:pt x="0" y="279"/>
                </a:lnTo>
                <a:lnTo>
                  <a:pt x="0" y="287"/>
                </a:lnTo>
                <a:lnTo>
                  <a:pt x="0" y="294"/>
                </a:lnTo>
                <a:lnTo>
                  <a:pt x="0" y="301"/>
                </a:lnTo>
                <a:lnTo>
                  <a:pt x="0" y="309"/>
                </a:lnTo>
                <a:lnTo>
                  <a:pt x="0" y="318"/>
                </a:lnTo>
                <a:lnTo>
                  <a:pt x="0" y="327"/>
                </a:lnTo>
                <a:lnTo>
                  <a:pt x="0" y="337"/>
                </a:lnTo>
                <a:lnTo>
                  <a:pt x="0" y="347"/>
                </a:lnTo>
                <a:lnTo>
                  <a:pt x="0" y="359"/>
                </a:lnTo>
                <a:lnTo>
                  <a:pt x="0" y="371"/>
                </a:lnTo>
                <a:lnTo>
                  <a:pt x="0" y="383"/>
                </a:lnTo>
                <a:lnTo>
                  <a:pt x="0" y="397"/>
                </a:lnTo>
                <a:lnTo>
                  <a:pt x="0" y="412"/>
                </a:lnTo>
                <a:lnTo>
                  <a:pt x="0" y="427"/>
                </a:lnTo>
                <a:lnTo>
                  <a:pt x="0" y="443"/>
                </a:lnTo>
                <a:lnTo>
                  <a:pt x="0" y="457"/>
                </a:lnTo>
                <a:lnTo>
                  <a:pt x="0" y="470"/>
                </a:lnTo>
                <a:lnTo>
                  <a:pt x="0" y="484"/>
                </a:lnTo>
                <a:lnTo>
                  <a:pt x="0" y="496"/>
                </a:lnTo>
                <a:lnTo>
                  <a:pt x="0" y="507"/>
                </a:lnTo>
                <a:lnTo>
                  <a:pt x="0" y="517"/>
                </a:lnTo>
                <a:lnTo>
                  <a:pt x="0" y="527"/>
                </a:lnTo>
                <a:lnTo>
                  <a:pt x="0" y="535"/>
                </a:lnTo>
                <a:lnTo>
                  <a:pt x="0" y="545"/>
                </a:lnTo>
                <a:lnTo>
                  <a:pt x="0" y="552"/>
                </a:lnTo>
                <a:lnTo>
                  <a:pt x="0" y="561"/>
                </a:lnTo>
                <a:lnTo>
                  <a:pt x="0" y="568"/>
                </a:lnTo>
                <a:lnTo>
                  <a:pt x="0" y="574"/>
                </a:lnTo>
                <a:lnTo>
                  <a:pt x="0" y="580"/>
                </a:lnTo>
                <a:lnTo>
                  <a:pt x="0" y="587"/>
                </a:lnTo>
                <a:lnTo>
                  <a:pt x="0" y="592"/>
                </a:lnTo>
                <a:lnTo>
                  <a:pt x="0" y="598"/>
                </a:lnTo>
                <a:lnTo>
                  <a:pt x="0" y="604"/>
                </a:lnTo>
                <a:lnTo>
                  <a:pt x="0" y="609"/>
                </a:lnTo>
                <a:lnTo>
                  <a:pt x="0" y="615"/>
                </a:lnTo>
                <a:lnTo>
                  <a:pt x="0" y="620"/>
                </a:lnTo>
                <a:lnTo>
                  <a:pt x="0" y="626"/>
                </a:lnTo>
                <a:lnTo>
                  <a:pt x="0" y="630"/>
                </a:lnTo>
                <a:lnTo>
                  <a:pt x="0" y="636"/>
                </a:lnTo>
                <a:lnTo>
                  <a:pt x="0" y="641"/>
                </a:lnTo>
                <a:lnTo>
                  <a:pt x="0" y="647"/>
                </a:lnTo>
                <a:lnTo>
                  <a:pt x="0" y="654"/>
                </a:lnTo>
                <a:lnTo>
                  <a:pt x="0" y="660"/>
                </a:lnTo>
                <a:lnTo>
                  <a:pt x="0" y="668"/>
                </a:lnTo>
                <a:lnTo>
                  <a:pt x="0" y="675"/>
                </a:lnTo>
                <a:lnTo>
                  <a:pt x="0" y="682"/>
                </a:lnTo>
                <a:lnTo>
                  <a:pt x="0" y="690"/>
                </a:lnTo>
                <a:lnTo>
                  <a:pt x="0" y="698"/>
                </a:lnTo>
                <a:lnTo>
                  <a:pt x="0" y="704"/>
                </a:lnTo>
                <a:lnTo>
                  <a:pt x="0" y="711"/>
                </a:lnTo>
                <a:lnTo>
                  <a:pt x="0" y="717"/>
                </a:lnTo>
                <a:lnTo>
                  <a:pt x="0" y="722"/>
                </a:lnTo>
                <a:lnTo>
                  <a:pt x="0" y="728"/>
                </a:lnTo>
                <a:lnTo>
                  <a:pt x="1" y="733"/>
                </a:lnTo>
                <a:lnTo>
                  <a:pt x="1" y="737"/>
                </a:lnTo>
                <a:lnTo>
                  <a:pt x="1" y="741"/>
                </a:lnTo>
                <a:lnTo>
                  <a:pt x="1" y="745"/>
                </a:lnTo>
                <a:lnTo>
                  <a:pt x="1" y="749"/>
                </a:lnTo>
                <a:lnTo>
                  <a:pt x="1" y="753"/>
                </a:lnTo>
                <a:lnTo>
                  <a:pt x="3" y="755"/>
                </a:lnTo>
                <a:lnTo>
                  <a:pt x="3" y="759"/>
                </a:lnTo>
                <a:lnTo>
                  <a:pt x="3" y="763"/>
                </a:lnTo>
                <a:lnTo>
                  <a:pt x="4" y="765"/>
                </a:lnTo>
                <a:lnTo>
                  <a:pt x="4" y="767"/>
                </a:lnTo>
                <a:lnTo>
                  <a:pt x="5" y="771"/>
                </a:lnTo>
                <a:lnTo>
                  <a:pt x="5" y="773"/>
                </a:lnTo>
                <a:lnTo>
                  <a:pt x="6" y="776"/>
                </a:lnTo>
                <a:lnTo>
                  <a:pt x="7" y="778"/>
                </a:lnTo>
                <a:lnTo>
                  <a:pt x="7" y="782"/>
                </a:lnTo>
                <a:lnTo>
                  <a:pt x="9" y="784"/>
                </a:lnTo>
                <a:lnTo>
                  <a:pt x="10" y="787"/>
                </a:lnTo>
                <a:lnTo>
                  <a:pt x="11" y="790"/>
                </a:lnTo>
                <a:lnTo>
                  <a:pt x="12" y="793"/>
                </a:lnTo>
                <a:lnTo>
                  <a:pt x="13" y="796"/>
                </a:lnTo>
                <a:lnTo>
                  <a:pt x="15" y="799"/>
                </a:lnTo>
                <a:lnTo>
                  <a:pt x="17" y="802"/>
                </a:lnTo>
                <a:lnTo>
                  <a:pt x="18" y="806"/>
                </a:lnTo>
                <a:lnTo>
                  <a:pt x="19" y="811"/>
                </a:lnTo>
                <a:lnTo>
                  <a:pt x="22" y="814"/>
                </a:lnTo>
                <a:lnTo>
                  <a:pt x="23" y="818"/>
                </a:lnTo>
                <a:lnTo>
                  <a:pt x="25" y="821"/>
                </a:lnTo>
                <a:lnTo>
                  <a:pt x="27" y="824"/>
                </a:lnTo>
                <a:lnTo>
                  <a:pt x="28" y="827"/>
                </a:lnTo>
                <a:lnTo>
                  <a:pt x="29" y="830"/>
                </a:lnTo>
                <a:lnTo>
                  <a:pt x="30" y="832"/>
                </a:lnTo>
                <a:lnTo>
                  <a:pt x="31" y="835"/>
                </a:lnTo>
                <a:lnTo>
                  <a:pt x="33" y="837"/>
                </a:lnTo>
                <a:lnTo>
                  <a:pt x="34" y="840"/>
                </a:lnTo>
                <a:lnTo>
                  <a:pt x="35" y="841"/>
                </a:lnTo>
                <a:lnTo>
                  <a:pt x="36" y="842"/>
                </a:lnTo>
                <a:lnTo>
                  <a:pt x="37" y="844"/>
                </a:lnTo>
                <a:lnTo>
                  <a:pt x="39" y="846"/>
                </a:lnTo>
                <a:lnTo>
                  <a:pt x="40" y="847"/>
                </a:lnTo>
                <a:lnTo>
                  <a:pt x="42" y="848"/>
                </a:lnTo>
                <a:lnTo>
                  <a:pt x="43" y="848"/>
                </a:lnTo>
                <a:lnTo>
                  <a:pt x="45" y="849"/>
                </a:lnTo>
                <a:lnTo>
                  <a:pt x="46" y="850"/>
                </a:lnTo>
                <a:lnTo>
                  <a:pt x="48" y="850"/>
                </a:lnTo>
                <a:lnTo>
                  <a:pt x="49" y="852"/>
                </a:lnTo>
                <a:lnTo>
                  <a:pt x="51" y="852"/>
                </a:lnTo>
                <a:lnTo>
                  <a:pt x="53" y="852"/>
                </a:lnTo>
                <a:lnTo>
                  <a:pt x="55" y="852"/>
                </a:lnTo>
                <a:lnTo>
                  <a:pt x="58" y="853"/>
                </a:lnTo>
                <a:lnTo>
                  <a:pt x="60" y="853"/>
                </a:lnTo>
                <a:lnTo>
                  <a:pt x="63" y="853"/>
                </a:lnTo>
                <a:lnTo>
                  <a:pt x="65" y="853"/>
                </a:lnTo>
                <a:lnTo>
                  <a:pt x="68" y="853"/>
                </a:lnTo>
                <a:lnTo>
                  <a:pt x="71" y="853"/>
                </a:lnTo>
                <a:lnTo>
                  <a:pt x="75" y="853"/>
                </a:lnTo>
                <a:lnTo>
                  <a:pt x="78" y="853"/>
                </a:lnTo>
                <a:lnTo>
                  <a:pt x="82" y="853"/>
                </a:lnTo>
                <a:lnTo>
                  <a:pt x="84" y="853"/>
                </a:lnTo>
                <a:lnTo>
                  <a:pt x="88" y="853"/>
                </a:lnTo>
                <a:lnTo>
                  <a:pt x="92" y="853"/>
                </a:lnTo>
                <a:lnTo>
                  <a:pt x="95" y="853"/>
                </a:lnTo>
                <a:lnTo>
                  <a:pt x="98" y="853"/>
                </a:lnTo>
                <a:lnTo>
                  <a:pt x="101" y="853"/>
                </a:lnTo>
                <a:lnTo>
                  <a:pt x="105" y="853"/>
                </a:lnTo>
                <a:lnTo>
                  <a:pt x="110" y="853"/>
                </a:lnTo>
                <a:lnTo>
                  <a:pt x="113" y="853"/>
                </a:lnTo>
                <a:lnTo>
                  <a:pt x="118" y="853"/>
                </a:lnTo>
                <a:lnTo>
                  <a:pt x="124" y="853"/>
                </a:lnTo>
                <a:lnTo>
                  <a:pt x="129" y="853"/>
                </a:lnTo>
                <a:lnTo>
                  <a:pt x="136" y="853"/>
                </a:lnTo>
                <a:lnTo>
                  <a:pt x="143" y="853"/>
                </a:lnTo>
                <a:lnTo>
                  <a:pt x="150" y="853"/>
                </a:lnTo>
                <a:lnTo>
                  <a:pt x="159" y="853"/>
                </a:lnTo>
                <a:lnTo>
                  <a:pt x="168" y="853"/>
                </a:lnTo>
                <a:lnTo>
                  <a:pt x="179" y="853"/>
                </a:lnTo>
                <a:lnTo>
                  <a:pt x="190" y="853"/>
                </a:lnTo>
                <a:lnTo>
                  <a:pt x="202" y="853"/>
                </a:lnTo>
                <a:lnTo>
                  <a:pt x="217" y="853"/>
                </a:lnTo>
                <a:lnTo>
                  <a:pt x="231" y="853"/>
                </a:lnTo>
                <a:lnTo>
                  <a:pt x="247" y="853"/>
                </a:lnTo>
                <a:lnTo>
                  <a:pt x="263" y="853"/>
                </a:lnTo>
                <a:lnTo>
                  <a:pt x="283" y="853"/>
                </a:lnTo>
                <a:lnTo>
                  <a:pt x="303" y="853"/>
                </a:lnTo>
                <a:lnTo>
                  <a:pt x="325" y="853"/>
                </a:lnTo>
                <a:lnTo>
                  <a:pt x="348" y="853"/>
                </a:lnTo>
                <a:lnTo>
                  <a:pt x="372" y="853"/>
                </a:lnTo>
                <a:lnTo>
                  <a:pt x="398" y="853"/>
                </a:lnTo>
                <a:lnTo>
                  <a:pt x="427" y="853"/>
                </a:lnTo>
                <a:lnTo>
                  <a:pt x="455" y="853"/>
                </a:lnTo>
                <a:lnTo>
                  <a:pt x="481" y="853"/>
                </a:lnTo>
                <a:lnTo>
                  <a:pt x="506" y="853"/>
                </a:lnTo>
                <a:lnTo>
                  <a:pt x="529" y="853"/>
                </a:lnTo>
                <a:lnTo>
                  <a:pt x="551" y="853"/>
                </a:lnTo>
                <a:lnTo>
                  <a:pt x="570" y="853"/>
                </a:lnTo>
                <a:lnTo>
                  <a:pt x="589" y="853"/>
                </a:lnTo>
                <a:lnTo>
                  <a:pt x="606" y="853"/>
                </a:lnTo>
                <a:lnTo>
                  <a:pt x="622" y="853"/>
                </a:lnTo>
                <a:lnTo>
                  <a:pt x="637" y="853"/>
                </a:lnTo>
                <a:lnTo>
                  <a:pt x="651" y="853"/>
                </a:lnTo>
                <a:lnTo>
                  <a:pt x="663" y="853"/>
                </a:lnTo>
                <a:lnTo>
                  <a:pt x="675" y="853"/>
                </a:lnTo>
                <a:lnTo>
                  <a:pt x="684" y="853"/>
                </a:lnTo>
                <a:lnTo>
                  <a:pt x="694" y="853"/>
                </a:lnTo>
                <a:lnTo>
                  <a:pt x="702" y="853"/>
                </a:lnTo>
                <a:lnTo>
                  <a:pt x="711" y="853"/>
                </a:lnTo>
                <a:lnTo>
                  <a:pt x="717" y="853"/>
                </a:lnTo>
                <a:lnTo>
                  <a:pt x="724" y="853"/>
                </a:lnTo>
                <a:lnTo>
                  <a:pt x="730" y="853"/>
                </a:lnTo>
                <a:lnTo>
                  <a:pt x="735" y="853"/>
                </a:lnTo>
                <a:lnTo>
                  <a:pt x="740" y="853"/>
                </a:lnTo>
                <a:lnTo>
                  <a:pt x="744" y="853"/>
                </a:lnTo>
                <a:lnTo>
                  <a:pt x="748" y="853"/>
                </a:lnTo>
                <a:lnTo>
                  <a:pt x="752" y="853"/>
                </a:lnTo>
                <a:lnTo>
                  <a:pt x="755" y="853"/>
                </a:lnTo>
                <a:lnTo>
                  <a:pt x="759" y="853"/>
                </a:lnTo>
                <a:lnTo>
                  <a:pt x="761" y="853"/>
                </a:lnTo>
                <a:lnTo>
                  <a:pt x="765" y="853"/>
                </a:lnTo>
                <a:lnTo>
                  <a:pt x="768" y="853"/>
                </a:lnTo>
                <a:lnTo>
                  <a:pt x="772" y="853"/>
                </a:lnTo>
                <a:lnTo>
                  <a:pt x="774" y="853"/>
                </a:lnTo>
                <a:lnTo>
                  <a:pt x="778" y="853"/>
                </a:lnTo>
                <a:lnTo>
                  <a:pt x="782" y="853"/>
                </a:lnTo>
                <a:lnTo>
                  <a:pt x="785" y="853"/>
                </a:lnTo>
                <a:lnTo>
                  <a:pt x="788" y="853"/>
                </a:lnTo>
                <a:lnTo>
                  <a:pt x="790" y="853"/>
                </a:lnTo>
                <a:lnTo>
                  <a:pt x="794" y="853"/>
                </a:lnTo>
                <a:lnTo>
                  <a:pt x="795" y="853"/>
                </a:lnTo>
                <a:lnTo>
                  <a:pt x="797" y="852"/>
                </a:lnTo>
                <a:lnTo>
                  <a:pt x="800" y="852"/>
                </a:lnTo>
                <a:lnTo>
                  <a:pt x="802" y="852"/>
                </a:lnTo>
                <a:lnTo>
                  <a:pt x="803" y="852"/>
                </a:lnTo>
                <a:lnTo>
                  <a:pt x="806" y="850"/>
                </a:lnTo>
                <a:lnTo>
                  <a:pt x="807" y="850"/>
                </a:lnTo>
                <a:lnTo>
                  <a:pt x="808" y="849"/>
                </a:lnTo>
                <a:lnTo>
                  <a:pt x="810" y="848"/>
                </a:lnTo>
                <a:lnTo>
                  <a:pt x="812" y="848"/>
                </a:lnTo>
                <a:lnTo>
                  <a:pt x="813" y="847"/>
                </a:lnTo>
                <a:lnTo>
                  <a:pt x="814" y="846"/>
                </a:lnTo>
                <a:lnTo>
                  <a:pt x="815" y="844"/>
                </a:lnTo>
                <a:lnTo>
                  <a:pt x="816" y="842"/>
                </a:lnTo>
                <a:lnTo>
                  <a:pt x="818" y="841"/>
                </a:lnTo>
                <a:lnTo>
                  <a:pt x="819" y="840"/>
                </a:lnTo>
                <a:lnTo>
                  <a:pt x="820" y="837"/>
                </a:lnTo>
                <a:lnTo>
                  <a:pt x="821" y="835"/>
                </a:lnTo>
                <a:lnTo>
                  <a:pt x="822" y="832"/>
                </a:lnTo>
                <a:lnTo>
                  <a:pt x="824" y="830"/>
                </a:lnTo>
                <a:lnTo>
                  <a:pt x="825" y="827"/>
                </a:lnTo>
                <a:lnTo>
                  <a:pt x="826" y="824"/>
                </a:lnTo>
                <a:lnTo>
                  <a:pt x="828" y="821"/>
                </a:lnTo>
                <a:lnTo>
                  <a:pt x="830" y="818"/>
                </a:lnTo>
                <a:lnTo>
                  <a:pt x="831" y="814"/>
                </a:lnTo>
                <a:lnTo>
                  <a:pt x="833" y="811"/>
                </a:lnTo>
                <a:lnTo>
                  <a:pt x="835" y="806"/>
                </a:lnTo>
                <a:lnTo>
                  <a:pt x="837" y="802"/>
                </a:lnTo>
                <a:lnTo>
                  <a:pt x="838" y="799"/>
                </a:lnTo>
                <a:lnTo>
                  <a:pt x="839" y="796"/>
                </a:lnTo>
                <a:lnTo>
                  <a:pt x="841" y="793"/>
                </a:lnTo>
                <a:lnTo>
                  <a:pt x="842" y="790"/>
                </a:lnTo>
                <a:lnTo>
                  <a:pt x="843" y="787"/>
                </a:lnTo>
                <a:lnTo>
                  <a:pt x="844" y="784"/>
                </a:lnTo>
                <a:lnTo>
                  <a:pt x="845" y="782"/>
                </a:lnTo>
                <a:lnTo>
                  <a:pt x="847" y="778"/>
                </a:lnTo>
                <a:lnTo>
                  <a:pt x="847" y="776"/>
                </a:lnTo>
                <a:lnTo>
                  <a:pt x="848" y="773"/>
                </a:lnTo>
                <a:lnTo>
                  <a:pt x="849" y="771"/>
                </a:lnTo>
                <a:lnTo>
                  <a:pt x="849" y="767"/>
                </a:lnTo>
                <a:lnTo>
                  <a:pt x="849" y="765"/>
                </a:lnTo>
                <a:lnTo>
                  <a:pt x="850" y="763"/>
                </a:lnTo>
                <a:lnTo>
                  <a:pt x="850" y="759"/>
                </a:lnTo>
                <a:lnTo>
                  <a:pt x="851" y="755"/>
                </a:lnTo>
                <a:lnTo>
                  <a:pt x="851" y="753"/>
                </a:lnTo>
                <a:lnTo>
                  <a:pt x="851" y="749"/>
                </a:lnTo>
                <a:lnTo>
                  <a:pt x="851" y="745"/>
                </a:lnTo>
                <a:lnTo>
                  <a:pt x="851" y="741"/>
                </a:lnTo>
                <a:lnTo>
                  <a:pt x="853" y="737"/>
                </a:lnTo>
                <a:lnTo>
                  <a:pt x="853" y="733"/>
                </a:lnTo>
                <a:lnTo>
                  <a:pt x="853" y="728"/>
                </a:lnTo>
                <a:lnTo>
                  <a:pt x="853" y="722"/>
                </a:lnTo>
                <a:lnTo>
                  <a:pt x="853" y="717"/>
                </a:lnTo>
                <a:lnTo>
                  <a:pt x="853" y="711"/>
                </a:lnTo>
                <a:lnTo>
                  <a:pt x="853" y="704"/>
                </a:lnTo>
                <a:lnTo>
                  <a:pt x="853" y="698"/>
                </a:lnTo>
                <a:lnTo>
                  <a:pt x="853" y="690"/>
                </a:lnTo>
                <a:lnTo>
                  <a:pt x="853" y="682"/>
                </a:lnTo>
                <a:lnTo>
                  <a:pt x="853" y="675"/>
                </a:lnTo>
                <a:lnTo>
                  <a:pt x="853" y="668"/>
                </a:lnTo>
                <a:lnTo>
                  <a:pt x="853" y="660"/>
                </a:lnTo>
                <a:lnTo>
                  <a:pt x="853" y="654"/>
                </a:lnTo>
                <a:lnTo>
                  <a:pt x="853" y="647"/>
                </a:lnTo>
                <a:lnTo>
                  <a:pt x="853" y="641"/>
                </a:lnTo>
                <a:lnTo>
                  <a:pt x="853" y="636"/>
                </a:lnTo>
                <a:lnTo>
                  <a:pt x="853" y="630"/>
                </a:lnTo>
                <a:lnTo>
                  <a:pt x="853" y="626"/>
                </a:lnTo>
                <a:lnTo>
                  <a:pt x="853" y="620"/>
                </a:lnTo>
                <a:lnTo>
                  <a:pt x="853" y="615"/>
                </a:lnTo>
                <a:lnTo>
                  <a:pt x="853" y="609"/>
                </a:lnTo>
                <a:lnTo>
                  <a:pt x="853" y="604"/>
                </a:lnTo>
                <a:lnTo>
                  <a:pt x="853" y="598"/>
                </a:lnTo>
                <a:lnTo>
                  <a:pt x="853" y="592"/>
                </a:lnTo>
                <a:lnTo>
                  <a:pt x="853" y="587"/>
                </a:lnTo>
                <a:lnTo>
                  <a:pt x="853" y="580"/>
                </a:lnTo>
                <a:lnTo>
                  <a:pt x="853" y="574"/>
                </a:lnTo>
                <a:lnTo>
                  <a:pt x="853" y="568"/>
                </a:lnTo>
                <a:lnTo>
                  <a:pt x="853" y="561"/>
                </a:lnTo>
                <a:lnTo>
                  <a:pt x="853" y="552"/>
                </a:lnTo>
                <a:lnTo>
                  <a:pt x="853" y="545"/>
                </a:lnTo>
                <a:lnTo>
                  <a:pt x="853" y="535"/>
                </a:lnTo>
                <a:lnTo>
                  <a:pt x="853" y="527"/>
                </a:lnTo>
                <a:lnTo>
                  <a:pt x="853" y="517"/>
                </a:lnTo>
                <a:lnTo>
                  <a:pt x="853" y="507"/>
                </a:lnTo>
                <a:lnTo>
                  <a:pt x="853" y="496"/>
                </a:lnTo>
                <a:lnTo>
                  <a:pt x="853" y="484"/>
                </a:lnTo>
                <a:lnTo>
                  <a:pt x="853" y="470"/>
                </a:lnTo>
                <a:lnTo>
                  <a:pt x="853" y="457"/>
                </a:lnTo>
                <a:lnTo>
                  <a:pt x="853" y="443"/>
                </a:lnTo>
                <a:lnTo>
                  <a:pt x="853" y="427"/>
                </a:lnTo>
                <a:lnTo>
                  <a:pt x="853" y="412"/>
                </a:lnTo>
                <a:lnTo>
                  <a:pt x="853" y="397"/>
                </a:lnTo>
                <a:lnTo>
                  <a:pt x="853" y="383"/>
                </a:lnTo>
                <a:lnTo>
                  <a:pt x="853" y="371"/>
                </a:lnTo>
                <a:lnTo>
                  <a:pt x="853" y="359"/>
                </a:lnTo>
                <a:lnTo>
                  <a:pt x="853" y="347"/>
                </a:lnTo>
                <a:lnTo>
                  <a:pt x="853" y="337"/>
                </a:lnTo>
                <a:lnTo>
                  <a:pt x="853" y="327"/>
                </a:lnTo>
                <a:lnTo>
                  <a:pt x="853" y="318"/>
                </a:lnTo>
                <a:lnTo>
                  <a:pt x="853" y="309"/>
                </a:lnTo>
                <a:lnTo>
                  <a:pt x="853" y="301"/>
                </a:lnTo>
                <a:lnTo>
                  <a:pt x="853" y="294"/>
                </a:lnTo>
                <a:lnTo>
                  <a:pt x="853" y="287"/>
                </a:lnTo>
                <a:lnTo>
                  <a:pt x="853" y="279"/>
                </a:lnTo>
                <a:lnTo>
                  <a:pt x="853" y="273"/>
                </a:lnTo>
                <a:lnTo>
                  <a:pt x="853" y="267"/>
                </a:lnTo>
                <a:lnTo>
                  <a:pt x="853" y="261"/>
                </a:lnTo>
                <a:lnTo>
                  <a:pt x="853" y="255"/>
                </a:lnTo>
                <a:lnTo>
                  <a:pt x="853" y="250"/>
                </a:lnTo>
                <a:lnTo>
                  <a:pt x="853" y="244"/>
                </a:lnTo>
                <a:lnTo>
                  <a:pt x="853" y="240"/>
                </a:lnTo>
                <a:lnTo>
                  <a:pt x="853" y="234"/>
                </a:lnTo>
                <a:lnTo>
                  <a:pt x="853" y="229"/>
                </a:lnTo>
                <a:lnTo>
                  <a:pt x="853" y="223"/>
                </a:lnTo>
                <a:lnTo>
                  <a:pt x="853" y="218"/>
                </a:lnTo>
                <a:lnTo>
                  <a:pt x="853" y="212"/>
                </a:lnTo>
                <a:lnTo>
                  <a:pt x="853" y="206"/>
                </a:lnTo>
                <a:lnTo>
                  <a:pt x="853" y="200"/>
                </a:lnTo>
                <a:lnTo>
                  <a:pt x="853" y="193"/>
                </a:lnTo>
                <a:lnTo>
                  <a:pt x="853" y="187"/>
                </a:lnTo>
                <a:lnTo>
                  <a:pt x="853" y="178"/>
                </a:lnTo>
                <a:lnTo>
                  <a:pt x="853" y="171"/>
                </a:lnTo>
                <a:lnTo>
                  <a:pt x="853" y="164"/>
                </a:lnTo>
                <a:lnTo>
                  <a:pt x="853" y="157"/>
                </a:lnTo>
                <a:lnTo>
                  <a:pt x="853" y="149"/>
                </a:lnTo>
                <a:lnTo>
                  <a:pt x="853" y="143"/>
                </a:lnTo>
                <a:lnTo>
                  <a:pt x="853" y="137"/>
                </a:lnTo>
                <a:lnTo>
                  <a:pt x="853" y="131"/>
                </a:lnTo>
                <a:lnTo>
                  <a:pt x="853" y="127"/>
                </a:lnTo>
                <a:lnTo>
                  <a:pt x="853" y="122"/>
                </a:lnTo>
                <a:lnTo>
                  <a:pt x="853" y="117"/>
                </a:lnTo>
                <a:lnTo>
                  <a:pt x="851" y="112"/>
                </a:lnTo>
                <a:lnTo>
                  <a:pt x="851" y="109"/>
                </a:lnTo>
                <a:lnTo>
                  <a:pt x="851" y="105"/>
                </a:lnTo>
                <a:lnTo>
                  <a:pt x="851" y="101"/>
                </a:lnTo>
                <a:lnTo>
                  <a:pt x="851" y="98"/>
                </a:lnTo>
                <a:lnTo>
                  <a:pt x="850" y="94"/>
                </a:lnTo>
                <a:lnTo>
                  <a:pt x="850" y="92"/>
                </a:lnTo>
                <a:lnTo>
                  <a:pt x="849" y="88"/>
                </a:lnTo>
                <a:lnTo>
                  <a:pt x="849" y="86"/>
                </a:lnTo>
                <a:lnTo>
                  <a:pt x="849" y="83"/>
                </a:lnTo>
                <a:lnTo>
                  <a:pt x="848" y="80"/>
                </a:lnTo>
                <a:lnTo>
                  <a:pt x="847" y="77"/>
                </a:lnTo>
                <a:lnTo>
                  <a:pt x="847" y="75"/>
                </a:lnTo>
                <a:lnTo>
                  <a:pt x="845" y="73"/>
                </a:lnTo>
                <a:lnTo>
                  <a:pt x="844" y="69"/>
                </a:lnTo>
                <a:lnTo>
                  <a:pt x="843" y="67"/>
                </a:lnTo>
                <a:lnTo>
                  <a:pt x="842" y="64"/>
                </a:lnTo>
                <a:lnTo>
                  <a:pt x="841" y="60"/>
                </a:lnTo>
                <a:lnTo>
                  <a:pt x="839" y="58"/>
                </a:lnTo>
                <a:lnTo>
                  <a:pt x="838" y="54"/>
                </a:lnTo>
                <a:lnTo>
                  <a:pt x="837" y="51"/>
                </a:lnTo>
                <a:lnTo>
                  <a:pt x="835" y="47"/>
                </a:lnTo>
                <a:lnTo>
                  <a:pt x="833" y="44"/>
                </a:lnTo>
                <a:lnTo>
                  <a:pt x="831" y="40"/>
                </a:lnTo>
                <a:lnTo>
                  <a:pt x="830" y="36"/>
                </a:lnTo>
                <a:lnTo>
                  <a:pt x="828" y="33"/>
                </a:lnTo>
                <a:lnTo>
                  <a:pt x="826" y="29"/>
                </a:lnTo>
                <a:lnTo>
                  <a:pt x="825" y="27"/>
                </a:lnTo>
                <a:lnTo>
                  <a:pt x="824" y="23"/>
                </a:lnTo>
                <a:lnTo>
                  <a:pt x="822" y="21"/>
                </a:lnTo>
                <a:lnTo>
                  <a:pt x="821" y="18"/>
                </a:lnTo>
                <a:lnTo>
                  <a:pt x="820" y="16"/>
                </a:lnTo>
                <a:lnTo>
                  <a:pt x="819" y="15"/>
                </a:lnTo>
                <a:lnTo>
                  <a:pt x="818" y="12"/>
                </a:lnTo>
                <a:lnTo>
                  <a:pt x="816" y="11"/>
                </a:lnTo>
                <a:lnTo>
                  <a:pt x="815" y="10"/>
                </a:lnTo>
                <a:lnTo>
                  <a:pt x="814" y="9"/>
                </a:lnTo>
                <a:lnTo>
                  <a:pt x="813" y="8"/>
                </a:lnTo>
                <a:lnTo>
                  <a:pt x="812" y="6"/>
                </a:lnTo>
                <a:lnTo>
                  <a:pt x="810" y="5"/>
                </a:lnTo>
                <a:lnTo>
                  <a:pt x="808" y="4"/>
                </a:lnTo>
                <a:lnTo>
                  <a:pt x="807" y="4"/>
                </a:lnTo>
                <a:lnTo>
                  <a:pt x="806" y="3"/>
                </a:lnTo>
                <a:lnTo>
                  <a:pt x="803" y="3"/>
                </a:lnTo>
                <a:lnTo>
                  <a:pt x="802" y="2"/>
                </a:lnTo>
                <a:lnTo>
                  <a:pt x="800" y="2"/>
                </a:lnTo>
                <a:lnTo>
                  <a:pt x="797" y="2"/>
                </a:lnTo>
                <a:lnTo>
                  <a:pt x="795" y="2"/>
                </a:lnTo>
                <a:lnTo>
                  <a:pt x="794" y="0"/>
                </a:lnTo>
                <a:lnTo>
                  <a:pt x="790" y="0"/>
                </a:lnTo>
                <a:lnTo>
                  <a:pt x="788" y="0"/>
                </a:lnTo>
                <a:lnTo>
                  <a:pt x="785" y="0"/>
                </a:lnTo>
                <a:lnTo>
                  <a:pt x="782" y="0"/>
                </a:lnTo>
                <a:lnTo>
                  <a:pt x="778" y="0"/>
                </a:lnTo>
                <a:lnTo>
                  <a:pt x="774" y="0"/>
                </a:lnTo>
                <a:lnTo>
                  <a:pt x="772" y="0"/>
                </a:lnTo>
                <a:lnTo>
                  <a:pt x="768" y="0"/>
                </a:lnTo>
                <a:lnTo>
                  <a:pt x="765" y="0"/>
                </a:lnTo>
                <a:lnTo>
                  <a:pt x="761" y="0"/>
                </a:lnTo>
                <a:lnTo>
                  <a:pt x="759" y="0"/>
                </a:lnTo>
                <a:lnTo>
                  <a:pt x="755" y="0"/>
                </a:lnTo>
                <a:lnTo>
                  <a:pt x="752" y="0"/>
                </a:lnTo>
                <a:lnTo>
                  <a:pt x="748" y="0"/>
                </a:lnTo>
                <a:lnTo>
                  <a:pt x="744" y="0"/>
                </a:lnTo>
                <a:lnTo>
                  <a:pt x="740" y="0"/>
                </a:lnTo>
                <a:lnTo>
                  <a:pt x="735" y="0"/>
                </a:lnTo>
                <a:lnTo>
                  <a:pt x="730" y="0"/>
                </a:lnTo>
                <a:lnTo>
                  <a:pt x="724" y="0"/>
                </a:lnTo>
                <a:lnTo>
                  <a:pt x="717" y="0"/>
                </a:lnTo>
                <a:lnTo>
                  <a:pt x="711" y="0"/>
                </a:lnTo>
                <a:lnTo>
                  <a:pt x="702" y="0"/>
                </a:lnTo>
                <a:lnTo>
                  <a:pt x="694" y="0"/>
                </a:lnTo>
                <a:lnTo>
                  <a:pt x="684" y="0"/>
                </a:lnTo>
                <a:lnTo>
                  <a:pt x="675" y="0"/>
                </a:lnTo>
                <a:lnTo>
                  <a:pt x="663" y="0"/>
                </a:lnTo>
                <a:lnTo>
                  <a:pt x="651" y="0"/>
                </a:lnTo>
                <a:lnTo>
                  <a:pt x="637" y="0"/>
                </a:lnTo>
                <a:lnTo>
                  <a:pt x="622" y="0"/>
                </a:lnTo>
                <a:lnTo>
                  <a:pt x="606" y="0"/>
                </a:lnTo>
                <a:lnTo>
                  <a:pt x="589" y="0"/>
                </a:lnTo>
                <a:lnTo>
                  <a:pt x="570" y="0"/>
                </a:lnTo>
                <a:lnTo>
                  <a:pt x="551" y="0"/>
                </a:lnTo>
                <a:lnTo>
                  <a:pt x="529" y="0"/>
                </a:lnTo>
                <a:lnTo>
                  <a:pt x="506" y="0"/>
                </a:lnTo>
                <a:lnTo>
                  <a:pt x="481" y="0"/>
                </a:lnTo>
                <a:lnTo>
                  <a:pt x="455" y="0"/>
                </a:lnTo>
                <a:lnTo>
                  <a:pt x="427" y="0"/>
                </a:lnTo>
                <a:close/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66" name="Rectangle 91"/>
          <p:cNvSpPr>
            <a:spLocks noChangeArrowheads="1"/>
          </p:cNvSpPr>
          <p:nvPr/>
        </p:nvSpPr>
        <p:spPr bwMode="auto">
          <a:xfrm>
            <a:off x="5673797" y="5488659"/>
            <a:ext cx="1167270" cy="116727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67" name="Line 92"/>
          <p:cNvSpPr>
            <a:spLocks noChangeShapeType="1"/>
          </p:cNvSpPr>
          <p:nvPr/>
        </p:nvSpPr>
        <p:spPr bwMode="auto">
          <a:xfrm flipH="1">
            <a:off x="5673797" y="6057619"/>
            <a:ext cx="1167270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68" name="Line 93"/>
          <p:cNvSpPr>
            <a:spLocks noChangeShapeType="1"/>
          </p:cNvSpPr>
          <p:nvPr/>
        </p:nvSpPr>
        <p:spPr bwMode="auto">
          <a:xfrm flipV="1">
            <a:off x="6272107" y="5488659"/>
            <a:ext cx="2258" cy="116727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69" name="Line 94"/>
          <p:cNvSpPr>
            <a:spLocks noChangeShapeType="1"/>
          </p:cNvSpPr>
          <p:nvPr/>
        </p:nvSpPr>
        <p:spPr bwMode="auto">
          <a:xfrm>
            <a:off x="5104836" y="4917440"/>
            <a:ext cx="568960" cy="57121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70" name="Rectangle 95"/>
          <p:cNvSpPr>
            <a:spLocks noChangeArrowheads="1"/>
          </p:cNvSpPr>
          <p:nvPr/>
        </p:nvSpPr>
        <p:spPr bwMode="auto">
          <a:xfrm>
            <a:off x="6841067" y="5488659"/>
            <a:ext cx="1167272" cy="116727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71" name="Line 96"/>
          <p:cNvSpPr>
            <a:spLocks noChangeShapeType="1"/>
          </p:cNvSpPr>
          <p:nvPr/>
        </p:nvSpPr>
        <p:spPr bwMode="auto">
          <a:xfrm flipH="1">
            <a:off x="6841067" y="6057619"/>
            <a:ext cx="1167272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72" name="Line 97"/>
          <p:cNvSpPr>
            <a:spLocks noChangeShapeType="1"/>
          </p:cNvSpPr>
          <p:nvPr/>
        </p:nvSpPr>
        <p:spPr bwMode="auto">
          <a:xfrm flipV="1">
            <a:off x="7412286" y="5488659"/>
            <a:ext cx="2257" cy="116727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73" name="Rectangle 98"/>
          <p:cNvSpPr>
            <a:spLocks noChangeArrowheads="1"/>
          </p:cNvSpPr>
          <p:nvPr/>
        </p:nvSpPr>
        <p:spPr bwMode="auto">
          <a:xfrm>
            <a:off x="7763878" y="86473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674" name="Rectangle 99"/>
          <p:cNvSpPr>
            <a:spLocks noChangeArrowheads="1"/>
          </p:cNvSpPr>
          <p:nvPr/>
        </p:nvSpPr>
        <p:spPr bwMode="auto">
          <a:xfrm>
            <a:off x="5888987" y="5170311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675" name="Rectangle 100"/>
          <p:cNvSpPr>
            <a:spLocks noChangeArrowheads="1"/>
          </p:cNvSpPr>
          <p:nvPr/>
        </p:nvSpPr>
        <p:spPr bwMode="auto">
          <a:xfrm>
            <a:off x="6464720" y="5170311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676" name="Rectangle 101"/>
          <p:cNvSpPr>
            <a:spLocks noChangeArrowheads="1"/>
          </p:cNvSpPr>
          <p:nvPr/>
        </p:nvSpPr>
        <p:spPr bwMode="auto">
          <a:xfrm>
            <a:off x="7042712" y="5170311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677" name="Rectangle 102"/>
          <p:cNvSpPr>
            <a:spLocks noChangeArrowheads="1"/>
          </p:cNvSpPr>
          <p:nvPr/>
        </p:nvSpPr>
        <p:spPr bwMode="auto">
          <a:xfrm>
            <a:off x="7620703" y="5170311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678" name="Rectangle 103"/>
          <p:cNvSpPr>
            <a:spLocks noChangeArrowheads="1"/>
          </p:cNvSpPr>
          <p:nvPr/>
        </p:nvSpPr>
        <p:spPr bwMode="auto">
          <a:xfrm>
            <a:off x="5358409" y="5651218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sz="3413"/>
          </a:p>
        </p:txBody>
      </p:sp>
      <p:sp>
        <p:nvSpPr>
          <p:cNvPr id="24679" name="Rectangle 104"/>
          <p:cNvSpPr>
            <a:spLocks noChangeArrowheads="1"/>
          </p:cNvSpPr>
          <p:nvPr/>
        </p:nvSpPr>
        <p:spPr bwMode="auto">
          <a:xfrm>
            <a:off x="5344863" y="6226951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sz="3413"/>
          </a:p>
        </p:txBody>
      </p:sp>
      <p:sp>
        <p:nvSpPr>
          <p:cNvPr id="24680" name="Rectangle 105"/>
          <p:cNvSpPr>
            <a:spLocks noChangeArrowheads="1"/>
          </p:cNvSpPr>
          <p:nvPr/>
        </p:nvSpPr>
        <p:spPr bwMode="auto">
          <a:xfrm>
            <a:off x="6536911" y="566250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81" name="Rectangle 106"/>
          <p:cNvSpPr>
            <a:spLocks noChangeArrowheads="1"/>
          </p:cNvSpPr>
          <p:nvPr/>
        </p:nvSpPr>
        <p:spPr bwMode="auto">
          <a:xfrm>
            <a:off x="5954405" y="6238240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82" name="Rectangle 107"/>
          <p:cNvSpPr>
            <a:spLocks noChangeArrowheads="1"/>
          </p:cNvSpPr>
          <p:nvPr/>
        </p:nvSpPr>
        <p:spPr bwMode="auto">
          <a:xfrm>
            <a:off x="6536911" y="6238240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83" name="Rectangle 108"/>
          <p:cNvSpPr>
            <a:spLocks noChangeArrowheads="1"/>
          </p:cNvSpPr>
          <p:nvPr/>
        </p:nvSpPr>
        <p:spPr bwMode="auto">
          <a:xfrm>
            <a:off x="7117161" y="566250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84" name="Rectangle 109"/>
          <p:cNvSpPr>
            <a:spLocks noChangeArrowheads="1"/>
          </p:cNvSpPr>
          <p:nvPr/>
        </p:nvSpPr>
        <p:spPr bwMode="auto">
          <a:xfrm>
            <a:off x="7117161" y="6238240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85" name="Rectangle 110"/>
          <p:cNvSpPr>
            <a:spLocks noChangeArrowheads="1"/>
          </p:cNvSpPr>
          <p:nvPr/>
        </p:nvSpPr>
        <p:spPr bwMode="auto">
          <a:xfrm>
            <a:off x="7679347" y="566250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86" name="Rectangle 111"/>
          <p:cNvSpPr>
            <a:spLocks noChangeArrowheads="1"/>
          </p:cNvSpPr>
          <p:nvPr/>
        </p:nvSpPr>
        <p:spPr bwMode="auto">
          <a:xfrm>
            <a:off x="7679347" y="6238240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87" name="Rectangle 112"/>
          <p:cNvSpPr>
            <a:spLocks noChangeArrowheads="1"/>
          </p:cNvSpPr>
          <p:nvPr/>
        </p:nvSpPr>
        <p:spPr bwMode="auto">
          <a:xfrm>
            <a:off x="5673797" y="6655929"/>
            <a:ext cx="1167270" cy="1140178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88" name="Line 113"/>
          <p:cNvSpPr>
            <a:spLocks noChangeShapeType="1"/>
          </p:cNvSpPr>
          <p:nvPr/>
        </p:nvSpPr>
        <p:spPr bwMode="auto">
          <a:xfrm flipH="1">
            <a:off x="5673797" y="7224889"/>
            <a:ext cx="1167270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89" name="Line 114"/>
          <p:cNvSpPr>
            <a:spLocks noChangeShapeType="1"/>
          </p:cNvSpPr>
          <p:nvPr/>
        </p:nvSpPr>
        <p:spPr bwMode="auto">
          <a:xfrm flipV="1">
            <a:off x="6272107" y="6655929"/>
            <a:ext cx="2258" cy="114017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90" name="Rectangle 115"/>
          <p:cNvSpPr>
            <a:spLocks noChangeArrowheads="1"/>
          </p:cNvSpPr>
          <p:nvPr/>
        </p:nvSpPr>
        <p:spPr bwMode="auto">
          <a:xfrm>
            <a:off x="6841067" y="6655929"/>
            <a:ext cx="1167272" cy="1140178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413"/>
          </a:p>
        </p:txBody>
      </p:sp>
      <p:sp>
        <p:nvSpPr>
          <p:cNvPr id="24691" name="Line 116"/>
          <p:cNvSpPr>
            <a:spLocks noChangeShapeType="1"/>
          </p:cNvSpPr>
          <p:nvPr/>
        </p:nvSpPr>
        <p:spPr bwMode="auto">
          <a:xfrm flipH="1">
            <a:off x="6841067" y="7224889"/>
            <a:ext cx="1167272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92" name="Line 117"/>
          <p:cNvSpPr>
            <a:spLocks noChangeShapeType="1"/>
          </p:cNvSpPr>
          <p:nvPr/>
        </p:nvSpPr>
        <p:spPr bwMode="auto">
          <a:xfrm flipV="1">
            <a:off x="7412286" y="6655929"/>
            <a:ext cx="2257" cy="114017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693" name="Rectangle 118"/>
          <p:cNvSpPr>
            <a:spLocks noChangeArrowheads="1"/>
          </p:cNvSpPr>
          <p:nvPr/>
        </p:nvSpPr>
        <p:spPr bwMode="auto">
          <a:xfrm>
            <a:off x="5954405" y="5662506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94" name="Rectangle 119"/>
          <p:cNvSpPr>
            <a:spLocks noChangeArrowheads="1"/>
          </p:cNvSpPr>
          <p:nvPr/>
        </p:nvSpPr>
        <p:spPr bwMode="auto">
          <a:xfrm>
            <a:off x="6536911" y="681623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95" name="Rectangle 120"/>
          <p:cNvSpPr>
            <a:spLocks noChangeArrowheads="1"/>
          </p:cNvSpPr>
          <p:nvPr/>
        </p:nvSpPr>
        <p:spPr bwMode="auto">
          <a:xfrm>
            <a:off x="5954405" y="7391964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96" name="Rectangle 121"/>
          <p:cNvSpPr>
            <a:spLocks noChangeArrowheads="1"/>
          </p:cNvSpPr>
          <p:nvPr/>
        </p:nvSpPr>
        <p:spPr bwMode="auto">
          <a:xfrm>
            <a:off x="6536911" y="7391964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97" name="Rectangle 122"/>
          <p:cNvSpPr>
            <a:spLocks noChangeArrowheads="1"/>
          </p:cNvSpPr>
          <p:nvPr/>
        </p:nvSpPr>
        <p:spPr bwMode="auto">
          <a:xfrm>
            <a:off x="7117161" y="681623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698" name="Rectangle 123"/>
          <p:cNvSpPr>
            <a:spLocks noChangeArrowheads="1"/>
          </p:cNvSpPr>
          <p:nvPr/>
        </p:nvSpPr>
        <p:spPr bwMode="auto">
          <a:xfrm>
            <a:off x="7117161" y="7391964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699" name="Rectangle 124"/>
          <p:cNvSpPr>
            <a:spLocks noChangeArrowheads="1"/>
          </p:cNvSpPr>
          <p:nvPr/>
        </p:nvSpPr>
        <p:spPr bwMode="auto">
          <a:xfrm>
            <a:off x="7679347" y="681623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00" name="Rectangle 125"/>
          <p:cNvSpPr>
            <a:spLocks noChangeArrowheads="1"/>
          </p:cNvSpPr>
          <p:nvPr/>
        </p:nvSpPr>
        <p:spPr bwMode="auto">
          <a:xfrm>
            <a:off x="7679347" y="7391964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01" name="Rectangle 126"/>
          <p:cNvSpPr>
            <a:spLocks noChangeArrowheads="1"/>
          </p:cNvSpPr>
          <p:nvPr/>
        </p:nvSpPr>
        <p:spPr bwMode="auto">
          <a:xfrm>
            <a:off x="5954405" y="681623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02" name="Rectangle 127"/>
          <p:cNvSpPr>
            <a:spLocks noChangeArrowheads="1"/>
          </p:cNvSpPr>
          <p:nvPr/>
        </p:nvSpPr>
        <p:spPr bwMode="auto">
          <a:xfrm>
            <a:off x="5344863" y="6816232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sz="3413"/>
          </a:p>
        </p:txBody>
      </p:sp>
      <p:sp>
        <p:nvSpPr>
          <p:cNvPr id="24703" name="Rectangle 128"/>
          <p:cNvSpPr>
            <a:spLocks noChangeArrowheads="1"/>
          </p:cNvSpPr>
          <p:nvPr/>
        </p:nvSpPr>
        <p:spPr bwMode="auto">
          <a:xfrm>
            <a:off x="5344863" y="7391964"/>
            <a:ext cx="285335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3413"/>
          </a:p>
        </p:txBody>
      </p:sp>
      <p:sp>
        <p:nvSpPr>
          <p:cNvPr id="24704" name="Rectangle 129"/>
          <p:cNvSpPr>
            <a:spLocks noChangeArrowheads="1"/>
          </p:cNvSpPr>
          <p:nvPr/>
        </p:nvSpPr>
        <p:spPr bwMode="auto">
          <a:xfrm>
            <a:off x="5338032" y="462167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05" name="Rectangle 130"/>
          <p:cNvSpPr>
            <a:spLocks noChangeArrowheads="1"/>
          </p:cNvSpPr>
          <p:nvPr/>
        </p:nvSpPr>
        <p:spPr bwMode="auto">
          <a:xfrm>
            <a:off x="5456430" y="474585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06" name="Rectangle 131"/>
          <p:cNvSpPr>
            <a:spLocks noChangeArrowheads="1"/>
          </p:cNvSpPr>
          <p:nvPr/>
        </p:nvSpPr>
        <p:spPr bwMode="auto">
          <a:xfrm>
            <a:off x="5572841" y="4621672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07" name="Rectangle 132"/>
          <p:cNvSpPr>
            <a:spLocks noChangeArrowheads="1"/>
          </p:cNvSpPr>
          <p:nvPr/>
        </p:nvSpPr>
        <p:spPr bwMode="auto">
          <a:xfrm>
            <a:off x="5688980" y="474585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08" name="Rectangle 133"/>
          <p:cNvSpPr>
            <a:spLocks noChangeArrowheads="1"/>
          </p:cNvSpPr>
          <p:nvPr/>
        </p:nvSpPr>
        <p:spPr bwMode="auto">
          <a:xfrm>
            <a:off x="4709468" y="4971626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09" name="Freeform 134"/>
          <p:cNvSpPr>
            <a:spLocks/>
          </p:cNvSpPr>
          <p:nvPr/>
        </p:nvSpPr>
        <p:spPr bwMode="auto">
          <a:xfrm>
            <a:off x="5784428" y="6165993"/>
            <a:ext cx="961813" cy="961813"/>
          </a:xfrm>
          <a:custGeom>
            <a:avLst/>
            <a:gdLst>
              <a:gd name="T0" fmla="*/ 2147483646 w 851"/>
              <a:gd name="T1" fmla="*/ 0 h 851"/>
              <a:gd name="T2" fmla="*/ 2147483646 w 851"/>
              <a:gd name="T3" fmla="*/ 0 h 851"/>
              <a:gd name="T4" fmla="*/ 2147483646 w 851"/>
              <a:gd name="T5" fmla="*/ 0 h 851"/>
              <a:gd name="T6" fmla="*/ 2147483646 w 851"/>
              <a:gd name="T7" fmla="*/ 0 h 851"/>
              <a:gd name="T8" fmla="*/ 2147483646 w 851"/>
              <a:gd name="T9" fmla="*/ 502059090 h 851"/>
              <a:gd name="T10" fmla="*/ 2147483646 w 851"/>
              <a:gd name="T11" fmla="*/ 2147483646 h 851"/>
              <a:gd name="T12" fmla="*/ 2147483646 w 851"/>
              <a:gd name="T13" fmla="*/ 2147483646 h 851"/>
              <a:gd name="T14" fmla="*/ 2147483646 w 851"/>
              <a:gd name="T15" fmla="*/ 2147483646 h 851"/>
              <a:gd name="T16" fmla="*/ 2007603792 w 851"/>
              <a:gd name="T17" fmla="*/ 2147483646 h 851"/>
              <a:gd name="T18" fmla="*/ 0 w 851"/>
              <a:gd name="T19" fmla="*/ 2147483646 h 851"/>
              <a:gd name="T20" fmla="*/ 0 w 851"/>
              <a:gd name="T21" fmla="*/ 2147483646 h 851"/>
              <a:gd name="T22" fmla="*/ 0 w 851"/>
              <a:gd name="T23" fmla="*/ 2147483646 h 851"/>
              <a:gd name="T24" fmla="*/ 0 w 851"/>
              <a:gd name="T25" fmla="*/ 2147483646 h 851"/>
              <a:gd name="T26" fmla="*/ 0 w 851"/>
              <a:gd name="T27" fmla="*/ 2147483646 h 851"/>
              <a:gd name="T28" fmla="*/ 0 w 851"/>
              <a:gd name="T29" fmla="*/ 2147483646 h 851"/>
              <a:gd name="T30" fmla="*/ 0 w 851"/>
              <a:gd name="T31" fmla="*/ 2147483646 h 851"/>
              <a:gd name="T32" fmla="*/ 0 w 851"/>
              <a:gd name="T33" fmla="*/ 2147483646 h 851"/>
              <a:gd name="T34" fmla="*/ 0 w 851"/>
              <a:gd name="T35" fmla="*/ 2147483646 h 851"/>
              <a:gd name="T36" fmla="*/ 0 w 851"/>
              <a:gd name="T37" fmla="*/ 2147483646 h 851"/>
              <a:gd name="T38" fmla="*/ 502059090 w 851"/>
              <a:gd name="T39" fmla="*/ 2147483646 h 851"/>
              <a:gd name="T40" fmla="*/ 2147483646 w 851"/>
              <a:gd name="T41" fmla="*/ 2147483646 h 851"/>
              <a:gd name="T42" fmla="*/ 2147483646 w 851"/>
              <a:gd name="T43" fmla="*/ 2147483646 h 851"/>
              <a:gd name="T44" fmla="*/ 2147483646 w 851"/>
              <a:gd name="T45" fmla="*/ 2147483646 h 851"/>
              <a:gd name="T46" fmla="*/ 2147483646 w 851"/>
              <a:gd name="T47" fmla="*/ 2147483646 h 851"/>
              <a:gd name="T48" fmla="*/ 2147483646 w 851"/>
              <a:gd name="T49" fmla="*/ 2147483646 h 851"/>
              <a:gd name="T50" fmla="*/ 2147483646 w 851"/>
              <a:gd name="T51" fmla="*/ 2147483646 h 851"/>
              <a:gd name="T52" fmla="*/ 2147483646 w 851"/>
              <a:gd name="T53" fmla="*/ 2147483646 h 851"/>
              <a:gd name="T54" fmla="*/ 2147483646 w 851"/>
              <a:gd name="T55" fmla="*/ 2147483646 h 851"/>
              <a:gd name="T56" fmla="*/ 2147483646 w 851"/>
              <a:gd name="T57" fmla="*/ 2147483646 h 851"/>
              <a:gd name="T58" fmla="*/ 2147483646 w 851"/>
              <a:gd name="T59" fmla="*/ 2147483646 h 851"/>
              <a:gd name="T60" fmla="*/ 2147483646 w 851"/>
              <a:gd name="T61" fmla="*/ 2147483646 h 851"/>
              <a:gd name="T62" fmla="*/ 2147483646 w 851"/>
              <a:gd name="T63" fmla="*/ 2147483646 h 851"/>
              <a:gd name="T64" fmla="*/ 2147483646 w 851"/>
              <a:gd name="T65" fmla="*/ 2147483646 h 851"/>
              <a:gd name="T66" fmla="*/ 2147483646 w 851"/>
              <a:gd name="T67" fmla="*/ 2147483646 h 851"/>
              <a:gd name="T68" fmla="*/ 2147483646 w 851"/>
              <a:gd name="T69" fmla="*/ 2147483646 h 851"/>
              <a:gd name="T70" fmla="*/ 2147483646 w 851"/>
              <a:gd name="T71" fmla="*/ 2147483646 h 851"/>
              <a:gd name="T72" fmla="*/ 2147483646 w 851"/>
              <a:gd name="T73" fmla="*/ 2147483646 h 851"/>
              <a:gd name="T74" fmla="*/ 2147483646 w 851"/>
              <a:gd name="T75" fmla="*/ 2147483646 h 851"/>
              <a:gd name="T76" fmla="*/ 2147483646 w 851"/>
              <a:gd name="T77" fmla="*/ 2147483646 h 851"/>
              <a:gd name="T78" fmla="*/ 2147483646 w 851"/>
              <a:gd name="T79" fmla="*/ 2147483646 h 851"/>
              <a:gd name="T80" fmla="*/ 2147483646 w 851"/>
              <a:gd name="T81" fmla="*/ 2147483646 h 851"/>
              <a:gd name="T82" fmla="*/ 2147483646 w 851"/>
              <a:gd name="T83" fmla="*/ 2147483646 h 851"/>
              <a:gd name="T84" fmla="*/ 2147483646 w 851"/>
              <a:gd name="T85" fmla="*/ 2147483646 h 851"/>
              <a:gd name="T86" fmla="*/ 2147483646 w 851"/>
              <a:gd name="T87" fmla="*/ 2147483646 h 851"/>
              <a:gd name="T88" fmla="*/ 2147483646 w 851"/>
              <a:gd name="T89" fmla="*/ 2147483646 h 851"/>
              <a:gd name="T90" fmla="*/ 2147483646 w 851"/>
              <a:gd name="T91" fmla="*/ 2147483646 h 851"/>
              <a:gd name="T92" fmla="*/ 2147483646 w 851"/>
              <a:gd name="T93" fmla="*/ 2147483646 h 851"/>
              <a:gd name="T94" fmla="*/ 2147483646 w 851"/>
              <a:gd name="T95" fmla="*/ 2147483646 h 851"/>
              <a:gd name="T96" fmla="*/ 2147483646 w 851"/>
              <a:gd name="T97" fmla="*/ 2147483646 h 851"/>
              <a:gd name="T98" fmla="*/ 2147483646 w 851"/>
              <a:gd name="T99" fmla="*/ 2147483646 h 851"/>
              <a:gd name="T100" fmla="*/ 2147483646 w 851"/>
              <a:gd name="T101" fmla="*/ 2147483646 h 851"/>
              <a:gd name="T102" fmla="*/ 2147483646 w 851"/>
              <a:gd name="T103" fmla="*/ 2147483646 h 851"/>
              <a:gd name="T104" fmla="*/ 2147483646 w 851"/>
              <a:gd name="T105" fmla="*/ 2147483646 h 851"/>
              <a:gd name="T106" fmla="*/ 2147483646 w 851"/>
              <a:gd name="T107" fmla="*/ 0 h 851"/>
              <a:gd name="T108" fmla="*/ 2147483646 w 851"/>
              <a:gd name="T109" fmla="*/ 0 h 851"/>
              <a:gd name="T110" fmla="*/ 2147483646 w 851"/>
              <a:gd name="T111" fmla="*/ 0 h 851"/>
              <a:gd name="T112" fmla="*/ 2147483646 w 851"/>
              <a:gd name="T113" fmla="*/ 0 h 851"/>
              <a:gd name="T114" fmla="*/ 2147483646 w 851"/>
              <a:gd name="T115" fmla="*/ 0 h 85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851" h="851">
                <a:moveTo>
                  <a:pt x="426" y="0"/>
                </a:moveTo>
                <a:lnTo>
                  <a:pt x="397" y="0"/>
                </a:lnTo>
                <a:lnTo>
                  <a:pt x="372" y="0"/>
                </a:lnTo>
                <a:lnTo>
                  <a:pt x="346" y="0"/>
                </a:lnTo>
                <a:lnTo>
                  <a:pt x="324" y="0"/>
                </a:lnTo>
                <a:lnTo>
                  <a:pt x="302" y="0"/>
                </a:lnTo>
                <a:lnTo>
                  <a:pt x="281" y="0"/>
                </a:lnTo>
                <a:lnTo>
                  <a:pt x="263" y="0"/>
                </a:lnTo>
                <a:lnTo>
                  <a:pt x="245" y="0"/>
                </a:lnTo>
                <a:lnTo>
                  <a:pt x="230" y="0"/>
                </a:lnTo>
                <a:lnTo>
                  <a:pt x="215" y="0"/>
                </a:lnTo>
                <a:lnTo>
                  <a:pt x="202" y="0"/>
                </a:lnTo>
                <a:lnTo>
                  <a:pt x="189" y="0"/>
                </a:lnTo>
                <a:lnTo>
                  <a:pt x="178" y="0"/>
                </a:lnTo>
                <a:lnTo>
                  <a:pt x="167" y="0"/>
                </a:lnTo>
                <a:lnTo>
                  <a:pt x="159" y="0"/>
                </a:lnTo>
                <a:lnTo>
                  <a:pt x="149" y="0"/>
                </a:lnTo>
                <a:lnTo>
                  <a:pt x="142" y="0"/>
                </a:lnTo>
                <a:lnTo>
                  <a:pt x="135" y="0"/>
                </a:lnTo>
                <a:lnTo>
                  <a:pt x="129" y="0"/>
                </a:lnTo>
                <a:lnTo>
                  <a:pt x="123" y="0"/>
                </a:lnTo>
                <a:lnTo>
                  <a:pt x="118" y="0"/>
                </a:lnTo>
                <a:lnTo>
                  <a:pt x="113" y="0"/>
                </a:lnTo>
                <a:lnTo>
                  <a:pt x="108" y="0"/>
                </a:lnTo>
                <a:lnTo>
                  <a:pt x="105" y="0"/>
                </a:lnTo>
                <a:lnTo>
                  <a:pt x="101" y="0"/>
                </a:lnTo>
                <a:lnTo>
                  <a:pt x="98" y="0"/>
                </a:lnTo>
                <a:lnTo>
                  <a:pt x="94" y="0"/>
                </a:lnTo>
                <a:lnTo>
                  <a:pt x="90" y="0"/>
                </a:lnTo>
                <a:lnTo>
                  <a:pt x="88" y="0"/>
                </a:lnTo>
                <a:lnTo>
                  <a:pt x="84" y="0"/>
                </a:lnTo>
                <a:lnTo>
                  <a:pt x="81" y="0"/>
                </a:lnTo>
                <a:lnTo>
                  <a:pt x="77" y="0"/>
                </a:lnTo>
                <a:lnTo>
                  <a:pt x="73" y="0"/>
                </a:lnTo>
                <a:lnTo>
                  <a:pt x="70" y="0"/>
                </a:lnTo>
                <a:lnTo>
                  <a:pt x="67" y="0"/>
                </a:lnTo>
                <a:lnTo>
                  <a:pt x="64" y="0"/>
                </a:lnTo>
                <a:lnTo>
                  <a:pt x="61" y="0"/>
                </a:lnTo>
                <a:lnTo>
                  <a:pt x="59" y="0"/>
                </a:lnTo>
                <a:lnTo>
                  <a:pt x="57" y="0"/>
                </a:lnTo>
                <a:lnTo>
                  <a:pt x="54" y="0"/>
                </a:lnTo>
                <a:lnTo>
                  <a:pt x="52" y="0"/>
                </a:lnTo>
                <a:lnTo>
                  <a:pt x="51" y="1"/>
                </a:lnTo>
                <a:lnTo>
                  <a:pt x="48" y="1"/>
                </a:lnTo>
                <a:lnTo>
                  <a:pt x="47" y="2"/>
                </a:lnTo>
                <a:lnTo>
                  <a:pt x="46" y="2"/>
                </a:lnTo>
                <a:lnTo>
                  <a:pt x="43" y="3"/>
                </a:lnTo>
                <a:lnTo>
                  <a:pt x="42" y="3"/>
                </a:lnTo>
                <a:lnTo>
                  <a:pt x="41" y="5"/>
                </a:lnTo>
                <a:lnTo>
                  <a:pt x="40" y="6"/>
                </a:lnTo>
                <a:lnTo>
                  <a:pt x="39" y="7"/>
                </a:lnTo>
                <a:lnTo>
                  <a:pt x="37" y="8"/>
                </a:lnTo>
                <a:lnTo>
                  <a:pt x="36" y="10"/>
                </a:lnTo>
                <a:lnTo>
                  <a:pt x="35" y="12"/>
                </a:lnTo>
                <a:lnTo>
                  <a:pt x="34" y="13"/>
                </a:lnTo>
                <a:lnTo>
                  <a:pt x="33" y="16"/>
                </a:lnTo>
                <a:lnTo>
                  <a:pt x="31" y="18"/>
                </a:lnTo>
                <a:lnTo>
                  <a:pt x="29" y="20"/>
                </a:lnTo>
                <a:lnTo>
                  <a:pt x="28" y="23"/>
                </a:lnTo>
                <a:lnTo>
                  <a:pt x="27" y="25"/>
                </a:lnTo>
                <a:lnTo>
                  <a:pt x="25" y="28"/>
                </a:lnTo>
                <a:lnTo>
                  <a:pt x="24" y="31"/>
                </a:lnTo>
                <a:lnTo>
                  <a:pt x="23" y="35"/>
                </a:lnTo>
                <a:lnTo>
                  <a:pt x="21" y="38"/>
                </a:lnTo>
                <a:lnTo>
                  <a:pt x="19" y="42"/>
                </a:lnTo>
                <a:lnTo>
                  <a:pt x="17" y="46"/>
                </a:lnTo>
                <a:lnTo>
                  <a:pt x="16" y="49"/>
                </a:lnTo>
                <a:lnTo>
                  <a:pt x="15" y="53"/>
                </a:lnTo>
                <a:lnTo>
                  <a:pt x="12" y="56"/>
                </a:lnTo>
                <a:lnTo>
                  <a:pt x="11" y="59"/>
                </a:lnTo>
                <a:lnTo>
                  <a:pt x="10" y="62"/>
                </a:lnTo>
                <a:lnTo>
                  <a:pt x="9" y="65"/>
                </a:lnTo>
                <a:lnTo>
                  <a:pt x="7" y="68"/>
                </a:lnTo>
                <a:lnTo>
                  <a:pt x="7" y="71"/>
                </a:lnTo>
                <a:lnTo>
                  <a:pt x="6" y="73"/>
                </a:lnTo>
                <a:lnTo>
                  <a:pt x="5" y="76"/>
                </a:lnTo>
                <a:lnTo>
                  <a:pt x="5" y="79"/>
                </a:lnTo>
                <a:lnTo>
                  <a:pt x="4" y="82"/>
                </a:lnTo>
                <a:lnTo>
                  <a:pt x="4" y="84"/>
                </a:lnTo>
                <a:lnTo>
                  <a:pt x="3" y="86"/>
                </a:lnTo>
                <a:lnTo>
                  <a:pt x="3" y="90"/>
                </a:lnTo>
                <a:lnTo>
                  <a:pt x="1" y="92"/>
                </a:lnTo>
                <a:lnTo>
                  <a:pt x="1" y="96"/>
                </a:lnTo>
                <a:lnTo>
                  <a:pt x="1" y="100"/>
                </a:lnTo>
                <a:lnTo>
                  <a:pt x="1" y="103"/>
                </a:lnTo>
                <a:lnTo>
                  <a:pt x="0" y="107"/>
                </a:lnTo>
                <a:lnTo>
                  <a:pt x="0" y="110"/>
                </a:lnTo>
                <a:lnTo>
                  <a:pt x="0" y="115"/>
                </a:lnTo>
                <a:lnTo>
                  <a:pt x="0" y="120"/>
                </a:lnTo>
                <a:lnTo>
                  <a:pt x="0" y="125"/>
                </a:lnTo>
                <a:lnTo>
                  <a:pt x="0" y="130"/>
                </a:lnTo>
                <a:lnTo>
                  <a:pt x="0" y="136"/>
                </a:lnTo>
                <a:lnTo>
                  <a:pt x="0" y="142"/>
                </a:lnTo>
                <a:lnTo>
                  <a:pt x="0" y="148"/>
                </a:lnTo>
                <a:lnTo>
                  <a:pt x="0" y="155"/>
                </a:lnTo>
                <a:lnTo>
                  <a:pt x="0" y="162"/>
                </a:lnTo>
                <a:lnTo>
                  <a:pt x="0" y="169"/>
                </a:lnTo>
                <a:lnTo>
                  <a:pt x="0" y="178"/>
                </a:lnTo>
                <a:lnTo>
                  <a:pt x="0" y="185"/>
                </a:lnTo>
                <a:lnTo>
                  <a:pt x="0" y="192"/>
                </a:lnTo>
                <a:lnTo>
                  <a:pt x="0" y="198"/>
                </a:lnTo>
                <a:lnTo>
                  <a:pt x="0" y="204"/>
                </a:lnTo>
                <a:lnTo>
                  <a:pt x="0" y="210"/>
                </a:lnTo>
                <a:lnTo>
                  <a:pt x="0" y="216"/>
                </a:lnTo>
                <a:lnTo>
                  <a:pt x="0" y="222"/>
                </a:lnTo>
                <a:lnTo>
                  <a:pt x="0" y="227"/>
                </a:lnTo>
                <a:lnTo>
                  <a:pt x="0" y="233"/>
                </a:lnTo>
                <a:lnTo>
                  <a:pt x="0" y="238"/>
                </a:lnTo>
                <a:lnTo>
                  <a:pt x="0" y="243"/>
                </a:lnTo>
                <a:lnTo>
                  <a:pt x="0" y="249"/>
                </a:lnTo>
                <a:lnTo>
                  <a:pt x="0" y="255"/>
                </a:lnTo>
                <a:lnTo>
                  <a:pt x="0" y="260"/>
                </a:lnTo>
                <a:lnTo>
                  <a:pt x="0" y="266"/>
                </a:lnTo>
                <a:lnTo>
                  <a:pt x="0" y="272"/>
                </a:lnTo>
                <a:lnTo>
                  <a:pt x="0" y="279"/>
                </a:lnTo>
                <a:lnTo>
                  <a:pt x="0" y="285"/>
                </a:lnTo>
                <a:lnTo>
                  <a:pt x="0" y="292"/>
                </a:lnTo>
                <a:lnTo>
                  <a:pt x="0" y="299"/>
                </a:lnTo>
                <a:lnTo>
                  <a:pt x="0" y="308"/>
                </a:lnTo>
                <a:lnTo>
                  <a:pt x="0" y="316"/>
                </a:lnTo>
                <a:lnTo>
                  <a:pt x="0" y="326"/>
                </a:lnTo>
                <a:lnTo>
                  <a:pt x="0" y="335"/>
                </a:lnTo>
                <a:lnTo>
                  <a:pt x="0" y="346"/>
                </a:lnTo>
                <a:lnTo>
                  <a:pt x="0" y="357"/>
                </a:lnTo>
                <a:lnTo>
                  <a:pt x="0" y="369"/>
                </a:lnTo>
                <a:lnTo>
                  <a:pt x="0" y="382"/>
                </a:lnTo>
                <a:lnTo>
                  <a:pt x="0" y="395"/>
                </a:lnTo>
                <a:lnTo>
                  <a:pt x="0" y="410"/>
                </a:lnTo>
                <a:lnTo>
                  <a:pt x="0" y="425"/>
                </a:lnTo>
                <a:lnTo>
                  <a:pt x="0" y="441"/>
                </a:lnTo>
                <a:lnTo>
                  <a:pt x="0" y="456"/>
                </a:lnTo>
                <a:lnTo>
                  <a:pt x="0" y="469"/>
                </a:lnTo>
                <a:lnTo>
                  <a:pt x="0" y="482"/>
                </a:lnTo>
                <a:lnTo>
                  <a:pt x="0" y="494"/>
                </a:lnTo>
                <a:lnTo>
                  <a:pt x="0" y="505"/>
                </a:lnTo>
                <a:lnTo>
                  <a:pt x="0" y="516"/>
                </a:lnTo>
                <a:lnTo>
                  <a:pt x="0" y="525"/>
                </a:lnTo>
                <a:lnTo>
                  <a:pt x="0" y="535"/>
                </a:lnTo>
                <a:lnTo>
                  <a:pt x="0" y="543"/>
                </a:lnTo>
                <a:lnTo>
                  <a:pt x="0" y="550"/>
                </a:lnTo>
                <a:lnTo>
                  <a:pt x="0" y="559"/>
                </a:lnTo>
                <a:lnTo>
                  <a:pt x="0" y="566"/>
                </a:lnTo>
                <a:lnTo>
                  <a:pt x="0" y="572"/>
                </a:lnTo>
                <a:lnTo>
                  <a:pt x="0" y="579"/>
                </a:lnTo>
                <a:lnTo>
                  <a:pt x="0" y="585"/>
                </a:lnTo>
                <a:lnTo>
                  <a:pt x="0" y="591"/>
                </a:lnTo>
                <a:lnTo>
                  <a:pt x="0" y="596"/>
                </a:lnTo>
                <a:lnTo>
                  <a:pt x="0" y="602"/>
                </a:lnTo>
                <a:lnTo>
                  <a:pt x="0" y="608"/>
                </a:lnTo>
                <a:lnTo>
                  <a:pt x="0" y="613"/>
                </a:lnTo>
                <a:lnTo>
                  <a:pt x="0" y="618"/>
                </a:lnTo>
                <a:lnTo>
                  <a:pt x="0" y="624"/>
                </a:lnTo>
                <a:lnTo>
                  <a:pt x="0" y="629"/>
                </a:lnTo>
                <a:lnTo>
                  <a:pt x="0" y="635"/>
                </a:lnTo>
                <a:lnTo>
                  <a:pt x="0" y="641"/>
                </a:lnTo>
                <a:lnTo>
                  <a:pt x="0" y="647"/>
                </a:lnTo>
                <a:lnTo>
                  <a:pt x="0" y="653"/>
                </a:lnTo>
                <a:lnTo>
                  <a:pt x="0" y="659"/>
                </a:lnTo>
                <a:lnTo>
                  <a:pt x="0" y="666"/>
                </a:lnTo>
                <a:lnTo>
                  <a:pt x="0" y="673"/>
                </a:lnTo>
                <a:lnTo>
                  <a:pt x="0" y="682"/>
                </a:lnTo>
                <a:lnTo>
                  <a:pt x="0" y="689"/>
                </a:lnTo>
                <a:lnTo>
                  <a:pt x="0" y="696"/>
                </a:lnTo>
                <a:lnTo>
                  <a:pt x="0" y="703"/>
                </a:lnTo>
                <a:lnTo>
                  <a:pt x="0" y="709"/>
                </a:lnTo>
                <a:lnTo>
                  <a:pt x="0" y="715"/>
                </a:lnTo>
                <a:lnTo>
                  <a:pt x="0" y="721"/>
                </a:lnTo>
                <a:lnTo>
                  <a:pt x="0" y="726"/>
                </a:lnTo>
                <a:lnTo>
                  <a:pt x="0" y="731"/>
                </a:lnTo>
                <a:lnTo>
                  <a:pt x="0" y="736"/>
                </a:lnTo>
                <a:lnTo>
                  <a:pt x="0" y="740"/>
                </a:lnTo>
                <a:lnTo>
                  <a:pt x="0" y="744"/>
                </a:lnTo>
                <a:lnTo>
                  <a:pt x="1" y="748"/>
                </a:lnTo>
                <a:lnTo>
                  <a:pt x="1" y="751"/>
                </a:lnTo>
                <a:lnTo>
                  <a:pt x="1" y="755"/>
                </a:lnTo>
                <a:lnTo>
                  <a:pt x="1" y="757"/>
                </a:lnTo>
                <a:lnTo>
                  <a:pt x="3" y="761"/>
                </a:lnTo>
                <a:lnTo>
                  <a:pt x="3" y="763"/>
                </a:lnTo>
                <a:lnTo>
                  <a:pt x="4" y="767"/>
                </a:lnTo>
                <a:lnTo>
                  <a:pt x="4" y="769"/>
                </a:lnTo>
                <a:lnTo>
                  <a:pt x="5" y="772"/>
                </a:lnTo>
                <a:lnTo>
                  <a:pt x="5" y="775"/>
                </a:lnTo>
                <a:lnTo>
                  <a:pt x="6" y="778"/>
                </a:lnTo>
                <a:lnTo>
                  <a:pt x="7" y="780"/>
                </a:lnTo>
                <a:lnTo>
                  <a:pt x="7" y="783"/>
                </a:lnTo>
                <a:lnTo>
                  <a:pt x="9" y="786"/>
                </a:lnTo>
                <a:lnTo>
                  <a:pt x="10" y="789"/>
                </a:lnTo>
                <a:lnTo>
                  <a:pt x="11" y="791"/>
                </a:lnTo>
                <a:lnTo>
                  <a:pt x="12" y="795"/>
                </a:lnTo>
                <a:lnTo>
                  <a:pt x="15" y="798"/>
                </a:lnTo>
                <a:lnTo>
                  <a:pt x="16" y="802"/>
                </a:lnTo>
                <a:lnTo>
                  <a:pt x="17" y="805"/>
                </a:lnTo>
                <a:lnTo>
                  <a:pt x="19" y="809"/>
                </a:lnTo>
                <a:lnTo>
                  <a:pt x="21" y="813"/>
                </a:lnTo>
                <a:lnTo>
                  <a:pt x="23" y="816"/>
                </a:lnTo>
                <a:lnTo>
                  <a:pt x="24" y="820"/>
                </a:lnTo>
                <a:lnTo>
                  <a:pt x="25" y="823"/>
                </a:lnTo>
                <a:lnTo>
                  <a:pt x="27" y="826"/>
                </a:lnTo>
                <a:lnTo>
                  <a:pt x="28" y="828"/>
                </a:lnTo>
                <a:lnTo>
                  <a:pt x="29" y="831"/>
                </a:lnTo>
                <a:lnTo>
                  <a:pt x="31" y="833"/>
                </a:lnTo>
                <a:lnTo>
                  <a:pt x="33" y="835"/>
                </a:lnTo>
                <a:lnTo>
                  <a:pt x="34" y="838"/>
                </a:lnTo>
                <a:lnTo>
                  <a:pt x="35" y="839"/>
                </a:lnTo>
                <a:lnTo>
                  <a:pt x="36" y="841"/>
                </a:lnTo>
                <a:lnTo>
                  <a:pt x="37" y="843"/>
                </a:lnTo>
                <a:lnTo>
                  <a:pt x="39" y="844"/>
                </a:lnTo>
                <a:lnTo>
                  <a:pt x="40" y="845"/>
                </a:lnTo>
                <a:lnTo>
                  <a:pt x="41" y="846"/>
                </a:lnTo>
                <a:lnTo>
                  <a:pt x="42" y="847"/>
                </a:lnTo>
                <a:lnTo>
                  <a:pt x="43" y="847"/>
                </a:lnTo>
                <a:lnTo>
                  <a:pt x="46" y="849"/>
                </a:lnTo>
                <a:lnTo>
                  <a:pt x="47" y="849"/>
                </a:lnTo>
                <a:lnTo>
                  <a:pt x="48" y="850"/>
                </a:lnTo>
                <a:lnTo>
                  <a:pt x="51" y="850"/>
                </a:lnTo>
                <a:lnTo>
                  <a:pt x="52" y="850"/>
                </a:lnTo>
                <a:lnTo>
                  <a:pt x="54" y="851"/>
                </a:lnTo>
                <a:lnTo>
                  <a:pt x="57" y="851"/>
                </a:lnTo>
                <a:lnTo>
                  <a:pt x="59" y="851"/>
                </a:lnTo>
                <a:lnTo>
                  <a:pt x="61" y="851"/>
                </a:lnTo>
                <a:lnTo>
                  <a:pt x="64" y="851"/>
                </a:lnTo>
                <a:lnTo>
                  <a:pt x="67" y="851"/>
                </a:lnTo>
                <a:lnTo>
                  <a:pt x="70" y="851"/>
                </a:lnTo>
                <a:lnTo>
                  <a:pt x="73" y="851"/>
                </a:lnTo>
                <a:lnTo>
                  <a:pt x="77" y="851"/>
                </a:lnTo>
                <a:lnTo>
                  <a:pt x="81" y="851"/>
                </a:lnTo>
                <a:lnTo>
                  <a:pt x="84" y="851"/>
                </a:lnTo>
                <a:lnTo>
                  <a:pt x="88" y="851"/>
                </a:lnTo>
                <a:lnTo>
                  <a:pt x="90" y="851"/>
                </a:lnTo>
                <a:lnTo>
                  <a:pt x="94" y="851"/>
                </a:lnTo>
                <a:lnTo>
                  <a:pt x="98" y="851"/>
                </a:lnTo>
                <a:lnTo>
                  <a:pt x="101" y="851"/>
                </a:lnTo>
                <a:lnTo>
                  <a:pt x="105" y="851"/>
                </a:lnTo>
                <a:lnTo>
                  <a:pt x="108" y="851"/>
                </a:lnTo>
                <a:lnTo>
                  <a:pt x="113" y="851"/>
                </a:lnTo>
                <a:lnTo>
                  <a:pt x="118" y="851"/>
                </a:lnTo>
                <a:lnTo>
                  <a:pt x="123" y="851"/>
                </a:lnTo>
                <a:lnTo>
                  <a:pt x="129" y="851"/>
                </a:lnTo>
                <a:lnTo>
                  <a:pt x="135" y="851"/>
                </a:lnTo>
                <a:lnTo>
                  <a:pt x="142" y="851"/>
                </a:lnTo>
                <a:lnTo>
                  <a:pt x="149" y="851"/>
                </a:lnTo>
                <a:lnTo>
                  <a:pt x="159" y="851"/>
                </a:lnTo>
                <a:lnTo>
                  <a:pt x="167" y="851"/>
                </a:lnTo>
                <a:lnTo>
                  <a:pt x="178" y="851"/>
                </a:lnTo>
                <a:lnTo>
                  <a:pt x="189" y="851"/>
                </a:lnTo>
                <a:lnTo>
                  <a:pt x="202" y="851"/>
                </a:lnTo>
                <a:lnTo>
                  <a:pt x="215" y="851"/>
                </a:lnTo>
                <a:lnTo>
                  <a:pt x="230" y="851"/>
                </a:lnTo>
                <a:lnTo>
                  <a:pt x="245" y="851"/>
                </a:lnTo>
                <a:lnTo>
                  <a:pt x="263" y="851"/>
                </a:lnTo>
                <a:lnTo>
                  <a:pt x="281" y="851"/>
                </a:lnTo>
                <a:lnTo>
                  <a:pt x="302" y="851"/>
                </a:lnTo>
                <a:lnTo>
                  <a:pt x="324" y="851"/>
                </a:lnTo>
                <a:lnTo>
                  <a:pt x="346" y="851"/>
                </a:lnTo>
                <a:lnTo>
                  <a:pt x="372" y="851"/>
                </a:lnTo>
                <a:lnTo>
                  <a:pt x="397" y="851"/>
                </a:lnTo>
                <a:lnTo>
                  <a:pt x="426" y="851"/>
                </a:lnTo>
                <a:lnTo>
                  <a:pt x="453" y="851"/>
                </a:lnTo>
                <a:lnTo>
                  <a:pt x="480" y="851"/>
                </a:lnTo>
                <a:lnTo>
                  <a:pt x="505" y="851"/>
                </a:lnTo>
                <a:lnTo>
                  <a:pt x="528" y="851"/>
                </a:lnTo>
                <a:lnTo>
                  <a:pt x="550" y="851"/>
                </a:lnTo>
                <a:lnTo>
                  <a:pt x="570" y="851"/>
                </a:lnTo>
                <a:lnTo>
                  <a:pt x="588" y="851"/>
                </a:lnTo>
                <a:lnTo>
                  <a:pt x="605" y="851"/>
                </a:lnTo>
                <a:lnTo>
                  <a:pt x="622" y="851"/>
                </a:lnTo>
                <a:lnTo>
                  <a:pt x="636" y="851"/>
                </a:lnTo>
                <a:lnTo>
                  <a:pt x="649" y="851"/>
                </a:lnTo>
                <a:lnTo>
                  <a:pt x="661" y="851"/>
                </a:lnTo>
                <a:lnTo>
                  <a:pt x="673" y="851"/>
                </a:lnTo>
                <a:lnTo>
                  <a:pt x="684" y="851"/>
                </a:lnTo>
                <a:lnTo>
                  <a:pt x="693" y="851"/>
                </a:lnTo>
                <a:lnTo>
                  <a:pt x="701" y="851"/>
                </a:lnTo>
                <a:lnTo>
                  <a:pt x="709" y="851"/>
                </a:lnTo>
                <a:lnTo>
                  <a:pt x="717" y="851"/>
                </a:lnTo>
                <a:lnTo>
                  <a:pt x="723" y="851"/>
                </a:lnTo>
                <a:lnTo>
                  <a:pt x="729" y="851"/>
                </a:lnTo>
                <a:lnTo>
                  <a:pt x="733" y="851"/>
                </a:lnTo>
                <a:lnTo>
                  <a:pt x="738" y="851"/>
                </a:lnTo>
                <a:lnTo>
                  <a:pt x="743" y="851"/>
                </a:lnTo>
                <a:lnTo>
                  <a:pt x="747" y="851"/>
                </a:lnTo>
                <a:lnTo>
                  <a:pt x="750" y="851"/>
                </a:lnTo>
                <a:lnTo>
                  <a:pt x="754" y="851"/>
                </a:lnTo>
                <a:lnTo>
                  <a:pt x="758" y="851"/>
                </a:lnTo>
                <a:lnTo>
                  <a:pt x="761" y="851"/>
                </a:lnTo>
                <a:lnTo>
                  <a:pt x="764" y="851"/>
                </a:lnTo>
                <a:lnTo>
                  <a:pt x="767" y="851"/>
                </a:lnTo>
                <a:lnTo>
                  <a:pt x="771" y="851"/>
                </a:lnTo>
                <a:lnTo>
                  <a:pt x="774" y="851"/>
                </a:lnTo>
                <a:lnTo>
                  <a:pt x="778" y="851"/>
                </a:lnTo>
                <a:lnTo>
                  <a:pt x="782" y="851"/>
                </a:lnTo>
                <a:lnTo>
                  <a:pt x="784" y="851"/>
                </a:lnTo>
                <a:lnTo>
                  <a:pt x="788" y="851"/>
                </a:lnTo>
                <a:lnTo>
                  <a:pt x="790" y="851"/>
                </a:lnTo>
                <a:lnTo>
                  <a:pt x="792" y="851"/>
                </a:lnTo>
                <a:lnTo>
                  <a:pt x="795" y="851"/>
                </a:lnTo>
                <a:lnTo>
                  <a:pt x="797" y="851"/>
                </a:lnTo>
                <a:lnTo>
                  <a:pt x="798" y="850"/>
                </a:lnTo>
                <a:lnTo>
                  <a:pt x="801" y="850"/>
                </a:lnTo>
                <a:lnTo>
                  <a:pt x="803" y="850"/>
                </a:lnTo>
                <a:lnTo>
                  <a:pt x="804" y="849"/>
                </a:lnTo>
                <a:lnTo>
                  <a:pt x="806" y="849"/>
                </a:lnTo>
                <a:lnTo>
                  <a:pt x="808" y="847"/>
                </a:lnTo>
                <a:lnTo>
                  <a:pt x="809" y="847"/>
                </a:lnTo>
                <a:lnTo>
                  <a:pt x="810" y="846"/>
                </a:lnTo>
                <a:lnTo>
                  <a:pt x="812" y="845"/>
                </a:lnTo>
                <a:lnTo>
                  <a:pt x="813" y="844"/>
                </a:lnTo>
                <a:lnTo>
                  <a:pt x="814" y="843"/>
                </a:lnTo>
                <a:lnTo>
                  <a:pt x="815" y="841"/>
                </a:lnTo>
                <a:lnTo>
                  <a:pt x="816" y="839"/>
                </a:lnTo>
                <a:lnTo>
                  <a:pt x="818" y="838"/>
                </a:lnTo>
                <a:lnTo>
                  <a:pt x="819" y="835"/>
                </a:lnTo>
                <a:lnTo>
                  <a:pt x="820" y="833"/>
                </a:lnTo>
                <a:lnTo>
                  <a:pt x="821" y="831"/>
                </a:lnTo>
                <a:lnTo>
                  <a:pt x="822" y="828"/>
                </a:lnTo>
                <a:lnTo>
                  <a:pt x="825" y="826"/>
                </a:lnTo>
                <a:lnTo>
                  <a:pt x="826" y="823"/>
                </a:lnTo>
                <a:lnTo>
                  <a:pt x="827" y="820"/>
                </a:lnTo>
                <a:lnTo>
                  <a:pt x="828" y="816"/>
                </a:lnTo>
                <a:lnTo>
                  <a:pt x="831" y="813"/>
                </a:lnTo>
                <a:lnTo>
                  <a:pt x="832" y="809"/>
                </a:lnTo>
                <a:lnTo>
                  <a:pt x="834" y="805"/>
                </a:lnTo>
                <a:lnTo>
                  <a:pt x="836" y="802"/>
                </a:lnTo>
                <a:lnTo>
                  <a:pt x="837" y="798"/>
                </a:lnTo>
                <a:lnTo>
                  <a:pt x="838" y="795"/>
                </a:lnTo>
                <a:lnTo>
                  <a:pt x="840" y="791"/>
                </a:lnTo>
                <a:lnTo>
                  <a:pt x="842" y="789"/>
                </a:lnTo>
                <a:lnTo>
                  <a:pt x="843" y="786"/>
                </a:lnTo>
                <a:lnTo>
                  <a:pt x="843" y="783"/>
                </a:lnTo>
                <a:lnTo>
                  <a:pt x="844" y="780"/>
                </a:lnTo>
                <a:lnTo>
                  <a:pt x="845" y="778"/>
                </a:lnTo>
                <a:lnTo>
                  <a:pt x="846" y="775"/>
                </a:lnTo>
                <a:lnTo>
                  <a:pt x="846" y="772"/>
                </a:lnTo>
                <a:lnTo>
                  <a:pt x="848" y="769"/>
                </a:lnTo>
                <a:lnTo>
                  <a:pt x="848" y="767"/>
                </a:lnTo>
                <a:lnTo>
                  <a:pt x="849" y="763"/>
                </a:lnTo>
                <a:lnTo>
                  <a:pt x="849" y="761"/>
                </a:lnTo>
                <a:lnTo>
                  <a:pt x="850" y="757"/>
                </a:lnTo>
                <a:lnTo>
                  <a:pt x="850" y="755"/>
                </a:lnTo>
                <a:lnTo>
                  <a:pt x="850" y="751"/>
                </a:lnTo>
                <a:lnTo>
                  <a:pt x="850" y="748"/>
                </a:lnTo>
                <a:lnTo>
                  <a:pt x="851" y="744"/>
                </a:lnTo>
                <a:lnTo>
                  <a:pt x="851" y="740"/>
                </a:lnTo>
                <a:lnTo>
                  <a:pt x="851" y="736"/>
                </a:lnTo>
                <a:lnTo>
                  <a:pt x="851" y="731"/>
                </a:lnTo>
                <a:lnTo>
                  <a:pt x="851" y="726"/>
                </a:lnTo>
                <a:lnTo>
                  <a:pt x="851" y="721"/>
                </a:lnTo>
                <a:lnTo>
                  <a:pt x="851" y="715"/>
                </a:lnTo>
                <a:lnTo>
                  <a:pt x="851" y="709"/>
                </a:lnTo>
                <a:lnTo>
                  <a:pt x="851" y="703"/>
                </a:lnTo>
                <a:lnTo>
                  <a:pt x="851" y="696"/>
                </a:lnTo>
                <a:lnTo>
                  <a:pt x="851" y="689"/>
                </a:lnTo>
                <a:lnTo>
                  <a:pt x="851" y="682"/>
                </a:lnTo>
                <a:lnTo>
                  <a:pt x="851" y="673"/>
                </a:lnTo>
                <a:lnTo>
                  <a:pt x="851" y="666"/>
                </a:lnTo>
                <a:lnTo>
                  <a:pt x="851" y="659"/>
                </a:lnTo>
                <a:lnTo>
                  <a:pt x="851" y="653"/>
                </a:lnTo>
                <a:lnTo>
                  <a:pt x="851" y="647"/>
                </a:lnTo>
                <a:lnTo>
                  <a:pt x="851" y="641"/>
                </a:lnTo>
                <a:lnTo>
                  <a:pt x="851" y="635"/>
                </a:lnTo>
                <a:lnTo>
                  <a:pt x="851" y="629"/>
                </a:lnTo>
                <a:lnTo>
                  <a:pt x="851" y="624"/>
                </a:lnTo>
                <a:lnTo>
                  <a:pt x="851" y="618"/>
                </a:lnTo>
                <a:lnTo>
                  <a:pt x="851" y="613"/>
                </a:lnTo>
                <a:lnTo>
                  <a:pt x="851" y="608"/>
                </a:lnTo>
                <a:lnTo>
                  <a:pt x="851" y="602"/>
                </a:lnTo>
                <a:lnTo>
                  <a:pt x="851" y="596"/>
                </a:lnTo>
                <a:lnTo>
                  <a:pt x="851" y="591"/>
                </a:lnTo>
                <a:lnTo>
                  <a:pt x="851" y="585"/>
                </a:lnTo>
                <a:lnTo>
                  <a:pt x="851" y="579"/>
                </a:lnTo>
                <a:lnTo>
                  <a:pt x="851" y="572"/>
                </a:lnTo>
                <a:lnTo>
                  <a:pt x="851" y="566"/>
                </a:lnTo>
                <a:lnTo>
                  <a:pt x="851" y="559"/>
                </a:lnTo>
                <a:lnTo>
                  <a:pt x="851" y="550"/>
                </a:lnTo>
                <a:lnTo>
                  <a:pt x="851" y="543"/>
                </a:lnTo>
                <a:lnTo>
                  <a:pt x="851" y="535"/>
                </a:lnTo>
                <a:lnTo>
                  <a:pt x="851" y="525"/>
                </a:lnTo>
                <a:lnTo>
                  <a:pt x="851" y="516"/>
                </a:lnTo>
                <a:lnTo>
                  <a:pt x="851" y="505"/>
                </a:lnTo>
                <a:lnTo>
                  <a:pt x="851" y="494"/>
                </a:lnTo>
                <a:lnTo>
                  <a:pt x="851" y="482"/>
                </a:lnTo>
                <a:lnTo>
                  <a:pt x="851" y="469"/>
                </a:lnTo>
                <a:lnTo>
                  <a:pt x="851" y="456"/>
                </a:lnTo>
                <a:lnTo>
                  <a:pt x="851" y="441"/>
                </a:lnTo>
                <a:lnTo>
                  <a:pt x="851" y="425"/>
                </a:lnTo>
                <a:lnTo>
                  <a:pt x="851" y="410"/>
                </a:lnTo>
                <a:lnTo>
                  <a:pt x="851" y="395"/>
                </a:lnTo>
                <a:lnTo>
                  <a:pt x="851" y="382"/>
                </a:lnTo>
                <a:lnTo>
                  <a:pt x="851" y="369"/>
                </a:lnTo>
                <a:lnTo>
                  <a:pt x="851" y="357"/>
                </a:lnTo>
                <a:lnTo>
                  <a:pt x="851" y="346"/>
                </a:lnTo>
                <a:lnTo>
                  <a:pt x="851" y="335"/>
                </a:lnTo>
                <a:lnTo>
                  <a:pt x="851" y="326"/>
                </a:lnTo>
                <a:lnTo>
                  <a:pt x="851" y="316"/>
                </a:lnTo>
                <a:lnTo>
                  <a:pt x="851" y="308"/>
                </a:lnTo>
                <a:lnTo>
                  <a:pt x="851" y="299"/>
                </a:lnTo>
                <a:lnTo>
                  <a:pt x="851" y="292"/>
                </a:lnTo>
                <a:lnTo>
                  <a:pt x="851" y="285"/>
                </a:lnTo>
                <a:lnTo>
                  <a:pt x="851" y="279"/>
                </a:lnTo>
                <a:lnTo>
                  <a:pt x="851" y="272"/>
                </a:lnTo>
                <a:lnTo>
                  <a:pt x="851" y="266"/>
                </a:lnTo>
                <a:lnTo>
                  <a:pt x="851" y="260"/>
                </a:lnTo>
                <a:lnTo>
                  <a:pt x="851" y="255"/>
                </a:lnTo>
                <a:lnTo>
                  <a:pt x="851" y="249"/>
                </a:lnTo>
                <a:lnTo>
                  <a:pt x="851" y="243"/>
                </a:lnTo>
                <a:lnTo>
                  <a:pt x="851" y="238"/>
                </a:lnTo>
                <a:lnTo>
                  <a:pt x="851" y="233"/>
                </a:lnTo>
                <a:lnTo>
                  <a:pt x="851" y="227"/>
                </a:lnTo>
                <a:lnTo>
                  <a:pt x="851" y="222"/>
                </a:lnTo>
                <a:lnTo>
                  <a:pt x="851" y="216"/>
                </a:lnTo>
                <a:lnTo>
                  <a:pt x="851" y="210"/>
                </a:lnTo>
                <a:lnTo>
                  <a:pt x="851" y="204"/>
                </a:lnTo>
                <a:lnTo>
                  <a:pt x="851" y="198"/>
                </a:lnTo>
                <a:lnTo>
                  <a:pt x="851" y="192"/>
                </a:lnTo>
                <a:lnTo>
                  <a:pt x="851" y="185"/>
                </a:lnTo>
                <a:lnTo>
                  <a:pt x="851" y="178"/>
                </a:lnTo>
                <a:lnTo>
                  <a:pt x="851" y="169"/>
                </a:lnTo>
                <a:lnTo>
                  <a:pt x="851" y="162"/>
                </a:lnTo>
                <a:lnTo>
                  <a:pt x="851" y="155"/>
                </a:lnTo>
                <a:lnTo>
                  <a:pt x="851" y="148"/>
                </a:lnTo>
                <a:lnTo>
                  <a:pt x="851" y="142"/>
                </a:lnTo>
                <a:lnTo>
                  <a:pt x="851" y="136"/>
                </a:lnTo>
                <a:lnTo>
                  <a:pt x="851" y="130"/>
                </a:lnTo>
                <a:lnTo>
                  <a:pt x="851" y="125"/>
                </a:lnTo>
                <a:lnTo>
                  <a:pt x="851" y="120"/>
                </a:lnTo>
                <a:lnTo>
                  <a:pt x="851" y="115"/>
                </a:lnTo>
                <a:lnTo>
                  <a:pt x="851" y="110"/>
                </a:lnTo>
                <a:lnTo>
                  <a:pt x="851" y="107"/>
                </a:lnTo>
                <a:lnTo>
                  <a:pt x="850" y="103"/>
                </a:lnTo>
                <a:lnTo>
                  <a:pt x="850" y="100"/>
                </a:lnTo>
                <a:lnTo>
                  <a:pt x="850" y="96"/>
                </a:lnTo>
                <a:lnTo>
                  <a:pt x="850" y="92"/>
                </a:lnTo>
                <a:lnTo>
                  <a:pt x="849" y="90"/>
                </a:lnTo>
                <a:lnTo>
                  <a:pt x="849" y="86"/>
                </a:lnTo>
                <a:lnTo>
                  <a:pt x="848" y="84"/>
                </a:lnTo>
                <a:lnTo>
                  <a:pt x="848" y="82"/>
                </a:lnTo>
                <a:lnTo>
                  <a:pt x="846" y="79"/>
                </a:lnTo>
                <a:lnTo>
                  <a:pt x="846" y="76"/>
                </a:lnTo>
                <a:lnTo>
                  <a:pt x="845" y="73"/>
                </a:lnTo>
                <a:lnTo>
                  <a:pt x="844" y="71"/>
                </a:lnTo>
                <a:lnTo>
                  <a:pt x="843" y="68"/>
                </a:lnTo>
                <a:lnTo>
                  <a:pt x="843" y="65"/>
                </a:lnTo>
                <a:lnTo>
                  <a:pt x="842" y="62"/>
                </a:lnTo>
                <a:lnTo>
                  <a:pt x="840" y="59"/>
                </a:lnTo>
                <a:lnTo>
                  <a:pt x="838" y="56"/>
                </a:lnTo>
                <a:lnTo>
                  <a:pt x="837" y="53"/>
                </a:lnTo>
                <a:lnTo>
                  <a:pt x="836" y="49"/>
                </a:lnTo>
                <a:lnTo>
                  <a:pt x="834" y="46"/>
                </a:lnTo>
                <a:lnTo>
                  <a:pt x="832" y="42"/>
                </a:lnTo>
                <a:lnTo>
                  <a:pt x="831" y="38"/>
                </a:lnTo>
                <a:lnTo>
                  <a:pt x="828" y="35"/>
                </a:lnTo>
                <a:lnTo>
                  <a:pt x="827" y="31"/>
                </a:lnTo>
                <a:lnTo>
                  <a:pt x="826" y="28"/>
                </a:lnTo>
                <a:lnTo>
                  <a:pt x="825" y="25"/>
                </a:lnTo>
                <a:lnTo>
                  <a:pt x="822" y="23"/>
                </a:lnTo>
                <a:lnTo>
                  <a:pt x="821" y="20"/>
                </a:lnTo>
                <a:lnTo>
                  <a:pt x="820" y="18"/>
                </a:lnTo>
                <a:lnTo>
                  <a:pt x="819" y="16"/>
                </a:lnTo>
                <a:lnTo>
                  <a:pt x="818" y="13"/>
                </a:lnTo>
                <a:lnTo>
                  <a:pt x="816" y="12"/>
                </a:lnTo>
                <a:lnTo>
                  <a:pt x="815" y="10"/>
                </a:lnTo>
                <a:lnTo>
                  <a:pt x="814" y="8"/>
                </a:lnTo>
                <a:lnTo>
                  <a:pt x="813" y="7"/>
                </a:lnTo>
                <a:lnTo>
                  <a:pt x="812" y="6"/>
                </a:lnTo>
                <a:lnTo>
                  <a:pt x="810" y="5"/>
                </a:lnTo>
                <a:lnTo>
                  <a:pt x="809" y="3"/>
                </a:lnTo>
                <a:lnTo>
                  <a:pt x="808" y="3"/>
                </a:lnTo>
                <a:lnTo>
                  <a:pt x="806" y="2"/>
                </a:lnTo>
                <a:lnTo>
                  <a:pt x="804" y="2"/>
                </a:lnTo>
                <a:lnTo>
                  <a:pt x="803" y="1"/>
                </a:lnTo>
                <a:lnTo>
                  <a:pt x="801" y="1"/>
                </a:lnTo>
                <a:lnTo>
                  <a:pt x="798" y="0"/>
                </a:lnTo>
                <a:lnTo>
                  <a:pt x="797" y="0"/>
                </a:lnTo>
                <a:lnTo>
                  <a:pt x="795" y="0"/>
                </a:lnTo>
                <a:lnTo>
                  <a:pt x="792" y="0"/>
                </a:lnTo>
                <a:lnTo>
                  <a:pt x="790" y="0"/>
                </a:lnTo>
                <a:lnTo>
                  <a:pt x="788" y="0"/>
                </a:lnTo>
                <a:lnTo>
                  <a:pt x="784" y="0"/>
                </a:lnTo>
                <a:lnTo>
                  <a:pt x="782" y="0"/>
                </a:lnTo>
                <a:lnTo>
                  <a:pt x="778" y="0"/>
                </a:lnTo>
                <a:lnTo>
                  <a:pt x="774" y="0"/>
                </a:lnTo>
                <a:lnTo>
                  <a:pt x="771" y="0"/>
                </a:lnTo>
                <a:lnTo>
                  <a:pt x="767" y="0"/>
                </a:lnTo>
                <a:lnTo>
                  <a:pt x="764" y="0"/>
                </a:lnTo>
                <a:lnTo>
                  <a:pt x="761" y="0"/>
                </a:lnTo>
                <a:lnTo>
                  <a:pt x="758" y="0"/>
                </a:lnTo>
                <a:lnTo>
                  <a:pt x="754" y="0"/>
                </a:lnTo>
                <a:lnTo>
                  <a:pt x="750" y="0"/>
                </a:lnTo>
                <a:lnTo>
                  <a:pt x="747" y="0"/>
                </a:lnTo>
                <a:lnTo>
                  <a:pt x="743" y="0"/>
                </a:lnTo>
                <a:lnTo>
                  <a:pt x="738" y="0"/>
                </a:lnTo>
                <a:lnTo>
                  <a:pt x="733" y="0"/>
                </a:lnTo>
                <a:lnTo>
                  <a:pt x="729" y="0"/>
                </a:lnTo>
                <a:lnTo>
                  <a:pt x="723" y="0"/>
                </a:lnTo>
                <a:lnTo>
                  <a:pt x="717" y="0"/>
                </a:lnTo>
                <a:lnTo>
                  <a:pt x="709" y="0"/>
                </a:lnTo>
                <a:lnTo>
                  <a:pt x="701" y="0"/>
                </a:lnTo>
                <a:lnTo>
                  <a:pt x="693" y="0"/>
                </a:lnTo>
                <a:lnTo>
                  <a:pt x="684" y="0"/>
                </a:lnTo>
                <a:lnTo>
                  <a:pt x="673" y="0"/>
                </a:lnTo>
                <a:lnTo>
                  <a:pt x="661" y="0"/>
                </a:lnTo>
                <a:lnTo>
                  <a:pt x="649" y="0"/>
                </a:lnTo>
                <a:lnTo>
                  <a:pt x="636" y="0"/>
                </a:lnTo>
                <a:lnTo>
                  <a:pt x="622" y="0"/>
                </a:lnTo>
                <a:lnTo>
                  <a:pt x="605" y="0"/>
                </a:lnTo>
                <a:lnTo>
                  <a:pt x="588" y="0"/>
                </a:lnTo>
                <a:lnTo>
                  <a:pt x="570" y="0"/>
                </a:lnTo>
                <a:lnTo>
                  <a:pt x="550" y="0"/>
                </a:lnTo>
                <a:lnTo>
                  <a:pt x="528" y="0"/>
                </a:lnTo>
                <a:lnTo>
                  <a:pt x="505" y="0"/>
                </a:lnTo>
                <a:lnTo>
                  <a:pt x="480" y="0"/>
                </a:lnTo>
                <a:lnTo>
                  <a:pt x="453" y="0"/>
                </a:lnTo>
                <a:lnTo>
                  <a:pt x="426" y="0"/>
                </a:lnTo>
                <a:close/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10" name="Rectangle 135"/>
          <p:cNvSpPr>
            <a:spLocks noChangeArrowheads="1"/>
          </p:cNvSpPr>
          <p:nvPr/>
        </p:nvSpPr>
        <p:spPr bwMode="auto">
          <a:xfrm>
            <a:off x="5070349" y="509580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11" name="Rectangle 136"/>
          <p:cNvSpPr>
            <a:spLocks noChangeArrowheads="1"/>
          </p:cNvSpPr>
          <p:nvPr/>
        </p:nvSpPr>
        <p:spPr bwMode="auto">
          <a:xfrm>
            <a:off x="5037228" y="8033173"/>
            <a:ext cx="254878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3413"/>
          </a:p>
        </p:txBody>
      </p:sp>
      <p:sp>
        <p:nvSpPr>
          <p:cNvPr id="24712" name="Rectangle 137"/>
          <p:cNvSpPr>
            <a:spLocks noChangeArrowheads="1"/>
          </p:cNvSpPr>
          <p:nvPr/>
        </p:nvSpPr>
        <p:spPr bwMode="auto">
          <a:xfrm>
            <a:off x="5232909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13" name="Rectangle 138"/>
          <p:cNvSpPr>
            <a:spLocks noChangeArrowheads="1"/>
          </p:cNvSpPr>
          <p:nvPr/>
        </p:nvSpPr>
        <p:spPr bwMode="auto">
          <a:xfrm>
            <a:off x="5648703" y="8033173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14" name="Rectangle 139"/>
          <p:cNvSpPr>
            <a:spLocks noChangeArrowheads="1"/>
          </p:cNvSpPr>
          <p:nvPr/>
        </p:nvSpPr>
        <p:spPr bwMode="auto">
          <a:xfrm>
            <a:off x="6011843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15" name="Rectangle 140"/>
          <p:cNvSpPr>
            <a:spLocks noChangeArrowheads="1"/>
          </p:cNvSpPr>
          <p:nvPr/>
        </p:nvSpPr>
        <p:spPr bwMode="auto">
          <a:xfrm>
            <a:off x="6372094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16" name="Rectangle 141"/>
          <p:cNvSpPr>
            <a:spLocks noChangeArrowheads="1"/>
          </p:cNvSpPr>
          <p:nvPr/>
        </p:nvSpPr>
        <p:spPr bwMode="auto">
          <a:xfrm>
            <a:off x="6488233" y="8141547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17" name="Rectangle 142"/>
          <p:cNvSpPr>
            <a:spLocks noChangeArrowheads="1"/>
          </p:cNvSpPr>
          <p:nvPr/>
        </p:nvSpPr>
        <p:spPr bwMode="auto">
          <a:xfrm>
            <a:off x="6604645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18" name="Rectangle 143"/>
          <p:cNvSpPr>
            <a:spLocks noChangeArrowheads="1"/>
          </p:cNvSpPr>
          <p:nvPr/>
        </p:nvSpPr>
        <p:spPr bwMode="auto">
          <a:xfrm>
            <a:off x="6723042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19" name="Rectangle 144"/>
          <p:cNvSpPr>
            <a:spLocks noChangeArrowheads="1"/>
          </p:cNvSpPr>
          <p:nvPr/>
        </p:nvSpPr>
        <p:spPr bwMode="auto">
          <a:xfrm>
            <a:off x="7083294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20" name="Rectangle 145"/>
          <p:cNvSpPr>
            <a:spLocks noChangeArrowheads="1"/>
          </p:cNvSpPr>
          <p:nvPr/>
        </p:nvSpPr>
        <p:spPr bwMode="auto">
          <a:xfrm>
            <a:off x="7199434" y="8141547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21" name="Rectangle 146"/>
          <p:cNvSpPr>
            <a:spLocks noChangeArrowheads="1"/>
          </p:cNvSpPr>
          <p:nvPr/>
        </p:nvSpPr>
        <p:spPr bwMode="auto">
          <a:xfrm>
            <a:off x="7315846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22" name="Rectangle 147"/>
          <p:cNvSpPr>
            <a:spLocks noChangeArrowheads="1"/>
          </p:cNvSpPr>
          <p:nvPr/>
        </p:nvSpPr>
        <p:spPr bwMode="auto">
          <a:xfrm>
            <a:off x="7434243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23" name="Rectangle 148"/>
          <p:cNvSpPr>
            <a:spLocks noChangeArrowheads="1"/>
          </p:cNvSpPr>
          <p:nvPr/>
        </p:nvSpPr>
        <p:spPr bwMode="auto">
          <a:xfrm>
            <a:off x="7787891" y="8033173"/>
            <a:ext cx="269304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3413"/>
          </a:p>
        </p:txBody>
      </p:sp>
      <p:sp>
        <p:nvSpPr>
          <p:cNvPr id="24724" name="Rectangle 149"/>
          <p:cNvSpPr>
            <a:spLocks noChangeArrowheads="1"/>
          </p:cNvSpPr>
          <p:nvPr/>
        </p:nvSpPr>
        <p:spPr bwMode="auto">
          <a:xfrm>
            <a:off x="6180363" y="8033173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25" name="Rectangle 150"/>
          <p:cNvSpPr>
            <a:spLocks noChangeArrowheads="1"/>
          </p:cNvSpPr>
          <p:nvPr/>
        </p:nvSpPr>
        <p:spPr bwMode="auto">
          <a:xfrm>
            <a:off x="6891564" y="8033173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26" name="Rectangle 151"/>
          <p:cNvSpPr>
            <a:spLocks noChangeArrowheads="1"/>
          </p:cNvSpPr>
          <p:nvPr/>
        </p:nvSpPr>
        <p:spPr bwMode="auto">
          <a:xfrm>
            <a:off x="7602763" y="8033173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27" name="Rectangle 152"/>
          <p:cNvSpPr>
            <a:spLocks noChangeArrowheads="1"/>
          </p:cNvSpPr>
          <p:nvPr/>
        </p:nvSpPr>
        <p:spPr bwMode="auto">
          <a:xfrm>
            <a:off x="7972858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28" name="Rectangle 153"/>
          <p:cNvSpPr>
            <a:spLocks noChangeArrowheads="1"/>
          </p:cNvSpPr>
          <p:nvPr/>
        </p:nvSpPr>
        <p:spPr bwMode="auto">
          <a:xfrm>
            <a:off x="8088998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29" name="Rectangle 154"/>
          <p:cNvSpPr>
            <a:spLocks noChangeArrowheads="1"/>
          </p:cNvSpPr>
          <p:nvPr/>
        </p:nvSpPr>
        <p:spPr bwMode="auto">
          <a:xfrm>
            <a:off x="8205410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30" name="Rectangle 155"/>
          <p:cNvSpPr>
            <a:spLocks noChangeArrowheads="1"/>
          </p:cNvSpPr>
          <p:nvPr/>
        </p:nvSpPr>
        <p:spPr bwMode="auto">
          <a:xfrm>
            <a:off x="8321549" y="8157352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31" name="Rectangle 156"/>
          <p:cNvSpPr>
            <a:spLocks noChangeArrowheads="1"/>
          </p:cNvSpPr>
          <p:nvPr/>
        </p:nvSpPr>
        <p:spPr bwMode="auto">
          <a:xfrm>
            <a:off x="8437960" y="8033173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32" name="Rectangle 157"/>
          <p:cNvSpPr>
            <a:spLocks noChangeArrowheads="1"/>
          </p:cNvSpPr>
          <p:nvPr/>
        </p:nvSpPr>
        <p:spPr bwMode="auto">
          <a:xfrm>
            <a:off x="8554101" y="8148321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3413"/>
          </a:p>
        </p:txBody>
      </p:sp>
      <p:sp>
        <p:nvSpPr>
          <p:cNvPr id="24733" name="Line 158"/>
          <p:cNvSpPr>
            <a:spLocks noChangeShapeType="1"/>
          </p:cNvSpPr>
          <p:nvPr/>
        </p:nvSpPr>
        <p:spPr bwMode="auto">
          <a:xfrm flipH="1">
            <a:off x="5700890" y="8039948"/>
            <a:ext cx="108373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34" name="Line 159"/>
          <p:cNvSpPr>
            <a:spLocks noChangeShapeType="1"/>
          </p:cNvSpPr>
          <p:nvPr/>
        </p:nvSpPr>
        <p:spPr bwMode="auto">
          <a:xfrm flipH="1">
            <a:off x="6353387" y="8039948"/>
            <a:ext cx="81280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35" name="Line 160"/>
          <p:cNvSpPr>
            <a:spLocks noChangeShapeType="1"/>
          </p:cNvSpPr>
          <p:nvPr/>
        </p:nvSpPr>
        <p:spPr bwMode="auto">
          <a:xfrm flipH="1">
            <a:off x="7060072" y="8039948"/>
            <a:ext cx="81280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36" name="Line 161"/>
          <p:cNvSpPr>
            <a:spLocks noChangeShapeType="1"/>
          </p:cNvSpPr>
          <p:nvPr/>
        </p:nvSpPr>
        <p:spPr bwMode="auto">
          <a:xfrm flipH="1">
            <a:off x="8416996" y="8039948"/>
            <a:ext cx="81280" cy="225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37" name="Rectangle 162"/>
          <p:cNvSpPr>
            <a:spLocks noChangeArrowheads="1"/>
          </p:cNvSpPr>
          <p:nvPr/>
        </p:nvSpPr>
        <p:spPr bwMode="auto">
          <a:xfrm>
            <a:off x="5462390" y="8033173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sz="3413"/>
          </a:p>
        </p:txBody>
      </p:sp>
      <p:sp>
        <p:nvSpPr>
          <p:cNvPr id="24738" name="Rectangle 163"/>
          <p:cNvSpPr>
            <a:spLocks noChangeArrowheads="1"/>
          </p:cNvSpPr>
          <p:nvPr/>
        </p:nvSpPr>
        <p:spPr bwMode="auto">
          <a:xfrm>
            <a:off x="3225361" y="3806613"/>
            <a:ext cx="254878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3413"/>
          </a:p>
        </p:txBody>
      </p:sp>
      <p:sp>
        <p:nvSpPr>
          <p:cNvPr id="24739" name="Rectangle 164"/>
          <p:cNvSpPr>
            <a:spLocks noChangeArrowheads="1"/>
          </p:cNvSpPr>
          <p:nvPr/>
        </p:nvSpPr>
        <p:spPr bwMode="auto">
          <a:xfrm>
            <a:off x="3483132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40" name="Rectangle 165"/>
          <p:cNvSpPr>
            <a:spLocks noChangeArrowheads="1"/>
          </p:cNvSpPr>
          <p:nvPr/>
        </p:nvSpPr>
        <p:spPr bwMode="auto">
          <a:xfrm>
            <a:off x="3898925" y="3781778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41" name="Rectangle 166"/>
          <p:cNvSpPr>
            <a:spLocks noChangeArrowheads="1"/>
          </p:cNvSpPr>
          <p:nvPr/>
        </p:nvSpPr>
        <p:spPr bwMode="auto">
          <a:xfrm>
            <a:off x="4262064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42" name="Rectangle 167"/>
          <p:cNvSpPr>
            <a:spLocks noChangeArrowheads="1"/>
          </p:cNvSpPr>
          <p:nvPr/>
        </p:nvSpPr>
        <p:spPr bwMode="auto">
          <a:xfrm>
            <a:off x="4555939" y="3781778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43" name="Rectangle 168"/>
          <p:cNvSpPr>
            <a:spLocks noChangeArrowheads="1"/>
          </p:cNvSpPr>
          <p:nvPr/>
        </p:nvSpPr>
        <p:spPr bwMode="auto">
          <a:xfrm>
            <a:off x="4916820" y="389241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44" name="Rectangle 169"/>
          <p:cNvSpPr>
            <a:spLocks noChangeArrowheads="1"/>
          </p:cNvSpPr>
          <p:nvPr/>
        </p:nvSpPr>
        <p:spPr bwMode="auto">
          <a:xfrm>
            <a:off x="4430586" y="3781778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45" name="Line 170"/>
          <p:cNvSpPr>
            <a:spLocks noChangeShapeType="1"/>
          </p:cNvSpPr>
          <p:nvPr/>
        </p:nvSpPr>
        <p:spPr bwMode="auto">
          <a:xfrm flipH="1">
            <a:off x="3964658" y="3806614"/>
            <a:ext cx="108373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46" name="Line 171"/>
          <p:cNvSpPr>
            <a:spLocks noChangeShapeType="1"/>
          </p:cNvSpPr>
          <p:nvPr/>
        </p:nvSpPr>
        <p:spPr bwMode="auto">
          <a:xfrm flipH="1">
            <a:off x="4779716" y="3806614"/>
            <a:ext cx="81280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47" name="Freeform 172"/>
          <p:cNvSpPr>
            <a:spLocks/>
          </p:cNvSpPr>
          <p:nvPr/>
        </p:nvSpPr>
        <p:spPr bwMode="auto">
          <a:xfrm>
            <a:off x="4822614" y="2512908"/>
            <a:ext cx="672818" cy="959555"/>
          </a:xfrm>
          <a:custGeom>
            <a:avLst/>
            <a:gdLst>
              <a:gd name="T0" fmla="*/ 2147483646 w 596"/>
              <a:gd name="T1" fmla="*/ 0 h 852"/>
              <a:gd name="T2" fmla="*/ 2147483646 w 596"/>
              <a:gd name="T3" fmla="*/ 0 h 852"/>
              <a:gd name="T4" fmla="*/ 2147483646 w 596"/>
              <a:gd name="T5" fmla="*/ 0 h 852"/>
              <a:gd name="T6" fmla="*/ 2147483646 w 596"/>
              <a:gd name="T7" fmla="*/ 0 h 852"/>
              <a:gd name="T8" fmla="*/ 2147483646 w 596"/>
              <a:gd name="T9" fmla="*/ 0 h 852"/>
              <a:gd name="T10" fmla="*/ 2147483646 w 596"/>
              <a:gd name="T11" fmla="*/ 0 h 852"/>
              <a:gd name="T12" fmla="*/ 2147483646 w 596"/>
              <a:gd name="T13" fmla="*/ 0 h 852"/>
              <a:gd name="T14" fmla="*/ 2147483646 w 596"/>
              <a:gd name="T15" fmla="*/ 0 h 852"/>
              <a:gd name="T16" fmla="*/ 2147483646 w 596"/>
              <a:gd name="T17" fmla="*/ 993300809 h 852"/>
              <a:gd name="T18" fmla="*/ 2147483646 w 596"/>
              <a:gd name="T19" fmla="*/ 2147483646 h 852"/>
              <a:gd name="T20" fmla="*/ 2147483646 w 596"/>
              <a:gd name="T21" fmla="*/ 2147483646 h 852"/>
              <a:gd name="T22" fmla="*/ 2147483646 w 596"/>
              <a:gd name="T23" fmla="*/ 2147483646 h 852"/>
              <a:gd name="T24" fmla="*/ 2147483646 w 596"/>
              <a:gd name="T25" fmla="*/ 2147483646 h 852"/>
              <a:gd name="T26" fmla="*/ 2147483646 w 596"/>
              <a:gd name="T27" fmla="*/ 2147483646 h 852"/>
              <a:gd name="T28" fmla="*/ 2147483646 w 596"/>
              <a:gd name="T29" fmla="*/ 2147483646 h 852"/>
              <a:gd name="T30" fmla="*/ 2147483646 w 596"/>
              <a:gd name="T31" fmla="*/ 2147483646 h 852"/>
              <a:gd name="T32" fmla="*/ 1000502031 w 596"/>
              <a:gd name="T33" fmla="*/ 2147483646 h 852"/>
              <a:gd name="T34" fmla="*/ 500251413 w 596"/>
              <a:gd name="T35" fmla="*/ 2147483646 h 852"/>
              <a:gd name="T36" fmla="*/ 0 w 596"/>
              <a:gd name="T37" fmla="*/ 2147483646 h 852"/>
              <a:gd name="T38" fmla="*/ 0 w 596"/>
              <a:gd name="T39" fmla="*/ 2147483646 h 852"/>
              <a:gd name="T40" fmla="*/ 0 w 596"/>
              <a:gd name="T41" fmla="*/ 2147483646 h 852"/>
              <a:gd name="T42" fmla="*/ 0 w 596"/>
              <a:gd name="T43" fmla="*/ 2147483646 h 852"/>
              <a:gd name="T44" fmla="*/ 0 w 596"/>
              <a:gd name="T45" fmla="*/ 2147483646 h 852"/>
              <a:gd name="T46" fmla="*/ 0 w 596"/>
              <a:gd name="T47" fmla="*/ 2147483646 h 852"/>
              <a:gd name="T48" fmla="*/ 0 w 596"/>
              <a:gd name="T49" fmla="*/ 2147483646 h 852"/>
              <a:gd name="T50" fmla="*/ 0 w 596"/>
              <a:gd name="T51" fmla="*/ 2147483646 h 852"/>
              <a:gd name="T52" fmla="*/ 0 w 596"/>
              <a:gd name="T53" fmla="*/ 2147483646 h 852"/>
              <a:gd name="T54" fmla="*/ 0 w 596"/>
              <a:gd name="T55" fmla="*/ 2147483646 h 852"/>
              <a:gd name="T56" fmla="*/ 0 w 596"/>
              <a:gd name="T57" fmla="*/ 2147483646 h 852"/>
              <a:gd name="T58" fmla="*/ 0 w 596"/>
              <a:gd name="T59" fmla="*/ 2147483646 h 852"/>
              <a:gd name="T60" fmla="*/ 0 w 596"/>
              <a:gd name="T61" fmla="*/ 2147483646 h 852"/>
              <a:gd name="T62" fmla="*/ 0 w 596"/>
              <a:gd name="T63" fmla="*/ 2147483646 h 852"/>
              <a:gd name="T64" fmla="*/ 0 w 596"/>
              <a:gd name="T65" fmla="*/ 2147483646 h 852"/>
              <a:gd name="T66" fmla="*/ 0 w 596"/>
              <a:gd name="T67" fmla="*/ 2147483646 h 852"/>
              <a:gd name="T68" fmla="*/ 500251413 w 596"/>
              <a:gd name="T69" fmla="*/ 2147483646 h 852"/>
              <a:gd name="T70" fmla="*/ 1000502031 w 596"/>
              <a:gd name="T71" fmla="*/ 2147483646 h 852"/>
              <a:gd name="T72" fmla="*/ 2147483646 w 596"/>
              <a:gd name="T73" fmla="*/ 2147483646 h 852"/>
              <a:gd name="T74" fmla="*/ 2147483646 w 596"/>
              <a:gd name="T75" fmla="*/ 2147483646 h 852"/>
              <a:gd name="T76" fmla="*/ 2147483646 w 596"/>
              <a:gd name="T77" fmla="*/ 2147483646 h 852"/>
              <a:gd name="T78" fmla="*/ 2147483646 w 596"/>
              <a:gd name="T79" fmla="*/ 2147483646 h 852"/>
              <a:gd name="T80" fmla="*/ 2147483646 w 596"/>
              <a:gd name="T81" fmla="*/ 2147483646 h 852"/>
              <a:gd name="T82" fmla="*/ 2147483646 w 596"/>
              <a:gd name="T83" fmla="*/ 2147483646 h 852"/>
              <a:gd name="T84" fmla="*/ 2147483646 w 596"/>
              <a:gd name="T85" fmla="*/ 2147483646 h 852"/>
              <a:gd name="T86" fmla="*/ 2147483646 w 596"/>
              <a:gd name="T87" fmla="*/ 2147483646 h 852"/>
              <a:gd name="T88" fmla="*/ 2147483646 w 596"/>
              <a:gd name="T89" fmla="*/ 2147483646 h 852"/>
              <a:gd name="T90" fmla="*/ 2147483646 w 596"/>
              <a:gd name="T91" fmla="*/ 2147483646 h 852"/>
              <a:gd name="T92" fmla="*/ 2147483646 w 596"/>
              <a:gd name="T93" fmla="*/ 2147483646 h 852"/>
              <a:gd name="T94" fmla="*/ 2147483646 w 596"/>
              <a:gd name="T95" fmla="*/ 2147483646 h 852"/>
              <a:gd name="T96" fmla="*/ 2147483646 w 596"/>
              <a:gd name="T97" fmla="*/ 2147483646 h 852"/>
              <a:gd name="T98" fmla="*/ 2147483646 w 596"/>
              <a:gd name="T99" fmla="*/ 2147483646 h 852"/>
              <a:gd name="T100" fmla="*/ 2147483646 w 596"/>
              <a:gd name="T101" fmla="*/ 2147483646 h 852"/>
              <a:gd name="T102" fmla="*/ 2147483646 w 596"/>
              <a:gd name="T103" fmla="*/ 2147483646 h 85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96" h="852">
                <a:moveTo>
                  <a:pt x="596" y="0"/>
                </a:moveTo>
                <a:lnTo>
                  <a:pt x="570" y="0"/>
                </a:lnTo>
                <a:lnTo>
                  <a:pt x="543" y="0"/>
                </a:lnTo>
                <a:lnTo>
                  <a:pt x="520" y="0"/>
                </a:lnTo>
                <a:lnTo>
                  <a:pt x="497" y="0"/>
                </a:lnTo>
                <a:lnTo>
                  <a:pt x="477" y="0"/>
                </a:lnTo>
                <a:lnTo>
                  <a:pt x="457" y="0"/>
                </a:lnTo>
                <a:lnTo>
                  <a:pt x="439" y="0"/>
                </a:lnTo>
                <a:lnTo>
                  <a:pt x="422" y="0"/>
                </a:lnTo>
                <a:lnTo>
                  <a:pt x="406" y="0"/>
                </a:lnTo>
                <a:lnTo>
                  <a:pt x="392" y="0"/>
                </a:lnTo>
                <a:lnTo>
                  <a:pt x="377" y="0"/>
                </a:lnTo>
                <a:lnTo>
                  <a:pt x="365" y="0"/>
                </a:lnTo>
                <a:lnTo>
                  <a:pt x="353" y="0"/>
                </a:lnTo>
                <a:lnTo>
                  <a:pt x="341" y="0"/>
                </a:lnTo>
                <a:lnTo>
                  <a:pt x="332" y="0"/>
                </a:lnTo>
                <a:lnTo>
                  <a:pt x="321" y="0"/>
                </a:lnTo>
                <a:lnTo>
                  <a:pt x="312" y="0"/>
                </a:lnTo>
                <a:lnTo>
                  <a:pt x="303" y="0"/>
                </a:lnTo>
                <a:lnTo>
                  <a:pt x="294" y="0"/>
                </a:lnTo>
                <a:lnTo>
                  <a:pt x="286" y="0"/>
                </a:lnTo>
                <a:lnTo>
                  <a:pt x="279" y="0"/>
                </a:lnTo>
                <a:lnTo>
                  <a:pt x="270" y="0"/>
                </a:lnTo>
                <a:lnTo>
                  <a:pt x="263" y="0"/>
                </a:lnTo>
                <a:lnTo>
                  <a:pt x="256" y="0"/>
                </a:lnTo>
                <a:lnTo>
                  <a:pt x="247" y="0"/>
                </a:lnTo>
                <a:lnTo>
                  <a:pt x="240" y="0"/>
                </a:lnTo>
                <a:lnTo>
                  <a:pt x="232" y="0"/>
                </a:lnTo>
                <a:lnTo>
                  <a:pt x="223" y="0"/>
                </a:lnTo>
                <a:lnTo>
                  <a:pt x="215" y="0"/>
                </a:lnTo>
                <a:lnTo>
                  <a:pt x="207" y="0"/>
                </a:lnTo>
                <a:lnTo>
                  <a:pt x="197" y="0"/>
                </a:lnTo>
                <a:lnTo>
                  <a:pt x="186" y="0"/>
                </a:lnTo>
                <a:lnTo>
                  <a:pt x="177" y="0"/>
                </a:lnTo>
                <a:lnTo>
                  <a:pt x="167" y="0"/>
                </a:lnTo>
                <a:lnTo>
                  <a:pt x="157" y="0"/>
                </a:lnTo>
                <a:lnTo>
                  <a:pt x="149" y="0"/>
                </a:lnTo>
                <a:lnTo>
                  <a:pt x="142" y="0"/>
                </a:lnTo>
                <a:lnTo>
                  <a:pt x="134" y="0"/>
                </a:lnTo>
                <a:lnTo>
                  <a:pt x="127" y="0"/>
                </a:lnTo>
                <a:lnTo>
                  <a:pt x="121" y="0"/>
                </a:lnTo>
                <a:lnTo>
                  <a:pt x="115" y="2"/>
                </a:lnTo>
                <a:lnTo>
                  <a:pt x="109" y="2"/>
                </a:lnTo>
                <a:lnTo>
                  <a:pt x="104" y="2"/>
                </a:lnTo>
                <a:lnTo>
                  <a:pt x="100" y="3"/>
                </a:lnTo>
                <a:lnTo>
                  <a:pt x="95" y="3"/>
                </a:lnTo>
                <a:lnTo>
                  <a:pt x="91" y="4"/>
                </a:lnTo>
                <a:lnTo>
                  <a:pt x="88" y="4"/>
                </a:lnTo>
                <a:lnTo>
                  <a:pt x="84" y="5"/>
                </a:lnTo>
                <a:lnTo>
                  <a:pt x="80" y="6"/>
                </a:lnTo>
                <a:lnTo>
                  <a:pt x="77" y="8"/>
                </a:lnTo>
                <a:lnTo>
                  <a:pt x="74" y="9"/>
                </a:lnTo>
                <a:lnTo>
                  <a:pt x="71" y="10"/>
                </a:lnTo>
                <a:lnTo>
                  <a:pt x="68" y="12"/>
                </a:lnTo>
                <a:lnTo>
                  <a:pt x="66" y="14"/>
                </a:lnTo>
                <a:lnTo>
                  <a:pt x="63" y="16"/>
                </a:lnTo>
                <a:lnTo>
                  <a:pt x="60" y="18"/>
                </a:lnTo>
                <a:lnTo>
                  <a:pt x="57" y="21"/>
                </a:lnTo>
                <a:lnTo>
                  <a:pt x="55" y="23"/>
                </a:lnTo>
                <a:lnTo>
                  <a:pt x="53" y="26"/>
                </a:lnTo>
                <a:lnTo>
                  <a:pt x="49" y="29"/>
                </a:lnTo>
                <a:lnTo>
                  <a:pt x="47" y="32"/>
                </a:lnTo>
                <a:lnTo>
                  <a:pt x="43" y="35"/>
                </a:lnTo>
                <a:lnTo>
                  <a:pt x="41" y="39"/>
                </a:lnTo>
                <a:lnTo>
                  <a:pt x="37" y="43"/>
                </a:lnTo>
                <a:lnTo>
                  <a:pt x="33" y="46"/>
                </a:lnTo>
                <a:lnTo>
                  <a:pt x="30" y="50"/>
                </a:lnTo>
                <a:lnTo>
                  <a:pt x="27" y="53"/>
                </a:lnTo>
                <a:lnTo>
                  <a:pt x="25" y="57"/>
                </a:lnTo>
                <a:lnTo>
                  <a:pt x="23" y="61"/>
                </a:lnTo>
                <a:lnTo>
                  <a:pt x="20" y="63"/>
                </a:lnTo>
                <a:lnTo>
                  <a:pt x="18" y="65"/>
                </a:lnTo>
                <a:lnTo>
                  <a:pt x="15" y="69"/>
                </a:lnTo>
                <a:lnTo>
                  <a:pt x="13" y="71"/>
                </a:lnTo>
                <a:lnTo>
                  <a:pt x="12" y="74"/>
                </a:lnTo>
                <a:lnTo>
                  <a:pt x="11" y="77"/>
                </a:lnTo>
                <a:lnTo>
                  <a:pt x="8" y="80"/>
                </a:lnTo>
                <a:lnTo>
                  <a:pt x="7" y="82"/>
                </a:lnTo>
                <a:lnTo>
                  <a:pt x="6" y="85"/>
                </a:lnTo>
                <a:lnTo>
                  <a:pt x="6" y="88"/>
                </a:lnTo>
                <a:lnTo>
                  <a:pt x="5" y="91"/>
                </a:lnTo>
                <a:lnTo>
                  <a:pt x="3" y="94"/>
                </a:lnTo>
                <a:lnTo>
                  <a:pt x="2" y="97"/>
                </a:lnTo>
                <a:lnTo>
                  <a:pt x="2" y="100"/>
                </a:lnTo>
                <a:lnTo>
                  <a:pt x="2" y="104"/>
                </a:lnTo>
                <a:lnTo>
                  <a:pt x="1" y="107"/>
                </a:lnTo>
                <a:lnTo>
                  <a:pt x="1" y="112"/>
                </a:lnTo>
                <a:lnTo>
                  <a:pt x="1" y="116"/>
                </a:lnTo>
                <a:lnTo>
                  <a:pt x="0" y="121"/>
                </a:lnTo>
                <a:lnTo>
                  <a:pt x="0" y="125"/>
                </a:lnTo>
                <a:lnTo>
                  <a:pt x="0" y="130"/>
                </a:lnTo>
                <a:lnTo>
                  <a:pt x="0" y="136"/>
                </a:lnTo>
                <a:lnTo>
                  <a:pt x="0" y="142"/>
                </a:lnTo>
                <a:lnTo>
                  <a:pt x="0" y="148"/>
                </a:lnTo>
                <a:lnTo>
                  <a:pt x="0" y="156"/>
                </a:lnTo>
                <a:lnTo>
                  <a:pt x="0" y="163"/>
                </a:lnTo>
                <a:lnTo>
                  <a:pt x="0" y="170"/>
                </a:lnTo>
                <a:lnTo>
                  <a:pt x="0" y="178"/>
                </a:lnTo>
                <a:lnTo>
                  <a:pt x="0" y="186"/>
                </a:lnTo>
                <a:lnTo>
                  <a:pt x="0" y="193"/>
                </a:lnTo>
                <a:lnTo>
                  <a:pt x="0" y="199"/>
                </a:lnTo>
                <a:lnTo>
                  <a:pt x="0" y="205"/>
                </a:lnTo>
                <a:lnTo>
                  <a:pt x="0" y="211"/>
                </a:lnTo>
                <a:lnTo>
                  <a:pt x="0" y="217"/>
                </a:lnTo>
                <a:lnTo>
                  <a:pt x="0" y="223"/>
                </a:lnTo>
                <a:lnTo>
                  <a:pt x="0" y="228"/>
                </a:lnTo>
                <a:lnTo>
                  <a:pt x="0" y="234"/>
                </a:lnTo>
                <a:lnTo>
                  <a:pt x="0" y="238"/>
                </a:lnTo>
                <a:lnTo>
                  <a:pt x="0" y="244"/>
                </a:lnTo>
                <a:lnTo>
                  <a:pt x="0" y="249"/>
                </a:lnTo>
                <a:lnTo>
                  <a:pt x="0" y="255"/>
                </a:lnTo>
                <a:lnTo>
                  <a:pt x="0" y="260"/>
                </a:lnTo>
                <a:lnTo>
                  <a:pt x="0" y="266"/>
                </a:lnTo>
                <a:lnTo>
                  <a:pt x="0" y="272"/>
                </a:lnTo>
                <a:lnTo>
                  <a:pt x="0" y="279"/>
                </a:lnTo>
                <a:lnTo>
                  <a:pt x="0" y="285"/>
                </a:lnTo>
                <a:lnTo>
                  <a:pt x="0" y="293"/>
                </a:lnTo>
                <a:lnTo>
                  <a:pt x="0" y="301"/>
                </a:lnTo>
                <a:lnTo>
                  <a:pt x="0" y="308"/>
                </a:lnTo>
                <a:lnTo>
                  <a:pt x="0" y="317"/>
                </a:lnTo>
                <a:lnTo>
                  <a:pt x="0" y="326"/>
                </a:lnTo>
                <a:lnTo>
                  <a:pt x="0" y="336"/>
                </a:lnTo>
                <a:lnTo>
                  <a:pt x="0" y="347"/>
                </a:lnTo>
                <a:lnTo>
                  <a:pt x="0" y="357"/>
                </a:lnTo>
                <a:lnTo>
                  <a:pt x="0" y="370"/>
                </a:lnTo>
                <a:lnTo>
                  <a:pt x="0" y="383"/>
                </a:lnTo>
                <a:lnTo>
                  <a:pt x="0" y="396"/>
                </a:lnTo>
                <a:lnTo>
                  <a:pt x="0" y="410"/>
                </a:lnTo>
                <a:lnTo>
                  <a:pt x="0" y="426"/>
                </a:lnTo>
                <a:lnTo>
                  <a:pt x="0" y="442"/>
                </a:lnTo>
                <a:lnTo>
                  <a:pt x="0" y="456"/>
                </a:lnTo>
                <a:lnTo>
                  <a:pt x="0" y="469"/>
                </a:lnTo>
                <a:lnTo>
                  <a:pt x="0" y="483"/>
                </a:lnTo>
                <a:lnTo>
                  <a:pt x="0" y="495"/>
                </a:lnTo>
                <a:lnTo>
                  <a:pt x="0" y="505"/>
                </a:lnTo>
                <a:lnTo>
                  <a:pt x="0" y="516"/>
                </a:lnTo>
                <a:lnTo>
                  <a:pt x="0" y="526"/>
                </a:lnTo>
                <a:lnTo>
                  <a:pt x="0" y="535"/>
                </a:lnTo>
                <a:lnTo>
                  <a:pt x="0" y="544"/>
                </a:lnTo>
                <a:lnTo>
                  <a:pt x="0" y="552"/>
                </a:lnTo>
                <a:lnTo>
                  <a:pt x="0" y="559"/>
                </a:lnTo>
                <a:lnTo>
                  <a:pt x="0" y="567"/>
                </a:lnTo>
                <a:lnTo>
                  <a:pt x="0" y="574"/>
                </a:lnTo>
                <a:lnTo>
                  <a:pt x="0" y="580"/>
                </a:lnTo>
                <a:lnTo>
                  <a:pt x="0" y="586"/>
                </a:lnTo>
                <a:lnTo>
                  <a:pt x="0" y="592"/>
                </a:lnTo>
                <a:lnTo>
                  <a:pt x="0" y="598"/>
                </a:lnTo>
                <a:lnTo>
                  <a:pt x="0" y="603"/>
                </a:lnTo>
                <a:lnTo>
                  <a:pt x="0" y="609"/>
                </a:lnTo>
                <a:lnTo>
                  <a:pt x="0" y="614"/>
                </a:lnTo>
                <a:lnTo>
                  <a:pt x="0" y="620"/>
                </a:lnTo>
                <a:lnTo>
                  <a:pt x="0" y="624"/>
                </a:lnTo>
                <a:lnTo>
                  <a:pt x="0" y="629"/>
                </a:lnTo>
                <a:lnTo>
                  <a:pt x="0" y="635"/>
                </a:lnTo>
                <a:lnTo>
                  <a:pt x="0" y="641"/>
                </a:lnTo>
                <a:lnTo>
                  <a:pt x="0" y="647"/>
                </a:lnTo>
                <a:lnTo>
                  <a:pt x="0" y="653"/>
                </a:lnTo>
                <a:lnTo>
                  <a:pt x="0" y="659"/>
                </a:lnTo>
                <a:lnTo>
                  <a:pt x="0" y="666"/>
                </a:lnTo>
                <a:lnTo>
                  <a:pt x="0" y="674"/>
                </a:lnTo>
                <a:lnTo>
                  <a:pt x="0" y="682"/>
                </a:lnTo>
                <a:lnTo>
                  <a:pt x="0" y="689"/>
                </a:lnTo>
                <a:lnTo>
                  <a:pt x="0" y="696"/>
                </a:lnTo>
                <a:lnTo>
                  <a:pt x="0" y="704"/>
                </a:lnTo>
                <a:lnTo>
                  <a:pt x="0" y="710"/>
                </a:lnTo>
                <a:lnTo>
                  <a:pt x="0" y="716"/>
                </a:lnTo>
                <a:lnTo>
                  <a:pt x="0" y="722"/>
                </a:lnTo>
                <a:lnTo>
                  <a:pt x="0" y="727"/>
                </a:lnTo>
                <a:lnTo>
                  <a:pt x="0" y="731"/>
                </a:lnTo>
                <a:lnTo>
                  <a:pt x="1" y="736"/>
                </a:lnTo>
                <a:lnTo>
                  <a:pt x="1" y="741"/>
                </a:lnTo>
                <a:lnTo>
                  <a:pt x="1" y="745"/>
                </a:lnTo>
                <a:lnTo>
                  <a:pt x="2" y="748"/>
                </a:lnTo>
                <a:lnTo>
                  <a:pt x="2" y="752"/>
                </a:lnTo>
                <a:lnTo>
                  <a:pt x="2" y="755"/>
                </a:lnTo>
                <a:lnTo>
                  <a:pt x="3" y="758"/>
                </a:lnTo>
                <a:lnTo>
                  <a:pt x="5" y="761"/>
                </a:lnTo>
                <a:lnTo>
                  <a:pt x="6" y="764"/>
                </a:lnTo>
                <a:lnTo>
                  <a:pt x="6" y="767"/>
                </a:lnTo>
                <a:lnTo>
                  <a:pt x="7" y="770"/>
                </a:lnTo>
                <a:lnTo>
                  <a:pt x="8" y="772"/>
                </a:lnTo>
                <a:lnTo>
                  <a:pt x="11" y="776"/>
                </a:lnTo>
                <a:lnTo>
                  <a:pt x="12" y="778"/>
                </a:lnTo>
                <a:lnTo>
                  <a:pt x="13" y="781"/>
                </a:lnTo>
                <a:lnTo>
                  <a:pt x="15" y="783"/>
                </a:lnTo>
                <a:lnTo>
                  <a:pt x="18" y="787"/>
                </a:lnTo>
                <a:lnTo>
                  <a:pt x="20" y="789"/>
                </a:lnTo>
                <a:lnTo>
                  <a:pt x="23" y="793"/>
                </a:lnTo>
                <a:lnTo>
                  <a:pt x="25" y="795"/>
                </a:lnTo>
                <a:lnTo>
                  <a:pt x="27" y="799"/>
                </a:lnTo>
                <a:lnTo>
                  <a:pt x="30" y="802"/>
                </a:lnTo>
                <a:lnTo>
                  <a:pt x="33" y="806"/>
                </a:lnTo>
                <a:lnTo>
                  <a:pt x="37" y="809"/>
                </a:lnTo>
                <a:lnTo>
                  <a:pt x="41" y="813"/>
                </a:lnTo>
                <a:lnTo>
                  <a:pt x="43" y="817"/>
                </a:lnTo>
                <a:lnTo>
                  <a:pt x="47" y="820"/>
                </a:lnTo>
                <a:lnTo>
                  <a:pt x="49" y="824"/>
                </a:lnTo>
                <a:lnTo>
                  <a:pt x="53" y="826"/>
                </a:lnTo>
                <a:lnTo>
                  <a:pt x="55" y="829"/>
                </a:lnTo>
                <a:lnTo>
                  <a:pt x="57" y="832"/>
                </a:lnTo>
                <a:lnTo>
                  <a:pt x="60" y="835"/>
                </a:lnTo>
                <a:lnTo>
                  <a:pt x="62" y="836"/>
                </a:lnTo>
                <a:lnTo>
                  <a:pt x="65" y="838"/>
                </a:lnTo>
                <a:lnTo>
                  <a:pt x="67" y="840"/>
                </a:lnTo>
                <a:lnTo>
                  <a:pt x="70" y="842"/>
                </a:lnTo>
                <a:lnTo>
                  <a:pt x="72" y="843"/>
                </a:lnTo>
                <a:lnTo>
                  <a:pt x="74" y="844"/>
                </a:lnTo>
                <a:lnTo>
                  <a:pt x="77" y="846"/>
                </a:lnTo>
                <a:lnTo>
                  <a:pt x="79" y="847"/>
                </a:lnTo>
                <a:lnTo>
                  <a:pt x="82" y="848"/>
                </a:lnTo>
                <a:lnTo>
                  <a:pt x="84" y="848"/>
                </a:lnTo>
                <a:lnTo>
                  <a:pt x="88" y="849"/>
                </a:lnTo>
                <a:lnTo>
                  <a:pt x="91" y="850"/>
                </a:lnTo>
                <a:lnTo>
                  <a:pt x="94" y="850"/>
                </a:lnTo>
                <a:lnTo>
                  <a:pt x="97" y="850"/>
                </a:lnTo>
                <a:lnTo>
                  <a:pt x="101" y="852"/>
                </a:lnTo>
                <a:lnTo>
                  <a:pt x="106" y="852"/>
                </a:lnTo>
                <a:lnTo>
                  <a:pt x="109" y="852"/>
                </a:lnTo>
                <a:lnTo>
                  <a:pt x="114" y="852"/>
                </a:lnTo>
                <a:lnTo>
                  <a:pt x="119" y="852"/>
                </a:lnTo>
                <a:lnTo>
                  <a:pt x="124" y="852"/>
                </a:lnTo>
                <a:lnTo>
                  <a:pt x="130" y="852"/>
                </a:lnTo>
                <a:lnTo>
                  <a:pt x="136" y="852"/>
                </a:lnTo>
                <a:lnTo>
                  <a:pt x="142" y="852"/>
                </a:lnTo>
                <a:lnTo>
                  <a:pt x="149" y="852"/>
                </a:lnTo>
                <a:lnTo>
                  <a:pt x="156" y="852"/>
                </a:lnTo>
                <a:lnTo>
                  <a:pt x="162" y="852"/>
                </a:lnTo>
                <a:lnTo>
                  <a:pt x="168" y="852"/>
                </a:lnTo>
                <a:lnTo>
                  <a:pt x="174" y="852"/>
                </a:lnTo>
                <a:lnTo>
                  <a:pt x="180" y="852"/>
                </a:lnTo>
                <a:lnTo>
                  <a:pt x="186" y="852"/>
                </a:lnTo>
                <a:lnTo>
                  <a:pt x="192" y="852"/>
                </a:lnTo>
                <a:lnTo>
                  <a:pt x="198" y="852"/>
                </a:lnTo>
                <a:lnTo>
                  <a:pt x="204" y="852"/>
                </a:lnTo>
                <a:lnTo>
                  <a:pt x="210" y="852"/>
                </a:lnTo>
                <a:lnTo>
                  <a:pt x="217" y="852"/>
                </a:lnTo>
                <a:lnTo>
                  <a:pt x="225" y="852"/>
                </a:lnTo>
                <a:lnTo>
                  <a:pt x="233" y="852"/>
                </a:lnTo>
                <a:lnTo>
                  <a:pt x="241" y="852"/>
                </a:lnTo>
                <a:lnTo>
                  <a:pt x="251" y="852"/>
                </a:lnTo>
                <a:lnTo>
                  <a:pt x="261" y="852"/>
                </a:lnTo>
                <a:lnTo>
                  <a:pt x="271" y="852"/>
                </a:lnTo>
                <a:lnTo>
                  <a:pt x="283" y="852"/>
                </a:lnTo>
                <a:lnTo>
                  <a:pt x="297" y="852"/>
                </a:lnTo>
                <a:lnTo>
                  <a:pt x="310" y="852"/>
                </a:lnTo>
                <a:lnTo>
                  <a:pt x="326" y="852"/>
                </a:lnTo>
                <a:lnTo>
                  <a:pt x="342" y="852"/>
                </a:lnTo>
                <a:lnTo>
                  <a:pt x="360" y="852"/>
                </a:lnTo>
                <a:lnTo>
                  <a:pt x="380" y="852"/>
                </a:lnTo>
                <a:lnTo>
                  <a:pt x="400" y="852"/>
                </a:lnTo>
                <a:lnTo>
                  <a:pt x="423" y="852"/>
                </a:lnTo>
                <a:lnTo>
                  <a:pt x="447" y="852"/>
                </a:lnTo>
                <a:lnTo>
                  <a:pt x="473" y="852"/>
                </a:lnTo>
                <a:lnTo>
                  <a:pt x="501" y="852"/>
                </a:lnTo>
                <a:lnTo>
                  <a:pt x="531" y="852"/>
                </a:lnTo>
                <a:lnTo>
                  <a:pt x="562" y="852"/>
                </a:lnTo>
                <a:lnTo>
                  <a:pt x="596" y="852"/>
                </a:lnTo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48" name="Freeform 173"/>
          <p:cNvSpPr>
            <a:spLocks/>
          </p:cNvSpPr>
          <p:nvPr/>
        </p:nvSpPr>
        <p:spPr bwMode="auto">
          <a:xfrm>
            <a:off x="2801903" y="2512908"/>
            <a:ext cx="675075" cy="959555"/>
          </a:xfrm>
          <a:custGeom>
            <a:avLst/>
            <a:gdLst>
              <a:gd name="T0" fmla="*/ 2147483646 w 596"/>
              <a:gd name="T1" fmla="*/ 0 h 852"/>
              <a:gd name="T2" fmla="*/ 2147483646 w 596"/>
              <a:gd name="T3" fmla="*/ 0 h 852"/>
              <a:gd name="T4" fmla="*/ 2147483646 w 596"/>
              <a:gd name="T5" fmla="*/ 0 h 852"/>
              <a:gd name="T6" fmla="*/ 2147483646 w 596"/>
              <a:gd name="T7" fmla="*/ 0 h 852"/>
              <a:gd name="T8" fmla="*/ 2147483646 w 596"/>
              <a:gd name="T9" fmla="*/ 0 h 852"/>
              <a:gd name="T10" fmla="*/ 2147483646 w 596"/>
              <a:gd name="T11" fmla="*/ 0 h 852"/>
              <a:gd name="T12" fmla="*/ 2147483646 w 596"/>
              <a:gd name="T13" fmla="*/ 0 h 852"/>
              <a:gd name="T14" fmla="*/ 2147483646 w 596"/>
              <a:gd name="T15" fmla="*/ 0 h 852"/>
              <a:gd name="T16" fmla="*/ 2147483646 w 596"/>
              <a:gd name="T17" fmla="*/ 993300809 h 852"/>
              <a:gd name="T18" fmla="*/ 2147483646 w 596"/>
              <a:gd name="T19" fmla="*/ 2147483646 h 852"/>
              <a:gd name="T20" fmla="*/ 2147483646 w 596"/>
              <a:gd name="T21" fmla="*/ 2147483646 h 852"/>
              <a:gd name="T22" fmla="*/ 2147483646 w 596"/>
              <a:gd name="T23" fmla="*/ 2147483646 h 852"/>
              <a:gd name="T24" fmla="*/ 2147483646 w 596"/>
              <a:gd name="T25" fmla="*/ 2147483646 h 852"/>
              <a:gd name="T26" fmla="*/ 2147483646 w 596"/>
              <a:gd name="T27" fmla="*/ 2147483646 h 852"/>
              <a:gd name="T28" fmla="*/ 2147483646 w 596"/>
              <a:gd name="T29" fmla="*/ 2147483646 h 852"/>
              <a:gd name="T30" fmla="*/ 2147483646 w 596"/>
              <a:gd name="T31" fmla="*/ 2147483646 h 852"/>
              <a:gd name="T32" fmla="*/ 2147483646 w 596"/>
              <a:gd name="T33" fmla="*/ 2147483646 h 852"/>
              <a:gd name="T34" fmla="*/ 2147483646 w 596"/>
              <a:gd name="T35" fmla="*/ 2147483646 h 852"/>
              <a:gd name="T36" fmla="*/ 2147483646 w 596"/>
              <a:gd name="T37" fmla="*/ 2147483646 h 852"/>
              <a:gd name="T38" fmla="*/ 2147483646 w 596"/>
              <a:gd name="T39" fmla="*/ 2147483646 h 852"/>
              <a:gd name="T40" fmla="*/ 2147483646 w 596"/>
              <a:gd name="T41" fmla="*/ 2147483646 h 852"/>
              <a:gd name="T42" fmla="*/ 2147483646 w 596"/>
              <a:gd name="T43" fmla="*/ 2147483646 h 852"/>
              <a:gd name="T44" fmla="*/ 2147483646 w 596"/>
              <a:gd name="T45" fmla="*/ 2147483646 h 852"/>
              <a:gd name="T46" fmla="*/ 2147483646 w 596"/>
              <a:gd name="T47" fmla="*/ 2147483646 h 852"/>
              <a:gd name="T48" fmla="*/ 2147483646 w 596"/>
              <a:gd name="T49" fmla="*/ 2147483646 h 852"/>
              <a:gd name="T50" fmla="*/ 2147483646 w 596"/>
              <a:gd name="T51" fmla="*/ 2147483646 h 852"/>
              <a:gd name="T52" fmla="*/ 2147483646 w 596"/>
              <a:gd name="T53" fmla="*/ 2147483646 h 852"/>
              <a:gd name="T54" fmla="*/ 2147483646 w 596"/>
              <a:gd name="T55" fmla="*/ 2147483646 h 852"/>
              <a:gd name="T56" fmla="*/ 2147483646 w 596"/>
              <a:gd name="T57" fmla="*/ 2147483646 h 852"/>
              <a:gd name="T58" fmla="*/ 2147483646 w 596"/>
              <a:gd name="T59" fmla="*/ 2147483646 h 852"/>
              <a:gd name="T60" fmla="*/ 2147483646 w 596"/>
              <a:gd name="T61" fmla="*/ 2147483646 h 852"/>
              <a:gd name="T62" fmla="*/ 2147483646 w 596"/>
              <a:gd name="T63" fmla="*/ 2147483646 h 852"/>
              <a:gd name="T64" fmla="*/ 2147483646 w 596"/>
              <a:gd name="T65" fmla="*/ 2147483646 h 852"/>
              <a:gd name="T66" fmla="*/ 2147483646 w 596"/>
              <a:gd name="T67" fmla="*/ 2147483646 h 852"/>
              <a:gd name="T68" fmla="*/ 2147483646 w 596"/>
              <a:gd name="T69" fmla="*/ 2147483646 h 852"/>
              <a:gd name="T70" fmla="*/ 2147483646 w 596"/>
              <a:gd name="T71" fmla="*/ 2147483646 h 852"/>
              <a:gd name="T72" fmla="*/ 2147483646 w 596"/>
              <a:gd name="T73" fmla="*/ 2147483646 h 852"/>
              <a:gd name="T74" fmla="*/ 2147483646 w 596"/>
              <a:gd name="T75" fmla="*/ 2147483646 h 852"/>
              <a:gd name="T76" fmla="*/ 2147483646 w 596"/>
              <a:gd name="T77" fmla="*/ 2147483646 h 852"/>
              <a:gd name="T78" fmla="*/ 2147483646 w 596"/>
              <a:gd name="T79" fmla="*/ 2147483646 h 852"/>
              <a:gd name="T80" fmla="*/ 2147483646 w 596"/>
              <a:gd name="T81" fmla="*/ 2147483646 h 852"/>
              <a:gd name="T82" fmla="*/ 2147483646 w 596"/>
              <a:gd name="T83" fmla="*/ 2147483646 h 852"/>
              <a:gd name="T84" fmla="*/ 2147483646 w 596"/>
              <a:gd name="T85" fmla="*/ 2147483646 h 852"/>
              <a:gd name="T86" fmla="*/ 2147483646 w 596"/>
              <a:gd name="T87" fmla="*/ 2147483646 h 852"/>
              <a:gd name="T88" fmla="*/ 2147483646 w 596"/>
              <a:gd name="T89" fmla="*/ 2147483646 h 852"/>
              <a:gd name="T90" fmla="*/ 2147483646 w 596"/>
              <a:gd name="T91" fmla="*/ 2147483646 h 852"/>
              <a:gd name="T92" fmla="*/ 2147483646 w 596"/>
              <a:gd name="T93" fmla="*/ 2147483646 h 852"/>
              <a:gd name="T94" fmla="*/ 2147483646 w 596"/>
              <a:gd name="T95" fmla="*/ 2147483646 h 852"/>
              <a:gd name="T96" fmla="*/ 2147483646 w 596"/>
              <a:gd name="T97" fmla="*/ 2147483646 h 852"/>
              <a:gd name="T98" fmla="*/ 2147483646 w 596"/>
              <a:gd name="T99" fmla="*/ 2147483646 h 852"/>
              <a:gd name="T100" fmla="*/ 2147483646 w 596"/>
              <a:gd name="T101" fmla="*/ 2147483646 h 852"/>
              <a:gd name="T102" fmla="*/ 2147483646 w 596"/>
              <a:gd name="T103" fmla="*/ 2147483646 h 852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96" h="852">
                <a:moveTo>
                  <a:pt x="0" y="0"/>
                </a:moveTo>
                <a:lnTo>
                  <a:pt x="26" y="0"/>
                </a:lnTo>
                <a:lnTo>
                  <a:pt x="52" y="0"/>
                </a:lnTo>
                <a:lnTo>
                  <a:pt x="76" y="0"/>
                </a:lnTo>
                <a:lnTo>
                  <a:pt x="98" y="0"/>
                </a:lnTo>
                <a:lnTo>
                  <a:pt x="119" y="0"/>
                </a:lnTo>
                <a:lnTo>
                  <a:pt x="138" y="0"/>
                </a:lnTo>
                <a:lnTo>
                  <a:pt x="157" y="0"/>
                </a:lnTo>
                <a:lnTo>
                  <a:pt x="174" y="0"/>
                </a:lnTo>
                <a:lnTo>
                  <a:pt x="190" y="0"/>
                </a:lnTo>
                <a:lnTo>
                  <a:pt x="204" y="0"/>
                </a:lnTo>
                <a:lnTo>
                  <a:pt x="219" y="0"/>
                </a:lnTo>
                <a:lnTo>
                  <a:pt x="231" y="0"/>
                </a:lnTo>
                <a:lnTo>
                  <a:pt x="243" y="0"/>
                </a:lnTo>
                <a:lnTo>
                  <a:pt x="255" y="0"/>
                </a:lnTo>
                <a:lnTo>
                  <a:pt x="264" y="0"/>
                </a:lnTo>
                <a:lnTo>
                  <a:pt x="274" y="0"/>
                </a:lnTo>
                <a:lnTo>
                  <a:pt x="284" y="0"/>
                </a:lnTo>
                <a:lnTo>
                  <a:pt x="293" y="0"/>
                </a:lnTo>
                <a:lnTo>
                  <a:pt x="302" y="0"/>
                </a:lnTo>
                <a:lnTo>
                  <a:pt x="310" y="0"/>
                </a:lnTo>
                <a:lnTo>
                  <a:pt x="317" y="0"/>
                </a:lnTo>
                <a:lnTo>
                  <a:pt x="326" y="0"/>
                </a:lnTo>
                <a:lnTo>
                  <a:pt x="333" y="0"/>
                </a:lnTo>
                <a:lnTo>
                  <a:pt x="340" y="0"/>
                </a:lnTo>
                <a:lnTo>
                  <a:pt x="349" y="0"/>
                </a:lnTo>
                <a:lnTo>
                  <a:pt x="356" y="0"/>
                </a:lnTo>
                <a:lnTo>
                  <a:pt x="364" y="0"/>
                </a:lnTo>
                <a:lnTo>
                  <a:pt x="373" y="0"/>
                </a:lnTo>
                <a:lnTo>
                  <a:pt x="381" y="0"/>
                </a:lnTo>
                <a:lnTo>
                  <a:pt x="389" y="0"/>
                </a:lnTo>
                <a:lnTo>
                  <a:pt x="399" y="0"/>
                </a:lnTo>
                <a:lnTo>
                  <a:pt x="410" y="0"/>
                </a:lnTo>
                <a:lnTo>
                  <a:pt x="419" y="0"/>
                </a:lnTo>
                <a:lnTo>
                  <a:pt x="429" y="0"/>
                </a:lnTo>
                <a:lnTo>
                  <a:pt x="439" y="0"/>
                </a:lnTo>
                <a:lnTo>
                  <a:pt x="447" y="0"/>
                </a:lnTo>
                <a:lnTo>
                  <a:pt x="454" y="0"/>
                </a:lnTo>
                <a:lnTo>
                  <a:pt x="462" y="0"/>
                </a:lnTo>
                <a:lnTo>
                  <a:pt x="469" y="0"/>
                </a:lnTo>
                <a:lnTo>
                  <a:pt x="475" y="0"/>
                </a:lnTo>
                <a:lnTo>
                  <a:pt x="481" y="2"/>
                </a:lnTo>
                <a:lnTo>
                  <a:pt x="487" y="2"/>
                </a:lnTo>
                <a:lnTo>
                  <a:pt x="492" y="2"/>
                </a:lnTo>
                <a:lnTo>
                  <a:pt x="496" y="3"/>
                </a:lnTo>
                <a:lnTo>
                  <a:pt x="501" y="3"/>
                </a:lnTo>
                <a:lnTo>
                  <a:pt x="505" y="4"/>
                </a:lnTo>
                <a:lnTo>
                  <a:pt x="508" y="4"/>
                </a:lnTo>
                <a:lnTo>
                  <a:pt x="512" y="5"/>
                </a:lnTo>
                <a:lnTo>
                  <a:pt x="516" y="6"/>
                </a:lnTo>
                <a:lnTo>
                  <a:pt x="519" y="8"/>
                </a:lnTo>
                <a:lnTo>
                  <a:pt x="522" y="9"/>
                </a:lnTo>
                <a:lnTo>
                  <a:pt x="525" y="10"/>
                </a:lnTo>
                <a:lnTo>
                  <a:pt x="528" y="12"/>
                </a:lnTo>
                <a:lnTo>
                  <a:pt x="530" y="14"/>
                </a:lnTo>
                <a:lnTo>
                  <a:pt x="532" y="16"/>
                </a:lnTo>
                <a:lnTo>
                  <a:pt x="536" y="18"/>
                </a:lnTo>
                <a:lnTo>
                  <a:pt x="538" y="21"/>
                </a:lnTo>
                <a:lnTo>
                  <a:pt x="541" y="23"/>
                </a:lnTo>
                <a:lnTo>
                  <a:pt x="543" y="26"/>
                </a:lnTo>
                <a:lnTo>
                  <a:pt x="546" y="29"/>
                </a:lnTo>
                <a:lnTo>
                  <a:pt x="549" y="32"/>
                </a:lnTo>
                <a:lnTo>
                  <a:pt x="552" y="35"/>
                </a:lnTo>
                <a:lnTo>
                  <a:pt x="555" y="39"/>
                </a:lnTo>
                <a:lnTo>
                  <a:pt x="559" y="43"/>
                </a:lnTo>
                <a:lnTo>
                  <a:pt x="563" y="46"/>
                </a:lnTo>
                <a:lnTo>
                  <a:pt x="565" y="50"/>
                </a:lnTo>
                <a:lnTo>
                  <a:pt x="569" y="53"/>
                </a:lnTo>
                <a:lnTo>
                  <a:pt x="571" y="57"/>
                </a:lnTo>
                <a:lnTo>
                  <a:pt x="573" y="61"/>
                </a:lnTo>
                <a:lnTo>
                  <a:pt x="576" y="63"/>
                </a:lnTo>
                <a:lnTo>
                  <a:pt x="578" y="65"/>
                </a:lnTo>
                <a:lnTo>
                  <a:pt x="581" y="69"/>
                </a:lnTo>
                <a:lnTo>
                  <a:pt x="582" y="71"/>
                </a:lnTo>
                <a:lnTo>
                  <a:pt x="584" y="74"/>
                </a:lnTo>
                <a:lnTo>
                  <a:pt x="585" y="77"/>
                </a:lnTo>
                <a:lnTo>
                  <a:pt x="587" y="80"/>
                </a:lnTo>
                <a:lnTo>
                  <a:pt x="588" y="82"/>
                </a:lnTo>
                <a:lnTo>
                  <a:pt x="589" y="85"/>
                </a:lnTo>
                <a:lnTo>
                  <a:pt x="590" y="88"/>
                </a:lnTo>
                <a:lnTo>
                  <a:pt x="591" y="91"/>
                </a:lnTo>
                <a:lnTo>
                  <a:pt x="593" y="94"/>
                </a:lnTo>
                <a:lnTo>
                  <a:pt x="593" y="97"/>
                </a:lnTo>
                <a:lnTo>
                  <a:pt x="594" y="100"/>
                </a:lnTo>
                <a:lnTo>
                  <a:pt x="594" y="104"/>
                </a:lnTo>
                <a:lnTo>
                  <a:pt x="595" y="107"/>
                </a:lnTo>
                <a:lnTo>
                  <a:pt x="595" y="112"/>
                </a:lnTo>
                <a:lnTo>
                  <a:pt x="595" y="116"/>
                </a:lnTo>
                <a:lnTo>
                  <a:pt x="595" y="121"/>
                </a:lnTo>
                <a:lnTo>
                  <a:pt x="596" y="125"/>
                </a:lnTo>
                <a:lnTo>
                  <a:pt x="596" y="130"/>
                </a:lnTo>
                <a:lnTo>
                  <a:pt x="596" y="136"/>
                </a:lnTo>
                <a:lnTo>
                  <a:pt x="596" y="142"/>
                </a:lnTo>
                <a:lnTo>
                  <a:pt x="596" y="148"/>
                </a:lnTo>
                <a:lnTo>
                  <a:pt x="596" y="156"/>
                </a:lnTo>
                <a:lnTo>
                  <a:pt x="596" y="163"/>
                </a:lnTo>
                <a:lnTo>
                  <a:pt x="596" y="170"/>
                </a:lnTo>
                <a:lnTo>
                  <a:pt x="596" y="178"/>
                </a:lnTo>
                <a:lnTo>
                  <a:pt x="596" y="186"/>
                </a:lnTo>
                <a:lnTo>
                  <a:pt x="596" y="193"/>
                </a:lnTo>
                <a:lnTo>
                  <a:pt x="596" y="199"/>
                </a:lnTo>
                <a:lnTo>
                  <a:pt x="596" y="205"/>
                </a:lnTo>
                <a:lnTo>
                  <a:pt x="596" y="211"/>
                </a:lnTo>
                <a:lnTo>
                  <a:pt x="596" y="217"/>
                </a:lnTo>
                <a:lnTo>
                  <a:pt x="596" y="223"/>
                </a:lnTo>
                <a:lnTo>
                  <a:pt x="596" y="228"/>
                </a:lnTo>
                <a:lnTo>
                  <a:pt x="596" y="234"/>
                </a:lnTo>
                <a:lnTo>
                  <a:pt x="596" y="238"/>
                </a:lnTo>
                <a:lnTo>
                  <a:pt x="596" y="244"/>
                </a:lnTo>
                <a:lnTo>
                  <a:pt x="596" y="249"/>
                </a:lnTo>
                <a:lnTo>
                  <a:pt x="596" y="255"/>
                </a:lnTo>
                <a:lnTo>
                  <a:pt x="596" y="260"/>
                </a:lnTo>
                <a:lnTo>
                  <a:pt x="596" y="266"/>
                </a:lnTo>
                <a:lnTo>
                  <a:pt x="596" y="272"/>
                </a:lnTo>
                <a:lnTo>
                  <a:pt x="596" y="279"/>
                </a:lnTo>
                <a:lnTo>
                  <a:pt x="596" y="285"/>
                </a:lnTo>
                <a:lnTo>
                  <a:pt x="596" y="293"/>
                </a:lnTo>
                <a:lnTo>
                  <a:pt x="596" y="301"/>
                </a:lnTo>
                <a:lnTo>
                  <a:pt x="596" y="308"/>
                </a:lnTo>
                <a:lnTo>
                  <a:pt x="596" y="317"/>
                </a:lnTo>
                <a:lnTo>
                  <a:pt x="596" y="326"/>
                </a:lnTo>
                <a:lnTo>
                  <a:pt x="596" y="336"/>
                </a:lnTo>
                <a:lnTo>
                  <a:pt x="596" y="347"/>
                </a:lnTo>
                <a:lnTo>
                  <a:pt x="596" y="357"/>
                </a:lnTo>
                <a:lnTo>
                  <a:pt x="596" y="370"/>
                </a:lnTo>
                <a:lnTo>
                  <a:pt x="596" y="383"/>
                </a:lnTo>
                <a:lnTo>
                  <a:pt x="596" y="396"/>
                </a:lnTo>
                <a:lnTo>
                  <a:pt x="596" y="410"/>
                </a:lnTo>
                <a:lnTo>
                  <a:pt x="596" y="426"/>
                </a:lnTo>
                <a:lnTo>
                  <a:pt x="596" y="442"/>
                </a:lnTo>
                <a:lnTo>
                  <a:pt x="596" y="456"/>
                </a:lnTo>
                <a:lnTo>
                  <a:pt x="596" y="469"/>
                </a:lnTo>
                <a:lnTo>
                  <a:pt x="596" y="483"/>
                </a:lnTo>
                <a:lnTo>
                  <a:pt x="596" y="495"/>
                </a:lnTo>
                <a:lnTo>
                  <a:pt x="596" y="505"/>
                </a:lnTo>
                <a:lnTo>
                  <a:pt x="596" y="516"/>
                </a:lnTo>
                <a:lnTo>
                  <a:pt x="596" y="526"/>
                </a:lnTo>
                <a:lnTo>
                  <a:pt x="596" y="535"/>
                </a:lnTo>
                <a:lnTo>
                  <a:pt x="596" y="544"/>
                </a:lnTo>
                <a:lnTo>
                  <a:pt x="596" y="552"/>
                </a:lnTo>
                <a:lnTo>
                  <a:pt x="596" y="559"/>
                </a:lnTo>
                <a:lnTo>
                  <a:pt x="596" y="567"/>
                </a:lnTo>
                <a:lnTo>
                  <a:pt x="596" y="574"/>
                </a:lnTo>
                <a:lnTo>
                  <a:pt x="596" y="580"/>
                </a:lnTo>
                <a:lnTo>
                  <a:pt x="596" y="586"/>
                </a:lnTo>
                <a:lnTo>
                  <a:pt x="596" y="592"/>
                </a:lnTo>
                <a:lnTo>
                  <a:pt x="596" y="598"/>
                </a:lnTo>
                <a:lnTo>
                  <a:pt x="596" y="603"/>
                </a:lnTo>
                <a:lnTo>
                  <a:pt x="596" y="609"/>
                </a:lnTo>
                <a:lnTo>
                  <a:pt x="596" y="614"/>
                </a:lnTo>
                <a:lnTo>
                  <a:pt x="596" y="620"/>
                </a:lnTo>
                <a:lnTo>
                  <a:pt x="596" y="624"/>
                </a:lnTo>
                <a:lnTo>
                  <a:pt x="596" y="629"/>
                </a:lnTo>
                <a:lnTo>
                  <a:pt x="596" y="635"/>
                </a:lnTo>
                <a:lnTo>
                  <a:pt x="596" y="641"/>
                </a:lnTo>
                <a:lnTo>
                  <a:pt x="596" y="647"/>
                </a:lnTo>
                <a:lnTo>
                  <a:pt x="596" y="653"/>
                </a:lnTo>
                <a:lnTo>
                  <a:pt x="596" y="659"/>
                </a:lnTo>
                <a:lnTo>
                  <a:pt x="596" y="666"/>
                </a:lnTo>
                <a:lnTo>
                  <a:pt x="596" y="674"/>
                </a:lnTo>
                <a:lnTo>
                  <a:pt x="596" y="682"/>
                </a:lnTo>
                <a:lnTo>
                  <a:pt x="596" y="689"/>
                </a:lnTo>
                <a:lnTo>
                  <a:pt x="596" y="696"/>
                </a:lnTo>
                <a:lnTo>
                  <a:pt x="596" y="704"/>
                </a:lnTo>
                <a:lnTo>
                  <a:pt x="596" y="710"/>
                </a:lnTo>
                <a:lnTo>
                  <a:pt x="596" y="716"/>
                </a:lnTo>
                <a:lnTo>
                  <a:pt x="596" y="722"/>
                </a:lnTo>
                <a:lnTo>
                  <a:pt x="596" y="727"/>
                </a:lnTo>
                <a:lnTo>
                  <a:pt x="595" y="731"/>
                </a:lnTo>
                <a:lnTo>
                  <a:pt x="595" y="736"/>
                </a:lnTo>
                <a:lnTo>
                  <a:pt x="595" y="741"/>
                </a:lnTo>
                <a:lnTo>
                  <a:pt x="595" y="745"/>
                </a:lnTo>
                <a:lnTo>
                  <a:pt x="594" y="748"/>
                </a:lnTo>
                <a:lnTo>
                  <a:pt x="594" y="752"/>
                </a:lnTo>
                <a:lnTo>
                  <a:pt x="593" y="755"/>
                </a:lnTo>
                <a:lnTo>
                  <a:pt x="593" y="758"/>
                </a:lnTo>
                <a:lnTo>
                  <a:pt x="591" y="761"/>
                </a:lnTo>
                <a:lnTo>
                  <a:pt x="590" y="764"/>
                </a:lnTo>
                <a:lnTo>
                  <a:pt x="589" y="767"/>
                </a:lnTo>
                <a:lnTo>
                  <a:pt x="588" y="770"/>
                </a:lnTo>
                <a:lnTo>
                  <a:pt x="587" y="772"/>
                </a:lnTo>
                <a:lnTo>
                  <a:pt x="585" y="776"/>
                </a:lnTo>
                <a:lnTo>
                  <a:pt x="584" y="778"/>
                </a:lnTo>
                <a:lnTo>
                  <a:pt x="582" y="781"/>
                </a:lnTo>
                <a:lnTo>
                  <a:pt x="581" y="783"/>
                </a:lnTo>
                <a:lnTo>
                  <a:pt x="578" y="787"/>
                </a:lnTo>
                <a:lnTo>
                  <a:pt x="576" y="789"/>
                </a:lnTo>
                <a:lnTo>
                  <a:pt x="573" y="793"/>
                </a:lnTo>
                <a:lnTo>
                  <a:pt x="571" y="795"/>
                </a:lnTo>
                <a:lnTo>
                  <a:pt x="569" y="799"/>
                </a:lnTo>
                <a:lnTo>
                  <a:pt x="565" y="802"/>
                </a:lnTo>
                <a:lnTo>
                  <a:pt x="563" y="806"/>
                </a:lnTo>
                <a:lnTo>
                  <a:pt x="559" y="809"/>
                </a:lnTo>
                <a:lnTo>
                  <a:pt x="555" y="813"/>
                </a:lnTo>
                <a:lnTo>
                  <a:pt x="552" y="817"/>
                </a:lnTo>
                <a:lnTo>
                  <a:pt x="549" y="820"/>
                </a:lnTo>
                <a:lnTo>
                  <a:pt x="547" y="824"/>
                </a:lnTo>
                <a:lnTo>
                  <a:pt x="543" y="826"/>
                </a:lnTo>
                <a:lnTo>
                  <a:pt x="541" y="829"/>
                </a:lnTo>
                <a:lnTo>
                  <a:pt x="538" y="832"/>
                </a:lnTo>
                <a:lnTo>
                  <a:pt x="536" y="835"/>
                </a:lnTo>
                <a:lnTo>
                  <a:pt x="534" y="836"/>
                </a:lnTo>
                <a:lnTo>
                  <a:pt x="531" y="838"/>
                </a:lnTo>
                <a:lnTo>
                  <a:pt x="529" y="840"/>
                </a:lnTo>
                <a:lnTo>
                  <a:pt x="526" y="842"/>
                </a:lnTo>
                <a:lnTo>
                  <a:pt x="524" y="843"/>
                </a:lnTo>
                <a:lnTo>
                  <a:pt x="522" y="844"/>
                </a:lnTo>
                <a:lnTo>
                  <a:pt x="519" y="846"/>
                </a:lnTo>
                <a:lnTo>
                  <a:pt x="517" y="847"/>
                </a:lnTo>
                <a:lnTo>
                  <a:pt x="514" y="848"/>
                </a:lnTo>
                <a:lnTo>
                  <a:pt x="511" y="848"/>
                </a:lnTo>
                <a:lnTo>
                  <a:pt x="508" y="849"/>
                </a:lnTo>
                <a:lnTo>
                  <a:pt x="505" y="850"/>
                </a:lnTo>
                <a:lnTo>
                  <a:pt x="502" y="850"/>
                </a:lnTo>
                <a:lnTo>
                  <a:pt x="499" y="850"/>
                </a:lnTo>
                <a:lnTo>
                  <a:pt x="495" y="852"/>
                </a:lnTo>
                <a:lnTo>
                  <a:pt x="490" y="852"/>
                </a:lnTo>
                <a:lnTo>
                  <a:pt x="487" y="852"/>
                </a:lnTo>
                <a:lnTo>
                  <a:pt x="482" y="852"/>
                </a:lnTo>
                <a:lnTo>
                  <a:pt x="477" y="852"/>
                </a:lnTo>
                <a:lnTo>
                  <a:pt x="471" y="852"/>
                </a:lnTo>
                <a:lnTo>
                  <a:pt x="466" y="852"/>
                </a:lnTo>
                <a:lnTo>
                  <a:pt x="460" y="852"/>
                </a:lnTo>
                <a:lnTo>
                  <a:pt x="454" y="852"/>
                </a:lnTo>
                <a:lnTo>
                  <a:pt x="447" y="852"/>
                </a:lnTo>
                <a:lnTo>
                  <a:pt x="440" y="852"/>
                </a:lnTo>
                <a:lnTo>
                  <a:pt x="434" y="852"/>
                </a:lnTo>
                <a:lnTo>
                  <a:pt x="428" y="852"/>
                </a:lnTo>
                <a:lnTo>
                  <a:pt x="422" y="852"/>
                </a:lnTo>
                <a:lnTo>
                  <a:pt x="416" y="852"/>
                </a:lnTo>
                <a:lnTo>
                  <a:pt x="410" y="852"/>
                </a:lnTo>
                <a:lnTo>
                  <a:pt x="404" y="852"/>
                </a:lnTo>
                <a:lnTo>
                  <a:pt x="398" y="852"/>
                </a:lnTo>
                <a:lnTo>
                  <a:pt x="392" y="852"/>
                </a:lnTo>
                <a:lnTo>
                  <a:pt x="386" y="852"/>
                </a:lnTo>
                <a:lnTo>
                  <a:pt x="379" y="852"/>
                </a:lnTo>
                <a:lnTo>
                  <a:pt x="371" y="852"/>
                </a:lnTo>
                <a:lnTo>
                  <a:pt x="363" y="852"/>
                </a:lnTo>
                <a:lnTo>
                  <a:pt x="355" y="852"/>
                </a:lnTo>
                <a:lnTo>
                  <a:pt x="345" y="852"/>
                </a:lnTo>
                <a:lnTo>
                  <a:pt x="335" y="852"/>
                </a:lnTo>
                <a:lnTo>
                  <a:pt x="324" y="852"/>
                </a:lnTo>
                <a:lnTo>
                  <a:pt x="312" y="852"/>
                </a:lnTo>
                <a:lnTo>
                  <a:pt x="299" y="852"/>
                </a:lnTo>
                <a:lnTo>
                  <a:pt x="285" y="852"/>
                </a:lnTo>
                <a:lnTo>
                  <a:pt x="270" y="852"/>
                </a:lnTo>
                <a:lnTo>
                  <a:pt x="254" y="852"/>
                </a:lnTo>
                <a:lnTo>
                  <a:pt x="236" y="852"/>
                </a:lnTo>
                <a:lnTo>
                  <a:pt x="216" y="852"/>
                </a:lnTo>
                <a:lnTo>
                  <a:pt x="196" y="852"/>
                </a:lnTo>
                <a:lnTo>
                  <a:pt x="173" y="852"/>
                </a:lnTo>
                <a:lnTo>
                  <a:pt x="149" y="852"/>
                </a:lnTo>
                <a:lnTo>
                  <a:pt x="123" y="852"/>
                </a:lnTo>
                <a:lnTo>
                  <a:pt x="95" y="852"/>
                </a:lnTo>
                <a:lnTo>
                  <a:pt x="65" y="852"/>
                </a:lnTo>
                <a:lnTo>
                  <a:pt x="34" y="852"/>
                </a:lnTo>
                <a:lnTo>
                  <a:pt x="0" y="852"/>
                </a:lnTo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49" name="Rectangle 174"/>
          <p:cNvSpPr>
            <a:spLocks noChangeArrowheads="1"/>
          </p:cNvSpPr>
          <p:nvPr/>
        </p:nvSpPr>
        <p:spPr bwMode="auto">
          <a:xfrm>
            <a:off x="3714870" y="3781778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sz="3413"/>
          </a:p>
        </p:txBody>
      </p:sp>
      <p:sp>
        <p:nvSpPr>
          <p:cNvPr id="24750" name="Rectangle 175"/>
          <p:cNvSpPr>
            <a:spLocks noChangeArrowheads="1"/>
          </p:cNvSpPr>
          <p:nvPr/>
        </p:nvSpPr>
        <p:spPr bwMode="auto">
          <a:xfrm>
            <a:off x="8202633" y="3781778"/>
            <a:ext cx="254878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3413"/>
          </a:p>
        </p:txBody>
      </p:sp>
      <p:sp>
        <p:nvSpPr>
          <p:cNvPr id="24751" name="Rectangle 176"/>
          <p:cNvSpPr>
            <a:spLocks noChangeArrowheads="1"/>
          </p:cNvSpPr>
          <p:nvPr/>
        </p:nvSpPr>
        <p:spPr bwMode="auto">
          <a:xfrm>
            <a:off x="8398313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52" name="Rectangle 177"/>
          <p:cNvSpPr>
            <a:spLocks noChangeArrowheads="1"/>
          </p:cNvSpPr>
          <p:nvPr/>
        </p:nvSpPr>
        <p:spPr bwMode="auto">
          <a:xfrm>
            <a:off x="8814108" y="3781778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53" name="Rectangle 178"/>
          <p:cNvSpPr>
            <a:spLocks noChangeArrowheads="1"/>
          </p:cNvSpPr>
          <p:nvPr/>
        </p:nvSpPr>
        <p:spPr bwMode="auto">
          <a:xfrm>
            <a:off x="9174989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54" name="Rectangle 179"/>
          <p:cNvSpPr>
            <a:spLocks noChangeArrowheads="1"/>
          </p:cNvSpPr>
          <p:nvPr/>
        </p:nvSpPr>
        <p:spPr bwMode="auto">
          <a:xfrm>
            <a:off x="9537499" y="3781778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55" name="Rectangle 180"/>
          <p:cNvSpPr>
            <a:spLocks noChangeArrowheads="1"/>
          </p:cNvSpPr>
          <p:nvPr/>
        </p:nvSpPr>
        <p:spPr bwMode="auto">
          <a:xfrm>
            <a:off x="9653638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56" name="Rectangle 181"/>
          <p:cNvSpPr>
            <a:spLocks noChangeArrowheads="1"/>
          </p:cNvSpPr>
          <p:nvPr/>
        </p:nvSpPr>
        <p:spPr bwMode="auto">
          <a:xfrm>
            <a:off x="9770049" y="3781778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57" name="Rectangle 182"/>
          <p:cNvSpPr>
            <a:spLocks noChangeArrowheads="1"/>
          </p:cNvSpPr>
          <p:nvPr/>
        </p:nvSpPr>
        <p:spPr bwMode="auto">
          <a:xfrm>
            <a:off x="9886190" y="3892410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58" name="Rectangle 183"/>
          <p:cNvSpPr>
            <a:spLocks noChangeArrowheads="1"/>
          </p:cNvSpPr>
          <p:nvPr/>
        </p:nvSpPr>
        <p:spPr bwMode="auto">
          <a:xfrm>
            <a:off x="10180063" y="3781778"/>
            <a:ext cx="341440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wy</a:t>
            </a:r>
            <a:endParaRPr lang="en-US" altLang="en-US" sz="3413"/>
          </a:p>
        </p:txBody>
      </p:sp>
      <p:sp>
        <p:nvSpPr>
          <p:cNvPr id="24759" name="Rectangle 184"/>
          <p:cNvSpPr>
            <a:spLocks noChangeArrowheads="1"/>
          </p:cNvSpPr>
          <p:nvPr/>
        </p:nvSpPr>
        <p:spPr bwMode="auto">
          <a:xfrm>
            <a:off x="10543202" y="3905956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3413"/>
          </a:p>
        </p:txBody>
      </p:sp>
      <p:sp>
        <p:nvSpPr>
          <p:cNvPr id="24760" name="Rectangle 185"/>
          <p:cNvSpPr>
            <a:spLocks noChangeArrowheads="1"/>
          </p:cNvSpPr>
          <p:nvPr/>
        </p:nvSpPr>
        <p:spPr bwMode="auto">
          <a:xfrm>
            <a:off x="10659614" y="3781778"/>
            <a:ext cx="213199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3413"/>
          </a:p>
        </p:txBody>
      </p:sp>
      <p:sp>
        <p:nvSpPr>
          <p:cNvPr id="24761" name="Rectangle 186"/>
          <p:cNvSpPr>
            <a:spLocks noChangeArrowheads="1"/>
          </p:cNvSpPr>
          <p:nvPr/>
        </p:nvSpPr>
        <p:spPr bwMode="auto">
          <a:xfrm>
            <a:off x="10775754" y="3921761"/>
            <a:ext cx="168316" cy="24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64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3413"/>
          </a:p>
        </p:txBody>
      </p:sp>
      <p:sp>
        <p:nvSpPr>
          <p:cNvPr id="24762" name="Rectangle 187"/>
          <p:cNvSpPr>
            <a:spLocks noChangeArrowheads="1"/>
          </p:cNvSpPr>
          <p:nvPr/>
        </p:nvSpPr>
        <p:spPr bwMode="auto">
          <a:xfrm>
            <a:off x="9345768" y="3781778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63" name="Rectangle 188"/>
          <p:cNvSpPr>
            <a:spLocks noChangeArrowheads="1"/>
          </p:cNvSpPr>
          <p:nvPr/>
        </p:nvSpPr>
        <p:spPr bwMode="auto">
          <a:xfrm>
            <a:off x="10054710" y="3781778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sz="3413"/>
          </a:p>
        </p:txBody>
      </p:sp>
      <p:sp>
        <p:nvSpPr>
          <p:cNvPr id="24764" name="Line 189"/>
          <p:cNvSpPr>
            <a:spLocks noChangeShapeType="1"/>
          </p:cNvSpPr>
          <p:nvPr/>
        </p:nvSpPr>
        <p:spPr bwMode="auto">
          <a:xfrm flipH="1">
            <a:off x="8877582" y="3806614"/>
            <a:ext cx="108373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65" name="Line 190"/>
          <p:cNvSpPr>
            <a:spLocks noChangeShapeType="1"/>
          </p:cNvSpPr>
          <p:nvPr/>
        </p:nvSpPr>
        <p:spPr bwMode="auto">
          <a:xfrm flipH="1">
            <a:off x="9746827" y="3806614"/>
            <a:ext cx="81280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66" name="Line 191"/>
          <p:cNvSpPr>
            <a:spLocks noChangeShapeType="1"/>
          </p:cNvSpPr>
          <p:nvPr/>
        </p:nvSpPr>
        <p:spPr bwMode="auto">
          <a:xfrm flipH="1">
            <a:off x="10640907" y="3806614"/>
            <a:ext cx="81280" cy="225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67" name="Freeform 192"/>
          <p:cNvSpPr>
            <a:spLocks/>
          </p:cNvSpPr>
          <p:nvPr/>
        </p:nvSpPr>
        <p:spPr bwMode="auto">
          <a:xfrm>
            <a:off x="10248054" y="1426916"/>
            <a:ext cx="288996" cy="2018453"/>
          </a:xfrm>
          <a:custGeom>
            <a:avLst/>
            <a:gdLst>
              <a:gd name="T0" fmla="*/ 2147483646 w 256"/>
              <a:gd name="T1" fmla="*/ 2147483646 h 1789"/>
              <a:gd name="T2" fmla="*/ 2147483646 w 256"/>
              <a:gd name="T3" fmla="*/ 2147483646 h 1789"/>
              <a:gd name="T4" fmla="*/ 2147483646 w 256"/>
              <a:gd name="T5" fmla="*/ 2147483646 h 1789"/>
              <a:gd name="T6" fmla="*/ 2147483646 w 256"/>
              <a:gd name="T7" fmla="*/ 2147483646 h 1789"/>
              <a:gd name="T8" fmla="*/ 2147483646 w 256"/>
              <a:gd name="T9" fmla="*/ 2147483646 h 1789"/>
              <a:gd name="T10" fmla="*/ 2147483646 w 256"/>
              <a:gd name="T11" fmla="*/ 2147483646 h 1789"/>
              <a:gd name="T12" fmla="*/ 2147483646 w 256"/>
              <a:gd name="T13" fmla="*/ 2147483646 h 1789"/>
              <a:gd name="T14" fmla="*/ 2147483646 w 256"/>
              <a:gd name="T15" fmla="*/ 2147483646 h 1789"/>
              <a:gd name="T16" fmla="*/ 2147483646 w 256"/>
              <a:gd name="T17" fmla="*/ 2147483646 h 1789"/>
              <a:gd name="T18" fmla="*/ 2147483646 w 256"/>
              <a:gd name="T19" fmla="*/ 2147483646 h 1789"/>
              <a:gd name="T20" fmla="*/ 2147483646 w 256"/>
              <a:gd name="T21" fmla="*/ 2147483646 h 1789"/>
              <a:gd name="T22" fmla="*/ 2147483646 w 256"/>
              <a:gd name="T23" fmla="*/ 2147483646 h 1789"/>
              <a:gd name="T24" fmla="*/ 2147483646 w 256"/>
              <a:gd name="T25" fmla="*/ 499062657 h 1789"/>
              <a:gd name="T26" fmla="*/ 2147483646 w 256"/>
              <a:gd name="T27" fmla="*/ 0 h 1789"/>
              <a:gd name="T28" fmla="*/ 2147483646 w 256"/>
              <a:gd name="T29" fmla="*/ 0 h 1789"/>
              <a:gd name="T30" fmla="*/ 2147483646 w 256"/>
              <a:gd name="T31" fmla="*/ 998754406 h 1789"/>
              <a:gd name="T32" fmla="*/ 2147483646 w 256"/>
              <a:gd name="T33" fmla="*/ 2147483646 h 1789"/>
              <a:gd name="T34" fmla="*/ 2147483646 w 256"/>
              <a:gd name="T35" fmla="*/ 2147483646 h 1789"/>
              <a:gd name="T36" fmla="*/ 2147483646 w 256"/>
              <a:gd name="T37" fmla="*/ 2147483646 h 1789"/>
              <a:gd name="T38" fmla="*/ 2147483646 w 256"/>
              <a:gd name="T39" fmla="*/ 2147483646 h 1789"/>
              <a:gd name="T40" fmla="*/ 2147483646 w 256"/>
              <a:gd name="T41" fmla="*/ 2147483646 h 1789"/>
              <a:gd name="T42" fmla="*/ 1500123206 w 256"/>
              <a:gd name="T43" fmla="*/ 2147483646 h 1789"/>
              <a:gd name="T44" fmla="*/ 500251413 w 256"/>
              <a:gd name="T45" fmla="*/ 2147483646 h 1789"/>
              <a:gd name="T46" fmla="*/ 0 w 256"/>
              <a:gd name="T47" fmla="*/ 2147483646 h 1789"/>
              <a:gd name="T48" fmla="*/ 0 w 256"/>
              <a:gd name="T49" fmla="*/ 2147483646 h 1789"/>
              <a:gd name="T50" fmla="*/ 0 w 256"/>
              <a:gd name="T51" fmla="*/ 2147483646 h 1789"/>
              <a:gd name="T52" fmla="*/ 0 w 256"/>
              <a:gd name="T53" fmla="*/ 2147483646 h 1789"/>
              <a:gd name="T54" fmla="*/ 0 w 256"/>
              <a:gd name="T55" fmla="*/ 2147483646 h 1789"/>
              <a:gd name="T56" fmla="*/ 0 w 256"/>
              <a:gd name="T57" fmla="*/ 2147483646 h 1789"/>
              <a:gd name="T58" fmla="*/ 0 w 256"/>
              <a:gd name="T59" fmla="*/ 2147483646 h 1789"/>
              <a:gd name="T60" fmla="*/ 0 w 256"/>
              <a:gd name="T61" fmla="*/ 2147483646 h 1789"/>
              <a:gd name="T62" fmla="*/ 0 w 256"/>
              <a:gd name="T63" fmla="*/ 2147483646 h 1789"/>
              <a:gd name="T64" fmla="*/ 0 w 256"/>
              <a:gd name="T65" fmla="*/ 2147483646 h 1789"/>
              <a:gd name="T66" fmla="*/ 500251413 w 256"/>
              <a:gd name="T67" fmla="*/ 2147483646 h 1789"/>
              <a:gd name="T68" fmla="*/ 1500123206 w 256"/>
              <a:gd name="T69" fmla="*/ 2147483646 h 1789"/>
              <a:gd name="T70" fmla="*/ 2147483646 w 256"/>
              <a:gd name="T71" fmla="*/ 2147483646 h 1789"/>
              <a:gd name="T72" fmla="*/ 2147483646 w 256"/>
              <a:gd name="T73" fmla="*/ 2147483646 h 1789"/>
              <a:gd name="T74" fmla="*/ 2147483646 w 256"/>
              <a:gd name="T75" fmla="*/ 2147483646 h 1789"/>
              <a:gd name="T76" fmla="*/ 2147483646 w 256"/>
              <a:gd name="T77" fmla="*/ 2147483646 h 1789"/>
              <a:gd name="T78" fmla="*/ 2147483646 w 256"/>
              <a:gd name="T79" fmla="*/ 2147483646 h 1789"/>
              <a:gd name="T80" fmla="*/ 2147483646 w 256"/>
              <a:gd name="T81" fmla="*/ 2147483646 h 1789"/>
              <a:gd name="T82" fmla="*/ 2147483646 w 256"/>
              <a:gd name="T83" fmla="*/ 2147483646 h 1789"/>
              <a:gd name="T84" fmla="*/ 2147483646 w 256"/>
              <a:gd name="T85" fmla="*/ 2147483646 h 1789"/>
              <a:gd name="T86" fmla="*/ 2147483646 w 256"/>
              <a:gd name="T87" fmla="*/ 2147483646 h 1789"/>
              <a:gd name="T88" fmla="*/ 2147483646 w 256"/>
              <a:gd name="T89" fmla="*/ 2147483646 h 1789"/>
              <a:gd name="T90" fmla="*/ 2147483646 w 256"/>
              <a:gd name="T91" fmla="*/ 2147483646 h 1789"/>
              <a:gd name="T92" fmla="*/ 2147483646 w 256"/>
              <a:gd name="T93" fmla="*/ 2147483646 h 1789"/>
              <a:gd name="T94" fmla="*/ 2147483646 w 256"/>
              <a:gd name="T95" fmla="*/ 2147483646 h 1789"/>
              <a:gd name="T96" fmla="*/ 2147483646 w 256"/>
              <a:gd name="T97" fmla="*/ 2147483646 h 1789"/>
              <a:gd name="T98" fmla="*/ 2147483646 w 256"/>
              <a:gd name="T99" fmla="*/ 2147483646 h 1789"/>
              <a:gd name="T100" fmla="*/ 2147483646 w 256"/>
              <a:gd name="T101" fmla="*/ 2147483646 h 1789"/>
              <a:gd name="T102" fmla="*/ 2147483646 w 256"/>
              <a:gd name="T103" fmla="*/ 2147483646 h 1789"/>
              <a:gd name="T104" fmla="*/ 2147483646 w 256"/>
              <a:gd name="T105" fmla="*/ 2147483646 h 1789"/>
              <a:gd name="T106" fmla="*/ 2147483646 w 256"/>
              <a:gd name="T107" fmla="*/ 2147483646 h 1789"/>
              <a:gd name="T108" fmla="*/ 2147483646 w 256"/>
              <a:gd name="T109" fmla="*/ 2147483646 h 1789"/>
              <a:gd name="T110" fmla="*/ 2147483646 w 256"/>
              <a:gd name="T111" fmla="*/ 2147483646 h 178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256" h="1789">
                <a:moveTo>
                  <a:pt x="256" y="894"/>
                </a:moveTo>
                <a:lnTo>
                  <a:pt x="256" y="835"/>
                </a:lnTo>
                <a:lnTo>
                  <a:pt x="256" y="780"/>
                </a:lnTo>
                <a:lnTo>
                  <a:pt x="256" y="728"/>
                </a:lnTo>
                <a:lnTo>
                  <a:pt x="256" y="679"/>
                </a:lnTo>
                <a:lnTo>
                  <a:pt x="256" y="634"/>
                </a:lnTo>
                <a:lnTo>
                  <a:pt x="256" y="592"/>
                </a:lnTo>
                <a:lnTo>
                  <a:pt x="256" y="553"/>
                </a:lnTo>
                <a:lnTo>
                  <a:pt x="256" y="517"/>
                </a:lnTo>
                <a:lnTo>
                  <a:pt x="256" y="483"/>
                </a:lnTo>
                <a:lnTo>
                  <a:pt x="256" y="453"/>
                </a:lnTo>
                <a:lnTo>
                  <a:pt x="256" y="424"/>
                </a:lnTo>
                <a:lnTo>
                  <a:pt x="256" y="399"/>
                </a:lnTo>
                <a:lnTo>
                  <a:pt x="256" y="375"/>
                </a:lnTo>
                <a:lnTo>
                  <a:pt x="256" y="353"/>
                </a:lnTo>
                <a:lnTo>
                  <a:pt x="256" y="333"/>
                </a:lnTo>
                <a:lnTo>
                  <a:pt x="256" y="315"/>
                </a:lnTo>
                <a:lnTo>
                  <a:pt x="256" y="299"/>
                </a:lnTo>
                <a:lnTo>
                  <a:pt x="256" y="283"/>
                </a:lnTo>
                <a:lnTo>
                  <a:pt x="256" y="270"/>
                </a:lnTo>
                <a:lnTo>
                  <a:pt x="256" y="258"/>
                </a:lnTo>
                <a:lnTo>
                  <a:pt x="256" y="247"/>
                </a:lnTo>
                <a:lnTo>
                  <a:pt x="256" y="238"/>
                </a:lnTo>
                <a:lnTo>
                  <a:pt x="256" y="228"/>
                </a:lnTo>
                <a:lnTo>
                  <a:pt x="256" y="220"/>
                </a:lnTo>
                <a:lnTo>
                  <a:pt x="256" y="211"/>
                </a:lnTo>
                <a:lnTo>
                  <a:pt x="256" y="204"/>
                </a:lnTo>
                <a:lnTo>
                  <a:pt x="256" y="197"/>
                </a:lnTo>
                <a:lnTo>
                  <a:pt x="256" y="191"/>
                </a:lnTo>
                <a:lnTo>
                  <a:pt x="256" y="184"/>
                </a:lnTo>
                <a:lnTo>
                  <a:pt x="256" y="176"/>
                </a:lnTo>
                <a:lnTo>
                  <a:pt x="256" y="170"/>
                </a:lnTo>
                <a:lnTo>
                  <a:pt x="256" y="162"/>
                </a:lnTo>
                <a:lnTo>
                  <a:pt x="256" y="155"/>
                </a:lnTo>
                <a:lnTo>
                  <a:pt x="256" y="149"/>
                </a:lnTo>
                <a:lnTo>
                  <a:pt x="256" y="142"/>
                </a:lnTo>
                <a:lnTo>
                  <a:pt x="256" y="136"/>
                </a:lnTo>
                <a:lnTo>
                  <a:pt x="256" y="130"/>
                </a:lnTo>
                <a:lnTo>
                  <a:pt x="256" y="125"/>
                </a:lnTo>
                <a:lnTo>
                  <a:pt x="256" y="120"/>
                </a:lnTo>
                <a:lnTo>
                  <a:pt x="256" y="115"/>
                </a:lnTo>
                <a:lnTo>
                  <a:pt x="255" y="110"/>
                </a:lnTo>
                <a:lnTo>
                  <a:pt x="255" y="107"/>
                </a:lnTo>
                <a:lnTo>
                  <a:pt x="255" y="103"/>
                </a:lnTo>
                <a:lnTo>
                  <a:pt x="255" y="99"/>
                </a:lnTo>
                <a:lnTo>
                  <a:pt x="254" y="96"/>
                </a:lnTo>
                <a:lnTo>
                  <a:pt x="254" y="92"/>
                </a:lnTo>
                <a:lnTo>
                  <a:pt x="253" y="89"/>
                </a:lnTo>
                <a:lnTo>
                  <a:pt x="253" y="86"/>
                </a:lnTo>
                <a:lnTo>
                  <a:pt x="251" y="84"/>
                </a:lnTo>
                <a:lnTo>
                  <a:pt x="250" y="80"/>
                </a:lnTo>
                <a:lnTo>
                  <a:pt x="250" y="78"/>
                </a:lnTo>
                <a:lnTo>
                  <a:pt x="249" y="75"/>
                </a:lnTo>
                <a:lnTo>
                  <a:pt x="248" y="73"/>
                </a:lnTo>
                <a:lnTo>
                  <a:pt x="245" y="71"/>
                </a:lnTo>
                <a:lnTo>
                  <a:pt x="244" y="68"/>
                </a:lnTo>
                <a:lnTo>
                  <a:pt x="243" y="66"/>
                </a:lnTo>
                <a:lnTo>
                  <a:pt x="241" y="62"/>
                </a:lnTo>
                <a:lnTo>
                  <a:pt x="239" y="60"/>
                </a:lnTo>
                <a:lnTo>
                  <a:pt x="237" y="57"/>
                </a:lnTo>
                <a:lnTo>
                  <a:pt x="235" y="54"/>
                </a:lnTo>
                <a:lnTo>
                  <a:pt x="232" y="51"/>
                </a:lnTo>
                <a:lnTo>
                  <a:pt x="230" y="48"/>
                </a:lnTo>
                <a:lnTo>
                  <a:pt x="227" y="44"/>
                </a:lnTo>
                <a:lnTo>
                  <a:pt x="224" y="41"/>
                </a:lnTo>
                <a:lnTo>
                  <a:pt x="221" y="37"/>
                </a:lnTo>
                <a:lnTo>
                  <a:pt x="219" y="33"/>
                </a:lnTo>
                <a:lnTo>
                  <a:pt x="217" y="30"/>
                </a:lnTo>
                <a:lnTo>
                  <a:pt x="214" y="27"/>
                </a:lnTo>
                <a:lnTo>
                  <a:pt x="212" y="25"/>
                </a:lnTo>
                <a:lnTo>
                  <a:pt x="209" y="21"/>
                </a:lnTo>
                <a:lnTo>
                  <a:pt x="207" y="19"/>
                </a:lnTo>
                <a:lnTo>
                  <a:pt x="205" y="17"/>
                </a:lnTo>
                <a:lnTo>
                  <a:pt x="203" y="15"/>
                </a:lnTo>
                <a:lnTo>
                  <a:pt x="201" y="13"/>
                </a:lnTo>
                <a:lnTo>
                  <a:pt x="199" y="12"/>
                </a:lnTo>
                <a:lnTo>
                  <a:pt x="197" y="9"/>
                </a:lnTo>
                <a:lnTo>
                  <a:pt x="195" y="8"/>
                </a:lnTo>
                <a:lnTo>
                  <a:pt x="193" y="7"/>
                </a:lnTo>
                <a:lnTo>
                  <a:pt x="190" y="6"/>
                </a:lnTo>
                <a:lnTo>
                  <a:pt x="189" y="5"/>
                </a:lnTo>
                <a:lnTo>
                  <a:pt x="187" y="5"/>
                </a:lnTo>
                <a:lnTo>
                  <a:pt x="184" y="3"/>
                </a:lnTo>
                <a:lnTo>
                  <a:pt x="182" y="3"/>
                </a:lnTo>
                <a:lnTo>
                  <a:pt x="178" y="2"/>
                </a:lnTo>
                <a:lnTo>
                  <a:pt x="176" y="2"/>
                </a:lnTo>
                <a:lnTo>
                  <a:pt x="172" y="1"/>
                </a:lnTo>
                <a:lnTo>
                  <a:pt x="170" y="1"/>
                </a:lnTo>
                <a:lnTo>
                  <a:pt x="166" y="1"/>
                </a:lnTo>
                <a:lnTo>
                  <a:pt x="162" y="1"/>
                </a:lnTo>
                <a:lnTo>
                  <a:pt x="159" y="0"/>
                </a:lnTo>
                <a:lnTo>
                  <a:pt x="154" y="0"/>
                </a:lnTo>
                <a:lnTo>
                  <a:pt x="149" y="0"/>
                </a:lnTo>
                <a:lnTo>
                  <a:pt x="144" y="0"/>
                </a:lnTo>
                <a:lnTo>
                  <a:pt x="140" y="0"/>
                </a:lnTo>
                <a:lnTo>
                  <a:pt x="135" y="0"/>
                </a:lnTo>
                <a:lnTo>
                  <a:pt x="129" y="0"/>
                </a:lnTo>
                <a:lnTo>
                  <a:pt x="123" y="0"/>
                </a:lnTo>
                <a:lnTo>
                  <a:pt x="118" y="0"/>
                </a:lnTo>
                <a:lnTo>
                  <a:pt x="112" y="0"/>
                </a:lnTo>
                <a:lnTo>
                  <a:pt x="107" y="0"/>
                </a:lnTo>
                <a:lnTo>
                  <a:pt x="104" y="0"/>
                </a:lnTo>
                <a:lnTo>
                  <a:pt x="99" y="0"/>
                </a:lnTo>
                <a:lnTo>
                  <a:pt x="95" y="1"/>
                </a:lnTo>
                <a:lnTo>
                  <a:pt x="92" y="1"/>
                </a:lnTo>
                <a:lnTo>
                  <a:pt x="88" y="1"/>
                </a:lnTo>
                <a:lnTo>
                  <a:pt x="84" y="1"/>
                </a:lnTo>
                <a:lnTo>
                  <a:pt x="82" y="2"/>
                </a:lnTo>
                <a:lnTo>
                  <a:pt x="78" y="2"/>
                </a:lnTo>
                <a:lnTo>
                  <a:pt x="76" y="3"/>
                </a:lnTo>
                <a:lnTo>
                  <a:pt x="74" y="3"/>
                </a:lnTo>
                <a:lnTo>
                  <a:pt x="71" y="5"/>
                </a:lnTo>
                <a:lnTo>
                  <a:pt x="69" y="5"/>
                </a:lnTo>
                <a:lnTo>
                  <a:pt x="66" y="6"/>
                </a:lnTo>
                <a:lnTo>
                  <a:pt x="64" y="7"/>
                </a:lnTo>
                <a:lnTo>
                  <a:pt x="63" y="8"/>
                </a:lnTo>
                <a:lnTo>
                  <a:pt x="60" y="9"/>
                </a:lnTo>
                <a:lnTo>
                  <a:pt x="58" y="12"/>
                </a:lnTo>
                <a:lnTo>
                  <a:pt x="57" y="13"/>
                </a:lnTo>
                <a:lnTo>
                  <a:pt x="54" y="15"/>
                </a:lnTo>
                <a:lnTo>
                  <a:pt x="52" y="17"/>
                </a:lnTo>
                <a:lnTo>
                  <a:pt x="51" y="19"/>
                </a:lnTo>
                <a:lnTo>
                  <a:pt x="48" y="21"/>
                </a:lnTo>
                <a:lnTo>
                  <a:pt x="46" y="25"/>
                </a:lnTo>
                <a:lnTo>
                  <a:pt x="43" y="27"/>
                </a:lnTo>
                <a:lnTo>
                  <a:pt x="41" y="30"/>
                </a:lnTo>
                <a:lnTo>
                  <a:pt x="39" y="33"/>
                </a:lnTo>
                <a:lnTo>
                  <a:pt x="36" y="37"/>
                </a:lnTo>
                <a:lnTo>
                  <a:pt x="33" y="41"/>
                </a:lnTo>
                <a:lnTo>
                  <a:pt x="30" y="44"/>
                </a:lnTo>
                <a:lnTo>
                  <a:pt x="27" y="48"/>
                </a:lnTo>
                <a:lnTo>
                  <a:pt x="24" y="51"/>
                </a:lnTo>
                <a:lnTo>
                  <a:pt x="22" y="54"/>
                </a:lnTo>
                <a:lnTo>
                  <a:pt x="19" y="57"/>
                </a:lnTo>
                <a:lnTo>
                  <a:pt x="18" y="60"/>
                </a:lnTo>
                <a:lnTo>
                  <a:pt x="16" y="62"/>
                </a:lnTo>
                <a:lnTo>
                  <a:pt x="15" y="66"/>
                </a:lnTo>
                <a:lnTo>
                  <a:pt x="12" y="68"/>
                </a:lnTo>
                <a:lnTo>
                  <a:pt x="11" y="71"/>
                </a:lnTo>
                <a:lnTo>
                  <a:pt x="10" y="73"/>
                </a:lnTo>
                <a:lnTo>
                  <a:pt x="9" y="75"/>
                </a:lnTo>
                <a:lnTo>
                  <a:pt x="7" y="78"/>
                </a:lnTo>
                <a:lnTo>
                  <a:pt x="6" y="80"/>
                </a:lnTo>
                <a:lnTo>
                  <a:pt x="5" y="84"/>
                </a:lnTo>
                <a:lnTo>
                  <a:pt x="5" y="86"/>
                </a:lnTo>
                <a:lnTo>
                  <a:pt x="4" y="89"/>
                </a:lnTo>
                <a:lnTo>
                  <a:pt x="4" y="92"/>
                </a:lnTo>
                <a:lnTo>
                  <a:pt x="3" y="96"/>
                </a:lnTo>
                <a:lnTo>
                  <a:pt x="3" y="99"/>
                </a:lnTo>
                <a:lnTo>
                  <a:pt x="3" y="103"/>
                </a:lnTo>
                <a:lnTo>
                  <a:pt x="1" y="107"/>
                </a:lnTo>
                <a:lnTo>
                  <a:pt x="1" y="110"/>
                </a:lnTo>
                <a:lnTo>
                  <a:pt x="1" y="115"/>
                </a:lnTo>
                <a:lnTo>
                  <a:pt x="1" y="120"/>
                </a:lnTo>
                <a:lnTo>
                  <a:pt x="1" y="125"/>
                </a:lnTo>
                <a:lnTo>
                  <a:pt x="1" y="130"/>
                </a:lnTo>
                <a:lnTo>
                  <a:pt x="1" y="136"/>
                </a:lnTo>
                <a:lnTo>
                  <a:pt x="1" y="142"/>
                </a:lnTo>
                <a:lnTo>
                  <a:pt x="0" y="149"/>
                </a:lnTo>
                <a:lnTo>
                  <a:pt x="0" y="155"/>
                </a:lnTo>
                <a:lnTo>
                  <a:pt x="0" y="162"/>
                </a:lnTo>
                <a:lnTo>
                  <a:pt x="0" y="170"/>
                </a:lnTo>
                <a:lnTo>
                  <a:pt x="0" y="176"/>
                </a:lnTo>
                <a:lnTo>
                  <a:pt x="0" y="184"/>
                </a:lnTo>
                <a:lnTo>
                  <a:pt x="0" y="191"/>
                </a:lnTo>
                <a:lnTo>
                  <a:pt x="0" y="197"/>
                </a:lnTo>
                <a:lnTo>
                  <a:pt x="0" y="204"/>
                </a:lnTo>
                <a:lnTo>
                  <a:pt x="0" y="211"/>
                </a:lnTo>
                <a:lnTo>
                  <a:pt x="0" y="220"/>
                </a:lnTo>
                <a:lnTo>
                  <a:pt x="0" y="228"/>
                </a:lnTo>
                <a:lnTo>
                  <a:pt x="0" y="238"/>
                </a:lnTo>
                <a:lnTo>
                  <a:pt x="0" y="247"/>
                </a:lnTo>
                <a:lnTo>
                  <a:pt x="0" y="258"/>
                </a:lnTo>
                <a:lnTo>
                  <a:pt x="0" y="270"/>
                </a:lnTo>
                <a:lnTo>
                  <a:pt x="0" y="283"/>
                </a:lnTo>
                <a:lnTo>
                  <a:pt x="0" y="299"/>
                </a:lnTo>
                <a:lnTo>
                  <a:pt x="0" y="315"/>
                </a:lnTo>
                <a:lnTo>
                  <a:pt x="0" y="333"/>
                </a:lnTo>
                <a:lnTo>
                  <a:pt x="0" y="353"/>
                </a:lnTo>
                <a:lnTo>
                  <a:pt x="0" y="375"/>
                </a:lnTo>
                <a:lnTo>
                  <a:pt x="0" y="399"/>
                </a:lnTo>
                <a:lnTo>
                  <a:pt x="0" y="424"/>
                </a:lnTo>
                <a:lnTo>
                  <a:pt x="0" y="453"/>
                </a:lnTo>
                <a:lnTo>
                  <a:pt x="0" y="483"/>
                </a:lnTo>
                <a:lnTo>
                  <a:pt x="0" y="517"/>
                </a:lnTo>
                <a:lnTo>
                  <a:pt x="0" y="553"/>
                </a:lnTo>
                <a:lnTo>
                  <a:pt x="0" y="592"/>
                </a:lnTo>
                <a:lnTo>
                  <a:pt x="0" y="634"/>
                </a:lnTo>
                <a:lnTo>
                  <a:pt x="0" y="679"/>
                </a:lnTo>
                <a:lnTo>
                  <a:pt x="0" y="728"/>
                </a:lnTo>
                <a:lnTo>
                  <a:pt x="0" y="780"/>
                </a:lnTo>
                <a:lnTo>
                  <a:pt x="0" y="835"/>
                </a:lnTo>
                <a:lnTo>
                  <a:pt x="0" y="894"/>
                </a:lnTo>
                <a:lnTo>
                  <a:pt x="0" y="953"/>
                </a:lnTo>
                <a:lnTo>
                  <a:pt x="0" y="1010"/>
                </a:lnTo>
                <a:lnTo>
                  <a:pt x="0" y="1061"/>
                </a:lnTo>
                <a:lnTo>
                  <a:pt x="0" y="1109"/>
                </a:lnTo>
                <a:lnTo>
                  <a:pt x="0" y="1155"/>
                </a:lnTo>
                <a:lnTo>
                  <a:pt x="0" y="1197"/>
                </a:lnTo>
                <a:lnTo>
                  <a:pt x="0" y="1236"/>
                </a:lnTo>
                <a:lnTo>
                  <a:pt x="0" y="1272"/>
                </a:lnTo>
                <a:lnTo>
                  <a:pt x="0" y="1305"/>
                </a:lnTo>
                <a:lnTo>
                  <a:pt x="0" y="1337"/>
                </a:lnTo>
                <a:lnTo>
                  <a:pt x="0" y="1364"/>
                </a:lnTo>
                <a:lnTo>
                  <a:pt x="0" y="1391"/>
                </a:lnTo>
                <a:lnTo>
                  <a:pt x="0" y="1415"/>
                </a:lnTo>
                <a:lnTo>
                  <a:pt x="0" y="1436"/>
                </a:lnTo>
                <a:lnTo>
                  <a:pt x="0" y="1456"/>
                </a:lnTo>
                <a:lnTo>
                  <a:pt x="0" y="1474"/>
                </a:lnTo>
                <a:lnTo>
                  <a:pt x="0" y="1490"/>
                </a:lnTo>
                <a:lnTo>
                  <a:pt x="0" y="1505"/>
                </a:lnTo>
                <a:lnTo>
                  <a:pt x="0" y="1518"/>
                </a:lnTo>
                <a:lnTo>
                  <a:pt x="0" y="1530"/>
                </a:lnTo>
                <a:lnTo>
                  <a:pt x="0" y="1542"/>
                </a:lnTo>
                <a:lnTo>
                  <a:pt x="0" y="1552"/>
                </a:lnTo>
                <a:lnTo>
                  <a:pt x="0" y="1560"/>
                </a:lnTo>
                <a:lnTo>
                  <a:pt x="0" y="1569"/>
                </a:lnTo>
                <a:lnTo>
                  <a:pt x="0" y="1577"/>
                </a:lnTo>
                <a:lnTo>
                  <a:pt x="0" y="1584"/>
                </a:lnTo>
                <a:lnTo>
                  <a:pt x="0" y="1591"/>
                </a:lnTo>
                <a:lnTo>
                  <a:pt x="0" y="1599"/>
                </a:lnTo>
                <a:lnTo>
                  <a:pt x="0" y="1605"/>
                </a:lnTo>
                <a:lnTo>
                  <a:pt x="0" y="1612"/>
                </a:lnTo>
                <a:lnTo>
                  <a:pt x="0" y="1619"/>
                </a:lnTo>
                <a:lnTo>
                  <a:pt x="0" y="1626"/>
                </a:lnTo>
                <a:lnTo>
                  <a:pt x="0" y="1633"/>
                </a:lnTo>
                <a:lnTo>
                  <a:pt x="0" y="1641"/>
                </a:lnTo>
                <a:lnTo>
                  <a:pt x="1" y="1647"/>
                </a:lnTo>
                <a:lnTo>
                  <a:pt x="1" y="1653"/>
                </a:lnTo>
                <a:lnTo>
                  <a:pt x="1" y="1659"/>
                </a:lnTo>
                <a:lnTo>
                  <a:pt x="1" y="1665"/>
                </a:lnTo>
                <a:lnTo>
                  <a:pt x="1" y="1670"/>
                </a:lnTo>
                <a:lnTo>
                  <a:pt x="1" y="1674"/>
                </a:lnTo>
                <a:lnTo>
                  <a:pt x="1" y="1678"/>
                </a:lnTo>
                <a:lnTo>
                  <a:pt x="1" y="1683"/>
                </a:lnTo>
                <a:lnTo>
                  <a:pt x="3" y="1686"/>
                </a:lnTo>
                <a:lnTo>
                  <a:pt x="3" y="1690"/>
                </a:lnTo>
                <a:lnTo>
                  <a:pt x="3" y="1694"/>
                </a:lnTo>
                <a:lnTo>
                  <a:pt x="4" y="1696"/>
                </a:lnTo>
                <a:lnTo>
                  <a:pt x="4" y="1700"/>
                </a:lnTo>
                <a:lnTo>
                  <a:pt x="5" y="1702"/>
                </a:lnTo>
                <a:lnTo>
                  <a:pt x="5" y="1706"/>
                </a:lnTo>
                <a:lnTo>
                  <a:pt x="6" y="1708"/>
                </a:lnTo>
                <a:lnTo>
                  <a:pt x="7" y="1710"/>
                </a:lnTo>
                <a:lnTo>
                  <a:pt x="9" y="1713"/>
                </a:lnTo>
                <a:lnTo>
                  <a:pt x="10" y="1716"/>
                </a:lnTo>
                <a:lnTo>
                  <a:pt x="11" y="1719"/>
                </a:lnTo>
                <a:lnTo>
                  <a:pt x="12" y="1721"/>
                </a:lnTo>
                <a:lnTo>
                  <a:pt x="15" y="1724"/>
                </a:lnTo>
                <a:lnTo>
                  <a:pt x="16" y="1726"/>
                </a:lnTo>
                <a:lnTo>
                  <a:pt x="18" y="1728"/>
                </a:lnTo>
                <a:lnTo>
                  <a:pt x="19" y="1732"/>
                </a:lnTo>
                <a:lnTo>
                  <a:pt x="22" y="1734"/>
                </a:lnTo>
                <a:lnTo>
                  <a:pt x="24" y="1738"/>
                </a:lnTo>
                <a:lnTo>
                  <a:pt x="27" y="1742"/>
                </a:lnTo>
                <a:lnTo>
                  <a:pt x="30" y="1745"/>
                </a:lnTo>
                <a:lnTo>
                  <a:pt x="33" y="1749"/>
                </a:lnTo>
                <a:lnTo>
                  <a:pt x="36" y="1752"/>
                </a:lnTo>
                <a:lnTo>
                  <a:pt x="39" y="1756"/>
                </a:lnTo>
                <a:lnTo>
                  <a:pt x="41" y="1758"/>
                </a:lnTo>
                <a:lnTo>
                  <a:pt x="43" y="1762"/>
                </a:lnTo>
                <a:lnTo>
                  <a:pt x="46" y="1764"/>
                </a:lnTo>
                <a:lnTo>
                  <a:pt x="48" y="1767"/>
                </a:lnTo>
                <a:lnTo>
                  <a:pt x="51" y="1769"/>
                </a:lnTo>
                <a:lnTo>
                  <a:pt x="52" y="1772"/>
                </a:lnTo>
                <a:lnTo>
                  <a:pt x="54" y="1774"/>
                </a:lnTo>
                <a:lnTo>
                  <a:pt x="57" y="1775"/>
                </a:lnTo>
                <a:lnTo>
                  <a:pt x="58" y="1778"/>
                </a:lnTo>
                <a:lnTo>
                  <a:pt x="60" y="1779"/>
                </a:lnTo>
                <a:lnTo>
                  <a:pt x="63" y="1780"/>
                </a:lnTo>
                <a:lnTo>
                  <a:pt x="64" y="1781"/>
                </a:lnTo>
                <a:lnTo>
                  <a:pt x="66" y="1783"/>
                </a:lnTo>
                <a:lnTo>
                  <a:pt x="69" y="1784"/>
                </a:lnTo>
                <a:lnTo>
                  <a:pt x="71" y="1785"/>
                </a:lnTo>
                <a:lnTo>
                  <a:pt x="74" y="1786"/>
                </a:lnTo>
                <a:lnTo>
                  <a:pt x="76" y="1786"/>
                </a:lnTo>
                <a:lnTo>
                  <a:pt x="78" y="1787"/>
                </a:lnTo>
                <a:lnTo>
                  <a:pt x="82" y="1787"/>
                </a:lnTo>
                <a:lnTo>
                  <a:pt x="84" y="1787"/>
                </a:lnTo>
                <a:lnTo>
                  <a:pt x="88" y="1789"/>
                </a:lnTo>
                <a:lnTo>
                  <a:pt x="92" y="1789"/>
                </a:lnTo>
                <a:lnTo>
                  <a:pt x="95" y="1789"/>
                </a:lnTo>
                <a:lnTo>
                  <a:pt x="99" y="1789"/>
                </a:lnTo>
                <a:lnTo>
                  <a:pt x="104" y="1789"/>
                </a:lnTo>
                <a:lnTo>
                  <a:pt x="107" y="1789"/>
                </a:lnTo>
                <a:lnTo>
                  <a:pt x="112" y="1789"/>
                </a:lnTo>
                <a:lnTo>
                  <a:pt x="118" y="1789"/>
                </a:lnTo>
                <a:lnTo>
                  <a:pt x="123" y="1789"/>
                </a:lnTo>
                <a:lnTo>
                  <a:pt x="129" y="1789"/>
                </a:lnTo>
                <a:lnTo>
                  <a:pt x="135" y="1789"/>
                </a:lnTo>
                <a:lnTo>
                  <a:pt x="140" y="1789"/>
                </a:lnTo>
                <a:lnTo>
                  <a:pt x="144" y="1789"/>
                </a:lnTo>
                <a:lnTo>
                  <a:pt x="149" y="1789"/>
                </a:lnTo>
                <a:lnTo>
                  <a:pt x="154" y="1789"/>
                </a:lnTo>
                <a:lnTo>
                  <a:pt x="159" y="1789"/>
                </a:lnTo>
                <a:lnTo>
                  <a:pt x="162" y="1789"/>
                </a:lnTo>
                <a:lnTo>
                  <a:pt x="166" y="1789"/>
                </a:lnTo>
                <a:lnTo>
                  <a:pt x="170" y="1789"/>
                </a:lnTo>
                <a:lnTo>
                  <a:pt x="172" y="1787"/>
                </a:lnTo>
                <a:lnTo>
                  <a:pt x="176" y="1787"/>
                </a:lnTo>
                <a:lnTo>
                  <a:pt x="178" y="1787"/>
                </a:lnTo>
                <a:lnTo>
                  <a:pt x="182" y="1786"/>
                </a:lnTo>
                <a:lnTo>
                  <a:pt x="184" y="1786"/>
                </a:lnTo>
                <a:lnTo>
                  <a:pt x="187" y="1785"/>
                </a:lnTo>
                <a:lnTo>
                  <a:pt x="189" y="1784"/>
                </a:lnTo>
                <a:lnTo>
                  <a:pt x="190" y="1783"/>
                </a:lnTo>
                <a:lnTo>
                  <a:pt x="193" y="1781"/>
                </a:lnTo>
                <a:lnTo>
                  <a:pt x="195" y="1780"/>
                </a:lnTo>
                <a:lnTo>
                  <a:pt x="197" y="1779"/>
                </a:lnTo>
                <a:lnTo>
                  <a:pt x="199" y="1778"/>
                </a:lnTo>
                <a:lnTo>
                  <a:pt x="201" y="1775"/>
                </a:lnTo>
                <a:lnTo>
                  <a:pt x="203" y="1774"/>
                </a:lnTo>
                <a:lnTo>
                  <a:pt x="205" y="1772"/>
                </a:lnTo>
                <a:lnTo>
                  <a:pt x="207" y="1769"/>
                </a:lnTo>
                <a:lnTo>
                  <a:pt x="209" y="1767"/>
                </a:lnTo>
                <a:lnTo>
                  <a:pt x="212" y="1764"/>
                </a:lnTo>
                <a:lnTo>
                  <a:pt x="214" y="1762"/>
                </a:lnTo>
                <a:lnTo>
                  <a:pt x="217" y="1758"/>
                </a:lnTo>
                <a:lnTo>
                  <a:pt x="219" y="1756"/>
                </a:lnTo>
                <a:lnTo>
                  <a:pt x="221" y="1752"/>
                </a:lnTo>
                <a:lnTo>
                  <a:pt x="224" y="1749"/>
                </a:lnTo>
                <a:lnTo>
                  <a:pt x="227" y="1745"/>
                </a:lnTo>
                <a:lnTo>
                  <a:pt x="230" y="1742"/>
                </a:lnTo>
                <a:lnTo>
                  <a:pt x="232" y="1738"/>
                </a:lnTo>
                <a:lnTo>
                  <a:pt x="235" y="1734"/>
                </a:lnTo>
                <a:lnTo>
                  <a:pt x="237" y="1732"/>
                </a:lnTo>
                <a:lnTo>
                  <a:pt x="239" y="1728"/>
                </a:lnTo>
                <a:lnTo>
                  <a:pt x="241" y="1726"/>
                </a:lnTo>
                <a:lnTo>
                  <a:pt x="243" y="1724"/>
                </a:lnTo>
                <a:lnTo>
                  <a:pt x="244" y="1721"/>
                </a:lnTo>
                <a:lnTo>
                  <a:pt x="245" y="1719"/>
                </a:lnTo>
                <a:lnTo>
                  <a:pt x="248" y="1716"/>
                </a:lnTo>
                <a:lnTo>
                  <a:pt x="249" y="1713"/>
                </a:lnTo>
                <a:lnTo>
                  <a:pt x="250" y="1710"/>
                </a:lnTo>
                <a:lnTo>
                  <a:pt x="250" y="1708"/>
                </a:lnTo>
                <a:lnTo>
                  <a:pt x="251" y="1706"/>
                </a:lnTo>
                <a:lnTo>
                  <a:pt x="253" y="1702"/>
                </a:lnTo>
                <a:lnTo>
                  <a:pt x="253" y="1700"/>
                </a:lnTo>
                <a:lnTo>
                  <a:pt x="254" y="1696"/>
                </a:lnTo>
                <a:lnTo>
                  <a:pt x="254" y="1694"/>
                </a:lnTo>
                <a:lnTo>
                  <a:pt x="255" y="1690"/>
                </a:lnTo>
                <a:lnTo>
                  <a:pt x="255" y="1686"/>
                </a:lnTo>
                <a:lnTo>
                  <a:pt x="255" y="1683"/>
                </a:lnTo>
                <a:lnTo>
                  <a:pt x="255" y="1678"/>
                </a:lnTo>
                <a:lnTo>
                  <a:pt x="256" y="1674"/>
                </a:lnTo>
                <a:lnTo>
                  <a:pt x="256" y="1670"/>
                </a:lnTo>
                <a:lnTo>
                  <a:pt x="256" y="1665"/>
                </a:lnTo>
                <a:lnTo>
                  <a:pt x="256" y="1659"/>
                </a:lnTo>
                <a:lnTo>
                  <a:pt x="256" y="1653"/>
                </a:lnTo>
                <a:lnTo>
                  <a:pt x="256" y="1647"/>
                </a:lnTo>
                <a:lnTo>
                  <a:pt x="256" y="1641"/>
                </a:lnTo>
                <a:lnTo>
                  <a:pt x="256" y="1633"/>
                </a:lnTo>
                <a:lnTo>
                  <a:pt x="256" y="1626"/>
                </a:lnTo>
                <a:lnTo>
                  <a:pt x="256" y="1619"/>
                </a:lnTo>
                <a:lnTo>
                  <a:pt x="256" y="1612"/>
                </a:lnTo>
                <a:lnTo>
                  <a:pt x="256" y="1605"/>
                </a:lnTo>
                <a:lnTo>
                  <a:pt x="256" y="1599"/>
                </a:lnTo>
                <a:lnTo>
                  <a:pt x="256" y="1591"/>
                </a:lnTo>
                <a:lnTo>
                  <a:pt x="256" y="1584"/>
                </a:lnTo>
                <a:lnTo>
                  <a:pt x="256" y="1577"/>
                </a:lnTo>
                <a:lnTo>
                  <a:pt x="256" y="1569"/>
                </a:lnTo>
                <a:lnTo>
                  <a:pt x="256" y="1560"/>
                </a:lnTo>
                <a:lnTo>
                  <a:pt x="256" y="1552"/>
                </a:lnTo>
                <a:lnTo>
                  <a:pt x="256" y="1542"/>
                </a:lnTo>
                <a:lnTo>
                  <a:pt x="256" y="1530"/>
                </a:lnTo>
                <a:lnTo>
                  <a:pt x="256" y="1518"/>
                </a:lnTo>
                <a:lnTo>
                  <a:pt x="256" y="1505"/>
                </a:lnTo>
                <a:lnTo>
                  <a:pt x="256" y="1490"/>
                </a:lnTo>
                <a:lnTo>
                  <a:pt x="256" y="1474"/>
                </a:lnTo>
                <a:lnTo>
                  <a:pt x="256" y="1456"/>
                </a:lnTo>
                <a:lnTo>
                  <a:pt x="256" y="1436"/>
                </a:lnTo>
                <a:lnTo>
                  <a:pt x="256" y="1415"/>
                </a:lnTo>
                <a:lnTo>
                  <a:pt x="256" y="1391"/>
                </a:lnTo>
                <a:lnTo>
                  <a:pt x="256" y="1364"/>
                </a:lnTo>
                <a:lnTo>
                  <a:pt x="256" y="1337"/>
                </a:lnTo>
                <a:lnTo>
                  <a:pt x="256" y="1305"/>
                </a:lnTo>
                <a:lnTo>
                  <a:pt x="256" y="1272"/>
                </a:lnTo>
                <a:lnTo>
                  <a:pt x="256" y="1236"/>
                </a:lnTo>
                <a:lnTo>
                  <a:pt x="256" y="1197"/>
                </a:lnTo>
                <a:lnTo>
                  <a:pt x="256" y="1155"/>
                </a:lnTo>
                <a:lnTo>
                  <a:pt x="256" y="1109"/>
                </a:lnTo>
                <a:lnTo>
                  <a:pt x="256" y="1061"/>
                </a:lnTo>
                <a:lnTo>
                  <a:pt x="256" y="1010"/>
                </a:lnTo>
                <a:lnTo>
                  <a:pt x="256" y="953"/>
                </a:lnTo>
                <a:lnTo>
                  <a:pt x="256" y="894"/>
                </a:lnTo>
                <a:close/>
              </a:path>
            </a:pathLst>
          </a:custGeom>
          <a:noFill/>
          <a:ln w="1746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68" name="Freeform 193"/>
          <p:cNvSpPr>
            <a:spLocks/>
          </p:cNvSpPr>
          <p:nvPr/>
        </p:nvSpPr>
        <p:spPr bwMode="auto">
          <a:xfrm>
            <a:off x="9053690" y="2512908"/>
            <a:ext cx="383822" cy="959555"/>
          </a:xfrm>
          <a:custGeom>
            <a:avLst/>
            <a:gdLst>
              <a:gd name="T0" fmla="*/ 2147483646 w 340"/>
              <a:gd name="T1" fmla="*/ 2147483646 h 852"/>
              <a:gd name="T2" fmla="*/ 2147483646 w 340"/>
              <a:gd name="T3" fmla="*/ 2147483646 h 852"/>
              <a:gd name="T4" fmla="*/ 2147483646 w 340"/>
              <a:gd name="T5" fmla="*/ 2147483646 h 852"/>
              <a:gd name="T6" fmla="*/ 2147483646 w 340"/>
              <a:gd name="T7" fmla="*/ 2147483646 h 852"/>
              <a:gd name="T8" fmla="*/ 2147483646 w 340"/>
              <a:gd name="T9" fmla="*/ 2147483646 h 852"/>
              <a:gd name="T10" fmla="*/ 2147483646 w 340"/>
              <a:gd name="T11" fmla="*/ 2147483646 h 852"/>
              <a:gd name="T12" fmla="*/ 2147483646 w 340"/>
              <a:gd name="T13" fmla="*/ 2147483646 h 852"/>
              <a:gd name="T14" fmla="*/ 2147483646 w 340"/>
              <a:gd name="T15" fmla="*/ 2147483646 h 852"/>
              <a:gd name="T16" fmla="*/ 2147483646 w 340"/>
              <a:gd name="T17" fmla="*/ 2147483646 h 852"/>
              <a:gd name="T18" fmla="*/ 2147483646 w 340"/>
              <a:gd name="T19" fmla="*/ 2147483646 h 852"/>
              <a:gd name="T20" fmla="*/ 2147483646 w 340"/>
              <a:gd name="T21" fmla="*/ 2147483646 h 852"/>
              <a:gd name="T22" fmla="*/ 2147483646 w 340"/>
              <a:gd name="T23" fmla="*/ 1986600826 h 852"/>
              <a:gd name="T24" fmla="*/ 2147483646 w 340"/>
              <a:gd name="T25" fmla="*/ 0 h 852"/>
              <a:gd name="T26" fmla="*/ 2147483646 w 340"/>
              <a:gd name="T27" fmla="*/ 0 h 852"/>
              <a:gd name="T28" fmla="*/ 2147483646 w 340"/>
              <a:gd name="T29" fmla="*/ 0 h 852"/>
              <a:gd name="T30" fmla="*/ 2147483646 w 340"/>
              <a:gd name="T31" fmla="*/ 1489950421 h 852"/>
              <a:gd name="T32" fmla="*/ 2147483646 w 340"/>
              <a:gd name="T33" fmla="*/ 2147483646 h 852"/>
              <a:gd name="T34" fmla="*/ 2147483646 w 340"/>
              <a:gd name="T35" fmla="*/ 2147483646 h 852"/>
              <a:gd name="T36" fmla="*/ 2147483646 w 340"/>
              <a:gd name="T37" fmla="*/ 2147483646 h 852"/>
              <a:gd name="T38" fmla="*/ 2147483646 w 340"/>
              <a:gd name="T39" fmla="*/ 2147483646 h 852"/>
              <a:gd name="T40" fmla="*/ 2147483646 w 340"/>
              <a:gd name="T41" fmla="*/ 2147483646 h 852"/>
              <a:gd name="T42" fmla="*/ 1500123206 w 340"/>
              <a:gd name="T43" fmla="*/ 2147483646 h 852"/>
              <a:gd name="T44" fmla="*/ 0 w 340"/>
              <a:gd name="T45" fmla="*/ 2147483646 h 852"/>
              <a:gd name="T46" fmla="*/ 0 w 340"/>
              <a:gd name="T47" fmla="*/ 2147483646 h 852"/>
              <a:gd name="T48" fmla="*/ 0 w 340"/>
              <a:gd name="T49" fmla="*/ 2147483646 h 852"/>
              <a:gd name="T50" fmla="*/ 0 w 340"/>
              <a:gd name="T51" fmla="*/ 2147483646 h 852"/>
              <a:gd name="T52" fmla="*/ 0 w 340"/>
              <a:gd name="T53" fmla="*/ 2147483646 h 852"/>
              <a:gd name="T54" fmla="*/ 0 w 340"/>
              <a:gd name="T55" fmla="*/ 2147483646 h 852"/>
              <a:gd name="T56" fmla="*/ 0 w 340"/>
              <a:gd name="T57" fmla="*/ 2147483646 h 852"/>
              <a:gd name="T58" fmla="*/ 0 w 340"/>
              <a:gd name="T59" fmla="*/ 2147483646 h 852"/>
              <a:gd name="T60" fmla="*/ 0 w 340"/>
              <a:gd name="T61" fmla="*/ 2147483646 h 852"/>
              <a:gd name="T62" fmla="*/ 0 w 340"/>
              <a:gd name="T63" fmla="*/ 2147483646 h 852"/>
              <a:gd name="T64" fmla="*/ 0 w 340"/>
              <a:gd name="T65" fmla="*/ 2147483646 h 852"/>
              <a:gd name="T66" fmla="*/ 0 w 340"/>
              <a:gd name="T67" fmla="*/ 2147483646 h 852"/>
              <a:gd name="T68" fmla="*/ 1500123206 w 340"/>
              <a:gd name="T69" fmla="*/ 2147483646 h 852"/>
              <a:gd name="T70" fmla="*/ 2147483646 w 340"/>
              <a:gd name="T71" fmla="*/ 2147483646 h 852"/>
              <a:gd name="T72" fmla="*/ 2147483646 w 340"/>
              <a:gd name="T73" fmla="*/ 2147483646 h 852"/>
              <a:gd name="T74" fmla="*/ 2147483646 w 340"/>
              <a:gd name="T75" fmla="*/ 2147483646 h 852"/>
              <a:gd name="T76" fmla="*/ 2147483646 w 340"/>
              <a:gd name="T77" fmla="*/ 2147483646 h 852"/>
              <a:gd name="T78" fmla="*/ 2147483646 w 340"/>
              <a:gd name="T79" fmla="*/ 2147483646 h 852"/>
              <a:gd name="T80" fmla="*/ 2147483646 w 340"/>
              <a:gd name="T81" fmla="*/ 2147483646 h 852"/>
              <a:gd name="T82" fmla="*/ 2147483646 w 340"/>
              <a:gd name="T83" fmla="*/ 2147483646 h 852"/>
              <a:gd name="T84" fmla="*/ 2147483646 w 340"/>
              <a:gd name="T85" fmla="*/ 2147483646 h 852"/>
              <a:gd name="T86" fmla="*/ 2147483646 w 340"/>
              <a:gd name="T87" fmla="*/ 2147483646 h 852"/>
              <a:gd name="T88" fmla="*/ 2147483646 w 340"/>
              <a:gd name="T89" fmla="*/ 2147483646 h 852"/>
              <a:gd name="T90" fmla="*/ 2147483646 w 340"/>
              <a:gd name="T91" fmla="*/ 2147483646 h 852"/>
              <a:gd name="T92" fmla="*/ 2147483646 w 340"/>
              <a:gd name="T93" fmla="*/ 2147483646 h 852"/>
              <a:gd name="T94" fmla="*/ 2147483646 w 340"/>
              <a:gd name="T95" fmla="*/ 2147483646 h 852"/>
              <a:gd name="T96" fmla="*/ 2147483646 w 340"/>
              <a:gd name="T97" fmla="*/ 2147483646 h 852"/>
              <a:gd name="T98" fmla="*/ 2147483646 w 340"/>
              <a:gd name="T99" fmla="*/ 2147483646 h 852"/>
              <a:gd name="T100" fmla="*/ 2147483646 w 340"/>
              <a:gd name="T101" fmla="*/ 2147483646 h 852"/>
              <a:gd name="T102" fmla="*/ 2147483646 w 340"/>
              <a:gd name="T103" fmla="*/ 2147483646 h 852"/>
              <a:gd name="T104" fmla="*/ 2147483646 w 340"/>
              <a:gd name="T105" fmla="*/ 2147483646 h 852"/>
              <a:gd name="T106" fmla="*/ 2147483646 w 340"/>
              <a:gd name="T107" fmla="*/ 2147483646 h 852"/>
              <a:gd name="T108" fmla="*/ 2147483646 w 340"/>
              <a:gd name="T109" fmla="*/ 2147483646 h 852"/>
              <a:gd name="T110" fmla="*/ 2147483646 w 340"/>
              <a:gd name="T111" fmla="*/ 2147483646 h 852"/>
              <a:gd name="T112" fmla="*/ 2147483646 w 340"/>
              <a:gd name="T113" fmla="*/ 2147483646 h 852"/>
              <a:gd name="T114" fmla="*/ 2147483646 w 340"/>
              <a:gd name="T115" fmla="*/ 2147483646 h 852"/>
              <a:gd name="T116" fmla="*/ 2147483646 w 340"/>
              <a:gd name="T117" fmla="*/ 2147483646 h 852"/>
              <a:gd name="T118" fmla="*/ 2147483646 w 340"/>
              <a:gd name="T119" fmla="*/ 2147483646 h 852"/>
              <a:gd name="T120" fmla="*/ 2147483646 w 340"/>
              <a:gd name="T121" fmla="*/ 2147483646 h 85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340" h="852">
                <a:moveTo>
                  <a:pt x="340" y="426"/>
                </a:moveTo>
                <a:lnTo>
                  <a:pt x="340" y="410"/>
                </a:lnTo>
                <a:lnTo>
                  <a:pt x="340" y="396"/>
                </a:lnTo>
                <a:lnTo>
                  <a:pt x="340" y="383"/>
                </a:lnTo>
                <a:lnTo>
                  <a:pt x="340" y="370"/>
                </a:lnTo>
                <a:lnTo>
                  <a:pt x="340" y="357"/>
                </a:lnTo>
                <a:lnTo>
                  <a:pt x="340" y="347"/>
                </a:lnTo>
                <a:lnTo>
                  <a:pt x="340" y="336"/>
                </a:lnTo>
                <a:lnTo>
                  <a:pt x="340" y="326"/>
                </a:lnTo>
                <a:lnTo>
                  <a:pt x="340" y="317"/>
                </a:lnTo>
                <a:lnTo>
                  <a:pt x="340" y="308"/>
                </a:lnTo>
                <a:lnTo>
                  <a:pt x="340" y="301"/>
                </a:lnTo>
                <a:lnTo>
                  <a:pt x="340" y="293"/>
                </a:lnTo>
                <a:lnTo>
                  <a:pt x="340" y="285"/>
                </a:lnTo>
                <a:lnTo>
                  <a:pt x="340" y="279"/>
                </a:lnTo>
                <a:lnTo>
                  <a:pt x="340" y="272"/>
                </a:lnTo>
                <a:lnTo>
                  <a:pt x="340" y="266"/>
                </a:lnTo>
                <a:lnTo>
                  <a:pt x="340" y="260"/>
                </a:lnTo>
                <a:lnTo>
                  <a:pt x="340" y="255"/>
                </a:lnTo>
                <a:lnTo>
                  <a:pt x="340" y="249"/>
                </a:lnTo>
                <a:lnTo>
                  <a:pt x="340" y="244"/>
                </a:lnTo>
                <a:lnTo>
                  <a:pt x="340" y="238"/>
                </a:lnTo>
                <a:lnTo>
                  <a:pt x="340" y="234"/>
                </a:lnTo>
                <a:lnTo>
                  <a:pt x="340" y="228"/>
                </a:lnTo>
                <a:lnTo>
                  <a:pt x="340" y="223"/>
                </a:lnTo>
                <a:lnTo>
                  <a:pt x="340" y="217"/>
                </a:lnTo>
                <a:lnTo>
                  <a:pt x="340" y="211"/>
                </a:lnTo>
                <a:lnTo>
                  <a:pt x="340" y="205"/>
                </a:lnTo>
                <a:lnTo>
                  <a:pt x="340" y="199"/>
                </a:lnTo>
                <a:lnTo>
                  <a:pt x="340" y="193"/>
                </a:lnTo>
                <a:lnTo>
                  <a:pt x="340" y="186"/>
                </a:lnTo>
                <a:lnTo>
                  <a:pt x="340" y="178"/>
                </a:lnTo>
                <a:lnTo>
                  <a:pt x="340" y="170"/>
                </a:lnTo>
                <a:lnTo>
                  <a:pt x="340" y="163"/>
                </a:lnTo>
                <a:lnTo>
                  <a:pt x="340" y="156"/>
                </a:lnTo>
                <a:lnTo>
                  <a:pt x="340" y="148"/>
                </a:lnTo>
                <a:lnTo>
                  <a:pt x="340" y="142"/>
                </a:lnTo>
                <a:lnTo>
                  <a:pt x="340" y="136"/>
                </a:lnTo>
                <a:lnTo>
                  <a:pt x="340" y="130"/>
                </a:lnTo>
                <a:lnTo>
                  <a:pt x="340" y="125"/>
                </a:lnTo>
                <a:lnTo>
                  <a:pt x="340" y="121"/>
                </a:lnTo>
                <a:lnTo>
                  <a:pt x="340" y="116"/>
                </a:lnTo>
                <a:lnTo>
                  <a:pt x="339" y="112"/>
                </a:lnTo>
                <a:lnTo>
                  <a:pt x="339" y="107"/>
                </a:lnTo>
                <a:lnTo>
                  <a:pt x="339" y="104"/>
                </a:lnTo>
                <a:lnTo>
                  <a:pt x="338" y="100"/>
                </a:lnTo>
                <a:lnTo>
                  <a:pt x="338" y="97"/>
                </a:lnTo>
                <a:lnTo>
                  <a:pt x="337" y="94"/>
                </a:lnTo>
                <a:lnTo>
                  <a:pt x="336" y="91"/>
                </a:lnTo>
                <a:lnTo>
                  <a:pt x="334" y="88"/>
                </a:lnTo>
                <a:lnTo>
                  <a:pt x="333" y="85"/>
                </a:lnTo>
                <a:lnTo>
                  <a:pt x="332" y="82"/>
                </a:lnTo>
                <a:lnTo>
                  <a:pt x="331" y="80"/>
                </a:lnTo>
                <a:lnTo>
                  <a:pt x="328" y="77"/>
                </a:lnTo>
                <a:lnTo>
                  <a:pt x="327" y="74"/>
                </a:lnTo>
                <a:lnTo>
                  <a:pt x="325" y="71"/>
                </a:lnTo>
                <a:lnTo>
                  <a:pt x="324" y="69"/>
                </a:lnTo>
                <a:lnTo>
                  <a:pt x="321" y="65"/>
                </a:lnTo>
                <a:lnTo>
                  <a:pt x="318" y="63"/>
                </a:lnTo>
                <a:lnTo>
                  <a:pt x="315" y="61"/>
                </a:lnTo>
                <a:lnTo>
                  <a:pt x="313" y="57"/>
                </a:lnTo>
                <a:lnTo>
                  <a:pt x="309" y="53"/>
                </a:lnTo>
                <a:lnTo>
                  <a:pt x="306" y="50"/>
                </a:lnTo>
                <a:lnTo>
                  <a:pt x="302" y="46"/>
                </a:lnTo>
                <a:lnTo>
                  <a:pt x="298" y="43"/>
                </a:lnTo>
                <a:lnTo>
                  <a:pt x="295" y="39"/>
                </a:lnTo>
                <a:lnTo>
                  <a:pt x="291" y="35"/>
                </a:lnTo>
                <a:lnTo>
                  <a:pt x="288" y="32"/>
                </a:lnTo>
                <a:lnTo>
                  <a:pt x="284" y="29"/>
                </a:lnTo>
                <a:lnTo>
                  <a:pt x="282" y="26"/>
                </a:lnTo>
                <a:lnTo>
                  <a:pt x="278" y="23"/>
                </a:lnTo>
                <a:lnTo>
                  <a:pt x="276" y="21"/>
                </a:lnTo>
                <a:lnTo>
                  <a:pt x="273" y="18"/>
                </a:lnTo>
                <a:lnTo>
                  <a:pt x="270" y="16"/>
                </a:lnTo>
                <a:lnTo>
                  <a:pt x="267" y="14"/>
                </a:lnTo>
                <a:lnTo>
                  <a:pt x="265" y="12"/>
                </a:lnTo>
                <a:lnTo>
                  <a:pt x="262" y="10"/>
                </a:lnTo>
                <a:lnTo>
                  <a:pt x="259" y="9"/>
                </a:lnTo>
                <a:lnTo>
                  <a:pt x="256" y="8"/>
                </a:lnTo>
                <a:lnTo>
                  <a:pt x="254" y="6"/>
                </a:lnTo>
                <a:lnTo>
                  <a:pt x="250" y="5"/>
                </a:lnTo>
                <a:lnTo>
                  <a:pt x="248" y="4"/>
                </a:lnTo>
                <a:lnTo>
                  <a:pt x="244" y="4"/>
                </a:lnTo>
                <a:lnTo>
                  <a:pt x="241" y="3"/>
                </a:lnTo>
                <a:lnTo>
                  <a:pt x="237" y="3"/>
                </a:lnTo>
                <a:lnTo>
                  <a:pt x="233" y="2"/>
                </a:lnTo>
                <a:lnTo>
                  <a:pt x="230" y="2"/>
                </a:lnTo>
                <a:lnTo>
                  <a:pt x="225" y="2"/>
                </a:lnTo>
                <a:lnTo>
                  <a:pt x="220" y="0"/>
                </a:lnTo>
                <a:lnTo>
                  <a:pt x="215" y="0"/>
                </a:lnTo>
                <a:lnTo>
                  <a:pt x="211" y="0"/>
                </a:lnTo>
                <a:lnTo>
                  <a:pt x="205" y="0"/>
                </a:lnTo>
                <a:lnTo>
                  <a:pt x="199" y="0"/>
                </a:lnTo>
                <a:lnTo>
                  <a:pt x="193" y="0"/>
                </a:lnTo>
                <a:lnTo>
                  <a:pt x="185" y="0"/>
                </a:lnTo>
                <a:lnTo>
                  <a:pt x="178" y="0"/>
                </a:lnTo>
                <a:lnTo>
                  <a:pt x="171" y="0"/>
                </a:lnTo>
                <a:lnTo>
                  <a:pt x="163" y="0"/>
                </a:lnTo>
                <a:lnTo>
                  <a:pt x="155" y="0"/>
                </a:lnTo>
                <a:lnTo>
                  <a:pt x="149" y="0"/>
                </a:lnTo>
                <a:lnTo>
                  <a:pt x="142" y="0"/>
                </a:lnTo>
                <a:lnTo>
                  <a:pt x="136" y="0"/>
                </a:lnTo>
                <a:lnTo>
                  <a:pt x="131" y="0"/>
                </a:lnTo>
                <a:lnTo>
                  <a:pt x="125" y="0"/>
                </a:lnTo>
                <a:lnTo>
                  <a:pt x="120" y="0"/>
                </a:lnTo>
                <a:lnTo>
                  <a:pt x="116" y="2"/>
                </a:lnTo>
                <a:lnTo>
                  <a:pt x="112" y="2"/>
                </a:lnTo>
                <a:lnTo>
                  <a:pt x="108" y="2"/>
                </a:lnTo>
                <a:lnTo>
                  <a:pt x="104" y="3"/>
                </a:lnTo>
                <a:lnTo>
                  <a:pt x="100" y="3"/>
                </a:lnTo>
                <a:lnTo>
                  <a:pt x="98" y="4"/>
                </a:lnTo>
                <a:lnTo>
                  <a:pt x="94" y="4"/>
                </a:lnTo>
                <a:lnTo>
                  <a:pt x="90" y="5"/>
                </a:lnTo>
                <a:lnTo>
                  <a:pt x="88" y="6"/>
                </a:lnTo>
                <a:lnTo>
                  <a:pt x="86" y="8"/>
                </a:lnTo>
                <a:lnTo>
                  <a:pt x="82" y="9"/>
                </a:lnTo>
                <a:lnTo>
                  <a:pt x="80" y="10"/>
                </a:lnTo>
                <a:lnTo>
                  <a:pt x="77" y="12"/>
                </a:lnTo>
                <a:lnTo>
                  <a:pt x="75" y="14"/>
                </a:lnTo>
                <a:lnTo>
                  <a:pt x="71" y="16"/>
                </a:lnTo>
                <a:lnTo>
                  <a:pt x="69" y="18"/>
                </a:lnTo>
                <a:lnTo>
                  <a:pt x="66" y="21"/>
                </a:lnTo>
                <a:lnTo>
                  <a:pt x="63" y="23"/>
                </a:lnTo>
                <a:lnTo>
                  <a:pt x="60" y="26"/>
                </a:lnTo>
                <a:lnTo>
                  <a:pt x="57" y="29"/>
                </a:lnTo>
                <a:lnTo>
                  <a:pt x="54" y="32"/>
                </a:lnTo>
                <a:lnTo>
                  <a:pt x="51" y="35"/>
                </a:lnTo>
                <a:lnTo>
                  <a:pt x="47" y="39"/>
                </a:lnTo>
                <a:lnTo>
                  <a:pt x="42" y="43"/>
                </a:lnTo>
                <a:lnTo>
                  <a:pt x="39" y="46"/>
                </a:lnTo>
                <a:lnTo>
                  <a:pt x="35" y="50"/>
                </a:lnTo>
                <a:lnTo>
                  <a:pt x="31" y="53"/>
                </a:lnTo>
                <a:lnTo>
                  <a:pt x="29" y="57"/>
                </a:lnTo>
                <a:lnTo>
                  <a:pt x="25" y="61"/>
                </a:lnTo>
                <a:lnTo>
                  <a:pt x="23" y="63"/>
                </a:lnTo>
                <a:lnTo>
                  <a:pt x="21" y="65"/>
                </a:lnTo>
                <a:lnTo>
                  <a:pt x="18" y="69"/>
                </a:lnTo>
                <a:lnTo>
                  <a:pt x="16" y="71"/>
                </a:lnTo>
                <a:lnTo>
                  <a:pt x="15" y="74"/>
                </a:lnTo>
                <a:lnTo>
                  <a:pt x="12" y="77"/>
                </a:lnTo>
                <a:lnTo>
                  <a:pt x="11" y="80"/>
                </a:lnTo>
                <a:lnTo>
                  <a:pt x="9" y="82"/>
                </a:lnTo>
                <a:lnTo>
                  <a:pt x="7" y="85"/>
                </a:lnTo>
                <a:lnTo>
                  <a:pt x="6" y="88"/>
                </a:lnTo>
                <a:lnTo>
                  <a:pt x="6" y="91"/>
                </a:lnTo>
                <a:lnTo>
                  <a:pt x="5" y="94"/>
                </a:lnTo>
                <a:lnTo>
                  <a:pt x="4" y="97"/>
                </a:lnTo>
                <a:lnTo>
                  <a:pt x="3" y="100"/>
                </a:lnTo>
                <a:lnTo>
                  <a:pt x="3" y="104"/>
                </a:lnTo>
                <a:lnTo>
                  <a:pt x="3" y="107"/>
                </a:lnTo>
                <a:lnTo>
                  <a:pt x="1" y="112"/>
                </a:lnTo>
                <a:lnTo>
                  <a:pt x="1" y="116"/>
                </a:lnTo>
                <a:lnTo>
                  <a:pt x="1" y="121"/>
                </a:lnTo>
                <a:lnTo>
                  <a:pt x="0" y="125"/>
                </a:lnTo>
                <a:lnTo>
                  <a:pt x="0" y="130"/>
                </a:lnTo>
                <a:lnTo>
                  <a:pt x="0" y="136"/>
                </a:lnTo>
                <a:lnTo>
                  <a:pt x="0" y="142"/>
                </a:lnTo>
                <a:lnTo>
                  <a:pt x="0" y="148"/>
                </a:lnTo>
                <a:lnTo>
                  <a:pt x="0" y="156"/>
                </a:lnTo>
                <a:lnTo>
                  <a:pt x="0" y="163"/>
                </a:lnTo>
                <a:lnTo>
                  <a:pt x="0" y="170"/>
                </a:lnTo>
                <a:lnTo>
                  <a:pt x="0" y="178"/>
                </a:lnTo>
                <a:lnTo>
                  <a:pt x="0" y="186"/>
                </a:lnTo>
                <a:lnTo>
                  <a:pt x="0" y="193"/>
                </a:lnTo>
                <a:lnTo>
                  <a:pt x="0" y="199"/>
                </a:lnTo>
                <a:lnTo>
                  <a:pt x="0" y="205"/>
                </a:lnTo>
                <a:lnTo>
                  <a:pt x="0" y="212"/>
                </a:lnTo>
                <a:lnTo>
                  <a:pt x="0" y="217"/>
                </a:lnTo>
                <a:lnTo>
                  <a:pt x="0" y="223"/>
                </a:lnTo>
                <a:lnTo>
                  <a:pt x="0" y="229"/>
                </a:lnTo>
                <a:lnTo>
                  <a:pt x="0" y="235"/>
                </a:lnTo>
                <a:lnTo>
                  <a:pt x="0" y="241"/>
                </a:lnTo>
                <a:lnTo>
                  <a:pt x="0" y="246"/>
                </a:lnTo>
                <a:lnTo>
                  <a:pt x="0" y="252"/>
                </a:lnTo>
                <a:lnTo>
                  <a:pt x="0" y="259"/>
                </a:lnTo>
                <a:lnTo>
                  <a:pt x="0" y="265"/>
                </a:lnTo>
                <a:lnTo>
                  <a:pt x="0" y="272"/>
                </a:lnTo>
                <a:lnTo>
                  <a:pt x="0" y="279"/>
                </a:lnTo>
                <a:lnTo>
                  <a:pt x="0" y="287"/>
                </a:lnTo>
                <a:lnTo>
                  <a:pt x="0" y="295"/>
                </a:lnTo>
                <a:lnTo>
                  <a:pt x="0" y="303"/>
                </a:lnTo>
                <a:lnTo>
                  <a:pt x="0" y="313"/>
                </a:lnTo>
                <a:lnTo>
                  <a:pt x="0" y="323"/>
                </a:lnTo>
                <a:lnTo>
                  <a:pt x="0" y="333"/>
                </a:lnTo>
                <a:lnTo>
                  <a:pt x="0" y="344"/>
                </a:lnTo>
                <a:lnTo>
                  <a:pt x="0" y="356"/>
                </a:lnTo>
                <a:lnTo>
                  <a:pt x="0" y="370"/>
                </a:lnTo>
                <a:lnTo>
                  <a:pt x="0" y="383"/>
                </a:lnTo>
                <a:lnTo>
                  <a:pt x="0" y="398"/>
                </a:lnTo>
                <a:lnTo>
                  <a:pt x="0" y="414"/>
                </a:lnTo>
                <a:lnTo>
                  <a:pt x="0" y="431"/>
                </a:lnTo>
                <a:lnTo>
                  <a:pt x="0" y="449"/>
                </a:lnTo>
                <a:lnTo>
                  <a:pt x="0" y="468"/>
                </a:lnTo>
                <a:lnTo>
                  <a:pt x="0" y="489"/>
                </a:lnTo>
                <a:lnTo>
                  <a:pt x="0" y="507"/>
                </a:lnTo>
                <a:lnTo>
                  <a:pt x="0" y="523"/>
                </a:lnTo>
                <a:lnTo>
                  <a:pt x="0" y="539"/>
                </a:lnTo>
                <a:lnTo>
                  <a:pt x="0" y="553"/>
                </a:lnTo>
                <a:lnTo>
                  <a:pt x="0" y="568"/>
                </a:lnTo>
                <a:lnTo>
                  <a:pt x="0" y="581"/>
                </a:lnTo>
                <a:lnTo>
                  <a:pt x="0" y="592"/>
                </a:lnTo>
                <a:lnTo>
                  <a:pt x="0" y="604"/>
                </a:lnTo>
                <a:lnTo>
                  <a:pt x="0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0"/>
                </a:lnTo>
                <a:lnTo>
                  <a:pt x="0" y="647"/>
                </a:lnTo>
                <a:lnTo>
                  <a:pt x="0" y="654"/>
                </a:lnTo>
                <a:lnTo>
                  <a:pt x="0" y="660"/>
                </a:lnTo>
                <a:lnTo>
                  <a:pt x="0" y="666"/>
                </a:lnTo>
                <a:lnTo>
                  <a:pt x="0" y="671"/>
                </a:lnTo>
                <a:lnTo>
                  <a:pt x="0" y="676"/>
                </a:lnTo>
                <a:lnTo>
                  <a:pt x="0" y="681"/>
                </a:lnTo>
                <a:lnTo>
                  <a:pt x="0" y="684"/>
                </a:lnTo>
                <a:lnTo>
                  <a:pt x="0" y="689"/>
                </a:lnTo>
                <a:lnTo>
                  <a:pt x="0" y="693"/>
                </a:lnTo>
                <a:lnTo>
                  <a:pt x="0" y="696"/>
                </a:lnTo>
                <a:lnTo>
                  <a:pt x="0" y="700"/>
                </a:lnTo>
                <a:lnTo>
                  <a:pt x="0" y="703"/>
                </a:lnTo>
                <a:lnTo>
                  <a:pt x="0" y="706"/>
                </a:lnTo>
                <a:lnTo>
                  <a:pt x="0" y="710"/>
                </a:lnTo>
                <a:lnTo>
                  <a:pt x="0" y="713"/>
                </a:lnTo>
                <a:lnTo>
                  <a:pt x="0" y="717"/>
                </a:lnTo>
                <a:lnTo>
                  <a:pt x="0" y="721"/>
                </a:lnTo>
                <a:lnTo>
                  <a:pt x="0" y="724"/>
                </a:lnTo>
                <a:lnTo>
                  <a:pt x="0" y="728"/>
                </a:lnTo>
                <a:lnTo>
                  <a:pt x="0" y="731"/>
                </a:lnTo>
                <a:lnTo>
                  <a:pt x="0" y="735"/>
                </a:lnTo>
                <a:lnTo>
                  <a:pt x="0" y="739"/>
                </a:lnTo>
                <a:lnTo>
                  <a:pt x="0" y="741"/>
                </a:lnTo>
                <a:lnTo>
                  <a:pt x="0" y="745"/>
                </a:lnTo>
                <a:lnTo>
                  <a:pt x="0" y="747"/>
                </a:lnTo>
                <a:lnTo>
                  <a:pt x="1" y="749"/>
                </a:lnTo>
                <a:lnTo>
                  <a:pt x="1" y="752"/>
                </a:lnTo>
                <a:lnTo>
                  <a:pt x="1" y="754"/>
                </a:lnTo>
                <a:lnTo>
                  <a:pt x="3" y="757"/>
                </a:lnTo>
                <a:lnTo>
                  <a:pt x="3" y="759"/>
                </a:lnTo>
                <a:lnTo>
                  <a:pt x="3" y="760"/>
                </a:lnTo>
                <a:lnTo>
                  <a:pt x="4" y="763"/>
                </a:lnTo>
                <a:lnTo>
                  <a:pt x="5" y="765"/>
                </a:lnTo>
                <a:lnTo>
                  <a:pt x="6" y="766"/>
                </a:lnTo>
                <a:lnTo>
                  <a:pt x="6" y="769"/>
                </a:lnTo>
                <a:lnTo>
                  <a:pt x="7" y="771"/>
                </a:lnTo>
                <a:lnTo>
                  <a:pt x="9" y="773"/>
                </a:lnTo>
                <a:lnTo>
                  <a:pt x="11" y="775"/>
                </a:lnTo>
                <a:lnTo>
                  <a:pt x="12" y="777"/>
                </a:lnTo>
                <a:lnTo>
                  <a:pt x="15" y="779"/>
                </a:lnTo>
                <a:lnTo>
                  <a:pt x="16" y="782"/>
                </a:lnTo>
                <a:lnTo>
                  <a:pt x="18" y="784"/>
                </a:lnTo>
                <a:lnTo>
                  <a:pt x="21" y="787"/>
                </a:lnTo>
                <a:lnTo>
                  <a:pt x="23" y="789"/>
                </a:lnTo>
                <a:lnTo>
                  <a:pt x="25" y="793"/>
                </a:lnTo>
                <a:lnTo>
                  <a:pt x="29" y="795"/>
                </a:lnTo>
                <a:lnTo>
                  <a:pt x="31" y="799"/>
                </a:lnTo>
                <a:lnTo>
                  <a:pt x="35" y="802"/>
                </a:lnTo>
                <a:lnTo>
                  <a:pt x="39" y="806"/>
                </a:lnTo>
                <a:lnTo>
                  <a:pt x="42" y="809"/>
                </a:lnTo>
                <a:lnTo>
                  <a:pt x="47" y="813"/>
                </a:lnTo>
                <a:lnTo>
                  <a:pt x="51" y="817"/>
                </a:lnTo>
                <a:lnTo>
                  <a:pt x="54" y="820"/>
                </a:lnTo>
                <a:lnTo>
                  <a:pt x="57" y="824"/>
                </a:lnTo>
                <a:lnTo>
                  <a:pt x="60" y="826"/>
                </a:lnTo>
                <a:lnTo>
                  <a:pt x="63" y="829"/>
                </a:lnTo>
                <a:lnTo>
                  <a:pt x="65" y="832"/>
                </a:lnTo>
                <a:lnTo>
                  <a:pt x="69" y="835"/>
                </a:lnTo>
                <a:lnTo>
                  <a:pt x="71" y="836"/>
                </a:lnTo>
                <a:lnTo>
                  <a:pt x="72" y="838"/>
                </a:lnTo>
                <a:lnTo>
                  <a:pt x="75" y="840"/>
                </a:lnTo>
                <a:lnTo>
                  <a:pt x="77" y="842"/>
                </a:lnTo>
                <a:lnTo>
                  <a:pt x="80" y="843"/>
                </a:lnTo>
                <a:lnTo>
                  <a:pt x="82" y="844"/>
                </a:lnTo>
                <a:lnTo>
                  <a:pt x="83" y="846"/>
                </a:lnTo>
                <a:lnTo>
                  <a:pt x="86" y="847"/>
                </a:lnTo>
                <a:lnTo>
                  <a:pt x="88" y="848"/>
                </a:lnTo>
                <a:lnTo>
                  <a:pt x="89" y="848"/>
                </a:lnTo>
                <a:lnTo>
                  <a:pt x="92" y="849"/>
                </a:lnTo>
                <a:lnTo>
                  <a:pt x="94" y="850"/>
                </a:lnTo>
                <a:lnTo>
                  <a:pt x="96" y="850"/>
                </a:lnTo>
                <a:lnTo>
                  <a:pt x="98" y="850"/>
                </a:lnTo>
                <a:lnTo>
                  <a:pt x="100" y="852"/>
                </a:lnTo>
                <a:lnTo>
                  <a:pt x="102" y="852"/>
                </a:lnTo>
                <a:lnTo>
                  <a:pt x="105" y="852"/>
                </a:lnTo>
                <a:lnTo>
                  <a:pt x="108" y="852"/>
                </a:lnTo>
                <a:lnTo>
                  <a:pt x="111" y="852"/>
                </a:lnTo>
                <a:lnTo>
                  <a:pt x="114" y="852"/>
                </a:lnTo>
                <a:lnTo>
                  <a:pt x="117" y="852"/>
                </a:lnTo>
                <a:lnTo>
                  <a:pt x="120" y="852"/>
                </a:lnTo>
                <a:lnTo>
                  <a:pt x="124" y="852"/>
                </a:lnTo>
                <a:lnTo>
                  <a:pt x="128" y="852"/>
                </a:lnTo>
                <a:lnTo>
                  <a:pt x="132" y="852"/>
                </a:lnTo>
                <a:lnTo>
                  <a:pt x="136" y="852"/>
                </a:lnTo>
                <a:lnTo>
                  <a:pt x="140" y="852"/>
                </a:lnTo>
                <a:lnTo>
                  <a:pt x="142" y="852"/>
                </a:lnTo>
                <a:lnTo>
                  <a:pt x="146" y="852"/>
                </a:lnTo>
                <a:lnTo>
                  <a:pt x="148" y="852"/>
                </a:lnTo>
                <a:lnTo>
                  <a:pt x="151" y="852"/>
                </a:lnTo>
                <a:lnTo>
                  <a:pt x="154" y="852"/>
                </a:lnTo>
                <a:lnTo>
                  <a:pt x="157" y="852"/>
                </a:lnTo>
                <a:lnTo>
                  <a:pt x="158" y="852"/>
                </a:lnTo>
                <a:lnTo>
                  <a:pt x="160" y="852"/>
                </a:lnTo>
                <a:lnTo>
                  <a:pt x="163" y="852"/>
                </a:lnTo>
                <a:lnTo>
                  <a:pt x="165" y="852"/>
                </a:lnTo>
                <a:lnTo>
                  <a:pt x="167" y="852"/>
                </a:lnTo>
                <a:lnTo>
                  <a:pt x="169" y="852"/>
                </a:lnTo>
                <a:lnTo>
                  <a:pt x="171" y="852"/>
                </a:lnTo>
                <a:lnTo>
                  <a:pt x="173" y="852"/>
                </a:lnTo>
                <a:lnTo>
                  <a:pt x="175" y="852"/>
                </a:lnTo>
                <a:lnTo>
                  <a:pt x="177" y="852"/>
                </a:lnTo>
                <a:lnTo>
                  <a:pt x="179" y="852"/>
                </a:lnTo>
                <a:lnTo>
                  <a:pt x="181" y="852"/>
                </a:lnTo>
                <a:lnTo>
                  <a:pt x="183" y="852"/>
                </a:lnTo>
                <a:lnTo>
                  <a:pt x="185" y="852"/>
                </a:lnTo>
                <a:lnTo>
                  <a:pt x="188" y="852"/>
                </a:lnTo>
                <a:lnTo>
                  <a:pt x="190" y="852"/>
                </a:lnTo>
                <a:lnTo>
                  <a:pt x="194" y="852"/>
                </a:lnTo>
                <a:lnTo>
                  <a:pt x="196" y="852"/>
                </a:lnTo>
                <a:lnTo>
                  <a:pt x="200" y="852"/>
                </a:lnTo>
                <a:lnTo>
                  <a:pt x="202" y="852"/>
                </a:lnTo>
                <a:lnTo>
                  <a:pt x="206" y="852"/>
                </a:lnTo>
                <a:lnTo>
                  <a:pt x="209" y="852"/>
                </a:lnTo>
                <a:lnTo>
                  <a:pt x="213" y="852"/>
                </a:lnTo>
                <a:lnTo>
                  <a:pt x="218" y="852"/>
                </a:lnTo>
                <a:lnTo>
                  <a:pt x="221" y="852"/>
                </a:lnTo>
                <a:lnTo>
                  <a:pt x="224" y="852"/>
                </a:lnTo>
                <a:lnTo>
                  <a:pt x="227" y="852"/>
                </a:lnTo>
                <a:lnTo>
                  <a:pt x="231" y="852"/>
                </a:lnTo>
                <a:lnTo>
                  <a:pt x="233" y="852"/>
                </a:lnTo>
                <a:lnTo>
                  <a:pt x="236" y="852"/>
                </a:lnTo>
                <a:lnTo>
                  <a:pt x="238" y="852"/>
                </a:lnTo>
                <a:lnTo>
                  <a:pt x="241" y="852"/>
                </a:lnTo>
                <a:lnTo>
                  <a:pt x="243" y="850"/>
                </a:lnTo>
                <a:lnTo>
                  <a:pt x="245" y="850"/>
                </a:lnTo>
                <a:lnTo>
                  <a:pt x="248" y="850"/>
                </a:lnTo>
                <a:lnTo>
                  <a:pt x="250" y="849"/>
                </a:lnTo>
                <a:lnTo>
                  <a:pt x="252" y="848"/>
                </a:lnTo>
                <a:lnTo>
                  <a:pt x="254" y="848"/>
                </a:lnTo>
                <a:lnTo>
                  <a:pt x="256" y="847"/>
                </a:lnTo>
                <a:lnTo>
                  <a:pt x="258" y="846"/>
                </a:lnTo>
                <a:lnTo>
                  <a:pt x="260" y="844"/>
                </a:lnTo>
                <a:lnTo>
                  <a:pt x="262" y="843"/>
                </a:lnTo>
                <a:lnTo>
                  <a:pt x="264" y="842"/>
                </a:lnTo>
                <a:lnTo>
                  <a:pt x="266" y="840"/>
                </a:lnTo>
                <a:lnTo>
                  <a:pt x="268" y="838"/>
                </a:lnTo>
                <a:lnTo>
                  <a:pt x="271" y="836"/>
                </a:lnTo>
                <a:lnTo>
                  <a:pt x="273" y="835"/>
                </a:lnTo>
                <a:lnTo>
                  <a:pt x="276" y="832"/>
                </a:lnTo>
                <a:lnTo>
                  <a:pt x="278" y="829"/>
                </a:lnTo>
                <a:lnTo>
                  <a:pt x="282" y="826"/>
                </a:lnTo>
                <a:lnTo>
                  <a:pt x="284" y="824"/>
                </a:lnTo>
                <a:lnTo>
                  <a:pt x="288" y="820"/>
                </a:lnTo>
                <a:lnTo>
                  <a:pt x="291" y="817"/>
                </a:lnTo>
                <a:lnTo>
                  <a:pt x="295" y="813"/>
                </a:lnTo>
                <a:lnTo>
                  <a:pt x="298" y="809"/>
                </a:lnTo>
                <a:lnTo>
                  <a:pt x="302" y="806"/>
                </a:lnTo>
                <a:lnTo>
                  <a:pt x="306" y="802"/>
                </a:lnTo>
                <a:lnTo>
                  <a:pt x="309" y="799"/>
                </a:lnTo>
                <a:lnTo>
                  <a:pt x="313" y="795"/>
                </a:lnTo>
                <a:lnTo>
                  <a:pt x="315" y="793"/>
                </a:lnTo>
                <a:lnTo>
                  <a:pt x="318" y="789"/>
                </a:lnTo>
                <a:lnTo>
                  <a:pt x="321" y="787"/>
                </a:lnTo>
                <a:lnTo>
                  <a:pt x="324" y="783"/>
                </a:lnTo>
                <a:lnTo>
                  <a:pt x="325" y="781"/>
                </a:lnTo>
                <a:lnTo>
                  <a:pt x="327" y="778"/>
                </a:lnTo>
                <a:lnTo>
                  <a:pt x="328" y="776"/>
                </a:lnTo>
                <a:lnTo>
                  <a:pt x="331" y="772"/>
                </a:lnTo>
                <a:lnTo>
                  <a:pt x="332" y="770"/>
                </a:lnTo>
                <a:lnTo>
                  <a:pt x="333" y="767"/>
                </a:lnTo>
                <a:lnTo>
                  <a:pt x="334" y="764"/>
                </a:lnTo>
                <a:lnTo>
                  <a:pt x="336" y="761"/>
                </a:lnTo>
                <a:lnTo>
                  <a:pt x="337" y="758"/>
                </a:lnTo>
                <a:lnTo>
                  <a:pt x="338" y="755"/>
                </a:lnTo>
                <a:lnTo>
                  <a:pt x="338" y="752"/>
                </a:lnTo>
                <a:lnTo>
                  <a:pt x="339" y="748"/>
                </a:lnTo>
                <a:lnTo>
                  <a:pt x="339" y="745"/>
                </a:lnTo>
                <a:lnTo>
                  <a:pt x="339" y="741"/>
                </a:lnTo>
                <a:lnTo>
                  <a:pt x="340" y="736"/>
                </a:lnTo>
                <a:lnTo>
                  <a:pt x="340" y="731"/>
                </a:lnTo>
                <a:lnTo>
                  <a:pt x="340" y="727"/>
                </a:lnTo>
                <a:lnTo>
                  <a:pt x="340" y="722"/>
                </a:lnTo>
                <a:lnTo>
                  <a:pt x="340" y="716"/>
                </a:lnTo>
                <a:lnTo>
                  <a:pt x="340" y="710"/>
                </a:lnTo>
                <a:lnTo>
                  <a:pt x="340" y="704"/>
                </a:lnTo>
                <a:lnTo>
                  <a:pt x="340" y="696"/>
                </a:lnTo>
                <a:lnTo>
                  <a:pt x="340" y="689"/>
                </a:lnTo>
                <a:lnTo>
                  <a:pt x="340" y="682"/>
                </a:lnTo>
                <a:lnTo>
                  <a:pt x="340" y="674"/>
                </a:lnTo>
                <a:lnTo>
                  <a:pt x="340" y="666"/>
                </a:lnTo>
                <a:lnTo>
                  <a:pt x="340" y="659"/>
                </a:lnTo>
                <a:lnTo>
                  <a:pt x="340" y="653"/>
                </a:lnTo>
                <a:lnTo>
                  <a:pt x="340" y="647"/>
                </a:lnTo>
                <a:lnTo>
                  <a:pt x="340" y="641"/>
                </a:lnTo>
                <a:lnTo>
                  <a:pt x="340" y="635"/>
                </a:lnTo>
                <a:lnTo>
                  <a:pt x="340" y="629"/>
                </a:lnTo>
                <a:lnTo>
                  <a:pt x="340" y="624"/>
                </a:lnTo>
                <a:lnTo>
                  <a:pt x="340" y="620"/>
                </a:lnTo>
                <a:lnTo>
                  <a:pt x="340" y="614"/>
                </a:lnTo>
                <a:lnTo>
                  <a:pt x="340" y="609"/>
                </a:lnTo>
                <a:lnTo>
                  <a:pt x="340" y="603"/>
                </a:lnTo>
                <a:lnTo>
                  <a:pt x="340" y="598"/>
                </a:lnTo>
                <a:lnTo>
                  <a:pt x="340" y="592"/>
                </a:lnTo>
                <a:lnTo>
                  <a:pt x="340" y="586"/>
                </a:lnTo>
                <a:lnTo>
                  <a:pt x="340" y="580"/>
                </a:lnTo>
                <a:lnTo>
                  <a:pt x="340" y="574"/>
                </a:lnTo>
                <a:lnTo>
                  <a:pt x="340" y="567"/>
                </a:lnTo>
                <a:lnTo>
                  <a:pt x="340" y="559"/>
                </a:lnTo>
                <a:lnTo>
                  <a:pt x="340" y="552"/>
                </a:lnTo>
                <a:lnTo>
                  <a:pt x="340" y="544"/>
                </a:lnTo>
                <a:lnTo>
                  <a:pt x="340" y="535"/>
                </a:lnTo>
                <a:lnTo>
                  <a:pt x="340" y="526"/>
                </a:lnTo>
                <a:lnTo>
                  <a:pt x="340" y="516"/>
                </a:lnTo>
                <a:lnTo>
                  <a:pt x="340" y="505"/>
                </a:lnTo>
                <a:lnTo>
                  <a:pt x="340" y="495"/>
                </a:lnTo>
                <a:lnTo>
                  <a:pt x="340" y="483"/>
                </a:lnTo>
                <a:lnTo>
                  <a:pt x="340" y="469"/>
                </a:lnTo>
                <a:lnTo>
                  <a:pt x="340" y="456"/>
                </a:lnTo>
                <a:lnTo>
                  <a:pt x="340" y="442"/>
                </a:lnTo>
                <a:lnTo>
                  <a:pt x="340" y="426"/>
                </a:lnTo>
                <a:close/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69" name="Freeform 194"/>
          <p:cNvSpPr>
            <a:spLocks/>
          </p:cNvSpPr>
          <p:nvPr/>
        </p:nvSpPr>
        <p:spPr bwMode="auto">
          <a:xfrm>
            <a:off x="5825067" y="6213404"/>
            <a:ext cx="2020712" cy="288996"/>
          </a:xfrm>
          <a:custGeom>
            <a:avLst/>
            <a:gdLst>
              <a:gd name="T0" fmla="*/ 2147483646 w 1789"/>
              <a:gd name="T1" fmla="*/ 0 h 255"/>
              <a:gd name="T2" fmla="*/ 2147483646 w 1789"/>
              <a:gd name="T3" fmla="*/ 0 h 255"/>
              <a:gd name="T4" fmla="*/ 2147483646 w 1789"/>
              <a:gd name="T5" fmla="*/ 0 h 255"/>
              <a:gd name="T6" fmla="*/ 2147483646 w 1789"/>
              <a:gd name="T7" fmla="*/ 0 h 255"/>
              <a:gd name="T8" fmla="*/ 2147483646 w 1789"/>
              <a:gd name="T9" fmla="*/ 0 h 255"/>
              <a:gd name="T10" fmla="*/ 2147483646 w 1789"/>
              <a:gd name="T11" fmla="*/ 0 h 255"/>
              <a:gd name="T12" fmla="*/ 2147483646 w 1789"/>
              <a:gd name="T13" fmla="*/ 1012174262 h 255"/>
              <a:gd name="T14" fmla="*/ 2147483646 w 1789"/>
              <a:gd name="T15" fmla="*/ 2147483646 h 255"/>
              <a:gd name="T16" fmla="*/ 2147483646 w 1789"/>
              <a:gd name="T17" fmla="*/ 2147483646 h 255"/>
              <a:gd name="T18" fmla="*/ 2147483646 w 1789"/>
              <a:gd name="T19" fmla="*/ 2147483646 h 255"/>
              <a:gd name="T20" fmla="*/ 2147483646 w 1789"/>
              <a:gd name="T21" fmla="*/ 2147483646 h 255"/>
              <a:gd name="T22" fmla="*/ 2003873675 w 1789"/>
              <a:gd name="T23" fmla="*/ 2147483646 h 255"/>
              <a:gd name="T24" fmla="*/ 0 w 1789"/>
              <a:gd name="T25" fmla="*/ 2147483646 h 255"/>
              <a:gd name="T26" fmla="*/ 0 w 1789"/>
              <a:gd name="T27" fmla="*/ 2147483646 h 255"/>
              <a:gd name="T28" fmla="*/ 0 w 1789"/>
              <a:gd name="T29" fmla="*/ 2147483646 h 255"/>
              <a:gd name="T30" fmla="*/ 500810771 w 1789"/>
              <a:gd name="T31" fmla="*/ 2147483646 h 255"/>
              <a:gd name="T32" fmla="*/ 2147483646 w 1789"/>
              <a:gd name="T33" fmla="*/ 2147483646 h 255"/>
              <a:gd name="T34" fmla="*/ 2147483646 w 1789"/>
              <a:gd name="T35" fmla="*/ 2147483646 h 255"/>
              <a:gd name="T36" fmla="*/ 2147483646 w 1789"/>
              <a:gd name="T37" fmla="*/ 2147483646 h 255"/>
              <a:gd name="T38" fmla="*/ 2147483646 w 1789"/>
              <a:gd name="T39" fmla="*/ 2147483646 h 255"/>
              <a:gd name="T40" fmla="*/ 2147483646 w 1789"/>
              <a:gd name="T41" fmla="*/ 2147483646 h 255"/>
              <a:gd name="T42" fmla="*/ 2147483646 w 1789"/>
              <a:gd name="T43" fmla="*/ 2147483646 h 255"/>
              <a:gd name="T44" fmla="*/ 2147483646 w 1789"/>
              <a:gd name="T45" fmla="*/ 2147483646 h 255"/>
              <a:gd name="T46" fmla="*/ 2147483646 w 1789"/>
              <a:gd name="T47" fmla="*/ 2147483646 h 255"/>
              <a:gd name="T48" fmla="*/ 2147483646 w 1789"/>
              <a:gd name="T49" fmla="*/ 2147483646 h 255"/>
              <a:gd name="T50" fmla="*/ 2147483646 w 1789"/>
              <a:gd name="T51" fmla="*/ 2147483646 h 255"/>
              <a:gd name="T52" fmla="*/ 2147483646 w 1789"/>
              <a:gd name="T53" fmla="*/ 2147483646 h 255"/>
              <a:gd name="T54" fmla="*/ 2147483646 w 1789"/>
              <a:gd name="T55" fmla="*/ 2147483646 h 255"/>
              <a:gd name="T56" fmla="*/ 2147483646 w 1789"/>
              <a:gd name="T57" fmla="*/ 2147483646 h 255"/>
              <a:gd name="T58" fmla="*/ 2147483646 w 1789"/>
              <a:gd name="T59" fmla="*/ 2147483646 h 255"/>
              <a:gd name="T60" fmla="*/ 2147483646 w 1789"/>
              <a:gd name="T61" fmla="*/ 2147483646 h 255"/>
              <a:gd name="T62" fmla="*/ 2147483646 w 1789"/>
              <a:gd name="T63" fmla="*/ 2147483646 h 255"/>
              <a:gd name="T64" fmla="*/ 2147483646 w 1789"/>
              <a:gd name="T65" fmla="*/ 2147483646 h 255"/>
              <a:gd name="T66" fmla="*/ 2147483646 w 1789"/>
              <a:gd name="T67" fmla="*/ 2147483646 h 255"/>
              <a:gd name="T68" fmla="*/ 2147483646 w 1789"/>
              <a:gd name="T69" fmla="*/ 2147483646 h 255"/>
              <a:gd name="T70" fmla="*/ 2147483646 w 1789"/>
              <a:gd name="T71" fmla="*/ 2147483646 h 255"/>
              <a:gd name="T72" fmla="*/ 2147483646 w 1789"/>
              <a:gd name="T73" fmla="*/ 2147483646 h 255"/>
              <a:gd name="T74" fmla="*/ 2147483646 w 1789"/>
              <a:gd name="T75" fmla="*/ 2147483646 h 255"/>
              <a:gd name="T76" fmla="*/ 2147483646 w 1789"/>
              <a:gd name="T77" fmla="*/ 2147483646 h 255"/>
              <a:gd name="T78" fmla="*/ 2147483646 w 1789"/>
              <a:gd name="T79" fmla="*/ 2147483646 h 255"/>
              <a:gd name="T80" fmla="*/ 2147483646 w 1789"/>
              <a:gd name="T81" fmla="*/ 2147483646 h 255"/>
              <a:gd name="T82" fmla="*/ 2147483646 w 1789"/>
              <a:gd name="T83" fmla="*/ 2147483646 h 255"/>
              <a:gd name="T84" fmla="*/ 2147483646 w 1789"/>
              <a:gd name="T85" fmla="*/ 2147483646 h 255"/>
              <a:gd name="T86" fmla="*/ 2147483646 w 1789"/>
              <a:gd name="T87" fmla="*/ 2147483646 h 255"/>
              <a:gd name="T88" fmla="*/ 2147483646 w 1789"/>
              <a:gd name="T89" fmla="*/ 2147483646 h 255"/>
              <a:gd name="T90" fmla="*/ 2147483646 w 1789"/>
              <a:gd name="T91" fmla="*/ 2147483646 h 255"/>
              <a:gd name="T92" fmla="*/ 2147483646 w 1789"/>
              <a:gd name="T93" fmla="*/ 2147483646 h 255"/>
              <a:gd name="T94" fmla="*/ 2147483646 w 1789"/>
              <a:gd name="T95" fmla="*/ 2147483646 h 255"/>
              <a:gd name="T96" fmla="*/ 2147483646 w 1789"/>
              <a:gd name="T97" fmla="*/ 2147483646 h 255"/>
              <a:gd name="T98" fmla="*/ 2147483646 w 1789"/>
              <a:gd name="T99" fmla="*/ 506087529 h 255"/>
              <a:gd name="T100" fmla="*/ 2147483646 w 1789"/>
              <a:gd name="T101" fmla="*/ 0 h 255"/>
              <a:gd name="T102" fmla="*/ 2147483646 w 1789"/>
              <a:gd name="T103" fmla="*/ 0 h 255"/>
              <a:gd name="T104" fmla="*/ 2147483646 w 1789"/>
              <a:gd name="T105" fmla="*/ 0 h 255"/>
              <a:gd name="T106" fmla="*/ 2147483646 w 1789"/>
              <a:gd name="T107" fmla="*/ 0 h 255"/>
              <a:gd name="T108" fmla="*/ 2147483646 w 1789"/>
              <a:gd name="T109" fmla="*/ 0 h 255"/>
              <a:gd name="T110" fmla="*/ 2147483646 w 1789"/>
              <a:gd name="T111" fmla="*/ 0 h 25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789" h="255">
                <a:moveTo>
                  <a:pt x="895" y="0"/>
                </a:moveTo>
                <a:lnTo>
                  <a:pt x="836" y="0"/>
                </a:lnTo>
                <a:lnTo>
                  <a:pt x="779" y="0"/>
                </a:lnTo>
                <a:lnTo>
                  <a:pt x="728" y="0"/>
                </a:lnTo>
                <a:lnTo>
                  <a:pt x="679" y="0"/>
                </a:lnTo>
                <a:lnTo>
                  <a:pt x="634" y="0"/>
                </a:lnTo>
                <a:lnTo>
                  <a:pt x="592" y="0"/>
                </a:lnTo>
                <a:lnTo>
                  <a:pt x="553" y="0"/>
                </a:lnTo>
                <a:lnTo>
                  <a:pt x="517" y="0"/>
                </a:lnTo>
                <a:lnTo>
                  <a:pt x="483" y="0"/>
                </a:lnTo>
                <a:lnTo>
                  <a:pt x="452" y="0"/>
                </a:lnTo>
                <a:lnTo>
                  <a:pt x="425" y="0"/>
                </a:lnTo>
                <a:lnTo>
                  <a:pt x="398" y="0"/>
                </a:lnTo>
                <a:lnTo>
                  <a:pt x="374" y="0"/>
                </a:lnTo>
                <a:lnTo>
                  <a:pt x="352" y="0"/>
                </a:lnTo>
                <a:lnTo>
                  <a:pt x="333" y="0"/>
                </a:lnTo>
                <a:lnTo>
                  <a:pt x="315" y="0"/>
                </a:lnTo>
                <a:lnTo>
                  <a:pt x="298" y="0"/>
                </a:lnTo>
                <a:lnTo>
                  <a:pt x="284" y="0"/>
                </a:lnTo>
                <a:lnTo>
                  <a:pt x="271" y="0"/>
                </a:lnTo>
                <a:lnTo>
                  <a:pt x="259" y="0"/>
                </a:lnTo>
                <a:lnTo>
                  <a:pt x="247" y="0"/>
                </a:lnTo>
                <a:lnTo>
                  <a:pt x="237" y="0"/>
                </a:lnTo>
                <a:lnTo>
                  <a:pt x="227" y="0"/>
                </a:lnTo>
                <a:lnTo>
                  <a:pt x="219" y="0"/>
                </a:lnTo>
                <a:lnTo>
                  <a:pt x="212" y="0"/>
                </a:lnTo>
                <a:lnTo>
                  <a:pt x="205" y="0"/>
                </a:lnTo>
                <a:lnTo>
                  <a:pt x="197" y="0"/>
                </a:lnTo>
                <a:lnTo>
                  <a:pt x="190" y="0"/>
                </a:lnTo>
                <a:lnTo>
                  <a:pt x="184" y="0"/>
                </a:lnTo>
                <a:lnTo>
                  <a:pt x="177" y="0"/>
                </a:lnTo>
                <a:lnTo>
                  <a:pt x="170" y="0"/>
                </a:lnTo>
                <a:lnTo>
                  <a:pt x="163" y="0"/>
                </a:lnTo>
                <a:lnTo>
                  <a:pt x="155" y="0"/>
                </a:lnTo>
                <a:lnTo>
                  <a:pt x="148" y="0"/>
                </a:lnTo>
                <a:lnTo>
                  <a:pt x="142" y="0"/>
                </a:lnTo>
                <a:lnTo>
                  <a:pt x="136" y="0"/>
                </a:lnTo>
                <a:lnTo>
                  <a:pt x="130" y="0"/>
                </a:lnTo>
                <a:lnTo>
                  <a:pt x="124" y="0"/>
                </a:lnTo>
                <a:lnTo>
                  <a:pt x="119" y="0"/>
                </a:lnTo>
                <a:lnTo>
                  <a:pt x="114" y="0"/>
                </a:lnTo>
                <a:lnTo>
                  <a:pt x="111" y="0"/>
                </a:lnTo>
                <a:lnTo>
                  <a:pt x="106" y="0"/>
                </a:lnTo>
                <a:lnTo>
                  <a:pt x="102" y="1"/>
                </a:lnTo>
                <a:lnTo>
                  <a:pt x="99" y="1"/>
                </a:lnTo>
                <a:lnTo>
                  <a:pt x="95" y="1"/>
                </a:lnTo>
                <a:lnTo>
                  <a:pt x="92" y="2"/>
                </a:lnTo>
                <a:lnTo>
                  <a:pt x="89" y="2"/>
                </a:lnTo>
                <a:lnTo>
                  <a:pt x="87" y="4"/>
                </a:lnTo>
                <a:lnTo>
                  <a:pt x="83" y="5"/>
                </a:lnTo>
                <a:lnTo>
                  <a:pt x="81" y="5"/>
                </a:lnTo>
                <a:lnTo>
                  <a:pt x="78" y="6"/>
                </a:lnTo>
                <a:lnTo>
                  <a:pt x="76" y="7"/>
                </a:lnTo>
                <a:lnTo>
                  <a:pt x="72" y="8"/>
                </a:lnTo>
                <a:lnTo>
                  <a:pt x="70" y="10"/>
                </a:lnTo>
                <a:lnTo>
                  <a:pt x="68" y="12"/>
                </a:lnTo>
                <a:lnTo>
                  <a:pt x="65" y="13"/>
                </a:lnTo>
                <a:lnTo>
                  <a:pt x="63" y="14"/>
                </a:lnTo>
                <a:lnTo>
                  <a:pt x="60" y="17"/>
                </a:lnTo>
                <a:lnTo>
                  <a:pt x="57" y="19"/>
                </a:lnTo>
                <a:lnTo>
                  <a:pt x="54" y="20"/>
                </a:lnTo>
                <a:lnTo>
                  <a:pt x="51" y="23"/>
                </a:lnTo>
                <a:lnTo>
                  <a:pt x="47" y="26"/>
                </a:lnTo>
                <a:lnTo>
                  <a:pt x="45" y="29"/>
                </a:lnTo>
                <a:lnTo>
                  <a:pt x="40" y="31"/>
                </a:lnTo>
                <a:lnTo>
                  <a:pt x="36" y="35"/>
                </a:lnTo>
                <a:lnTo>
                  <a:pt x="34" y="37"/>
                </a:lnTo>
                <a:lnTo>
                  <a:pt x="30" y="40"/>
                </a:lnTo>
                <a:lnTo>
                  <a:pt x="27" y="42"/>
                </a:lnTo>
                <a:lnTo>
                  <a:pt x="24" y="44"/>
                </a:lnTo>
                <a:lnTo>
                  <a:pt x="22" y="47"/>
                </a:lnTo>
                <a:lnTo>
                  <a:pt x="19" y="49"/>
                </a:lnTo>
                <a:lnTo>
                  <a:pt x="17" y="50"/>
                </a:lnTo>
                <a:lnTo>
                  <a:pt x="15" y="53"/>
                </a:lnTo>
                <a:lnTo>
                  <a:pt x="13" y="55"/>
                </a:lnTo>
                <a:lnTo>
                  <a:pt x="11" y="56"/>
                </a:lnTo>
                <a:lnTo>
                  <a:pt x="10" y="59"/>
                </a:lnTo>
                <a:lnTo>
                  <a:pt x="9" y="61"/>
                </a:lnTo>
                <a:lnTo>
                  <a:pt x="7" y="64"/>
                </a:lnTo>
                <a:lnTo>
                  <a:pt x="6" y="65"/>
                </a:lnTo>
                <a:lnTo>
                  <a:pt x="5" y="67"/>
                </a:lnTo>
                <a:lnTo>
                  <a:pt x="4" y="70"/>
                </a:lnTo>
                <a:lnTo>
                  <a:pt x="4" y="72"/>
                </a:lnTo>
                <a:lnTo>
                  <a:pt x="3" y="75"/>
                </a:lnTo>
                <a:lnTo>
                  <a:pt x="1" y="77"/>
                </a:lnTo>
                <a:lnTo>
                  <a:pt x="1" y="81"/>
                </a:lnTo>
                <a:lnTo>
                  <a:pt x="1" y="83"/>
                </a:lnTo>
                <a:lnTo>
                  <a:pt x="0" y="87"/>
                </a:lnTo>
                <a:lnTo>
                  <a:pt x="0" y="90"/>
                </a:lnTo>
                <a:lnTo>
                  <a:pt x="0" y="94"/>
                </a:lnTo>
                <a:lnTo>
                  <a:pt x="0" y="97"/>
                </a:lnTo>
                <a:lnTo>
                  <a:pt x="0" y="102"/>
                </a:lnTo>
                <a:lnTo>
                  <a:pt x="0" y="106"/>
                </a:lnTo>
                <a:lnTo>
                  <a:pt x="0" y="111"/>
                </a:lnTo>
                <a:lnTo>
                  <a:pt x="0" y="115"/>
                </a:lnTo>
                <a:lnTo>
                  <a:pt x="0" y="121"/>
                </a:lnTo>
                <a:lnTo>
                  <a:pt x="0" y="127"/>
                </a:lnTo>
                <a:lnTo>
                  <a:pt x="0" y="133"/>
                </a:lnTo>
                <a:lnTo>
                  <a:pt x="0" y="138"/>
                </a:lnTo>
                <a:lnTo>
                  <a:pt x="0" y="143"/>
                </a:lnTo>
                <a:lnTo>
                  <a:pt x="0" y="148"/>
                </a:lnTo>
                <a:lnTo>
                  <a:pt x="0" y="153"/>
                </a:lnTo>
                <a:lnTo>
                  <a:pt x="0" y="157"/>
                </a:lnTo>
                <a:lnTo>
                  <a:pt x="0" y="161"/>
                </a:lnTo>
                <a:lnTo>
                  <a:pt x="0" y="165"/>
                </a:lnTo>
                <a:lnTo>
                  <a:pt x="0" y="168"/>
                </a:lnTo>
                <a:lnTo>
                  <a:pt x="1" y="172"/>
                </a:lnTo>
                <a:lnTo>
                  <a:pt x="1" y="174"/>
                </a:lnTo>
                <a:lnTo>
                  <a:pt x="1" y="177"/>
                </a:lnTo>
                <a:lnTo>
                  <a:pt x="3" y="180"/>
                </a:lnTo>
                <a:lnTo>
                  <a:pt x="4" y="183"/>
                </a:lnTo>
                <a:lnTo>
                  <a:pt x="4" y="185"/>
                </a:lnTo>
                <a:lnTo>
                  <a:pt x="5" y="188"/>
                </a:lnTo>
                <a:lnTo>
                  <a:pt x="6" y="190"/>
                </a:lnTo>
                <a:lnTo>
                  <a:pt x="7" y="191"/>
                </a:lnTo>
                <a:lnTo>
                  <a:pt x="9" y="194"/>
                </a:lnTo>
                <a:lnTo>
                  <a:pt x="10" y="196"/>
                </a:lnTo>
                <a:lnTo>
                  <a:pt x="11" y="197"/>
                </a:lnTo>
                <a:lnTo>
                  <a:pt x="13" y="200"/>
                </a:lnTo>
                <a:lnTo>
                  <a:pt x="15" y="202"/>
                </a:lnTo>
                <a:lnTo>
                  <a:pt x="17" y="203"/>
                </a:lnTo>
                <a:lnTo>
                  <a:pt x="19" y="206"/>
                </a:lnTo>
                <a:lnTo>
                  <a:pt x="22" y="208"/>
                </a:lnTo>
                <a:lnTo>
                  <a:pt x="24" y="210"/>
                </a:lnTo>
                <a:lnTo>
                  <a:pt x="27" y="213"/>
                </a:lnTo>
                <a:lnTo>
                  <a:pt x="30" y="215"/>
                </a:lnTo>
                <a:lnTo>
                  <a:pt x="34" y="218"/>
                </a:lnTo>
                <a:lnTo>
                  <a:pt x="36" y="220"/>
                </a:lnTo>
                <a:lnTo>
                  <a:pt x="40" y="224"/>
                </a:lnTo>
                <a:lnTo>
                  <a:pt x="45" y="226"/>
                </a:lnTo>
                <a:lnTo>
                  <a:pt x="47" y="228"/>
                </a:lnTo>
                <a:lnTo>
                  <a:pt x="51" y="231"/>
                </a:lnTo>
                <a:lnTo>
                  <a:pt x="54" y="233"/>
                </a:lnTo>
                <a:lnTo>
                  <a:pt x="57" y="236"/>
                </a:lnTo>
                <a:lnTo>
                  <a:pt x="60" y="238"/>
                </a:lnTo>
                <a:lnTo>
                  <a:pt x="63" y="240"/>
                </a:lnTo>
                <a:lnTo>
                  <a:pt x="65" y="242"/>
                </a:lnTo>
                <a:lnTo>
                  <a:pt x="68" y="243"/>
                </a:lnTo>
                <a:lnTo>
                  <a:pt x="70" y="245"/>
                </a:lnTo>
                <a:lnTo>
                  <a:pt x="72" y="246"/>
                </a:lnTo>
                <a:lnTo>
                  <a:pt x="76" y="248"/>
                </a:lnTo>
                <a:lnTo>
                  <a:pt x="78" y="249"/>
                </a:lnTo>
                <a:lnTo>
                  <a:pt x="81" y="249"/>
                </a:lnTo>
                <a:lnTo>
                  <a:pt x="83" y="250"/>
                </a:lnTo>
                <a:lnTo>
                  <a:pt x="87" y="251"/>
                </a:lnTo>
                <a:lnTo>
                  <a:pt x="89" y="251"/>
                </a:lnTo>
                <a:lnTo>
                  <a:pt x="92" y="252"/>
                </a:lnTo>
                <a:lnTo>
                  <a:pt x="95" y="252"/>
                </a:lnTo>
                <a:lnTo>
                  <a:pt x="99" y="254"/>
                </a:lnTo>
                <a:lnTo>
                  <a:pt x="102" y="254"/>
                </a:lnTo>
                <a:lnTo>
                  <a:pt x="106" y="254"/>
                </a:lnTo>
                <a:lnTo>
                  <a:pt x="111" y="255"/>
                </a:lnTo>
                <a:lnTo>
                  <a:pt x="114" y="255"/>
                </a:lnTo>
                <a:lnTo>
                  <a:pt x="119" y="255"/>
                </a:lnTo>
                <a:lnTo>
                  <a:pt x="124" y="255"/>
                </a:lnTo>
                <a:lnTo>
                  <a:pt x="130" y="255"/>
                </a:lnTo>
                <a:lnTo>
                  <a:pt x="136" y="255"/>
                </a:lnTo>
                <a:lnTo>
                  <a:pt x="142" y="255"/>
                </a:lnTo>
                <a:lnTo>
                  <a:pt x="148" y="255"/>
                </a:lnTo>
                <a:lnTo>
                  <a:pt x="155" y="255"/>
                </a:lnTo>
                <a:lnTo>
                  <a:pt x="163" y="255"/>
                </a:lnTo>
                <a:lnTo>
                  <a:pt x="170" y="255"/>
                </a:lnTo>
                <a:lnTo>
                  <a:pt x="177" y="255"/>
                </a:lnTo>
                <a:lnTo>
                  <a:pt x="184" y="255"/>
                </a:lnTo>
                <a:lnTo>
                  <a:pt x="190" y="255"/>
                </a:lnTo>
                <a:lnTo>
                  <a:pt x="197" y="255"/>
                </a:lnTo>
                <a:lnTo>
                  <a:pt x="205" y="255"/>
                </a:lnTo>
                <a:lnTo>
                  <a:pt x="212" y="255"/>
                </a:lnTo>
                <a:lnTo>
                  <a:pt x="219" y="255"/>
                </a:lnTo>
                <a:lnTo>
                  <a:pt x="227" y="255"/>
                </a:lnTo>
                <a:lnTo>
                  <a:pt x="237" y="255"/>
                </a:lnTo>
                <a:lnTo>
                  <a:pt x="247" y="255"/>
                </a:lnTo>
                <a:lnTo>
                  <a:pt x="259" y="255"/>
                </a:lnTo>
                <a:lnTo>
                  <a:pt x="271" y="255"/>
                </a:lnTo>
                <a:lnTo>
                  <a:pt x="284" y="255"/>
                </a:lnTo>
                <a:lnTo>
                  <a:pt x="298" y="255"/>
                </a:lnTo>
                <a:lnTo>
                  <a:pt x="315" y="255"/>
                </a:lnTo>
                <a:lnTo>
                  <a:pt x="333" y="255"/>
                </a:lnTo>
                <a:lnTo>
                  <a:pt x="352" y="255"/>
                </a:lnTo>
                <a:lnTo>
                  <a:pt x="374" y="255"/>
                </a:lnTo>
                <a:lnTo>
                  <a:pt x="398" y="255"/>
                </a:lnTo>
                <a:lnTo>
                  <a:pt x="425" y="255"/>
                </a:lnTo>
                <a:lnTo>
                  <a:pt x="452" y="255"/>
                </a:lnTo>
                <a:lnTo>
                  <a:pt x="483" y="255"/>
                </a:lnTo>
                <a:lnTo>
                  <a:pt x="517" y="255"/>
                </a:lnTo>
                <a:lnTo>
                  <a:pt x="553" y="255"/>
                </a:lnTo>
                <a:lnTo>
                  <a:pt x="592" y="255"/>
                </a:lnTo>
                <a:lnTo>
                  <a:pt x="634" y="255"/>
                </a:lnTo>
                <a:lnTo>
                  <a:pt x="679" y="255"/>
                </a:lnTo>
                <a:lnTo>
                  <a:pt x="728" y="255"/>
                </a:lnTo>
                <a:lnTo>
                  <a:pt x="779" y="255"/>
                </a:lnTo>
                <a:lnTo>
                  <a:pt x="836" y="255"/>
                </a:lnTo>
                <a:lnTo>
                  <a:pt x="895" y="255"/>
                </a:lnTo>
                <a:lnTo>
                  <a:pt x="954" y="255"/>
                </a:lnTo>
                <a:lnTo>
                  <a:pt x="1009" y="255"/>
                </a:lnTo>
                <a:lnTo>
                  <a:pt x="1061" y="255"/>
                </a:lnTo>
                <a:lnTo>
                  <a:pt x="1109" y="255"/>
                </a:lnTo>
                <a:lnTo>
                  <a:pt x="1154" y="255"/>
                </a:lnTo>
                <a:lnTo>
                  <a:pt x="1196" y="255"/>
                </a:lnTo>
                <a:lnTo>
                  <a:pt x="1236" y="255"/>
                </a:lnTo>
                <a:lnTo>
                  <a:pt x="1272" y="255"/>
                </a:lnTo>
                <a:lnTo>
                  <a:pt x="1305" y="255"/>
                </a:lnTo>
                <a:lnTo>
                  <a:pt x="1336" y="255"/>
                </a:lnTo>
                <a:lnTo>
                  <a:pt x="1365" y="255"/>
                </a:lnTo>
                <a:lnTo>
                  <a:pt x="1390" y="255"/>
                </a:lnTo>
                <a:lnTo>
                  <a:pt x="1414" y="255"/>
                </a:lnTo>
                <a:lnTo>
                  <a:pt x="1436" y="255"/>
                </a:lnTo>
                <a:lnTo>
                  <a:pt x="1456" y="255"/>
                </a:lnTo>
                <a:lnTo>
                  <a:pt x="1474" y="255"/>
                </a:lnTo>
                <a:lnTo>
                  <a:pt x="1490" y="255"/>
                </a:lnTo>
                <a:lnTo>
                  <a:pt x="1505" y="255"/>
                </a:lnTo>
                <a:lnTo>
                  <a:pt x="1519" y="255"/>
                </a:lnTo>
                <a:lnTo>
                  <a:pt x="1531" y="255"/>
                </a:lnTo>
                <a:lnTo>
                  <a:pt x="1541" y="255"/>
                </a:lnTo>
                <a:lnTo>
                  <a:pt x="1551" y="255"/>
                </a:lnTo>
                <a:lnTo>
                  <a:pt x="1561" y="255"/>
                </a:lnTo>
                <a:lnTo>
                  <a:pt x="1569" y="255"/>
                </a:lnTo>
                <a:lnTo>
                  <a:pt x="1576" y="255"/>
                </a:lnTo>
                <a:lnTo>
                  <a:pt x="1585" y="255"/>
                </a:lnTo>
                <a:lnTo>
                  <a:pt x="1591" y="255"/>
                </a:lnTo>
                <a:lnTo>
                  <a:pt x="1598" y="255"/>
                </a:lnTo>
                <a:lnTo>
                  <a:pt x="1605" y="255"/>
                </a:lnTo>
                <a:lnTo>
                  <a:pt x="1611" y="255"/>
                </a:lnTo>
                <a:lnTo>
                  <a:pt x="1618" y="255"/>
                </a:lnTo>
                <a:lnTo>
                  <a:pt x="1626" y="255"/>
                </a:lnTo>
                <a:lnTo>
                  <a:pt x="1634" y="255"/>
                </a:lnTo>
                <a:lnTo>
                  <a:pt x="1640" y="255"/>
                </a:lnTo>
                <a:lnTo>
                  <a:pt x="1647" y="255"/>
                </a:lnTo>
                <a:lnTo>
                  <a:pt x="1653" y="255"/>
                </a:lnTo>
                <a:lnTo>
                  <a:pt x="1659" y="255"/>
                </a:lnTo>
                <a:lnTo>
                  <a:pt x="1664" y="255"/>
                </a:lnTo>
                <a:lnTo>
                  <a:pt x="1669" y="255"/>
                </a:lnTo>
                <a:lnTo>
                  <a:pt x="1674" y="255"/>
                </a:lnTo>
                <a:lnTo>
                  <a:pt x="1678" y="255"/>
                </a:lnTo>
                <a:lnTo>
                  <a:pt x="1682" y="254"/>
                </a:lnTo>
                <a:lnTo>
                  <a:pt x="1686" y="254"/>
                </a:lnTo>
                <a:lnTo>
                  <a:pt x="1691" y="254"/>
                </a:lnTo>
                <a:lnTo>
                  <a:pt x="1693" y="252"/>
                </a:lnTo>
                <a:lnTo>
                  <a:pt x="1697" y="252"/>
                </a:lnTo>
                <a:lnTo>
                  <a:pt x="1700" y="251"/>
                </a:lnTo>
                <a:lnTo>
                  <a:pt x="1703" y="251"/>
                </a:lnTo>
                <a:lnTo>
                  <a:pt x="1705" y="250"/>
                </a:lnTo>
                <a:lnTo>
                  <a:pt x="1709" y="249"/>
                </a:lnTo>
                <a:lnTo>
                  <a:pt x="1711" y="249"/>
                </a:lnTo>
                <a:lnTo>
                  <a:pt x="1713" y="248"/>
                </a:lnTo>
                <a:lnTo>
                  <a:pt x="1716" y="246"/>
                </a:lnTo>
                <a:lnTo>
                  <a:pt x="1718" y="245"/>
                </a:lnTo>
                <a:lnTo>
                  <a:pt x="1721" y="243"/>
                </a:lnTo>
                <a:lnTo>
                  <a:pt x="1723" y="242"/>
                </a:lnTo>
                <a:lnTo>
                  <a:pt x="1727" y="240"/>
                </a:lnTo>
                <a:lnTo>
                  <a:pt x="1729" y="238"/>
                </a:lnTo>
                <a:lnTo>
                  <a:pt x="1731" y="236"/>
                </a:lnTo>
                <a:lnTo>
                  <a:pt x="1735" y="233"/>
                </a:lnTo>
                <a:lnTo>
                  <a:pt x="1737" y="231"/>
                </a:lnTo>
                <a:lnTo>
                  <a:pt x="1741" y="228"/>
                </a:lnTo>
                <a:lnTo>
                  <a:pt x="1745" y="226"/>
                </a:lnTo>
                <a:lnTo>
                  <a:pt x="1748" y="224"/>
                </a:lnTo>
                <a:lnTo>
                  <a:pt x="1752" y="220"/>
                </a:lnTo>
                <a:lnTo>
                  <a:pt x="1755" y="218"/>
                </a:lnTo>
                <a:lnTo>
                  <a:pt x="1759" y="215"/>
                </a:lnTo>
                <a:lnTo>
                  <a:pt x="1761" y="213"/>
                </a:lnTo>
                <a:lnTo>
                  <a:pt x="1765" y="210"/>
                </a:lnTo>
                <a:lnTo>
                  <a:pt x="1767" y="208"/>
                </a:lnTo>
                <a:lnTo>
                  <a:pt x="1770" y="206"/>
                </a:lnTo>
                <a:lnTo>
                  <a:pt x="1772" y="203"/>
                </a:lnTo>
                <a:lnTo>
                  <a:pt x="1773" y="202"/>
                </a:lnTo>
                <a:lnTo>
                  <a:pt x="1776" y="200"/>
                </a:lnTo>
                <a:lnTo>
                  <a:pt x="1777" y="197"/>
                </a:lnTo>
                <a:lnTo>
                  <a:pt x="1779" y="196"/>
                </a:lnTo>
                <a:lnTo>
                  <a:pt x="1781" y="194"/>
                </a:lnTo>
                <a:lnTo>
                  <a:pt x="1782" y="191"/>
                </a:lnTo>
                <a:lnTo>
                  <a:pt x="1783" y="190"/>
                </a:lnTo>
                <a:lnTo>
                  <a:pt x="1784" y="188"/>
                </a:lnTo>
                <a:lnTo>
                  <a:pt x="1784" y="185"/>
                </a:lnTo>
                <a:lnTo>
                  <a:pt x="1785" y="183"/>
                </a:lnTo>
                <a:lnTo>
                  <a:pt x="1787" y="180"/>
                </a:lnTo>
                <a:lnTo>
                  <a:pt x="1787" y="177"/>
                </a:lnTo>
                <a:lnTo>
                  <a:pt x="1788" y="174"/>
                </a:lnTo>
                <a:lnTo>
                  <a:pt x="1788" y="172"/>
                </a:lnTo>
                <a:lnTo>
                  <a:pt x="1788" y="168"/>
                </a:lnTo>
                <a:lnTo>
                  <a:pt x="1788" y="165"/>
                </a:lnTo>
                <a:lnTo>
                  <a:pt x="1789" y="161"/>
                </a:lnTo>
                <a:lnTo>
                  <a:pt x="1789" y="157"/>
                </a:lnTo>
                <a:lnTo>
                  <a:pt x="1789" y="153"/>
                </a:lnTo>
                <a:lnTo>
                  <a:pt x="1789" y="148"/>
                </a:lnTo>
                <a:lnTo>
                  <a:pt x="1789" y="143"/>
                </a:lnTo>
                <a:lnTo>
                  <a:pt x="1789" y="138"/>
                </a:lnTo>
                <a:lnTo>
                  <a:pt x="1789" y="133"/>
                </a:lnTo>
                <a:lnTo>
                  <a:pt x="1789" y="127"/>
                </a:lnTo>
                <a:lnTo>
                  <a:pt x="1789" y="121"/>
                </a:lnTo>
                <a:lnTo>
                  <a:pt x="1789" y="115"/>
                </a:lnTo>
                <a:lnTo>
                  <a:pt x="1789" y="111"/>
                </a:lnTo>
                <a:lnTo>
                  <a:pt x="1789" y="106"/>
                </a:lnTo>
                <a:lnTo>
                  <a:pt x="1789" y="102"/>
                </a:lnTo>
                <a:lnTo>
                  <a:pt x="1789" y="97"/>
                </a:lnTo>
                <a:lnTo>
                  <a:pt x="1789" y="94"/>
                </a:lnTo>
                <a:lnTo>
                  <a:pt x="1788" y="90"/>
                </a:lnTo>
                <a:lnTo>
                  <a:pt x="1788" y="87"/>
                </a:lnTo>
                <a:lnTo>
                  <a:pt x="1788" y="83"/>
                </a:lnTo>
                <a:lnTo>
                  <a:pt x="1788" y="81"/>
                </a:lnTo>
                <a:lnTo>
                  <a:pt x="1787" y="77"/>
                </a:lnTo>
                <a:lnTo>
                  <a:pt x="1787" y="75"/>
                </a:lnTo>
                <a:lnTo>
                  <a:pt x="1785" y="72"/>
                </a:lnTo>
                <a:lnTo>
                  <a:pt x="1784" y="70"/>
                </a:lnTo>
                <a:lnTo>
                  <a:pt x="1784" y="67"/>
                </a:lnTo>
                <a:lnTo>
                  <a:pt x="1783" y="65"/>
                </a:lnTo>
                <a:lnTo>
                  <a:pt x="1782" y="64"/>
                </a:lnTo>
                <a:lnTo>
                  <a:pt x="1781" y="61"/>
                </a:lnTo>
                <a:lnTo>
                  <a:pt x="1779" y="59"/>
                </a:lnTo>
                <a:lnTo>
                  <a:pt x="1777" y="56"/>
                </a:lnTo>
                <a:lnTo>
                  <a:pt x="1776" y="55"/>
                </a:lnTo>
                <a:lnTo>
                  <a:pt x="1773" y="53"/>
                </a:lnTo>
                <a:lnTo>
                  <a:pt x="1772" y="50"/>
                </a:lnTo>
                <a:lnTo>
                  <a:pt x="1770" y="49"/>
                </a:lnTo>
                <a:lnTo>
                  <a:pt x="1767" y="47"/>
                </a:lnTo>
                <a:lnTo>
                  <a:pt x="1765" y="44"/>
                </a:lnTo>
                <a:lnTo>
                  <a:pt x="1761" y="42"/>
                </a:lnTo>
                <a:lnTo>
                  <a:pt x="1759" y="40"/>
                </a:lnTo>
                <a:lnTo>
                  <a:pt x="1755" y="37"/>
                </a:lnTo>
                <a:lnTo>
                  <a:pt x="1752" y="35"/>
                </a:lnTo>
                <a:lnTo>
                  <a:pt x="1748" y="31"/>
                </a:lnTo>
                <a:lnTo>
                  <a:pt x="1745" y="29"/>
                </a:lnTo>
                <a:lnTo>
                  <a:pt x="1741" y="26"/>
                </a:lnTo>
                <a:lnTo>
                  <a:pt x="1737" y="23"/>
                </a:lnTo>
                <a:lnTo>
                  <a:pt x="1735" y="20"/>
                </a:lnTo>
                <a:lnTo>
                  <a:pt x="1731" y="19"/>
                </a:lnTo>
                <a:lnTo>
                  <a:pt x="1729" y="17"/>
                </a:lnTo>
                <a:lnTo>
                  <a:pt x="1727" y="14"/>
                </a:lnTo>
                <a:lnTo>
                  <a:pt x="1723" y="13"/>
                </a:lnTo>
                <a:lnTo>
                  <a:pt x="1721" y="12"/>
                </a:lnTo>
                <a:lnTo>
                  <a:pt x="1718" y="10"/>
                </a:lnTo>
                <a:lnTo>
                  <a:pt x="1716" y="8"/>
                </a:lnTo>
                <a:lnTo>
                  <a:pt x="1713" y="7"/>
                </a:lnTo>
                <a:lnTo>
                  <a:pt x="1711" y="6"/>
                </a:lnTo>
                <a:lnTo>
                  <a:pt x="1709" y="5"/>
                </a:lnTo>
                <a:lnTo>
                  <a:pt x="1705" y="5"/>
                </a:lnTo>
                <a:lnTo>
                  <a:pt x="1703" y="4"/>
                </a:lnTo>
                <a:lnTo>
                  <a:pt x="1700" y="2"/>
                </a:lnTo>
                <a:lnTo>
                  <a:pt x="1697" y="2"/>
                </a:lnTo>
                <a:lnTo>
                  <a:pt x="1693" y="1"/>
                </a:lnTo>
                <a:lnTo>
                  <a:pt x="1691" y="1"/>
                </a:lnTo>
                <a:lnTo>
                  <a:pt x="1686" y="1"/>
                </a:lnTo>
                <a:lnTo>
                  <a:pt x="1682" y="0"/>
                </a:lnTo>
                <a:lnTo>
                  <a:pt x="1678" y="0"/>
                </a:lnTo>
                <a:lnTo>
                  <a:pt x="1674" y="0"/>
                </a:lnTo>
                <a:lnTo>
                  <a:pt x="1669" y="0"/>
                </a:lnTo>
                <a:lnTo>
                  <a:pt x="1664" y="0"/>
                </a:lnTo>
                <a:lnTo>
                  <a:pt x="1659" y="0"/>
                </a:lnTo>
                <a:lnTo>
                  <a:pt x="1653" y="0"/>
                </a:lnTo>
                <a:lnTo>
                  <a:pt x="1647" y="0"/>
                </a:lnTo>
                <a:lnTo>
                  <a:pt x="1640" y="0"/>
                </a:lnTo>
                <a:lnTo>
                  <a:pt x="1634" y="0"/>
                </a:lnTo>
                <a:lnTo>
                  <a:pt x="1626" y="0"/>
                </a:lnTo>
                <a:lnTo>
                  <a:pt x="1618" y="0"/>
                </a:lnTo>
                <a:lnTo>
                  <a:pt x="1611" y="0"/>
                </a:lnTo>
                <a:lnTo>
                  <a:pt x="1605" y="0"/>
                </a:lnTo>
                <a:lnTo>
                  <a:pt x="1598" y="0"/>
                </a:lnTo>
                <a:lnTo>
                  <a:pt x="1591" y="0"/>
                </a:lnTo>
                <a:lnTo>
                  <a:pt x="1585" y="0"/>
                </a:lnTo>
                <a:lnTo>
                  <a:pt x="1576" y="0"/>
                </a:lnTo>
                <a:lnTo>
                  <a:pt x="1569" y="0"/>
                </a:lnTo>
                <a:lnTo>
                  <a:pt x="1561" y="0"/>
                </a:lnTo>
                <a:lnTo>
                  <a:pt x="1551" y="0"/>
                </a:lnTo>
                <a:lnTo>
                  <a:pt x="1541" y="0"/>
                </a:lnTo>
                <a:lnTo>
                  <a:pt x="1531" y="0"/>
                </a:lnTo>
                <a:lnTo>
                  <a:pt x="1519" y="0"/>
                </a:lnTo>
                <a:lnTo>
                  <a:pt x="1505" y="0"/>
                </a:lnTo>
                <a:lnTo>
                  <a:pt x="1490" y="0"/>
                </a:lnTo>
                <a:lnTo>
                  <a:pt x="1474" y="0"/>
                </a:lnTo>
                <a:lnTo>
                  <a:pt x="1456" y="0"/>
                </a:lnTo>
                <a:lnTo>
                  <a:pt x="1436" y="0"/>
                </a:lnTo>
                <a:lnTo>
                  <a:pt x="1414" y="0"/>
                </a:lnTo>
                <a:lnTo>
                  <a:pt x="1390" y="0"/>
                </a:lnTo>
                <a:lnTo>
                  <a:pt x="1365" y="0"/>
                </a:lnTo>
                <a:lnTo>
                  <a:pt x="1336" y="0"/>
                </a:lnTo>
                <a:lnTo>
                  <a:pt x="1305" y="0"/>
                </a:lnTo>
                <a:lnTo>
                  <a:pt x="1272" y="0"/>
                </a:lnTo>
                <a:lnTo>
                  <a:pt x="1236" y="0"/>
                </a:lnTo>
                <a:lnTo>
                  <a:pt x="1196" y="0"/>
                </a:lnTo>
                <a:lnTo>
                  <a:pt x="1154" y="0"/>
                </a:lnTo>
                <a:lnTo>
                  <a:pt x="1109" y="0"/>
                </a:lnTo>
                <a:lnTo>
                  <a:pt x="1061" y="0"/>
                </a:lnTo>
                <a:lnTo>
                  <a:pt x="1009" y="0"/>
                </a:lnTo>
                <a:lnTo>
                  <a:pt x="954" y="0"/>
                </a:lnTo>
                <a:lnTo>
                  <a:pt x="895" y="0"/>
                </a:lnTo>
                <a:close/>
              </a:path>
            </a:pathLst>
          </a:custGeom>
          <a:noFill/>
          <a:ln w="1746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70" name="Freeform 195"/>
          <p:cNvSpPr>
            <a:spLocks/>
          </p:cNvSpPr>
          <p:nvPr/>
        </p:nvSpPr>
        <p:spPr bwMode="auto">
          <a:xfrm>
            <a:off x="5508978" y="6118578"/>
            <a:ext cx="672818" cy="1058898"/>
          </a:xfrm>
          <a:custGeom>
            <a:avLst/>
            <a:gdLst>
              <a:gd name="T0" fmla="*/ 2147483646 w 596"/>
              <a:gd name="T1" fmla="*/ 0 h 936"/>
              <a:gd name="T2" fmla="*/ 2147483646 w 596"/>
              <a:gd name="T3" fmla="*/ 0 h 936"/>
              <a:gd name="T4" fmla="*/ 2147483646 w 596"/>
              <a:gd name="T5" fmla="*/ 0 h 936"/>
              <a:gd name="T6" fmla="*/ 2147483646 w 596"/>
              <a:gd name="T7" fmla="*/ 0 h 936"/>
              <a:gd name="T8" fmla="*/ 2147483646 w 596"/>
              <a:gd name="T9" fmla="*/ 0 h 936"/>
              <a:gd name="T10" fmla="*/ 2147483646 w 596"/>
              <a:gd name="T11" fmla="*/ 0 h 936"/>
              <a:gd name="T12" fmla="*/ 2147483646 w 596"/>
              <a:gd name="T13" fmla="*/ 0 h 936"/>
              <a:gd name="T14" fmla="*/ 2147483646 w 596"/>
              <a:gd name="T15" fmla="*/ 0 h 936"/>
              <a:gd name="T16" fmla="*/ 2147483646 w 596"/>
              <a:gd name="T17" fmla="*/ 503024509 h 936"/>
              <a:gd name="T18" fmla="*/ 2147483646 w 596"/>
              <a:gd name="T19" fmla="*/ 2147483646 h 936"/>
              <a:gd name="T20" fmla="*/ 2147483646 w 596"/>
              <a:gd name="T21" fmla="*/ 2147483646 h 936"/>
              <a:gd name="T22" fmla="*/ 2147483646 w 596"/>
              <a:gd name="T23" fmla="*/ 2147483646 h 936"/>
              <a:gd name="T24" fmla="*/ 2147483646 w 596"/>
              <a:gd name="T25" fmla="*/ 2147483646 h 936"/>
              <a:gd name="T26" fmla="*/ 2147483646 w 596"/>
              <a:gd name="T27" fmla="*/ 2147483646 h 936"/>
              <a:gd name="T28" fmla="*/ 2147483646 w 596"/>
              <a:gd name="T29" fmla="*/ 2147483646 h 936"/>
              <a:gd name="T30" fmla="*/ 2147483646 w 596"/>
              <a:gd name="T31" fmla="*/ 2147483646 h 936"/>
              <a:gd name="T32" fmla="*/ 2147483646 w 596"/>
              <a:gd name="T33" fmla="*/ 2147483646 h 936"/>
              <a:gd name="T34" fmla="*/ 2147483646 w 596"/>
              <a:gd name="T35" fmla="*/ 2147483646 h 936"/>
              <a:gd name="T36" fmla="*/ 2147483646 w 596"/>
              <a:gd name="T37" fmla="*/ 2147483646 h 936"/>
              <a:gd name="T38" fmla="*/ 2147483646 w 596"/>
              <a:gd name="T39" fmla="*/ 2147483646 h 936"/>
              <a:gd name="T40" fmla="*/ 2147483646 w 596"/>
              <a:gd name="T41" fmla="*/ 2147483646 h 936"/>
              <a:gd name="T42" fmla="*/ 2147483646 w 596"/>
              <a:gd name="T43" fmla="*/ 2147483646 h 936"/>
              <a:gd name="T44" fmla="*/ 2147483646 w 596"/>
              <a:gd name="T45" fmla="*/ 2147483646 h 936"/>
              <a:gd name="T46" fmla="*/ 2147483646 w 596"/>
              <a:gd name="T47" fmla="*/ 2147483646 h 936"/>
              <a:gd name="T48" fmla="*/ 2147483646 w 596"/>
              <a:gd name="T49" fmla="*/ 2147483646 h 936"/>
              <a:gd name="T50" fmla="*/ 2147483646 w 596"/>
              <a:gd name="T51" fmla="*/ 2147483646 h 936"/>
              <a:gd name="T52" fmla="*/ 2147483646 w 596"/>
              <a:gd name="T53" fmla="*/ 2147483646 h 936"/>
              <a:gd name="T54" fmla="*/ 2147483646 w 596"/>
              <a:gd name="T55" fmla="*/ 2147483646 h 936"/>
              <a:gd name="T56" fmla="*/ 2147483646 w 596"/>
              <a:gd name="T57" fmla="*/ 2147483646 h 936"/>
              <a:gd name="T58" fmla="*/ 2147483646 w 596"/>
              <a:gd name="T59" fmla="*/ 2147483646 h 936"/>
              <a:gd name="T60" fmla="*/ 2147483646 w 596"/>
              <a:gd name="T61" fmla="*/ 2147483646 h 936"/>
              <a:gd name="T62" fmla="*/ 2147483646 w 596"/>
              <a:gd name="T63" fmla="*/ 2147483646 h 936"/>
              <a:gd name="T64" fmla="*/ 2147483646 w 596"/>
              <a:gd name="T65" fmla="*/ 2147483646 h 936"/>
              <a:gd name="T66" fmla="*/ 2147483646 w 596"/>
              <a:gd name="T67" fmla="*/ 2147483646 h 936"/>
              <a:gd name="T68" fmla="*/ 2147483646 w 596"/>
              <a:gd name="T69" fmla="*/ 2147483646 h 936"/>
              <a:gd name="T70" fmla="*/ 2147483646 w 596"/>
              <a:gd name="T71" fmla="*/ 2147483646 h 936"/>
              <a:gd name="T72" fmla="*/ 2147483646 w 596"/>
              <a:gd name="T73" fmla="*/ 2147483646 h 936"/>
              <a:gd name="T74" fmla="*/ 2147483646 w 596"/>
              <a:gd name="T75" fmla="*/ 2147483646 h 936"/>
              <a:gd name="T76" fmla="*/ 2147483646 w 596"/>
              <a:gd name="T77" fmla="*/ 2147483646 h 936"/>
              <a:gd name="T78" fmla="*/ 2147483646 w 596"/>
              <a:gd name="T79" fmla="*/ 2147483646 h 936"/>
              <a:gd name="T80" fmla="*/ 2147483646 w 596"/>
              <a:gd name="T81" fmla="*/ 2147483646 h 936"/>
              <a:gd name="T82" fmla="*/ 2147483646 w 596"/>
              <a:gd name="T83" fmla="*/ 2147483646 h 936"/>
              <a:gd name="T84" fmla="*/ 2147483646 w 596"/>
              <a:gd name="T85" fmla="*/ 2147483646 h 936"/>
              <a:gd name="T86" fmla="*/ 2147483646 w 596"/>
              <a:gd name="T87" fmla="*/ 2147483646 h 936"/>
              <a:gd name="T88" fmla="*/ 2147483646 w 596"/>
              <a:gd name="T89" fmla="*/ 2147483646 h 936"/>
              <a:gd name="T90" fmla="*/ 2147483646 w 596"/>
              <a:gd name="T91" fmla="*/ 2147483646 h 936"/>
              <a:gd name="T92" fmla="*/ 2147483646 w 596"/>
              <a:gd name="T93" fmla="*/ 2147483646 h 936"/>
              <a:gd name="T94" fmla="*/ 2147483646 w 596"/>
              <a:gd name="T95" fmla="*/ 2147483646 h 936"/>
              <a:gd name="T96" fmla="*/ 2147483646 w 596"/>
              <a:gd name="T97" fmla="*/ 2147483646 h 936"/>
              <a:gd name="T98" fmla="*/ 2147483646 w 596"/>
              <a:gd name="T99" fmla="*/ 2147483646 h 936"/>
              <a:gd name="T100" fmla="*/ 2147483646 w 596"/>
              <a:gd name="T101" fmla="*/ 2147483646 h 936"/>
              <a:gd name="T102" fmla="*/ 2147483646 w 596"/>
              <a:gd name="T103" fmla="*/ 2147483646 h 9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96" h="936">
                <a:moveTo>
                  <a:pt x="0" y="0"/>
                </a:moveTo>
                <a:lnTo>
                  <a:pt x="31" y="0"/>
                </a:lnTo>
                <a:lnTo>
                  <a:pt x="60" y="0"/>
                </a:lnTo>
                <a:lnTo>
                  <a:pt x="88" y="0"/>
                </a:lnTo>
                <a:lnTo>
                  <a:pt x="113" y="0"/>
                </a:lnTo>
                <a:lnTo>
                  <a:pt x="137" y="0"/>
                </a:lnTo>
                <a:lnTo>
                  <a:pt x="159" y="0"/>
                </a:lnTo>
                <a:lnTo>
                  <a:pt x="179" y="0"/>
                </a:lnTo>
                <a:lnTo>
                  <a:pt x="198" y="0"/>
                </a:lnTo>
                <a:lnTo>
                  <a:pt x="216" y="0"/>
                </a:lnTo>
                <a:lnTo>
                  <a:pt x="233" y="0"/>
                </a:lnTo>
                <a:lnTo>
                  <a:pt x="248" y="0"/>
                </a:lnTo>
                <a:lnTo>
                  <a:pt x="262" y="0"/>
                </a:lnTo>
                <a:lnTo>
                  <a:pt x="275" y="0"/>
                </a:lnTo>
                <a:lnTo>
                  <a:pt x="287" y="0"/>
                </a:lnTo>
                <a:lnTo>
                  <a:pt x="298" y="0"/>
                </a:lnTo>
                <a:lnTo>
                  <a:pt x="309" y="0"/>
                </a:lnTo>
                <a:lnTo>
                  <a:pt x="319" y="0"/>
                </a:lnTo>
                <a:lnTo>
                  <a:pt x="327" y="0"/>
                </a:lnTo>
                <a:lnTo>
                  <a:pt x="336" y="0"/>
                </a:lnTo>
                <a:lnTo>
                  <a:pt x="344" y="0"/>
                </a:lnTo>
                <a:lnTo>
                  <a:pt x="351" y="0"/>
                </a:lnTo>
                <a:lnTo>
                  <a:pt x="358" y="0"/>
                </a:lnTo>
                <a:lnTo>
                  <a:pt x="364" y="0"/>
                </a:lnTo>
                <a:lnTo>
                  <a:pt x="372" y="0"/>
                </a:lnTo>
                <a:lnTo>
                  <a:pt x="378" y="0"/>
                </a:lnTo>
                <a:lnTo>
                  <a:pt x="385" y="0"/>
                </a:lnTo>
                <a:lnTo>
                  <a:pt x="391" y="0"/>
                </a:lnTo>
                <a:lnTo>
                  <a:pt x="397" y="0"/>
                </a:lnTo>
                <a:lnTo>
                  <a:pt x="404" y="0"/>
                </a:lnTo>
                <a:lnTo>
                  <a:pt x="411" y="0"/>
                </a:lnTo>
                <a:lnTo>
                  <a:pt x="418" y="0"/>
                </a:lnTo>
                <a:lnTo>
                  <a:pt x="426" y="0"/>
                </a:lnTo>
                <a:lnTo>
                  <a:pt x="434" y="0"/>
                </a:lnTo>
                <a:lnTo>
                  <a:pt x="441" y="0"/>
                </a:lnTo>
                <a:lnTo>
                  <a:pt x="447" y="0"/>
                </a:lnTo>
                <a:lnTo>
                  <a:pt x="455" y="0"/>
                </a:lnTo>
                <a:lnTo>
                  <a:pt x="461" y="0"/>
                </a:lnTo>
                <a:lnTo>
                  <a:pt x="465" y="0"/>
                </a:lnTo>
                <a:lnTo>
                  <a:pt x="471" y="0"/>
                </a:lnTo>
                <a:lnTo>
                  <a:pt x="476" y="0"/>
                </a:lnTo>
                <a:lnTo>
                  <a:pt x="481" y="0"/>
                </a:lnTo>
                <a:lnTo>
                  <a:pt x="485" y="1"/>
                </a:lnTo>
                <a:lnTo>
                  <a:pt x="489" y="1"/>
                </a:lnTo>
                <a:lnTo>
                  <a:pt x="493" y="2"/>
                </a:lnTo>
                <a:lnTo>
                  <a:pt x="497" y="2"/>
                </a:lnTo>
                <a:lnTo>
                  <a:pt x="500" y="3"/>
                </a:lnTo>
                <a:lnTo>
                  <a:pt x="503" y="3"/>
                </a:lnTo>
                <a:lnTo>
                  <a:pt x="506" y="5"/>
                </a:lnTo>
                <a:lnTo>
                  <a:pt x="509" y="6"/>
                </a:lnTo>
                <a:lnTo>
                  <a:pt x="512" y="7"/>
                </a:lnTo>
                <a:lnTo>
                  <a:pt x="515" y="8"/>
                </a:lnTo>
                <a:lnTo>
                  <a:pt x="517" y="9"/>
                </a:lnTo>
                <a:lnTo>
                  <a:pt x="519" y="12"/>
                </a:lnTo>
                <a:lnTo>
                  <a:pt x="523" y="13"/>
                </a:lnTo>
                <a:lnTo>
                  <a:pt x="525" y="15"/>
                </a:lnTo>
                <a:lnTo>
                  <a:pt x="528" y="18"/>
                </a:lnTo>
                <a:lnTo>
                  <a:pt x="530" y="20"/>
                </a:lnTo>
                <a:lnTo>
                  <a:pt x="534" y="23"/>
                </a:lnTo>
                <a:lnTo>
                  <a:pt x="536" y="25"/>
                </a:lnTo>
                <a:lnTo>
                  <a:pt x="540" y="27"/>
                </a:lnTo>
                <a:lnTo>
                  <a:pt x="543" y="31"/>
                </a:lnTo>
                <a:lnTo>
                  <a:pt x="546" y="35"/>
                </a:lnTo>
                <a:lnTo>
                  <a:pt x="549" y="38"/>
                </a:lnTo>
                <a:lnTo>
                  <a:pt x="554" y="42"/>
                </a:lnTo>
                <a:lnTo>
                  <a:pt x="558" y="45"/>
                </a:lnTo>
                <a:lnTo>
                  <a:pt x="562" y="49"/>
                </a:lnTo>
                <a:lnTo>
                  <a:pt x="565" y="53"/>
                </a:lnTo>
                <a:lnTo>
                  <a:pt x="568" y="56"/>
                </a:lnTo>
                <a:lnTo>
                  <a:pt x="571" y="59"/>
                </a:lnTo>
                <a:lnTo>
                  <a:pt x="574" y="62"/>
                </a:lnTo>
                <a:lnTo>
                  <a:pt x="576" y="65"/>
                </a:lnTo>
                <a:lnTo>
                  <a:pt x="578" y="68"/>
                </a:lnTo>
                <a:lnTo>
                  <a:pt x="581" y="71"/>
                </a:lnTo>
                <a:lnTo>
                  <a:pt x="583" y="73"/>
                </a:lnTo>
                <a:lnTo>
                  <a:pt x="584" y="76"/>
                </a:lnTo>
                <a:lnTo>
                  <a:pt x="586" y="79"/>
                </a:lnTo>
                <a:lnTo>
                  <a:pt x="588" y="82"/>
                </a:lnTo>
                <a:lnTo>
                  <a:pt x="589" y="84"/>
                </a:lnTo>
                <a:lnTo>
                  <a:pt x="590" y="86"/>
                </a:lnTo>
                <a:lnTo>
                  <a:pt x="592" y="90"/>
                </a:lnTo>
                <a:lnTo>
                  <a:pt x="592" y="92"/>
                </a:lnTo>
                <a:lnTo>
                  <a:pt x="593" y="96"/>
                </a:lnTo>
                <a:lnTo>
                  <a:pt x="594" y="100"/>
                </a:lnTo>
                <a:lnTo>
                  <a:pt x="594" y="103"/>
                </a:lnTo>
                <a:lnTo>
                  <a:pt x="595" y="107"/>
                </a:lnTo>
                <a:lnTo>
                  <a:pt x="595" y="110"/>
                </a:lnTo>
                <a:lnTo>
                  <a:pt x="595" y="115"/>
                </a:lnTo>
                <a:lnTo>
                  <a:pt x="596" y="120"/>
                </a:lnTo>
                <a:lnTo>
                  <a:pt x="596" y="125"/>
                </a:lnTo>
                <a:lnTo>
                  <a:pt x="596" y="130"/>
                </a:lnTo>
                <a:lnTo>
                  <a:pt x="596" y="136"/>
                </a:lnTo>
                <a:lnTo>
                  <a:pt x="596" y="142"/>
                </a:lnTo>
                <a:lnTo>
                  <a:pt x="596" y="148"/>
                </a:lnTo>
                <a:lnTo>
                  <a:pt x="596" y="155"/>
                </a:lnTo>
                <a:lnTo>
                  <a:pt x="596" y="162"/>
                </a:lnTo>
                <a:lnTo>
                  <a:pt x="596" y="169"/>
                </a:lnTo>
                <a:lnTo>
                  <a:pt x="596" y="178"/>
                </a:lnTo>
                <a:lnTo>
                  <a:pt x="596" y="185"/>
                </a:lnTo>
                <a:lnTo>
                  <a:pt x="596" y="192"/>
                </a:lnTo>
                <a:lnTo>
                  <a:pt x="596" y="198"/>
                </a:lnTo>
                <a:lnTo>
                  <a:pt x="596" y="204"/>
                </a:lnTo>
                <a:lnTo>
                  <a:pt x="596" y="210"/>
                </a:lnTo>
                <a:lnTo>
                  <a:pt x="596" y="216"/>
                </a:lnTo>
                <a:lnTo>
                  <a:pt x="596" y="222"/>
                </a:lnTo>
                <a:lnTo>
                  <a:pt x="596" y="228"/>
                </a:lnTo>
                <a:lnTo>
                  <a:pt x="596" y="234"/>
                </a:lnTo>
                <a:lnTo>
                  <a:pt x="596" y="239"/>
                </a:lnTo>
                <a:lnTo>
                  <a:pt x="596" y="245"/>
                </a:lnTo>
                <a:lnTo>
                  <a:pt x="596" y="251"/>
                </a:lnTo>
                <a:lnTo>
                  <a:pt x="596" y="257"/>
                </a:lnTo>
                <a:lnTo>
                  <a:pt x="596" y="264"/>
                </a:lnTo>
                <a:lnTo>
                  <a:pt x="596" y="272"/>
                </a:lnTo>
                <a:lnTo>
                  <a:pt x="596" y="279"/>
                </a:lnTo>
                <a:lnTo>
                  <a:pt x="596" y="286"/>
                </a:lnTo>
                <a:lnTo>
                  <a:pt x="596" y="294"/>
                </a:lnTo>
                <a:lnTo>
                  <a:pt x="596" y="303"/>
                </a:lnTo>
                <a:lnTo>
                  <a:pt x="596" y="311"/>
                </a:lnTo>
                <a:lnTo>
                  <a:pt x="596" y="322"/>
                </a:lnTo>
                <a:lnTo>
                  <a:pt x="596" y="332"/>
                </a:lnTo>
                <a:lnTo>
                  <a:pt x="596" y="344"/>
                </a:lnTo>
                <a:lnTo>
                  <a:pt x="596" y="356"/>
                </a:lnTo>
                <a:lnTo>
                  <a:pt x="596" y="369"/>
                </a:lnTo>
                <a:lnTo>
                  <a:pt x="596" y="382"/>
                </a:lnTo>
                <a:lnTo>
                  <a:pt x="596" y="398"/>
                </a:lnTo>
                <a:lnTo>
                  <a:pt x="596" y="413"/>
                </a:lnTo>
                <a:lnTo>
                  <a:pt x="596" y="430"/>
                </a:lnTo>
                <a:lnTo>
                  <a:pt x="596" y="448"/>
                </a:lnTo>
                <a:lnTo>
                  <a:pt x="596" y="467"/>
                </a:lnTo>
                <a:lnTo>
                  <a:pt x="596" y="488"/>
                </a:lnTo>
                <a:lnTo>
                  <a:pt x="596" y="506"/>
                </a:lnTo>
                <a:lnTo>
                  <a:pt x="596" y="523"/>
                </a:lnTo>
                <a:lnTo>
                  <a:pt x="596" y="538"/>
                </a:lnTo>
                <a:lnTo>
                  <a:pt x="596" y="553"/>
                </a:lnTo>
                <a:lnTo>
                  <a:pt x="596" y="567"/>
                </a:lnTo>
                <a:lnTo>
                  <a:pt x="596" y="580"/>
                </a:lnTo>
                <a:lnTo>
                  <a:pt x="596" y="592"/>
                </a:lnTo>
                <a:lnTo>
                  <a:pt x="596" y="603"/>
                </a:lnTo>
                <a:lnTo>
                  <a:pt x="596" y="614"/>
                </a:lnTo>
                <a:lnTo>
                  <a:pt x="596" y="624"/>
                </a:lnTo>
                <a:lnTo>
                  <a:pt x="596" y="633"/>
                </a:lnTo>
                <a:lnTo>
                  <a:pt x="596" y="642"/>
                </a:lnTo>
                <a:lnTo>
                  <a:pt x="596" y="650"/>
                </a:lnTo>
                <a:lnTo>
                  <a:pt x="596" y="657"/>
                </a:lnTo>
                <a:lnTo>
                  <a:pt x="596" y="665"/>
                </a:lnTo>
                <a:lnTo>
                  <a:pt x="596" y="672"/>
                </a:lnTo>
                <a:lnTo>
                  <a:pt x="596" y="678"/>
                </a:lnTo>
                <a:lnTo>
                  <a:pt x="596" y="685"/>
                </a:lnTo>
                <a:lnTo>
                  <a:pt x="596" y="691"/>
                </a:lnTo>
                <a:lnTo>
                  <a:pt x="596" y="696"/>
                </a:lnTo>
                <a:lnTo>
                  <a:pt x="596" y="702"/>
                </a:lnTo>
                <a:lnTo>
                  <a:pt x="596" y="708"/>
                </a:lnTo>
                <a:lnTo>
                  <a:pt x="596" y="714"/>
                </a:lnTo>
                <a:lnTo>
                  <a:pt x="596" y="720"/>
                </a:lnTo>
                <a:lnTo>
                  <a:pt x="596" y="725"/>
                </a:lnTo>
                <a:lnTo>
                  <a:pt x="596" y="731"/>
                </a:lnTo>
                <a:lnTo>
                  <a:pt x="596" y="738"/>
                </a:lnTo>
                <a:lnTo>
                  <a:pt x="596" y="744"/>
                </a:lnTo>
                <a:lnTo>
                  <a:pt x="596" y="751"/>
                </a:lnTo>
                <a:lnTo>
                  <a:pt x="596" y="758"/>
                </a:lnTo>
                <a:lnTo>
                  <a:pt x="596" y="766"/>
                </a:lnTo>
                <a:lnTo>
                  <a:pt x="596" y="774"/>
                </a:lnTo>
                <a:lnTo>
                  <a:pt x="596" y="781"/>
                </a:lnTo>
                <a:lnTo>
                  <a:pt x="596" y="788"/>
                </a:lnTo>
                <a:lnTo>
                  <a:pt x="596" y="794"/>
                </a:lnTo>
                <a:lnTo>
                  <a:pt x="596" y="800"/>
                </a:lnTo>
                <a:lnTo>
                  <a:pt x="596" y="805"/>
                </a:lnTo>
                <a:lnTo>
                  <a:pt x="596" y="811"/>
                </a:lnTo>
                <a:lnTo>
                  <a:pt x="596" y="816"/>
                </a:lnTo>
                <a:lnTo>
                  <a:pt x="595" y="821"/>
                </a:lnTo>
                <a:lnTo>
                  <a:pt x="595" y="825"/>
                </a:lnTo>
                <a:lnTo>
                  <a:pt x="595" y="829"/>
                </a:lnTo>
                <a:lnTo>
                  <a:pt x="594" y="833"/>
                </a:lnTo>
                <a:lnTo>
                  <a:pt x="594" y="837"/>
                </a:lnTo>
                <a:lnTo>
                  <a:pt x="593" y="840"/>
                </a:lnTo>
                <a:lnTo>
                  <a:pt x="592" y="843"/>
                </a:lnTo>
                <a:lnTo>
                  <a:pt x="592" y="846"/>
                </a:lnTo>
                <a:lnTo>
                  <a:pt x="590" y="849"/>
                </a:lnTo>
                <a:lnTo>
                  <a:pt x="589" y="852"/>
                </a:lnTo>
                <a:lnTo>
                  <a:pt x="588" y="855"/>
                </a:lnTo>
                <a:lnTo>
                  <a:pt x="586" y="857"/>
                </a:lnTo>
                <a:lnTo>
                  <a:pt x="584" y="859"/>
                </a:lnTo>
                <a:lnTo>
                  <a:pt x="583" y="863"/>
                </a:lnTo>
                <a:lnTo>
                  <a:pt x="581" y="865"/>
                </a:lnTo>
                <a:lnTo>
                  <a:pt x="578" y="868"/>
                </a:lnTo>
                <a:lnTo>
                  <a:pt x="576" y="870"/>
                </a:lnTo>
                <a:lnTo>
                  <a:pt x="574" y="874"/>
                </a:lnTo>
                <a:lnTo>
                  <a:pt x="571" y="876"/>
                </a:lnTo>
                <a:lnTo>
                  <a:pt x="568" y="880"/>
                </a:lnTo>
                <a:lnTo>
                  <a:pt x="565" y="883"/>
                </a:lnTo>
                <a:lnTo>
                  <a:pt x="562" y="887"/>
                </a:lnTo>
                <a:lnTo>
                  <a:pt x="558" y="891"/>
                </a:lnTo>
                <a:lnTo>
                  <a:pt x="554" y="894"/>
                </a:lnTo>
                <a:lnTo>
                  <a:pt x="549" y="898"/>
                </a:lnTo>
                <a:lnTo>
                  <a:pt x="546" y="901"/>
                </a:lnTo>
                <a:lnTo>
                  <a:pt x="543" y="905"/>
                </a:lnTo>
                <a:lnTo>
                  <a:pt x="540" y="909"/>
                </a:lnTo>
                <a:lnTo>
                  <a:pt x="536" y="911"/>
                </a:lnTo>
                <a:lnTo>
                  <a:pt x="534" y="913"/>
                </a:lnTo>
                <a:lnTo>
                  <a:pt x="531" y="916"/>
                </a:lnTo>
                <a:lnTo>
                  <a:pt x="529" y="918"/>
                </a:lnTo>
                <a:lnTo>
                  <a:pt x="527" y="921"/>
                </a:lnTo>
                <a:lnTo>
                  <a:pt x="524" y="923"/>
                </a:lnTo>
                <a:lnTo>
                  <a:pt x="522" y="924"/>
                </a:lnTo>
                <a:lnTo>
                  <a:pt x="519" y="927"/>
                </a:lnTo>
                <a:lnTo>
                  <a:pt x="517" y="928"/>
                </a:lnTo>
                <a:lnTo>
                  <a:pt x="516" y="929"/>
                </a:lnTo>
                <a:lnTo>
                  <a:pt x="513" y="930"/>
                </a:lnTo>
                <a:lnTo>
                  <a:pt x="511" y="932"/>
                </a:lnTo>
                <a:lnTo>
                  <a:pt x="510" y="933"/>
                </a:lnTo>
                <a:lnTo>
                  <a:pt x="507" y="933"/>
                </a:lnTo>
                <a:lnTo>
                  <a:pt x="505" y="934"/>
                </a:lnTo>
                <a:lnTo>
                  <a:pt x="504" y="934"/>
                </a:lnTo>
                <a:lnTo>
                  <a:pt x="501" y="935"/>
                </a:lnTo>
                <a:lnTo>
                  <a:pt x="499" y="935"/>
                </a:lnTo>
                <a:lnTo>
                  <a:pt x="497" y="935"/>
                </a:lnTo>
                <a:lnTo>
                  <a:pt x="494" y="936"/>
                </a:lnTo>
                <a:lnTo>
                  <a:pt x="492" y="936"/>
                </a:lnTo>
                <a:lnTo>
                  <a:pt x="489" y="936"/>
                </a:lnTo>
                <a:lnTo>
                  <a:pt x="486" y="936"/>
                </a:lnTo>
                <a:lnTo>
                  <a:pt x="483" y="936"/>
                </a:lnTo>
                <a:lnTo>
                  <a:pt x="480" y="936"/>
                </a:lnTo>
                <a:lnTo>
                  <a:pt x="476" y="936"/>
                </a:lnTo>
                <a:lnTo>
                  <a:pt x="473" y="936"/>
                </a:lnTo>
                <a:lnTo>
                  <a:pt x="469" y="936"/>
                </a:lnTo>
                <a:lnTo>
                  <a:pt x="465" y="936"/>
                </a:lnTo>
                <a:lnTo>
                  <a:pt x="462" y="936"/>
                </a:lnTo>
                <a:lnTo>
                  <a:pt x="457" y="936"/>
                </a:lnTo>
                <a:lnTo>
                  <a:pt x="453" y="936"/>
                </a:lnTo>
                <a:lnTo>
                  <a:pt x="450" y="936"/>
                </a:lnTo>
                <a:lnTo>
                  <a:pt x="446" y="936"/>
                </a:lnTo>
                <a:lnTo>
                  <a:pt x="443" y="936"/>
                </a:lnTo>
                <a:lnTo>
                  <a:pt x="438" y="936"/>
                </a:lnTo>
                <a:lnTo>
                  <a:pt x="433" y="936"/>
                </a:lnTo>
                <a:lnTo>
                  <a:pt x="427" y="936"/>
                </a:lnTo>
                <a:lnTo>
                  <a:pt x="421" y="936"/>
                </a:lnTo>
                <a:lnTo>
                  <a:pt x="414" y="936"/>
                </a:lnTo>
                <a:lnTo>
                  <a:pt x="406" y="936"/>
                </a:lnTo>
                <a:lnTo>
                  <a:pt x="398" y="936"/>
                </a:lnTo>
                <a:lnTo>
                  <a:pt x="388" y="936"/>
                </a:lnTo>
                <a:lnTo>
                  <a:pt x="378" y="936"/>
                </a:lnTo>
                <a:lnTo>
                  <a:pt x="367" y="936"/>
                </a:lnTo>
                <a:lnTo>
                  <a:pt x="354" y="936"/>
                </a:lnTo>
                <a:lnTo>
                  <a:pt x="340" y="936"/>
                </a:lnTo>
                <a:lnTo>
                  <a:pt x="325" y="936"/>
                </a:lnTo>
                <a:lnTo>
                  <a:pt x="308" y="936"/>
                </a:lnTo>
                <a:lnTo>
                  <a:pt x="289" y="936"/>
                </a:lnTo>
                <a:lnTo>
                  <a:pt x="269" y="936"/>
                </a:lnTo>
                <a:lnTo>
                  <a:pt x="247" y="936"/>
                </a:lnTo>
                <a:lnTo>
                  <a:pt x="224" y="936"/>
                </a:lnTo>
                <a:lnTo>
                  <a:pt x="198" y="936"/>
                </a:lnTo>
                <a:lnTo>
                  <a:pt x="171" y="936"/>
                </a:lnTo>
                <a:lnTo>
                  <a:pt x="141" y="936"/>
                </a:lnTo>
                <a:lnTo>
                  <a:pt x="109" y="936"/>
                </a:lnTo>
                <a:lnTo>
                  <a:pt x="75" y="936"/>
                </a:lnTo>
                <a:lnTo>
                  <a:pt x="39" y="936"/>
                </a:lnTo>
                <a:lnTo>
                  <a:pt x="0" y="936"/>
                </a:lnTo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71" name="Freeform 196"/>
          <p:cNvSpPr>
            <a:spLocks/>
          </p:cNvSpPr>
          <p:nvPr/>
        </p:nvSpPr>
        <p:spPr bwMode="auto">
          <a:xfrm>
            <a:off x="7513885" y="6118578"/>
            <a:ext cx="675076" cy="1058898"/>
          </a:xfrm>
          <a:custGeom>
            <a:avLst/>
            <a:gdLst>
              <a:gd name="T0" fmla="*/ 2147483646 w 596"/>
              <a:gd name="T1" fmla="*/ 0 h 936"/>
              <a:gd name="T2" fmla="*/ 2147483646 w 596"/>
              <a:gd name="T3" fmla="*/ 0 h 936"/>
              <a:gd name="T4" fmla="*/ 2147483646 w 596"/>
              <a:gd name="T5" fmla="*/ 0 h 936"/>
              <a:gd name="T6" fmla="*/ 2147483646 w 596"/>
              <a:gd name="T7" fmla="*/ 0 h 936"/>
              <a:gd name="T8" fmla="*/ 2147483646 w 596"/>
              <a:gd name="T9" fmla="*/ 0 h 936"/>
              <a:gd name="T10" fmla="*/ 2147483646 w 596"/>
              <a:gd name="T11" fmla="*/ 0 h 936"/>
              <a:gd name="T12" fmla="*/ 2147483646 w 596"/>
              <a:gd name="T13" fmla="*/ 0 h 936"/>
              <a:gd name="T14" fmla="*/ 2147483646 w 596"/>
              <a:gd name="T15" fmla="*/ 0 h 936"/>
              <a:gd name="T16" fmla="*/ 2147483646 w 596"/>
              <a:gd name="T17" fmla="*/ 503024509 h 936"/>
              <a:gd name="T18" fmla="*/ 2147483646 w 596"/>
              <a:gd name="T19" fmla="*/ 2147483646 h 936"/>
              <a:gd name="T20" fmla="*/ 2147483646 w 596"/>
              <a:gd name="T21" fmla="*/ 2147483646 h 936"/>
              <a:gd name="T22" fmla="*/ 2147483646 w 596"/>
              <a:gd name="T23" fmla="*/ 2147483646 h 936"/>
              <a:gd name="T24" fmla="*/ 2147483646 w 596"/>
              <a:gd name="T25" fmla="*/ 2147483646 h 936"/>
              <a:gd name="T26" fmla="*/ 2147483646 w 596"/>
              <a:gd name="T27" fmla="*/ 2147483646 h 936"/>
              <a:gd name="T28" fmla="*/ 2147483646 w 596"/>
              <a:gd name="T29" fmla="*/ 2147483646 h 936"/>
              <a:gd name="T30" fmla="*/ 2147483646 w 596"/>
              <a:gd name="T31" fmla="*/ 2147483646 h 936"/>
              <a:gd name="T32" fmla="*/ 2020802860 w 596"/>
              <a:gd name="T33" fmla="*/ 2147483646 h 936"/>
              <a:gd name="T34" fmla="*/ 504883742 w 596"/>
              <a:gd name="T35" fmla="*/ 2147483646 h 936"/>
              <a:gd name="T36" fmla="*/ 0 w 596"/>
              <a:gd name="T37" fmla="*/ 2147483646 h 936"/>
              <a:gd name="T38" fmla="*/ 0 w 596"/>
              <a:gd name="T39" fmla="*/ 2147483646 h 936"/>
              <a:gd name="T40" fmla="*/ 0 w 596"/>
              <a:gd name="T41" fmla="*/ 2147483646 h 936"/>
              <a:gd name="T42" fmla="*/ 0 w 596"/>
              <a:gd name="T43" fmla="*/ 2147483646 h 936"/>
              <a:gd name="T44" fmla="*/ 0 w 596"/>
              <a:gd name="T45" fmla="*/ 2147483646 h 936"/>
              <a:gd name="T46" fmla="*/ 0 w 596"/>
              <a:gd name="T47" fmla="*/ 2147483646 h 936"/>
              <a:gd name="T48" fmla="*/ 0 w 596"/>
              <a:gd name="T49" fmla="*/ 2147483646 h 936"/>
              <a:gd name="T50" fmla="*/ 0 w 596"/>
              <a:gd name="T51" fmla="*/ 2147483646 h 936"/>
              <a:gd name="T52" fmla="*/ 0 w 596"/>
              <a:gd name="T53" fmla="*/ 2147483646 h 936"/>
              <a:gd name="T54" fmla="*/ 0 w 596"/>
              <a:gd name="T55" fmla="*/ 2147483646 h 936"/>
              <a:gd name="T56" fmla="*/ 0 w 596"/>
              <a:gd name="T57" fmla="*/ 2147483646 h 936"/>
              <a:gd name="T58" fmla="*/ 0 w 596"/>
              <a:gd name="T59" fmla="*/ 2147483646 h 936"/>
              <a:gd name="T60" fmla="*/ 0 w 596"/>
              <a:gd name="T61" fmla="*/ 2147483646 h 936"/>
              <a:gd name="T62" fmla="*/ 0 w 596"/>
              <a:gd name="T63" fmla="*/ 2147483646 h 936"/>
              <a:gd name="T64" fmla="*/ 0 w 596"/>
              <a:gd name="T65" fmla="*/ 2147483646 h 936"/>
              <a:gd name="T66" fmla="*/ 0 w 596"/>
              <a:gd name="T67" fmla="*/ 2147483646 h 936"/>
              <a:gd name="T68" fmla="*/ 504883742 w 596"/>
              <a:gd name="T69" fmla="*/ 2147483646 h 936"/>
              <a:gd name="T70" fmla="*/ 2020802860 w 596"/>
              <a:gd name="T71" fmla="*/ 2147483646 h 936"/>
              <a:gd name="T72" fmla="*/ 2147483646 w 596"/>
              <a:gd name="T73" fmla="*/ 2147483646 h 936"/>
              <a:gd name="T74" fmla="*/ 2147483646 w 596"/>
              <a:gd name="T75" fmla="*/ 2147483646 h 936"/>
              <a:gd name="T76" fmla="*/ 2147483646 w 596"/>
              <a:gd name="T77" fmla="*/ 2147483646 h 936"/>
              <a:gd name="T78" fmla="*/ 2147483646 w 596"/>
              <a:gd name="T79" fmla="*/ 2147483646 h 936"/>
              <a:gd name="T80" fmla="*/ 2147483646 w 596"/>
              <a:gd name="T81" fmla="*/ 2147483646 h 936"/>
              <a:gd name="T82" fmla="*/ 2147483646 w 596"/>
              <a:gd name="T83" fmla="*/ 2147483646 h 936"/>
              <a:gd name="T84" fmla="*/ 2147483646 w 596"/>
              <a:gd name="T85" fmla="*/ 2147483646 h 936"/>
              <a:gd name="T86" fmla="*/ 2147483646 w 596"/>
              <a:gd name="T87" fmla="*/ 2147483646 h 936"/>
              <a:gd name="T88" fmla="*/ 2147483646 w 596"/>
              <a:gd name="T89" fmla="*/ 2147483646 h 936"/>
              <a:gd name="T90" fmla="*/ 2147483646 w 596"/>
              <a:gd name="T91" fmla="*/ 2147483646 h 936"/>
              <a:gd name="T92" fmla="*/ 2147483646 w 596"/>
              <a:gd name="T93" fmla="*/ 2147483646 h 936"/>
              <a:gd name="T94" fmla="*/ 2147483646 w 596"/>
              <a:gd name="T95" fmla="*/ 2147483646 h 936"/>
              <a:gd name="T96" fmla="*/ 2147483646 w 596"/>
              <a:gd name="T97" fmla="*/ 2147483646 h 936"/>
              <a:gd name="T98" fmla="*/ 2147483646 w 596"/>
              <a:gd name="T99" fmla="*/ 2147483646 h 936"/>
              <a:gd name="T100" fmla="*/ 2147483646 w 596"/>
              <a:gd name="T101" fmla="*/ 2147483646 h 936"/>
              <a:gd name="T102" fmla="*/ 2147483646 w 596"/>
              <a:gd name="T103" fmla="*/ 2147483646 h 9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96" h="936">
                <a:moveTo>
                  <a:pt x="596" y="0"/>
                </a:moveTo>
                <a:lnTo>
                  <a:pt x="566" y="0"/>
                </a:lnTo>
                <a:lnTo>
                  <a:pt x="536" y="0"/>
                </a:lnTo>
                <a:lnTo>
                  <a:pt x="510" y="0"/>
                </a:lnTo>
                <a:lnTo>
                  <a:pt x="484" y="0"/>
                </a:lnTo>
                <a:lnTo>
                  <a:pt x="460" y="0"/>
                </a:lnTo>
                <a:lnTo>
                  <a:pt x="438" y="0"/>
                </a:lnTo>
                <a:lnTo>
                  <a:pt x="417" y="0"/>
                </a:lnTo>
                <a:lnTo>
                  <a:pt x="398" y="0"/>
                </a:lnTo>
                <a:lnTo>
                  <a:pt x="381" y="0"/>
                </a:lnTo>
                <a:lnTo>
                  <a:pt x="364" y="0"/>
                </a:lnTo>
                <a:lnTo>
                  <a:pt x="349" y="0"/>
                </a:lnTo>
                <a:lnTo>
                  <a:pt x="334" y="0"/>
                </a:lnTo>
                <a:lnTo>
                  <a:pt x="321" y="0"/>
                </a:lnTo>
                <a:lnTo>
                  <a:pt x="309" y="0"/>
                </a:lnTo>
                <a:lnTo>
                  <a:pt x="298" y="0"/>
                </a:lnTo>
                <a:lnTo>
                  <a:pt x="287" y="0"/>
                </a:lnTo>
                <a:lnTo>
                  <a:pt x="278" y="0"/>
                </a:lnTo>
                <a:lnTo>
                  <a:pt x="269" y="0"/>
                </a:lnTo>
                <a:lnTo>
                  <a:pt x="261" y="0"/>
                </a:lnTo>
                <a:lnTo>
                  <a:pt x="252" y="0"/>
                </a:lnTo>
                <a:lnTo>
                  <a:pt x="245" y="0"/>
                </a:lnTo>
                <a:lnTo>
                  <a:pt x="238" y="0"/>
                </a:lnTo>
                <a:lnTo>
                  <a:pt x="232" y="0"/>
                </a:lnTo>
                <a:lnTo>
                  <a:pt x="225" y="0"/>
                </a:lnTo>
                <a:lnTo>
                  <a:pt x="219" y="0"/>
                </a:lnTo>
                <a:lnTo>
                  <a:pt x="213" y="0"/>
                </a:lnTo>
                <a:lnTo>
                  <a:pt x="206" y="0"/>
                </a:lnTo>
                <a:lnTo>
                  <a:pt x="200" y="0"/>
                </a:lnTo>
                <a:lnTo>
                  <a:pt x="192" y="0"/>
                </a:lnTo>
                <a:lnTo>
                  <a:pt x="185" y="0"/>
                </a:lnTo>
                <a:lnTo>
                  <a:pt x="178" y="0"/>
                </a:lnTo>
                <a:lnTo>
                  <a:pt x="171" y="0"/>
                </a:lnTo>
                <a:lnTo>
                  <a:pt x="162" y="0"/>
                </a:lnTo>
                <a:lnTo>
                  <a:pt x="155" y="0"/>
                </a:lnTo>
                <a:lnTo>
                  <a:pt x="149" y="0"/>
                </a:lnTo>
                <a:lnTo>
                  <a:pt x="142" y="0"/>
                </a:lnTo>
                <a:lnTo>
                  <a:pt x="136" y="0"/>
                </a:lnTo>
                <a:lnTo>
                  <a:pt x="131" y="0"/>
                </a:lnTo>
                <a:lnTo>
                  <a:pt x="125" y="0"/>
                </a:lnTo>
                <a:lnTo>
                  <a:pt x="120" y="0"/>
                </a:lnTo>
                <a:lnTo>
                  <a:pt x="117" y="0"/>
                </a:lnTo>
                <a:lnTo>
                  <a:pt x="112" y="1"/>
                </a:lnTo>
                <a:lnTo>
                  <a:pt x="108" y="1"/>
                </a:lnTo>
                <a:lnTo>
                  <a:pt x="105" y="2"/>
                </a:lnTo>
                <a:lnTo>
                  <a:pt x="101" y="2"/>
                </a:lnTo>
                <a:lnTo>
                  <a:pt x="97" y="3"/>
                </a:lnTo>
                <a:lnTo>
                  <a:pt x="94" y="3"/>
                </a:lnTo>
                <a:lnTo>
                  <a:pt x="91" y="5"/>
                </a:lnTo>
                <a:lnTo>
                  <a:pt x="88" y="6"/>
                </a:lnTo>
                <a:lnTo>
                  <a:pt x="85" y="7"/>
                </a:lnTo>
                <a:lnTo>
                  <a:pt x="82" y="8"/>
                </a:lnTo>
                <a:lnTo>
                  <a:pt x="79" y="9"/>
                </a:lnTo>
                <a:lnTo>
                  <a:pt x="77" y="12"/>
                </a:lnTo>
                <a:lnTo>
                  <a:pt x="74" y="13"/>
                </a:lnTo>
                <a:lnTo>
                  <a:pt x="72" y="15"/>
                </a:lnTo>
                <a:lnTo>
                  <a:pt x="68" y="18"/>
                </a:lnTo>
                <a:lnTo>
                  <a:pt x="66" y="20"/>
                </a:lnTo>
                <a:lnTo>
                  <a:pt x="64" y="23"/>
                </a:lnTo>
                <a:lnTo>
                  <a:pt x="60" y="25"/>
                </a:lnTo>
                <a:lnTo>
                  <a:pt x="58" y="27"/>
                </a:lnTo>
                <a:lnTo>
                  <a:pt x="54" y="31"/>
                </a:lnTo>
                <a:lnTo>
                  <a:pt x="50" y="35"/>
                </a:lnTo>
                <a:lnTo>
                  <a:pt x="47" y="38"/>
                </a:lnTo>
                <a:lnTo>
                  <a:pt x="43" y="42"/>
                </a:lnTo>
                <a:lnTo>
                  <a:pt x="38" y="45"/>
                </a:lnTo>
                <a:lnTo>
                  <a:pt x="35" y="49"/>
                </a:lnTo>
                <a:lnTo>
                  <a:pt x="32" y="53"/>
                </a:lnTo>
                <a:lnTo>
                  <a:pt x="29" y="56"/>
                </a:lnTo>
                <a:lnTo>
                  <a:pt x="26" y="59"/>
                </a:lnTo>
                <a:lnTo>
                  <a:pt x="23" y="62"/>
                </a:lnTo>
                <a:lnTo>
                  <a:pt x="20" y="65"/>
                </a:lnTo>
                <a:lnTo>
                  <a:pt x="18" y="68"/>
                </a:lnTo>
                <a:lnTo>
                  <a:pt x="16" y="71"/>
                </a:lnTo>
                <a:lnTo>
                  <a:pt x="14" y="73"/>
                </a:lnTo>
                <a:lnTo>
                  <a:pt x="12" y="76"/>
                </a:lnTo>
                <a:lnTo>
                  <a:pt x="11" y="79"/>
                </a:lnTo>
                <a:lnTo>
                  <a:pt x="10" y="82"/>
                </a:lnTo>
                <a:lnTo>
                  <a:pt x="8" y="84"/>
                </a:lnTo>
                <a:lnTo>
                  <a:pt x="7" y="86"/>
                </a:lnTo>
                <a:lnTo>
                  <a:pt x="6" y="90"/>
                </a:lnTo>
                <a:lnTo>
                  <a:pt x="5" y="92"/>
                </a:lnTo>
                <a:lnTo>
                  <a:pt x="4" y="96"/>
                </a:lnTo>
                <a:lnTo>
                  <a:pt x="4" y="100"/>
                </a:lnTo>
                <a:lnTo>
                  <a:pt x="2" y="103"/>
                </a:lnTo>
                <a:lnTo>
                  <a:pt x="2" y="107"/>
                </a:lnTo>
                <a:lnTo>
                  <a:pt x="1" y="110"/>
                </a:lnTo>
                <a:lnTo>
                  <a:pt x="1" y="115"/>
                </a:lnTo>
                <a:lnTo>
                  <a:pt x="1" y="120"/>
                </a:lnTo>
                <a:lnTo>
                  <a:pt x="1" y="125"/>
                </a:lnTo>
                <a:lnTo>
                  <a:pt x="1" y="130"/>
                </a:lnTo>
                <a:lnTo>
                  <a:pt x="0" y="136"/>
                </a:lnTo>
                <a:lnTo>
                  <a:pt x="0" y="142"/>
                </a:lnTo>
                <a:lnTo>
                  <a:pt x="0" y="148"/>
                </a:lnTo>
                <a:lnTo>
                  <a:pt x="0" y="155"/>
                </a:lnTo>
                <a:lnTo>
                  <a:pt x="0" y="162"/>
                </a:lnTo>
                <a:lnTo>
                  <a:pt x="0" y="169"/>
                </a:lnTo>
                <a:lnTo>
                  <a:pt x="0" y="178"/>
                </a:lnTo>
                <a:lnTo>
                  <a:pt x="0" y="185"/>
                </a:lnTo>
                <a:lnTo>
                  <a:pt x="0" y="192"/>
                </a:lnTo>
                <a:lnTo>
                  <a:pt x="0" y="198"/>
                </a:lnTo>
                <a:lnTo>
                  <a:pt x="0" y="204"/>
                </a:lnTo>
                <a:lnTo>
                  <a:pt x="0" y="210"/>
                </a:lnTo>
                <a:lnTo>
                  <a:pt x="0" y="216"/>
                </a:lnTo>
                <a:lnTo>
                  <a:pt x="0" y="222"/>
                </a:lnTo>
                <a:lnTo>
                  <a:pt x="0" y="228"/>
                </a:lnTo>
                <a:lnTo>
                  <a:pt x="0" y="234"/>
                </a:lnTo>
                <a:lnTo>
                  <a:pt x="0" y="239"/>
                </a:lnTo>
                <a:lnTo>
                  <a:pt x="0" y="245"/>
                </a:lnTo>
                <a:lnTo>
                  <a:pt x="0" y="251"/>
                </a:lnTo>
                <a:lnTo>
                  <a:pt x="0" y="257"/>
                </a:lnTo>
                <a:lnTo>
                  <a:pt x="0" y="264"/>
                </a:lnTo>
                <a:lnTo>
                  <a:pt x="0" y="272"/>
                </a:lnTo>
                <a:lnTo>
                  <a:pt x="0" y="279"/>
                </a:lnTo>
                <a:lnTo>
                  <a:pt x="0" y="286"/>
                </a:lnTo>
                <a:lnTo>
                  <a:pt x="0" y="294"/>
                </a:lnTo>
                <a:lnTo>
                  <a:pt x="0" y="303"/>
                </a:lnTo>
                <a:lnTo>
                  <a:pt x="0" y="311"/>
                </a:lnTo>
                <a:lnTo>
                  <a:pt x="0" y="322"/>
                </a:lnTo>
                <a:lnTo>
                  <a:pt x="0" y="332"/>
                </a:lnTo>
                <a:lnTo>
                  <a:pt x="0" y="344"/>
                </a:lnTo>
                <a:lnTo>
                  <a:pt x="0" y="356"/>
                </a:lnTo>
                <a:lnTo>
                  <a:pt x="0" y="369"/>
                </a:lnTo>
                <a:lnTo>
                  <a:pt x="0" y="382"/>
                </a:lnTo>
                <a:lnTo>
                  <a:pt x="0" y="398"/>
                </a:lnTo>
                <a:lnTo>
                  <a:pt x="0" y="413"/>
                </a:lnTo>
                <a:lnTo>
                  <a:pt x="0" y="430"/>
                </a:lnTo>
                <a:lnTo>
                  <a:pt x="0" y="448"/>
                </a:lnTo>
                <a:lnTo>
                  <a:pt x="0" y="467"/>
                </a:lnTo>
                <a:lnTo>
                  <a:pt x="0" y="488"/>
                </a:lnTo>
                <a:lnTo>
                  <a:pt x="0" y="506"/>
                </a:lnTo>
                <a:lnTo>
                  <a:pt x="0" y="523"/>
                </a:lnTo>
                <a:lnTo>
                  <a:pt x="0" y="538"/>
                </a:lnTo>
                <a:lnTo>
                  <a:pt x="0" y="553"/>
                </a:lnTo>
                <a:lnTo>
                  <a:pt x="0" y="567"/>
                </a:lnTo>
                <a:lnTo>
                  <a:pt x="0" y="580"/>
                </a:lnTo>
                <a:lnTo>
                  <a:pt x="0" y="592"/>
                </a:lnTo>
                <a:lnTo>
                  <a:pt x="0" y="603"/>
                </a:lnTo>
                <a:lnTo>
                  <a:pt x="0" y="614"/>
                </a:lnTo>
                <a:lnTo>
                  <a:pt x="0" y="624"/>
                </a:lnTo>
                <a:lnTo>
                  <a:pt x="0" y="633"/>
                </a:lnTo>
                <a:lnTo>
                  <a:pt x="0" y="642"/>
                </a:lnTo>
                <a:lnTo>
                  <a:pt x="0" y="650"/>
                </a:lnTo>
                <a:lnTo>
                  <a:pt x="0" y="657"/>
                </a:lnTo>
                <a:lnTo>
                  <a:pt x="0" y="665"/>
                </a:lnTo>
                <a:lnTo>
                  <a:pt x="0" y="672"/>
                </a:lnTo>
                <a:lnTo>
                  <a:pt x="0" y="678"/>
                </a:lnTo>
                <a:lnTo>
                  <a:pt x="0" y="685"/>
                </a:lnTo>
                <a:lnTo>
                  <a:pt x="0" y="691"/>
                </a:lnTo>
                <a:lnTo>
                  <a:pt x="0" y="696"/>
                </a:lnTo>
                <a:lnTo>
                  <a:pt x="0" y="702"/>
                </a:lnTo>
                <a:lnTo>
                  <a:pt x="0" y="708"/>
                </a:lnTo>
                <a:lnTo>
                  <a:pt x="0" y="714"/>
                </a:lnTo>
                <a:lnTo>
                  <a:pt x="0" y="720"/>
                </a:lnTo>
                <a:lnTo>
                  <a:pt x="0" y="725"/>
                </a:lnTo>
                <a:lnTo>
                  <a:pt x="0" y="731"/>
                </a:lnTo>
                <a:lnTo>
                  <a:pt x="0" y="738"/>
                </a:lnTo>
                <a:lnTo>
                  <a:pt x="0" y="744"/>
                </a:lnTo>
                <a:lnTo>
                  <a:pt x="0" y="751"/>
                </a:lnTo>
                <a:lnTo>
                  <a:pt x="0" y="758"/>
                </a:lnTo>
                <a:lnTo>
                  <a:pt x="0" y="766"/>
                </a:lnTo>
                <a:lnTo>
                  <a:pt x="0" y="774"/>
                </a:lnTo>
                <a:lnTo>
                  <a:pt x="0" y="781"/>
                </a:lnTo>
                <a:lnTo>
                  <a:pt x="0" y="788"/>
                </a:lnTo>
                <a:lnTo>
                  <a:pt x="0" y="794"/>
                </a:lnTo>
                <a:lnTo>
                  <a:pt x="0" y="800"/>
                </a:lnTo>
                <a:lnTo>
                  <a:pt x="1" y="805"/>
                </a:lnTo>
                <a:lnTo>
                  <a:pt x="1" y="811"/>
                </a:lnTo>
                <a:lnTo>
                  <a:pt x="1" y="816"/>
                </a:lnTo>
                <a:lnTo>
                  <a:pt x="1" y="821"/>
                </a:lnTo>
                <a:lnTo>
                  <a:pt x="1" y="825"/>
                </a:lnTo>
                <a:lnTo>
                  <a:pt x="2" y="829"/>
                </a:lnTo>
                <a:lnTo>
                  <a:pt x="2" y="833"/>
                </a:lnTo>
                <a:lnTo>
                  <a:pt x="4" y="837"/>
                </a:lnTo>
                <a:lnTo>
                  <a:pt x="4" y="840"/>
                </a:lnTo>
                <a:lnTo>
                  <a:pt x="5" y="843"/>
                </a:lnTo>
                <a:lnTo>
                  <a:pt x="6" y="846"/>
                </a:lnTo>
                <a:lnTo>
                  <a:pt x="7" y="849"/>
                </a:lnTo>
                <a:lnTo>
                  <a:pt x="8" y="852"/>
                </a:lnTo>
                <a:lnTo>
                  <a:pt x="10" y="855"/>
                </a:lnTo>
                <a:lnTo>
                  <a:pt x="11" y="857"/>
                </a:lnTo>
                <a:lnTo>
                  <a:pt x="12" y="859"/>
                </a:lnTo>
                <a:lnTo>
                  <a:pt x="14" y="863"/>
                </a:lnTo>
                <a:lnTo>
                  <a:pt x="16" y="865"/>
                </a:lnTo>
                <a:lnTo>
                  <a:pt x="18" y="868"/>
                </a:lnTo>
                <a:lnTo>
                  <a:pt x="20" y="870"/>
                </a:lnTo>
                <a:lnTo>
                  <a:pt x="23" y="874"/>
                </a:lnTo>
                <a:lnTo>
                  <a:pt x="26" y="876"/>
                </a:lnTo>
                <a:lnTo>
                  <a:pt x="29" y="880"/>
                </a:lnTo>
                <a:lnTo>
                  <a:pt x="32" y="883"/>
                </a:lnTo>
                <a:lnTo>
                  <a:pt x="35" y="887"/>
                </a:lnTo>
                <a:lnTo>
                  <a:pt x="38" y="891"/>
                </a:lnTo>
                <a:lnTo>
                  <a:pt x="43" y="894"/>
                </a:lnTo>
                <a:lnTo>
                  <a:pt x="47" y="898"/>
                </a:lnTo>
                <a:lnTo>
                  <a:pt x="50" y="901"/>
                </a:lnTo>
                <a:lnTo>
                  <a:pt x="54" y="905"/>
                </a:lnTo>
                <a:lnTo>
                  <a:pt x="56" y="909"/>
                </a:lnTo>
                <a:lnTo>
                  <a:pt x="60" y="911"/>
                </a:lnTo>
                <a:lnTo>
                  <a:pt x="62" y="913"/>
                </a:lnTo>
                <a:lnTo>
                  <a:pt x="66" y="916"/>
                </a:lnTo>
                <a:lnTo>
                  <a:pt x="68" y="918"/>
                </a:lnTo>
                <a:lnTo>
                  <a:pt x="71" y="921"/>
                </a:lnTo>
                <a:lnTo>
                  <a:pt x="73" y="923"/>
                </a:lnTo>
                <a:lnTo>
                  <a:pt x="76" y="924"/>
                </a:lnTo>
                <a:lnTo>
                  <a:pt x="77" y="927"/>
                </a:lnTo>
                <a:lnTo>
                  <a:pt x="79" y="928"/>
                </a:lnTo>
                <a:lnTo>
                  <a:pt x="82" y="929"/>
                </a:lnTo>
                <a:lnTo>
                  <a:pt x="83" y="930"/>
                </a:lnTo>
                <a:lnTo>
                  <a:pt x="85" y="932"/>
                </a:lnTo>
                <a:lnTo>
                  <a:pt x="88" y="933"/>
                </a:lnTo>
                <a:lnTo>
                  <a:pt x="89" y="933"/>
                </a:lnTo>
                <a:lnTo>
                  <a:pt x="91" y="934"/>
                </a:lnTo>
                <a:lnTo>
                  <a:pt x="94" y="934"/>
                </a:lnTo>
                <a:lnTo>
                  <a:pt x="96" y="935"/>
                </a:lnTo>
                <a:lnTo>
                  <a:pt x="99" y="935"/>
                </a:lnTo>
                <a:lnTo>
                  <a:pt x="100" y="935"/>
                </a:lnTo>
                <a:lnTo>
                  <a:pt x="102" y="936"/>
                </a:lnTo>
                <a:lnTo>
                  <a:pt x="106" y="936"/>
                </a:lnTo>
                <a:lnTo>
                  <a:pt x="108" y="936"/>
                </a:lnTo>
                <a:lnTo>
                  <a:pt x="111" y="936"/>
                </a:lnTo>
                <a:lnTo>
                  <a:pt x="114" y="936"/>
                </a:lnTo>
                <a:lnTo>
                  <a:pt x="117" y="936"/>
                </a:lnTo>
                <a:lnTo>
                  <a:pt x="120" y="936"/>
                </a:lnTo>
                <a:lnTo>
                  <a:pt x="124" y="936"/>
                </a:lnTo>
                <a:lnTo>
                  <a:pt x="127" y="936"/>
                </a:lnTo>
                <a:lnTo>
                  <a:pt x="132" y="936"/>
                </a:lnTo>
                <a:lnTo>
                  <a:pt x="136" y="936"/>
                </a:lnTo>
                <a:lnTo>
                  <a:pt x="139" y="936"/>
                </a:lnTo>
                <a:lnTo>
                  <a:pt x="143" y="936"/>
                </a:lnTo>
                <a:lnTo>
                  <a:pt x="147" y="936"/>
                </a:lnTo>
                <a:lnTo>
                  <a:pt x="150" y="936"/>
                </a:lnTo>
                <a:lnTo>
                  <a:pt x="155" y="936"/>
                </a:lnTo>
                <a:lnTo>
                  <a:pt x="159" y="936"/>
                </a:lnTo>
                <a:lnTo>
                  <a:pt x="165" y="936"/>
                </a:lnTo>
                <a:lnTo>
                  <a:pt x="169" y="936"/>
                </a:lnTo>
                <a:lnTo>
                  <a:pt x="175" y="936"/>
                </a:lnTo>
                <a:lnTo>
                  <a:pt x="183" y="936"/>
                </a:lnTo>
                <a:lnTo>
                  <a:pt x="190" y="936"/>
                </a:lnTo>
                <a:lnTo>
                  <a:pt x="198" y="936"/>
                </a:lnTo>
                <a:lnTo>
                  <a:pt x="208" y="936"/>
                </a:lnTo>
                <a:lnTo>
                  <a:pt x="219" y="936"/>
                </a:lnTo>
                <a:lnTo>
                  <a:pt x="230" y="936"/>
                </a:lnTo>
                <a:lnTo>
                  <a:pt x="243" y="936"/>
                </a:lnTo>
                <a:lnTo>
                  <a:pt x="257" y="936"/>
                </a:lnTo>
                <a:lnTo>
                  <a:pt x="273" y="936"/>
                </a:lnTo>
                <a:lnTo>
                  <a:pt x="290" y="936"/>
                </a:lnTo>
                <a:lnTo>
                  <a:pt x="308" y="936"/>
                </a:lnTo>
                <a:lnTo>
                  <a:pt x="328" y="936"/>
                </a:lnTo>
                <a:lnTo>
                  <a:pt x="350" y="936"/>
                </a:lnTo>
                <a:lnTo>
                  <a:pt x="374" y="936"/>
                </a:lnTo>
                <a:lnTo>
                  <a:pt x="399" y="936"/>
                </a:lnTo>
                <a:lnTo>
                  <a:pt x="427" y="936"/>
                </a:lnTo>
                <a:lnTo>
                  <a:pt x="456" y="936"/>
                </a:lnTo>
                <a:lnTo>
                  <a:pt x="488" y="936"/>
                </a:lnTo>
                <a:lnTo>
                  <a:pt x="522" y="936"/>
                </a:lnTo>
                <a:lnTo>
                  <a:pt x="558" y="936"/>
                </a:lnTo>
                <a:lnTo>
                  <a:pt x="596" y="936"/>
                </a:lnTo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72" name="Freeform 197"/>
          <p:cNvSpPr>
            <a:spLocks/>
          </p:cNvSpPr>
          <p:nvPr/>
        </p:nvSpPr>
        <p:spPr bwMode="auto">
          <a:xfrm>
            <a:off x="6947184" y="7319716"/>
            <a:ext cx="383822" cy="383822"/>
          </a:xfrm>
          <a:custGeom>
            <a:avLst/>
            <a:gdLst>
              <a:gd name="T0" fmla="*/ 2147483646 w 340"/>
              <a:gd name="T1" fmla="*/ 0 h 340"/>
              <a:gd name="T2" fmla="*/ 2147483646 w 340"/>
              <a:gd name="T3" fmla="*/ 0 h 340"/>
              <a:gd name="T4" fmla="*/ 2147483646 w 340"/>
              <a:gd name="T5" fmla="*/ 0 h 340"/>
              <a:gd name="T6" fmla="*/ 2147483646 w 340"/>
              <a:gd name="T7" fmla="*/ 0 h 340"/>
              <a:gd name="T8" fmla="*/ 2147483646 w 340"/>
              <a:gd name="T9" fmla="*/ 0 h 340"/>
              <a:gd name="T10" fmla="*/ 2147483646 w 340"/>
              <a:gd name="T11" fmla="*/ 0 h 340"/>
              <a:gd name="T12" fmla="*/ 2147483646 w 340"/>
              <a:gd name="T13" fmla="*/ 500251413 h 340"/>
              <a:gd name="T14" fmla="*/ 2147483646 w 340"/>
              <a:gd name="T15" fmla="*/ 1500123206 h 340"/>
              <a:gd name="T16" fmla="*/ 2147483646 w 340"/>
              <a:gd name="T17" fmla="*/ 2147483646 h 340"/>
              <a:gd name="T18" fmla="*/ 2147483646 w 340"/>
              <a:gd name="T19" fmla="*/ 2147483646 h 340"/>
              <a:gd name="T20" fmla="*/ 2147483646 w 340"/>
              <a:gd name="T21" fmla="*/ 2147483646 h 340"/>
              <a:gd name="T22" fmla="*/ 2147483646 w 340"/>
              <a:gd name="T23" fmla="*/ 2147483646 h 340"/>
              <a:gd name="T24" fmla="*/ 2147483646 w 340"/>
              <a:gd name="T25" fmla="*/ 2147483646 h 340"/>
              <a:gd name="T26" fmla="*/ 2147483646 w 340"/>
              <a:gd name="T27" fmla="*/ 2147483646 h 340"/>
              <a:gd name="T28" fmla="*/ 2147483646 w 340"/>
              <a:gd name="T29" fmla="*/ 2147483646 h 340"/>
              <a:gd name="T30" fmla="*/ 2147483646 w 340"/>
              <a:gd name="T31" fmla="*/ 2147483646 h 340"/>
              <a:gd name="T32" fmla="*/ 2147483646 w 340"/>
              <a:gd name="T33" fmla="*/ 2147483646 h 340"/>
              <a:gd name="T34" fmla="*/ 2147483646 w 340"/>
              <a:gd name="T35" fmla="*/ 2147483646 h 340"/>
              <a:gd name="T36" fmla="*/ 2147483646 w 340"/>
              <a:gd name="T37" fmla="*/ 2147483646 h 340"/>
              <a:gd name="T38" fmla="*/ 2147483646 w 340"/>
              <a:gd name="T39" fmla="*/ 2147483646 h 340"/>
              <a:gd name="T40" fmla="*/ 2147483646 w 340"/>
              <a:gd name="T41" fmla="*/ 2147483646 h 340"/>
              <a:gd name="T42" fmla="*/ 2147483646 w 340"/>
              <a:gd name="T43" fmla="*/ 2147483646 h 340"/>
              <a:gd name="T44" fmla="*/ 2147483646 w 340"/>
              <a:gd name="T45" fmla="*/ 2147483646 h 340"/>
              <a:gd name="T46" fmla="*/ 2147483646 w 340"/>
              <a:gd name="T47" fmla="*/ 2147483646 h 340"/>
              <a:gd name="T48" fmla="*/ 2147483646 w 340"/>
              <a:gd name="T49" fmla="*/ 2147483646 h 340"/>
              <a:gd name="T50" fmla="*/ 2147483646 w 340"/>
              <a:gd name="T51" fmla="*/ 2147483646 h 340"/>
              <a:gd name="T52" fmla="*/ 2147483646 w 340"/>
              <a:gd name="T53" fmla="*/ 2147483646 h 340"/>
              <a:gd name="T54" fmla="*/ 2147483646 w 340"/>
              <a:gd name="T55" fmla="*/ 2147483646 h 340"/>
              <a:gd name="T56" fmla="*/ 2147483646 w 340"/>
              <a:gd name="T57" fmla="*/ 2147483646 h 340"/>
              <a:gd name="T58" fmla="*/ 2147483646 w 340"/>
              <a:gd name="T59" fmla="*/ 2147483646 h 340"/>
              <a:gd name="T60" fmla="*/ 2147483646 w 340"/>
              <a:gd name="T61" fmla="*/ 2147483646 h 340"/>
              <a:gd name="T62" fmla="*/ 2147483646 w 340"/>
              <a:gd name="T63" fmla="*/ 2147483646 h 340"/>
              <a:gd name="T64" fmla="*/ 2147483646 w 340"/>
              <a:gd name="T65" fmla="*/ 2147483646 h 340"/>
              <a:gd name="T66" fmla="*/ 2147483646 w 340"/>
              <a:gd name="T67" fmla="*/ 2147483646 h 340"/>
              <a:gd name="T68" fmla="*/ 2147483646 w 340"/>
              <a:gd name="T69" fmla="*/ 2147483646 h 340"/>
              <a:gd name="T70" fmla="*/ 2147483646 w 340"/>
              <a:gd name="T71" fmla="*/ 2147483646 h 340"/>
              <a:gd name="T72" fmla="*/ 2147483646 w 340"/>
              <a:gd name="T73" fmla="*/ 2147483646 h 340"/>
              <a:gd name="T74" fmla="*/ 2147483646 w 340"/>
              <a:gd name="T75" fmla="*/ 2147483646 h 340"/>
              <a:gd name="T76" fmla="*/ 2147483646 w 340"/>
              <a:gd name="T77" fmla="*/ 2147483646 h 340"/>
              <a:gd name="T78" fmla="*/ 2147483646 w 340"/>
              <a:gd name="T79" fmla="*/ 2147483646 h 340"/>
              <a:gd name="T80" fmla="*/ 2147483646 w 340"/>
              <a:gd name="T81" fmla="*/ 2147483646 h 340"/>
              <a:gd name="T82" fmla="*/ 1500123206 w 340"/>
              <a:gd name="T83" fmla="*/ 2147483646 h 340"/>
              <a:gd name="T84" fmla="*/ 0 w 340"/>
              <a:gd name="T85" fmla="*/ 2147483646 h 340"/>
              <a:gd name="T86" fmla="*/ 0 w 340"/>
              <a:gd name="T87" fmla="*/ 2147483646 h 340"/>
              <a:gd name="T88" fmla="*/ 0 w 340"/>
              <a:gd name="T89" fmla="*/ 2147483646 h 340"/>
              <a:gd name="T90" fmla="*/ 0 w 340"/>
              <a:gd name="T91" fmla="*/ 2147483646 h 340"/>
              <a:gd name="T92" fmla="*/ 0 w 340"/>
              <a:gd name="T93" fmla="*/ 2147483646 h 340"/>
              <a:gd name="T94" fmla="*/ 0 w 340"/>
              <a:gd name="T95" fmla="*/ 2147483646 h 340"/>
              <a:gd name="T96" fmla="*/ 0 w 340"/>
              <a:gd name="T97" fmla="*/ 2147483646 h 340"/>
              <a:gd name="T98" fmla="*/ 0 w 340"/>
              <a:gd name="T99" fmla="*/ 2147483646 h 340"/>
              <a:gd name="T100" fmla="*/ 0 w 340"/>
              <a:gd name="T101" fmla="*/ 2147483646 h 340"/>
              <a:gd name="T102" fmla="*/ 2000373825 w 340"/>
              <a:gd name="T103" fmla="*/ 2147483646 h 340"/>
              <a:gd name="T104" fmla="*/ 2147483646 w 340"/>
              <a:gd name="T105" fmla="*/ 2147483646 h 340"/>
              <a:gd name="T106" fmla="*/ 2147483646 w 340"/>
              <a:gd name="T107" fmla="*/ 2147483646 h 340"/>
              <a:gd name="T108" fmla="*/ 2147483646 w 340"/>
              <a:gd name="T109" fmla="*/ 2147483646 h 340"/>
              <a:gd name="T110" fmla="*/ 2147483646 w 340"/>
              <a:gd name="T111" fmla="*/ 2147483646 h 340"/>
              <a:gd name="T112" fmla="*/ 2147483646 w 340"/>
              <a:gd name="T113" fmla="*/ 2147483646 h 340"/>
              <a:gd name="T114" fmla="*/ 2147483646 w 340"/>
              <a:gd name="T115" fmla="*/ 2147483646 h 340"/>
              <a:gd name="T116" fmla="*/ 2147483646 w 340"/>
              <a:gd name="T117" fmla="*/ 500251413 h 340"/>
              <a:gd name="T118" fmla="*/ 2147483646 w 340"/>
              <a:gd name="T119" fmla="*/ 0 h 34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40" h="340">
                <a:moveTo>
                  <a:pt x="128" y="0"/>
                </a:moveTo>
                <a:lnTo>
                  <a:pt x="132" y="0"/>
                </a:lnTo>
                <a:lnTo>
                  <a:pt x="136" y="0"/>
                </a:lnTo>
                <a:lnTo>
                  <a:pt x="138" y="0"/>
                </a:lnTo>
                <a:lnTo>
                  <a:pt x="142" y="0"/>
                </a:lnTo>
                <a:lnTo>
                  <a:pt x="146" y="0"/>
                </a:lnTo>
                <a:lnTo>
                  <a:pt x="148" y="0"/>
                </a:lnTo>
                <a:lnTo>
                  <a:pt x="150" y="0"/>
                </a:lnTo>
                <a:lnTo>
                  <a:pt x="153" y="0"/>
                </a:lnTo>
                <a:lnTo>
                  <a:pt x="155" y="0"/>
                </a:lnTo>
                <a:lnTo>
                  <a:pt x="158" y="0"/>
                </a:lnTo>
                <a:lnTo>
                  <a:pt x="160" y="0"/>
                </a:lnTo>
                <a:lnTo>
                  <a:pt x="163" y="0"/>
                </a:lnTo>
                <a:lnTo>
                  <a:pt x="165" y="0"/>
                </a:lnTo>
                <a:lnTo>
                  <a:pt x="166" y="0"/>
                </a:lnTo>
                <a:lnTo>
                  <a:pt x="169" y="0"/>
                </a:lnTo>
                <a:lnTo>
                  <a:pt x="171" y="0"/>
                </a:lnTo>
                <a:lnTo>
                  <a:pt x="172" y="0"/>
                </a:lnTo>
                <a:lnTo>
                  <a:pt x="175" y="0"/>
                </a:lnTo>
                <a:lnTo>
                  <a:pt x="177" y="0"/>
                </a:lnTo>
                <a:lnTo>
                  <a:pt x="178" y="0"/>
                </a:lnTo>
                <a:lnTo>
                  <a:pt x="181" y="0"/>
                </a:lnTo>
                <a:lnTo>
                  <a:pt x="183" y="0"/>
                </a:lnTo>
                <a:lnTo>
                  <a:pt x="185" y="0"/>
                </a:lnTo>
                <a:lnTo>
                  <a:pt x="188" y="0"/>
                </a:lnTo>
                <a:lnTo>
                  <a:pt x="190" y="0"/>
                </a:lnTo>
                <a:lnTo>
                  <a:pt x="193" y="0"/>
                </a:lnTo>
                <a:lnTo>
                  <a:pt x="196" y="0"/>
                </a:lnTo>
                <a:lnTo>
                  <a:pt x="199" y="0"/>
                </a:lnTo>
                <a:lnTo>
                  <a:pt x="202" y="0"/>
                </a:lnTo>
                <a:lnTo>
                  <a:pt x="206" y="0"/>
                </a:lnTo>
                <a:lnTo>
                  <a:pt x="209" y="0"/>
                </a:lnTo>
                <a:lnTo>
                  <a:pt x="213" y="0"/>
                </a:lnTo>
                <a:lnTo>
                  <a:pt x="217" y="0"/>
                </a:lnTo>
                <a:lnTo>
                  <a:pt x="220" y="0"/>
                </a:lnTo>
                <a:lnTo>
                  <a:pt x="224" y="0"/>
                </a:lnTo>
                <a:lnTo>
                  <a:pt x="227" y="0"/>
                </a:lnTo>
                <a:lnTo>
                  <a:pt x="230" y="0"/>
                </a:lnTo>
                <a:lnTo>
                  <a:pt x="233" y="0"/>
                </a:lnTo>
                <a:lnTo>
                  <a:pt x="236" y="0"/>
                </a:lnTo>
                <a:lnTo>
                  <a:pt x="238" y="1"/>
                </a:lnTo>
                <a:lnTo>
                  <a:pt x="241" y="1"/>
                </a:lnTo>
                <a:lnTo>
                  <a:pt x="243" y="1"/>
                </a:lnTo>
                <a:lnTo>
                  <a:pt x="245" y="1"/>
                </a:lnTo>
                <a:lnTo>
                  <a:pt x="248" y="2"/>
                </a:lnTo>
                <a:lnTo>
                  <a:pt x="249" y="2"/>
                </a:lnTo>
                <a:lnTo>
                  <a:pt x="251" y="3"/>
                </a:lnTo>
                <a:lnTo>
                  <a:pt x="254" y="5"/>
                </a:lnTo>
                <a:lnTo>
                  <a:pt x="255" y="5"/>
                </a:lnTo>
                <a:lnTo>
                  <a:pt x="257" y="6"/>
                </a:lnTo>
                <a:lnTo>
                  <a:pt x="260" y="7"/>
                </a:lnTo>
                <a:lnTo>
                  <a:pt x="262" y="8"/>
                </a:lnTo>
                <a:lnTo>
                  <a:pt x="264" y="11"/>
                </a:lnTo>
                <a:lnTo>
                  <a:pt x="266" y="12"/>
                </a:lnTo>
                <a:lnTo>
                  <a:pt x="268" y="14"/>
                </a:lnTo>
                <a:lnTo>
                  <a:pt x="271" y="15"/>
                </a:lnTo>
                <a:lnTo>
                  <a:pt x="273" y="18"/>
                </a:lnTo>
                <a:lnTo>
                  <a:pt x="276" y="20"/>
                </a:lnTo>
                <a:lnTo>
                  <a:pt x="278" y="23"/>
                </a:lnTo>
                <a:lnTo>
                  <a:pt x="282" y="25"/>
                </a:lnTo>
                <a:lnTo>
                  <a:pt x="284" y="29"/>
                </a:lnTo>
                <a:lnTo>
                  <a:pt x="288" y="31"/>
                </a:lnTo>
                <a:lnTo>
                  <a:pt x="291" y="35"/>
                </a:lnTo>
                <a:lnTo>
                  <a:pt x="295" y="38"/>
                </a:lnTo>
                <a:lnTo>
                  <a:pt x="298" y="42"/>
                </a:lnTo>
                <a:lnTo>
                  <a:pt x="302" y="47"/>
                </a:lnTo>
                <a:lnTo>
                  <a:pt x="306" y="50"/>
                </a:lnTo>
                <a:lnTo>
                  <a:pt x="309" y="54"/>
                </a:lnTo>
                <a:lnTo>
                  <a:pt x="313" y="56"/>
                </a:lnTo>
                <a:lnTo>
                  <a:pt x="315" y="60"/>
                </a:lnTo>
                <a:lnTo>
                  <a:pt x="318" y="62"/>
                </a:lnTo>
                <a:lnTo>
                  <a:pt x="320" y="66"/>
                </a:lnTo>
                <a:lnTo>
                  <a:pt x="322" y="68"/>
                </a:lnTo>
                <a:lnTo>
                  <a:pt x="325" y="71"/>
                </a:lnTo>
                <a:lnTo>
                  <a:pt x="327" y="73"/>
                </a:lnTo>
                <a:lnTo>
                  <a:pt x="328" y="77"/>
                </a:lnTo>
                <a:lnTo>
                  <a:pt x="331" y="79"/>
                </a:lnTo>
                <a:lnTo>
                  <a:pt x="332" y="81"/>
                </a:lnTo>
                <a:lnTo>
                  <a:pt x="333" y="84"/>
                </a:lnTo>
                <a:lnTo>
                  <a:pt x="334" y="87"/>
                </a:lnTo>
                <a:lnTo>
                  <a:pt x="336" y="90"/>
                </a:lnTo>
                <a:lnTo>
                  <a:pt x="337" y="94"/>
                </a:lnTo>
                <a:lnTo>
                  <a:pt x="337" y="97"/>
                </a:lnTo>
                <a:lnTo>
                  <a:pt x="338" y="100"/>
                </a:lnTo>
                <a:lnTo>
                  <a:pt x="338" y="103"/>
                </a:lnTo>
                <a:lnTo>
                  <a:pt x="339" y="107"/>
                </a:lnTo>
                <a:lnTo>
                  <a:pt x="339" y="112"/>
                </a:lnTo>
                <a:lnTo>
                  <a:pt x="339" y="115"/>
                </a:lnTo>
                <a:lnTo>
                  <a:pt x="340" y="120"/>
                </a:lnTo>
                <a:lnTo>
                  <a:pt x="340" y="125"/>
                </a:lnTo>
                <a:lnTo>
                  <a:pt x="340" y="131"/>
                </a:lnTo>
                <a:lnTo>
                  <a:pt x="340" y="136"/>
                </a:lnTo>
                <a:lnTo>
                  <a:pt x="340" y="142"/>
                </a:lnTo>
                <a:lnTo>
                  <a:pt x="340" y="149"/>
                </a:lnTo>
                <a:lnTo>
                  <a:pt x="340" y="155"/>
                </a:lnTo>
                <a:lnTo>
                  <a:pt x="340" y="162"/>
                </a:lnTo>
                <a:lnTo>
                  <a:pt x="340" y="170"/>
                </a:lnTo>
                <a:lnTo>
                  <a:pt x="340" y="178"/>
                </a:lnTo>
                <a:lnTo>
                  <a:pt x="340" y="185"/>
                </a:lnTo>
                <a:lnTo>
                  <a:pt x="340" y="192"/>
                </a:lnTo>
                <a:lnTo>
                  <a:pt x="340" y="198"/>
                </a:lnTo>
                <a:lnTo>
                  <a:pt x="340" y="204"/>
                </a:lnTo>
                <a:lnTo>
                  <a:pt x="340" y="210"/>
                </a:lnTo>
                <a:lnTo>
                  <a:pt x="340" y="215"/>
                </a:lnTo>
                <a:lnTo>
                  <a:pt x="340" y="220"/>
                </a:lnTo>
                <a:lnTo>
                  <a:pt x="339" y="225"/>
                </a:lnTo>
                <a:lnTo>
                  <a:pt x="339" y="229"/>
                </a:lnTo>
                <a:lnTo>
                  <a:pt x="339" y="233"/>
                </a:lnTo>
                <a:lnTo>
                  <a:pt x="338" y="237"/>
                </a:lnTo>
                <a:lnTo>
                  <a:pt x="338" y="240"/>
                </a:lnTo>
                <a:lnTo>
                  <a:pt x="337" y="244"/>
                </a:lnTo>
                <a:lnTo>
                  <a:pt x="337" y="247"/>
                </a:lnTo>
                <a:lnTo>
                  <a:pt x="336" y="250"/>
                </a:lnTo>
                <a:lnTo>
                  <a:pt x="334" y="253"/>
                </a:lnTo>
                <a:lnTo>
                  <a:pt x="333" y="256"/>
                </a:lnTo>
                <a:lnTo>
                  <a:pt x="332" y="258"/>
                </a:lnTo>
                <a:lnTo>
                  <a:pt x="331" y="262"/>
                </a:lnTo>
                <a:lnTo>
                  <a:pt x="328" y="264"/>
                </a:lnTo>
                <a:lnTo>
                  <a:pt x="327" y="267"/>
                </a:lnTo>
                <a:lnTo>
                  <a:pt x="325" y="269"/>
                </a:lnTo>
                <a:lnTo>
                  <a:pt x="322" y="271"/>
                </a:lnTo>
                <a:lnTo>
                  <a:pt x="320" y="275"/>
                </a:lnTo>
                <a:lnTo>
                  <a:pt x="318" y="277"/>
                </a:lnTo>
                <a:lnTo>
                  <a:pt x="315" y="281"/>
                </a:lnTo>
                <a:lnTo>
                  <a:pt x="313" y="283"/>
                </a:lnTo>
                <a:lnTo>
                  <a:pt x="309" y="287"/>
                </a:lnTo>
                <a:lnTo>
                  <a:pt x="306" y="291"/>
                </a:lnTo>
                <a:lnTo>
                  <a:pt x="302" y="294"/>
                </a:lnTo>
                <a:lnTo>
                  <a:pt x="298" y="298"/>
                </a:lnTo>
                <a:lnTo>
                  <a:pt x="295" y="301"/>
                </a:lnTo>
                <a:lnTo>
                  <a:pt x="291" y="305"/>
                </a:lnTo>
                <a:lnTo>
                  <a:pt x="288" y="309"/>
                </a:lnTo>
                <a:lnTo>
                  <a:pt x="284" y="312"/>
                </a:lnTo>
                <a:lnTo>
                  <a:pt x="282" y="315"/>
                </a:lnTo>
                <a:lnTo>
                  <a:pt x="278" y="317"/>
                </a:lnTo>
                <a:lnTo>
                  <a:pt x="276" y="321"/>
                </a:lnTo>
                <a:lnTo>
                  <a:pt x="273" y="322"/>
                </a:lnTo>
                <a:lnTo>
                  <a:pt x="271" y="324"/>
                </a:lnTo>
                <a:lnTo>
                  <a:pt x="268" y="327"/>
                </a:lnTo>
                <a:lnTo>
                  <a:pt x="266" y="328"/>
                </a:lnTo>
                <a:lnTo>
                  <a:pt x="264" y="330"/>
                </a:lnTo>
                <a:lnTo>
                  <a:pt x="262" y="332"/>
                </a:lnTo>
                <a:lnTo>
                  <a:pt x="260" y="333"/>
                </a:lnTo>
                <a:lnTo>
                  <a:pt x="257" y="334"/>
                </a:lnTo>
                <a:lnTo>
                  <a:pt x="255" y="335"/>
                </a:lnTo>
                <a:lnTo>
                  <a:pt x="254" y="336"/>
                </a:lnTo>
                <a:lnTo>
                  <a:pt x="251" y="336"/>
                </a:lnTo>
                <a:lnTo>
                  <a:pt x="249" y="338"/>
                </a:lnTo>
                <a:lnTo>
                  <a:pt x="248" y="339"/>
                </a:lnTo>
                <a:lnTo>
                  <a:pt x="245" y="339"/>
                </a:lnTo>
                <a:lnTo>
                  <a:pt x="243" y="339"/>
                </a:lnTo>
                <a:lnTo>
                  <a:pt x="241" y="340"/>
                </a:lnTo>
                <a:lnTo>
                  <a:pt x="238" y="340"/>
                </a:lnTo>
                <a:lnTo>
                  <a:pt x="236" y="340"/>
                </a:lnTo>
                <a:lnTo>
                  <a:pt x="233" y="340"/>
                </a:lnTo>
                <a:lnTo>
                  <a:pt x="230" y="340"/>
                </a:lnTo>
                <a:lnTo>
                  <a:pt x="227" y="340"/>
                </a:lnTo>
                <a:lnTo>
                  <a:pt x="224" y="340"/>
                </a:lnTo>
                <a:lnTo>
                  <a:pt x="220" y="340"/>
                </a:lnTo>
                <a:lnTo>
                  <a:pt x="217" y="340"/>
                </a:lnTo>
                <a:lnTo>
                  <a:pt x="213" y="340"/>
                </a:lnTo>
                <a:lnTo>
                  <a:pt x="209" y="340"/>
                </a:lnTo>
                <a:lnTo>
                  <a:pt x="206" y="340"/>
                </a:lnTo>
                <a:lnTo>
                  <a:pt x="202" y="340"/>
                </a:lnTo>
                <a:lnTo>
                  <a:pt x="199" y="340"/>
                </a:lnTo>
                <a:lnTo>
                  <a:pt x="196" y="340"/>
                </a:lnTo>
                <a:lnTo>
                  <a:pt x="193" y="340"/>
                </a:lnTo>
                <a:lnTo>
                  <a:pt x="190" y="340"/>
                </a:lnTo>
                <a:lnTo>
                  <a:pt x="188" y="340"/>
                </a:lnTo>
                <a:lnTo>
                  <a:pt x="185" y="340"/>
                </a:lnTo>
                <a:lnTo>
                  <a:pt x="183" y="340"/>
                </a:lnTo>
                <a:lnTo>
                  <a:pt x="181" y="340"/>
                </a:lnTo>
                <a:lnTo>
                  <a:pt x="178" y="340"/>
                </a:lnTo>
                <a:lnTo>
                  <a:pt x="177" y="340"/>
                </a:lnTo>
                <a:lnTo>
                  <a:pt x="175" y="340"/>
                </a:lnTo>
                <a:lnTo>
                  <a:pt x="172" y="340"/>
                </a:lnTo>
                <a:lnTo>
                  <a:pt x="171" y="340"/>
                </a:lnTo>
                <a:lnTo>
                  <a:pt x="169" y="340"/>
                </a:lnTo>
                <a:lnTo>
                  <a:pt x="166" y="340"/>
                </a:lnTo>
                <a:lnTo>
                  <a:pt x="165" y="340"/>
                </a:lnTo>
                <a:lnTo>
                  <a:pt x="163" y="340"/>
                </a:lnTo>
                <a:lnTo>
                  <a:pt x="160" y="340"/>
                </a:lnTo>
                <a:lnTo>
                  <a:pt x="158" y="340"/>
                </a:lnTo>
                <a:lnTo>
                  <a:pt x="155" y="340"/>
                </a:lnTo>
                <a:lnTo>
                  <a:pt x="153" y="340"/>
                </a:lnTo>
                <a:lnTo>
                  <a:pt x="150" y="340"/>
                </a:lnTo>
                <a:lnTo>
                  <a:pt x="148" y="340"/>
                </a:lnTo>
                <a:lnTo>
                  <a:pt x="146" y="340"/>
                </a:lnTo>
                <a:lnTo>
                  <a:pt x="142" y="340"/>
                </a:lnTo>
                <a:lnTo>
                  <a:pt x="138" y="340"/>
                </a:lnTo>
                <a:lnTo>
                  <a:pt x="136" y="340"/>
                </a:lnTo>
                <a:lnTo>
                  <a:pt x="132" y="340"/>
                </a:lnTo>
                <a:lnTo>
                  <a:pt x="128" y="340"/>
                </a:lnTo>
                <a:lnTo>
                  <a:pt x="124" y="340"/>
                </a:lnTo>
                <a:lnTo>
                  <a:pt x="120" y="340"/>
                </a:lnTo>
                <a:lnTo>
                  <a:pt x="117" y="340"/>
                </a:lnTo>
                <a:lnTo>
                  <a:pt x="113" y="340"/>
                </a:lnTo>
                <a:lnTo>
                  <a:pt x="111" y="340"/>
                </a:lnTo>
                <a:lnTo>
                  <a:pt x="108" y="340"/>
                </a:lnTo>
                <a:lnTo>
                  <a:pt x="105" y="340"/>
                </a:lnTo>
                <a:lnTo>
                  <a:pt x="102" y="340"/>
                </a:lnTo>
                <a:lnTo>
                  <a:pt x="100" y="340"/>
                </a:lnTo>
                <a:lnTo>
                  <a:pt x="98" y="339"/>
                </a:lnTo>
                <a:lnTo>
                  <a:pt x="95" y="339"/>
                </a:lnTo>
                <a:lnTo>
                  <a:pt x="94" y="339"/>
                </a:lnTo>
                <a:lnTo>
                  <a:pt x="92" y="338"/>
                </a:lnTo>
                <a:lnTo>
                  <a:pt x="89" y="336"/>
                </a:lnTo>
                <a:lnTo>
                  <a:pt x="87" y="336"/>
                </a:lnTo>
                <a:lnTo>
                  <a:pt x="86" y="335"/>
                </a:lnTo>
                <a:lnTo>
                  <a:pt x="83" y="334"/>
                </a:lnTo>
                <a:lnTo>
                  <a:pt x="81" y="333"/>
                </a:lnTo>
                <a:lnTo>
                  <a:pt x="80" y="332"/>
                </a:lnTo>
                <a:lnTo>
                  <a:pt x="77" y="330"/>
                </a:lnTo>
                <a:lnTo>
                  <a:pt x="75" y="328"/>
                </a:lnTo>
                <a:lnTo>
                  <a:pt x="72" y="327"/>
                </a:lnTo>
                <a:lnTo>
                  <a:pt x="70" y="324"/>
                </a:lnTo>
                <a:lnTo>
                  <a:pt x="68" y="322"/>
                </a:lnTo>
                <a:lnTo>
                  <a:pt x="65" y="321"/>
                </a:lnTo>
                <a:lnTo>
                  <a:pt x="63" y="317"/>
                </a:lnTo>
                <a:lnTo>
                  <a:pt x="60" y="315"/>
                </a:lnTo>
                <a:lnTo>
                  <a:pt x="57" y="312"/>
                </a:lnTo>
                <a:lnTo>
                  <a:pt x="53" y="309"/>
                </a:lnTo>
                <a:lnTo>
                  <a:pt x="51" y="305"/>
                </a:lnTo>
                <a:lnTo>
                  <a:pt x="47" y="301"/>
                </a:lnTo>
                <a:lnTo>
                  <a:pt x="42" y="298"/>
                </a:lnTo>
                <a:lnTo>
                  <a:pt x="39" y="294"/>
                </a:lnTo>
                <a:lnTo>
                  <a:pt x="35" y="291"/>
                </a:lnTo>
                <a:lnTo>
                  <a:pt x="31" y="287"/>
                </a:lnTo>
                <a:lnTo>
                  <a:pt x="29" y="283"/>
                </a:lnTo>
                <a:lnTo>
                  <a:pt x="25" y="281"/>
                </a:lnTo>
                <a:lnTo>
                  <a:pt x="23" y="277"/>
                </a:lnTo>
                <a:lnTo>
                  <a:pt x="21" y="275"/>
                </a:lnTo>
                <a:lnTo>
                  <a:pt x="18" y="273"/>
                </a:lnTo>
                <a:lnTo>
                  <a:pt x="16" y="270"/>
                </a:lnTo>
                <a:lnTo>
                  <a:pt x="13" y="268"/>
                </a:lnTo>
                <a:lnTo>
                  <a:pt x="12" y="265"/>
                </a:lnTo>
                <a:lnTo>
                  <a:pt x="11" y="263"/>
                </a:lnTo>
                <a:lnTo>
                  <a:pt x="9" y="262"/>
                </a:lnTo>
                <a:lnTo>
                  <a:pt x="7" y="259"/>
                </a:lnTo>
                <a:lnTo>
                  <a:pt x="6" y="257"/>
                </a:lnTo>
                <a:lnTo>
                  <a:pt x="5" y="256"/>
                </a:lnTo>
                <a:lnTo>
                  <a:pt x="5" y="253"/>
                </a:lnTo>
                <a:lnTo>
                  <a:pt x="4" y="251"/>
                </a:lnTo>
                <a:lnTo>
                  <a:pt x="3" y="250"/>
                </a:lnTo>
                <a:lnTo>
                  <a:pt x="3" y="247"/>
                </a:lnTo>
                <a:lnTo>
                  <a:pt x="1" y="245"/>
                </a:lnTo>
                <a:lnTo>
                  <a:pt x="1" y="243"/>
                </a:lnTo>
                <a:lnTo>
                  <a:pt x="1" y="240"/>
                </a:lnTo>
                <a:lnTo>
                  <a:pt x="0" y="238"/>
                </a:lnTo>
                <a:lnTo>
                  <a:pt x="0" y="235"/>
                </a:lnTo>
                <a:lnTo>
                  <a:pt x="0" y="233"/>
                </a:lnTo>
                <a:lnTo>
                  <a:pt x="0" y="231"/>
                </a:lnTo>
                <a:lnTo>
                  <a:pt x="0" y="227"/>
                </a:lnTo>
                <a:lnTo>
                  <a:pt x="0" y="223"/>
                </a:lnTo>
                <a:lnTo>
                  <a:pt x="0" y="220"/>
                </a:lnTo>
                <a:lnTo>
                  <a:pt x="0" y="216"/>
                </a:lnTo>
                <a:lnTo>
                  <a:pt x="0" y="213"/>
                </a:lnTo>
                <a:lnTo>
                  <a:pt x="0" y="209"/>
                </a:lnTo>
                <a:lnTo>
                  <a:pt x="0" y="205"/>
                </a:lnTo>
                <a:lnTo>
                  <a:pt x="0" y="202"/>
                </a:lnTo>
                <a:lnTo>
                  <a:pt x="0" y="198"/>
                </a:lnTo>
                <a:lnTo>
                  <a:pt x="0" y="196"/>
                </a:lnTo>
                <a:lnTo>
                  <a:pt x="0" y="193"/>
                </a:lnTo>
                <a:lnTo>
                  <a:pt x="0" y="190"/>
                </a:lnTo>
                <a:lnTo>
                  <a:pt x="0" y="187"/>
                </a:lnTo>
                <a:lnTo>
                  <a:pt x="0" y="185"/>
                </a:lnTo>
                <a:lnTo>
                  <a:pt x="0" y="182"/>
                </a:lnTo>
                <a:lnTo>
                  <a:pt x="0" y="180"/>
                </a:lnTo>
                <a:lnTo>
                  <a:pt x="0" y="179"/>
                </a:lnTo>
                <a:lnTo>
                  <a:pt x="0" y="176"/>
                </a:lnTo>
                <a:lnTo>
                  <a:pt x="0" y="174"/>
                </a:lnTo>
                <a:lnTo>
                  <a:pt x="0" y="172"/>
                </a:lnTo>
                <a:lnTo>
                  <a:pt x="0" y="170"/>
                </a:lnTo>
                <a:lnTo>
                  <a:pt x="0" y="168"/>
                </a:lnTo>
                <a:lnTo>
                  <a:pt x="0" y="166"/>
                </a:lnTo>
                <a:lnTo>
                  <a:pt x="0" y="164"/>
                </a:lnTo>
                <a:lnTo>
                  <a:pt x="0" y="162"/>
                </a:lnTo>
                <a:lnTo>
                  <a:pt x="0" y="160"/>
                </a:lnTo>
                <a:lnTo>
                  <a:pt x="0" y="157"/>
                </a:lnTo>
                <a:lnTo>
                  <a:pt x="0" y="155"/>
                </a:lnTo>
                <a:lnTo>
                  <a:pt x="0" y="152"/>
                </a:lnTo>
                <a:lnTo>
                  <a:pt x="0" y="150"/>
                </a:lnTo>
                <a:lnTo>
                  <a:pt x="0" y="148"/>
                </a:lnTo>
                <a:lnTo>
                  <a:pt x="0" y="145"/>
                </a:lnTo>
                <a:lnTo>
                  <a:pt x="0" y="142"/>
                </a:lnTo>
                <a:lnTo>
                  <a:pt x="0" y="139"/>
                </a:lnTo>
                <a:lnTo>
                  <a:pt x="0" y="136"/>
                </a:lnTo>
                <a:lnTo>
                  <a:pt x="0" y="132"/>
                </a:lnTo>
                <a:lnTo>
                  <a:pt x="0" y="127"/>
                </a:lnTo>
                <a:lnTo>
                  <a:pt x="0" y="124"/>
                </a:lnTo>
                <a:lnTo>
                  <a:pt x="0" y="120"/>
                </a:lnTo>
                <a:lnTo>
                  <a:pt x="0" y="116"/>
                </a:lnTo>
                <a:lnTo>
                  <a:pt x="0" y="114"/>
                </a:lnTo>
                <a:lnTo>
                  <a:pt x="0" y="110"/>
                </a:lnTo>
                <a:lnTo>
                  <a:pt x="0" y="108"/>
                </a:lnTo>
                <a:lnTo>
                  <a:pt x="0" y="104"/>
                </a:lnTo>
                <a:lnTo>
                  <a:pt x="0" y="102"/>
                </a:lnTo>
                <a:lnTo>
                  <a:pt x="1" y="100"/>
                </a:lnTo>
                <a:lnTo>
                  <a:pt x="1" y="97"/>
                </a:lnTo>
                <a:lnTo>
                  <a:pt x="1" y="95"/>
                </a:lnTo>
                <a:lnTo>
                  <a:pt x="3" y="94"/>
                </a:lnTo>
                <a:lnTo>
                  <a:pt x="3" y="91"/>
                </a:lnTo>
                <a:lnTo>
                  <a:pt x="4" y="89"/>
                </a:lnTo>
                <a:lnTo>
                  <a:pt x="5" y="87"/>
                </a:lnTo>
                <a:lnTo>
                  <a:pt x="5" y="85"/>
                </a:lnTo>
                <a:lnTo>
                  <a:pt x="6" y="83"/>
                </a:lnTo>
                <a:lnTo>
                  <a:pt x="7" y="81"/>
                </a:lnTo>
                <a:lnTo>
                  <a:pt x="9" y="79"/>
                </a:lnTo>
                <a:lnTo>
                  <a:pt x="11" y="77"/>
                </a:lnTo>
                <a:lnTo>
                  <a:pt x="12" y="74"/>
                </a:lnTo>
                <a:lnTo>
                  <a:pt x="13" y="72"/>
                </a:lnTo>
                <a:lnTo>
                  <a:pt x="16" y="69"/>
                </a:lnTo>
                <a:lnTo>
                  <a:pt x="18" y="67"/>
                </a:lnTo>
                <a:lnTo>
                  <a:pt x="21" y="65"/>
                </a:lnTo>
                <a:lnTo>
                  <a:pt x="23" y="62"/>
                </a:lnTo>
                <a:lnTo>
                  <a:pt x="25" y="60"/>
                </a:lnTo>
                <a:lnTo>
                  <a:pt x="29" y="56"/>
                </a:lnTo>
                <a:lnTo>
                  <a:pt x="31" y="54"/>
                </a:lnTo>
                <a:lnTo>
                  <a:pt x="35" y="50"/>
                </a:lnTo>
                <a:lnTo>
                  <a:pt x="39" y="47"/>
                </a:lnTo>
                <a:lnTo>
                  <a:pt x="42" y="42"/>
                </a:lnTo>
                <a:lnTo>
                  <a:pt x="47" y="38"/>
                </a:lnTo>
                <a:lnTo>
                  <a:pt x="51" y="35"/>
                </a:lnTo>
                <a:lnTo>
                  <a:pt x="53" y="31"/>
                </a:lnTo>
                <a:lnTo>
                  <a:pt x="57" y="29"/>
                </a:lnTo>
                <a:lnTo>
                  <a:pt x="60" y="25"/>
                </a:lnTo>
                <a:lnTo>
                  <a:pt x="63" y="23"/>
                </a:lnTo>
                <a:lnTo>
                  <a:pt x="65" y="20"/>
                </a:lnTo>
                <a:lnTo>
                  <a:pt x="68" y="18"/>
                </a:lnTo>
                <a:lnTo>
                  <a:pt x="70" y="15"/>
                </a:lnTo>
                <a:lnTo>
                  <a:pt x="72" y="14"/>
                </a:lnTo>
                <a:lnTo>
                  <a:pt x="75" y="12"/>
                </a:lnTo>
                <a:lnTo>
                  <a:pt x="77" y="11"/>
                </a:lnTo>
                <a:lnTo>
                  <a:pt x="80" y="8"/>
                </a:lnTo>
                <a:lnTo>
                  <a:pt x="81" y="7"/>
                </a:lnTo>
                <a:lnTo>
                  <a:pt x="83" y="6"/>
                </a:lnTo>
                <a:lnTo>
                  <a:pt x="86" y="5"/>
                </a:lnTo>
                <a:lnTo>
                  <a:pt x="87" y="5"/>
                </a:lnTo>
                <a:lnTo>
                  <a:pt x="89" y="3"/>
                </a:lnTo>
                <a:lnTo>
                  <a:pt x="92" y="2"/>
                </a:lnTo>
                <a:lnTo>
                  <a:pt x="94" y="2"/>
                </a:lnTo>
                <a:lnTo>
                  <a:pt x="95" y="1"/>
                </a:lnTo>
                <a:lnTo>
                  <a:pt x="98" y="1"/>
                </a:lnTo>
                <a:lnTo>
                  <a:pt x="100" y="1"/>
                </a:lnTo>
                <a:lnTo>
                  <a:pt x="102" y="1"/>
                </a:lnTo>
                <a:lnTo>
                  <a:pt x="105" y="0"/>
                </a:lnTo>
                <a:lnTo>
                  <a:pt x="108" y="0"/>
                </a:lnTo>
                <a:lnTo>
                  <a:pt x="111" y="0"/>
                </a:lnTo>
                <a:lnTo>
                  <a:pt x="113" y="0"/>
                </a:lnTo>
                <a:lnTo>
                  <a:pt x="117" y="0"/>
                </a:lnTo>
                <a:lnTo>
                  <a:pt x="120" y="0"/>
                </a:lnTo>
                <a:lnTo>
                  <a:pt x="124" y="0"/>
                </a:lnTo>
                <a:lnTo>
                  <a:pt x="128" y="0"/>
                </a:lnTo>
                <a:close/>
              </a:path>
            </a:pathLst>
          </a:custGeom>
          <a:noFill/>
          <a:ln w="17463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4773" name="Rectangle 198"/>
          <p:cNvSpPr>
            <a:spLocks noChangeArrowheads="1"/>
          </p:cNvSpPr>
          <p:nvPr/>
        </p:nvSpPr>
        <p:spPr bwMode="auto">
          <a:xfrm>
            <a:off x="8627795" y="3781778"/>
            <a:ext cx="219611" cy="30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91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sz="3413"/>
          </a:p>
        </p:txBody>
      </p:sp>
    </p:spTree>
    <p:extLst>
      <p:ext uri="{BB962C8B-B14F-4D97-AF65-F5344CB8AC3E}">
        <p14:creationId xmlns:p14="http://schemas.microsoft.com/office/powerpoint/2010/main" val="3282772146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09"/>
          <p:cNvSpPr>
            <a:spLocks noChangeShapeType="1"/>
          </p:cNvSpPr>
          <p:nvPr/>
        </p:nvSpPr>
        <p:spPr bwMode="auto">
          <a:xfrm flipH="1">
            <a:off x="7958667" y="7073618"/>
            <a:ext cx="234809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03" name="Rectangle 210"/>
          <p:cNvSpPr>
            <a:spLocks noChangeArrowheads="1"/>
          </p:cNvSpPr>
          <p:nvPr/>
        </p:nvSpPr>
        <p:spPr bwMode="auto">
          <a:xfrm>
            <a:off x="8193476" y="6296943"/>
            <a:ext cx="650240" cy="102954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560"/>
          </a:p>
        </p:txBody>
      </p:sp>
      <p:sp>
        <p:nvSpPr>
          <p:cNvPr id="25604" name="Rectangle 211"/>
          <p:cNvSpPr>
            <a:spLocks noChangeArrowheads="1"/>
          </p:cNvSpPr>
          <p:nvPr/>
        </p:nvSpPr>
        <p:spPr bwMode="auto">
          <a:xfrm>
            <a:off x="8261865" y="6475307"/>
            <a:ext cx="16350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2560"/>
          </a:p>
        </p:txBody>
      </p:sp>
      <p:sp>
        <p:nvSpPr>
          <p:cNvPr id="25605" name="Rectangle 212"/>
          <p:cNvSpPr>
            <a:spLocks noChangeArrowheads="1"/>
          </p:cNvSpPr>
          <p:nvPr/>
        </p:nvSpPr>
        <p:spPr bwMode="auto">
          <a:xfrm>
            <a:off x="8637491" y="6468535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606" name="Line 213"/>
          <p:cNvSpPr>
            <a:spLocks noChangeShapeType="1"/>
          </p:cNvSpPr>
          <p:nvPr/>
        </p:nvSpPr>
        <p:spPr bwMode="auto">
          <a:xfrm flipH="1">
            <a:off x="8660836" y="6983308"/>
            <a:ext cx="74507" cy="225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07" name="Freeform 214"/>
          <p:cNvSpPr>
            <a:spLocks/>
          </p:cNvSpPr>
          <p:nvPr/>
        </p:nvSpPr>
        <p:spPr bwMode="auto">
          <a:xfrm>
            <a:off x="8193476" y="7001369"/>
            <a:ext cx="126436" cy="126436"/>
          </a:xfrm>
          <a:custGeom>
            <a:avLst/>
            <a:gdLst>
              <a:gd name="T0" fmla="*/ 0 w 149"/>
              <a:gd name="T1" fmla="*/ 2147483646 h 149"/>
              <a:gd name="T2" fmla="*/ 2147483646 w 149"/>
              <a:gd name="T3" fmla="*/ 2147483646 h 149"/>
              <a:gd name="T4" fmla="*/ 0 w 149"/>
              <a:gd name="T5" fmla="*/ 0 h 1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9" h="149">
                <a:moveTo>
                  <a:pt x="0" y="149"/>
                </a:moveTo>
                <a:lnTo>
                  <a:pt x="149" y="85"/>
                </a:ln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08" name="Rectangle 215"/>
          <p:cNvSpPr>
            <a:spLocks noChangeArrowheads="1"/>
          </p:cNvSpPr>
          <p:nvPr/>
        </p:nvSpPr>
        <p:spPr bwMode="auto">
          <a:xfrm>
            <a:off x="8175414" y="977618"/>
            <a:ext cx="647982" cy="102954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560"/>
          </a:p>
        </p:txBody>
      </p:sp>
      <p:sp>
        <p:nvSpPr>
          <p:cNvPr id="25609" name="Rectangle 216"/>
          <p:cNvSpPr>
            <a:spLocks noChangeArrowheads="1"/>
          </p:cNvSpPr>
          <p:nvPr/>
        </p:nvSpPr>
        <p:spPr bwMode="auto">
          <a:xfrm>
            <a:off x="8637491" y="6985565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610" name="Rectangle 217"/>
          <p:cNvSpPr>
            <a:spLocks noChangeArrowheads="1"/>
          </p:cNvSpPr>
          <p:nvPr/>
        </p:nvSpPr>
        <p:spPr bwMode="auto">
          <a:xfrm>
            <a:off x="8247191" y="1155983"/>
            <a:ext cx="16350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2560"/>
          </a:p>
        </p:txBody>
      </p:sp>
      <p:sp>
        <p:nvSpPr>
          <p:cNvPr id="25611" name="Rectangle 218"/>
          <p:cNvSpPr>
            <a:spLocks noChangeArrowheads="1"/>
          </p:cNvSpPr>
          <p:nvPr/>
        </p:nvSpPr>
        <p:spPr bwMode="auto">
          <a:xfrm>
            <a:off x="8620560" y="1151467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612" name="Line 219"/>
          <p:cNvSpPr>
            <a:spLocks noChangeShapeType="1"/>
          </p:cNvSpPr>
          <p:nvPr/>
        </p:nvSpPr>
        <p:spPr bwMode="auto">
          <a:xfrm flipH="1">
            <a:off x="8645032" y="1663983"/>
            <a:ext cx="6999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3" name="Freeform 220"/>
          <p:cNvSpPr>
            <a:spLocks/>
          </p:cNvSpPr>
          <p:nvPr/>
        </p:nvSpPr>
        <p:spPr bwMode="auto">
          <a:xfrm>
            <a:off x="8175414" y="1682045"/>
            <a:ext cx="126436" cy="124177"/>
          </a:xfrm>
          <a:custGeom>
            <a:avLst/>
            <a:gdLst>
              <a:gd name="T0" fmla="*/ 0 w 149"/>
              <a:gd name="T1" fmla="*/ 2147483646 h 149"/>
              <a:gd name="T2" fmla="*/ 2147483646 w 149"/>
              <a:gd name="T3" fmla="*/ 2147483646 h 149"/>
              <a:gd name="T4" fmla="*/ 0 w 149"/>
              <a:gd name="T5" fmla="*/ 0 h 1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9" h="149">
                <a:moveTo>
                  <a:pt x="0" y="149"/>
                </a:moveTo>
                <a:lnTo>
                  <a:pt x="149" y="85"/>
                </a:ln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4" name="Line 221"/>
          <p:cNvSpPr>
            <a:spLocks noChangeShapeType="1"/>
          </p:cNvSpPr>
          <p:nvPr/>
        </p:nvSpPr>
        <p:spPr bwMode="auto">
          <a:xfrm>
            <a:off x="7958667" y="3863059"/>
            <a:ext cx="252871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5" name="Freeform 222"/>
          <p:cNvSpPr>
            <a:spLocks/>
          </p:cNvSpPr>
          <p:nvPr/>
        </p:nvSpPr>
        <p:spPr bwMode="auto">
          <a:xfrm>
            <a:off x="7705796" y="4170116"/>
            <a:ext cx="792479" cy="234809"/>
          </a:xfrm>
          <a:custGeom>
            <a:avLst/>
            <a:gdLst>
              <a:gd name="T0" fmla="*/ 0 w 937"/>
              <a:gd name="T1" fmla="*/ 2147483646 h 277"/>
              <a:gd name="T2" fmla="*/ 2147483646 w 937"/>
              <a:gd name="T3" fmla="*/ 2147483646 h 277"/>
              <a:gd name="T4" fmla="*/ 2147483646 w 937"/>
              <a:gd name="T5" fmla="*/ 0 h 2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37" h="277">
                <a:moveTo>
                  <a:pt x="0" y="277"/>
                </a:moveTo>
                <a:lnTo>
                  <a:pt x="937" y="277"/>
                </a:lnTo>
                <a:lnTo>
                  <a:pt x="937" y="0"/>
                </a:lnTo>
              </a:path>
            </a:pathLst>
          </a:custGeom>
          <a:noFill/>
          <a:ln w="158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6" name="Freeform 226"/>
          <p:cNvSpPr>
            <a:spLocks/>
          </p:cNvSpPr>
          <p:nvPr/>
        </p:nvSpPr>
        <p:spPr bwMode="auto">
          <a:xfrm>
            <a:off x="6949441" y="6549815"/>
            <a:ext cx="1244036" cy="2257"/>
          </a:xfrm>
          <a:custGeom>
            <a:avLst/>
            <a:gdLst>
              <a:gd name="T0" fmla="*/ 2147483646 w 1470"/>
              <a:gd name="T1" fmla="*/ 0 h 1191"/>
              <a:gd name="T2" fmla="*/ 0 w 1470"/>
              <a:gd name="T3" fmla="*/ 0 h 1191"/>
              <a:gd name="T4" fmla="*/ 2147483646 w 1470"/>
              <a:gd name="T5" fmla="*/ 0 h 11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70" h="1191">
                <a:moveTo>
                  <a:pt x="1470" y="0"/>
                </a:moveTo>
                <a:lnTo>
                  <a:pt x="0" y="0"/>
                </a:lnTo>
                <a:lnTo>
                  <a:pt x="1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7" name="Line 227"/>
          <p:cNvSpPr>
            <a:spLocks noChangeShapeType="1"/>
          </p:cNvSpPr>
          <p:nvPr/>
        </p:nvSpPr>
        <p:spPr bwMode="auto">
          <a:xfrm flipH="1">
            <a:off x="7069104" y="6549815"/>
            <a:ext cx="1124373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8" name="Line 228"/>
          <p:cNvSpPr>
            <a:spLocks noChangeShapeType="1"/>
          </p:cNvSpPr>
          <p:nvPr/>
        </p:nvSpPr>
        <p:spPr bwMode="auto">
          <a:xfrm flipH="1">
            <a:off x="7057814" y="3357317"/>
            <a:ext cx="1135663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19" name="Freeform 229"/>
          <p:cNvSpPr>
            <a:spLocks/>
          </p:cNvSpPr>
          <p:nvPr/>
        </p:nvSpPr>
        <p:spPr bwMode="auto">
          <a:xfrm>
            <a:off x="6263075" y="3486010"/>
            <a:ext cx="307058" cy="973103"/>
          </a:xfrm>
          <a:custGeom>
            <a:avLst/>
            <a:gdLst>
              <a:gd name="T0" fmla="*/ 0 w 362"/>
              <a:gd name="T1" fmla="*/ 2147483646 h 1150"/>
              <a:gd name="T2" fmla="*/ 2147483646 w 362"/>
              <a:gd name="T3" fmla="*/ 2147483646 h 1150"/>
              <a:gd name="T4" fmla="*/ 2147483646 w 362"/>
              <a:gd name="T5" fmla="*/ 0 h 1150"/>
              <a:gd name="T6" fmla="*/ 2147483646 w 362"/>
              <a:gd name="T7" fmla="*/ 0 h 115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2" h="1150">
                <a:moveTo>
                  <a:pt x="0" y="1150"/>
                </a:moveTo>
                <a:lnTo>
                  <a:pt x="192" y="1150"/>
                </a:lnTo>
                <a:lnTo>
                  <a:pt x="192" y="0"/>
                </a:lnTo>
                <a:lnTo>
                  <a:pt x="362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0" name="Freeform 230"/>
          <p:cNvSpPr>
            <a:spLocks/>
          </p:cNvSpPr>
          <p:nvPr/>
        </p:nvSpPr>
        <p:spPr bwMode="auto">
          <a:xfrm>
            <a:off x="6263075" y="1374987"/>
            <a:ext cx="307058" cy="343182"/>
          </a:xfrm>
          <a:custGeom>
            <a:avLst/>
            <a:gdLst>
              <a:gd name="T0" fmla="*/ 2147483646 w 362"/>
              <a:gd name="T1" fmla="*/ 0 h 404"/>
              <a:gd name="T2" fmla="*/ 2147483646 w 362"/>
              <a:gd name="T3" fmla="*/ 0 h 404"/>
              <a:gd name="T4" fmla="*/ 2147483646 w 362"/>
              <a:gd name="T5" fmla="*/ 2147483646 h 404"/>
              <a:gd name="T6" fmla="*/ 0 w 362"/>
              <a:gd name="T7" fmla="*/ 2147483646 h 4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2" h="404">
                <a:moveTo>
                  <a:pt x="362" y="0"/>
                </a:moveTo>
                <a:lnTo>
                  <a:pt x="128" y="0"/>
                </a:lnTo>
                <a:lnTo>
                  <a:pt x="128" y="404"/>
                </a:lnTo>
                <a:lnTo>
                  <a:pt x="0" y="404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1" name="Line 231"/>
          <p:cNvSpPr>
            <a:spLocks noChangeShapeType="1"/>
          </p:cNvSpPr>
          <p:nvPr/>
        </p:nvSpPr>
        <p:spPr bwMode="auto">
          <a:xfrm flipH="1">
            <a:off x="5037103" y="1194366"/>
            <a:ext cx="740551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2" name="Line 232"/>
          <p:cNvSpPr>
            <a:spLocks noChangeShapeType="1"/>
          </p:cNvSpPr>
          <p:nvPr/>
        </p:nvSpPr>
        <p:spPr bwMode="auto">
          <a:xfrm flipH="1">
            <a:off x="6263075" y="1104055"/>
            <a:ext cx="307058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3" name="Line 233"/>
          <p:cNvSpPr>
            <a:spLocks noChangeShapeType="1"/>
          </p:cNvSpPr>
          <p:nvPr/>
        </p:nvSpPr>
        <p:spPr bwMode="auto">
          <a:xfrm flipH="1">
            <a:off x="7057814" y="1248553"/>
            <a:ext cx="1135663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4" name="Line 234"/>
          <p:cNvSpPr>
            <a:spLocks noChangeShapeType="1"/>
          </p:cNvSpPr>
          <p:nvPr/>
        </p:nvSpPr>
        <p:spPr bwMode="auto">
          <a:xfrm flipH="1">
            <a:off x="8821138" y="1237262"/>
            <a:ext cx="650240" cy="22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5" name="Freeform 236"/>
          <p:cNvSpPr>
            <a:spLocks/>
          </p:cNvSpPr>
          <p:nvPr/>
        </p:nvSpPr>
        <p:spPr bwMode="auto">
          <a:xfrm>
            <a:off x="6529494" y="1040837"/>
            <a:ext cx="539610" cy="203200"/>
          </a:xfrm>
          <a:custGeom>
            <a:avLst/>
            <a:gdLst>
              <a:gd name="T0" fmla="*/ 2147483646 w 637"/>
              <a:gd name="T1" fmla="*/ 0 h 241"/>
              <a:gd name="T2" fmla="*/ 2147483646 w 637"/>
              <a:gd name="T3" fmla="*/ 0 h 241"/>
              <a:gd name="T4" fmla="*/ 2147483646 w 637"/>
              <a:gd name="T5" fmla="*/ 0 h 241"/>
              <a:gd name="T6" fmla="*/ 2147483646 w 637"/>
              <a:gd name="T7" fmla="*/ 208416683 h 241"/>
              <a:gd name="T8" fmla="*/ 2147483646 w 637"/>
              <a:gd name="T9" fmla="*/ 208416683 h 241"/>
              <a:gd name="T10" fmla="*/ 2147483646 w 637"/>
              <a:gd name="T11" fmla="*/ 416833959 h 241"/>
              <a:gd name="T12" fmla="*/ 2147483646 w 637"/>
              <a:gd name="T13" fmla="*/ 416833959 h 241"/>
              <a:gd name="T14" fmla="*/ 2147483646 w 637"/>
              <a:gd name="T15" fmla="*/ 625250642 h 241"/>
              <a:gd name="T16" fmla="*/ 2147483646 w 637"/>
              <a:gd name="T17" fmla="*/ 833316363 h 241"/>
              <a:gd name="T18" fmla="*/ 2147483646 w 637"/>
              <a:gd name="T19" fmla="*/ 1041733638 h 241"/>
              <a:gd name="T20" fmla="*/ 2147483646 w 637"/>
              <a:gd name="T21" fmla="*/ 1458567598 h 241"/>
              <a:gd name="T22" fmla="*/ 2147483646 w 637"/>
              <a:gd name="T23" fmla="*/ 1875401557 h 241"/>
              <a:gd name="T24" fmla="*/ 2147483646 w 637"/>
              <a:gd name="T25" fmla="*/ 2147483646 h 241"/>
              <a:gd name="T26" fmla="*/ 2147483646 w 637"/>
              <a:gd name="T27" fmla="*/ 2147483646 h 241"/>
              <a:gd name="T28" fmla="*/ 2147483646 w 637"/>
              <a:gd name="T29" fmla="*/ 2147483646 h 241"/>
              <a:gd name="T30" fmla="*/ 2147483646 w 637"/>
              <a:gd name="T31" fmla="*/ 2147483646 h 241"/>
              <a:gd name="T32" fmla="*/ 2147483646 w 637"/>
              <a:gd name="T33" fmla="*/ 2147483646 h 241"/>
              <a:gd name="T34" fmla="*/ 2147483646 w 637"/>
              <a:gd name="T35" fmla="*/ 2147483646 h 241"/>
              <a:gd name="T36" fmla="*/ 2147483646 w 637"/>
              <a:gd name="T37" fmla="*/ 2147483646 h 241"/>
              <a:gd name="T38" fmla="*/ 2147483646 w 637"/>
              <a:gd name="T39" fmla="*/ 2147483646 h 241"/>
              <a:gd name="T40" fmla="*/ 2147483646 w 637"/>
              <a:gd name="T41" fmla="*/ 2147483646 h 241"/>
              <a:gd name="T42" fmla="*/ 2147483646 w 637"/>
              <a:gd name="T43" fmla="*/ 2147483646 h 241"/>
              <a:gd name="T44" fmla="*/ 2147483646 w 637"/>
              <a:gd name="T45" fmla="*/ 2147483646 h 241"/>
              <a:gd name="T46" fmla="*/ 2147483646 w 637"/>
              <a:gd name="T47" fmla="*/ 2147483646 h 241"/>
              <a:gd name="T48" fmla="*/ 2147483646 w 637"/>
              <a:gd name="T49" fmla="*/ 2147483646 h 241"/>
              <a:gd name="T50" fmla="*/ 2147483646 w 637"/>
              <a:gd name="T51" fmla="*/ 2147483646 h 241"/>
              <a:gd name="T52" fmla="*/ 2147483646 w 637"/>
              <a:gd name="T53" fmla="*/ 2147483646 h 241"/>
              <a:gd name="T54" fmla="*/ 2147483646 w 637"/>
              <a:gd name="T55" fmla="*/ 2147483646 h 241"/>
              <a:gd name="T56" fmla="*/ 2147483646 w 637"/>
              <a:gd name="T57" fmla="*/ 2147483646 h 241"/>
              <a:gd name="T58" fmla="*/ 2147483646 w 637"/>
              <a:gd name="T59" fmla="*/ 2147483646 h 241"/>
              <a:gd name="T60" fmla="*/ 2147483646 w 637"/>
              <a:gd name="T61" fmla="*/ 2147483646 h 241"/>
              <a:gd name="T62" fmla="*/ 2147483646 w 637"/>
              <a:gd name="T63" fmla="*/ 2147483646 h 241"/>
              <a:gd name="T64" fmla="*/ 2147483646 w 637"/>
              <a:gd name="T65" fmla="*/ 2147483646 h 241"/>
              <a:gd name="T66" fmla="*/ 2147483646 w 637"/>
              <a:gd name="T67" fmla="*/ 2147483646 h 241"/>
              <a:gd name="T68" fmla="*/ 2147483646 w 637"/>
              <a:gd name="T69" fmla="*/ 2147483646 h 241"/>
              <a:gd name="T70" fmla="*/ 2147483646 w 637"/>
              <a:gd name="T71" fmla="*/ 2147483646 h 241"/>
              <a:gd name="T72" fmla="*/ 2147483646 w 637"/>
              <a:gd name="T73" fmla="*/ 2147483646 h 241"/>
              <a:gd name="T74" fmla="*/ 2147483646 w 637"/>
              <a:gd name="T75" fmla="*/ 2147483646 h 241"/>
              <a:gd name="T76" fmla="*/ 2147483646 w 637"/>
              <a:gd name="T77" fmla="*/ 2147483646 h 241"/>
              <a:gd name="T78" fmla="*/ 2147483646 w 637"/>
              <a:gd name="T79" fmla="*/ 2147483646 h 241"/>
              <a:gd name="T80" fmla="*/ 2147483646 w 637"/>
              <a:gd name="T81" fmla="*/ 2147483646 h 241"/>
              <a:gd name="T82" fmla="*/ 2147483646 w 637"/>
              <a:gd name="T83" fmla="*/ 2147483646 h 241"/>
              <a:gd name="T84" fmla="*/ 2147483646 w 637"/>
              <a:gd name="T85" fmla="*/ 2147483646 h 241"/>
              <a:gd name="T86" fmla="*/ 2147483646 w 637"/>
              <a:gd name="T87" fmla="*/ 2147483646 h 241"/>
              <a:gd name="T88" fmla="*/ 2147483646 w 637"/>
              <a:gd name="T89" fmla="*/ 2147483646 h 241"/>
              <a:gd name="T90" fmla="*/ 2147483646 w 637"/>
              <a:gd name="T91" fmla="*/ 2147483646 h 241"/>
              <a:gd name="T92" fmla="*/ 2147483646 w 637"/>
              <a:gd name="T93" fmla="*/ 2147483646 h 241"/>
              <a:gd name="T94" fmla="*/ 2147483646 w 637"/>
              <a:gd name="T95" fmla="*/ 2147483646 h 241"/>
              <a:gd name="T96" fmla="*/ 2147483646 w 637"/>
              <a:gd name="T97" fmla="*/ 2147483646 h 241"/>
              <a:gd name="T98" fmla="*/ 2147483646 w 637"/>
              <a:gd name="T99" fmla="*/ 2147483646 h 241"/>
              <a:gd name="T100" fmla="*/ 2147483646 w 637"/>
              <a:gd name="T101" fmla="*/ 2147483646 h 241"/>
              <a:gd name="T102" fmla="*/ 2147483646 w 637"/>
              <a:gd name="T103" fmla="*/ 2147483646 h 241"/>
              <a:gd name="T104" fmla="*/ 2147483646 w 637"/>
              <a:gd name="T105" fmla="*/ 2147483646 h 241"/>
              <a:gd name="T106" fmla="*/ 2147483646 w 637"/>
              <a:gd name="T107" fmla="*/ 2147483646 h 241"/>
              <a:gd name="T108" fmla="*/ 2147483646 w 637"/>
              <a:gd name="T109" fmla="*/ 2147483646 h 241"/>
              <a:gd name="T110" fmla="*/ 2147483646 w 637"/>
              <a:gd name="T111" fmla="*/ 2147483646 h 241"/>
              <a:gd name="T112" fmla="*/ 2147483646 w 637"/>
              <a:gd name="T113" fmla="*/ 2147483646 h 241"/>
              <a:gd name="T114" fmla="*/ 2147483646 w 637"/>
              <a:gd name="T115" fmla="*/ 2147483646 h 241"/>
              <a:gd name="T116" fmla="*/ 2147483646 w 637"/>
              <a:gd name="T117" fmla="*/ 2147483646 h 241"/>
              <a:gd name="T118" fmla="*/ 2147483646 w 637"/>
              <a:gd name="T119" fmla="*/ 2147483646 h 241"/>
              <a:gd name="T120" fmla="*/ 2147483646 w 637"/>
              <a:gd name="T121" fmla="*/ 2147483646 h 2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1">
                <a:moveTo>
                  <a:pt x="0" y="0"/>
                </a:moveTo>
                <a:lnTo>
                  <a:pt x="25" y="0"/>
                </a:lnTo>
                <a:lnTo>
                  <a:pt x="48" y="0"/>
                </a:lnTo>
                <a:lnTo>
                  <a:pt x="70" y="0"/>
                </a:lnTo>
                <a:lnTo>
                  <a:pt x="89" y="0"/>
                </a:lnTo>
                <a:lnTo>
                  <a:pt x="108" y="0"/>
                </a:lnTo>
                <a:lnTo>
                  <a:pt x="125" y="0"/>
                </a:lnTo>
                <a:lnTo>
                  <a:pt x="141" y="0"/>
                </a:lnTo>
                <a:lnTo>
                  <a:pt x="156" y="0"/>
                </a:lnTo>
                <a:lnTo>
                  <a:pt x="170" y="0"/>
                </a:lnTo>
                <a:lnTo>
                  <a:pt x="181" y="0"/>
                </a:lnTo>
                <a:lnTo>
                  <a:pt x="193" y="0"/>
                </a:lnTo>
                <a:lnTo>
                  <a:pt x="204" y="0"/>
                </a:lnTo>
                <a:lnTo>
                  <a:pt x="213" y="0"/>
                </a:lnTo>
                <a:lnTo>
                  <a:pt x="222" y="0"/>
                </a:lnTo>
                <a:lnTo>
                  <a:pt x="230" y="0"/>
                </a:lnTo>
                <a:lnTo>
                  <a:pt x="237" y="0"/>
                </a:lnTo>
                <a:lnTo>
                  <a:pt x="243" y="0"/>
                </a:lnTo>
                <a:lnTo>
                  <a:pt x="250" y="0"/>
                </a:lnTo>
                <a:lnTo>
                  <a:pt x="254" y="0"/>
                </a:lnTo>
                <a:lnTo>
                  <a:pt x="259" y="0"/>
                </a:lnTo>
                <a:lnTo>
                  <a:pt x="262" y="0"/>
                </a:lnTo>
                <a:lnTo>
                  <a:pt x="267" y="0"/>
                </a:lnTo>
                <a:lnTo>
                  <a:pt x="270" y="0"/>
                </a:lnTo>
                <a:lnTo>
                  <a:pt x="272" y="0"/>
                </a:lnTo>
                <a:lnTo>
                  <a:pt x="275" y="0"/>
                </a:lnTo>
                <a:lnTo>
                  <a:pt x="277" y="1"/>
                </a:lnTo>
                <a:lnTo>
                  <a:pt x="278" y="1"/>
                </a:lnTo>
                <a:lnTo>
                  <a:pt x="280" y="1"/>
                </a:lnTo>
                <a:lnTo>
                  <a:pt x="283" y="1"/>
                </a:lnTo>
                <a:lnTo>
                  <a:pt x="284" y="1"/>
                </a:lnTo>
                <a:lnTo>
                  <a:pt x="286" y="1"/>
                </a:lnTo>
                <a:lnTo>
                  <a:pt x="288" y="1"/>
                </a:lnTo>
                <a:lnTo>
                  <a:pt x="289" y="1"/>
                </a:lnTo>
                <a:lnTo>
                  <a:pt x="291" y="1"/>
                </a:lnTo>
                <a:lnTo>
                  <a:pt x="292" y="1"/>
                </a:lnTo>
                <a:lnTo>
                  <a:pt x="294" y="1"/>
                </a:lnTo>
                <a:lnTo>
                  <a:pt x="295" y="2"/>
                </a:lnTo>
                <a:lnTo>
                  <a:pt x="296" y="2"/>
                </a:lnTo>
                <a:lnTo>
                  <a:pt x="297" y="2"/>
                </a:lnTo>
                <a:lnTo>
                  <a:pt x="298" y="2"/>
                </a:lnTo>
                <a:lnTo>
                  <a:pt x="300" y="2"/>
                </a:lnTo>
                <a:lnTo>
                  <a:pt x="301" y="2"/>
                </a:lnTo>
                <a:lnTo>
                  <a:pt x="302" y="2"/>
                </a:lnTo>
                <a:lnTo>
                  <a:pt x="303" y="2"/>
                </a:lnTo>
                <a:lnTo>
                  <a:pt x="304" y="2"/>
                </a:lnTo>
                <a:lnTo>
                  <a:pt x="305" y="2"/>
                </a:lnTo>
                <a:lnTo>
                  <a:pt x="306" y="2"/>
                </a:lnTo>
                <a:lnTo>
                  <a:pt x="307" y="2"/>
                </a:lnTo>
                <a:lnTo>
                  <a:pt x="307" y="3"/>
                </a:lnTo>
                <a:lnTo>
                  <a:pt x="308" y="3"/>
                </a:lnTo>
                <a:lnTo>
                  <a:pt x="309" y="3"/>
                </a:lnTo>
                <a:lnTo>
                  <a:pt x="310" y="3"/>
                </a:lnTo>
                <a:lnTo>
                  <a:pt x="311" y="3"/>
                </a:lnTo>
                <a:lnTo>
                  <a:pt x="312" y="3"/>
                </a:lnTo>
                <a:lnTo>
                  <a:pt x="313" y="3"/>
                </a:lnTo>
                <a:lnTo>
                  <a:pt x="314" y="3"/>
                </a:lnTo>
                <a:lnTo>
                  <a:pt x="316" y="3"/>
                </a:lnTo>
                <a:lnTo>
                  <a:pt x="317" y="4"/>
                </a:lnTo>
                <a:lnTo>
                  <a:pt x="318" y="4"/>
                </a:lnTo>
                <a:lnTo>
                  <a:pt x="319" y="4"/>
                </a:lnTo>
                <a:lnTo>
                  <a:pt x="321" y="4"/>
                </a:lnTo>
                <a:lnTo>
                  <a:pt x="322" y="4"/>
                </a:lnTo>
                <a:lnTo>
                  <a:pt x="324" y="4"/>
                </a:lnTo>
                <a:lnTo>
                  <a:pt x="325" y="5"/>
                </a:lnTo>
                <a:lnTo>
                  <a:pt x="327" y="5"/>
                </a:lnTo>
                <a:lnTo>
                  <a:pt x="328" y="5"/>
                </a:lnTo>
                <a:lnTo>
                  <a:pt x="330" y="5"/>
                </a:lnTo>
                <a:lnTo>
                  <a:pt x="331" y="7"/>
                </a:lnTo>
                <a:lnTo>
                  <a:pt x="333" y="7"/>
                </a:lnTo>
                <a:lnTo>
                  <a:pt x="334" y="7"/>
                </a:lnTo>
                <a:lnTo>
                  <a:pt x="336" y="7"/>
                </a:lnTo>
                <a:lnTo>
                  <a:pt x="337" y="7"/>
                </a:lnTo>
                <a:lnTo>
                  <a:pt x="338" y="7"/>
                </a:lnTo>
                <a:lnTo>
                  <a:pt x="339" y="7"/>
                </a:lnTo>
                <a:lnTo>
                  <a:pt x="340" y="8"/>
                </a:lnTo>
                <a:lnTo>
                  <a:pt x="341" y="8"/>
                </a:lnTo>
                <a:lnTo>
                  <a:pt x="342" y="8"/>
                </a:lnTo>
                <a:lnTo>
                  <a:pt x="343" y="8"/>
                </a:lnTo>
                <a:lnTo>
                  <a:pt x="344" y="9"/>
                </a:lnTo>
                <a:lnTo>
                  <a:pt x="345" y="9"/>
                </a:lnTo>
                <a:lnTo>
                  <a:pt x="346" y="9"/>
                </a:lnTo>
                <a:lnTo>
                  <a:pt x="347" y="9"/>
                </a:lnTo>
                <a:lnTo>
                  <a:pt x="349" y="9"/>
                </a:lnTo>
                <a:lnTo>
                  <a:pt x="350" y="10"/>
                </a:lnTo>
                <a:lnTo>
                  <a:pt x="351" y="10"/>
                </a:lnTo>
                <a:lnTo>
                  <a:pt x="352" y="10"/>
                </a:lnTo>
                <a:lnTo>
                  <a:pt x="353" y="11"/>
                </a:lnTo>
                <a:lnTo>
                  <a:pt x="354" y="11"/>
                </a:lnTo>
                <a:lnTo>
                  <a:pt x="355" y="11"/>
                </a:lnTo>
                <a:lnTo>
                  <a:pt x="357" y="12"/>
                </a:lnTo>
                <a:lnTo>
                  <a:pt x="358" y="12"/>
                </a:lnTo>
                <a:lnTo>
                  <a:pt x="360" y="12"/>
                </a:lnTo>
                <a:lnTo>
                  <a:pt x="361" y="13"/>
                </a:lnTo>
                <a:lnTo>
                  <a:pt x="363" y="13"/>
                </a:lnTo>
                <a:lnTo>
                  <a:pt x="366" y="14"/>
                </a:lnTo>
                <a:lnTo>
                  <a:pt x="368" y="14"/>
                </a:lnTo>
                <a:lnTo>
                  <a:pt x="369" y="15"/>
                </a:lnTo>
                <a:lnTo>
                  <a:pt x="371" y="15"/>
                </a:lnTo>
                <a:lnTo>
                  <a:pt x="372" y="16"/>
                </a:lnTo>
                <a:lnTo>
                  <a:pt x="374" y="16"/>
                </a:lnTo>
                <a:lnTo>
                  <a:pt x="375" y="17"/>
                </a:lnTo>
                <a:lnTo>
                  <a:pt x="376" y="17"/>
                </a:lnTo>
                <a:lnTo>
                  <a:pt x="378" y="17"/>
                </a:lnTo>
                <a:lnTo>
                  <a:pt x="379" y="18"/>
                </a:lnTo>
                <a:lnTo>
                  <a:pt x="380" y="18"/>
                </a:lnTo>
                <a:lnTo>
                  <a:pt x="382" y="19"/>
                </a:lnTo>
                <a:lnTo>
                  <a:pt x="383" y="19"/>
                </a:lnTo>
                <a:lnTo>
                  <a:pt x="384" y="19"/>
                </a:lnTo>
                <a:lnTo>
                  <a:pt x="385" y="20"/>
                </a:lnTo>
                <a:lnTo>
                  <a:pt x="386" y="20"/>
                </a:lnTo>
                <a:lnTo>
                  <a:pt x="387" y="21"/>
                </a:lnTo>
                <a:lnTo>
                  <a:pt x="388" y="21"/>
                </a:lnTo>
                <a:lnTo>
                  <a:pt x="389" y="21"/>
                </a:lnTo>
                <a:lnTo>
                  <a:pt x="390" y="23"/>
                </a:lnTo>
                <a:lnTo>
                  <a:pt x="391" y="23"/>
                </a:lnTo>
                <a:lnTo>
                  <a:pt x="392" y="23"/>
                </a:lnTo>
                <a:lnTo>
                  <a:pt x="393" y="24"/>
                </a:lnTo>
                <a:lnTo>
                  <a:pt x="394" y="24"/>
                </a:lnTo>
                <a:lnTo>
                  <a:pt x="395" y="25"/>
                </a:lnTo>
                <a:lnTo>
                  <a:pt x="396" y="25"/>
                </a:lnTo>
                <a:lnTo>
                  <a:pt x="398" y="26"/>
                </a:lnTo>
                <a:lnTo>
                  <a:pt x="399" y="27"/>
                </a:lnTo>
                <a:lnTo>
                  <a:pt x="401" y="27"/>
                </a:lnTo>
                <a:lnTo>
                  <a:pt x="402" y="28"/>
                </a:lnTo>
                <a:lnTo>
                  <a:pt x="404" y="29"/>
                </a:lnTo>
                <a:lnTo>
                  <a:pt x="405" y="29"/>
                </a:lnTo>
                <a:lnTo>
                  <a:pt x="407" y="30"/>
                </a:lnTo>
                <a:lnTo>
                  <a:pt x="408" y="31"/>
                </a:lnTo>
                <a:lnTo>
                  <a:pt x="410" y="31"/>
                </a:lnTo>
                <a:lnTo>
                  <a:pt x="411" y="32"/>
                </a:lnTo>
                <a:lnTo>
                  <a:pt x="412" y="33"/>
                </a:lnTo>
                <a:lnTo>
                  <a:pt x="413" y="33"/>
                </a:lnTo>
                <a:lnTo>
                  <a:pt x="416" y="34"/>
                </a:lnTo>
                <a:lnTo>
                  <a:pt x="417" y="34"/>
                </a:lnTo>
                <a:lnTo>
                  <a:pt x="418" y="35"/>
                </a:lnTo>
                <a:lnTo>
                  <a:pt x="419" y="35"/>
                </a:lnTo>
                <a:lnTo>
                  <a:pt x="419" y="36"/>
                </a:lnTo>
                <a:lnTo>
                  <a:pt x="420" y="36"/>
                </a:lnTo>
                <a:lnTo>
                  <a:pt x="421" y="36"/>
                </a:lnTo>
                <a:lnTo>
                  <a:pt x="422" y="37"/>
                </a:lnTo>
                <a:lnTo>
                  <a:pt x="423" y="37"/>
                </a:lnTo>
                <a:lnTo>
                  <a:pt x="423" y="38"/>
                </a:lnTo>
                <a:lnTo>
                  <a:pt x="424" y="38"/>
                </a:lnTo>
                <a:lnTo>
                  <a:pt x="425" y="38"/>
                </a:lnTo>
                <a:lnTo>
                  <a:pt x="426" y="40"/>
                </a:lnTo>
                <a:lnTo>
                  <a:pt x="427" y="40"/>
                </a:lnTo>
                <a:lnTo>
                  <a:pt x="427" y="41"/>
                </a:lnTo>
                <a:lnTo>
                  <a:pt x="428" y="41"/>
                </a:lnTo>
                <a:lnTo>
                  <a:pt x="429" y="42"/>
                </a:lnTo>
                <a:lnTo>
                  <a:pt x="431" y="42"/>
                </a:lnTo>
                <a:lnTo>
                  <a:pt x="432" y="43"/>
                </a:lnTo>
                <a:lnTo>
                  <a:pt x="433" y="43"/>
                </a:lnTo>
                <a:lnTo>
                  <a:pt x="434" y="44"/>
                </a:lnTo>
                <a:lnTo>
                  <a:pt x="435" y="44"/>
                </a:lnTo>
                <a:lnTo>
                  <a:pt x="436" y="45"/>
                </a:lnTo>
                <a:lnTo>
                  <a:pt x="438" y="45"/>
                </a:lnTo>
                <a:lnTo>
                  <a:pt x="439" y="46"/>
                </a:lnTo>
                <a:lnTo>
                  <a:pt x="440" y="47"/>
                </a:lnTo>
                <a:lnTo>
                  <a:pt x="442" y="48"/>
                </a:lnTo>
                <a:lnTo>
                  <a:pt x="443" y="48"/>
                </a:lnTo>
                <a:lnTo>
                  <a:pt x="444" y="49"/>
                </a:lnTo>
                <a:lnTo>
                  <a:pt x="445" y="50"/>
                </a:lnTo>
                <a:lnTo>
                  <a:pt x="448" y="50"/>
                </a:lnTo>
                <a:lnTo>
                  <a:pt x="449" y="51"/>
                </a:lnTo>
                <a:lnTo>
                  <a:pt x="450" y="51"/>
                </a:lnTo>
                <a:lnTo>
                  <a:pt x="451" y="52"/>
                </a:lnTo>
                <a:lnTo>
                  <a:pt x="452" y="53"/>
                </a:lnTo>
                <a:lnTo>
                  <a:pt x="453" y="53"/>
                </a:lnTo>
                <a:lnTo>
                  <a:pt x="454" y="54"/>
                </a:lnTo>
                <a:lnTo>
                  <a:pt x="455" y="54"/>
                </a:lnTo>
                <a:lnTo>
                  <a:pt x="456" y="56"/>
                </a:lnTo>
                <a:lnTo>
                  <a:pt x="457" y="56"/>
                </a:lnTo>
                <a:lnTo>
                  <a:pt x="457" y="57"/>
                </a:lnTo>
                <a:lnTo>
                  <a:pt x="458" y="57"/>
                </a:lnTo>
                <a:lnTo>
                  <a:pt x="459" y="58"/>
                </a:lnTo>
                <a:lnTo>
                  <a:pt x="460" y="58"/>
                </a:lnTo>
                <a:lnTo>
                  <a:pt x="461" y="59"/>
                </a:lnTo>
                <a:lnTo>
                  <a:pt x="462" y="59"/>
                </a:lnTo>
                <a:lnTo>
                  <a:pt x="464" y="60"/>
                </a:lnTo>
                <a:lnTo>
                  <a:pt x="465" y="60"/>
                </a:lnTo>
                <a:lnTo>
                  <a:pt x="465" y="61"/>
                </a:lnTo>
                <a:lnTo>
                  <a:pt x="466" y="61"/>
                </a:lnTo>
                <a:lnTo>
                  <a:pt x="467" y="62"/>
                </a:lnTo>
                <a:lnTo>
                  <a:pt x="468" y="63"/>
                </a:lnTo>
                <a:lnTo>
                  <a:pt x="469" y="63"/>
                </a:lnTo>
                <a:lnTo>
                  <a:pt x="470" y="64"/>
                </a:lnTo>
                <a:lnTo>
                  <a:pt x="472" y="65"/>
                </a:lnTo>
                <a:lnTo>
                  <a:pt x="473" y="65"/>
                </a:lnTo>
                <a:lnTo>
                  <a:pt x="474" y="66"/>
                </a:lnTo>
                <a:lnTo>
                  <a:pt x="475" y="66"/>
                </a:lnTo>
                <a:lnTo>
                  <a:pt x="475" y="67"/>
                </a:lnTo>
                <a:lnTo>
                  <a:pt x="476" y="68"/>
                </a:lnTo>
                <a:lnTo>
                  <a:pt x="477" y="68"/>
                </a:lnTo>
                <a:lnTo>
                  <a:pt x="478" y="69"/>
                </a:lnTo>
                <a:lnTo>
                  <a:pt x="480" y="69"/>
                </a:lnTo>
                <a:lnTo>
                  <a:pt x="481" y="70"/>
                </a:lnTo>
                <a:lnTo>
                  <a:pt x="482" y="71"/>
                </a:lnTo>
                <a:lnTo>
                  <a:pt x="483" y="71"/>
                </a:lnTo>
                <a:lnTo>
                  <a:pt x="483" y="73"/>
                </a:lnTo>
                <a:lnTo>
                  <a:pt x="484" y="73"/>
                </a:lnTo>
                <a:lnTo>
                  <a:pt x="485" y="74"/>
                </a:lnTo>
                <a:lnTo>
                  <a:pt x="486" y="74"/>
                </a:lnTo>
                <a:lnTo>
                  <a:pt x="486" y="75"/>
                </a:lnTo>
                <a:lnTo>
                  <a:pt x="487" y="75"/>
                </a:lnTo>
                <a:lnTo>
                  <a:pt x="488" y="76"/>
                </a:lnTo>
                <a:lnTo>
                  <a:pt x="489" y="76"/>
                </a:lnTo>
                <a:lnTo>
                  <a:pt x="489" y="77"/>
                </a:lnTo>
                <a:lnTo>
                  <a:pt x="490" y="77"/>
                </a:lnTo>
                <a:lnTo>
                  <a:pt x="490" y="78"/>
                </a:lnTo>
                <a:lnTo>
                  <a:pt x="491" y="78"/>
                </a:lnTo>
                <a:lnTo>
                  <a:pt x="492" y="79"/>
                </a:lnTo>
                <a:lnTo>
                  <a:pt x="493" y="79"/>
                </a:lnTo>
                <a:lnTo>
                  <a:pt x="493" y="80"/>
                </a:lnTo>
                <a:lnTo>
                  <a:pt x="494" y="80"/>
                </a:lnTo>
                <a:lnTo>
                  <a:pt x="495" y="81"/>
                </a:lnTo>
                <a:lnTo>
                  <a:pt x="497" y="81"/>
                </a:lnTo>
                <a:lnTo>
                  <a:pt x="497" y="82"/>
                </a:lnTo>
                <a:lnTo>
                  <a:pt x="498" y="82"/>
                </a:lnTo>
                <a:lnTo>
                  <a:pt x="498" y="83"/>
                </a:lnTo>
                <a:lnTo>
                  <a:pt x="499" y="83"/>
                </a:lnTo>
                <a:lnTo>
                  <a:pt x="499" y="84"/>
                </a:lnTo>
                <a:lnTo>
                  <a:pt x="500" y="84"/>
                </a:lnTo>
                <a:lnTo>
                  <a:pt x="501" y="85"/>
                </a:lnTo>
                <a:lnTo>
                  <a:pt x="502" y="85"/>
                </a:lnTo>
                <a:lnTo>
                  <a:pt x="502" y="86"/>
                </a:lnTo>
                <a:lnTo>
                  <a:pt x="503" y="86"/>
                </a:lnTo>
                <a:lnTo>
                  <a:pt x="504" y="86"/>
                </a:lnTo>
                <a:lnTo>
                  <a:pt x="504" y="87"/>
                </a:lnTo>
                <a:lnTo>
                  <a:pt x="505" y="87"/>
                </a:lnTo>
                <a:lnTo>
                  <a:pt x="505" y="89"/>
                </a:lnTo>
                <a:lnTo>
                  <a:pt x="506" y="89"/>
                </a:lnTo>
                <a:lnTo>
                  <a:pt x="507" y="89"/>
                </a:lnTo>
                <a:lnTo>
                  <a:pt x="507" y="90"/>
                </a:lnTo>
                <a:lnTo>
                  <a:pt x="508" y="90"/>
                </a:lnTo>
                <a:lnTo>
                  <a:pt x="508" y="91"/>
                </a:lnTo>
                <a:lnTo>
                  <a:pt x="509" y="91"/>
                </a:lnTo>
                <a:lnTo>
                  <a:pt x="510" y="92"/>
                </a:lnTo>
                <a:lnTo>
                  <a:pt x="511" y="92"/>
                </a:lnTo>
                <a:lnTo>
                  <a:pt x="513" y="93"/>
                </a:lnTo>
                <a:lnTo>
                  <a:pt x="514" y="94"/>
                </a:lnTo>
                <a:lnTo>
                  <a:pt x="515" y="94"/>
                </a:lnTo>
                <a:lnTo>
                  <a:pt x="516" y="95"/>
                </a:lnTo>
                <a:lnTo>
                  <a:pt x="517" y="95"/>
                </a:lnTo>
                <a:lnTo>
                  <a:pt x="518" y="96"/>
                </a:lnTo>
                <a:lnTo>
                  <a:pt x="519" y="97"/>
                </a:lnTo>
                <a:lnTo>
                  <a:pt x="520" y="98"/>
                </a:lnTo>
                <a:lnTo>
                  <a:pt x="521" y="98"/>
                </a:lnTo>
                <a:lnTo>
                  <a:pt x="522" y="99"/>
                </a:lnTo>
                <a:lnTo>
                  <a:pt x="523" y="100"/>
                </a:lnTo>
                <a:lnTo>
                  <a:pt x="524" y="100"/>
                </a:lnTo>
                <a:lnTo>
                  <a:pt x="524" y="101"/>
                </a:lnTo>
                <a:lnTo>
                  <a:pt x="525" y="101"/>
                </a:lnTo>
                <a:lnTo>
                  <a:pt x="525" y="102"/>
                </a:lnTo>
                <a:lnTo>
                  <a:pt x="526" y="102"/>
                </a:lnTo>
                <a:lnTo>
                  <a:pt x="526" y="103"/>
                </a:lnTo>
                <a:lnTo>
                  <a:pt x="527" y="103"/>
                </a:lnTo>
                <a:lnTo>
                  <a:pt x="527" y="105"/>
                </a:lnTo>
                <a:lnTo>
                  <a:pt x="528" y="105"/>
                </a:lnTo>
                <a:lnTo>
                  <a:pt x="528" y="106"/>
                </a:lnTo>
                <a:lnTo>
                  <a:pt x="530" y="107"/>
                </a:lnTo>
                <a:lnTo>
                  <a:pt x="531" y="107"/>
                </a:lnTo>
                <a:lnTo>
                  <a:pt x="532" y="108"/>
                </a:lnTo>
                <a:lnTo>
                  <a:pt x="532" y="109"/>
                </a:lnTo>
                <a:lnTo>
                  <a:pt x="533" y="110"/>
                </a:lnTo>
                <a:lnTo>
                  <a:pt x="534" y="111"/>
                </a:lnTo>
                <a:lnTo>
                  <a:pt x="535" y="112"/>
                </a:lnTo>
                <a:lnTo>
                  <a:pt x="536" y="113"/>
                </a:lnTo>
                <a:lnTo>
                  <a:pt x="537" y="114"/>
                </a:lnTo>
                <a:lnTo>
                  <a:pt x="538" y="114"/>
                </a:lnTo>
                <a:lnTo>
                  <a:pt x="539" y="115"/>
                </a:lnTo>
                <a:lnTo>
                  <a:pt x="539" y="116"/>
                </a:lnTo>
                <a:lnTo>
                  <a:pt x="540" y="117"/>
                </a:lnTo>
                <a:lnTo>
                  <a:pt x="541" y="117"/>
                </a:lnTo>
                <a:lnTo>
                  <a:pt x="541" y="118"/>
                </a:lnTo>
                <a:lnTo>
                  <a:pt x="542" y="119"/>
                </a:lnTo>
                <a:lnTo>
                  <a:pt x="543" y="119"/>
                </a:lnTo>
                <a:lnTo>
                  <a:pt x="543" y="120"/>
                </a:lnTo>
                <a:lnTo>
                  <a:pt x="544" y="120"/>
                </a:lnTo>
                <a:lnTo>
                  <a:pt x="544" y="122"/>
                </a:lnTo>
                <a:lnTo>
                  <a:pt x="546" y="123"/>
                </a:lnTo>
                <a:lnTo>
                  <a:pt x="547" y="124"/>
                </a:lnTo>
                <a:lnTo>
                  <a:pt x="548" y="125"/>
                </a:lnTo>
                <a:lnTo>
                  <a:pt x="549" y="126"/>
                </a:lnTo>
                <a:lnTo>
                  <a:pt x="550" y="127"/>
                </a:lnTo>
                <a:lnTo>
                  <a:pt x="550" y="128"/>
                </a:lnTo>
                <a:lnTo>
                  <a:pt x="551" y="128"/>
                </a:lnTo>
                <a:lnTo>
                  <a:pt x="552" y="129"/>
                </a:lnTo>
                <a:lnTo>
                  <a:pt x="553" y="130"/>
                </a:lnTo>
                <a:lnTo>
                  <a:pt x="553" y="131"/>
                </a:lnTo>
                <a:lnTo>
                  <a:pt x="554" y="132"/>
                </a:lnTo>
                <a:lnTo>
                  <a:pt x="555" y="133"/>
                </a:lnTo>
                <a:lnTo>
                  <a:pt x="556" y="134"/>
                </a:lnTo>
                <a:lnTo>
                  <a:pt x="557" y="135"/>
                </a:lnTo>
                <a:lnTo>
                  <a:pt x="558" y="136"/>
                </a:lnTo>
                <a:lnTo>
                  <a:pt x="559" y="139"/>
                </a:lnTo>
                <a:lnTo>
                  <a:pt x="560" y="140"/>
                </a:lnTo>
                <a:lnTo>
                  <a:pt x="561" y="141"/>
                </a:lnTo>
                <a:lnTo>
                  <a:pt x="563" y="142"/>
                </a:lnTo>
                <a:lnTo>
                  <a:pt x="564" y="143"/>
                </a:lnTo>
                <a:lnTo>
                  <a:pt x="565" y="144"/>
                </a:lnTo>
                <a:lnTo>
                  <a:pt x="566" y="145"/>
                </a:lnTo>
                <a:lnTo>
                  <a:pt x="567" y="146"/>
                </a:lnTo>
                <a:lnTo>
                  <a:pt x="568" y="147"/>
                </a:lnTo>
                <a:lnTo>
                  <a:pt x="568" y="148"/>
                </a:lnTo>
                <a:lnTo>
                  <a:pt x="569" y="149"/>
                </a:lnTo>
                <a:lnTo>
                  <a:pt x="570" y="150"/>
                </a:lnTo>
                <a:lnTo>
                  <a:pt x="571" y="151"/>
                </a:lnTo>
                <a:lnTo>
                  <a:pt x="572" y="152"/>
                </a:lnTo>
                <a:lnTo>
                  <a:pt x="572" y="153"/>
                </a:lnTo>
                <a:lnTo>
                  <a:pt x="573" y="153"/>
                </a:lnTo>
                <a:lnTo>
                  <a:pt x="573" y="155"/>
                </a:lnTo>
                <a:lnTo>
                  <a:pt x="574" y="156"/>
                </a:lnTo>
                <a:lnTo>
                  <a:pt x="575" y="157"/>
                </a:lnTo>
                <a:lnTo>
                  <a:pt x="576" y="158"/>
                </a:lnTo>
                <a:lnTo>
                  <a:pt x="576" y="159"/>
                </a:lnTo>
                <a:lnTo>
                  <a:pt x="577" y="160"/>
                </a:lnTo>
                <a:lnTo>
                  <a:pt x="579" y="161"/>
                </a:lnTo>
                <a:lnTo>
                  <a:pt x="580" y="162"/>
                </a:lnTo>
                <a:lnTo>
                  <a:pt x="580" y="163"/>
                </a:lnTo>
                <a:lnTo>
                  <a:pt x="581" y="164"/>
                </a:lnTo>
                <a:lnTo>
                  <a:pt x="582" y="165"/>
                </a:lnTo>
                <a:lnTo>
                  <a:pt x="583" y="166"/>
                </a:lnTo>
                <a:lnTo>
                  <a:pt x="584" y="168"/>
                </a:lnTo>
                <a:lnTo>
                  <a:pt x="585" y="169"/>
                </a:lnTo>
                <a:lnTo>
                  <a:pt x="586" y="172"/>
                </a:lnTo>
                <a:lnTo>
                  <a:pt x="587" y="173"/>
                </a:lnTo>
                <a:lnTo>
                  <a:pt x="588" y="175"/>
                </a:lnTo>
                <a:lnTo>
                  <a:pt x="589" y="176"/>
                </a:lnTo>
                <a:lnTo>
                  <a:pt x="590" y="177"/>
                </a:lnTo>
                <a:lnTo>
                  <a:pt x="591" y="178"/>
                </a:lnTo>
                <a:lnTo>
                  <a:pt x="592" y="180"/>
                </a:lnTo>
                <a:lnTo>
                  <a:pt x="593" y="181"/>
                </a:lnTo>
                <a:lnTo>
                  <a:pt x="595" y="182"/>
                </a:lnTo>
                <a:lnTo>
                  <a:pt x="595" y="183"/>
                </a:lnTo>
                <a:lnTo>
                  <a:pt x="596" y="183"/>
                </a:lnTo>
                <a:lnTo>
                  <a:pt x="597" y="184"/>
                </a:lnTo>
                <a:lnTo>
                  <a:pt x="597" y="185"/>
                </a:lnTo>
                <a:lnTo>
                  <a:pt x="598" y="187"/>
                </a:lnTo>
                <a:lnTo>
                  <a:pt x="599" y="188"/>
                </a:lnTo>
                <a:lnTo>
                  <a:pt x="599" y="189"/>
                </a:lnTo>
                <a:lnTo>
                  <a:pt x="600" y="189"/>
                </a:lnTo>
                <a:lnTo>
                  <a:pt x="600" y="190"/>
                </a:lnTo>
                <a:lnTo>
                  <a:pt x="601" y="191"/>
                </a:lnTo>
                <a:lnTo>
                  <a:pt x="602" y="192"/>
                </a:lnTo>
                <a:lnTo>
                  <a:pt x="602" y="193"/>
                </a:lnTo>
                <a:lnTo>
                  <a:pt x="603" y="193"/>
                </a:lnTo>
                <a:lnTo>
                  <a:pt x="604" y="194"/>
                </a:lnTo>
                <a:lnTo>
                  <a:pt x="604" y="195"/>
                </a:lnTo>
                <a:lnTo>
                  <a:pt x="605" y="196"/>
                </a:lnTo>
                <a:lnTo>
                  <a:pt x="606" y="197"/>
                </a:lnTo>
                <a:lnTo>
                  <a:pt x="607" y="198"/>
                </a:lnTo>
                <a:lnTo>
                  <a:pt x="608" y="200"/>
                </a:lnTo>
                <a:lnTo>
                  <a:pt x="609" y="201"/>
                </a:lnTo>
                <a:lnTo>
                  <a:pt x="610" y="202"/>
                </a:lnTo>
                <a:lnTo>
                  <a:pt x="612" y="204"/>
                </a:lnTo>
                <a:lnTo>
                  <a:pt x="613" y="206"/>
                </a:lnTo>
                <a:lnTo>
                  <a:pt x="614" y="207"/>
                </a:lnTo>
                <a:lnTo>
                  <a:pt x="615" y="209"/>
                </a:lnTo>
                <a:lnTo>
                  <a:pt x="616" y="211"/>
                </a:lnTo>
                <a:lnTo>
                  <a:pt x="617" y="212"/>
                </a:lnTo>
                <a:lnTo>
                  <a:pt x="618" y="213"/>
                </a:lnTo>
                <a:lnTo>
                  <a:pt x="619" y="214"/>
                </a:lnTo>
                <a:lnTo>
                  <a:pt x="620" y="216"/>
                </a:lnTo>
                <a:lnTo>
                  <a:pt x="621" y="217"/>
                </a:lnTo>
                <a:lnTo>
                  <a:pt x="622" y="218"/>
                </a:lnTo>
                <a:lnTo>
                  <a:pt x="622" y="220"/>
                </a:lnTo>
                <a:lnTo>
                  <a:pt x="623" y="221"/>
                </a:lnTo>
                <a:lnTo>
                  <a:pt x="624" y="221"/>
                </a:lnTo>
                <a:lnTo>
                  <a:pt x="624" y="222"/>
                </a:lnTo>
                <a:lnTo>
                  <a:pt x="625" y="223"/>
                </a:lnTo>
                <a:lnTo>
                  <a:pt x="625" y="224"/>
                </a:lnTo>
                <a:lnTo>
                  <a:pt x="626" y="225"/>
                </a:lnTo>
                <a:lnTo>
                  <a:pt x="628" y="226"/>
                </a:lnTo>
                <a:lnTo>
                  <a:pt x="628" y="227"/>
                </a:lnTo>
                <a:lnTo>
                  <a:pt x="629" y="228"/>
                </a:lnTo>
                <a:lnTo>
                  <a:pt x="630" y="229"/>
                </a:lnTo>
                <a:lnTo>
                  <a:pt x="630" y="230"/>
                </a:lnTo>
                <a:lnTo>
                  <a:pt x="631" y="231"/>
                </a:lnTo>
                <a:lnTo>
                  <a:pt x="631" y="232"/>
                </a:lnTo>
                <a:lnTo>
                  <a:pt x="632" y="232"/>
                </a:lnTo>
                <a:lnTo>
                  <a:pt x="633" y="233"/>
                </a:lnTo>
                <a:lnTo>
                  <a:pt x="633" y="234"/>
                </a:lnTo>
                <a:lnTo>
                  <a:pt x="634" y="236"/>
                </a:lnTo>
                <a:lnTo>
                  <a:pt x="634" y="237"/>
                </a:lnTo>
                <a:lnTo>
                  <a:pt x="635" y="239"/>
                </a:lnTo>
                <a:lnTo>
                  <a:pt x="636" y="240"/>
                </a:lnTo>
                <a:lnTo>
                  <a:pt x="637" y="241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6" name="Freeform 237"/>
          <p:cNvSpPr>
            <a:spLocks/>
          </p:cNvSpPr>
          <p:nvPr/>
        </p:nvSpPr>
        <p:spPr bwMode="auto">
          <a:xfrm>
            <a:off x="6529494" y="1244037"/>
            <a:ext cx="539610" cy="203200"/>
          </a:xfrm>
          <a:custGeom>
            <a:avLst/>
            <a:gdLst>
              <a:gd name="T0" fmla="*/ 2147483646 w 637"/>
              <a:gd name="T1" fmla="*/ 2147483646 h 241"/>
              <a:gd name="T2" fmla="*/ 2147483646 w 637"/>
              <a:gd name="T3" fmla="*/ 2147483646 h 241"/>
              <a:gd name="T4" fmla="*/ 2147483646 w 637"/>
              <a:gd name="T5" fmla="*/ 2147483646 h 241"/>
              <a:gd name="T6" fmla="*/ 2147483646 w 637"/>
              <a:gd name="T7" fmla="*/ 2147483646 h 241"/>
              <a:gd name="T8" fmla="*/ 2147483646 w 637"/>
              <a:gd name="T9" fmla="*/ 2147483646 h 241"/>
              <a:gd name="T10" fmla="*/ 2147483646 w 637"/>
              <a:gd name="T11" fmla="*/ 2147483646 h 241"/>
              <a:gd name="T12" fmla="*/ 2147483646 w 637"/>
              <a:gd name="T13" fmla="*/ 2147483646 h 241"/>
              <a:gd name="T14" fmla="*/ 2147483646 w 637"/>
              <a:gd name="T15" fmla="*/ 2147483646 h 241"/>
              <a:gd name="T16" fmla="*/ 2147483646 w 637"/>
              <a:gd name="T17" fmla="*/ 2147483646 h 241"/>
              <a:gd name="T18" fmla="*/ 2147483646 w 637"/>
              <a:gd name="T19" fmla="*/ 2147483646 h 241"/>
              <a:gd name="T20" fmla="*/ 2147483646 w 637"/>
              <a:gd name="T21" fmla="*/ 2147483646 h 241"/>
              <a:gd name="T22" fmla="*/ 2147483646 w 637"/>
              <a:gd name="T23" fmla="*/ 2147483646 h 241"/>
              <a:gd name="T24" fmla="*/ 2147483646 w 637"/>
              <a:gd name="T25" fmla="*/ 2147483646 h 241"/>
              <a:gd name="T26" fmla="*/ 2147483646 w 637"/>
              <a:gd name="T27" fmla="*/ 2147483646 h 241"/>
              <a:gd name="T28" fmla="*/ 2147483646 w 637"/>
              <a:gd name="T29" fmla="*/ 2147483646 h 241"/>
              <a:gd name="T30" fmla="*/ 2147483646 w 637"/>
              <a:gd name="T31" fmla="*/ 2147483646 h 241"/>
              <a:gd name="T32" fmla="*/ 2147483646 w 637"/>
              <a:gd name="T33" fmla="*/ 2147483646 h 241"/>
              <a:gd name="T34" fmla="*/ 2147483646 w 637"/>
              <a:gd name="T35" fmla="*/ 2147483646 h 241"/>
              <a:gd name="T36" fmla="*/ 2147483646 w 637"/>
              <a:gd name="T37" fmla="*/ 2147483646 h 241"/>
              <a:gd name="T38" fmla="*/ 2147483646 w 637"/>
              <a:gd name="T39" fmla="*/ 2147483646 h 241"/>
              <a:gd name="T40" fmla="*/ 2147483646 w 637"/>
              <a:gd name="T41" fmla="*/ 2147483646 h 241"/>
              <a:gd name="T42" fmla="*/ 2147483646 w 637"/>
              <a:gd name="T43" fmla="*/ 2147483646 h 241"/>
              <a:gd name="T44" fmla="*/ 2147483646 w 637"/>
              <a:gd name="T45" fmla="*/ 2147483646 h 241"/>
              <a:gd name="T46" fmla="*/ 2147483646 w 637"/>
              <a:gd name="T47" fmla="*/ 2147483646 h 241"/>
              <a:gd name="T48" fmla="*/ 2147483646 w 637"/>
              <a:gd name="T49" fmla="*/ 2147483646 h 241"/>
              <a:gd name="T50" fmla="*/ 2147483646 w 637"/>
              <a:gd name="T51" fmla="*/ 2147483646 h 241"/>
              <a:gd name="T52" fmla="*/ 2147483646 w 637"/>
              <a:gd name="T53" fmla="*/ 2147483646 h 241"/>
              <a:gd name="T54" fmla="*/ 2147483646 w 637"/>
              <a:gd name="T55" fmla="*/ 2147483646 h 241"/>
              <a:gd name="T56" fmla="*/ 2147483646 w 637"/>
              <a:gd name="T57" fmla="*/ 2147483646 h 241"/>
              <a:gd name="T58" fmla="*/ 2147483646 w 637"/>
              <a:gd name="T59" fmla="*/ 2147483646 h 241"/>
              <a:gd name="T60" fmla="*/ 2147483646 w 637"/>
              <a:gd name="T61" fmla="*/ 2147483646 h 241"/>
              <a:gd name="T62" fmla="*/ 2147483646 w 637"/>
              <a:gd name="T63" fmla="*/ 2147483646 h 241"/>
              <a:gd name="T64" fmla="*/ 2147483646 w 637"/>
              <a:gd name="T65" fmla="*/ 2147483646 h 241"/>
              <a:gd name="T66" fmla="*/ 2147483646 w 637"/>
              <a:gd name="T67" fmla="*/ 2147483646 h 241"/>
              <a:gd name="T68" fmla="*/ 2147483646 w 637"/>
              <a:gd name="T69" fmla="*/ 2147483646 h 241"/>
              <a:gd name="T70" fmla="*/ 2147483646 w 637"/>
              <a:gd name="T71" fmla="*/ 2147483646 h 241"/>
              <a:gd name="T72" fmla="*/ 2147483646 w 637"/>
              <a:gd name="T73" fmla="*/ 2147483646 h 241"/>
              <a:gd name="T74" fmla="*/ 2147483646 w 637"/>
              <a:gd name="T75" fmla="*/ 2147483646 h 241"/>
              <a:gd name="T76" fmla="*/ 2147483646 w 637"/>
              <a:gd name="T77" fmla="*/ 2147483646 h 241"/>
              <a:gd name="T78" fmla="*/ 2147483646 w 637"/>
              <a:gd name="T79" fmla="*/ 2147483646 h 241"/>
              <a:gd name="T80" fmla="*/ 2147483646 w 637"/>
              <a:gd name="T81" fmla="*/ 2147483646 h 241"/>
              <a:gd name="T82" fmla="*/ 2147483646 w 637"/>
              <a:gd name="T83" fmla="*/ 2147483646 h 241"/>
              <a:gd name="T84" fmla="*/ 2147483646 w 637"/>
              <a:gd name="T85" fmla="*/ 2147483646 h 241"/>
              <a:gd name="T86" fmla="*/ 2147483646 w 637"/>
              <a:gd name="T87" fmla="*/ 2147483646 h 241"/>
              <a:gd name="T88" fmla="*/ 2147483646 w 637"/>
              <a:gd name="T89" fmla="*/ 2147483646 h 241"/>
              <a:gd name="T90" fmla="*/ 2147483646 w 637"/>
              <a:gd name="T91" fmla="*/ 2147483646 h 241"/>
              <a:gd name="T92" fmla="*/ 2147483646 w 637"/>
              <a:gd name="T93" fmla="*/ 2147483646 h 241"/>
              <a:gd name="T94" fmla="*/ 2147483646 w 637"/>
              <a:gd name="T95" fmla="*/ 2147483646 h 241"/>
              <a:gd name="T96" fmla="*/ 2147483646 w 637"/>
              <a:gd name="T97" fmla="*/ 2147483646 h 241"/>
              <a:gd name="T98" fmla="*/ 2147483646 w 637"/>
              <a:gd name="T99" fmla="*/ 2147483646 h 241"/>
              <a:gd name="T100" fmla="*/ 2147483646 w 637"/>
              <a:gd name="T101" fmla="*/ 2147483646 h 241"/>
              <a:gd name="T102" fmla="*/ 2147483646 w 637"/>
              <a:gd name="T103" fmla="*/ 2147483646 h 241"/>
              <a:gd name="T104" fmla="*/ 2147483646 w 637"/>
              <a:gd name="T105" fmla="*/ 2147483646 h 241"/>
              <a:gd name="T106" fmla="*/ 2147483646 w 637"/>
              <a:gd name="T107" fmla="*/ 2147483646 h 241"/>
              <a:gd name="T108" fmla="*/ 2147483646 w 637"/>
              <a:gd name="T109" fmla="*/ 2147483646 h 241"/>
              <a:gd name="T110" fmla="*/ 2147483646 w 637"/>
              <a:gd name="T111" fmla="*/ 2147483646 h 241"/>
              <a:gd name="T112" fmla="*/ 2147483646 w 637"/>
              <a:gd name="T113" fmla="*/ 2147483646 h 241"/>
              <a:gd name="T114" fmla="*/ 2147483646 w 637"/>
              <a:gd name="T115" fmla="*/ 2147483646 h 241"/>
              <a:gd name="T116" fmla="*/ 2147483646 w 637"/>
              <a:gd name="T117" fmla="*/ 2147483646 h 241"/>
              <a:gd name="T118" fmla="*/ 2147483646 w 637"/>
              <a:gd name="T119" fmla="*/ 2147483646 h 241"/>
              <a:gd name="T120" fmla="*/ 2147483646 w 637"/>
              <a:gd name="T121" fmla="*/ 630171233 h 2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1">
                <a:moveTo>
                  <a:pt x="0" y="241"/>
                </a:moveTo>
                <a:lnTo>
                  <a:pt x="25" y="241"/>
                </a:lnTo>
                <a:lnTo>
                  <a:pt x="48" y="241"/>
                </a:lnTo>
                <a:lnTo>
                  <a:pt x="70" y="241"/>
                </a:lnTo>
                <a:lnTo>
                  <a:pt x="89" y="241"/>
                </a:lnTo>
                <a:lnTo>
                  <a:pt x="108" y="241"/>
                </a:lnTo>
                <a:lnTo>
                  <a:pt x="125" y="241"/>
                </a:lnTo>
                <a:lnTo>
                  <a:pt x="141" y="241"/>
                </a:lnTo>
                <a:lnTo>
                  <a:pt x="156" y="241"/>
                </a:lnTo>
                <a:lnTo>
                  <a:pt x="170" y="241"/>
                </a:lnTo>
                <a:lnTo>
                  <a:pt x="181" y="241"/>
                </a:lnTo>
                <a:lnTo>
                  <a:pt x="193" y="241"/>
                </a:lnTo>
                <a:lnTo>
                  <a:pt x="204" y="241"/>
                </a:lnTo>
                <a:lnTo>
                  <a:pt x="213" y="241"/>
                </a:lnTo>
                <a:lnTo>
                  <a:pt x="222" y="241"/>
                </a:lnTo>
                <a:lnTo>
                  <a:pt x="230" y="241"/>
                </a:lnTo>
                <a:lnTo>
                  <a:pt x="237" y="241"/>
                </a:lnTo>
                <a:lnTo>
                  <a:pt x="243" y="241"/>
                </a:lnTo>
                <a:lnTo>
                  <a:pt x="250" y="241"/>
                </a:lnTo>
                <a:lnTo>
                  <a:pt x="254" y="241"/>
                </a:lnTo>
                <a:lnTo>
                  <a:pt x="259" y="241"/>
                </a:lnTo>
                <a:lnTo>
                  <a:pt x="262" y="241"/>
                </a:lnTo>
                <a:lnTo>
                  <a:pt x="267" y="241"/>
                </a:lnTo>
                <a:lnTo>
                  <a:pt x="270" y="241"/>
                </a:lnTo>
                <a:lnTo>
                  <a:pt x="272" y="241"/>
                </a:lnTo>
                <a:lnTo>
                  <a:pt x="275" y="241"/>
                </a:lnTo>
                <a:lnTo>
                  <a:pt x="277" y="241"/>
                </a:lnTo>
                <a:lnTo>
                  <a:pt x="278" y="241"/>
                </a:lnTo>
                <a:lnTo>
                  <a:pt x="280" y="241"/>
                </a:lnTo>
                <a:lnTo>
                  <a:pt x="283" y="241"/>
                </a:lnTo>
                <a:lnTo>
                  <a:pt x="284" y="241"/>
                </a:lnTo>
                <a:lnTo>
                  <a:pt x="286" y="240"/>
                </a:lnTo>
                <a:lnTo>
                  <a:pt x="288" y="240"/>
                </a:lnTo>
                <a:lnTo>
                  <a:pt x="289" y="240"/>
                </a:lnTo>
                <a:lnTo>
                  <a:pt x="291" y="240"/>
                </a:lnTo>
                <a:lnTo>
                  <a:pt x="292" y="240"/>
                </a:lnTo>
                <a:lnTo>
                  <a:pt x="294" y="240"/>
                </a:lnTo>
                <a:lnTo>
                  <a:pt x="295" y="240"/>
                </a:lnTo>
                <a:lnTo>
                  <a:pt x="296" y="240"/>
                </a:lnTo>
                <a:lnTo>
                  <a:pt x="297" y="240"/>
                </a:lnTo>
                <a:lnTo>
                  <a:pt x="298" y="240"/>
                </a:lnTo>
                <a:lnTo>
                  <a:pt x="300" y="238"/>
                </a:lnTo>
                <a:lnTo>
                  <a:pt x="301" y="238"/>
                </a:lnTo>
                <a:lnTo>
                  <a:pt x="302" y="238"/>
                </a:lnTo>
                <a:lnTo>
                  <a:pt x="303" y="238"/>
                </a:lnTo>
                <a:lnTo>
                  <a:pt x="304" y="238"/>
                </a:lnTo>
                <a:lnTo>
                  <a:pt x="305" y="238"/>
                </a:lnTo>
                <a:lnTo>
                  <a:pt x="306" y="238"/>
                </a:lnTo>
                <a:lnTo>
                  <a:pt x="307" y="238"/>
                </a:lnTo>
                <a:lnTo>
                  <a:pt x="308" y="238"/>
                </a:lnTo>
                <a:lnTo>
                  <a:pt x="309" y="238"/>
                </a:lnTo>
                <a:lnTo>
                  <a:pt x="310" y="238"/>
                </a:lnTo>
                <a:lnTo>
                  <a:pt x="311" y="237"/>
                </a:lnTo>
                <a:lnTo>
                  <a:pt x="312" y="237"/>
                </a:lnTo>
                <a:lnTo>
                  <a:pt x="313" y="237"/>
                </a:lnTo>
                <a:lnTo>
                  <a:pt x="314" y="237"/>
                </a:lnTo>
                <a:lnTo>
                  <a:pt x="316" y="237"/>
                </a:lnTo>
                <a:lnTo>
                  <a:pt x="317" y="237"/>
                </a:lnTo>
                <a:lnTo>
                  <a:pt x="318" y="237"/>
                </a:lnTo>
                <a:lnTo>
                  <a:pt x="319" y="236"/>
                </a:lnTo>
                <a:lnTo>
                  <a:pt x="321" y="236"/>
                </a:lnTo>
                <a:lnTo>
                  <a:pt x="322" y="236"/>
                </a:lnTo>
                <a:lnTo>
                  <a:pt x="324" y="236"/>
                </a:lnTo>
                <a:lnTo>
                  <a:pt x="325" y="236"/>
                </a:lnTo>
                <a:lnTo>
                  <a:pt x="327" y="235"/>
                </a:lnTo>
                <a:lnTo>
                  <a:pt x="328" y="235"/>
                </a:lnTo>
                <a:lnTo>
                  <a:pt x="330" y="235"/>
                </a:lnTo>
                <a:lnTo>
                  <a:pt x="331" y="235"/>
                </a:lnTo>
                <a:lnTo>
                  <a:pt x="333" y="235"/>
                </a:lnTo>
                <a:lnTo>
                  <a:pt x="334" y="235"/>
                </a:lnTo>
                <a:lnTo>
                  <a:pt x="336" y="234"/>
                </a:lnTo>
                <a:lnTo>
                  <a:pt x="337" y="234"/>
                </a:lnTo>
                <a:lnTo>
                  <a:pt x="338" y="234"/>
                </a:lnTo>
                <a:lnTo>
                  <a:pt x="339" y="234"/>
                </a:lnTo>
                <a:lnTo>
                  <a:pt x="340" y="234"/>
                </a:lnTo>
                <a:lnTo>
                  <a:pt x="341" y="233"/>
                </a:lnTo>
                <a:lnTo>
                  <a:pt x="342" y="233"/>
                </a:lnTo>
                <a:lnTo>
                  <a:pt x="343" y="233"/>
                </a:lnTo>
                <a:lnTo>
                  <a:pt x="344" y="233"/>
                </a:lnTo>
                <a:lnTo>
                  <a:pt x="345" y="233"/>
                </a:lnTo>
                <a:lnTo>
                  <a:pt x="346" y="232"/>
                </a:lnTo>
                <a:lnTo>
                  <a:pt x="347" y="232"/>
                </a:lnTo>
                <a:lnTo>
                  <a:pt x="349" y="232"/>
                </a:lnTo>
                <a:lnTo>
                  <a:pt x="350" y="232"/>
                </a:lnTo>
                <a:lnTo>
                  <a:pt x="351" y="231"/>
                </a:lnTo>
                <a:lnTo>
                  <a:pt x="352" y="231"/>
                </a:lnTo>
                <a:lnTo>
                  <a:pt x="353" y="231"/>
                </a:lnTo>
                <a:lnTo>
                  <a:pt x="354" y="230"/>
                </a:lnTo>
                <a:lnTo>
                  <a:pt x="355" y="230"/>
                </a:lnTo>
                <a:lnTo>
                  <a:pt x="357" y="230"/>
                </a:lnTo>
                <a:lnTo>
                  <a:pt x="358" y="229"/>
                </a:lnTo>
                <a:lnTo>
                  <a:pt x="360" y="229"/>
                </a:lnTo>
                <a:lnTo>
                  <a:pt x="361" y="228"/>
                </a:lnTo>
                <a:lnTo>
                  <a:pt x="363" y="228"/>
                </a:lnTo>
                <a:lnTo>
                  <a:pt x="366" y="227"/>
                </a:lnTo>
                <a:lnTo>
                  <a:pt x="368" y="227"/>
                </a:lnTo>
                <a:lnTo>
                  <a:pt x="369" y="226"/>
                </a:lnTo>
                <a:lnTo>
                  <a:pt x="371" y="226"/>
                </a:lnTo>
                <a:lnTo>
                  <a:pt x="372" y="225"/>
                </a:lnTo>
                <a:lnTo>
                  <a:pt x="374" y="225"/>
                </a:lnTo>
                <a:lnTo>
                  <a:pt x="375" y="224"/>
                </a:lnTo>
                <a:lnTo>
                  <a:pt x="376" y="224"/>
                </a:lnTo>
                <a:lnTo>
                  <a:pt x="378" y="224"/>
                </a:lnTo>
                <a:lnTo>
                  <a:pt x="379" y="222"/>
                </a:lnTo>
                <a:lnTo>
                  <a:pt x="380" y="222"/>
                </a:lnTo>
                <a:lnTo>
                  <a:pt x="382" y="222"/>
                </a:lnTo>
                <a:lnTo>
                  <a:pt x="383" y="221"/>
                </a:lnTo>
                <a:lnTo>
                  <a:pt x="384" y="221"/>
                </a:lnTo>
                <a:lnTo>
                  <a:pt x="385" y="221"/>
                </a:lnTo>
                <a:lnTo>
                  <a:pt x="385" y="220"/>
                </a:lnTo>
                <a:lnTo>
                  <a:pt x="386" y="220"/>
                </a:lnTo>
                <a:lnTo>
                  <a:pt x="387" y="220"/>
                </a:lnTo>
                <a:lnTo>
                  <a:pt x="388" y="219"/>
                </a:lnTo>
                <a:lnTo>
                  <a:pt x="389" y="219"/>
                </a:lnTo>
                <a:lnTo>
                  <a:pt x="390" y="219"/>
                </a:lnTo>
                <a:lnTo>
                  <a:pt x="391" y="218"/>
                </a:lnTo>
                <a:lnTo>
                  <a:pt x="392" y="218"/>
                </a:lnTo>
                <a:lnTo>
                  <a:pt x="393" y="217"/>
                </a:lnTo>
                <a:lnTo>
                  <a:pt x="394" y="217"/>
                </a:lnTo>
                <a:lnTo>
                  <a:pt x="395" y="216"/>
                </a:lnTo>
                <a:lnTo>
                  <a:pt x="396" y="216"/>
                </a:lnTo>
                <a:lnTo>
                  <a:pt x="398" y="215"/>
                </a:lnTo>
                <a:lnTo>
                  <a:pt x="399" y="215"/>
                </a:lnTo>
                <a:lnTo>
                  <a:pt x="401" y="214"/>
                </a:lnTo>
                <a:lnTo>
                  <a:pt x="402" y="214"/>
                </a:lnTo>
                <a:lnTo>
                  <a:pt x="404" y="213"/>
                </a:lnTo>
                <a:lnTo>
                  <a:pt x="405" y="212"/>
                </a:lnTo>
                <a:lnTo>
                  <a:pt x="407" y="211"/>
                </a:lnTo>
                <a:lnTo>
                  <a:pt x="408" y="211"/>
                </a:lnTo>
                <a:lnTo>
                  <a:pt x="410" y="210"/>
                </a:lnTo>
                <a:lnTo>
                  <a:pt x="411" y="209"/>
                </a:lnTo>
                <a:lnTo>
                  <a:pt x="412" y="209"/>
                </a:lnTo>
                <a:lnTo>
                  <a:pt x="413" y="208"/>
                </a:lnTo>
                <a:lnTo>
                  <a:pt x="416" y="208"/>
                </a:lnTo>
                <a:lnTo>
                  <a:pt x="417" y="206"/>
                </a:lnTo>
                <a:lnTo>
                  <a:pt x="418" y="206"/>
                </a:lnTo>
                <a:lnTo>
                  <a:pt x="419" y="205"/>
                </a:lnTo>
                <a:lnTo>
                  <a:pt x="420" y="204"/>
                </a:lnTo>
                <a:lnTo>
                  <a:pt x="421" y="204"/>
                </a:lnTo>
                <a:lnTo>
                  <a:pt x="422" y="203"/>
                </a:lnTo>
                <a:lnTo>
                  <a:pt x="423" y="203"/>
                </a:lnTo>
                <a:lnTo>
                  <a:pt x="424" y="202"/>
                </a:lnTo>
                <a:lnTo>
                  <a:pt x="425" y="202"/>
                </a:lnTo>
                <a:lnTo>
                  <a:pt x="426" y="202"/>
                </a:lnTo>
                <a:lnTo>
                  <a:pt x="427" y="201"/>
                </a:lnTo>
                <a:lnTo>
                  <a:pt x="428" y="200"/>
                </a:lnTo>
                <a:lnTo>
                  <a:pt x="429" y="200"/>
                </a:lnTo>
                <a:lnTo>
                  <a:pt x="431" y="199"/>
                </a:lnTo>
                <a:lnTo>
                  <a:pt x="432" y="199"/>
                </a:lnTo>
                <a:lnTo>
                  <a:pt x="433" y="198"/>
                </a:lnTo>
                <a:lnTo>
                  <a:pt x="434" y="198"/>
                </a:lnTo>
                <a:lnTo>
                  <a:pt x="435" y="197"/>
                </a:lnTo>
                <a:lnTo>
                  <a:pt x="436" y="196"/>
                </a:lnTo>
                <a:lnTo>
                  <a:pt x="438" y="196"/>
                </a:lnTo>
                <a:lnTo>
                  <a:pt x="439" y="195"/>
                </a:lnTo>
                <a:lnTo>
                  <a:pt x="440" y="194"/>
                </a:lnTo>
                <a:lnTo>
                  <a:pt x="442" y="194"/>
                </a:lnTo>
                <a:lnTo>
                  <a:pt x="443" y="193"/>
                </a:lnTo>
                <a:lnTo>
                  <a:pt x="444" y="192"/>
                </a:lnTo>
                <a:lnTo>
                  <a:pt x="445" y="192"/>
                </a:lnTo>
                <a:lnTo>
                  <a:pt x="448" y="191"/>
                </a:lnTo>
                <a:lnTo>
                  <a:pt x="449" y="189"/>
                </a:lnTo>
                <a:lnTo>
                  <a:pt x="450" y="189"/>
                </a:lnTo>
                <a:lnTo>
                  <a:pt x="451" y="188"/>
                </a:lnTo>
                <a:lnTo>
                  <a:pt x="452" y="188"/>
                </a:lnTo>
                <a:lnTo>
                  <a:pt x="453" y="187"/>
                </a:lnTo>
                <a:lnTo>
                  <a:pt x="454" y="187"/>
                </a:lnTo>
                <a:lnTo>
                  <a:pt x="454" y="186"/>
                </a:lnTo>
                <a:lnTo>
                  <a:pt x="455" y="186"/>
                </a:lnTo>
                <a:lnTo>
                  <a:pt x="456" y="186"/>
                </a:lnTo>
                <a:lnTo>
                  <a:pt x="457" y="185"/>
                </a:lnTo>
                <a:lnTo>
                  <a:pt x="458" y="184"/>
                </a:lnTo>
                <a:lnTo>
                  <a:pt x="459" y="184"/>
                </a:lnTo>
                <a:lnTo>
                  <a:pt x="460" y="183"/>
                </a:lnTo>
                <a:lnTo>
                  <a:pt x="461" y="183"/>
                </a:lnTo>
                <a:lnTo>
                  <a:pt x="461" y="182"/>
                </a:lnTo>
                <a:lnTo>
                  <a:pt x="462" y="182"/>
                </a:lnTo>
                <a:lnTo>
                  <a:pt x="464" y="181"/>
                </a:lnTo>
                <a:lnTo>
                  <a:pt x="465" y="181"/>
                </a:lnTo>
                <a:lnTo>
                  <a:pt x="465" y="180"/>
                </a:lnTo>
                <a:lnTo>
                  <a:pt x="466" y="180"/>
                </a:lnTo>
                <a:lnTo>
                  <a:pt x="467" y="179"/>
                </a:lnTo>
                <a:lnTo>
                  <a:pt x="468" y="179"/>
                </a:lnTo>
                <a:lnTo>
                  <a:pt x="469" y="178"/>
                </a:lnTo>
                <a:lnTo>
                  <a:pt x="470" y="177"/>
                </a:lnTo>
                <a:lnTo>
                  <a:pt x="472" y="177"/>
                </a:lnTo>
                <a:lnTo>
                  <a:pt x="473" y="176"/>
                </a:lnTo>
                <a:lnTo>
                  <a:pt x="474" y="175"/>
                </a:lnTo>
                <a:lnTo>
                  <a:pt x="475" y="175"/>
                </a:lnTo>
                <a:lnTo>
                  <a:pt x="475" y="173"/>
                </a:lnTo>
                <a:lnTo>
                  <a:pt x="476" y="173"/>
                </a:lnTo>
                <a:lnTo>
                  <a:pt x="477" y="172"/>
                </a:lnTo>
                <a:lnTo>
                  <a:pt x="478" y="172"/>
                </a:lnTo>
                <a:lnTo>
                  <a:pt x="478" y="171"/>
                </a:lnTo>
                <a:lnTo>
                  <a:pt x="480" y="171"/>
                </a:lnTo>
                <a:lnTo>
                  <a:pt x="481" y="170"/>
                </a:lnTo>
                <a:lnTo>
                  <a:pt x="482" y="170"/>
                </a:lnTo>
                <a:lnTo>
                  <a:pt x="482" y="169"/>
                </a:lnTo>
                <a:lnTo>
                  <a:pt x="483" y="169"/>
                </a:lnTo>
                <a:lnTo>
                  <a:pt x="484" y="168"/>
                </a:lnTo>
                <a:lnTo>
                  <a:pt x="485" y="168"/>
                </a:lnTo>
                <a:lnTo>
                  <a:pt x="485" y="167"/>
                </a:lnTo>
                <a:lnTo>
                  <a:pt x="486" y="167"/>
                </a:lnTo>
                <a:lnTo>
                  <a:pt x="487" y="166"/>
                </a:lnTo>
                <a:lnTo>
                  <a:pt x="488" y="166"/>
                </a:lnTo>
                <a:lnTo>
                  <a:pt x="489" y="165"/>
                </a:lnTo>
                <a:lnTo>
                  <a:pt x="490" y="164"/>
                </a:lnTo>
                <a:lnTo>
                  <a:pt x="491" y="163"/>
                </a:lnTo>
                <a:lnTo>
                  <a:pt x="492" y="163"/>
                </a:lnTo>
                <a:lnTo>
                  <a:pt x="493" y="162"/>
                </a:lnTo>
                <a:lnTo>
                  <a:pt x="493" y="161"/>
                </a:lnTo>
                <a:lnTo>
                  <a:pt x="494" y="161"/>
                </a:lnTo>
                <a:lnTo>
                  <a:pt x="495" y="160"/>
                </a:lnTo>
                <a:lnTo>
                  <a:pt x="497" y="160"/>
                </a:lnTo>
                <a:lnTo>
                  <a:pt x="497" y="159"/>
                </a:lnTo>
                <a:lnTo>
                  <a:pt x="498" y="159"/>
                </a:lnTo>
                <a:lnTo>
                  <a:pt x="499" y="158"/>
                </a:lnTo>
                <a:lnTo>
                  <a:pt x="500" y="156"/>
                </a:lnTo>
                <a:lnTo>
                  <a:pt x="501" y="156"/>
                </a:lnTo>
                <a:lnTo>
                  <a:pt x="501" y="155"/>
                </a:lnTo>
                <a:lnTo>
                  <a:pt x="502" y="155"/>
                </a:lnTo>
                <a:lnTo>
                  <a:pt x="503" y="154"/>
                </a:lnTo>
                <a:lnTo>
                  <a:pt x="504" y="154"/>
                </a:lnTo>
                <a:lnTo>
                  <a:pt x="504" y="153"/>
                </a:lnTo>
                <a:lnTo>
                  <a:pt x="505" y="153"/>
                </a:lnTo>
                <a:lnTo>
                  <a:pt x="506" y="152"/>
                </a:lnTo>
                <a:lnTo>
                  <a:pt x="507" y="152"/>
                </a:lnTo>
                <a:lnTo>
                  <a:pt x="507" y="151"/>
                </a:lnTo>
                <a:lnTo>
                  <a:pt x="508" y="151"/>
                </a:lnTo>
                <a:lnTo>
                  <a:pt x="509" y="150"/>
                </a:lnTo>
                <a:lnTo>
                  <a:pt x="510" y="150"/>
                </a:lnTo>
                <a:lnTo>
                  <a:pt x="511" y="149"/>
                </a:lnTo>
                <a:lnTo>
                  <a:pt x="513" y="148"/>
                </a:lnTo>
                <a:lnTo>
                  <a:pt x="514" y="147"/>
                </a:lnTo>
                <a:lnTo>
                  <a:pt x="515" y="147"/>
                </a:lnTo>
                <a:lnTo>
                  <a:pt x="516" y="146"/>
                </a:lnTo>
                <a:lnTo>
                  <a:pt x="517" y="146"/>
                </a:lnTo>
                <a:lnTo>
                  <a:pt x="518" y="145"/>
                </a:lnTo>
                <a:lnTo>
                  <a:pt x="519" y="144"/>
                </a:lnTo>
                <a:lnTo>
                  <a:pt x="520" y="144"/>
                </a:lnTo>
                <a:lnTo>
                  <a:pt x="521" y="143"/>
                </a:lnTo>
                <a:lnTo>
                  <a:pt x="522" y="142"/>
                </a:lnTo>
                <a:lnTo>
                  <a:pt x="523" y="142"/>
                </a:lnTo>
                <a:lnTo>
                  <a:pt x="523" y="140"/>
                </a:lnTo>
                <a:lnTo>
                  <a:pt x="524" y="140"/>
                </a:lnTo>
                <a:lnTo>
                  <a:pt x="524" y="139"/>
                </a:lnTo>
                <a:lnTo>
                  <a:pt x="525" y="139"/>
                </a:lnTo>
                <a:lnTo>
                  <a:pt x="526" y="138"/>
                </a:lnTo>
                <a:lnTo>
                  <a:pt x="527" y="137"/>
                </a:lnTo>
                <a:lnTo>
                  <a:pt x="528" y="136"/>
                </a:lnTo>
                <a:lnTo>
                  <a:pt x="528" y="135"/>
                </a:lnTo>
                <a:lnTo>
                  <a:pt x="530" y="135"/>
                </a:lnTo>
                <a:lnTo>
                  <a:pt x="531" y="134"/>
                </a:lnTo>
                <a:lnTo>
                  <a:pt x="532" y="133"/>
                </a:lnTo>
                <a:lnTo>
                  <a:pt x="532" y="132"/>
                </a:lnTo>
                <a:lnTo>
                  <a:pt x="533" y="132"/>
                </a:lnTo>
                <a:lnTo>
                  <a:pt x="534" y="131"/>
                </a:lnTo>
                <a:lnTo>
                  <a:pt x="535" y="130"/>
                </a:lnTo>
                <a:lnTo>
                  <a:pt x="536" y="129"/>
                </a:lnTo>
                <a:lnTo>
                  <a:pt x="537" y="128"/>
                </a:lnTo>
                <a:lnTo>
                  <a:pt x="538" y="127"/>
                </a:lnTo>
                <a:lnTo>
                  <a:pt x="539" y="126"/>
                </a:lnTo>
                <a:lnTo>
                  <a:pt x="539" y="124"/>
                </a:lnTo>
                <a:lnTo>
                  <a:pt x="540" y="124"/>
                </a:lnTo>
                <a:lnTo>
                  <a:pt x="541" y="123"/>
                </a:lnTo>
                <a:lnTo>
                  <a:pt x="541" y="122"/>
                </a:lnTo>
                <a:lnTo>
                  <a:pt x="542" y="122"/>
                </a:lnTo>
                <a:lnTo>
                  <a:pt x="543" y="121"/>
                </a:lnTo>
                <a:lnTo>
                  <a:pt x="543" y="120"/>
                </a:lnTo>
                <a:lnTo>
                  <a:pt x="544" y="120"/>
                </a:lnTo>
                <a:lnTo>
                  <a:pt x="544" y="119"/>
                </a:lnTo>
                <a:lnTo>
                  <a:pt x="546" y="119"/>
                </a:lnTo>
                <a:lnTo>
                  <a:pt x="546" y="118"/>
                </a:lnTo>
                <a:lnTo>
                  <a:pt x="547" y="117"/>
                </a:lnTo>
                <a:lnTo>
                  <a:pt x="548" y="116"/>
                </a:lnTo>
                <a:lnTo>
                  <a:pt x="549" y="116"/>
                </a:lnTo>
                <a:lnTo>
                  <a:pt x="549" y="115"/>
                </a:lnTo>
                <a:lnTo>
                  <a:pt x="550" y="114"/>
                </a:lnTo>
                <a:lnTo>
                  <a:pt x="551" y="113"/>
                </a:lnTo>
                <a:lnTo>
                  <a:pt x="552" y="112"/>
                </a:lnTo>
                <a:lnTo>
                  <a:pt x="553" y="111"/>
                </a:lnTo>
                <a:lnTo>
                  <a:pt x="553" y="110"/>
                </a:lnTo>
                <a:lnTo>
                  <a:pt x="554" y="109"/>
                </a:lnTo>
                <a:lnTo>
                  <a:pt x="555" y="107"/>
                </a:lnTo>
                <a:lnTo>
                  <a:pt x="556" y="106"/>
                </a:lnTo>
                <a:lnTo>
                  <a:pt x="557" y="105"/>
                </a:lnTo>
                <a:lnTo>
                  <a:pt x="558" y="104"/>
                </a:lnTo>
                <a:lnTo>
                  <a:pt x="559" y="103"/>
                </a:lnTo>
                <a:lnTo>
                  <a:pt x="560" y="101"/>
                </a:lnTo>
                <a:lnTo>
                  <a:pt x="561" y="100"/>
                </a:lnTo>
                <a:lnTo>
                  <a:pt x="563" y="99"/>
                </a:lnTo>
                <a:lnTo>
                  <a:pt x="564" y="98"/>
                </a:lnTo>
                <a:lnTo>
                  <a:pt x="565" y="97"/>
                </a:lnTo>
                <a:lnTo>
                  <a:pt x="566" y="96"/>
                </a:lnTo>
                <a:lnTo>
                  <a:pt x="567" y="95"/>
                </a:lnTo>
                <a:lnTo>
                  <a:pt x="568" y="94"/>
                </a:lnTo>
                <a:lnTo>
                  <a:pt x="568" y="93"/>
                </a:lnTo>
                <a:lnTo>
                  <a:pt x="569" y="93"/>
                </a:lnTo>
                <a:lnTo>
                  <a:pt x="570" y="91"/>
                </a:lnTo>
                <a:lnTo>
                  <a:pt x="570" y="90"/>
                </a:lnTo>
                <a:lnTo>
                  <a:pt x="571" y="89"/>
                </a:lnTo>
                <a:lnTo>
                  <a:pt x="572" y="89"/>
                </a:lnTo>
                <a:lnTo>
                  <a:pt x="572" y="88"/>
                </a:lnTo>
                <a:lnTo>
                  <a:pt x="573" y="87"/>
                </a:lnTo>
                <a:lnTo>
                  <a:pt x="573" y="86"/>
                </a:lnTo>
                <a:lnTo>
                  <a:pt x="574" y="86"/>
                </a:lnTo>
                <a:lnTo>
                  <a:pt x="574" y="85"/>
                </a:lnTo>
                <a:lnTo>
                  <a:pt x="575" y="84"/>
                </a:lnTo>
                <a:lnTo>
                  <a:pt x="576" y="83"/>
                </a:lnTo>
                <a:lnTo>
                  <a:pt x="576" y="82"/>
                </a:lnTo>
                <a:lnTo>
                  <a:pt x="577" y="82"/>
                </a:lnTo>
                <a:lnTo>
                  <a:pt x="579" y="81"/>
                </a:lnTo>
                <a:lnTo>
                  <a:pt x="580" y="80"/>
                </a:lnTo>
                <a:lnTo>
                  <a:pt x="580" y="79"/>
                </a:lnTo>
                <a:lnTo>
                  <a:pt x="581" y="77"/>
                </a:lnTo>
                <a:lnTo>
                  <a:pt x="582" y="76"/>
                </a:lnTo>
                <a:lnTo>
                  <a:pt x="583" y="74"/>
                </a:lnTo>
                <a:lnTo>
                  <a:pt x="584" y="73"/>
                </a:lnTo>
                <a:lnTo>
                  <a:pt x="585" y="71"/>
                </a:lnTo>
                <a:lnTo>
                  <a:pt x="586" y="70"/>
                </a:lnTo>
                <a:lnTo>
                  <a:pt x="587" y="68"/>
                </a:lnTo>
                <a:lnTo>
                  <a:pt x="588" y="67"/>
                </a:lnTo>
                <a:lnTo>
                  <a:pt x="589" y="65"/>
                </a:lnTo>
                <a:lnTo>
                  <a:pt x="590" y="64"/>
                </a:lnTo>
                <a:lnTo>
                  <a:pt x="591" y="63"/>
                </a:lnTo>
                <a:lnTo>
                  <a:pt x="592" y="62"/>
                </a:lnTo>
                <a:lnTo>
                  <a:pt x="593" y="61"/>
                </a:lnTo>
                <a:lnTo>
                  <a:pt x="595" y="60"/>
                </a:lnTo>
                <a:lnTo>
                  <a:pt x="595" y="58"/>
                </a:lnTo>
                <a:lnTo>
                  <a:pt x="596" y="57"/>
                </a:lnTo>
                <a:lnTo>
                  <a:pt x="597" y="56"/>
                </a:lnTo>
                <a:lnTo>
                  <a:pt x="597" y="55"/>
                </a:lnTo>
                <a:lnTo>
                  <a:pt x="598" y="54"/>
                </a:lnTo>
                <a:lnTo>
                  <a:pt x="599" y="54"/>
                </a:lnTo>
                <a:lnTo>
                  <a:pt x="599" y="53"/>
                </a:lnTo>
                <a:lnTo>
                  <a:pt x="600" y="52"/>
                </a:lnTo>
                <a:lnTo>
                  <a:pt x="600" y="51"/>
                </a:lnTo>
                <a:lnTo>
                  <a:pt x="601" y="50"/>
                </a:lnTo>
                <a:lnTo>
                  <a:pt x="602" y="50"/>
                </a:lnTo>
                <a:lnTo>
                  <a:pt x="602" y="49"/>
                </a:lnTo>
                <a:lnTo>
                  <a:pt x="603" y="48"/>
                </a:lnTo>
                <a:lnTo>
                  <a:pt x="604" y="47"/>
                </a:lnTo>
                <a:lnTo>
                  <a:pt x="604" y="46"/>
                </a:lnTo>
                <a:lnTo>
                  <a:pt x="605" y="45"/>
                </a:lnTo>
                <a:lnTo>
                  <a:pt x="606" y="44"/>
                </a:lnTo>
                <a:lnTo>
                  <a:pt x="607" y="42"/>
                </a:lnTo>
                <a:lnTo>
                  <a:pt x="608" y="41"/>
                </a:lnTo>
                <a:lnTo>
                  <a:pt x="609" y="39"/>
                </a:lnTo>
                <a:lnTo>
                  <a:pt x="610" y="38"/>
                </a:lnTo>
                <a:lnTo>
                  <a:pt x="612" y="37"/>
                </a:lnTo>
                <a:lnTo>
                  <a:pt x="613" y="35"/>
                </a:lnTo>
                <a:lnTo>
                  <a:pt x="614" y="34"/>
                </a:lnTo>
                <a:lnTo>
                  <a:pt x="615" y="32"/>
                </a:lnTo>
                <a:lnTo>
                  <a:pt x="616" y="31"/>
                </a:lnTo>
                <a:lnTo>
                  <a:pt x="617" y="29"/>
                </a:lnTo>
                <a:lnTo>
                  <a:pt x="618" y="28"/>
                </a:lnTo>
                <a:lnTo>
                  <a:pt x="619" y="27"/>
                </a:lnTo>
                <a:lnTo>
                  <a:pt x="620" y="25"/>
                </a:lnTo>
                <a:lnTo>
                  <a:pt x="621" y="24"/>
                </a:lnTo>
                <a:lnTo>
                  <a:pt x="622" y="23"/>
                </a:lnTo>
                <a:lnTo>
                  <a:pt x="622" y="22"/>
                </a:lnTo>
                <a:lnTo>
                  <a:pt x="623" y="21"/>
                </a:lnTo>
                <a:lnTo>
                  <a:pt x="624" y="20"/>
                </a:lnTo>
                <a:lnTo>
                  <a:pt x="624" y="19"/>
                </a:lnTo>
                <a:lnTo>
                  <a:pt x="625" y="18"/>
                </a:lnTo>
                <a:lnTo>
                  <a:pt x="625" y="17"/>
                </a:lnTo>
                <a:lnTo>
                  <a:pt x="626" y="17"/>
                </a:lnTo>
                <a:lnTo>
                  <a:pt x="626" y="16"/>
                </a:lnTo>
                <a:lnTo>
                  <a:pt x="628" y="15"/>
                </a:lnTo>
                <a:lnTo>
                  <a:pt x="628" y="14"/>
                </a:lnTo>
                <a:lnTo>
                  <a:pt x="629" y="14"/>
                </a:lnTo>
                <a:lnTo>
                  <a:pt x="629" y="13"/>
                </a:lnTo>
                <a:lnTo>
                  <a:pt x="630" y="12"/>
                </a:lnTo>
                <a:lnTo>
                  <a:pt x="630" y="11"/>
                </a:lnTo>
                <a:lnTo>
                  <a:pt x="631" y="11"/>
                </a:lnTo>
                <a:lnTo>
                  <a:pt x="631" y="9"/>
                </a:lnTo>
                <a:lnTo>
                  <a:pt x="632" y="8"/>
                </a:lnTo>
                <a:lnTo>
                  <a:pt x="633" y="7"/>
                </a:lnTo>
                <a:lnTo>
                  <a:pt x="633" y="6"/>
                </a:lnTo>
                <a:lnTo>
                  <a:pt x="634" y="5"/>
                </a:lnTo>
                <a:lnTo>
                  <a:pt x="634" y="4"/>
                </a:lnTo>
                <a:lnTo>
                  <a:pt x="635" y="3"/>
                </a:lnTo>
                <a:lnTo>
                  <a:pt x="636" y="2"/>
                </a:lnTo>
                <a:lnTo>
                  <a:pt x="637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7" name="Freeform 238"/>
          <p:cNvSpPr>
            <a:spLocks/>
          </p:cNvSpPr>
          <p:nvPr/>
        </p:nvSpPr>
        <p:spPr bwMode="auto">
          <a:xfrm>
            <a:off x="6524978" y="1040837"/>
            <a:ext cx="63218" cy="203200"/>
          </a:xfrm>
          <a:custGeom>
            <a:avLst/>
            <a:gdLst>
              <a:gd name="T0" fmla="*/ 814471387 w 76"/>
              <a:gd name="T1" fmla="*/ 1646264789 h 242"/>
              <a:gd name="T2" fmla="*/ 2036349249 w 76"/>
              <a:gd name="T3" fmla="*/ 2147483646 h 242"/>
              <a:gd name="T4" fmla="*/ 2147483646 w 76"/>
              <a:gd name="T5" fmla="*/ 2147483646 h 242"/>
              <a:gd name="T6" fmla="*/ 2147483646 w 76"/>
              <a:gd name="T7" fmla="*/ 2147483646 h 242"/>
              <a:gd name="T8" fmla="*/ 2147483646 w 76"/>
              <a:gd name="T9" fmla="*/ 2147483646 h 242"/>
              <a:gd name="T10" fmla="*/ 2147483646 w 76"/>
              <a:gd name="T11" fmla="*/ 2147483646 h 242"/>
              <a:gd name="T12" fmla="*/ 2147483646 w 76"/>
              <a:gd name="T13" fmla="*/ 2147483646 h 242"/>
              <a:gd name="T14" fmla="*/ 2147483646 w 76"/>
              <a:gd name="T15" fmla="*/ 2147483646 h 242"/>
              <a:gd name="T16" fmla="*/ 2147483646 w 76"/>
              <a:gd name="T17" fmla="*/ 2147483646 h 242"/>
              <a:gd name="T18" fmla="*/ 2147483646 w 76"/>
              <a:gd name="T19" fmla="*/ 2147483646 h 242"/>
              <a:gd name="T20" fmla="*/ 2147483646 w 76"/>
              <a:gd name="T21" fmla="*/ 2147483646 h 242"/>
              <a:gd name="T22" fmla="*/ 2147483646 w 76"/>
              <a:gd name="T23" fmla="*/ 2147483646 h 242"/>
              <a:gd name="T24" fmla="*/ 2147483646 w 76"/>
              <a:gd name="T25" fmla="*/ 2147483646 h 242"/>
              <a:gd name="T26" fmla="*/ 2147483646 w 76"/>
              <a:gd name="T27" fmla="*/ 2147483646 h 242"/>
              <a:gd name="T28" fmla="*/ 2147483646 w 76"/>
              <a:gd name="T29" fmla="*/ 2147483646 h 242"/>
              <a:gd name="T30" fmla="*/ 2147483646 w 76"/>
              <a:gd name="T31" fmla="*/ 2147483646 h 242"/>
              <a:gd name="T32" fmla="*/ 2147483646 w 76"/>
              <a:gd name="T33" fmla="*/ 2147483646 h 242"/>
              <a:gd name="T34" fmla="*/ 2147483646 w 76"/>
              <a:gd name="T35" fmla="*/ 2147483646 h 242"/>
              <a:gd name="T36" fmla="*/ 2147483646 w 76"/>
              <a:gd name="T37" fmla="*/ 2147483646 h 242"/>
              <a:gd name="T38" fmla="*/ 2147483646 w 76"/>
              <a:gd name="T39" fmla="*/ 2147483646 h 242"/>
              <a:gd name="T40" fmla="*/ 2147483646 w 76"/>
              <a:gd name="T41" fmla="*/ 2147483646 h 242"/>
              <a:gd name="T42" fmla="*/ 2147483646 w 76"/>
              <a:gd name="T43" fmla="*/ 2147483646 h 242"/>
              <a:gd name="T44" fmla="*/ 2147483646 w 76"/>
              <a:gd name="T45" fmla="*/ 2147483646 h 242"/>
              <a:gd name="T46" fmla="*/ 2147483646 w 76"/>
              <a:gd name="T47" fmla="*/ 2147483646 h 242"/>
              <a:gd name="T48" fmla="*/ 2147483646 w 76"/>
              <a:gd name="T49" fmla="*/ 2147483646 h 242"/>
              <a:gd name="T50" fmla="*/ 2147483646 w 76"/>
              <a:gd name="T51" fmla="*/ 2147483646 h 242"/>
              <a:gd name="T52" fmla="*/ 2147483646 w 76"/>
              <a:gd name="T53" fmla="*/ 2147483646 h 242"/>
              <a:gd name="T54" fmla="*/ 2147483646 w 76"/>
              <a:gd name="T55" fmla="*/ 2147483646 h 242"/>
              <a:gd name="T56" fmla="*/ 2147483646 w 76"/>
              <a:gd name="T57" fmla="*/ 2147483646 h 242"/>
              <a:gd name="T58" fmla="*/ 2147483646 w 76"/>
              <a:gd name="T59" fmla="*/ 2147483646 h 242"/>
              <a:gd name="T60" fmla="*/ 2147483646 w 76"/>
              <a:gd name="T61" fmla="*/ 2147483646 h 242"/>
              <a:gd name="T62" fmla="*/ 2147483646 w 76"/>
              <a:gd name="T63" fmla="*/ 2147483646 h 242"/>
              <a:gd name="T64" fmla="*/ 2147483646 w 76"/>
              <a:gd name="T65" fmla="*/ 2147483646 h 242"/>
              <a:gd name="T66" fmla="*/ 2147483646 w 76"/>
              <a:gd name="T67" fmla="*/ 2147483646 h 242"/>
              <a:gd name="T68" fmla="*/ 2147483646 w 76"/>
              <a:gd name="T69" fmla="*/ 2147483646 h 242"/>
              <a:gd name="T70" fmla="*/ 2147483646 w 76"/>
              <a:gd name="T71" fmla="*/ 2147483646 h 242"/>
              <a:gd name="T72" fmla="*/ 2147483646 w 76"/>
              <a:gd name="T73" fmla="*/ 2147483646 h 242"/>
              <a:gd name="T74" fmla="*/ 2147483646 w 76"/>
              <a:gd name="T75" fmla="*/ 2147483646 h 242"/>
              <a:gd name="T76" fmla="*/ 2147483646 w 76"/>
              <a:gd name="T77" fmla="*/ 2147483646 h 242"/>
              <a:gd name="T78" fmla="*/ 2147483646 w 76"/>
              <a:gd name="T79" fmla="*/ 2147483646 h 242"/>
              <a:gd name="T80" fmla="*/ 2147483646 w 76"/>
              <a:gd name="T81" fmla="*/ 2147483646 h 242"/>
              <a:gd name="T82" fmla="*/ 2147483646 w 76"/>
              <a:gd name="T83" fmla="*/ 2147483646 h 242"/>
              <a:gd name="T84" fmla="*/ 2147483646 w 76"/>
              <a:gd name="T85" fmla="*/ 2147483646 h 242"/>
              <a:gd name="T86" fmla="*/ 2147483646 w 76"/>
              <a:gd name="T87" fmla="*/ 2147483646 h 242"/>
              <a:gd name="T88" fmla="*/ 2147483646 w 76"/>
              <a:gd name="T89" fmla="*/ 2147483646 h 242"/>
              <a:gd name="T90" fmla="*/ 2147483646 w 76"/>
              <a:gd name="T91" fmla="*/ 2147483646 h 242"/>
              <a:gd name="T92" fmla="*/ 2147483646 w 76"/>
              <a:gd name="T93" fmla="*/ 2147483646 h 242"/>
              <a:gd name="T94" fmla="*/ 2147483646 w 76"/>
              <a:gd name="T95" fmla="*/ 2147483646 h 242"/>
              <a:gd name="T96" fmla="*/ 2147483646 w 76"/>
              <a:gd name="T97" fmla="*/ 2147483646 h 242"/>
              <a:gd name="T98" fmla="*/ 2147483646 w 76"/>
              <a:gd name="T99" fmla="*/ 2147483646 h 242"/>
              <a:gd name="T100" fmla="*/ 2147483646 w 76"/>
              <a:gd name="T101" fmla="*/ 2147483646 h 242"/>
              <a:gd name="T102" fmla="*/ 2147483646 w 76"/>
              <a:gd name="T103" fmla="*/ 2147483646 h 242"/>
              <a:gd name="T104" fmla="*/ 2147483646 w 76"/>
              <a:gd name="T105" fmla="*/ 2147483646 h 242"/>
              <a:gd name="T106" fmla="*/ 2147483646 w 76"/>
              <a:gd name="T107" fmla="*/ 2147483646 h 242"/>
              <a:gd name="T108" fmla="*/ 2147483646 w 76"/>
              <a:gd name="T109" fmla="*/ 2147483646 h 242"/>
              <a:gd name="T110" fmla="*/ 2147483646 w 76"/>
              <a:gd name="T111" fmla="*/ 2147483646 h 242"/>
              <a:gd name="T112" fmla="*/ 2147483646 w 76"/>
              <a:gd name="T113" fmla="*/ 2147483646 h 24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2">
                <a:moveTo>
                  <a:pt x="0" y="0"/>
                </a:moveTo>
                <a:lnTo>
                  <a:pt x="1" y="2"/>
                </a:lnTo>
                <a:lnTo>
                  <a:pt x="3" y="5"/>
                </a:lnTo>
                <a:lnTo>
                  <a:pt x="4" y="8"/>
                </a:lnTo>
                <a:lnTo>
                  <a:pt x="5" y="10"/>
                </a:lnTo>
                <a:lnTo>
                  <a:pt x="6" y="12"/>
                </a:lnTo>
                <a:lnTo>
                  <a:pt x="8" y="14"/>
                </a:lnTo>
                <a:lnTo>
                  <a:pt x="10" y="15"/>
                </a:lnTo>
                <a:lnTo>
                  <a:pt x="10" y="17"/>
                </a:lnTo>
                <a:lnTo>
                  <a:pt x="11" y="18"/>
                </a:lnTo>
                <a:lnTo>
                  <a:pt x="12" y="20"/>
                </a:lnTo>
                <a:lnTo>
                  <a:pt x="13" y="21"/>
                </a:lnTo>
                <a:lnTo>
                  <a:pt x="14" y="23"/>
                </a:lnTo>
                <a:lnTo>
                  <a:pt x="14" y="25"/>
                </a:lnTo>
                <a:lnTo>
                  <a:pt x="15" y="26"/>
                </a:lnTo>
                <a:lnTo>
                  <a:pt x="15" y="27"/>
                </a:lnTo>
                <a:lnTo>
                  <a:pt x="16" y="28"/>
                </a:lnTo>
                <a:lnTo>
                  <a:pt x="17" y="29"/>
                </a:lnTo>
                <a:lnTo>
                  <a:pt x="17" y="30"/>
                </a:lnTo>
                <a:lnTo>
                  <a:pt x="18" y="31"/>
                </a:lnTo>
                <a:lnTo>
                  <a:pt x="18" y="32"/>
                </a:lnTo>
                <a:lnTo>
                  <a:pt x="19" y="33"/>
                </a:lnTo>
                <a:lnTo>
                  <a:pt x="19" y="34"/>
                </a:lnTo>
                <a:lnTo>
                  <a:pt x="20" y="35"/>
                </a:lnTo>
                <a:lnTo>
                  <a:pt x="20" y="36"/>
                </a:lnTo>
                <a:lnTo>
                  <a:pt x="21" y="37"/>
                </a:lnTo>
                <a:lnTo>
                  <a:pt x="21" y="38"/>
                </a:lnTo>
                <a:lnTo>
                  <a:pt x="21" y="40"/>
                </a:lnTo>
                <a:lnTo>
                  <a:pt x="22" y="41"/>
                </a:lnTo>
                <a:lnTo>
                  <a:pt x="22" y="42"/>
                </a:lnTo>
                <a:lnTo>
                  <a:pt x="23" y="43"/>
                </a:lnTo>
                <a:lnTo>
                  <a:pt x="23" y="44"/>
                </a:lnTo>
                <a:lnTo>
                  <a:pt x="24" y="46"/>
                </a:lnTo>
                <a:lnTo>
                  <a:pt x="26" y="47"/>
                </a:lnTo>
                <a:lnTo>
                  <a:pt x="26" y="48"/>
                </a:lnTo>
                <a:lnTo>
                  <a:pt x="27" y="49"/>
                </a:lnTo>
                <a:lnTo>
                  <a:pt x="27" y="50"/>
                </a:lnTo>
                <a:lnTo>
                  <a:pt x="27" y="51"/>
                </a:lnTo>
                <a:lnTo>
                  <a:pt x="28" y="52"/>
                </a:lnTo>
                <a:lnTo>
                  <a:pt x="28" y="53"/>
                </a:lnTo>
                <a:lnTo>
                  <a:pt x="29" y="54"/>
                </a:lnTo>
                <a:lnTo>
                  <a:pt x="29" y="56"/>
                </a:lnTo>
                <a:lnTo>
                  <a:pt x="29" y="57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30" y="60"/>
                </a:lnTo>
                <a:lnTo>
                  <a:pt x="31" y="60"/>
                </a:lnTo>
                <a:lnTo>
                  <a:pt x="31" y="61"/>
                </a:lnTo>
                <a:lnTo>
                  <a:pt x="31" y="62"/>
                </a:lnTo>
                <a:lnTo>
                  <a:pt x="32" y="63"/>
                </a:lnTo>
                <a:lnTo>
                  <a:pt x="32" y="64"/>
                </a:lnTo>
                <a:lnTo>
                  <a:pt x="33" y="65"/>
                </a:lnTo>
                <a:lnTo>
                  <a:pt x="33" y="66"/>
                </a:lnTo>
                <a:lnTo>
                  <a:pt x="34" y="67"/>
                </a:lnTo>
                <a:lnTo>
                  <a:pt x="34" y="68"/>
                </a:lnTo>
                <a:lnTo>
                  <a:pt x="34" y="69"/>
                </a:lnTo>
                <a:lnTo>
                  <a:pt x="35" y="70"/>
                </a:lnTo>
                <a:lnTo>
                  <a:pt x="35" y="71"/>
                </a:lnTo>
                <a:lnTo>
                  <a:pt x="36" y="74"/>
                </a:lnTo>
                <a:lnTo>
                  <a:pt x="36" y="75"/>
                </a:lnTo>
                <a:lnTo>
                  <a:pt x="37" y="77"/>
                </a:lnTo>
                <a:lnTo>
                  <a:pt x="38" y="78"/>
                </a:lnTo>
                <a:lnTo>
                  <a:pt x="38" y="80"/>
                </a:lnTo>
                <a:lnTo>
                  <a:pt x="39" y="81"/>
                </a:lnTo>
                <a:lnTo>
                  <a:pt x="39" y="83"/>
                </a:lnTo>
                <a:lnTo>
                  <a:pt x="40" y="84"/>
                </a:lnTo>
                <a:lnTo>
                  <a:pt x="40" y="85"/>
                </a:lnTo>
                <a:lnTo>
                  <a:pt x="41" y="86"/>
                </a:lnTo>
                <a:lnTo>
                  <a:pt x="41" y="87"/>
                </a:lnTo>
                <a:lnTo>
                  <a:pt x="43" y="89"/>
                </a:lnTo>
                <a:lnTo>
                  <a:pt x="43" y="90"/>
                </a:lnTo>
                <a:lnTo>
                  <a:pt x="43" y="91"/>
                </a:lnTo>
                <a:lnTo>
                  <a:pt x="44" y="92"/>
                </a:lnTo>
                <a:lnTo>
                  <a:pt x="44" y="93"/>
                </a:lnTo>
                <a:lnTo>
                  <a:pt x="44" y="94"/>
                </a:lnTo>
                <a:lnTo>
                  <a:pt x="45" y="95"/>
                </a:lnTo>
                <a:lnTo>
                  <a:pt x="45" y="96"/>
                </a:lnTo>
                <a:lnTo>
                  <a:pt x="46" y="97"/>
                </a:lnTo>
                <a:lnTo>
                  <a:pt x="46" y="98"/>
                </a:lnTo>
                <a:lnTo>
                  <a:pt x="46" y="99"/>
                </a:lnTo>
                <a:lnTo>
                  <a:pt x="46" y="100"/>
                </a:lnTo>
                <a:lnTo>
                  <a:pt x="47" y="101"/>
                </a:lnTo>
                <a:lnTo>
                  <a:pt x="47" y="102"/>
                </a:lnTo>
                <a:lnTo>
                  <a:pt x="48" y="103"/>
                </a:lnTo>
                <a:lnTo>
                  <a:pt x="48" y="105"/>
                </a:lnTo>
                <a:lnTo>
                  <a:pt x="48" y="107"/>
                </a:lnTo>
                <a:lnTo>
                  <a:pt x="49" y="108"/>
                </a:lnTo>
                <a:lnTo>
                  <a:pt x="49" y="109"/>
                </a:lnTo>
                <a:lnTo>
                  <a:pt x="50" y="110"/>
                </a:lnTo>
                <a:lnTo>
                  <a:pt x="50" y="112"/>
                </a:lnTo>
                <a:lnTo>
                  <a:pt x="51" y="113"/>
                </a:lnTo>
                <a:lnTo>
                  <a:pt x="51" y="115"/>
                </a:lnTo>
                <a:lnTo>
                  <a:pt x="52" y="116"/>
                </a:lnTo>
                <a:lnTo>
                  <a:pt x="52" y="118"/>
                </a:lnTo>
                <a:lnTo>
                  <a:pt x="53" y="119"/>
                </a:lnTo>
                <a:lnTo>
                  <a:pt x="53" y="120"/>
                </a:lnTo>
                <a:lnTo>
                  <a:pt x="53" y="123"/>
                </a:lnTo>
                <a:lnTo>
                  <a:pt x="54" y="124"/>
                </a:lnTo>
                <a:lnTo>
                  <a:pt x="54" y="125"/>
                </a:lnTo>
                <a:lnTo>
                  <a:pt x="54" y="126"/>
                </a:lnTo>
                <a:lnTo>
                  <a:pt x="55" y="127"/>
                </a:lnTo>
                <a:lnTo>
                  <a:pt x="55" y="128"/>
                </a:lnTo>
                <a:lnTo>
                  <a:pt x="55" y="129"/>
                </a:lnTo>
                <a:lnTo>
                  <a:pt x="56" y="130"/>
                </a:lnTo>
                <a:lnTo>
                  <a:pt x="56" y="131"/>
                </a:lnTo>
                <a:lnTo>
                  <a:pt x="56" y="132"/>
                </a:lnTo>
                <a:lnTo>
                  <a:pt x="57" y="133"/>
                </a:lnTo>
                <a:lnTo>
                  <a:pt x="57" y="134"/>
                </a:lnTo>
                <a:lnTo>
                  <a:pt x="57" y="135"/>
                </a:lnTo>
                <a:lnTo>
                  <a:pt x="59" y="136"/>
                </a:lnTo>
                <a:lnTo>
                  <a:pt x="59" y="138"/>
                </a:lnTo>
                <a:lnTo>
                  <a:pt x="59" y="139"/>
                </a:lnTo>
                <a:lnTo>
                  <a:pt x="60" y="140"/>
                </a:lnTo>
                <a:lnTo>
                  <a:pt x="60" y="141"/>
                </a:lnTo>
                <a:lnTo>
                  <a:pt x="60" y="142"/>
                </a:lnTo>
                <a:lnTo>
                  <a:pt x="61" y="143"/>
                </a:lnTo>
                <a:lnTo>
                  <a:pt x="61" y="144"/>
                </a:lnTo>
                <a:lnTo>
                  <a:pt x="61" y="145"/>
                </a:lnTo>
                <a:lnTo>
                  <a:pt x="62" y="147"/>
                </a:lnTo>
                <a:lnTo>
                  <a:pt x="62" y="148"/>
                </a:lnTo>
                <a:lnTo>
                  <a:pt x="63" y="150"/>
                </a:lnTo>
                <a:lnTo>
                  <a:pt x="63" y="151"/>
                </a:lnTo>
                <a:lnTo>
                  <a:pt x="64" y="153"/>
                </a:lnTo>
                <a:lnTo>
                  <a:pt x="64" y="155"/>
                </a:lnTo>
                <a:lnTo>
                  <a:pt x="65" y="157"/>
                </a:lnTo>
                <a:lnTo>
                  <a:pt x="65" y="158"/>
                </a:lnTo>
                <a:lnTo>
                  <a:pt x="66" y="159"/>
                </a:lnTo>
                <a:lnTo>
                  <a:pt x="66" y="160"/>
                </a:lnTo>
                <a:lnTo>
                  <a:pt x="66" y="161"/>
                </a:lnTo>
                <a:lnTo>
                  <a:pt x="67" y="162"/>
                </a:lnTo>
                <a:lnTo>
                  <a:pt x="67" y="163"/>
                </a:lnTo>
                <a:lnTo>
                  <a:pt x="67" y="164"/>
                </a:lnTo>
                <a:lnTo>
                  <a:pt x="67" y="165"/>
                </a:lnTo>
                <a:lnTo>
                  <a:pt x="68" y="166"/>
                </a:lnTo>
                <a:lnTo>
                  <a:pt x="68" y="167"/>
                </a:lnTo>
                <a:lnTo>
                  <a:pt x="68" y="168"/>
                </a:lnTo>
                <a:lnTo>
                  <a:pt x="68" y="169"/>
                </a:lnTo>
                <a:lnTo>
                  <a:pt x="69" y="171"/>
                </a:lnTo>
                <a:lnTo>
                  <a:pt x="69" y="172"/>
                </a:lnTo>
                <a:lnTo>
                  <a:pt x="69" y="173"/>
                </a:lnTo>
                <a:lnTo>
                  <a:pt x="69" y="174"/>
                </a:lnTo>
                <a:lnTo>
                  <a:pt x="69" y="175"/>
                </a:lnTo>
                <a:lnTo>
                  <a:pt x="69" y="176"/>
                </a:lnTo>
                <a:lnTo>
                  <a:pt x="69" y="177"/>
                </a:lnTo>
                <a:lnTo>
                  <a:pt x="70" y="178"/>
                </a:lnTo>
                <a:lnTo>
                  <a:pt x="70" y="179"/>
                </a:lnTo>
                <a:lnTo>
                  <a:pt x="70" y="180"/>
                </a:lnTo>
                <a:lnTo>
                  <a:pt x="70" y="182"/>
                </a:lnTo>
                <a:lnTo>
                  <a:pt x="70" y="183"/>
                </a:lnTo>
                <a:lnTo>
                  <a:pt x="70" y="184"/>
                </a:lnTo>
                <a:lnTo>
                  <a:pt x="70" y="185"/>
                </a:lnTo>
                <a:lnTo>
                  <a:pt x="70" y="188"/>
                </a:lnTo>
                <a:lnTo>
                  <a:pt x="70" y="189"/>
                </a:lnTo>
                <a:lnTo>
                  <a:pt x="71" y="190"/>
                </a:lnTo>
                <a:lnTo>
                  <a:pt x="71" y="191"/>
                </a:lnTo>
                <a:lnTo>
                  <a:pt x="71" y="192"/>
                </a:lnTo>
                <a:lnTo>
                  <a:pt x="71" y="193"/>
                </a:lnTo>
                <a:lnTo>
                  <a:pt x="71" y="194"/>
                </a:lnTo>
                <a:lnTo>
                  <a:pt x="71" y="195"/>
                </a:lnTo>
                <a:lnTo>
                  <a:pt x="71" y="196"/>
                </a:lnTo>
                <a:lnTo>
                  <a:pt x="71" y="197"/>
                </a:lnTo>
                <a:lnTo>
                  <a:pt x="71" y="198"/>
                </a:lnTo>
                <a:lnTo>
                  <a:pt x="71" y="199"/>
                </a:lnTo>
                <a:lnTo>
                  <a:pt x="71" y="200"/>
                </a:lnTo>
                <a:lnTo>
                  <a:pt x="72" y="200"/>
                </a:lnTo>
                <a:lnTo>
                  <a:pt x="72" y="201"/>
                </a:lnTo>
                <a:lnTo>
                  <a:pt x="72" y="202"/>
                </a:lnTo>
                <a:lnTo>
                  <a:pt x="72" y="204"/>
                </a:lnTo>
                <a:lnTo>
                  <a:pt x="72" y="205"/>
                </a:lnTo>
                <a:lnTo>
                  <a:pt x="72" y="206"/>
                </a:lnTo>
                <a:lnTo>
                  <a:pt x="72" y="207"/>
                </a:lnTo>
                <a:lnTo>
                  <a:pt x="73" y="207"/>
                </a:lnTo>
                <a:lnTo>
                  <a:pt x="73" y="208"/>
                </a:lnTo>
                <a:lnTo>
                  <a:pt x="73" y="209"/>
                </a:lnTo>
                <a:lnTo>
                  <a:pt x="73" y="210"/>
                </a:lnTo>
                <a:lnTo>
                  <a:pt x="73" y="211"/>
                </a:lnTo>
                <a:lnTo>
                  <a:pt x="73" y="212"/>
                </a:lnTo>
                <a:lnTo>
                  <a:pt x="74" y="213"/>
                </a:lnTo>
                <a:lnTo>
                  <a:pt x="74" y="214"/>
                </a:lnTo>
                <a:lnTo>
                  <a:pt x="74" y="215"/>
                </a:lnTo>
                <a:lnTo>
                  <a:pt x="74" y="216"/>
                </a:lnTo>
                <a:lnTo>
                  <a:pt x="74" y="217"/>
                </a:lnTo>
                <a:lnTo>
                  <a:pt x="76" y="217"/>
                </a:lnTo>
                <a:lnTo>
                  <a:pt x="76" y="218"/>
                </a:lnTo>
                <a:lnTo>
                  <a:pt x="76" y="220"/>
                </a:lnTo>
                <a:lnTo>
                  <a:pt x="76" y="221"/>
                </a:lnTo>
                <a:lnTo>
                  <a:pt x="76" y="222"/>
                </a:lnTo>
                <a:lnTo>
                  <a:pt x="76" y="223"/>
                </a:lnTo>
                <a:lnTo>
                  <a:pt x="76" y="224"/>
                </a:lnTo>
                <a:lnTo>
                  <a:pt x="76" y="225"/>
                </a:lnTo>
                <a:lnTo>
                  <a:pt x="76" y="226"/>
                </a:lnTo>
                <a:lnTo>
                  <a:pt x="76" y="227"/>
                </a:lnTo>
                <a:lnTo>
                  <a:pt x="76" y="228"/>
                </a:lnTo>
                <a:lnTo>
                  <a:pt x="76" y="229"/>
                </a:lnTo>
                <a:lnTo>
                  <a:pt x="76" y="231"/>
                </a:lnTo>
                <a:lnTo>
                  <a:pt x="76" y="232"/>
                </a:lnTo>
                <a:lnTo>
                  <a:pt x="74" y="233"/>
                </a:lnTo>
                <a:lnTo>
                  <a:pt x="74" y="236"/>
                </a:lnTo>
                <a:lnTo>
                  <a:pt x="74" y="237"/>
                </a:lnTo>
                <a:lnTo>
                  <a:pt x="74" y="239"/>
                </a:lnTo>
                <a:lnTo>
                  <a:pt x="74" y="240"/>
                </a:lnTo>
                <a:lnTo>
                  <a:pt x="74" y="242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8" name="Freeform 239"/>
          <p:cNvSpPr>
            <a:spLocks/>
          </p:cNvSpPr>
          <p:nvPr/>
        </p:nvSpPr>
        <p:spPr bwMode="auto">
          <a:xfrm>
            <a:off x="6524978" y="1244037"/>
            <a:ext cx="63218" cy="203200"/>
          </a:xfrm>
          <a:custGeom>
            <a:avLst/>
            <a:gdLst>
              <a:gd name="T0" fmla="*/ 814471387 w 76"/>
              <a:gd name="T1" fmla="*/ 2147483646 h 242"/>
              <a:gd name="T2" fmla="*/ 2036349249 w 76"/>
              <a:gd name="T3" fmla="*/ 2147483646 h 242"/>
              <a:gd name="T4" fmla="*/ 2147483646 w 76"/>
              <a:gd name="T5" fmla="*/ 2147483646 h 242"/>
              <a:gd name="T6" fmla="*/ 2147483646 w 76"/>
              <a:gd name="T7" fmla="*/ 2147483646 h 242"/>
              <a:gd name="T8" fmla="*/ 2147483646 w 76"/>
              <a:gd name="T9" fmla="*/ 2147483646 h 242"/>
              <a:gd name="T10" fmla="*/ 2147483646 w 76"/>
              <a:gd name="T11" fmla="*/ 2147483646 h 242"/>
              <a:gd name="T12" fmla="*/ 2147483646 w 76"/>
              <a:gd name="T13" fmla="*/ 2147483646 h 242"/>
              <a:gd name="T14" fmla="*/ 2147483646 w 76"/>
              <a:gd name="T15" fmla="*/ 2147483646 h 242"/>
              <a:gd name="T16" fmla="*/ 2147483646 w 76"/>
              <a:gd name="T17" fmla="*/ 2147483646 h 242"/>
              <a:gd name="T18" fmla="*/ 2147483646 w 76"/>
              <a:gd name="T19" fmla="*/ 2147483646 h 242"/>
              <a:gd name="T20" fmla="*/ 2147483646 w 76"/>
              <a:gd name="T21" fmla="*/ 2147483646 h 242"/>
              <a:gd name="T22" fmla="*/ 2147483646 w 76"/>
              <a:gd name="T23" fmla="*/ 2147483646 h 242"/>
              <a:gd name="T24" fmla="*/ 2147483646 w 76"/>
              <a:gd name="T25" fmla="*/ 2147483646 h 242"/>
              <a:gd name="T26" fmla="*/ 2147483646 w 76"/>
              <a:gd name="T27" fmla="*/ 2147483646 h 242"/>
              <a:gd name="T28" fmla="*/ 2147483646 w 76"/>
              <a:gd name="T29" fmla="*/ 2147483646 h 242"/>
              <a:gd name="T30" fmla="*/ 2147483646 w 76"/>
              <a:gd name="T31" fmla="*/ 2147483646 h 242"/>
              <a:gd name="T32" fmla="*/ 2147483646 w 76"/>
              <a:gd name="T33" fmla="*/ 2147483646 h 242"/>
              <a:gd name="T34" fmla="*/ 2147483646 w 76"/>
              <a:gd name="T35" fmla="*/ 2147483646 h 242"/>
              <a:gd name="T36" fmla="*/ 2147483646 w 76"/>
              <a:gd name="T37" fmla="*/ 2147483646 h 242"/>
              <a:gd name="T38" fmla="*/ 2147483646 w 76"/>
              <a:gd name="T39" fmla="*/ 2147483646 h 242"/>
              <a:gd name="T40" fmla="*/ 2147483646 w 76"/>
              <a:gd name="T41" fmla="*/ 2147483646 h 242"/>
              <a:gd name="T42" fmla="*/ 2147483646 w 76"/>
              <a:gd name="T43" fmla="*/ 2147483646 h 242"/>
              <a:gd name="T44" fmla="*/ 2147483646 w 76"/>
              <a:gd name="T45" fmla="*/ 2147483646 h 242"/>
              <a:gd name="T46" fmla="*/ 2147483646 w 76"/>
              <a:gd name="T47" fmla="*/ 2147483646 h 242"/>
              <a:gd name="T48" fmla="*/ 2147483646 w 76"/>
              <a:gd name="T49" fmla="*/ 2147483646 h 242"/>
              <a:gd name="T50" fmla="*/ 2147483646 w 76"/>
              <a:gd name="T51" fmla="*/ 2147483646 h 242"/>
              <a:gd name="T52" fmla="*/ 2147483646 w 76"/>
              <a:gd name="T53" fmla="*/ 2147483646 h 242"/>
              <a:gd name="T54" fmla="*/ 2147483646 w 76"/>
              <a:gd name="T55" fmla="*/ 2147483646 h 242"/>
              <a:gd name="T56" fmla="*/ 2147483646 w 76"/>
              <a:gd name="T57" fmla="*/ 2147483646 h 242"/>
              <a:gd name="T58" fmla="*/ 2147483646 w 76"/>
              <a:gd name="T59" fmla="*/ 2147483646 h 242"/>
              <a:gd name="T60" fmla="*/ 2147483646 w 76"/>
              <a:gd name="T61" fmla="*/ 2147483646 h 242"/>
              <a:gd name="T62" fmla="*/ 2147483646 w 76"/>
              <a:gd name="T63" fmla="*/ 2147483646 h 242"/>
              <a:gd name="T64" fmla="*/ 2147483646 w 76"/>
              <a:gd name="T65" fmla="*/ 2147483646 h 242"/>
              <a:gd name="T66" fmla="*/ 2147483646 w 76"/>
              <a:gd name="T67" fmla="*/ 2147483646 h 242"/>
              <a:gd name="T68" fmla="*/ 2147483646 w 76"/>
              <a:gd name="T69" fmla="*/ 2147483646 h 242"/>
              <a:gd name="T70" fmla="*/ 2147483646 w 76"/>
              <a:gd name="T71" fmla="*/ 2147483646 h 242"/>
              <a:gd name="T72" fmla="*/ 2147483646 w 76"/>
              <a:gd name="T73" fmla="*/ 2147483646 h 242"/>
              <a:gd name="T74" fmla="*/ 2147483646 w 76"/>
              <a:gd name="T75" fmla="*/ 2147483646 h 242"/>
              <a:gd name="T76" fmla="*/ 2147483646 w 76"/>
              <a:gd name="T77" fmla="*/ 2147483646 h 242"/>
              <a:gd name="T78" fmla="*/ 2147483646 w 76"/>
              <a:gd name="T79" fmla="*/ 2147483646 h 242"/>
              <a:gd name="T80" fmla="*/ 2147483646 w 76"/>
              <a:gd name="T81" fmla="*/ 2147483646 h 242"/>
              <a:gd name="T82" fmla="*/ 2147483646 w 76"/>
              <a:gd name="T83" fmla="*/ 2147483646 h 242"/>
              <a:gd name="T84" fmla="*/ 2147483646 w 76"/>
              <a:gd name="T85" fmla="*/ 2147483646 h 242"/>
              <a:gd name="T86" fmla="*/ 2147483646 w 76"/>
              <a:gd name="T87" fmla="*/ 2147483646 h 242"/>
              <a:gd name="T88" fmla="*/ 2147483646 w 76"/>
              <a:gd name="T89" fmla="*/ 2147483646 h 242"/>
              <a:gd name="T90" fmla="*/ 2147483646 w 76"/>
              <a:gd name="T91" fmla="*/ 2147483646 h 242"/>
              <a:gd name="T92" fmla="*/ 2147483646 w 76"/>
              <a:gd name="T93" fmla="*/ 2147483646 h 242"/>
              <a:gd name="T94" fmla="*/ 2147483646 w 76"/>
              <a:gd name="T95" fmla="*/ 2147483646 h 242"/>
              <a:gd name="T96" fmla="*/ 2147483646 w 76"/>
              <a:gd name="T97" fmla="*/ 2147483646 h 242"/>
              <a:gd name="T98" fmla="*/ 2147483646 w 76"/>
              <a:gd name="T99" fmla="*/ 2147483646 h 242"/>
              <a:gd name="T100" fmla="*/ 2147483646 w 76"/>
              <a:gd name="T101" fmla="*/ 2147483646 h 242"/>
              <a:gd name="T102" fmla="*/ 2147483646 w 76"/>
              <a:gd name="T103" fmla="*/ 2147483646 h 242"/>
              <a:gd name="T104" fmla="*/ 2147483646 w 76"/>
              <a:gd name="T105" fmla="*/ 2147483646 h 242"/>
              <a:gd name="T106" fmla="*/ 2147483646 w 76"/>
              <a:gd name="T107" fmla="*/ 2147483646 h 242"/>
              <a:gd name="T108" fmla="*/ 2147483646 w 76"/>
              <a:gd name="T109" fmla="*/ 2147483646 h 242"/>
              <a:gd name="T110" fmla="*/ 2147483646 w 76"/>
              <a:gd name="T111" fmla="*/ 2147483646 h 242"/>
              <a:gd name="T112" fmla="*/ 2147483646 w 76"/>
              <a:gd name="T113" fmla="*/ 1037673377 h 24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2">
                <a:moveTo>
                  <a:pt x="0" y="242"/>
                </a:moveTo>
                <a:lnTo>
                  <a:pt x="1" y="239"/>
                </a:lnTo>
                <a:lnTo>
                  <a:pt x="3" y="237"/>
                </a:lnTo>
                <a:lnTo>
                  <a:pt x="4" y="234"/>
                </a:lnTo>
                <a:lnTo>
                  <a:pt x="5" y="232"/>
                </a:lnTo>
                <a:lnTo>
                  <a:pt x="6" y="231"/>
                </a:lnTo>
                <a:lnTo>
                  <a:pt x="8" y="229"/>
                </a:lnTo>
                <a:lnTo>
                  <a:pt x="10" y="227"/>
                </a:lnTo>
                <a:lnTo>
                  <a:pt x="10" y="225"/>
                </a:lnTo>
                <a:lnTo>
                  <a:pt x="11" y="223"/>
                </a:lnTo>
                <a:lnTo>
                  <a:pt x="12" y="222"/>
                </a:lnTo>
                <a:lnTo>
                  <a:pt x="13" y="220"/>
                </a:lnTo>
                <a:lnTo>
                  <a:pt x="14" y="219"/>
                </a:lnTo>
                <a:lnTo>
                  <a:pt x="14" y="218"/>
                </a:lnTo>
                <a:lnTo>
                  <a:pt x="15" y="217"/>
                </a:lnTo>
                <a:lnTo>
                  <a:pt x="15" y="216"/>
                </a:lnTo>
                <a:lnTo>
                  <a:pt x="16" y="215"/>
                </a:lnTo>
                <a:lnTo>
                  <a:pt x="17" y="214"/>
                </a:lnTo>
                <a:lnTo>
                  <a:pt x="17" y="213"/>
                </a:lnTo>
                <a:lnTo>
                  <a:pt x="17" y="212"/>
                </a:lnTo>
                <a:lnTo>
                  <a:pt x="18" y="211"/>
                </a:lnTo>
                <a:lnTo>
                  <a:pt x="18" y="210"/>
                </a:lnTo>
                <a:lnTo>
                  <a:pt x="19" y="209"/>
                </a:lnTo>
                <a:lnTo>
                  <a:pt x="19" y="207"/>
                </a:lnTo>
                <a:lnTo>
                  <a:pt x="20" y="206"/>
                </a:lnTo>
                <a:lnTo>
                  <a:pt x="21" y="205"/>
                </a:lnTo>
                <a:lnTo>
                  <a:pt x="21" y="204"/>
                </a:lnTo>
                <a:lnTo>
                  <a:pt x="21" y="203"/>
                </a:lnTo>
                <a:lnTo>
                  <a:pt x="22" y="201"/>
                </a:lnTo>
                <a:lnTo>
                  <a:pt x="22" y="200"/>
                </a:lnTo>
                <a:lnTo>
                  <a:pt x="23" y="199"/>
                </a:lnTo>
                <a:lnTo>
                  <a:pt x="23" y="198"/>
                </a:lnTo>
                <a:lnTo>
                  <a:pt x="24" y="196"/>
                </a:lnTo>
                <a:lnTo>
                  <a:pt x="26" y="195"/>
                </a:lnTo>
                <a:lnTo>
                  <a:pt x="26" y="194"/>
                </a:lnTo>
                <a:lnTo>
                  <a:pt x="27" y="193"/>
                </a:lnTo>
                <a:lnTo>
                  <a:pt x="27" y="192"/>
                </a:lnTo>
                <a:lnTo>
                  <a:pt x="27" y="190"/>
                </a:lnTo>
                <a:lnTo>
                  <a:pt x="28" y="189"/>
                </a:lnTo>
                <a:lnTo>
                  <a:pt x="28" y="188"/>
                </a:lnTo>
                <a:lnTo>
                  <a:pt x="29" y="187"/>
                </a:lnTo>
                <a:lnTo>
                  <a:pt x="29" y="186"/>
                </a:lnTo>
                <a:lnTo>
                  <a:pt x="30" y="185"/>
                </a:lnTo>
                <a:lnTo>
                  <a:pt x="30" y="184"/>
                </a:lnTo>
                <a:lnTo>
                  <a:pt x="30" y="183"/>
                </a:lnTo>
                <a:lnTo>
                  <a:pt x="31" y="182"/>
                </a:lnTo>
                <a:lnTo>
                  <a:pt x="31" y="181"/>
                </a:lnTo>
                <a:lnTo>
                  <a:pt x="32" y="180"/>
                </a:lnTo>
                <a:lnTo>
                  <a:pt x="32" y="179"/>
                </a:lnTo>
                <a:lnTo>
                  <a:pt x="32" y="178"/>
                </a:lnTo>
                <a:lnTo>
                  <a:pt x="33" y="177"/>
                </a:lnTo>
                <a:lnTo>
                  <a:pt x="33" y="176"/>
                </a:lnTo>
                <a:lnTo>
                  <a:pt x="34" y="174"/>
                </a:lnTo>
                <a:lnTo>
                  <a:pt x="34" y="173"/>
                </a:lnTo>
                <a:lnTo>
                  <a:pt x="34" y="172"/>
                </a:lnTo>
                <a:lnTo>
                  <a:pt x="35" y="171"/>
                </a:lnTo>
                <a:lnTo>
                  <a:pt x="35" y="170"/>
                </a:lnTo>
                <a:lnTo>
                  <a:pt x="36" y="169"/>
                </a:lnTo>
                <a:lnTo>
                  <a:pt x="36" y="167"/>
                </a:lnTo>
                <a:lnTo>
                  <a:pt x="37" y="166"/>
                </a:lnTo>
                <a:lnTo>
                  <a:pt x="38" y="164"/>
                </a:lnTo>
                <a:lnTo>
                  <a:pt x="38" y="163"/>
                </a:lnTo>
                <a:lnTo>
                  <a:pt x="39" y="161"/>
                </a:lnTo>
                <a:lnTo>
                  <a:pt x="39" y="160"/>
                </a:lnTo>
                <a:lnTo>
                  <a:pt x="40" y="159"/>
                </a:lnTo>
                <a:lnTo>
                  <a:pt x="40" y="156"/>
                </a:lnTo>
                <a:lnTo>
                  <a:pt x="41" y="155"/>
                </a:lnTo>
                <a:lnTo>
                  <a:pt x="41" y="154"/>
                </a:lnTo>
                <a:lnTo>
                  <a:pt x="43" y="153"/>
                </a:lnTo>
                <a:lnTo>
                  <a:pt x="43" y="152"/>
                </a:lnTo>
                <a:lnTo>
                  <a:pt x="43" y="151"/>
                </a:lnTo>
                <a:lnTo>
                  <a:pt x="44" y="150"/>
                </a:lnTo>
                <a:lnTo>
                  <a:pt x="44" y="149"/>
                </a:lnTo>
                <a:lnTo>
                  <a:pt x="44" y="148"/>
                </a:lnTo>
                <a:lnTo>
                  <a:pt x="45" y="148"/>
                </a:lnTo>
                <a:lnTo>
                  <a:pt x="45" y="147"/>
                </a:lnTo>
                <a:lnTo>
                  <a:pt x="45" y="146"/>
                </a:lnTo>
                <a:lnTo>
                  <a:pt x="46" y="145"/>
                </a:lnTo>
                <a:lnTo>
                  <a:pt x="46" y="144"/>
                </a:lnTo>
                <a:lnTo>
                  <a:pt x="46" y="143"/>
                </a:lnTo>
                <a:lnTo>
                  <a:pt x="47" y="141"/>
                </a:lnTo>
                <a:lnTo>
                  <a:pt x="47" y="140"/>
                </a:lnTo>
                <a:lnTo>
                  <a:pt x="47" y="139"/>
                </a:lnTo>
                <a:lnTo>
                  <a:pt x="48" y="138"/>
                </a:lnTo>
                <a:lnTo>
                  <a:pt x="48" y="137"/>
                </a:lnTo>
                <a:lnTo>
                  <a:pt x="48" y="136"/>
                </a:lnTo>
                <a:lnTo>
                  <a:pt x="49" y="135"/>
                </a:lnTo>
                <a:lnTo>
                  <a:pt x="49" y="133"/>
                </a:lnTo>
                <a:lnTo>
                  <a:pt x="50" y="132"/>
                </a:lnTo>
                <a:lnTo>
                  <a:pt x="50" y="131"/>
                </a:lnTo>
                <a:lnTo>
                  <a:pt x="51" y="129"/>
                </a:lnTo>
                <a:lnTo>
                  <a:pt x="51" y="128"/>
                </a:lnTo>
                <a:lnTo>
                  <a:pt x="52" y="125"/>
                </a:lnTo>
                <a:lnTo>
                  <a:pt x="52" y="124"/>
                </a:lnTo>
                <a:lnTo>
                  <a:pt x="53" y="122"/>
                </a:lnTo>
                <a:lnTo>
                  <a:pt x="53" y="121"/>
                </a:lnTo>
                <a:lnTo>
                  <a:pt x="53" y="120"/>
                </a:lnTo>
                <a:lnTo>
                  <a:pt x="54" y="119"/>
                </a:lnTo>
                <a:lnTo>
                  <a:pt x="54" y="118"/>
                </a:lnTo>
                <a:lnTo>
                  <a:pt x="54" y="116"/>
                </a:lnTo>
                <a:lnTo>
                  <a:pt x="55" y="115"/>
                </a:lnTo>
                <a:lnTo>
                  <a:pt x="55" y="114"/>
                </a:lnTo>
                <a:lnTo>
                  <a:pt x="56" y="113"/>
                </a:lnTo>
                <a:lnTo>
                  <a:pt x="56" y="112"/>
                </a:lnTo>
                <a:lnTo>
                  <a:pt x="56" y="111"/>
                </a:lnTo>
                <a:lnTo>
                  <a:pt x="56" y="110"/>
                </a:lnTo>
                <a:lnTo>
                  <a:pt x="57" y="108"/>
                </a:lnTo>
                <a:lnTo>
                  <a:pt x="57" y="107"/>
                </a:lnTo>
                <a:lnTo>
                  <a:pt x="57" y="106"/>
                </a:lnTo>
                <a:lnTo>
                  <a:pt x="59" y="105"/>
                </a:lnTo>
                <a:lnTo>
                  <a:pt x="59" y="104"/>
                </a:lnTo>
                <a:lnTo>
                  <a:pt x="59" y="103"/>
                </a:lnTo>
                <a:lnTo>
                  <a:pt x="60" y="102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8"/>
                </a:lnTo>
                <a:lnTo>
                  <a:pt x="61" y="97"/>
                </a:lnTo>
                <a:lnTo>
                  <a:pt x="62" y="96"/>
                </a:lnTo>
                <a:lnTo>
                  <a:pt x="62" y="94"/>
                </a:lnTo>
                <a:lnTo>
                  <a:pt x="63" y="92"/>
                </a:lnTo>
                <a:lnTo>
                  <a:pt x="63" y="90"/>
                </a:lnTo>
                <a:lnTo>
                  <a:pt x="64" y="89"/>
                </a:lnTo>
                <a:lnTo>
                  <a:pt x="64" y="87"/>
                </a:lnTo>
                <a:lnTo>
                  <a:pt x="65" y="86"/>
                </a:lnTo>
                <a:lnTo>
                  <a:pt x="65" y="84"/>
                </a:lnTo>
                <a:lnTo>
                  <a:pt x="66" y="83"/>
                </a:lnTo>
                <a:lnTo>
                  <a:pt x="66" y="82"/>
                </a:lnTo>
                <a:lnTo>
                  <a:pt x="66" y="81"/>
                </a:lnTo>
                <a:lnTo>
                  <a:pt x="67" y="80"/>
                </a:lnTo>
                <a:lnTo>
                  <a:pt x="67" y="79"/>
                </a:lnTo>
                <a:lnTo>
                  <a:pt x="67" y="78"/>
                </a:lnTo>
                <a:lnTo>
                  <a:pt x="67" y="77"/>
                </a:lnTo>
                <a:lnTo>
                  <a:pt x="68" y="75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9" y="71"/>
                </a:lnTo>
                <a:lnTo>
                  <a:pt x="69" y="70"/>
                </a:lnTo>
                <a:lnTo>
                  <a:pt x="69" y="69"/>
                </a:lnTo>
                <a:lnTo>
                  <a:pt x="69" y="68"/>
                </a:lnTo>
                <a:lnTo>
                  <a:pt x="69" y="67"/>
                </a:lnTo>
                <a:lnTo>
                  <a:pt x="69" y="66"/>
                </a:lnTo>
                <a:lnTo>
                  <a:pt x="69" y="65"/>
                </a:lnTo>
                <a:lnTo>
                  <a:pt x="70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0" y="59"/>
                </a:lnTo>
                <a:lnTo>
                  <a:pt x="70" y="57"/>
                </a:lnTo>
                <a:lnTo>
                  <a:pt x="70" y="56"/>
                </a:lnTo>
                <a:lnTo>
                  <a:pt x="70" y="55"/>
                </a:lnTo>
                <a:lnTo>
                  <a:pt x="70" y="53"/>
                </a:lnTo>
                <a:lnTo>
                  <a:pt x="71" y="52"/>
                </a:lnTo>
                <a:lnTo>
                  <a:pt x="71" y="51"/>
                </a:lnTo>
                <a:lnTo>
                  <a:pt x="71" y="50"/>
                </a:lnTo>
                <a:lnTo>
                  <a:pt x="71" y="49"/>
                </a:lnTo>
                <a:lnTo>
                  <a:pt x="71" y="48"/>
                </a:lnTo>
                <a:lnTo>
                  <a:pt x="71" y="47"/>
                </a:lnTo>
                <a:lnTo>
                  <a:pt x="71" y="46"/>
                </a:lnTo>
                <a:lnTo>
                  <a:pt x="71" y="45"/>
                </a:lnTo>
                <a:lnTo>
                  <a:pt x="71" y="43"/>
                </a:lnTo>
                <a:lnTo>
                  <a:pt x="71" y="42"/>
                </a:lnTo>
                <a:lnTo>
                  <a:pt x="71" y="41"/>
                </a:lnTo>
                <a:lnTo>
                  <a:pt x="72" y="41"/>
                </a:lnTo>
                <a:lnTo>
                  <a:pt x="72" y="40"/>
                </a:lnTo>
                <a:lnTo>
                  <a:pt x="72" y="39"/>
                </a:lnTo>
                <a:lnTo>
                  <a:pt x="72" y="38"/>
                </a:lnTo>
                <a:lnTo>
                  <a:pt x="72" y="37"/>
                </a:lnTo>
                <a:lnTo>
                  <a:pt x="72" y="36"/>
                </a:lnTo>
                <a:lnTo>
                  <a:pt x="72" y="35"/>
                </a:lnTo>
                <a:lnTo>
                  <a:pt x="73" y="35"/>
                </a:lnTo>
                <a:lnTo>
                  <a:pt x="73" y="34"/>
                </a:lnTo>
                <a:lnTo>
                  <a:pt x="73" y="33"/>
                </a:lnTo>
                <a:lnTo>
                  <a:pt x="73" y="32"/>
                </a:lnTo>
                <a:lnTo>
                  <a:pt x="73" y="31"/>
                </a:lnTo>
                <a:lnTo>
                  <a:pt x="73" y="30"/>
                </a:lnTo>
                <a:lnTo>
                  <a:pt x="74" y="30"/>
                </a:lnTo>
                <a:lnTo>
                  <a:pt x="74" y="29"/>
                </a:lnTo>
                <a:lnTo>
                  <a:pt x="74" y="28"/>
                </a:lnTo>
                <a:lnTo>
                  <a:pt x="74" y="26"/>
                </a:lnTo>
                <a:lnTo>
                  <a:pt x="74" y="25"/>
                </a:lnTo>
                <a:lnTo>
                  <a:pt x="76" y="24"/>
                </a:lnTo>
                <a:lnTo>
                  <a:pt x="76" y="23"/>
                </a:lnTo>
                <a:lnTo>
                  <a:pt x="76" y="22"/>
                </a:lnTo>
                <a:lnTo>
                  <a:pt x="76" y="21"/>
                </a:lnTo>
                <a:lnTo>
                  <a:pt x="76" y="20"/>
                </a:lnTo>
                <a:lnTo>
                  <a:pt x="76" y="19"/>
                </a:lnTo>
                <a:lnTo>
                  <a:pt x="76" y="18"/>
                </a:lnTo>
                <a:lnTo>
                  <a:pt x="76" y="17"/>
                </a:lnTo>
                <a:lnTo>
                  <a:pt x="76" y="16"/>
                </a:lnTo>
                <a:lnTo>
                  <a:pt x="76" y="15"/>
                </a:lnTo>
                <a:lnTo>
                  <a:pt x="76" y="14"/>
                </a:lnTo>
                <a:lnTo>
                  <a:pt x="76" y="13"/>
                </a:lnTo>
                <a:lnTo>
                  <a:pt x="76" y="12"/>
                </a:lnTo>
                <a:lnTo>
                  <a:pt x="76" y="10"/>
                </a:lnTo>
                <a:lnTo>
                  <a:pt x="74" y="8"/>
                </a:lnTo>
                <a:lnTo>
                  <a:pt x="74" y="7"/>
                </a:lnTo>
                <a:lnTo>
                  <a:pt x="74" y="5"/>
                </a:lnTo>
                <a:lnTo>
                  <a:pt x="74" y="4"/>
                </a:lnTo>
                <a:lnTo>
                  <a:pt x="74" y="2"/>
                </a:lnTo>
                <a:lnTo>
                  <a:pt x="74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29" name="Line 240"/>
          <p:cNvSpPr>
            <a:spLocks noChangeShapeType="1"/>
          </p:cNvSpPr>
          <p:nvPr/>
        </p:nvSpPr>
        <p:spPr bwMode="auto">
          <a:xfrm flipH="1">
            <a:off x="8836943" y="6549815"/>
            <a:ext cx="647983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0" name="Line 246"/>
          <p:cNvSpPr>
            <a:spLocks noChangeShapeType="1"/>
          </p:cNvSpPr>
          <p:nvPr/>
        </p:nvSpPr>
        <p:spPr bwMode="auto">
          <a:xfrm flipH="1">
            <a:off x="4786490" y="1860409"/>
            <a:ext cx="973103" cy="22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1" name="Freeform 247"/>
          <p:cNvSpPr>
            <a:spLocks/>
          </p:cNvSpPr>
          <p:nvPr/>
        </p:nvSpPr>
        <p:spPr bwMode="auto">
          <a:xfrm>
            <a:off x="3738880" y="1752036"/>
            <a:ext cx="4436534" cy="6439182"/>
          </a:xfrm>
          <a:custGeom>
            <a:avLst/>
            <a:gdLst>
              <a:gd name="T0" fmla="*/ 2147483646 w 5239"/>
              <a:gd name="T1" fmla="*/ 0 h 7604"/>
              <a:gd name="T2" fmla="*/ 2147483646 w 5239"/>
              <a:gd name="T3" fmla="*/ 0 h 7604"/>
              <a:gd name="T4" fmla="*/ 2147483646 w 5239"/>
              <a:gd name="T5" fmla="*/ 2147483646 h 7604"/>
              <a:gd name="T6" fmla="*/ 0 w 5239"/>
              <a:gd name="T7" fmla="*/ 2147483646 h 76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239" h="7604">
                <a:moveTo>
                  <a:pt x="5239" y="0"/>
                </a:moveTo>
                <a:lnTo>
                  <a:pt x="4983" y="0"/>
                </a:lnTo>
                <a:lnTo>
                  <a:pt x="4983" y="7604"/>
                </a:lnTo>
                <a:lnTo>
                  <a:pt x="0" y="7604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2" name="Rectangle 248"/>
          <p:cNvSpPr>
            <a:spLocks noChangeArrowheads="1"/>
          </p:cNvSpPr>
          <p:nvPr/>
        </p:nvSpPr>
        <p:spPr bwMode="auto">
          <a:xfrm>
            <a:off x="8622816" y="1666241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633" name="Rectangle 249"/>
          <p:cNvSpPr>
            <a:spLocks noChangeArrowheads="1"/>
          </p:cNvSpPr>
          <p:nvPr/>
        </p:nvSpPr>
        <p:spPr bwMode="auto">
          <a:xfrm>
            <a:off x="3296393" y="8091876"/>
            <a:ext cx="492122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Clock </a:t>
            </a:r>
            <a:endParaRPr lang="en-US" altLang="en-US" sz="2560"/>
          </a:p>
        </p:txBody>
      </p:sp>
      <p:sp>
        <p:nvSpPr>
          <p:cNvPr id="25634" name="Rectangle 250"/>
          <p:cNvSpPr>
            <a:spLocks noChangeArrowheads="1"/>
          </p:cNvSpPr>
          <p:nvPr/>
        </p:nvSpPr>
        <p:spPr bwMode="auto">
          <a:xfrm>
            <a:off x="9614352" y="1126633"/>
            <a:ext cx="13625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25635" name="Freeform 251"/>
          <p:cNvSpPr>
            <a:spLocks/>
          </p:cNvSpPr>
          <p:nvPr/>
        </p:nvSpPr>
        <p:spPr bwMode="auto">
          <a:xfrm>
            <a:off x="5037104" y="654756"/>
            <a:ext cx="4057226" cy="557672"/>
          </a:xfrm>
          <a:custGeom>
            <a:avLst/>
            <a:gdLst>
              <a:gd name="T0" fmla="*/ 0 w 4792"/>
              <a:gd name="T1" fmla="*/ 0 h 660"/>
              <a:gd name="T2" fmla="*/ 2147483646 w 4792"/>
              <a:gd name="T3" fmla="*/ 0 h 660"/>
              <a:gd name="T4" fmla="*/ 2147483646 w 4792"/>
              <a:gd name="T5" fmla="*/ 2147483646 h 6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792" h="660">
                <a:moveTo>
                  <a:pt x="0" y="0"/>
                </a:moveTo>
                <a:lnTo>
                  <a:pt x="4792" y="0"/>
                </a:lnTo>
                <a:lnTo>
                  <a:pt x="4792" y="66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6" name="Freeform 252"/>
          <p:cNvSpPr>
            <a:spLocks/>
          </p:cNvSpPr>
          <p:nvPr/>
        </p:nvSpPr>
        <p:spPr bwMode="auto">
          <a:xfrm>
            <a:off x="4784233" y="1752036"/>
            <a:ext cx="4310097" cy="758613"/>
          </a:xfrm>
          <a:custGeom>
            <a:avLst/>
            <a:gdLst>
              <a:gd name="T0" fmla="*/ 0 w 5090"/>
              <a:gd name="T1" fmla="*/ 2147483646 h 894"/>
              <a:gd name="T2" fmla="*/ 0 w 5090"/>
              <a:gd name="T3" fmla="*/ 2147483646 h 894"/>
              <a:gd name="T4" fmla="*/ 2147483646 w 5090"/>
              <a:gd name="T5" fmla="*/ 2147483646 h 894"/>
              <a:gd name="T6" fmla="*/ 2147483646 w 5090"/>
              <a:gd name="T7" fmla="*/ 0 h 894"/>
              <a:gd name="T8" fmla="*/ 2147483646 w 5090"/>
              <a:gd name="T9" fmla="*/ 0 h 8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90" h="894">
                <a:moveTo>
                  <a:pt x="0" y="128"/>
                </a:moveTo>
                <a:lnTo>
                  <a:pt x="0" y="894"/>
                </a:lnTo>
                <a:lnTo>
                  <a:pt x="5090" y="894"/>
                </a:lnTo>
                <a:lnTo>
                  <a:pt x="5090" y="0"/>
                </a:lnTo>
                <a:lnTo>
                  <a:pt x="477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7" name="Line 259"/>
          <p:cNvSpPr>
            <a:spLocks noChangeShapeType="1"/>
          </p:cNvSpPr>
          <p:nvPr/>
        </p:nvSpPr>
        <p:spPr bwMode="auto">
          <a:xfrm>
            <a:off x="3723077" y="1031806"/>
            <a:ext cx="1928142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8" name="Freeform 260"/>
          <p:cNvSpPr>
            <a:spLocks/>
          </p:cNvSpPr>
          <p:nvPr/>
        </p:nvSpPr>
        <p:spPr bwMode="auto">
          <a:xfrm>
            <a:off x="5271912" y="995681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700305535 w 43"/>
              <a:gd name="T9" fmla="*/ 1014321237 h 43"/>
              <a:gd name="T10" fmla="*/ 1275316279 w 43"/>
              <a:gd name="T11" fmla="*/ 1420119907 h 43"/>
              <a:gd name="T12" fmla="*/ 850327023 w 43"/>
              <a:gd name="T13" fmla="*/ 2028991577 h 43"/>
              <a:gd name="T14" fmla="*/ 424989256 w 43"/>
              <a:gd name="T15" fmla="*/ 2147483646 h 43"/>
              <a:gd name="T16" fmla="*/ 21249462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12494628 w 43"/>
              <a:gd name="T27" fmla="*/ 2147483646 h 43"/>
              <a:gd name="T28" fmla="*/ 424989256 w 43"/>
              <a:gd name="T29" fmla="*/ 2147483646 h 43"/>
              <a:gd name="T30" fmla="*/ 850327023 w 43"/>
              <a:gd name="T31" fmla="*/ 2147483646 h 43"/>
              <a:gd name="T32" fmla="*/ 1275316279 w 43"/>
              <a:gd name="T33" fmla="*/ 2147483646 h 43"/>
              <a:gd name="T34" fmla="*/ 1700305535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5"/>
                </a:lnTo>
                <a:lnTo>
                  <a:pt x="8" y="5"/>
                </a:lnTo>
                <a:lnTo>
                  <a:pt x="7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8"/>
                </a:lnTo>
                <a:lnTo>
                  <a:pt x="7" y="39"/>
                </a:lnTo>
                <a:lnTo>
                  <a:pt x="8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1"/>
                </a:lnTo>
                <a:lnTo>
                  <a:pt x="43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39" name="Freeform 261"/>
          <p:cNvSpPr>
            <a:spLocks/>
          </p:cNvSpPr>
          <p:nvPr/>
        </p:nvSpPr>
        <p:spPr bwMode="auto">
          <a:xfrm>
            <a:off x="5260622" y="1002453"/>
            <a:ext cx="45156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2147483646 w 52"/>
              <a:gd name="T9" fmla="*/ 1331656668 h 52"/>
              <a:gd name="T10" fmla="*/ 1775293313 w 52"/>
              <a:gd name="T11" fmla="*/ 1775293313 h 52"/>
              <a:gd name="T12" fmla="*/ 1109838346 w 52"/>
              <a:gd name="T13" fmla="*/ 2147483646 h 52"/>
              <a:gd name="T14" fmla="*/ 665828029 w 52"/>
              <a:gd name="T15" fmla="*/ 2147483646 h 52"/>
              <a:gd name="T16" fmla="*/ 444009707 w 52"/>
              <a:gd name="T17" fmla="*/ 2147483646 h 52"/>
              <a:gd name="T18" fmla="*/ 221818322 w 52"/>
              <a:gd name="T19" fmla="*/ 2147483646 h 52"/>
              <a:gd name="T20" fmla="*/ 0 w 52"/>
              <a:gd name="T21" fmla="*/ 2147483646 h 52"/>
              <a:gd name="T22" fmla="*/ 221818322 w 52"/>
              <a:gd name="T23" fmla="*/ 2147483646 h 52"/>
              <a:gd name="T24" fmla="*/ 221818322 w 52"/>
              <a:gd name="T25" fmla="*/ 2147483646 h 52"/>
              <a:gd name="T26" fmla="*/ 444009707 w 52"/>
              <a:gd name="T27" fmla="*/ 2147483646 h 52"/>
              <a:gd name="T28" fmla="*/ 887646962 w 52"/>
              <a:gd name="T29" fmla="*/ 2147483646 h 52"/>
              <a:gd name="T30" fmla="*/ 1553474990 w 52"/>
              <a:gd name="T31" fmla="*/ 2147483646 h 52"/>
              <a:gd name="T32" fmla="*/ 1997484697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997484697 h 52"/>
              <a:gd name="T76" fmla="*/ 2147483646 w 52"/>
              <a:gd name="T77" fmla="*/ 1553474990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5" y="10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7" y="42"/>
                </a:lnTo>
                <a:lnTo>
                  <a:pt x="8" y="43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4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3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0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2" y="5"/>
                </a:lnTo>
                <a:lnTo>
                  <a:pt x="42" y="4"/>
                </a:lnTo>
                <a:lnTo>
                  <a:pt x="41" y="4"/>
                </a:lnTo>
                <a:lnTo>
                  <a:pt x="40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40" name="Line 262"/>
          <p:cNvSpPr>
            <a:spLocks noChangeShapeType="1"/>
          </p:cNvSpPr>
          <p:nvPr/>
        </p:nvSpPr>
        <p:spPr bwMode="auto">
          <a:xfrm>
            <a:off x="5289974" y="1591735"/>
            <a:ext cx="469618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1" name="Freeform 264"/>
          <p:cNvSpPr>
            <a:spLocks/>
          </p:cNvSpPr>
          <p:nvPr/>
        </p:nvSpPr>
        <p:spPr bwMode="auto">
          <a:xfrm>
            <a:off x="5644445" y="975361"/>
            <a:ext cx="97085" cy="97085"/>
          </a:xfrm>
          <a:custGeom>
            <a:avLst/>
            <a:gdLst>
              <a:gd name="T0" fmla="*/ 2147483646 w 115"/>
              <a:gd name="T1" fmla="*/ 207886953 h 115"/>
              <a:gd name="T2" fmla="*/ 2147483646 w 115"/>
              <a:gd name="T3" fmla="*/ 415773906 h 115"/>
              <a:gd name="T4" fmla="*/ 2147483646 w 115"/>
              <a:gd name="T5" fmla="*/ 1039786765 h 115"/>
              <a:gd name="T6" fmla="*/ 2147483646 w 115"/>
              <a:gd name="T7" fmla="*/ 1663447624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1904102598 w 115"/>
              <a:gd name="T13" fmla="*/ 2147483646 h 115"/>
              <a:gd name="T14" fmla="*/ 1057756554 w 115"/>
              <a:gd name="T15" fmla="*/ 2147483646 h 115"/>
              <a:gd name="T16" fmla="*/ 423173022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11410511 w 115"/>
              <a:gd name="T25" fmla="*/ 2147483646 h 115"/>
              <a:gd name="T26" fmla="*/ 846346043 w 115"/>
              <a:gd name="T27" fmla="*/ 2147483646 h 115"/>
              <a:gd name="T28" fmla="*/ 1692692680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079220936 h 115"/>
              <a:gd name="T80" fmla="*/ 2147483646 w 115"/>
              <a:gd name="T81" fmla="*/ 1247673718 h 115"/>
              <a:gd name="T82" fmla="*/ 2147483646 w 115"/>
              <a:gd name="T83" fmla="*/ 623660859 h 115"/>
              <a:gd name="T84" fmla="*/ 2147483646 w 115"/>
              <a:gd name="T85" fmla="*/ 207886953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7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2" y="2"/>
                </a:lnTo>
                <a:lnTo>
                  <a:pt x="40" y="3"/>
                </a:lnTo>
                <a:lnTo>
                  <a:pt x="37" y="4"/>
                </a:lnTo>
                <a:lnTo>
                  <a:pt x="35" y="5"/>
                </a:lnTo>
                <a:lnTo>
                  <a:pt x="32" y="6"/>
                </a:lnTo>
                <a:lnTo>
                  <a:pt x="30" y="7"/>
                </a:lnTo>
                <a:lnTo>
                  <a:pt x="27" y="8"/>
                </a:lnTo>
                <a:lnTo>
                  <a:pt x="24" y="10"/>
                </a:lnTo>
                <a:lnTo>
                  <a:pt x="22" y="11"/>
                </a:lnTo>
                <a:lnTo>
                  <a:pt x="20" y="13"/>
                </a:lnTo>
                <a:lnTo>
                  <a:pt x="18" y="15"/>
                </a:lnTo>
                <a:lnTo>
                  <a:pt x="17" y="17"/>
                </a:lnTo>
                <a:lnTo>
                  <a:pt x="15" y="19"/>
                </a:lnTo>
                <a:lnTo>
                  <a:pt x="12" y="21"/>
                </a:lnTo>
                <a:lnTo>
                  <a:pt x="10" y="23"/>
                </a:lnTo>
                <a:lnTo>
                  <a:pt x="9" y="25"/>
                </a:lnTo>
                <a:lnTo>
                  <a:pt x="8" y="27"/>
                </a:lnTo>
                <a:lnTo>
                  <a:pt x="6" y="30"/>
                </a:lnTo>
                <a:lnTo>
                  <a:pt x="5" y="33"/>
                </a:lnTo>
                <a:lnTo>
                  <a:pt x="4" y="35"/>
                </a:lnTo>
                <a:lnTo>
                  <a:pt x="3" y="38"/>
                </a:lnTo>
                <a:lnTo>
                  <a:pt x="2" y="40"/>
                </a:lnTo>
                <a:lnTo>
                  <a:pt x="1" y="43"/>
                </a:lnTo>
                <a:lnTo>
                  <a:pt x="1" y="46"/>
                </a:lnTo>
                <a:lnTo>
                  <a:pt x="0" y="49"/>
                </a:lnTo>
                <a:lnTo>
                  <a:pt x="0" y="52"/>
                </a:lnTo>
                <a:lnTo>
                  <a:pt x="0" y="55"/>
                </a:lnTo>
                <a:lnTo>
                  <a:pt x="0" y="57"/>
                </a:lnTo>
                <a:lnTo>
                  <a:pt x="0" y="60"/>
                </a:lnTo>
                <a:lnTo>
                  <a:pt x="0" y="63"/>
                </a:lnTo>
                <a:lnTo>
                  <a:pt x="0" y="67"/>
                </a:lnTo>
                <a:lnTo>
                  <a:pt x="1" y="69"/>
                </a:lnTo>
                <a:lnTo>
                  <a:pt x="1" y="72"/>
                </a:lnTo>
                <a:lnTo>
                  <a:pt x="2" y="75"/>
                </a:lnTo>
                <a:lnTo>
                  <a:pt x="3" y="77"/>
                </a:lnTo>
                <a:lnTo>
                  <a:pt x="4" y="80"/>
                </a:lnTo>
                <a:lnTo>
                  <a:pt x="5" y="83"/>
                </a:lnTo>
                <a:lnTo>
                  <a:pt x="6" y="85"/>
                </a:lnTo>
                <a:lnTo>
                  <a:pt x="8" y="87"/>
                </a:lnTo>
                <a:lnTo>
                  <a:pt x="9" y="90"/>
                </a:lnTo>
                <a:lnTo>
                  <a:pt x="10" y="92"/>
                </a:lnTo>
                <a:lnTo>
                  <a:pt x="12" y="94"/>
                </a:lnTo>
                <a:lnTo>
                  <a:pt x="15" y="96"/>
                </a:lnTo>
                <a:lnTo>
                  <a:pt x="17" y="99"/>
                </a:lnTo>
                <a:lnTo>
                  <a:pt x="18" y="100"/>
                </a:lnTo>
                <a:lnTo>
                  <a:pt x="20" y="102"/>
                </a:lnTo>
                <a:lnTo>
                  <a:pt x="22" y="104"/>
                </a:lnTo>
                <a:lnTo>
                  <a:pt x="24" y="105"/>
                </a:lnTo>
                <a:lnTo>
                  <a:pt x="27" y="107"/>
                </a:lnTo>
                <a:lnTo>
                  <a:pt x="30" y="108"/>
                </a:lnTo>
                <a:lnTo>
                  <a:pt x="32" y="109"/>
                </a:lnTo>
                <a:lnTo>
                  <a:pt x="35" y="110"/>
                </a:lnTo>
                <a:lnTo>
                  <a:pt x="37" y="111"/>
                </a:lnTo>
                <a:lnTo>
                  <a:pt x="40" y="112"/>
                </a:lnTo>
                <a:lnTo>
                  <a:pt x="42" y="113"/>
                </a:lnTo>
                <a:lnTo>
                  <a:pt x="46" y="113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7" y="115"/>
                </a:lnTo>
                <a:lnTo>
                  <a:pt x="59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3"/>
                </a:lnTo>
                <a:lnTo>
                  <a:pt x="71" y="113"/>
                </a:lnTo>
                <a:lnTo>
                  <a:pt x="74" y="112"/>
                </a:lnTo>
                <a:lnTo>
                  <a:pt x="76" y="111"/>
                </a:lnTo>
                <a:lnTo>
                  <a:pt x="80" y="110"/>
                </a:lnTo>
                <a:lnTo>
                  <a:pt x="82" y="109"/>
                </a:lnTo>
                <a:lnTo>
                  <a:pt x="84" y="108"/>
                </a:lnTo>
                <a:lnTo>
                  <a:pt x="87" y="107"/>
                </a:lnTo>
                <a:lnTo>
                  <a:pt x="89" y="105"/>
                </a:lnTo>
                <a:lnTo>
                  <a:pt x="91" y="104"/>
                </a:lnTo>
                <a:lnTo>
                  <a:pt x="93" y="102"/>
                </a:lnTo>
                <a:lnTo>
                  <a:pt x="96" y="100"/>
                </a:lnTo>
                <a:lnTo>
                  <a:pt x="98" y="99"/>
                </a:lnTo>
                <a:lnTo>
                  <a:pt x="100" y="96"/>
                </a:lnTo>
                <a:lnTo>
                  <a:pt x="101" y="94"/>
                </a:lnTo>
                <a:lnTo>
                  <a:pt x="103" y="92"/>
                </a:lnTo>
                <a:lnTo>
                  <a:pt x="104" y="90"/>
                </a:lnTo>
                <a:lnTo>
                  <a:pt x="106" y="87"/>
                </a:lnTo>
                <a:lnTo>
                  <a:pt x="107" y="85"/>
                </a:lnTo>
                <a:lnTo>
                  <a:pt x="108" y="83"/>
                </a:lnTo>
                <a:lnTo>
                  <a:pt x="109" y="80"/>
                </a:lnTo>
                <a:lnTo>
                  <a:pt x="110" y="77"/>
                </a:lnTo>
                <a:lnTo>
                  <a:pt x="112" y="75"/>
                </a:lnTo>
                <a:lnTo>
                  <a:pt x="113" y="72"/>
                </a:lnTo>
                <a:lnTo>
                  <a:pt x="114" y="69"/>
                </a:lnTo>
                <a:lnTo>
                  <a:pt x="114" y="67"/>
                </a:lnTo>
                <a:lnTo>
                  <a:pt x="114" y="63"/>
                </a:lnTo>
                <a:lnTo>
                  <a:pt x="115" y="60"/>
                </a:lnTo>
                <a:lnTo>
                  <a:pt x="115" y="57"/>
                </a:lnTo>
                <a:lnTo>
                  <a:pt x="115" y="55"/>
                </a:lnTo>
                <a:lnTo>
                  <a:pt x="114" y="52"/>
                </a:lnTo>
                <a:lnTo>
                  <a:pt x="114" y="49"/>
                </a:lnTo>
                <a:lnTo>
                  <a:pt x="114" y="46"/>
                </a:lnTo>
                <a:lnTo>
                  <a:pt x="113" y="43"/>
                </a:lnTo>
                <a:lnTo>
                  <a:pt x="112" y="40"/>
                </a:lnTo>
                <a:lnTo>
                  <a:pt x="110" y="38"/>
                </a:lnTo>
                <a:lnTo>
                  <a:pt x="109" y="35"/>
                </a:lnTo>
                <a:lnTo>
                  <a:pt x="108" y="33"/>
                </a:lnTo>
                <a:lnTo>
                  <a:pt x="107" y="30"/>
                </a:lnTo>
                <a:lnTo>
                  <a:pt x="106" y="27"/>
                </a:lnTo>
                <a:lnTo>
                  <a:pt x="104" y="25"/>
                </a:lnTo>
                <a:lnTo>
                  <a:pt x="103" y="23"/>
                </a:lnTo>
                <a:lnTo>
                  <a:pt x="101" y="21"/>
                </a:lnTo>
                <a:lnTo>
                  <a:pt x="100" y="19"/>
                </a:lnTo>
                <a:lnTo>
                  <a:pt x="98" y="17"/>
                </a:lnTo>
                <a:lnTo>
                  <a:pt x="96" y="15"/>
                </a:lnTo>
                <a:lnTo>
                  <a:pt x="93" y="13"/>
                </a:lnTo>
                <a:lnTo>
                  <a:pt x="91" y="11"/>
                </a:lnTo>
                <a:lnTo>
                  <a:pt x="89" y="10"/>
                </a:lnTo>
                <a:lnTo>
                  <a:pt x="87" y="8"/>
                </a:lnTo>
                <a:lnTo>
                  <a:pt x="84" y="7"/>
                </a:lnTo>
                <a:lnTo>
                  <a:pt x="82" y="6"/>
                </a:lnTo>
                <a:lnTo>
                  <a:pt x="80" y="5"/>
                </a:lnTo>
                <a:lnTo>
                  <a:pt x="76" y="4"/>
                </a:lnTo>
                <a:lnTo>
                  <a:pt x="74" y="3"/>
                </a:lnTo>
                <a:lnTo>
                  <a:pt x="71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59" y="1"/>
                </a:lnTo>
                <a:lnTo>
                  <a:pt x="57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2" name="Freeform 265"/>
          <p:cNvSpPr>
            <a:spLocks/>
          </p:cNvSpPr>
          <p:nvPr/>
        </p:nvSpPr>
        <p:spPr bwMode="auto">
          <a:xfrm>
            <a:off x="7940605" y="3844996"/>
            <a:ext cx="36124" cy="36124"/>
          </a:xfrm>
          <a:custGeom>
            <a:avLst/>
            <a:gdLst>
              <a:gd name="T0" fmla="*/ 2147483646 w 42"/>
              <a:gd name="T1" fmla="*/ 217613290 h 42"/>
              <a:gd name="T2" fmla="*/ 2147483646 w 42"/>
              <a:gd name="T3" fmla="*/ 217613290 h 42"/>
              <a:gd name="T4" fmla="*/ 2147483646 w 42"/>
              <a:gd name="T5" fmla="*/ 435592462 h 42"/>
              <a:gd name="T6" fmla="*/ 2147483646 w 42"/>
              <a:gd name="T7" fmla="*/ 653206357 h 42"/>
              <a:gd name="T8" fmla="*/ 1824661614 w 42"/>
              <a:gd name="T9" fmla="*/ 870819648 h 42"/>
              <a:gd name="T10" fmla="*/ 1368587681 w 42"/>
              <a:gd name="T11" fmla="*/ 1306412714 h 42"/>
              <a:gd name="T12" fmla="*/ 912513748 w 42"/>
              <a:gd name="T13" fmla="*/ 1959618467 h 42"/>
              <a:gd name="T14" fmla="*/ 456073933 w 42"/>
              <a:gd name="T15" fmla="*/ 2147483646 h 42"/>
              <a:gd name="T16" fmla="*/ 228219605 w 42"/>
              <a:gd name="T17" fmla="*/ 2147483646 h 42"/>
              <a:gd name="T18" fmla="*/ 0 w 42"/>
              <a:gd name="T19" fmla="*/ 2147483646 h 42"/>
              <a:gd name="T20" fmla="*/ 0 w 42"/>
              <a:gd name="T21" fmla="*/ 2147483646 h 42"/>
              <a:gd name="T22" fmla="*/ 0 w 42"/>
              <a:gd name="T23" fmla="*/ 2147483646 h 42"/>
              <a:gd name="T24" fmla="*/ 0 w 42"/>
              <a:gd name="T25" fmla="*/ 2147483646 h 42"/>
              <a:gd name="T26" fmla="*/ 228219605 w 42"/>
              <a:gd name="T27" fmla="*/ 2147483646 h 42"/>
              <a:gd name="T28" fmla="*/ 456073933 w 42"/>
              <a:gd name="T29" fmla="*/ 2147483646 h 42"/>
              <a:gd name="T30" fmla="*/ 912513748 w 42"/>
              <a:gd name="T31" fmla="*/ 2147483646 h 42"/>
              <a:gd name="T32" fmla="*/ 1368587681 w 42"/>
              <a:gd name="T33" fmla="*/ 2147483646 h 42"/>
              <a:gd name="T34" fmla="*/ 1824661614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2147483646 w 42"/>
              <a:gd name="T71" fmla="*/ 2147483646 h 42"/>
              <a:gd name="T72" fmla="*/ 2147483646 w 42"/>
              <a:gd name="T73" fmla="*/ 2147483646 h 42"/>
              <a:gd name="T74" fmla="*/ 2147483646 w 42"/>
              <a:gd name="T75" fmla="*/ 1959618467 h 42"/>
              <a:gd name="T76" fmla="*/ 2147483646 w 42"/>
              <a:gd name="T77" fmla="*/ 1306412714 h 42"/>
              <a:gd name="T78" fmla="*/ 2147483646 w 42"/>
              <a:gd name="T79" fmla="*/ 870819648 h 42"/>
              <a:gd name="T80" fmla="*/ 2147483646 w 42"/>
              <a:gd name="T81" fmla="*/ 653206357 h 42"/>
              <a:gd name="T82" fmla="*/ 2147483646 w 42"/>
              <a:gd name="T83" fmla="*/ 435592462 h 42"/>
              <a:gd name="T84" fmla="*/ 2147483646 w 42"/>
              <a:gd name="T85" fmla="*/ 217613290 h 42"/>
              <a:gd name="T86" fmla="*/ 2147483646 w 42"/>
              <a:gd name="T87" fmla="*/ 217613290 h 42"/>
              <a:gd name="T88" fmla="*/ 2147483646 w 42"/>
              <a:gd name="T89" fmla="*/ 2147483646 h 4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2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1"/>
                </a:lnTo>
                <a:lnTo>
                  <a:pt x="2" y="12"/>
                </a:lnTo>
                <a:lnTo>
                  <a:pt x="1" y="13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39"/>
                </a:lnTo>
                <a:lnTo>
                  <a:pt x="9" y="40"/>
                </a:lnTo>
                <a:lnTo>
                  <a:pt x="10" y="40"/>
                </a:lnTo>
                <a:lnTo>
                  <a:pt x="11" y="41"/>
                </a:lnTo>
                <a:lnTo>
                  <a:pt x="13" y="41"/>
                </a:lnTo>
                <a:lnTo>
                  <a:pt x="14" y="41"/>
                </a:lnTo>
                <a:lnTo>
                  <a:pt x="15" y="42"/>
                </a:lnTo>
                <a:lnTo>
                  <a:pt x="16" y="42"/>
                </a:lnTo>
                <a:lnTo>
                  <a:pt x="17" y="42"/>
                </a:lnTo>
                <a:lnTo>
                  <a:pt x="18" y="42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3" y="42"/>
                </a:lnTo>
                <a:lnTo>
                  <a:pt x="24" y="42"/>
                </a:lnTo>
                <a:lnTo>
                  <a:pt x="25" y="42"/>
                </a:lnTo>
                <a:lnTo>
                  <a:pt x="26" y="42"/>
                </a:lnTo>
                <a:lnTo>
                  <a:pt x="27" y="42"/>
                </a:lnTo>
                <a:lnTo>
                  <a:pt x="29" y="41"/>
                </a:lnTo>
                <a:lnTo>
                  <a:pt x="30" y="41"/>
                </a:lnTo>
                <a:lnTo>
                  <a:pt x="31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29"/>
                </a:lnTo>
                <a:lnTo>
                  <a:pt x="40" y="28"/>
                </a:lnTo>
                <a:lnTo>
                  <a:pt x="41" y="27"/>
                </a:lnTo>
                <a:lnTo>
                  <a:pt x="41" y="26"/>
                </a:lnTo>
                <a:lnTo>
                  <a:pt x="41" y="25"/>
                </a:lnTo>
                <a:lnTo>
                  <a:pt x="42" y="24"/>
                </a:lnTo>
                <a:lnTo>
                  <a:pt x="42" y="23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3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3" name="Freeform 266"/>
          <p:cNvSpPr>
            <a:spLocks/>
          </p:cNvSpPr>
          <p:nvPr/>
        </p:nvSpPr>
        <p:spPr bwMode="auto">
          <a:xfrm>
            <a:off x="7929315" y="3833706"/>
            <a:ext cx="45156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30393264 h 52"/>
              <a:gd name="T4" fmla="*/ 2147483646 w 52"/>
              <a:gd name="T5" fmla="*/ 460785918 h 52"/>
              <a:gd name="T6" fmla="*/ 2147483646 w 52"/>
              <a:gd name="T7" fmla="*/ 921944899 h 52"/>
              <a:gd name="T8" fmla="*/ 2074282452 w 52"/>
              <a:gd name="T9" fmla="*/ 1382730817 h 52"/>
              <a:gd name="T10" fmla="*/ 1613123471 w 52"/>
              <a:gd name="T11" fmla="*/ 1843889188 h 52"/>
              <a:gd name="T12" fmla="*/ 1152337553 w 52"/>
              <a:gd name="T13" fmla="*/ 2147483646 h 52"/>
              <a:gd name="T14" fmla="*/ 691551635 w 52"/>
              <a:gd name="T15" fmla="*/ 2147483646 h 52"/>
              <a:gd name="T16" fmla="*/ 460785918 w 52"/>
              <a:gd name="T17" fmla="*/ 2147483646 h 52"/>
              <a:gd name="T18" fmla="*/ 230393264 w 52"/>
              <a:gd name="T19" fmla="*/ 2147483646 h 52"/>
              <a:gd name="T20" fmla="*/ 0 w 52"/>
              <a:gd name="T21" fmla="*/ 2147483646 h 52"/>
              <a:gd name="T22" fmla="*/ 230393264 w 52"/>
              <a:gd name="T23" fmla="*/ 2147483646 h 52"/>
              <a:gd name="T24" fmla="*/ 230393264 w 52"/>
              <a:gd name="T25" fmla="*/ 2147483646 h 52"/>
              <a:gd name="T26" fmla="*/ 460785918 w 52"/>
              <a:gd name="T27" fmla="*/ 2147483646 h 52"/>
              <a:gd name="T28" fmla="*/ 921944899 w 52"/>
              <a:gd name="T29" fmla="*/ 2147483646 h 52"/>
              <a:gd name="T30" fmla="*/ 1382730817 w 52"/>
              <a:gd name="T31" fmla="*/ 2147483646 h 52"/>
              <a:gd name="T32" fmla="*/ 1843889188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2074282452 h 52"/>
              <a:gd name="T76" fmla="*/ 2147483646 w 52"/>
              <a:gd name="T77" fmla="*/ 1613123471 h 52"/>
              <a:gd name="T78" fmla="*/ 2147483646 w 52"/>
              <a:gd name="T79" fmla="*/ 921944899 h 52"/>
              <a:gd name="T80" fmla="*/ 2147483646 w 52"/>
              <a:gd name="T81" fmla="*/ 691551635 h 52"/>
              <a:gd name="T82" fmla="*/ 2147483646 w 52"/>
              <a:gd name="T83" fmla="*/ 230393264 h 52"/>
              <a:gd name="T84" fmla="*/ 2147483646 w 52"/>
              <a:gd name="T85" fmla="*/ 230393264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6" y="9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5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1" y="5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44" name="Freeform 267"/>
          <p:cNvSpPr>
            <a:spLocks/>
          </p:cNvSpPr>
          <p:nvPr/>
        </p:nvSpPr>
        <p:spPr bwMode="auto">
          <a:xfrm>
            <a:off x="8805333" y="3357317"/>
            <a:ext cx="650240" cy="2257"/>
          </a:xfrm>
          <a:custGeom>
            <a:avLst/>
            <a:gdLst>
              <a:gd name="T0" fmla="*/ 2147483646 w 767"/>
              <a:gd name="T1" fmla="*/ 0 h 1190"/>
              <a:gd name="T2" fmla="*/ 0 w 767"/>
              <a:gd name="T3" fmla="*/ 0 h 1190"/>
              <a:gd name="T4" fmla="*/ 2147483646 w 767"/>
              <a:gd name="T5" fmla="*/ 0 h 11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7" h="1190">
                <a:moveTo>
                  <a:pt x="767" y="0"/>
                </a:moveTo>
                <a:lnTo>
                  <a:pt x="0" y="0"/>
                </a:lnTo>
                <a:lnTo>
                  <a:pt x="7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5" name="Line 268"/>
          <p:cNvSpPr>
            <a:spLocks noChangeShapeType="1"/>
          </p:cNvSpPr>
          <p:nvPr/>
        </p:nvSpPr>
        <p:spPr bwMode="auto">
          <a:xfrm flipH="1">
            <a:off x="8805333" y="3357317"/>
            <a:ext cx="650240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6" name="Line 269"/>
          <p:cNvSpPr>
            <a:spLocks noChangeShapeType="1"/>
          </p:cNvSpPr>
          <p:nvPr/>
        </p:nvSpPr>
        <p:spPr bwMode="auto">
          <a:xfrm>
            <a:off x="6245013" y="3233138"/>
            <a:ext cx="325120" cy="22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7" name="Freeform 271"/>
          <p:cNvSpPr>
            <a:spLocks/>
          </p:cNvSpPr>
          <p:nvPr/>
        </p:nvSpPr>
        <p:spPr bwMode="auto">
          <a:xfrm>
            <a:off x="6529494" y="3151858"/>
            <a:ext cx="539610" cy="203200"/>
          </a:xfrm>
          <a:custGeom>
            <a:avLst/>
            <a:gdLst>
              <a:gd name="T0" fmla="*/ 2147483646 w 637"/>
              <a:gd name="T1" fmla="*/ 0 h 240"/>
              <a:gd name="T2" fmla="*/ 2147483646 w 637"/>
              <a:gd name="T3" fmla="*/ 0 h 240"/>
              <a:gd name="T4" fmla="*/ 2147483646 w 637"/>
              <a:gd name="T5" fmla="*/ 0 h 240"/>
              <a:gd name="T6" fmla="*/ 2147483646 w 637"/>
              <a:gd name="T7" fmla="*/ 0 h 240"/>
              <a:gd name="T8" fmla="*/ 2147483646 w 637"/>
              <a:gd name="T9" fmla="*/ 210866236 h 240"/>
              <a:gd name="T10" fmla="*/ 2147483646 w 637"/>
              <a:gd name="T11" fmla="*/ 422086683 h 240"/>
              <a:gd name="T12" fmla="*/ 2147483646 w 637"/>
              <a:gd name="T13" fmla="*/ 422086683 h 240"/>
              <a:gd name="T14" fmla="*/ 2147483646 w 637"/>
              <a:gd name="T15" fmla="*/ 632952919 h 240"/>
              <a:gd name="T16" fmla="*/ 2147483646 w 637"/>
              <a:gd name="T17" fmla="*/ 843819155 h 240"/>
              <a:gd name="T18" fmla="*/ 2147483646 w 637"/>
              <a:gd name="T19" fmla="*/ 1055039602 h 240"/>
              <a:gd name="T20" fmla="*/ 2147483646 w 637"/>
              <a:gd name="T21" fmla="*/ 1265905838 h 240"/>
              <a:gd name="T22" fmla="*/ 2147483646 w 637"/>
              <a:gd name="T23" fmla="*/ 1687992520 h 240"/>
              <a:gd name="T24" fmla="*/ 2147483646 w 637"/>
              <a:gd name="T25" fmla="*/ 1898858756 h 240"/>
              <a:gd name="T26" fmla="*/ 2147483646 w 637"/>
              <a:gd name="T27" fmla="*/ 2147483646 h 240"/>
              <a:gd name="T28" fmla="*/ 2147483646 w 637"/>
              <a:gd name="T29" fmla="*/ 2147483646 h 240"/>
              <a:gd name="T30" fmla="*/ 2147483646 w 637"/>
              <a:gd name="T31" fmla="*/ 2147483646 h 240"/>
              <a:gd name="T32" fmla="*/ 2147483646 w 637"/>
              <a:gd name="T33" fmla="*/ 2147483646 h 240"/>
              <a:gd name="T34" fmla="*/ 2147483646 w 637"/>
              <a:gd name="T35" fmla="*/ 2147483646 h 240"/>
              <a:gd name="T36" fmla="*/ 2147483646 w 637"/>
              <a:gd name="T37" fmla="*/ 2147483646 h 240"/>
              <a:gd name="T38" fmla="*/ 2147483646 w 637"/>
              <a:gd name="T39" fmla="*/ 2147483646 h 240"/>
              <a:gd name="T40" fmla="*/ 2147483646 w 637"/>
              <a:gd name="T41" fmla="*/ 2147483646 h 240"/>
              <a:gd name="T42" fmla="*/ 2147483646 w 637"/>
              <a:gd name="T43" fmla="*/ 2147483646 h 240"/>
              <a:gd name="T44" fmla="*/ 2147483646 w 637"/>
              <a:gd name="T45" fmla="*/ 2147483646 h 240"/>
              <a:gd name="T46" fmla="*/ 2147483646 w 637"/>
              <a:gd name="T47" fmla="*/ 2147483646 h 240"/>
              <a:gd name="T48" fmla="*/ 2147483646 w 637"/>
              <a:gd name="T49" fmla="*/ 2147483646 h 240"/>
              <a:gd name="T50" fmla="*/ 2147483646 w 637"/>
              <a:gd name="T51" fmla="*/ 2147483646 h 240"/>
              <a:gd name="T52" fmla="*/ 2147483646 w 637"/>
              <a:gd name="T53" fmla="*/ 2147483646 h 240"/>
              <a:gd name="T54" fmla="*/ 2147483646 w 637"/>
              <a:gd name="T55" fmla="*/ 2147483646 h 240"/>
              <a:gd name="T56" fmla="*/ 2147483646 w 637"/>
              <a:gd name="T57" fmla="*/ 2147483646 h 240"/>
              <a:gd name="T58" fmla="*/ 2147483646 w 637"/>
              <a:gd name="T59" fmla="*/ 2147483646 h 240"/>
              <a:gd name="T60" fmla="*/ 2147483646 w 637"/>
              <a:gd name="T61" fmla="*/ 2147483646 h 240"/>
              <a:gd name="T62" fmla="*/ 2147483646 w 637"/>
              <a:gd name="T63" fmla="*/ 2147483646 h 240"/>
              <a:gd name="T64" fmla="*/ 2147483646 w 637"/>
              <a:gd name="T65" fmla="*/ 2147483646 h 240"/>
              <a:gd name="T66" fmla="*/ 2147483646 w 637"/>
              <a:gd name="T67" fmla="*/ 2147483646 h 240"/>
              <a:gd name="T68" fmla="*/ 2147483646 w 637"/>
              <a:gd name="T69" fmla="*/ 2147483646 h 240"/>
              <a:gd name="T70" fmla="*/ 2147483646 w 637"/>
              <a:gd name="T71" fmla="*/ 2147483646 h 240"/>
              <a:gd name="T72" fmla="*/ 2147483646 w 637"/>
              <a:gd name="T73" fmla="*/ 2147483646 h 240"/>
              <a:gd name="T74" fmla="*/ 2147483646 w 637"/>
              <a:gd name="T75" fmla="*/ 2147483646 h 240"/>
              <a:gd name="T76" fmla="*/ 2147483646 w 637"/>
              <a:gd name="T77" fmla="*/ 2147483646 h 240"/>
              <a:gd name="T78" fmla="*/ 2147483646 w 637"/>
              <a:gd name="T79" fmla="*/ 2147483646 h 240"/>
              <a:gd name="T80" fmla="*/ 2147483646 w 637"/>
              <a:gd name="T81" fmla="*/ 2147483646 h 240"/>
              <a:gd name="T82" fmla="*/ 2147483646 w 637"/>
              <a:gd name="T83" fmla="*/ 2147483646 h 240"/>
              <a:gd name="T84" fmla="*/ 2147483646 w 637"/>
              <a:gd name="T85" fmla="*/ 2147483646 h 240"/>
              <a:gd name="T86" fmla="*/ 2147483646 w 637"/>
              <a:gd name="T87" fmla="*/ 2147483646 h 240"/>
              <a:gd name="T88" fmla="*/ 2147483646 w 637"/>
              <a:gd name="T89" fmla="*/ 2147483646 h 240"/>
              <a:gd name="T90" fmla="*/ 2147483646 w 637"/>
              <a:gd name="T91" fmla="*/ 2147483646 h 240"/>
              <a:gd name="T92" fmla="*/ 2147483646 w 637"/>
              <a:gd name="T93" fmla="*/ 2147483646 h 240"/>
              <a:gd name="T94" fmla="*/ 2147483646 w 637"/>
              <a:gd name="T95" fmla="*/ 2147483646 h 240"/>
              <a:gd name="T96" fmla="*/ 2147483646 w 637"/>
              <a:gd name="T97" fmla="*/ 2147483646 h 240"/>
              <a:gd name="T98" fmla="*/ 2147483646 w 637"/>
              <a:gd name="T99" fmla="*/ 2147483646 h 240"/>
              <a:gd name="T100" fmla="*/ 2147483646 w 637"/>
              <a:gd name="T101" fmla="*/ 2147483646 h 240"/>
              <a:gd name="T102" fmla="*/ 2147483646 w 637"/>
              <a:gd name="T103" fmla="*/ 2147483646 h 240"/>
              <a:gd name="T104" fmla="*/ 2147483646 w 637"/>
              <a:gd name="T105" fmla="*/ 2147483646 h 240"/>
              <a:gd name="T106" fmla="*/ 2147483646 w 637"/>
              <a:gd name="T107" fmla="*/ 2147483646 h 240"/>
              <a:gd name="T108" fmla="*/ 2147483646 w 637"/>
              <a:gd name="T109" fmla="*/ 2147483646 h 240"/>
              <a:gd name="T110" fmla="*/ 2147483646 w 637"/>
              <a:gd name="T111" fmla="*/ 2147483646 h 240"/>
              <a:gd name="T112" fmla="*/ 2147483646 w 637"/>
              <a:gd name="T113" fmla="*/ 2147483646 h 240"/>
              <a:gd name="T114" fmla="*/ 2147483646 w 637"/>
              <a:gd name="T115" fmla="*/ 2147483646 h 240"/>
              <a:gd name="T116" fmla="*/ 2147483646 w 637"/>
              <a:gd name="T117" fmla="*/ 2147483646 h 240"/>
              <a:gd name="T118" fmla="*/ 2147483646 w 637"/>
              <a:gd name="T119" fmla="*/ 2147483646 h 240"/>
              <a:gd name="T120" fmla="*/ 2147483646 w 637"/>
              <a:gd name="T121" fmla="*/ 2147483646 h 240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0">
                <a:moveTo>
                  <a:pt x="0" y="0"/>
                </a:moveTo>
                <a:lnTo>
                  <a:pt x="25" y="0"/>
                </a:lnTo>
                <a:lnTo>
                  <a:pt x="48" y="0"/>
                </a:lnTo>
                <a:lnTo>
                  <a:pt x="70" y="0"/>
                </a:lnTo>
                <a:lnTo>
                  <a:pt x="89" y="0"/>
                </a:lnTo>
                <a:lnTo>
                  <a:pt x="108" y="0"/>
                </a:lnTo>
                <a:lnTo>
                  <a:pt x="125" y="0"/>
                </a:lnTo>
                <a:lnTo>
                  <a:pt x="141" y="0"/>
                </a:lnTo>
                <a:lnTo>
                  <a:pt x="156" y="0"/>
                </a:lnTo>
                <a:lnTo>
                  <a:pt x="170" y="0"/>
                </a:lnTo>
                <a:lnTo>
                  <a:pt x="181" y="0"/>
                </a:lnTo>
                <a:lnTo>
                  <a:pt x="193" y="0"/>
                </a:lnTo>
                <a:lnTo>
                  <a:pt x="204" y="0"/>
                </a:lnTo>
                <a:lnTo>
                  <a:pt x="213" y="0"/>
                </a:lnTo>
                <a:lnTo>
                  <a:pt x="222" y="0"/>
                </a:lnTo>
                <a:lnTo>
                  <a:pt x="230" y="0"/>
                </a:lnTo>
                <a:lnTo>
                  <a:pt x="237" y="0"/>
                </a:lnTo>
                <a:lnTo>
                  <a:pt x="243" y="0"/>
                </a:lnTo>
                <a:lnTo>
                  <a:pt x="250" y="0"/>
                </a:lnTo>
                <a:lnTo>
                  <a:pt x="254" y="0"/>
                </a:lnTo>
                <a:lnTo>
                  <a:pt x="259" y="0"/>
                </a:lnTo>
                <a:lnTo>
                  <a:pt x="262" y="0"/>
                </a:lnTo>
                <a:lnTo>
                  <a:pt x="267" y="0"/>
                </a:lnTo>
                <a:lnTo>
                  <a:pt x="270" y="0"/>
                </a:lnTo>
                <a:lnTo>
                  <a:pt x="272" y="0"/>
                </a:lnTo>
                <a:lnTo>
                  <a:pt x="275" y="0"/>
                </a:lnTo>
                <a:lnTo>
                  <a:pt x="277" y="0"/>
                </a:lnTo>
                <a:lnTo>
                  <a:pt x="278" y="0"/>
                </a:lnTo>
                <a:lnTo>
                  <a:pt x="280" y="1"/>
                </a:lnTo>
                <a:lnTo>
                  <a:pt x="283" y="1"/>
                </a:lnTo>
                <a:lnTo>
                  <a:pt x="284" y="1"/>
                </a:lnTo>
                <a:lnTo>
                  <a:pt x="286" y="1"/>
                </a:lnTo>
                <a:lnTo>
                  <a:pt x="288" y="1"/>
                </a:lnTo>
                <a:lnTo>
                  <a:pt x="289" y="1"/>
                </a:lnTo>
                <a:lnTo>
                  <a:pt x="291" y="1"/>
                </a:lnTo>
                <a:lnTo>
                  <a:pt x="292" y="1"/>
                </a:lnTo>
                <a:lnTo>
                  <a:pt x="294" y="1"/>
                </a:lnTo>
                <a:lnTo>
                  <a:pt x="295" y="1"/>
                </a:lnTo>
                <a:lnTo>
                  <a:pt x="296" y="1"/>
                </a:lnTo>
                <a:lnTo>
                  <a:pt x="297" y="2"/>
                </a:lnTo>
                <a:lnTo>
                  <a:pt x="298" y="2"/>
                </a:lnTo>
                <a:lnTo>
                  <a:pt x="300" y="2"/>
                </a:lnTo>
                <a:lnTo>
                  <a:pt x="301" y="2"/>
                </a:lnTo>
                <a:lnTo>
                  <a:pt x="302" y="2"/>
                </a:lnTo>
                <a:lnTo>
                  <a:pt x="303" y="2"/>
                </a:lnTo>
                <a:lnTo>
                  <a:pt x="304" y="2"/>
                </a:lnTo>
                <a:lnTo>
                  <a:pt x="305" y="2"/>
                </a:lnTo>
                <a:lnTo>
                  <a:pt x="306" y="2"/>
                </a:lnTo>
                <a:lnTo>
                  <a:pt x="307" y="2"/>
                </a:lnTo>
                <a:lnTo>
                  <a:pt x="308" y="2"/>
                </a:lnTo>
                <a:lnTo>
                  <a:pt x="309" y="3"/>
                </a:lnTo>
                <a:lnTo>
                  <a:pt x="310" y="3"/>
                </a:lnTo>
                <a:lnTo>
                  <a:pt x="311" y="3"/>
                </a:lnTo>
                <a:lnTo>
                  <a:pt x="312" y="3"/>
                </a:lnTo>
                <a:lnTo>
                  <a:pt x="313" y="3"/>
                </a:lnTo>
                <a:lnTo>
                  <a:pt x="314" y="3"/>
                </a:lnTo>
                <a:lnTo>
                  <a:pt x="316" y="3"/>
                </a:lnTo>
                <a:lnTo>
                  <a:pt x="317" y="3"/>
                </a:lnTo>
                <a:lnTo>
                  <a:pt x="318" y="4"/>
                </a:lnTo>
                <a:lnTo>
                  <a:pt x="319" y="4"/>
                </a:lnTo>
                <a:lnTo>
                  <a:pt x="321" y="4"/>
                </a:lnTo>
                <a:lnTo>
                  <a:pt x="322" y="4"/>
                </a:lnTo>
                <a:lnTo>
                  <a:pt x="324" y="4"/>
                </a:lnTo>
                <a:lnTo>
                  <a:pt x="325" y="4"/>
                </a:lnTo>
                <a:lnTo>
                  <a:pt x="327" y="5"/>
                </a:lnTo>
                <a:lnTo>
                  <a:pt x="328" y="5"/>
                </a:lnTo>
                <a:lnTo>
                  <a:pt x="330" y="5"/>
                </a:lnTo>
                <a:lnTo>
                  <a:pt x="331" y="5"/>
                </a:lnTo>
                <a:lnTo>
                  <a:pt x="333" y="5"/>
                </a:lnTo>
                <a:lnTo>
                  <a:pt x="334" y="6"/>
                </a:lnTo>
                <a:lnTo>
                  <a:pt x="336" y="6"/>
                </a:lnTo>
                <a:lnTo>
                  <a:pt x="337" y="6"/>
                </a:lnTo>
                <a:lnTo>
                  <a:pt x="338" y="6"/>
                </a:lnTo>
                <a:lnTo>
                  <a:pt x="339" y="6"/>
                </a:lnTo>
                <a:lnTo>
                  <a:pt x="340" y="6"/>
                </a:lnTo>
                <a:lnTo>
                  <a:pt x="340" y="7"/>
                </a:lnTo>
                <a:lnTo>
                  <a:pt x="341" y="7"/>
                </a:lnTo>
                <a:lnTo>
                  <a:pt x="342" y="7"/>
                </a:lnTo>
                <a:lnTo>
                  <a:pt x="343" y="7"/>
                </a:lnTo>
                <a:lnTo>
                  <a:pt x="344" y="7"/>
                </a:lnTo>
                <a:lnTo>
                  <a:pt x="345" y="8"/>
                </a:lnTo>
                <a:lnTo>
                  <a:pt x="346" y="8"/>
                </a:lnTo>
                <a:lnTo>
                  <a:pt x="347" y="8"/>
                </a:lnTo>
                <a:lnTo>
                  <a:pt x="349" y="8"/>
                </a:lnTo>
                <a:lnTo>
                  <a:pt x="350" y="8"/>
                </a:lnTo>
                <a:lnTo>
                  <a:pt x="351" y="9"/>
                </a:lnTo>
                <a:lnTo>
                  <a:pt x="352" y="9"/>
                </a:lnTo>
                <a:lnTo>
                  <a:pt x="353" y="9"/>
                </a:lnTo>
                <a:lnTo>
                  <a:pt x="354" y="10"/>
                </a:lnTo>
                <a:lnTo>
                  <a:pt x="355" y="10"/>
                </a:lnTo>
                <a:lnTo>
                  <a:pt x="357" y="10"/>
                </a:lnTo>
                <a:lnTo>
                  <a:pt x="358" y="11"/>
                </a:lnTo>
                <a:lnTo>
                  <a:pt x="360" y="11"/>
                </a:lnTo>
                <a:lnTo>
                  <a:pt x="361" y="12"/>
                </a:lnTo>
                <a:lnTo>
                  <a:pt x="363" y="12"/>
                </a:lnTo>
                <a:lnTo>
                  <a:pt x="366" y="13"/>
                </a:lnTo>
                <a:lnTo>
                  <a:pt x="368" y="13"/>
                </a:lnTo>
                <a:lnTo>
                  <a:pt x="369" y="15"/>
                </a:lnTo>
                <a:lnTo>
                  <a:pt x="371" y="15"/>
                </a:lnTo>
                <a:lnTo>
                  <a:pt x="372" y="16"/>
                </a:lnTo>
                <a:lnTo>
                  <a:pt x="374" y="16"/>
                </a:lnTo>
                <a:lnTo>
                  <a:pt x="375" y="17"/>
                </a:lnTo>
                <a:lnTo>
                  <a:pt x="376" y="17"/>
                </a:lnTo>
                <a:lnTo>
                  <a:pt x="378" y="17"/>
                </a:lnTo>
                <a:lnTo>
                  <a:pt x="379" y="18"/>
                </a:lnTo>
                <a:lnTo>
                  <a:pt x="380" y="18"/>
                </a:lnTo>
                <a:lnTo>
                  <a:pt x="382" y="18"/>
                </a:lnTo>
                <a:lnTo>
                  <a:pt x="383" y="19"/>
                </a:lnTo>
                <a:lnTo>
                  <a:pt x="384" y="19"/>
                </a:lnTo>
                <a:lnTo>
                  <a:pt x="385" y="19"/>
                </a:lnTo>
                <a:lnTo>
                  <a:pt x="385" y="20"/>
                </a:lnTo>
                <a:lnTo>
                  <a:pt x="386" y="20"/>
                </a:lnTo>
                <a:lnTo>
                  <a:pt x="387" y="20"/>
                </a:lnTo>
                <a:lnTo>
                  <a:pt x="388" y="21"/>
                </a:lnTo>
                <a:lnTo>
                  <a:pt x="389" y="21"/>
                </a:lnTo>
                <a:lnTo>
                  <a:pt x="390" y="21"/>
                </a:lnTo>
                <a:lnTo>
                  <a:pt x="391" y="22"/>
                </a:lnTo>
                <a:lnTo>
                  <a:pt x="392" y="22"/>
                </a:lnTo>
                <a:lnTo>
                  <a:pt x="393" y="23"/>
                </a:lnTo>
                <a:lnTo>
                  <a:pt x="394" y="23"/>
                </a:lnTo>
                <a:lnTo>
                  <a:pt x="395" y="24"/>
                </a:lnTo>
                <a:lnTo>
                  <a:pt x="396" y="24"/>
                </a:lnTo>
                <a:lnTo>
                  <a:pt x="398" y="25"/>
                </a:lnTo>
                <a:lnTo>
                  <a:pt x="399" y="25"/>
                </a:lnTo>
                <a:lnTo>
                  <a:pt x="401" y="26"/>
                </a:lnTo>
                <a:lnTo>
                  <a:pt x="402" y="27"/>
                </a:lnTo>
                <a:lnTo>
                  <a:pt x="404" y="27"/>
                </a:lnTo>
                <a:lnTo>
                  <a:pt x="405" y="28"/>
                </a:lnTo>
                <a:lnTo>
                  <a:pt x="407" y="29"/>
                </a:lnTo>
                <a:lnTo>
                  <a:pt x="408" y="30"/>
                </a:lnTo>
                <a:lnTo>
                  <a:pt x="410" y="30"/>
                </a:lnTo>
                <a:lnTo>
                  <a:pt x="411" y="32"/>
                </a:lnTo>
                <a:lnTo>
                  <a:pt x="412" y="32"/>
                </a:lnTo>
                <a:lnTo>
                  <a:pt x="413" y="33"/>
                </a:lnTo>
                <a:lnTo>
                  <a:pt x="416" y="33"/>
                </a:lnTo>
                <a:lnTo>
                  <a:pt x="417" y="34"/>
                </a:lnTo>
                <a:lnTo>
                  <a:pt x="418" y="34"/>
                </a:lnTo>
                <a:lnTo>
                  <a:pt x="419" y="35"/>
                </a:lnTo>
                <a:lnTo>
                  <a:pt x="420" y="36"/>
                </a:lnTo>
                <a:lnTo>
                  <a:pt x="421" y="36"/>
                </a:lnTo>
                <a:lnTo>
                  <a:pt x="422" y="37"/>
                </a:lnTo>
                <a:lnTo>
                  <a:pt x="423" y="37"/>
                </a:lnTo>
                <a:lnTo>
                  <a:pt x="424" y="38"/>
                </a:lnTo>
                <a:lnTo>
                  <a:pt x="425" y="38"/>
                </a:lnTo>
                <a:lnTo>
                  <a:pt x="426" y="39"/>
                </a:lnTo>
                <a:lnTo>
                  <a:pt x="427" y="39"/>
                </a:lnTo>
                <a:lnTo>
                  <a:pt x="428" y="40"/>
                </a:lnTo>
                <a:lnTo>
                  <a:pt x="429" y="40"/>
                </a:lnTo>
                <a:lnTo>
                  <a:pt x="431" y="41"/>
                </a:lnTo>
                <a:lnTo>
                  <a:pt x="432" y="41"/>
                </a:lnTo>
                <a:lnTo>
                  <a:pt x="433" y="42"/>
                </a:lnTo>
                <a:lnTo>
                  <a:pt x="434" y="42"/>
                </a:lnTo>
                <a:lnTo>
                  <a:pt x="435" y="43"/>
                </a:lnTo>
                <a:lnTo>
                  <a:pt x="436" y="44"/>
                </a:lnTo>
                <a:lnTo>
                  <a:pt x="438" y="44"/>
                </a:lnTo>
                <a:lnTo>
                  <a:pt x="439" y="45"/>
                </a:lnTo>
                <a:lnTo>
                  <a:pt x="440" y="46"/>
                </a:lnTo>
                <a:lnTo>
                  <a:pt x="442" y="46"/>
                </a:lnTo>
                <a:lnTo>
                  <a:pt x="443" y="48"/>
                </a:lnTo>
                <a:lnTo>
                  <a:pt x="444" y="49"/>
                </a:lnTo>
                <a:lnTo>
                  <a:pt x="445" y="49"/>
                </a:lnTo>
                <a:lnTo>
                  <a:pt x="448" y="50"/>
                </a:lnTo>
                <a:lnTo>
                  <a:pt x="449" y="51"/>
                </a:lnTo>
                <a:lnTo>
                  <a:pt x="450" y="51"/>
                </a:lnTo>
                <a:lnTo>
                  <a:pt x="451" y="52"/>
                </a:lnTo>
                <a:lnTo>
                  <a:pt x="452" y="53"/>
                </a:lnTo>
                <a:lnTo>
                  <a:pt x="453" y="53"/>
                </a:lnTo>
                <a:lnTo>
                  <a:pt x="454" y="53"/>
                </a:lnTo>
                <a:lnTo>
                  <a:pt x="454" y="54"/>
                </a:lnTo>
                <a:lnTo>
                  <a:pt x="455" y="54"/>
                </a:lnTo>
                <a:lnTo>
                  <a:pt x="456" y="55"/>
                </a:lnTo>
                <a:lnTo>
                  <a:pt x="457" y="55"/>
                </a:lnTo>
                <a:lnTo>
                  <a:pt x="458" y="56"/>
                </a:lnTo>
                <a:lnTo>
                  <a:pt x="459" y="57"/>
                </a:lnTo>
                <a:lnTo>
                  <a:pt x="460" y="57"/>
                </a:lnTo>
                <a:lnTo>
                  <a:pt x="461" y="57"/>
                </a:lnTo>
                <a:lnTo>
                  <a:pt x="461" y="58"/>
                </a:lnTo>
                <a:lnTo>
                  <a:pt x="462" y="58"/>
                </a:lnTo>
                <a:lnTo>
                  <a:pt x="464" y="59"/>
                </a:lnTo>
                <a:lnTo>
                  <a:pt x="465" y="59"/>
                </a:lnTo>
                <a:lnTo>
                  <a:pt x="465" y="60"/>
                </a:lnTo>
                <a:lnTo>
                  <a:pt x="466" y="60"/>
                </a:lnTo>
                <a:lnTo>
                  <a:pt x="467" y="61"/>
                </a:lnTo>
                <a:lnTo>
                  <a:pt x="468" y="61"/>
                </a:lnTo>
                <a:lnTo>
                  <a:pt x="469" y="62"/>
                </a:lnTo>
                <a:lnTo>
                  <a:pt x="470" y="63"/>
                </a:lnTo>
                <a:lnTo>
                  <a:pt x="472" y="63"/>
                </a:lnTo>
                <a:lnTo>
                  <a:pt x="473" y="65"/>
                </a:lnTo>
                <a:lnTo>
                  <a:pt x="474" y="66"/>
                </a:lnTo>
                <a:lnTo>
                  <a:pt x="475" y="66"/>
                </a:lnTo>
                <a:lnTo>
                  <a:pt x="475" y="67"/>
                </a:lnTo>
                <a:lnTo>
                  <a:pt x="476" y="67"/>
                </a:lnTo>
                <a:lnTo>
                  <a:pt x="477" y="68"/>
                </a:lnTo>
                <a:lnTo>
                  <a:pt x="478" y="68"/>
                </a:lnTo>
                <a:lnTo>
                  <a:pt x="478" y="69"/>
                </a:lnTo>
                <a:lnTo>
                  <a:pt x="480" y="69"/>
                </a:lnTo>
                <a:lnTo>
                  <a:pt x="481" y="70"/>
                </a:lnTo>
                <a:lnTo>
                  <a:pt x="482" y="70"/>
                </a:lnTo>
                <a:lnTo>
                  <a:pt x="482" y="71"/>
                </a:lnTo>
                <a:lnTo>
                  <a:pt x="483" y="71"/>
                </a:lnTo>
                <a:lnTo>
                  <a:pt x="484" y="72"/>
                </a:lnTo>
                <a:lnTo>
                  <a:pt x="485" y="72"/>
                </a:lnTo>
                <a:lnTo>
                  <a:pt x="485" y="73"/>
                </a:lnTo>
                <a:lnTo>
                  <a:pt x="486" y="73"/>
                </a:lnTo>
                <a:lnTo>
                  <a:pt x="487" y="74"/>
                </a:lnTo>
                <a:lnTo>
                  <a:pt x="488" y="75"/>
                </a:lnTo>
                <a:lnTo>
                  <a:pt x="489" y="75"/>
                </a:lnTo>
                <a:lnTo>
                  <a:pt x="490" y="76"/>
                </a:lnTo>
                <a:lnTo>
                  <a:pt x="491" y="77"/>
                </a:lnTo>
                <a:lnTo>
                  <a:pt x="492" y="77"/>
                </a:lnTo>
                <a:lnTo>
                  <a:pt x="493" y="78"/>
                </a:lnTo>
                <a:lnTo>
                  <a:pt x="493" y="79"/>
                </a:lnTo>
                <a:lnTo>
                  <a:pt x="494" y="79"/>
                </a:lnTo>
                <a:lnTo>
                  <a:pt x="495" y="81"/>
                </a:lnTo>
                <a:lnTo>
                  <a:pt x="497" y="81"/>
                </a:lnTo>
                <a:lnTo>
                  <a:pt x="497" y="82"/>
                </a:lnTo>
                <a:lnTo>
                  <a:pt x="498" y="82"/>
                </a:lnTo>
                <a:lnTo>
                  <a:pt x="498" y="83"/>
                </a:lnTo>
                <a:lnTo>
                  <a:pt x="499" y="83"/>
                </a:lnTo>
                <a:lnTo>
                  <a:pt x="500" y="84"/>
                </a:lnTo>
                <a:lnTo>
                  <a:pt x="501" y="84"/>
                </a:lnTo>
                <a:lnTo>
                  <a:pt x="501" y="85"/>
                </a:lnTo>
                <a:lnTo>
                  <a:pt x="502" y="85"/>
                </a:lnTo>
                <a:lnTo>
                  <a:pt x="503" y="86"/>
                </a:lnTo>
                <a:lnTo>
                  <a:pt x="504" y="86"/>
                </a:lnTo>
                <a:lnTo>
                  <a:pt x="504" y="87"/>
                </a:lnTo>
                <a:lnTo>
                  <a:pt x="505" y="87"/>
                </a:lnTo>
                <a:lnTo>
                  <a:pt x="505" y="88"/>
                </a:lnTo>
                <a:lnTo>
                  <a:pt x="506" y="88"/>
                </a:lnTo>
                <a:lnTo>
                  <a:pt x="507" y="88"/>
                </a:lnTo>
                <a:lnTo>
                  <a:pt x="507" y="89"/>
                </a:lnTo>
                <a:lnTo>
                  <a:pt x="508" y="89"/>
                </a:lnTo>
                <a:lnTo>
                  <a:pt x="508" y="90"/>
                </a:lnTo>
                <a:lnTo>
                  <a:pt x="509" y="90"/>
                </a:lnTo>
                <a:lnTo>
                  <a:pt x="510" y="90"/>
                </a:lnTo>
                <a:lnTo>
                  <a:pt x="511" y="91"/>
                </a:lnTo>
                <a:lnTo>
                  <a:pt x="513" y="92"/>
                </a:lnTo>
                <a:lnTo>
                  <a:pt x="514" y="93"/>
                </a:lnTo>
                <a:lnTo>
                  <a:pt x="515" y="93"/>
                </a:lnTo>
                <a:lnTo>
                  <a:pt x="516" y="94"/>
                </a:lnTo>
                <a:lnTo>
                  <a:pt x="517" y="94"/>
                </a:lnTo>
                <a:lnTo>
                  <a:pt x="518" y="95"/>
                </a:lnTo>
                <a:lnTo>
                  <a:pt x="519" y="97"/>
                </a:lnTo>
                <a:lnTo>
                  <a:pt x="520" y="97"/>
                </a:lnTo>
                <a:lnTo>
                  <a:pt x="521" y="98"/>
                </a:lnTo>
                <a:lnTo>
                  <a:pt x="522" y="99"/>
                </a:lnTo>
                <a:lnTo>
                  <a:pt x="523" y="99"/>
                </a:lnTo>
                <a:lnTo>
                  <a:pt x="523" y="100"/>
                </a:lnTo>
                <a:lnTo>
                  <a:pt x="524" y="100"/>
                </a:lnTo>
                <a:lnTo>
                  <a:pt x="524" y="101"/>
                </a:lnTo>
                <a:lnTo>
                  <a:pt x="525" y="101"/>
                </a:lnTo>
                <a:lnTo>
                  <a:pt x="525" y="102"/>
                </a:lnTo>
                <a:lnTo>
                  <a:pt x="526" y="102"/>
                </a:lnTo>
                <a:lnTo>
                  <a:pt x="527" y="103"/>
                </a:lnTo>
                <a:lnTo>
                  <a:pt x="527" y="104"/>
                </a:lnTo>
                <a:lnTo>
                  <a:pt x="528" y="104"/>
                </a:lnTo>
                <a:lnTo>
                  <a:pt x="528" y="105"/>
                </a:lnTo>
                <a:lnTo>
                  <a:pt x="530" y="105"/>
                </a:lnTo>
                <a:lnTo>
                  <a:pt x="531" y="106"/>
                </a:lnTo>
                <a:lnTo>
                  <a:pt x="532" y="107"/>
                </a:lnTo>
                <a:lnTo>
                  <a:pt x="532" y="108"/>
                </a:lnTo>
                <a:lnTo>
                  <a:pt x="533" y="109"/>
                </a:lnTo>
                <a:lnTo>
                  <a:pt x="534" y="110"/>
                </a:lnTo>
                <a:lnTo>
                  <a:pt x="535" y="110"/>
                </a:lnTo>
                <a:lnTo>
                  <a:pt x="536" y="111"/>
                </a:lnTo>
                <a:lnTo>
                  <a:pt x="537" y="112"/>
                </a:lnTo>
                <a:lnTo>
                  <a:pt x="538" y="114"/>
                </a:lnTo>
                <a:lnTo>
                  <a:pt x="539" y="115"/>
                </a:lnTo>
                <a:lnTo>
                  <a:pt x="539" y="116"/>
                </a:lnTo>
                <a:lnTo>
                  <a:pt x="540" y="117"/>
                </a:lnTo>
                <a:lnTo>
                  <a:pt x="541" y="117"/>
                </a:lnTo>
                <a:lnTo>
                  <a:pt x="541" y="118"/>
                </a:lnTo>
                <a:lnTo>
                  <a:pt x="542" y="118"/>
                </a:lnTo>
                <a:lnTo>
                  <a:pt x="543" y="119"/>
                </a:lnTo>
                <a:lnTo>
                  <a:pt x="543" y="120"/>
                </a:lnTo>
                <a:lnTo>
                  <a:pt x="544" y="120"/>
                </a:lnTo>
                <a:lnTo>
                  <a:pt x="544" y="121"/>
                </a:lnTo>
                <a:lnTo>
                  <a:pt x="546" y="121"/>
                </a:lnTo>
                <a:lnTo>
                  <a:pt x="546" y="122"/>
                </a:lnTo>
                <a:lnTo>
                  <a:pt x="547" y="123"/>
                </a:lnTo>
                <a:lnTo>
                  <a:pt x="548" y="124"/>
                </a:lnTo>
                <a:lnTo>
                  <a:pt x="549" y="124"/>
                </a:lnTo>
                <a:lnTo>
                  <a:pt x="549" y="125"/>
                </a:lnTo>
                <a:lnTo>
                  <a:pt x="550" y="126"/>
                </a:lnTo>
                <a:lnTo>
                  <a:pt x="551" y="127"/>
                </a:lnTo>
                <a:lnTo>
                  <a:pt x="552" y="128"/>
                </a:lnTo>
                <a:lnTo>
                  <a:pt x="553" y="130"/>
                </a:lnTo>
                <a:lnTo>
                  <a:pt x="553" y="131"/>
                </a:lnTo>
                <a:lnTo>
                  <a:pt x="554" y="132"/>
                </a:lnTo>
                <a:lnTo>
                  <a:pt x="555" y="133"/>
                </a:lnTo>
                <a:lnTo>
                  <a:pt x="556" y="134"/>
                </a:lnTo>
                <a:lnTo>
                  <a:pt x="557" y="135"/>
                </a:lnTo>
                <a:lnTo>
                  <a:pt x="558" y="136"/>
                </a:lnTo>
                <a:lnTo>
                  <a:pt x="559" y="137"/>
                </a:lnTo>
                <a:lnTo>
                  <a:pt x="560" y="139"/>
                </a:lnTo>
                <a:lnTo>
                  <a:pt x="561" y="140"/>
                </a:lnTo>
                <a:lnTo>
                  <a:pt x="563" y="141"/>
                </a:lnTo>
                <a:lnTo>
                  <a:pt x="564" y="142"/>
                </a:lnTo>
                <a:lnTo>
                  <a:pt x="565" y="143"/>
                </a:lnTo>
                <a:lnTo>
                  <a:pt x="566" y="144"/>
                </a:lnTo>
                <a:lnTo>
                  <a:pt x="567" y="145"/>
                </a:lnTo>
                <a:lnTo>
                  <a:pt x="568" y="147"/>
                </a:lnTo>
                <a:lnTo>
                  <a:pt x="568" y="148"/>
                </a:lnTo>
                <a:lnTo>
                  <a:pt x="569" y="149"/>
                </a:lnTo>
                <a:lnTo>
                  <a:pt x="570" y="149"/>
                </a:lnTo>
                <a:lnTo>
                  <a:pt x="570" y="150"/>
                </a:lnTo>
                <a:lnTo>
                  <a:pt x="571" y="151"/>
                </a:lnTo>
                <a:lnTo>
                  <a:pt x="572" y="152"/>
                </a:lnTo>
                <a:lnTo>
                  <a:pt x="573" y="153"/>
                </a:lnTo>
                <a:lnTo>
                  <a:pt x="573" y="154"/>
                </a:lnTo>
                <a:lnTo>
                  <a:pt x="574" y="154"/>
                </a:lnTo>
                <a:lnTo>
                  <a:pt x="574" y="155"/>
                </a:lnTo>
                <a:lnTo>
                  <a:pt x="575" y="156"/>
                </a:lnTo>
                <a:lnTo>
                  <a:pt x="576" y="157"/>
                </a:lnTo>
                <a:lnTo>
                  <a:pt x="576" y="158"/>
                </a:lnTo>
                <a:lnTo>
                  <a:pt x="577" y="159"/>
                </a:lnTo>
                <a:lnTo>
                  <a:pt x="579" y="159"/>
                </a:lnTo>
                <a:lnTo>
                  <a:pt x="580" y="160"/>
                </a:lnTo>
                <a:lnTo>
                  <a:pt x="580" y="163"/>
                </a:lnTo>
                <a:lnTo>
                  <a:pt x="581" y="164"/>
                </a:lnTo>
                <a:lnTo>
                  <a:pt x="582" y="165"/>
                </a:lnTo>
                <a:lnTo>
                  <a:pt x="583" y="166"/>
                </a:lnTo>
                <a:lnTo>
                  <a:pt x="584" y="167"/>
                </a:lnTo>
                <a:lnTo>
                  <a:pt x="585" y="169"/>
                </a:lnTo>
                <a:lnTo>
                  <a:pt x="586" y="170"/>
                </a:lnTo>
                <a:lnTo>
                  <a:pt x="587" y="172"/>
                </a:lnTo>
                <a:lnTo>
                  <a:pt x="588" y="173"/>
                </a:lnTo>
                <a:lnTo>
                  <a:pt x="589" y="175"/>
                </a:lnTo>
                <a:lnTo>
                  <a:pt x="590" y="176"/>
                </a:lnTo>
                <a:lnTo>
                  <a:pt x="591" y="177"/>
                </a:lnTo>
                <a:lnTo>
                  <a:pt x="592" y="179"/>
                </a:lnTo>
                <a:lnTo>
                  <a:pt x="593" y="180"/>
                </a:lnTo>
                <a:lnTo>
                  <a:pt x="595" y="181"/>
                </a:lnTo>
                <a:lnTo>
                  <a:pt x="595" y="182"/>
                </a:lnTo>
                <a:lnTo>
                  <a:pt x="596" y="183"/>
                </a:lnTo>
                <a:lnTo>
                  <a:pt x="597" y="184"/>
                </a:lnTo>
                <a:lnTo>
                  <a:pt x="597" y="185"/>
                </a:lnTo>
                <a:lnTo>
                  <a:pt x="598" y="186"/>
                </a:lnTo>
                <a:lnTo>
                  <a:pt x="599" y="187"/>
                </a:lnTo>
                <a:lnTo>
                  <a:pt x="600" y="188"/>
                </a:lnTo>
                <a:lnTo>
                  <a:pt x="600" y="189"/>
                </a:lnTo>
                <a:lnTo>
                  <a:pt x="601" y="190"/>
                </a:lnTo>
                <a:lnTo>
                  <a:pt x="602" y="191"/>
                </a:lnTo>
                <a:lnTo>
                  <a:pt x="603" y="192"/>
                </a:lnTo>
                <a:lnTo>
                  <a:pt x="604" y="193"/>
                </a:lnTo>
                <a:lnTo>
                  <a:pt x="604" y="194"/>
                </a:lnTo>
                <a:lnTo>
                  <a:pt x="605" y="196"/>
                </a:lnTo>
                <a:lnTo>
                  <a:pt x="606" y="197"/>
                </a:lnTo>
                <a:lnTo>
                  <a:pt x="607" y="198"/>
                </a:lnTo>
                <a:lnTo>
                  <a:pt x="608" y="199"/>
                </a:lnTo>
                <a:lnTo>
                  <a:pt x="609" y="201"/>
                </a:lnTo>
                <a:lnTo>
                  <a:pt x="610" y="202"/>
                </a:lnTo>
                <a:lnTo>
                  <a:pt x="612" y="203"/>
                </a:lnTo>
                <a:lnTo>
                  <a:pt x="613" y="205"/>
                </a:lnTo>
                <a:lnTo>
                  <a:pt x="614" y="206"/>
                </a:lnTo>
                <a:lnTo>
                  <a:pt x="615" y="208"/>
                </a:lnTo>
                <a:lnTo>
                  <a:pt x="616" y="209"/>
                </a:lnTo>
                <a:lnTo>
                  <a:pt x="617" y="212"/>
                </a:lnTo>
                <a:lnTo>
                  <a:pt x="618" y="213"/>
                </a:lnTo>
                <a:lnTo>
                  <a:pt x="619" y="214"/>
                </a:lnTo>
                <a:lnTo>
                  <a:pt x="620" y="215"/>
                </a:lnTo>
                <a:lnTo>
                  <a:pt x="621" y="216"/>
                </a:lnTo>
                <a:lnTo>
                  <a:pt x="622" y="217"/>
                </a:lnTo>
                <a:lnTo>
                  <a:pt x="622" y="218"/>
                </a:lnTo>
                <a:lnTo>
                  <a:pt x="623" y="219"/>
                </a:lnTo>
                <a:lnTo>
                  <a:pt x="624" y="220"/>
                </a:lnTo>
                <a:lnTo>
                  <a:pt x="624" y="221"/>
                </a:lnTo>
                <a:lnTo>
                  <a:pt x="625" y="222"/>
                </a:lnTo>
                <a:lnTo>
                  <a:pt x="625" y="223"/>
                </a:lnTo>
                <a:lnTo>
                  <a:pt x="626" y="223"/>
                </a:lnTo>
                <a:lnTo>
                  <a:pt x="626" y="224"/>
                </a:lnTo>
                <a:lnTo>
                  <a:pt x="628" y="225"/>
                </a:lnTo>
                <a:lnTo>
                  <a:pt x="628" y="226"/>
                </a:lnTo>
                <a:lnTo>
                  <a:pt x="629" y="226"/>
                </a:lnTo>
                <a:lnTo>
                  <a:pt x="629" y="228"/>
                </a:lnTo>
                <a:lnTo>
                  <a:pt x="630" y="229"/>
                </a:lnTo>
                <a:lnTo>
                  <a:pt x="630" y="230"/>
                </a:lnTo>
                <a:lnTo>
                  <a:pt x="631" y="230"/>
                </a:lnTo>
                <a:lnTo>
                  <a:pt x="631" y="231"/>
                </a:lnTo>
                <a:lnTo>
                  <a:pt x="632" y="232"/>
                </a:lnTo>
                <a:lnTo>
                  <a:pt x="633" y="233"/>
                </a:lnTo>
                <a:lnTo>
                  <a:pt x="633" y="234"/>
                </a:lnTo>
                <a:lnTo>
                  <a:pt x="634" y="235"/>
                </a:lnTo>
                <a:lnTo>
                  <a:pt x="634" y="236"/>
                </a:lnTo>
                <a:lnTo>
                  <a:pt x="635" y="237"/>
                </a:lnTo>
                <a:lnTo>
                  <a:pt x="636" y="239"/>
                </a:lnTo>
                <a:lnTo>
                  <a:pt x="637" y="24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8" name="Freeform 272"/>
          <p:cNvSpPr>
            <a:spLocks/>
          </p:cNvSpPr>
          <p:nvPr/>
        </p:nvSpPr>
        <p:spPr bwMode="auto">
          <a:xfrm>
            <a:off x="6529494" y="3357317"/>
            <a:ext cx="539610" cy="203200"/>
          </a:xfrm>
          <a:custGeom>
            <a:avLst/>
            <a:gdLst>
              <a:gd name="T0" fmla="*/ 2147483646 w 637"/>
              <a:gd name="T1" fmla="*/ 2147483646 h 241"/>
              <a:gd name="T2" fmla="*/ 2147483646 w 637"/>
              <a:gd name="T3" fmla="*/ 2147483646 h 241"/>
              <a:gd name="T4" fmla="*/ 2147483646 w 637"/>
              <a:gd name="T5" fmla="*/ 2147483646 h 241"/>
              <a:gd name="T6" fmla="*/ 2147483646 w 637"/>
              <a:gd name="T7" fmla="*/ 2147483646 h 241"/>
              <a:gd name="T8" fmla="*/ 2147483646 w 637"/>
              <a:gd name="T9" fmla="*/ 2147483646 h 241"/>
              <a:gd name="T10" fmla="*/ 2147483646 w 637"/>
              <a:gd name="T11" fmla="*/ 2147483646 h 241"/>
              <a:gd name="T12" fmla="*/ 2147483646 w 637"/>
              <a:gd name="T13" fmla="*/ 2147483646 h 241"/>
              <a:gd name="T14" fmla="*/ 2147483646 w 637"/>
              <a:gd name="T15" fmla="*/ 2147483646 h 241"/>
              <a:gd name="T16" fmla="*/ 2147483646 w 637"/>
              <a:gd name="T17" fmla="*/ 2147483646 h 241"/>
              <a:gd name="T18" fmla="*/ 2147483646 w 637"/>
              <a:gd name="T19" fmla="*/ 2147483646 h 241"/>
              <a:gd name="T20" fmla="*/ 2147483646 w 637"/>
              <a:gd name="T21" fmla="*/ 2147483646 h 241"/>
              <a:gd name="T22" fmla="*/ 2147483646 w 637"/>
              <a:gd name="T23" fmla="*/ 2147483646 h 241"/>
              <a:gd name="T24" fmla="*/ 2147483646 w 637"/>
              <a:gd name="T25" fmla="*/ 2147483646 h 241"/>
              <a:gd name="T26" fmla="*/ 2147483646 w 637"/>
              <a:gd name="T27" fmla="*/ 2147483646 h 241"/>
              <a:gd name="T28" fmla="*/ 2147483646 w 637"/>
              <a:gd name="T29" fmla="*/ 2147483646 h 241"/>
              <a:gd name="T30" fmla="*/ 2147483646 w 637"/>
              <a:gd name="T31" fmla="*/ 2147483646 h 241"/>
              <a:gd name="T32" fmla="*/ 2147483646 w 637"/>
              <a:gd name="T33" fmla="*/ 2147483646 h 241"/>
              <a:gd name="T34" fmla="*/ 2147483646 w 637"/>
              <a:gd name="T35" fmla="*/ 2147483646 h 241"/>
              <a:gd name="T36" fmla="*/ 2147483646 w 637"/>
              <a:gd name="T37" fmla="*/ 2147483646 h 241"/>
              <a:gd name="T38" fmla="*/ 2147483646 w 637"/>
              <a:gd name="T39" fmla="*/ 2147483646 h 241"/>
              <a:gd name="T40" fmla="*/ 2147483646 w 637"/>
              <a:gd name="T41" fmla="*/ 2147483646 h 241"/>
              <a:gd name="T42" fmla="*/ 2147483646 w 637"/>
              <a:gd name="T43" fmla="*/ 2147483646 h 241"/>
              <a:gd name="T44" fmla="*/ 2147483646 w 637"/>
              <a:gd name="T45" fmla="*/ 2147483646 h 241"/>
              <a:gd name="T46" fmla="*/ 2147483646 w 637"/>
              <a:gd name="T47" fmla="*/ 2147483646 h 241"/>
              <a:gd name="T48" fmla="*/ 2147483646 w 637"/>
              <a:gd name="T49" fmla="*/ 2147483646 h 241"/>
              <a:gd name="T50" fmla="*/ 2147483646 w 637"/>
              <a:gd name="T51" fmla="*/ 2147483646 h 241"/>
              <a:gd name="T52" fmla="*/ 2147483646 w 637"/>
              <a:gd name="T53" fmla="*/ 2147483646 h 241"/>
              <a:gd name="T54" fmla="*/ 2147483646 w 637"/>
              <a:gd name="T55" fmla="*/ 2147483646 h 241"/>
              <a:gd name="T56" fmla="*/ 2147483646 w 637"/>
              <a:gd name="T57" fmla="*/ 2147483646 h 241"/>
              <a:gd name="T58" fmla="*/ 2147483646 w 637"/>
              <a:gd name="T59" fmla="*/ 2147483646 h 241"/>
              <a:gd name="T60" fmla="*/ 2147483646 w 637"/>
              <a:gd name="T61" fmla="*/ 2147483646 h 241"/>
              <a:gd name="T62" fmla="*/ 2147483646 w 637"/>
              <a:gd name="T63" fmla="*/ 2147483646 h 241"/>
              <a:gd name="T64" fmla="*/ 2147483646 w 637"/>
              <a:gd name="T65" fmla="*/ 2147483646 h 241"/>
              <a:gd name="T66" fmla="*/ 2147483646 w 637"/>
              <a:gd name="T67" fmla="*/ 2147483646 h 241"/>
              <a:gd name="T68" fmla="*/ 2147483646 w 637"/>
              <a:gd name="T69" fmla="*/ 2147483646 h 241"/>
              <a:gd name="T70" fmla="*/ 2147483646 w 637"/>
              <a:gd name="T71" fmla="*/ 2147483646 h 241"/>
              <a:gd name="T72" fmla="*/ 2147483646 w 637"/>
              <a:gd name="T73" fmla="*/ 2147483646 h 241"/>
              <a:gd name="T74" fmla="*/ 2147483646 w 637"/>
              <a:gd name="T75" fmla="*/ 2147483646 h 241"/>
              <a:gd name="T76" fmla="*/ 2147483646 w 637"/>
              <a:gd name="T77" fmla="*/ 2147483646 h 241"/>
              <a:gd name="T78" fmla="*/ 2147483646 w 637"/>
              <a:gd name="T79" fmla="*/ 2147483646 h 241"/>
              <a:gd name="T80" fmla="*/ 2147483646 w 637"/>
              <a:gd name="T81" fmla="*/ 2147483646 h 241"/>
              <a:gd name="T82" fmla="*/ 2147483646 w 637"/>
              <a:gd name="T83" fmla="*/ 2147483646 h 241"/>
              <a:gd name="T84" fmla="*/ 2147483646 w 637"/>
              <a:gd name="T85" fmla="*/ 2147483646 h 241"/>
              <a:gd name="T86" fmla="*/ 2147483646 w 637"/>
              <a:gd name="T87" fmla="*/ 2147483646 h 241"/>
              <a:gd name="T88" fmla="*/ 2147483646 w 637"/>
              <a:gd name="T89" fmla="*/ 2147483646 h 241"/>
              <a:gd name="T90" fmla="*/ 2147483646 w 637"/>
              <a:gd name="T91" fmla="*/ 2147483646 h 241"/>
              <a:gd name="T92" fmla="*/ 2147483646 w 637"/>
              <a:gd name="T93" fmla="*/ 2147483646 h 241"/>
              <a:gd name="T94" fmla="*/ 2147483646 w 637"/>
              <a:gd name="T95" fmla="*/ 2147483646 h 241"/>
              <a:gd name="T96" fmla="*/ 2147483646 w 637"/>
              <a:gd name="T97" fmla="*/ 2147483646 h 241"/>
              <a:gd name="T98" fmla="*/ 2147483646 w 637"/>
              <a:gd name="T99" fmla="*/ 2147483646 h 241"/>
              <a:gd name="T100" fmla="*/ 2147483646 w 637"/>
              <a:gd name="T101" fmla="*/ 2147483646 h 241"/>
              <a:gd name="T102" fmla="*/ 2147483646 w 637"/>
              <a:gd name="T103" fmla="*/ 2147483646 h 241"/>
              <a:gd name="T104" fmla="*/ 2147483646 w 637"/>
              <a:gd name="T105" fmla="*/ 2147483646 h 241"/>
              <a:gd name="T106" fmla="*/ 2147483646 w 637"/>
              <a:gd name="T107" fmla="*/ 2147483646 h 241"/>
              <a:gd name="T108" fmla="*/ 2147483646 w 637"/>
              <a:gd name="T109" fmla="*/ 2147483646 h 241"/>
              <a:gd name="T110" fmla="*/ 2147483646 w 637"/>
              <a:gd name="T111" fmla="*/ 2147483646 h 241"/>
              <a:gd name="T112" fmla="*/ 2147483646 w 637"/>
              <a:gd name="T113" fmla="*/ 2147483646 h 241"/>
              <a:gd name="T114" fmla="*/ 2147483646 w 637"/>
              <a:gd name="T115" fmla="*/ 2147483646 h 241"/>
              <a:gd name="T116" fmla="*/ 2147483646 w 637"/>
              <a:gd name="T117" fmla="*/ 2147483646 h 241"/>
              <a:gd name="T118" fmla="*/ 2147483646 w 637"/>
              <a:gd name="T119" fmla="*/ 2083466684 h 241"/>
              <a:gd name="T120" fmla="*/ 2147483646 w 637"/>
              <a:gd name="T121" fmla="*/ 833316363 h 2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1">
                <a:moveTo>
                  <a:pt x="0" y="241"/>
                </a:moveTo>
                <a:lnTo>
                  <a:pt x="25" y="241"/>
                </a:lnTo>
                <a:lnTo>
                  <a:pt x="48" y="241"/>
                </a:lnTo>
                <a:lnTo>
                  <a:pt x="70" y="241"/>
                </a:lnTo>
                <a:lnTo>
                  <a:pt x="89" y="241"/>
                </a:lnTo>
                <a:lnTo>
                  <a:pt x="108" y="241"/>
                </a:lnTo>
                <a:lnTo>
                  <a:pt x="125" y="241"/>
                </a:lnTo>
                <a:lnTo>
                  <a:pt x="141" y="241"/>
                </a:lnTo>
                <a:lnTo>
                  <a:pt x="156" y="241"/>
                </a:lnTo>
                <a:lnTo>
                  <a:pt x="170" y="241"/>
                </a:lnTo>
                <a:lnTo>
                  <a:pt x="181" y="241"/>
                </a:lnTo>
                <a:lnTo>
                  <a:pt x="193" y="241"/>
                </a:lnTo>
                <a:lnTo>
                  <a:pt x="204" y="241"/>
                </a:lnTo>
                <a:lnTo>
                  <a:pt x="213" y="241"/>
                </a:lnTo>
                <a:lnTo>
                  <a:pt x="222" y="241"/>
                </a:lnTo>
                <a:lnTo>
                  <a:pt x="230" y="241"/>
                </a:lnTo>
                <a:lnTo>
                  <a:pt x="237" y="241"/>
                </a:lnTo>
                <a:lnTo>
                  <a:pt x="243" y="241"/>
                </a:lnTo>
                <a:lnTo>
                  <a:pt x="250" y="241"/>
                </a:lnTo>
                <a:lnTo>
                  <a:pt x="254" y="241"/>
                </a:lnTo>
                <a:lnTo>
                  <a:pt x="259" y="241"/>
                </a:lnTo>
                <a:lnTo>
                  <a:pt x="262" y="241"/>
                </a:lnTo>
                <a:lnTo>
                  <a:pt x="267" y="241"/>
                </a:lnTo>
                <a:lnTo>
                  <a:pt x="270" y="241"/>
                </a:lnTo>
                <a:lnTo>
                  <a:pt x="272" y="241"/>
                </a:lnTo>
                <a:lnTo>
                  <a:pt x="275" y="241"/>
                </a:lnTo>
                <a:lnTo>
                  <a:pt x="277" y="241"/>
                </a:lnTo>
                <a:lnTo>
                  <a:pt x="278" y="241"/>
                </a:lnTo>
                <a:lnTo>
                  <a:pt x="280" y="240"/>
                </a:lnTo>
                <a:lnTo>
                  <a:pt x="283" y="240"/>
                </a:lnTo>
                <a:lnTo>
                  <a:pt x="284" y="240"/>
                </a:lnTo>
                <a:lnTo>
                  <a:pt x="286" y="240"/>
                </a:lnTo>
                <a:lnTo>
                  <a:pt x="288" y="240"/>
                </a:lnTo>
                <a:lnTo>
                  <a:pt x="289" y="240"/>
                </a:lnTo>
                <a:lnTo>
                  <a:pt x="291" y="240"/>
                </a:lnTo>
                <a:lnTo>
                  <a:pt x="292" y="240"/>
                </a:lnTo>
                <a:lnTo>
                  <a:pt x="294" y="240"/>
                </a:lnTo>
                <a:lnTo>
                  <a:pt x="295" y="240"/>
                </a:lnTo>
                <a:lnTo>
                  <a:pt x="296" y="240"/>
                </a:lnTo>
                <a:lnTo>
                  <a:pt x="297" y="239"/>
                </a:lnTo>
                <a:lnTo>
                  <a:pt x="298" y="239"/>
                </a:lnTo>
                <a:lnTo>
                  <a:pt x="300" y="239"/>
                </a:lnTo>
                <a:lnTo>
                  <a:pt x="301" y="239"/>
                </a:lnTo>
                <a:lnTo>
                  <a:pt x="302" y="239"/>
                </a:lnTo>
                <a:lnTo>
                  <a:pt x="303" y="239"/>
                </a:lnTo>
                <a:lnTo>
                  <a:pt x="304" y="239"/>
                </a:lnTo>
                <a:lnTo>
                  <a:pt x="305" y="239"/>
                </a:lnTo>
                <a:lnTo>
                  <a:pt x="306" y="239"/>
                </a:lnTo>
                <a:lnTo>
                  <a:pt x="307" y="239"/>
                </a:lnTo>
                <a:lnTo>
                  <a:pt x="308" y="239"/>
                </a:lnTo>
                <a:lnTo>
                  <a:pt x="309" y="238"/>
                </a:lnTo>
                <a:lnTo>
                  <a:pt x="310" y="238"/>
                </a:lnTo>
                <a:lnTo>
                  <a:pt x="311" y="238"/>
                </a:lnTo>
                <a:lnTo>
                  <a:pt x="312" y="238"/>
                </a:lnTo>
                <a:lnTo>
                  <a:pt x="313" y="238"/>
                </a:lnTo>
                <a:lnTo>
                  <a:pt x="314" y="238"/>
                </a:lnTo>
                <a:lnTo>
                  <a:pt x="316" y="238"/>
                </a:lnTo>
                <a:lnTo>
                  <a:pt x="317" y="238"/>
                </a:lnTo>
                <a:lnTo>
                  <a:pt x="318" y="237"/>
                </a:lnTo>
                <a:lnTo>
                  <a:pt x="319" y="237"/>
                </a:lnTo>
                <a:lnTo>
                  <a:pt x="321" y="237"/>
                </a:lnTo>
                <a:lnTo>
                  <a:pt x="322" y="237"/>
                </a:lnTo>
                <a:lnTo>
                  <a:pt x="324" y="237"/>
                </a:lnTo>
                <a:lnTo>
                  <a:pt x="325" y="236"/>
                </a:lnTo>
                <a:lnTo>
                  <a:pt x="327" y="236"/>
                </a:lnTo>
                <a:lnTo>
                  <a:pt x="328" y="236"/>
                </a:lnTo>
                <a:lnTo>
                  <a:pt x="330" y="236"/>
                </a:lnTo>
                <a:lnTo>
                  <a:pt x="331" y="236"/>
                </a:lnTo>
                <a:lnTo>
                  <a:pt x="333" y="236"/>
                </a:lnTo>
                <a:lnTo>
                  <a:pt x="334" y="235"/>
                </a:lnTo>
                <a:lnTo>
                  <a:pt x="336" y="235"/>
                </a:lnTo>
                <a:lnTo>
                  <a:pt x="337" y="235"/>
                </a:lnTo>
                <a:lnTo>
                  <a:pt x="338" y="235"/>
                </a:lnTo>
                <a:lnTo>
                  <a:pt x="339" y="235"/>
                </a:lnTo>
                <a:lnTo>
                  <a:pt x="340" y="235"/>
                </a:lnTo>
                <a:lnTo>
                  <a:pt x="340" y="234"/>
                </a:lnTo>
                <a:lnTo>
                  <a:pt x="341" y="234"/>
                </a:lnTo>
                <a:lnTo>
                  <a:pt x="342" y="234"/>
                </a:lnTo>
                <a:lnTo>
                  <a:pt x="343" y="234"/>
                </a:lnTo>
                <a:lnTo>
                  <a:pt x="344" y="234"/>
                </a:lnTo>
                <a:lnTo>
                  <a:pt x="345" y="233"/>
                </a:lnTo>
                <a:lnTo>
                  <a:pt x="346" y="233"/>
                </a:lnTo>
                <a:lnTo>
                  <a:pt x="347" y="233"/>
                </a:lnTo>
                <a:lnTo>
                  <a:pt x="349" y="233"/>
                </a:lnTo>
                <a:lnTo>
                  <a:pt x="350" y="231"/>
                </a:lnTo>
                <a:lnTo>
                  <a:pt x="351" y="231"/>
                </a:lnTo>
                <a:lnTo>
                  <a:pt x="352" y="231"/>
                </a:lnTo>
                <a:lnTo>
                  <a:pt x="353" y="231"/>
                </a:lnTo>
                <a:lnTo>
                  <a:pt x="354" y="230"/>
                </a:lnTo>
                <a:lnTo>
                  <a:pt x="355" y="230"/>
                </a:lnTo>
                <a:lnTo>
                  <a:pt x="357" y="230"/>
                </a:lnTo>
                <a:lnTo>
                  <a:pt x="358" y="229"/>
                </a:lnTo>
                <a:lnTo>
                  <a:pt x="360" y="229"/>
                </a:lnTo>
                <a:lnTo>
                  <a:pt x="361" y="228"/>
                </a:lnTo>
                <a:lnTo>
                  <a:pt x="363" y="228"/>
                </a:lnTo>
                <a:lnTo>
                  <a:pt x="366" y="227"/>
                </a:lnTo>
                <a:lnTo>
                  <a:pt x="368" y="227"/>
                </a:lnTo>
                <a:lnTo>
                  <a:pt x="369" y="226"/>
                </a:lnTo>
                <a:lnTo>
                  <a:pt x="371" y="226"/>
                </a:lnTo>
                <a:lnTo>
                  <a:pt x="372" y="225"/>
                </a:lnTo>
                <a:lnTo>
                  <a:pt x="374" y="225"/>
                </a:lnTo>
                <a:lnTo>
                  <a:pt x="375" y="224"/>
                </a:lnTo>
                <a:lnTo>
                  <a:pt x="376" y="224"/>
                </a:lnTo>
                <a:lnTo>
                  <a:pt x="378" y="223"/>
                </a:lnTo>
                <a:lnTo>
                  <a:pt x="379" y="223"/>
                </a:lnTo>
                <a:lnTo>
                  <a:pt x="380" y="223"/>
                </a:lnTo>
                <a:lnTo>
                  <a:pt x="382" y="222"/>
                </a:lnTo>
                <a:lnTo>
                  <a:pt x="383" y="222"/>
                </a:lnTo>
                <a:lnTo>
                  <a:pt x="384" y="222"/>
                </a:lnTo>
                <a:lnTo>
                  <a:pt x="385" y="221"/>
                </a:lnTo>
                <a:lnTo>
                  <a:pt x="386" y="221"/>
                </a:lnTo>
                <a:lnTo>
                  <a:pt x="387" y="220"/>
                </a:lnTo>
                <a:lnTo>
                  <a:pt x="388" y="220"/>
                </a:lnTo>
                <a:lnTo>
                  <a:pt x="389" y="220"/>
                </a:lnTo>
                <a:lnTo>
                  <a:pt x="390" y="219"/>
                </a:lnTo>
                <a:lnTo>
                  <a:pt x="391" y="219"/>
                </a:lnTo>
                <a:lnTo>
                  <a:pt x="392" y="219"/>
                </a:lnTo>
                <a:lnTo>
                  <a:pt x="393" y="218"/>
                </a:lnTo>
                <a:lnTo>
                  <a:pt x="394" y="218"/>
                </a:lnTo>
                <a:lnTo>
                  <a:pt x="395" y="217"/>
                </a:lnTo>
                <a:lnTo>
                  <a:pt x="396" y="217"/>
                </a:lnTo>
                <a:lnTo>
                  <a:pt x="398" y="215"/>
                </a:lnTo>
                <a:lnTo>
                  <a:pt x="399" y="215"/>
                </a:lnTo>
                <a:lnTo>
                  <a:pt x="401" y="214"/>
                </a:lnTo>
                <a:lnTo>
                  <a:pt x="402" y="213"/>
                </a:lnTo>
                <a:lnTo>
                  <a:pt x="404" y="213"/>
                </a:lnTo>
                <a:lnTo>
                  <a:pt x="405" y="212"/>
                </a:lnTo>
                <a:lnTo>
                  <a:pt x="407" y="211"/>
                </a:lnTo>
                <a:lnTo>
                  <a:pt x="408" y="210"/>
                </a:lnTo>
                <a:lnTo>
                  <a:pt x="410" y="210"/>
                </a:lnTo>
                <a:lnTo>
                  <a:pt x="411" y="209"/>
                </a:lnTo>
                <a:lnTo>
                  <a:pt x="412" y="209"/>
                </a:lnTo>
                <a:lnTo>
                  <a:pt x="413" y="208"/>
                </a:lnTo>
                <a:lnTo>
                  <a:pt x="416" y="207"/>
                </a:lnTo>
                <a:lnTo>
                  <a:pt x="417" y="207"/>
                </a:lnTo>
                <a:lnTo>
                  <a:pt x="418" y="206"/>
                </a:lnTo>
                <a:lnTo>
                  <a:pt x="419" y="206"/>
                </a:lnTo>
                <a:lnTo>
                  <a:pt x="420" y="205"/>
                </a:lnTo>
                <a:lnTo>
                  <a:pt x="421" y="205"/>
                </a:lnTo>
                <a:lnTo>
                  <a:pt x="422" y="204"/>
                </a:lnTo>
                <a:lnTo>
                  <a:pt x="423" y="204"/>
                </a:lnTo>
                <a:lnTo>
                  <a:pt x="423" y="203"/>
                </a:lnTo>
                <a:lnTo>
                  <a:pt x="424" y="203"/>
                </a:lnTo>
                <a:lnTo>
                  <a:pt x="425" y="203"/>
                </a:lnTo>
                <a:lnTo>
                  <a:pt x="426" y="202"/>
                </a:lnTo>
                <a:lnTo>
                  <a:pt x="427" y="202"/>
                </a:lnTo>
                <a:lnTo>
                  <a:pt x="427" y="201"/>
                </a:lnTo>
                <a:lnTo>
                  <a:pt x="428" y="201"/>
                </a:lnTo>
                <a:lnTo>
                  <a:pt x="429" y="201"/>
                </a:lnTo>
                <a:lnTo>
                  <a:pt x="431" y="199"/>
                </a:lnTo>
                <a:lnTo>
                  <a:pt x="432" y="199"/>
                </a:lnTo>
                <a:lnTo>
                  <a:pt x="433" y="198"/>
                </a:lnTo>
                <a:lnTo>
                  <a:pt x="434" y="197"/>
                </a:lnTo>
                <a:lnTo>
                  <a:pt x="435" y="197"/>
                </a:lnTo>
                <a:lnTo>
                  <a:pt x="436" y="196"/>
                </a:lnTo>
                <a:lnTo>
                  <a:pt x="438" y="196"/>
                </a:lnTo>
                <a:lnTo>
                  <a:pt x="439" y="195"/>
                </a:lnTo>
                <a:lnTo>
                  <a:pt x="440" y="194"/>
                </a:lnTo>
                <a:lnTo>
                  <a:pt x="442" y="193"/>
                </a:lnTo>
                <a:lnTo>
                  <a:pt x="443" y="193"/>
                </a:lnTo>
                <a:lnTo>
                  <a:pt x="444" y="192"/>
                </a:lnTo>
                <a:lnTo>
                  <a:pt x="445" y="191"/>
                </a:lnTo>
                <a:lnTo>
                  <a:pt x="448" y="191"/>
                </a:lnTo>
                <a:lnTo>
                  <a:pt x="449" y="190"/>
                </a:lnTo>
                <a:lnTo>
                  <a:pt x="450" y="190"/>
                </a:lnTo>
                <a:lnTo>
                  <a:pt x="451" y="189"/>
                </a:lnTo>
                <a:lnTo>
                  <a:pt x="452" y="188"/>
                </a:lnTo>
                <a:lnTo>
                  <a:pt x="453" y="188"/>
                </a:lnTo>
                <a:lnTo>
                  <a:pt x="454" y="187"/>
                </a:lnTo>
                <a:lnTo>
                  <a:pt x="455" y="187"/>
                </a:lnTo>
                <a:lnTo>
                  <a:pt x="456" y="186"/>
                </a:lnTo>
                <a:lnTo>
                  <a:pt x="457" y="186"/>
                </a:lnTo>
                <a:lnTo>
                  <a:pt x="458" y="185"/>
                </a:lnTo>
                <a:lnTo>
                  <a:pt x="459" y="184"/>
                </a:lnTo>
                <a:lnTo>
                  <a:pt x="460" y="184"/>
                </a:lnTo>
                <a:lnTo>
                  <a:pt x="461" y="184"/>
                </a:lnTo>
                <a:lnTo>
                  <a:pt x="461" y="182"/>
                </a:lnTo>
                <a:lnTo>
                  <a:pt x="462" y="182"/>
                </a:lnTo>
                <a:lnTo>
                  <a:pt x="464" y="181"/>
                </a:lnTo>
                <a:lnTo>
                  <a:pt x="465" y="181"/>
                </a:lnTo>
                <a:lnTo>
                  <a:pt x="465" y="180"/>
                </a:lnTo>
                <a:lnTo>
                  <a:pt x="466" y="180"/>
                </a:lnTo>
                <a:lnTo>
                  <a:pt x="467" y="179"/>
                </a:lnTo>
                <a:lnTo>
                  <a:pt x="468" y="178"/>
                </a:lnTo>
                <a:lnTo>
                  <a:pt x="469" y="178"/>
                </a:lnTo>
                <a:lnTo>
                  <a:pt x="470" y="177"/>
                </a:lnTo>
                <a:lnTo>
                  <a:pt x="472" y="176"/>
                </a:lnTo>
                <a:lnTo>
                  <a:pt x="473" y="176"/>
                </a:lnTo>
                <a:lnTo>
                  <a:pt x="474" y="175"/>
                </a:lnTo>
                <a:lnTo>
                  <a:pt x="475" y="175"/>
                </a:lnTo>
                <a:lnTo>
                  <a:pt x="475" y="174"/>
                </a:lnTo>
                <a:lnTo>
                  <a:pt x="476" y="173"/>
                </a:lnTo>
                <a:lnTo>
                  <a:pt x="477" y="173"/>
                </a:lnTo>
                <a:lnTo>
                  <a:pt x="478" y="172"/>
                </a:lnTo>
                <a:lnTo>
                  <a:pt x="480" y="172"/>
                </a:lnTo>
                <a:lnTo>
                  <a:pt x="481" y="171"/>
                </a:lnTo>
                <a:lnTo>
                  <a:pt x="482" y="170"/>
                </a:lnTo>
                <a:lnTo>
                  <a:pt x="483" y="170"/>
                </a:lnTo>
                <a:lnTo>
                  <a:pt x="483" y="169"/>
                </a:lnTo>
                <a:lnTo>
                  <a:pt x="484" y="169"/>
                </a:lnTo>
                <a:lnTo>
                  <a:pt x="485" y="168"/>
                </a:lnTo>
                <a:lnTo>
                  <a:pt x="486" y="168"/>
                </a:lnTo>
                <a:lnTo>
                  <a:pt x="486" y="166"/>
                </a:lnTo>
                <a:lnTo>
                  <a:pt x="487" y="166"/>
                </a:lnTo>
                <a:lnTo>
                  <a:pt x="488" y="165"/>
                </a:lnTo>
                <a:lnTo>
                  <a:pt x="489" y="165"/>
                </a:lnTo>
                <a:lnTo>
                  <a:pt x="489" y="164"/>
                </a:lnTo>
                <a:lnTo>
                  <a:pt x="490" y="164"/>
                </a:lnTo>
                <a:lnTo>
                  <a:pt x="491" y="163"/>
                </a:lnTo>
                <a:lnTo>
                  <a:pt x="492" y="162"/>
                </a:lnTo>
                <a:lnTo>
                  <a:pt x="493" y="162"/>
                </a:lnTo>
                <a:lnTo>
                  <a:pt x="493" y="161"/>
                </a:lnTo>
                <a:lnTo>
                  <a:pt x="494" y="161"/>
                </a:lnTo>
                <a:lnTo>
                  <a:pt x="495" y="160"/>
                </a:lnTo>
                <a:lnTo>
                  <a:pt x="497" y="160"/>
                </a:lnTo>
                <a:lnTo>
                  <a:pt x="497" y="159"/>
                </a:lnTo>
                <a:lnTo>
                  <a:pt x="498" y="159"/>
                </a:lnTo>
                <a:lnTo>
                  <a:pt x="498" y="158"/>
                </a:lnTo>
                <a:lnTo>
                  <a:pt x="499" y="158"/>
                </a:lnTo>
                <a:lnTo>
                  <a:pt x="500" y="157"/>
                </a:lnTo>
                <a:lnTo>
                  <a:pt x="501" y="157"/>
                </a:lnTo>
                <a:lnTo>
                  <a:pt x="501" y="156"/>
                </a:lnTo>
                <a:lnTo>
                  <a:pt x="502" y="156"/>
                </a:lnTo>
                <a:lnTo>
                  <a:pt x="503" y="155"/>
                </a:lnTo>
                <a:lnTo>
                  <a:pt x="504" y="155"/>
                </a:lnTo>
                <a:lnTo>
                  <a:pt x="504" y="154"/>
                </a:lnTo>
                <a:lnTo>
                  <a:pt x="505" y="154"/>
                </a:lnTo>
                <a:lnTo>
                  <a:pt x="505" y="153"/>
                </a:lnTo>
                <a:lnTo>
                  <a:pt x="506" y="153"/>
                </a:lnTo>
                <a:lnTo>
                  <a:pt x="507" y="153"/>
                </a:lnTo>
                <a:lnTo>
                  <a:pt x="507" y="152"/>
                </a:lnTo>
                <a:lnTo>
                  <a:pt x="508" y="152"/>
                </a:lnTo>
                <a:lnTo>
                  <a:pt x="508" y="151"/>
                </a:lnTo>
                <a:lnTo>
                  <a:pt x="509" y="151"/>
                </a:lnTo>
                <a:lnTo>
                  <a:pt x="510" y="149"/>
                </a:lnTo>
                <a:lnTo>
                  <a:pt x="511" y="149"/>
                </a:lnTo>
                <a:lnTo>
                  <a:pt x="513" y="148"/>
                </a:lnTo>
                <a:lnTo>
                  <a:pt x="514" y="147"/>
                </a:lnTo>
                <a:lnTo>
                  <a:pt x="515" y="147"/>
                </a:lnTo>
                <a:lnTo>
                  <a:pt x="516" y="146"/>
                </a:lnTo>
                <a:lnTo>
                  <a:pt x="517" y="145"/>
                </a:lnTo>
                <a:lnTo>
                  <a:pt x="518" y="145"/>
                </a:lnTo>
                <a:lnTo>
                  <a:pt x="519" y="144"/>
                </a:lnTo>
                <a:lnTo>
                  <a:pt x="520" y="143"/>
                </a:lnTo>
                <a:lnTo>
                  <a:pt x="521" y="143"/>
                </a:lnTo>
                <a:lnTo>
                  <a:pt x="522" y="142"/>
                </a:lnTo>
                <a:lnTo>
                  <a:pt x="523" y="141"/>
                </a:lnTo>
                <a:lnTo>
                  <a:pt x="524" y="141"/>
                </a:lnTo>
                <a:lnTo>
                  <a:pt x="524" y="140"/>
                </a:lnTo>
                <a:lnTo>
                  <a:pt x="525" y="140"/>
                </a:lnTo>
                <a:lnTo>
                  <a:pt x="525" y="139"/>
                </a:lnTo>
                <a:lnTo>
                  <a:pt x="526" y="139"/>
                </a:lnTo>
                <a:lnTo>
                  <a:pt x="526" y="138"/>
                </a:lnTo>
                <a:lnTo>
                  <a:pt x="527" y="138"/>
                </a:lnTo>
                <a:lnTo>
                  <a:pt x="527" y="137"/>
                </a:lnTo>
                <a:lnTo>
                  <a:pt x="528" y="137"/>
                </a:lnTo>
                <a:lnTo>
                  <a:pt x="528" y="136"/>
                </a:lnTo>
                <a:lnTo>
                  <a:pt x="530" y="135"/>
                </a:lnTo>
                <a:lnTo>
                  <a:pt x="531" y="135"/>
                </a:lnTo>
                <a:lnTo>
                  <a:pt x="532" y="133"/>
                </a:lnTo>
                <a:lnTo>
                  <a:pt x="532" y="132"/>
                </a:lnTo>
                <a:lnTo>
                  <a:pt x="533" y="131"/>
                </a:lnTo>
                <a:lnTo>
                  <a:pt x="534" y="130"/>
                </a:lnTo>
                <a:lnTo>
                  <a:pt x="535" y="129"/>
                </a:lnTo>
                <a:lnTo>
                  <a:pt x="536" y="129"/>
                </a:lnTo>
                <a:lnTo>
                  <a:pt x="537" y="128"/>
                </a:lnTo>
                <a:lnTo>
                  <a:pt x="538" y="127"/>
                </a:lnTo>
                <a:lnTo>
                  <a:pt x="539" y="126"/>
                </a:lnTo>
                <a:lnTo>
                  <a:pt x="539" y="125"/>
                </a:lnTo>
                <a:lnTo>
                  <a:pt x="540" y="124"/>
                </a:lnTo>
                <a:lnTo>
                  <a:pt x="541" y="124"/>
                </a:lnTo>
                <a:lnTo>
                  <a:pt x="541" y="123"/>
                </a:lnTo>
                <a:lnTo>
                  <a:pt x="542" y="122"/>
                </a:lnTo>
                <a:lnTo>
                  <a:pt x="543" y="122"/>
                </a:lnTo>
                <a:lnTo>
                  <a:pt x="543" y="121"/>
                </a:lnTo>
                <a:lnTo>
                  <a:pt x="544" y="121"/>
                </a:lnTo>
                <a:lnTo>
                  <a:pt x="544" y="120"/>
                </a:lnTo>
                <a:lnTo>
                  <a:pt x="546" y="119"/>
                </a:lnTo>
                <a:lnTo>
                  <a:pt x="547" y="117"/>
                </a:lnTo>
                <a:lnTo>
                  <a:pt x="548" y="116"/>
                </a:lnTo>
                <a:lnTo>
                  <a:pt x="549" y="115"/>
                </a:lnTo>
                <a:lnTo>
                  <a:pt x="550" y="114"/>
                </a:lnTo>
                <a:lnTo>
                  <a:pt x="550" y="113"/>
                </a:lnTo>
                <a:lnTo>
                  <a:pt x="551" y="113"/>
                </a:lnTo>
                <a:lnTo>
                  <a:pt x="552" y="112"/>
                </a:lnTo>
                <a:lnTo>
                  <a:pt x="553" y="111"/>
                </a:lnTo>
                <a:lnTo>
                  <a:pt x="553" y="110"/>
                </a:lnTo>
                <a:lnTo>
                  <a:pt x="554" y="109"/>
                </a:lnTo>
                <a:lnTo>
                  <a:pt x="555" y="108"/>
                </a:lnTo>
                <a:lnTo>
                  <a:pt x="556" y="107"/>
                </a:lnTo>
                <a:lnTo>
                  <a:pt x="557" y="106"/>
                </a:lnTo>
                <a:lnTo>
                  <a:pt x="558" y="105"/>
                </a:lnTo>
                <a:lnTo>
                  <a:pt x="559" y="103"/>
                </a:lnTo>
                <a:lnTo>
                  <a:pt x="560" y="102"/>
                </a:lnTo>
                <a:lnTo>
                  <a:pt x="561" y="100"/>
                </a:lnTo>
                <a:lnTo>
                  <a:pt x="563" y="99"/>
                </a:lnTo>
                <a:lnTo>
                  <a:pt x="564" y="98"/>
                </a:lnTo>
                <a:lnTo>
                  <a:pt x="565" y="97"/>
                </a:lnTo>
                <a:lnTo>
                  <a:pt x="566" y="96"/>
                </a:lnTo>
                <a:lnTo>
                  <a:pt x="567" y="95"/>
                </a:lnTo>
                <a:lnTo>
                  <a:pt x="568" y="94"/>
                </a:lnTo>
                <a:lnTo>
                  <a:pt x="568" y="93"/>
                </a:lnTo>
                <a:lnTo>
                  <a:pt x="569" y="92"/>
                </a:lnTo>
                <a:lnTo>
                  <a:pt x="570" y="91"/>
                </a:lnTo>
                <a:lnTo>
                  <a:pt x="571" y="90"/>
                </a:lnTo>
                <a:lnTo>
                  <a:pt x="572" y="89"/>
                </a:lnTo>
                <a:lnTo>
                  <a:pt x="573" y="88"/>
                </a:lnTo>
                <a:lnTo>
                  <a:pt x="573" y="87"/>
                </a:lnTo>
                <a:lnTo>
                  <a:pt x="574" y="86"/>
                </a:lnTo>
                <a:lnTo>
                  <a:pt x="575" y="84"/>
                </a:lnTo>
                <a:lnTo>
                  <a:pt x="576" y="83"/>
                </a:lnTo>
                <a:lnTo>
                  <a:pt x="576" y="82"/>
                </a:lnTo>
                <a:lnTo>
                  <a:pt x="577" y="81"/>
                </a:lnTo>
                <a:lnTo>
                  <a:pt x="579" y="80"/>
                </a:lnTo>
                <a:lnTo>
                  <a:pt x="580" y="79"/>
                </a:lnTo>
                <a:lnTo>
                  <a:pt x="580" y="78"/>
                </a:lnTo>
                <a:lnTo>
                  <a:pt x="581" y="77"/>
                </a:lnTo>
                <a:lnTo>
                  <a:pt x="582" y="76"/>
                </a:lnTo>
                <a:lnTo>
                  <a:pt x="583" y="75"/>
                </a:lnTo>
                <a:lnTo>
                  <a:pt x="584" y="73"/>
                </a:lnTo>
                <a:lnTo>
                  <a:pt x="585" y="72"/>
                </a:lnTo>
                <a:lnTo>
                  <a:pt x="586" y="70"/>
                </a:lnTo>
                <a:lnTo>
                  <a:pt x="587" y="69"/>
                </a:lnTo>
                <a:lnTo>
                  <a:pt x="588" y="67"/>
                </a:lnTo>
                <a:lnTo>
                  <a:pt x="589" y="65"/>
                </a:lnTo>
                <a:lnTo>
                  <a:pt x="590" y="64"/>
                </a:lnTo>
                <a:lnTo>
                  <a:pt x="591" y="63"/>
                </a:lnTo>
                <a:lnTo>
                  <a:pt x="592" y="62"/>
                </a:lnTo>
                <a:lnTo>
                  <a:pt x="593" y="61"/>
                </a:lnTo>
                <a:lnTo>
                  <a:pt x="595" y="60"/>
                </a:lnTo>
                <a:lnTo>
                  <a:pt x="595" y="59"/>
                </a:lnTo>
                <a:lnTo>
                  <a:pt x="596" y="58"/>
                </a:lnTo>
                <a:lnTo>
                  <a:pt x="597" y="57"/>
                </a:lnTo>
                <a:lnTo>
                  <a:pt x="597" y="56"/>
                </a:lnTo>
                <a:lnTo>
                  <a:pt x="598" y="55"/>
                </a:lnTo>
                <a:lnTo>
                  <a:pt x="599" y="54"/>
                </a:lnTo>
                <a:lnTo>
                  <a:pt x="600" y="53"/>
                </a:lnTo>
                <a:lnTo>
                  <a:pt x="600" y="51"/>
                </a:lnTo>
                <a:lnTo>
                  <a:pt x="601" y="50"/>
                </a:lnTo>
                <a:lnTo>
                  <a:pt x="602" y="49"/>
                </a:lnTo>
                <a:lnTo>
                  <a:pt x="603" y="48"/>
                </a:lnTo>
                <a:lnTo>
                  <a:pt x="604" y="47"/>
                </a:lnTo>
                <a:lnTo>
                  <a:pt x="604" y="46"/>
                </a:lnTo>
                <a:lnTo>
                  <a:pt x="605" y="45"/>
                </a:lnTo>
                <a:lnTo>
                  <a:pt x="606" y="44"/>
                </a:lnTo>
                <a:lnTo>
                  <a:pt x="607" y="43"/>
                </a:lnTo>
                <a:lnTo>
                  <a:pt x="608" y="42"/>
                </a:lnTo>
                <a:lnTo>
                  <a:pt x="609" y="40"/>
                </a:lnTo>
                <a:lnTo>
                  <a:pt x="610" y="39"/>
                </a:lnTo>
                <a:lnTo>
                  <a:pt x="612" y="38"/>
                </a:lnTo>
                <a:lnTo>
                  <a:pt x="613" y="35"/>
                </a:lnTo>
                <a:lnTo>
                  <a:pt x="614" y="34"/>
                </a:lnTo>
                <a:lnTo>
                  <a:pt x="615" y="32"/>
                </a:lnTo>
                <a:lnTo>
                  <a:pt x="616" y="31"/>
                </a:lnTo>
                <a:lnTo>
                  <a:pt x="617" y="29"/>
                </a:lnTo>
                <a:lnTo>
                  <a:pt x="618" y="28"/>
                </a:lnTo>
                <a:lnTo>
                  <a:pt x="619" y="27"/>
                </a:lnTo>
                <a:lnTo>
                  <a:pt x="620" y="26"/>
                </a:lnTo>
                <a:lnTo>
                  <a:pt x="621" y="24"/>
                </a:lnTo>
                <a:lnTo>
                  <a:pt x="622" y="23"/>
                </a:lnTo>
                <a:lnTo>
                  <a:pt x="622" y="22"/>
                </a:lnTo>
                <a:lnTo>
                  <a:pt x="623" y="22"/>
                </a:lnTo>
                <a:lnTo>
                  <a:pt x="624" y="21"/>
                </a:lnTo>
                <a:lnTo>
                  <a:pt x="624" y="20"/>
                </a:lnTo>
                <a:lnTo>
                  <a:pt x="625" y="18"/>
                </a:lnTo>
                <a:lnTo>
                  <a:pt x="625" y="17"/>
                </a:lnTo>
                <a:lnTo>
                  <a:pt x="626" y="16"/>
                </a:lnTo>
                <a:lnTo>
                  <a:pt x="628" y="15"/>
                </a:lnTo>
                <a:lnTo>
                  <a:pt x="628" y="14"/>
                </a:lnTo>
                <a:lnTo>
                  <a:pt x="629" y="13"/>
                </a:lnTo>
                <a:lnTo>
                  <a:pt x="630" y="12"/>
                </a:lnTo>
                <a:lnTo>
                  <a:pt x="630" y="11"/>
                </a:lnTo>
                <a:lnTo>
                  <a:pt x="631" y="10"/>
                </a:lnTo>
                <a:lnTo>
                  <a:pt x="632" y="9"/>
                </a:lnTo>
                <a:lnTo>
                  <a:pt x="633" y="8"/>
                </a:lnTo>
                <a:lnTo>
                  <a:pt x="633" y="7"/>
                </a:lnTo>
                <a:lnTo>
                  <a:pt x="634" y="6"/>
                </a:lnTo>
                <a:lnTo>
                  <a:pt x="634" y="5"/>
                </a:lnTo>
                <a:lnTo>
                  <a:pt x="635" y="4"/>
                </a:lnTo>
                <a:lnTo>
                  <a:pt x="636" y="1"/>
                </a:lnTo>
                <a:lnTo>
                  <a:pt x="637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49" name="Freeform 273"/>
          <p:cNvSpPr>
            <a:spLocks/>
          </p:cNvSpPr>
          <p:nvPr/>
        </p:nvSpPr>
        <p:spPr bwMode="auto">
          <a:xfrm>
            <a:off x="6524978" y="3151859"/>
            <a:ext cx="63218" cy="205458"/>
          </a:xfrm>
          <a:custGeom>
            <a:avLst/>
            <a:gdLst>
              <a:gd name="T0" fmla="*/ 814471387 w 76"/>
              <a:gd name="T1" fmla="*/ 1503387478 h 241"/>
              <a:gd name="T2" fmla="*/ 2036349249 w 76"/>
              <a:gd name="T3" fmla="*/ 2147483646 h 241"/>
              <a:gd name="T4" fmla="*/ 2147483646 w 76"/>
              <a:gd name="T5" fmla="*/ 2147483646 h 241"/>
              <a:gd name="T6" fmla="*/ 2147483646 w 76"/>
              <a:gd name="T7" fmla="*/ 2147483646 h 241"/>
              <a:gd name="T8" fmla="*/ 2147483646 w 76"/>
              <a:gd name="T9" fmla="*/ 2147483646 h 241"/>
              <a:gd name="T10" fmla="*/ 2147483646 w 76"/>
              <a:gd name="T11" fmla="*/ 2147483646 h 241"/>
              <a:gd name="T12" fmla="*/ 2147483646 w 76"/>
              <a:gd name="T13" fmla="*/ 2147483646 h 241"/>
              <a:gd name="T14" fmla="*/ 2147483646 w 76"/>
              <a:gd name="T15" fmla="*/ 2147483646 h 241"/>
              <a:gd name="T16" fmla="*/ 2147483646 w 76"/>
              <a:gd name="T17" fmla="*/ 2147483646 h 241"/>
              <a:gd name="T18" fmla="*/ 2147483646 w 76"/>
              <a:gd name="T19" fmla="*/ 2147483646 h 241"/>
              <a:gd name="T20" fmla="*/ 2147483646 w 76"/>
              <a:gd name="T21" fmla="*/ 2147483646 h 241"/>
              <a:gd name="T22" fmla="*/ 2147483646 w 76"/>
              <a:gd name="T23" fmla="*/ 2147483646 h 241"/>
              <a:gd name="T24" fmla="*/ 2147483646 w 76"/>
              <a:gd name="T25" fmla="*/ 2147483646 h 241"/>
              <a:gd name="T26" fmla="*/ 2147483646 w 76"/>
              <a:gd name="T27" fmla="*/ 2147483646 h 241"/>
              <a:gd name="T28" fmla="*/ 2147483646 w 76"/>
              <a:gd name="T29" fmla="*/ 2147483646 h 241"/>
              <a:gd name="T30" fmla="*/ 2147483646 w 76"/>
              <a:gd name="T31" fmla="*/ 2147483646 h 241"/>
              <a:gd name="T32" fmla="*/ 2147483646 w 76"/>
              <a:gd name="T33" fmla="*/ 2147483646 h 241"/>
              <a:gd name="T34" fmla="*/ 2147483646 w 76"/>
              <a:gd name="T35" fmla="*/ 2147483646 h 241"/>
              <a:gd name="T36" fmla="*/ 2147483646 w 76"/>
              <a:gd name="T37" fmla="*/ 2147483646 h 241"/>
              <a:gd name="T38" fmla="*/ 2147483646 w 76"/>
              <a:gd name="T39" fmla="*/ 2147483646 h 241"/>
              <a:gd name="T40" fmla="*/ 2147483646 w 76"/>
              <a:gd name="T41" fmla="*/ 2147483646 h 241"/>
              <a:gd name="T42" fmla="*/ 2147483646 w 76"/>
              <a:gd name="T43" fmla="*/ 2147483646 h 241"/>
              <a:gd name="T44" fmla="*/ 2147483646 w 76"/>
              <a:gd name="T45" fmla="*/ 2147483646 h 241"/>
              <a:gd name="T46" fmla="*/ 2147483646 w 76"/>
              <a:gd name="T47" fmla="*/ 2147483646 h 241"/>
              <a:gd name="T48" fmla="*/ 2147483646 w 76"/>
              <a:gd name="T49" fmla="*/ 2147483646 h 241"/>
              <a:gd name="T50" fmla="*/ 2147483646 w 76"/>
              <a:gd name="T51" fmla="*/ 2147483646 h 241"/>
              <a:gd name="T52" fmla="*/ 2147483646 w 76"/>
              <a:gd name="T53" fmla="*/ 2147483646 h 241"/>
              <a:gd name="T54" fmla="*/ 2147483646 w 76"/>
              <a:gd name="T55" fmla="*/ 2147483646 h 241"/>
              <a:gd name="T56" fmla="*/ 2147483646 w 76"/>
              <a:gd name="T57" fmla="*/ 2147483646 h 241"/>
              <a:gd name="T58" fmla="*/ 2147483646 w 76"/>
              <a:gd name="T59" fmla="*/ 2147483646 h 241"/>
              <a:gd name="T60" fmla="*/ 2147483646 w 76"/>
              <a:gd name="T61" fmla="*/ 2147483646 h 241"/>
              <a:gd name="T62" fmla="*/ 2147483646 w 76"/>
              <a:gd name="T63" fmla="*/ 2147483646 h 241"/>
              <a:gd name="T64" fmla="*/ 2147483646 w 76"/>
              <a:gd name="T65" fmla="*/ 2147483646 h 241"/>
              <a:gd name="T66" fmla="*/ 2147483646 w 76"/>
              <a:gd name="T67" fmla="*/ 2147483646 h 241"/>
              <a:gd name="T68" fmla="*/ 2147483646 w 76"/>
              <a:gd name="T69" fmla="*/ 2147483646 h 241"/>
              <a:gd name="T70" fmla="*/ 2147483646 w 76"/>
              <a:gd name="T71" fmla="*/ 2147483646 h 241"/>
              <a:gd name="T72" fmla="*/ 2147483646 w 76"/>
              <a:gd name="T73" fmla="*/ 2147483646 h 241"/>
              <a:gd name="T74" fmla="*/ 2147483646 w 76"/>
              <a:gd name="T75" fmla="*/ 2147483646 h 241"/>
              <a:gd name="T76" fmla="*/ 2147483646 w 76"/>
              <a:gd name="T77" fmla="*/ 2147483646 h 241"/>
              <a:gd name="T78" fmla="*/ 2147483646 w 76"/>
              <a:gd name="T79" fmla="*/ 2147483646 h 241"/>
              <a:gd name="T80" fmla="*/ 2147483646 w 76"/>
              <a:gd name="T81" fmla="*/ 2147483646 h 241"/>
              <a:gd name="T82" fmla="*/ 2147483646 w 76"/>
              <a:gd name="T83" fmla="*/ 2147483646 h 241"/>
              <a:gd name="T84" fmla="*/ 2147483646 w 76"/>
              <a:gd name="T85" fmla="*/ 2147483646 h 241"/>
              <a:gd name="T86" fmla="*/ 2147483646 w 76"/>
              <a:gd name="T87" fmla="*/ 2147483646 h 241"/>
              <a:gd name="T88" fmla="*/ 2147483646 w 76"/>
              <a:gd name="T89" fmla="*/ 2147483646 h 241"/>
              <a:gd name="T90" fmla="*/ 2147483646 w 76"/>
              <a:gd name="T91" fmla="*/ 2147483646 h 241"/>
              <a:gd name="T92" fmla="*/ 2147483646 w 76"/>
              <a:gd name="T93" fmla="*/ 2147483646 h 241"/>
              <a:gd name="T94" fmla="*/ 2147483646 w 76"/>
              <a:gd name="T95" fmla="*/ 2147483646 h 241"/>
              <a:gd name="T96" fmla="*/ 2147483646 w 76"/>
              <a:gd name="T97" fmla="*/ 2147483646 h 241"/>
              <a:gd name="T98" fmla="*/ 2147483646 w 76"/>
              <a:gd name="T99" fmla="*/ 2147483646 h 241"/>
              <a:gd name="T100" fmla="*/ 2147483646 w 76"/>
              <a:gd name="T101" fmla="*/ 2147483646 h 241"/>
              <a:gd name="T102" fmla="*/ 2147483646 w 76"/>
              <a:gd name="T103" fmla="*/ 2147483646 h 241"/>
              <a:gd name="T104" fmla="*/ 2147483646 w 76"/>
              <a:gd name="T105" fmla="*/ 2147483646 h 241"/>
              <a:gd name="T106" fmla="*/ 2147483646 w 76"/>
              <a:gd name="T107" fmla="*/ 2147483646 h 241"/>
              <a:gd name="T108" fmla="*/ 2147483646 w 76"/>
              <a:gd name="T109" fmla="*/ 2147483646 h 241"/>
              <a:gd name="T110" fmla="*/ 2147483646 w 76"/>
              <a:gd name="T111" fmla="*/ 2147483646 h 241"/>
              <a:gd name="T112" fmla="*/ 2147483646 w 76"/>
              <a:gd name="T113" fmla="*/ 2147483646 h 24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1">
                <a:moveTo>
                  <a:pt x="0" y="0"/>
                </a:moveTo>
                <a:lnTo>
                  <a:pt x="1" y="2"/>
                </a:lnTo>
                <a:lnTo>
                  <a:pt x="3" y="5"/>
                </a:lnTo>
                <a:lnTo>
                  <a:pt x="4" y="7"/>
                </a:lnTo>
                <a:lnTo>
                  <a:pt x="5" y="9"/>
                </a:lnTo>
                <a:lnTo>
                  <a:pt x="6" y="11"/>
                </a:lnTo>
                <a:lnTo>
                  <a:pt x="8" y="12"/>
                </a:lnTo>
                <a:lnTo>
                  <a:pt x="10" y="15"/>
                </a:lnTo>
                <a:lnTo>
                  <a:pt x="10" y="17"/>
                </a:lnTo>
                <a:lnTo>
                  <a:pt x="11" y="18"/>
                </a:lnTo>
                <a:lnTo>
                  <a:pt x="12" y="20"/>
                </a:lnTo>
                <a:lnTo>
                  <a:pt x="13" y="21"/>
                </a:lnTo>
                <a:lnTo>
                  <a:pt x="14" y="22"/>
                </a:lnTo>
                <a:lnTo>
                  <a:pt x="14" y="23"/>
                </a:lnTo>
                <a:lnTo>
                  <a:pt x="15" y="24"/>
                </a:lnTo>
                <a:lnTo>
                  <a:pt x="15" y="25"/>
                </a:lnTo>
                <a:lnTo>
                  <a:pt x="16" y="26"/>
                </a:lnTo>
                <a:lnTo>
                  <a:pt x="17" y="27"/>
                </a:lnTo>
                <a:lnTo>
                  <a:pt x="17" y="28"/>
                </a:lnTo>
                <a:lnTo>
                  <a:pt x="17" y="29"/>
                </a:lnTo>
                <a:lnTo>
                  <a:pt x="18" y="30"/>
                </a:lnTo>
                <a:lnTo>
                  <a:pt x="18" y="32"/>
                </a:lnTo>
                <a:lnTo>
                  <a:pt x="19" y="33"/>
                </a:lnTo>
                <a:lnTo>
                  <a:pt x="19" y="34"/>
                </a:lnTo>
                <a:lnTo>
                  <a:pt x="20" y="35"/>
                </a:lnTo>
                <a:lnTo>
                  <a:pt x="20" y="36"/>
                </a:lnTo>
                <a:lnTo>
                  <a:pt x="21" y="37"/>
                </a:lnTo>
                <a:lnTo>
                  <a:pt x="21" y="38"/>
                </a:lnTo>
                <a:lnTo>
                  <a:pt x="21" y="39"/>
                </a:lnTo>
                <a:lnTo>
                  <a:pt x="22" y="40"/>
                </a:lnTo>
                <a:lnTo>
                  <a:pt x="22" y="41"/>
                </a:lnTo>
                <a:lnTo>
                  <a:pt x="23" y="42"/>
                </a:lnTo>
                <a:lnTo>
                  <a:pt x="23" y="43"/>
                </a:lnTo>
                <a:lnTo>
                  <a:pt x="24" y="45"/>
                </a:lnTo>
                <a:lnTo>
                  <a:pt x="26" y="46"/>
                </a:lnTo>
                <a:lnTo>
                  <a:pt x="26" y="48"/>
                </a:lnTo>
                <a:lnTo>
                  <a:pt x="27" y="49"/>
                </a:lnTo>
                <a:lnTo>
                  <a:pt x="27" y="50"/>
                </a:lnTo>
                <a:lnTo>
                  <a:pt x="27" y="51"/>
                </a:lnTo>
                <a:lnTo>
                  <a:pt x="28" y="52"/>
                </a:lnTo>
                <a:lnTo>
                  <a:pt x="28" y="53"/>
                </a:lnTo>
                <a:lnTo>
                  <a:pt x="29" y="54"/>
                </a:lnTo>
                <a:lnTo>
                  <a:pt x="29" y="55"/>
                </a:lnTo>
                <a:lnTo>
                  <a:pt x="30" y="56"/>
                </a:lnTo>
                <a:lnTo>
                  <a:pt x="30" y="57"/>
                </a:lnTo>
                <a:lnTo>
                  <a:pt x="30" y="58"/>
                </a:lnTo>
                <a:lnTo>
                  <a:pt x="31" y="59"/>
                </a:lnTo>
                <a:lnTo>
                  <a:pt x="31" y="60"/>
                </a:lnTo>
                <a:lnTo>
                  <a:pt x="31" y="61"/>
                </a:lnTo>
                <a:lnTo>
                  <a:pt x="32" y="61"/>
                </a:lnTo>
                <a:lnTo>
                  <a:pt x="32" y="62"/>
                </a:lnTo>
                <a:lnTo>
                  <a:pt x="32" y="63"/>
                </a:lnTo>
                <a:lnTo>
                  <a:pt x="33" y="65"/>
                </a:lnTo>
                <a:lnTo>
                  <a:pt x="33" y="66"/>
                </a:lnTo>
                <a:lnTo>
                  <a:pt x="34" y="67"/>
                </a:lnTo>
                <a:lnTo>
                  <a:pt x="34" y="68"/>
                </a:lnTo>
                <a:lnTo>
                  <a:pt x="34" y="69"/>
                </a:lnTo>
                <a:lnTo>
                  <a:pt x="35" y="70"/>
                </a:lnTo>
                <a:lnTo>
                  <a:pt x="35" y="71"/>
                </a:lnTo>
                <a:lnTo>
                  <a:pt x="36" y="72"/>
                </a:lnTo>
                <a:lnTo>
                  <a:pt x="36" y="74"/>
                </a:lnTo>
                <a:lnTo>
                  <a:pt x="37" y="75"/>
                </a:lnTo>
                <a:lnTo>
                  <a:pt x="38" y="77"/>
                </a:lnTo>
                <a:lnTo>
                  <a:pt x="38" y="78"/>
                </a:lnTo>
                <a:lnTo>
                  <a:pt x="39" y="81"/>
                </a:lnTo>
                <a:lnTo>
                  <a:pt x="39" y="82"/>
                </a:lnTo>
                <a:lnTo>
                  <a:pt x="40" y="84"/>
                </a:lnTo>
                <a:lnTo>
                  <a:pt x="40" y="85"/>
                </a:lnTo>
                <a:lnTo>
                  <a:pt x="41" y="86"/>
                </a:lnTo>
                <a:lnTo>
                  <a:pt x="41" y="87"/>
                </a:lnTo>
                <a:lnTo>
                  <a:pt x="43" y="88"/>
                </a:lnTo>
                <a:lnTo>
                  <a:pt x="43" y="89"/>
                </a:lnTo>
                <a:lnTo>
                  <a:pt x="43" y="90"/>
                </a:lnTo>
                <a:lnTo>
                  <a:pt x="44" y="91"/>
                </a:lnTo>
                <a:lnTo>
                  <a:pt x="44" y="92"/>
                </a:lnTo>
                <a:lnTo>
                  <a:pt x="44" y="93"/>
                </a:lnTo>
                <a:lnTo>
                  <a:pt x="45" y="93"/>
                </a:lnTo>
                <a:lnTo>
                  <a:pt x="45" y="94"/>
                </a:lnTo>
                <a:lnTo>
                  <a:pt x="45" y="95"/>
                </a:lnTo>
                <a:lnTo>
                  <a:pt x="46" y="97"/>
                </a:lnTo>
                <a:lnTo>
                  <a:pt x="46" y="98"/>
                </a:lnTo>
                <a:lnTo>
                  <a:pt x="46" y="99"/>
                </a:lnTo>
                <a:lnTo>
                  <a:pt x="47" y="100"/>
                </a:lnTo>
                <a:lnTo>
                  <a:pt x="47" y="101"/>
                </a:lnTo>
                <a:lnTo>
                  <a:pt x="47" y="102"/>
                </a:lnTo>
                <a:lnTo>
                  <a:pt x="48" y="103"/>
                </a:lnTo>
                <a:lnTo>
                  <a:pt x="48" y="104"/>
                </a:lnTo>
                <a:lnTo>
                  <a:pt x="48" y="105"/>
                </a:lnTo>
                <a:lnTo>
                  <a:pt x="49" y="106"/>
                </a:lnTo>
                <a:lnTo>
                  <a:pt x="49" y="108"/>
                </a:lnTo>
                <a:lnTo>
                  <a:pt x="50" y="109"/>
                </a:lnTo>
                <a:lnTo>
                  <a:pt x="50" y="110"/>
                </a:lnTo>
                <a:lnTo>
                  <a:pt x="51" y="112"/>
                </a:lnTo>
                <a:lnTo>
                  <a:pt x="51" y="114"/>
                </a:lnTo>
                <a:lnTo>
                  <a:pt x="52" y="116"/>
                </a:lnTo>
                <a:lnTo>
                  <a:pt x="52" y="118"/>
                </a:lnTo>
                <a:lnTo>
                  <a:pt x="53" y="119"/>
                </a:lnTo>
                <a:lnTo>
                  <a:pt x="53" y="120"/>
                </a:lnTo>
                <a:lnTo>
                  <a:pt x="53" y="121"/>
                </a:lnTo>
                <a:lnTo>
                  <a:pt x="54" y="123"/>
                </a:lnTo>
                <a:lnTo>
                  <a:pt x="54" y="124"/>
                </a:lnTo>
                <a:lnTo>
                  <a:pt x="54" y="125"/>
                </a:lnTo>
                <a:lnTo>
                  <a:pt x="55" y="126"/>
                </a:lnTo>
                <a:lnTo>
                  <a:pt x="55" y="127"/>
                </a:lnTo>
                <a:lnTo>
                  <a:pt x="55" y="128"/>
                </a:lnTo>
                <a:lnTo>
                  <a:pt x="56" y="128"/>
                </a:lnTo>
                <a:lnTo>
                  <a:pt x="56" y="130"/>
                </a:lnTo>
                <a:lnTo>
                  <a:pt x="56" y="131"/>
                </a:lnTo>
                <a:lnTo>
                  <a:pt x="56" y="132"/>
                </a:lnTo>
                <a:lnTo>
                  <a:pt x="57" y="133"/>
                </a:lnTo>
                <a:lnTo>
                  <a:pt x="57" y="134"/>
                </a:lnTo>
                <a:lnTo>
                  <a:pt x="57" y="135"/>
                </a:lnTo>
                <a:lnTo>
                  <a:pt x="59" y="136"/>
                </a:lnTo>
                <a:lnTo>
                  <a:pt x="59" y="137"/>
                </a:lnTo>
                <a:lnTo>
                  <a:pt x="59" y="138"/>
                </a:lnTo>
                <a:lnTo>
                  <a:pt x="60" y="139"/>
                </a:lnTo>
                <a:lnTo>
                  <a:pt x="60" y="140"/>
                </a:lnTo>
                <a:lnTo>
                  <a:pt x="60" y="141"/>
                </a:lnTo>
                <a:lnTo>
                  <a:pt x="61" y="142"/>
                </a:lnTo>
                <a:lnTo>
                  <a:pt x="61" y="143"/>
                </a:lnTo>
                <a:lnTo>
                  <a:pt x="61" y="144"/>
                </a:lnTo>
                <a:lnTo>
                  <a:pt x="62" y="145"/>
                </a:lnTo>
                <a:lnTo>
                  <a:pt x="62" y="148"/>
                </a:lnTo>
                <a:lnTo>
                  <a:pt x="63" y="149"/>
                </a:lnTo>
                <a:lnTo>
                  <a:pt x="63" y="151"/>
                </a:lnTo>
                <a:lnTo>
                  <a:pt x="64" y="152"/>
                </a:lnTo>
                <a:lnTo>
                  <a:pt x="64" y="154"/>
                </a:lnTo>
                <a:lnTo>
                  <a:pt x="65" y="155"/>
                </a:lnTo>
                <a:lnTo>
                  <a:pt x="65" y="157"/>
                </a:lnTo>
                <a:lnTo>
                  <a:pt x="66" y="158"/>
                </a:lnTo>
                <a:lnTo>
                  <a:pt x="66" y="159"/>
                </a:lnTo>
                <a:lnTo>
                  <a:pt x="66" y="160"/>
                </a:lnTo>
                <a:lnTo>
                  <a:pt x="67" y="161"/>
                </a:lnTo>
                <a:lnTo>
                  <a:pt x="67" y="163"/>
                </a:lnTo>
                <a:lnTo>
                  <a:pt x="67" y="164"/>
                </a:lnTo>
                <a:lnTo>
                  <a:pt x="67" y="165"/>
                </a:lnTo>
                <a:lnTo>
                  <a:pt x="68" y="166"/>
                </a:lnTo>
                <a:lnTo>
                  <a:pt x="68" y="167"/>
                </a:lnTo>
                <a:lnTo>
                  <a:pt x="68" y="168"/>
                </a:lnTo>
                <a:lnTo>
                  <a:pt x="68" y="169"/>
                </a:lnTo>
                <a:lnTo>
                  <a:pt x="69" y="170"/>
                </a:lnTo>
                <a:lnTo>
                  <a:pt x="69" y="171"/>
                </a:lnTo>
                <a:lnTo>
                  <a:pt x="69" y="172"/>
                </a:lnTo>
                <a:lnTo>
                  <a:pt x="69" y="173"/>
                </a:lnTo>
                <a:lnTo>
                  <a:pt x="69" y="174"/>
                </a:lnTo>
                <a:lnTo>
                  <a:pt x="69" y="175"/>
                </a:lnTo>
                <a:lnTo>
                  <a:pt x="69" y="176"/>
                </a:lnTo>
                <a:lnTo>
                  <a:pt x="70" y="177"/>
                </a:lnTo>
                <a:lnTo>
                  <a:pt x="70" y="179"/>
                </a:lnTo>
                <a:lnTo>
                  <a:pt x="70" y="180"/>
                </a:lnTo>
                <a:lnTo>
                  <a:pt x="70" y="181"/>
                </a:lnTo>
                <a:lnTo>
                  <a:pt x="70" y="182"/>
                </a:lnTo>
                <a:lnTo>
                  <a:pt x="70" y="184"/>
                </a:lnTo>
                <a:lnTo>
                  <a:pt x="70" y="185"/>
                </a:lnTo>
                <a:lnTo>
                  <a:pt x="70" y="186"/>
                </a:lnTo>
                <a:lnTo>
                  <a:pt x="70" y="188"/>
                </a:lnTo>
                <a:lnTo>
                  <a:pt x="71" y="189"/>
                </a:lnTo>
                <a:lnTo>
                  <a:pt x="71" y="190"/>
                </a:lnTo>
                <a:lnTo>
                  <a:pt x="71" y="191"/>
                </a:lnTo>
                <a:lnTo>
                  <a:pt x="71" y="192"/>
                </a:lnTo>
                <a:lnTo>
                  <a:pt x="71" y="193"/>
                </a:lnTo>
                <a:lnTo>
                  <a:pt x="71" y="194"/>
                </a:lnTo>
                <a:lnTo>
                  <a:pt x="71" y="196"/>
                </a:lnTo>
                <a:lnTo>
                  <a:pt x="71" y="197"/>
                </a:lnTo>
                <a:lnTo>
                  <a:pt x="71" y="198"/>
                </a:lnTo>
                <a:lnTo>
                  <a:pt x="71" y="199"/>
                </a:lnTo>
                <a:lnTo>
                  <a:pt x="71" y="200"/>
                </a:lnTo>
                <a:lnTo>
                  <a:pt x="72" y="200"/>
                </a:lnTo>
                <a:lnTo>
                  <a:pt x="72" y="201"/>
                </a:lnTo>
                <a:lnTo>
                  <a:pt x="72" y="202"/>
                </a:lnTo>
                <a:lnTo>
                  <a:pt x="72" y="203"/>
                </a:lnTo>
                <a:lnTo>
                  <a:pt x="72" y="204"/>
                </a:lnTo>
                <a:lnTo>
                  <a:pt x="72" y="205"/>
                </a:lnTo>
                <a:lnTo>
                  <a:pt x="72" y="206"/>
                </a:lnTo>
                <a:lnTo>
                  <a:pt x="73" y="206"/>
                </a:lnTo>
                <a:lnTo>
                  <a:pt x="73" y="207"/>
                </a:lnTo>
                <a:lnTo>
                  <a:pt x="73" y="208"/>
                </a:lnTo>
                <a:lnTo>
                  <a:pt x="73" y="209"/>
                </a:lnTo>
                <a:lnTo>
                  <a:pt x="73" y="210"/>
                </a:lnTo>
                <a:lnTo>
                  <a:pt x="73" y="212"/>
                </a:lnTo>
                <a:lnTo>
                  <a:pt x="74" y="212"/>
                </a:lnTo>
                <a:lnTo>
                  <a:pt x="74" y="213"/>
                </a:lnTo>
                <a:lnTo>
                  <a:pt x="74" y="214"/>
                </a:lnTo>
                <a:lnTo>
                  <a:pt x="74" y="215"/>
                </a:lnTo>
                <a:lnTo>
                  <a:pt x="74" y="216"/>
                </a:lnTo>
                <a:lnTo>
                  <a:pt x="76" y="217"/>
                </a:lnTo>
                <a:lnTo>
                  <a:pt x="76" y="218"/>
                </a:lnTo>
                <a:lnTo>
                  <a:pt x="76" y="219"/>
                </a:lnTo>
                <a:lnTo>
                  <a:pt x="76" y="220"/>
                </a:lnTo>
                <a:lnTo>
                  <a:pt x="76" y="221"/>
                </a:lnTo>
                <a:lnTo>
                  <a:pt x="76" y="222"/>
                </a:lnTo>
                <a:lnTo>
                  <a:pt x="76" y="223"/>
                </a:lnTo>
                <a:lnTo>
                  <a:pt x="76" y="224"/>
                </a:lnTo>
                <a:lnTo>
                  <a:pt x="76" y="225"/>
                </a:lnTo>
                <a:lnTo>
                  <a:pt x="76" y="226"/>
                </a:lnTo>
                <a:lnTo>
                  <a:pt x="76" y="228"/>
                </a:lnTo>
                <a:lnTo>
                  <a:pt x="76" y="229"/>
                </a:lnTo>
                <a:lnTo>
                  <a:pt x="76" y="230"/>
                </a:lnTo>
                <a:lnTo>
                  <a:pt x="76" y="232"/>
                </a:lnTo>
                <a:lnTo>
                  <a:pt x="74" y="233"/>
                </a:lnTo>
                <a:lnTo>
                  <a:pt x="74" y="234"/>
                </a:lnTo>
                <a:lnTo>
                  <a:pt x="74" y="236"/>
                </a:lnTo>
                <a:lnTo>
                  <a:pt x="74" y="238"/>
                </a:lnTo>
                <a:lnTo>
                  <a:pt x="74" y="239"/>
                </a:lnTo>
                <a:lnTo>
                  <a:pt x="74" y="241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0" name="Freeform 274"/>
          <p:cNvSpPr>
            <a:spLocks/>
          </p:cNvSpPr>
          <p:nvPr/>
        </p:nvSpPr>
        <p:spPr bwMode="auto">
          <a:xfrm>
            <a:off x="6524978" y="3355059"/>
            <a:ext cx="63218" cy="205458"/>
          </a:xfrm>
          <a:custGeom>
            <a:avLst/>
            <a:gdLst>
              <a:gd name="T0" fmla="*/ 814471387 w 76"/>
              <a:gd name="T1" fmla="*/ 2147483646 h 242"/>
              <a:gd name="T2" fmla="*/ 2036349249 w 76"/>
              <a:gd name="T3" fmla="*/ 2147483646 h 242"/>
              <a:gd name="T4" fmla="*/ 2147483646 w 76"/>
              <a:gd name="T5" fmla="*/ 2147483646 h 242"/>
              <a:gd name="T6" fmla="*/ 2147483646 w 76"/>
              <a:gd name="T7" fmla="*/ 2147483646 h 242"/>
              <a:gd name="T8" fmla="*/ 2147483646 w 76"/>
              <a:gd name="T9" fmla="*/ 2147483646 h 242"/>
              <a:gd name="T10" fmla="*/ 2147483646 w 76"/>
              <a:gd name="T11" fmla="*/ 2147483646 h 242"/>
              <a:gd name="T12" fmla="*/ 2147483646 w 76"/>
              <a:gd name="T13" fmla="*/ 2147483646 h 242"/>
              <a:gd name="T14" fmla="*/ 2147483646 w 76"/>
              <a:gd name="T15" fmla="*/ 2147483646 h 242"/>
              <a:gd name="T16" fmla="*/ 2147483646 w 76"/>
              <a:gd name="T17" fmla="*/ 2147483646 h 242"/>
              <a:gd name="T18" fmla="*/ 2147483646 w 76"/>
              <a:gd name="T19" fmla="*/ 2147483646 h 242"/>
              <a:gd name="T20" fmla="*/ 2147483646 w 76"/>
              <a:gd name="T21" fmla="*/ 2147483646 h 242"/>
              <a:gd name="T22" fmla="*/ 2147483646 w 76"/>
              <a:gd name="T23" fmla="*/ 2147483646 h 242"/>
              <a:gd name="T24" fmla="*/ 2147483646 w 76"/>
              <a:gd name="T25" fmla="*/ 2147483646 h 242"/>
              <a:gd name="T26" fmla="*/ 2147483646 w 76"/>
              <a:gd name="T27" fmla="*/ 2147483646 h 242"/>
              <a:gd name="T28" fmla="*/ 2147483646 w 76"/>
              <a:gd name="T29" fmla="*/ 2147483646 h 242"/>
              <a:gd name="T30" fmla="*/ 2147483646 w 76"/>
              <a:gd name="T31" fmla="*/ 2147483646 h 242"/>
              <a:gd name="T32" fmla="*/ 2147483646 w 76"/>
              <a:gd name="T33" fmla="*/ 2147483646 h 242"/>
              <a:gd name="T34" fmla="*/ 2147483646 w 76"/>
              <a:gd name="T35" fmla="*/ 2147483646 h 242"/>
              <a:gd name="T36" fmla="*/ 2147483646 w 76"/>
              <a:gd name="T37" fmla="*/ 2147483646 h 242"/>
              <a:gd name="T38" fmla="*/ 2147483646 w 76"/>
              <a:gd name="T39" fmla="*/ 2147483646 h 242"/>
              <a:gd name="T40" fmla="*/ 2147483646 w 76"/>
              <a:gd name="T41" fmla="*/ 2147483646 h 242"/>
              <a:gd name="T42" fmla="*/ 2147483646 w 76"/>
              <a:gd name="T43" fmla="*/ 2147483646 h 242"/>
              <a:gd name="T44" fmla="*/ 2147483646 w 76"/>
              <a:gd name="T45" fmla="*/ 2147483646 h 242"/>
              <a:gd name="T46" fmla="*/ 2147483646 w 76"/>
              <a:gd name="T47" fmla="*/ 2147483646 h 242"/>
              <a:gd name="T48" fmla="*/ 2147483646 w 76"/>
              <a:gd name="T49" fmla="*/ 2147483646 h 242"/>
              <a:gd name="T50" fmla="*/ 2147483646 w 76"/>
              <a:gd name="T51" fmla="*/ 2147483646 h 242"/>
              <a:gd name="T52" fmla="*/ 2147483646 w 76"/>
              <a:gd name="T53" fmla="*/ 2147483646 h 242"/>
              <a:gd name="T54" fmla="*/ 2147483646 w 76"/>
              <a:gd name="T55" fmla="*/ 2147483646 h 242"/>
              <a:gd name="T56" fmla="*/ 2147483646 w 76"/>
              <a:gd name="T57" fmla="*/ 2147483646 h 242"/>
              <a:gd name="T58" fmla="*/ 2147483646 w 76"/>
              <a:gd name="T59" fmla="*/ 2147483646 h 242"/>
              <a:gd name="T60" fmla="*/ 2147483646 w 76"/>
              <a:gd name="T61" fmla="*/ 2147483646 h 242"/>
              <a:gd name="T62" fmla="*/ 2147483646 w 76"/>
              <a:gd name="T63" fmla="*/ 2147483646 h 242"/>
              <a:gd name="T64" fmla="*/ 2147483646 w 76"/>
              <a:gd name="T65" fmla="*/ 2147483646 h 242"/>
              <a:gd name="T66" fmla="*/ 2147483646 w 76"/>
              <a:gd name="T67" fmla="*/ 2147483646 h 242"/>
              <a:gd name="T68" fmla="*/ 2147483646 w 76"/>
              <a:gd name="T69" fmla="*/ 2147483646 h 242"/>
              <a:gd name="T70" fmla="*/ 2147483646 w 76"/>
              <a:gd name="T71" fmla="*/ 2147483646 h 242"/>
              <a:gd name="T72" fmla="*/ 2147483646 w 76"/>
              <a:gd name="T73" fmla="*/ 2147483646 h 242"/>
              <a:gd name="T74" fmla="*/ 2147483646 w 76"/>
              <a:gd name="T75" fmla="*/ 2147483646 h 242"/>
              <a:gd name="T76" fmla="*/ 2147483646 w 76"/>
              <a:gd name="T77" fmla="*/ 2147483646 h 242"/>
              <a:gd name="T78" fmla="*/ 2147483646 w 76"/>
              <a:gd name="T79" fmla="*/ 2147483646 h 242"/>
              <a:gd name="T80" fmla="*/ 2147483646 w 76"/>
              <a:gd name="T81" fmla="*/ 2147483646 h 242"/>
              <a:gd name="T82" fmla="*/ 2147483646 w 76"/>
              <a:gd name="T83" fmla="*/ 2147483646 h 242"/>
              <a:gd name="T84" fmla="*/ 2147483646 w 76"/>
              <a:gd name="T85" fmla="*/ 2147483646 h 242"/>
              <a:gd name="T86" fmla="*/ 2147483646 w 76"/>
              <a:gd name="T87" fmla="*/ 2147483646 h 242"/>
              <a:gd name="T88" fmla="*/ 2147483646 w 76"/>
              <a:gd name="T89" fmla="*/ 2147483646 h 242"/>
              <a:gd name="T90" fmla="*/ 2147483646 w 76"/>
              <a:gd name="T91" fmla="*/ 2147483646 h 242"/>
              <a:gd name="T92" fmla="*/ 2147483646 w 76"/>
              <a:gd name="T93" fmla="*/ 2147483646 h 242"/>
              <a:gd name="T94" fmla="*/ 2147483646 w 76"/>
              <a:gd name="T95" fmla="*/ 2147483646 h 242"/>
              <a:gd name="T96" fmla="*/ 2147483646 w 76"/>
              <a:gd name="T97" fmla="*/ 2147483646 h 242"/>
              <a:gd name="T98" fmla="*/ 2147483646 w 76"/>
              <a:gd name="T99" fmla="*/ 2147483646 h 242"/>
              <a:gd name="T100" fmla="*/ 2147483646 w 76"/>
              <a:gd name="T101" fmla="*/ 2147483646 h 242"/>
              <a:gd name="T102" fmla="*/ 2147483646 w 76"/>
              <a:gd name="T103" fmla="*/ 2147483646 h 242"/>
              <a:gd name="T104" fmla="*/ 2147483646 w 76"/>
              <a:gd name="T105" fmla="*/ 2147483646 h 242"/>
              <a:gd name="T106" fmla="*/ 2147483646 w 76"/>
              <a:gd name="T107" fmla="*/ 2147483646 h 242"/>
              <a:gd name="T108" fmla="*/ 2147483646 w 76"/>
              <a:gd name="T109" fmla="*/ 2147483646 h 242"/>
              <a:gd name="T110" fmla="*/ 2147483646 w 76"/>
              <a:gd name="T111" fmla="*/ 2147483646 h 242"/>
              <a:gd name="T112" fmla="*/ 2147483646 w 76"/>
              <a:gd name="T113" fmla="*/ 1272899310 h 24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2">
                <a:moveTo>
                  <a:pt x="0" y="242"/>
                </a:moveTo>
                <a:lnTo>
                  <a:pt x="1" y="240"/>
                </a:lnTo>
                <a:lnTo>
                  <a:pt x="3" y="237"/>
                </a:lnTo>
                <a:lnTo>
                  <a:pt x="4" y="235"/>
                </a:lnTo>
                <a:lnTo>
                  <a:pt x="5" y="232"/>
                </a:lnTo>
                <a:lnTo>
                  <a:pt x="6" y="230"/>
                </a:lnTo>
                <a:lnTo>
                  <a:pt x="8" y="228"/>
                </a:lnTo>
                <a:lnTo>
                  <a:pt x="10" y="227"/>
                </a:lnTo>
                <a:lnTo>
                  <a:pt x="10" y="225"/>
                </a:lnTo>
                <a:lnTo>
                  <a:pt x="11" y="224"/>
                </a:lnTo>
                <a:lnTo>
                  <a:pt x="12" y="222"/>
                </a:lnTo>
                <a:lnTo>
                  <a:pt x="13" y="221"/>
                </a:lnTo>
                <a:lnTo>
                  <a:pt x="14" y="220"/>
                </a:lnTo>
                <a:lnTo>
                  <a:pt x="14" y="219"/>
                </a:lnTo>
                <a:lnTo>
                  <a:pt x="15" y="218"/>
                </a:lnTo>
                <a:lnTo>
                  <a:pt x="15" y="216"/>
                </a:lnTo>
                <a:lnTo>
                  <a:pt x="16" y="215"/>
                </a:lnTo>
                <a:lnTo>
                  <a:pt x="17" y="214"/>
                </a:lnTo>
                <a:lnTo>
                  <a:pt x="17" y="213"/>
                </a:lnTo>
                <a:lnTo>
                  <a:pt x="17" y="212"/>
                </a:lnTo>
                <a:lnTo>
                  <a:pt x="18" y="211"/>
                </a:lnTo>
                <a:lnTo>
                  <a:pt x="18" y="210"/>
                </a:lnTo>
                <a:lnTo>
                  <a:pt x="19" y="209"/>
                </a:lnTo>
                <a:lnTo>
                  <a:pt x="19" y="208"/>
                </a:lnTo>
                <a:lnTo>
                  <a:pt x="20" y="207"/>
                </a:lnTo>
                <a:lnTo>
                  <a:pt x="20" y="206"/>
                </a:lnTo>
                <a:lnTo>
                  <a:pt x="21" y="205"/>
                </a:lnTo>
                <a:lnTo>
                  <a:pt x="21" y="204"/>
                </a:lnTo>
                <a:lnTo>
                  <a:pt x="21" y="203"/>
                </a:lnTo>
                <a:lnTo>
                  <a:pt x="22" y="202"/>
                </a:lnTo>
                <a:lnTo>
                  <a:pt x="22" y="200"/>
                </a:lnTo>
                <a:lnTo>
                  <a:pt x="23" y="199"/>
                </a:lnTo>
                <a:lnTo>
                  <a:pt x="23" y="197"/>
                </a:lnTo>
                <a:lnTo>
                  <a:pt x="24" y="196"/>
                </a:lnTo>
                <a:lnTo>
                  <a:pt x="26" y="195"/>
                </a:lnTo>
                <a:lnTo>
                  <a:pt x="26" y="194"/>
                </a:lnTo>
                <a:lnTo>
                  <a:pt x="27" y="193"/>
                </a:lnTo>
                <a:lnTo>
                  <a:pt x="27" y="192"/>
                </a:lnTo>
                <a:lnTo>
                  <a:pt x="27" y="191"/>
                </a:lnTo>
                <a:lnTo>
                  <a:pt x="28" y="190"/>
                </a:lnTo>
                <a:lnTo>
                  <a:pt x="28" y="189"/>
                </a:lnTo>
                <a:lnTo>
                  <a:pt x="29" y="188"/>
                </a:lnTo>
                <a:lnTo>
                  <a:pt x="29" y="187"/>
                </a:lnTo>
                <a:lnTo>
                  <a:pt x="30" y="186"/>
                </a:lnTo>
                <a:lnTo>
                  <a:pt x="30" y="185"/>
                </a:lnTo>
                <a:lnTo>
                  <a:pt x="30" y="183"/>
                </a:lnTo>
                <a:lnTo>
                  <a:pt x="31" y="182"/>
                </a:lnTo>
                <a:lnTo>
                  <a:pt x="31" y="181"/>
                </a:lnTo>
                <a:lnTo>
                  <a:pt x="31" y="180"/>
                </a:lnTo>
                <a:lnTo>
                  <a:pt x="32" y="180"/>
                </a:lnTo>
                <a:lnTo>
                  <a:pt x="32" y="179"/>
                </a:lnTo>
                <a:lnTo>
                  <a:pt x="32" y="178"/>
                </a:lnTo>
                <a:lnTo>
                  <a:pt x="33" y="177"/>
                </a:lnTo>
                <a:lnTo>
                  <a:pt x="33" y="176"/>
                </a:lnTo>
                <a:lnTo>
                  <a:pt x="34" y="175"/>
                </a:lnTo>
                <a:lnTo>
                  <a:pt x="34" y="174"/>
                </a:lnTo>
                <a:lnTo>
                  <a:pt x="34" y="173"/>
                </a:lnTo>
                <a:lnTo>
                  <a:pt x="35" y="172"/>
                </a:lnTo>
                <a:lnTo>
                  <a:pt x="35" y="171"/>
                </a:lnTo>
                <a:lnTo>
                  <a:pt x="36" y="170"/>
                </a:lnTo>
                <a:lnTo>
                  <a:pt x="36" y="167"/>
                </a:lnTo>
                <a:lnTo>
                  <a:pt x="37" y="166"/>
                </a:lnTo>
                <a:lnTo>
                  <a:pt x="38" y="164"/>
                </a:lnTo>
                <a:lnTo>
                  <a:pt x="38" y="163"/>
                </a:lnTo>
                <a:lnTo>
                  <a:pt x="39" y="161"/>
                </a:lnTo>
                <a:lnTo>
                  <a:pt x="39" y="160"/>
                </a:lnTo>
                <a:lnTo>
                  <a:pt x="40" y="158"/>
                </a:lnTo>
                <a:lnTo>
                  <a:pt x="40" y="157"/>
                </a:lnTo>
                <a:lnTo>
                  <a:pt x="41" y="156"/>
                </a:lnTo>
                <a:lnTo>
                  <a:pt x="41" y="155"/>
                </a:lnTo>
                <a:lnTo>
                  <a:pt x="43" y="154"/>
                </a:lnTo>
                <a:lnTo>
                  <a:pt x="43" y="153"/>
                </a:lnTo>
                <a:lnTo>
                  <a:pt x="43" y="152"/>
                </a:lnTo>
                <a:lnTo>
                  <a:pt x="44" y="150"/>
                </a:lnTo>
                <a:lnTo>
                  <a:pt x="44" y="149"/>
                </a:lnTo>
                <a:lnTo>
                  <a:pt x="44" y="148"/>
                </a:lnTo>
                <a:lnTo>
                  <a:pt x="45" y="147"/>
                </a:lnTo>
                <a:lnTo>
                  <a:pt x="45" y="146"/>
                </a:lnTo>
                <a:lnTo>
                  <a:pt x="46" y="145"/>
                </a:lnTo>
                <a:lnTo>
                  <a:pt x="46" y="144"/>
                </a:lnTo>
                <a:lnTo>
                  <a:pt x="46" y="143"/>
                </a:lnTo>
                <a:lnTo>
                  <a:pt x="46" y="142"/>
                </a:lnTo>
                <a:lnTo>
                  <a:pt x="47" y="142"/>
                </a:lnTo>
                <a:lnTo>
                  <a:pt x="47" y="141"/>
                </a:lnTo>
                <a:lnTo>
                  <a:pt x="47" y="140"/>
                </a:lnTo>
                <a:lnTo>
                  <a:pt x="48" y="139"/>
                </a:lnTo>
                <a:lnTo>
                  <a:pt x="48" y="138"/>
                </a:lnTo>
                <a:lnTo>
                  <a:pt x="48" y="137"/>
                </a:lnTo>
                <a:lnTo>
                  <a:pt x="49" y="134"/>
                </a:lnTo>
                <a:lnTo>
                  <a:pt x="49" y="133"/>
                </a:lnTo>
                <a:lnTo>
                  <a:pt x="50" y="132"/>
                </a:lnTo>
                <a:lnTo>
                  <a:pt x="50" y="131"/>
                </a:lnTo>
                <a:lnTo>
                  <a:pt x="51" y="129"/>
                </a:lnTo>
                <a:lnTo>
                  <a:pt x="51" y="127"/>
                </a:lnTo>
                <a:lnTo>
                  <a:pt x="52" y="126"/>
                </a:lnTo>
                <a:lnTo>
                  <a:pt x="52" y="124"/>
                </a:lnTo>
                <a:lnTo>
                  <a:pt x="53" y="123"/>
                </a:lnTo>
                <a:lnTo>
                  <a:pt x="53" y="122"/>
                </a:lnTo>
                <a:lnTo>
                  <a:pt x="53" y="121"/>
                </a:lnTo>
                <a:lnTo>
                  <a:pt x="54" y="118"/>
                </a:lnTo>
                <a:lnTo>
                  <a:pt x="54" y="117"/>
                </a:lnTo>
                <a:lnTo>
                  <a:pt x="54" y="116"/>
                </a:lnTo>
                <a:lnTo>
                  <a:pt x="55" y="115"/>
                </a:lnTo>
                <a:lnTo>
                  <a:pt x="55" y="114"/>
                </a:lnTo>
                <a:lnTo>
                  <a:pt x="55" y="113"/>
                </a:lnTo>
                <a:lnTo>
                  <a:pt x="56" y="113"/>
                </a:lnTo>
                <a:lnTo>
                  <a:pt x="56" y="112"/>
                </a:lnTo>
                <a:lnTo>
                  <a:pt x="56" y="111"/>
                </a:lnTo>
                <a:lnTo>
                  <a:pt x="56" y="110"/>
                </a:lnTo>
                <a:lnTo>
                  <a:pt x="57" y="109"/>
                </a:lnTo>
                <a:lnTo>
                  <a:pt x="57" y="108"/>
                </a:lnTo>
                <a:lnTo>
                  <a:pt x="57" y="107"/>
                </a:lnTo>
                <a:lnTo>
                  <a:pt x="59" y="106"/>
                </a:lnTo>
                <a:lnTo>
                  <a:pt x="59" y="105"/>
                </a:lnTo>
                <a:lnTo>
                  <a:pt x="59" y="104"/>
                </a:lnTo>
                <a:lnTo>
                  <a:pt x="60" y="103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8"/>
                </a:lnTo>
                <a:lnTo>
                  <a:pt x="61" y="97"/>
                </a:lnTo>
                <a:lnTo>
                  <a:pt x="62" y="95"/>
                </a:lnTo>
                <a:lnTo>
                  <a:pt x="62" y="94"/>
                </a:lnTo>
                <a:lnTo>
                  <a:pt x="63" y="92"/>
                </a:lnTo>
                <a:lnTo>
                  <a:pt x="63" y="91"/>
                </a:lnTo>
                <a:lnTo>
                  <a:pt x="64" y="89"/>
                </a:lnTo>
                <a:lnTo>
                  <a:pt x="64" y="88"/>
                </a:lnTo>
                <a:lnTo>
                  <a:pt x="65" y="85"/>
                </a:lnTo>
                <a:lnTo>
                  <a:pt x="65" y="84"/>
                </a:lnTo>
                <a:lnTo>
                  <a:pt x="66" y="83"/>
                </a:lnTo>
                <a:lnTo>
                  <a:pt x="66" y="82"/>
                </a:lnTo>
                <a:lnTo>
                  <a:pt x="66" y="81"/>
                </a:lnTo>
                <a:lnTo>
                  <a:pt x="67" y="80"/>
                </a:lnTo>
                <a:lnTo>
                  <a:pt x="67" y="79"/>
                </a:lnTo>
                <a:lnTo>
                  <a:pt x="67" y="78"/>
                </a:lnTo>
                <a:lnTo>
                  <a:pt x="67" y="77"/>
                </a:lnTo>
                <a:lnTo>
                  <a:pt x="68" y="76"/>
                </a:lnTo>
                <a:lnTo>
                  <a:pt x="68" y="75"/>
                </a:lnTo>
                <a:lnTo>
                  <a:pt x="68" y="74"/>
                </a:lnTo>
                <a:lnTo>
                  <a:pt x="68" y="73"/>
                </a:lnTo>
                <a:lnTo>
                  <a:pt x="69" y="72"/>
                </a:lnTo>
                <a:lnTo>
                  <a:pt x="69" y="71"/>
                </a:lnTo>
                <a:lnTo>
                  <a:pt x="69" y="70"/>
                </a:lnTo>
                <a:lnTo>
                  <a:pt x="69" y="68"/>
                </a:lnTo>
                <a:lnTo>
                  <a:pt x="69" y="67"/>
                </a:lnTo>
                <a:lnTo>
                  <a:pt x="69" y="66"/>
                </a:lnTo>
                <a:lnTo>
                  <a:pt x="69" y="65"/>
                </a:lnTo>
                <a:lnTo>
                  <a:pt x="70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0" y="60"/>
                </a:lnTo>
                <a:lnTo>
                  <a:pt x="70" y="58"/>
                </a:lnTo>
                <a:lnTo>
                  <a:pt x="70" y="57"/>
                </a:lnTo>
                <a:lnTo>
                  <a:pt x="70" y="56"/>
                </a:lnTo>
                <a:lnTo>
                  <a:pt x="70" y="54"/>
                </a:lnTo>
                <a:lnTo>
                  <a:pt x="71" y="52"/>
                </a:lnTo>
                <a:lnTo>
                  <a:pt x="71" y="51"/>
                </a:lnTo>
                <a:lnTo>
                  <a:pt x="71" y="50"/>
                </a:lnTo>
                <a:lnTo>
                  <a:pt x="71" y="49"/>
                </a:lnTo>
                <a:lnTo>
                  <a:pt x="71" y="48"/>
                </a:lnTo>
                <a:lnTo>
                  <a:pt x="71" y="47"/>
                </a:lnTo>
                <a:lnTo>
                  <a:pt x="71" y="46"/>
                </a:lnTo>
                <a:lnTo>
                  <a:pt x="71" y="45"/>
                </a:lnTo>
                <a:lnTo>
                  <a:pt x="71" y="44"/>
                </a:lnTo>
                <a:lnTo>
                  <a:pt x="71" y="43"/>
                </a:lnTo>
                <a:lnTo>
                  <a:pt x="71" y="42"/>
                </a:lnTo>
                <a:lnTo>
                  <a:pt x="72" y="42"/>
                </a:lnTo>
                <a:lnTo>
                  <a:pt x="72" y="41"/>
                </a:lnTo>
                <a:lnTo>
                  <a:pt x="72" y="40"/>
                </a:lnTo>
                <a:lnTo>
                  <a:pt x="72" y="39"/>
                </a:lnTo>
                <a:lnTo>
                  <a:pt x="72" y="38"/>
                </a:lnTo>
                <a:lnTo>
                  <a:pt x="72" y="36"/>
                </a:lnTo>
                <a:lnTo>
                  <a:pt x="72" y="35"/>
                </a:lnTo>
                <a:lnTo>
                  <a:pt x="73" y="35"/>
                </a:lnTo>
                <a:lnTo>
                  <a:pt x="73" y="34"/>
                </a:lnTo>
                <a:lnTo>
                  <a:pt x="73" y="33"/>
                </a:lnTo>
                <a:lnTo>
                  <a:pt x="73" y="32"/>
                </a:lnTo>
                <a:lnTo>
                  <a:pt x="73" y="31"/>
                </a:lnTo>
                <a:lnTo>
                  <a:pt x="73" y="30"/>
                </a:lnTo>
                <a:lnTo>
                  <a:pt x="74" y="30"/>
                </a:lnTo>
                <a:lnTo>
                  <a:pt x="74" y="29"/>
                </a:lnTo>
                <a:lnTo>
                  <a:pt x="74" y="28"/>
                </a:lnTo>
                <a:lnTo>
                  <a:pt x="74" y="27"/>
                </a:lnTo>
                <a:lnTo>
                  <a:pt x="74" y="26"/>
                </a:lnTo>
                <a:lnTo>
                  <a:pt x="76" y="25"/>
                </a:lnTo>
                <a:lnTo>
                  <a:pt x="76" y="24"/>
                </a:lnTo>
                <a:lnTo>
                  <a:pt x="76" y="23"/>
                </a:lnTo>
                <a:lnTo>
                  <a:pt x="76" y="22"/>
                </a:lnTo>
                <a:lnTo>
                  <a:pt x="76" y="21"/>
                </a:lnTo>
                <a:lnTo>
                  <a:pt x="76" y="19"/>
                </a:lnTo>
                <a:lnTo>
                  <a:pt x="76" y="18"/>
                </a:lnTo>
                <a:lnTo>
                  <a:pt x="76" y="17"/>
                </a:lnTo>
                <a:lnTo>
                  <a:pt x="76" y="16"/>
                </a:lnTo>
                <a:lnTo>
                  <a:pt x="76" y="15"/>
                </a:lnTo>
                <a:lnTo>
                  <a:pt x="76" y="14"/>
                </a:lnTo>
                <a:lnTo>
                  <a:pt x="76" y="13"/>
                </a:lnTo>
                <a:lnTo>
                  <a:pt x="76" y="12"/>
                </a:lnTo>
                <a:lnTo>
                  <a:pt x="76" y="10"/>
                </a:lnTo>
                <a:lnTo>
                  <a:pt x="74" y="9"/>
                </a:lnTo>
                <a:lnTo>
                  <a:pt x="74" y="8"/>
                </a:lnTo>
                <a:lnTo>
                  <a:pt x="74" y="6"/>
                </a:lnTo>
                <a:lnTo>
                  <a:pt x="74" y="3"/>
                </a:lnTo>
                <a:lnTo>
                  <a:pt x="74" y="2"/>
                </a:lnTo>
                <a:lnTo>
                  <a:pt x="74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1" name="Freeform 275"/>
          <p:cNvSpPr>
            <a:spLocks/>
          </p:cNvSpPr>
          <p:nvPr/>
        </p:nvSpPr>
        <p:spPr bwMode="auto">
          <a:xfrm>
            <a:off x="5289974" y="3104446"/>
            <a:ext cx="487680" cy="2257"/>
          </a:xfrm>
          <a:custGeom>
            <a:avLst/>
            <a:gdLst>
              <a:gd name="T0" fmla="*/ 2147483646 w 575"/>
              <a:gd name="T1" fmla="*/ 0 h 1191"/>
              <a:gd name="T2" fmla="*/ 0 w 575"/>
              <a:gd name="T3" fmla="*/ 0 h 1191"/>
              <a:gd name="T4" fmla="*/ 2147483646 w 575"/>
              <a:gd name="T5" fmla="*/ 0 h 11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5" h="1191">
                <a:moveTo>
                  <a:pt x="575" y="0"/>
                </a:moveTo>
                <a:lnTo>
                  <a:pt x="0" y="0"/>
                </a:lnTo>
                <a:lnTo>
                  <a:pt x="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2" name="Line 276"/>
          <p:cNvSpPr>
            <a:spLocks noChangeShapeType="1"/>
          </p:cNvSpPr>
          <p:nvPr/>
        </p:nvSpPr>
        <p:spPr bwMode="auto">
          <a:xfrm flipH="1">
            <a:off x="5289974" y="3104446"/>
            <a:ext cx="487680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3" name="Freeform 283"/>
          <p:cNvSpPr>
            <a:spLocks/>
          </p:cNvSpPr>
          <p:nvPr/>
        </p:nvSpPr>
        <p:spPr bwMode="auto">
          <a:xfrm>
            <a:off x="4513299" y="2763520"/>
            <a:ext cx="4581030" cy="559929"/>
          </a:xfrm>
          <a:custGeom>
            <a:avLst/>
            <a:gdLst>
              <a:gd name="T0" fmla="*/ 0 w 5409"/>
              <a:gd name="T1" fmla="*/ 0 h 660"/>
              <a:gd name="T2" fmla="*/ 2147483646 w 5409"/>
              <a:gd name="T3" fmla="*/ 0 h 660"/>
              <a:gd name="T4" fmla="*/ 2147483646 w 5409"/>
              <a:gd name="T5" fmla="*/ 2147483646 h 6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09" h="660">
                <a:moveTo>
                  <a:pt x="0" y="0"/>
                </a:moveTo>
                <a:lnTo>
                  <a:pt x="5409" y="0"/>
                </a:lnTo>
                <a:lnTo>
                  <a:pt x="5409" y="66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4" name="Freeform 285"/>
          <p:cNvSpPr>
            <a:spLocks/>
          </p:cNvSpPr>
          <p:nvPr/>
        </p:nvSpPr>
        <p:spPr bwMode="auto">
          <a:xfrm>
            <a:off x="5644445" y="3054774"/>
            <a:ext cx="97085" cy="99342"/>
          </a:xfrm>
          <a:custGeom>
            <a:avLst/>
            <a:gdLst>
              <a:gd name="T0" fmla="*/ 2147483646 w 115"/>
              <a:gd name="T1" fmla="*/ 221354650 h 115"/>
              <a:gd name="T2" fmla="*/ 2147483646 w 115"/>
              <a:gd name="T3" fmla="*/ 443077987 h 115"/>
              <a:gd name="T4" fmla="*/ 2147483646 w 115"/>
              <a:gd name="T5" fmla="*/ 1107510623 h 115"/>
              <a:gd name="T6" fmla="*/ 2147483646 w 115"/>
              <a:gd name="T7" fmla="*/ 1993666596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1904102598 w 115"/>
              <a:gd name="T13" fmla="*/ 2147483646 h 115"/>
              <a:gd name="T14" fmla="*/ 1057756554 w 115"/>
              <a:gd name="T15" fmla="*/ 2147483646 h 115"/>
              <a:gd name="T16" fmla="*/ 423173022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11410511 w 115"/>
              <a:gd name="T25" fmla="*/ 2147483646 h 115"/>
              <a:gd name="T26" fmla="*/ 846346043 w 115"/>
              <a:gd name="T27" fmla="*/ 2147483646 h 115"/>
              <a:gd name="T28" fmla="*/ 1692692680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147483646 h 115"/>
              <a:gd name="T80" fmla="*/ 2147483646 w 115"/>
              <a:gd name="T81" fmla="*/ 1329233960 h 115"/>
              <a:gd name="T82" fmla="*/ 2147483646 w 115"/>
              <a:gd name="T83" fmla="*/ 664432637 h 115"/>
              <a:gd name="T84" fmla="*/ 2147483646 w 115"/>
              <a:gd name="T85" fmla="*/ 221354650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7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2" y="2"/>
                </a:lnTo>
                <a:lnTo>
                  <a:pt x="40" y="3"/>
                </a:lnTo>
                <a:lnTo>
                  <a:pt x="37" y="4"/>
                </a:lnTo>
                <a:lnTo>
                  <a:pt x="35" y="5"/>
                </a:lnTo>
                <a:lnTo>
                  <a:pt x="32" y="6"/>
                </a:lnTo>
                <a:lnTo>
                  <a:pt x="30" y="7"/>
                </a:lnTo>
                <a:lnTo>
                  <a:pt x="27" y="9"/>
                </a:lnTo>
                <a:lnTo>
                  <a:pt x="24" y="11"/>
                </a:lnTo>
                <a:lnTo>
                  <a:pt x="22" y="12"/>
                </a:lnTo>
                <a:lnTo>
                  <a:pt x="20" y="14"/>
                </a:lnTo>
                <a:lnTo>
                  <a:pt x="18" y="16"/>
                </a:lnTo>
                <a:lnTo>
                  <a:pt x="17" y="17"/>
                </a:lnTo>
                <a:lnTo>
                  <a:pt x="15" y="19"/>
                </a:lnTo>
                <a:lnTo>
                  <a:pt x="12" y="21"/>
                </a:lnTo>
                <a:lnTo>
                  <a:pt x="10" y="23"/>
                </a:lnTo>
                <a:lnTo>
                  <a:pt x="9" y="26"/>
                </a:lnTo>
                <a:lnTo>
                  <a:pt x="8" y="28"/>
                </a:lnTo>
                <a:lnTo>
                  <a:pt x="6" y="31"/>
                </a:lnTo>
                <a:lnTo>
                  <a:pt x="5" y="33"/>
                </a:lnTo>
                <a:lnTo>
                  <a:pt x="4" y="35"/>
                </a:lnTo>
                <a:lnTo>
                  <a:pt x="3" y="38"/>
                </a:lnTo>
                <a:lnTo>
                  <a:pt x="2" y="40"/>
                </a:lnTo>
                <a:lnTo>
                  <a:pt x="1" y="44"/>
                </a:lnTo>
                <a:lnTo>
                  <a:pt x="1" y="47"/>
                </a:lnTo>
                <a:lnTo>
                  <a:pt x="0" y="49"/>
                </a:lnTo>
                <a:lnTo>
                  <a:pt x="0" y="52"/>
                </a:lnTo>
                <a:lnTo>
                  <a:pt x="0" y="55"/>
                </a:lnTo>
                <a:lnTo>
                  <a:pt x="0" y="58"/>
                </a:lnTo>
                <a:lnTo>
                  <a:pt x="0" y="61"/>
                </a:lnTo>
                <a:lnTo>
                  <a:pt x="0" y="64"/>
                </a:lnTo>
                <a:lnTo>
                  <a:pt x="0" y="67"/>
                </a:lnTo>
                <a:lnTo>
                  <a:pt x="1" y="69"/>
                </a:lnTo>
                <a:lnTo>
                  <a:pt x="1" y="72"/>
                </a:lnTo>
                <a:lnTo>
                  <a:pt x="2" y="76"/>
                </a:lnTo>
                <a:lnTo>
                  <a:pt x="3" y="78"/>
                </a:lnTo>
                <a:lnTo>
                  <a:pt x="4" y="81"/>
                </a:lnTo>
                <a:lnTo>
                  <a:pt x="5" y="83"/>
                </a:lnTo>
                <a:lnTo>
                  <a:pt x="6" y="85"/>
                </a:lnTo>
                <a:lnTo>
                  <a:pt x="8" y="87"/>
                </a:lnTo>
                <a:lnTo>
                  <a:pt x="9" y="91"/>
                </a:lnTo>
                <a:lnTo>
                  <a:pt x="10" y="93"/>
                </a:lnTo>
                <a:lnTo>
                  <a:pt x="12" y="95"/>
                </a:lnTo>
                <a:lnTo>
                  <a:pt x="15" y="97"/>
                </a:lnTo>
                <a:lnTo>
                  <a:pt x="17" y="99"/>
                </a:lnTo>
                <a:lnTo>
                  <a:pt x="18" y="100"/>
                </a:lnTo>
                <a:lnTo>
                  <a:pt x="20" y="102"/>
                </a:lnTo>
                <a:lnTo>
                  <a:pt x="22" y="104"/>
                </a:lnTo>
                <a:lnTo>
                  <a:pt x="24" y="105"/>
                </a:lnTo>
                <a:lnTo>
                  <a:pt x="27" y="108"/>
                </a:lnTo>
                <a:lnTo>
                  <a:pt x="30" y="109"/>
                </a:lnTo>
                <a:lnTo>
                  <a:pt x="32" y="110"/>
                </a:lnTo>
                <a:lnTo>
                  <a:pt x="35" y="111"/>
                </a:lnTo>
                <a:lnTo>
                  <a:pt x="37" y="112"/>
                </a:lnTo>
                <a:lnTo>
                  <a:pt x="40" y="113"/>
                </a:lnTo>
                <a:lnTo>
                  <a:pt x="42" y="114"/>
                </a:lnTo>
                <a:lnTo>
                  <a:pt x="46" y="114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7" y="115"/>
                </a:lnTo>
                <a:lnTo>
                  <a:pt x="59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4"/>
                </a:lnTo>
                <a:lnTo>
                  <a:pt x="71" y="114"/>
                </a:lnTo>
                <a:lnTo>
                  <a:pt x="74" y="113"/>
                </a:lnTo>
                <a:lnTo>
                  <a:pt x="76" y="112"/>
                </a:lnTo>
                <a:lnTo>
                  <a:pt x="80" y="111"/>
                </a:lnTo>
                <a:lnTo>
                  <a:pt x="82" y="110"/>
                </a:lnTo>
                <a:lnTo>
                  <a:pt x="84" y="109"/>
                </a:lnTo>
                <a:lnTo>
                  <a:pt x="87" y="108"/>
                </a:lnTo>
                <a:lnTo>
                  <a:pt x="89" y="105"/>
                </a:lnTo>
                <a:lnTo>
                  <a:pt x="91" y="104"/>
                </a:lnTo>
                <a:lnTo>
                  <a:pt x="93" y="102"/>
                </a:lnTo>
                <a:lnTo>
                  <a:pt x="96" y="100"/>
                </a:lnTo>
                <a:lnTo>
                  <a:pt x="98" y="99"/>
                </a:lnTo>
                <a:lnTo>
                  <a:pt x="100" y="97"/>
                </a:lnTo>
                <a:lnTo>
                  <a:pt x="101" y="95"/>
                </a:lnTo>
                <a:lnTo>
                  <a:pt x="103" y="93"/>
                </a:lnTo>
                <a:lnTo>
                  <a:pt x="104" y="91"/>
                </a:lnTo>
                <a:lnTo>
                  <a:pt x="106" y="87"/>
                </a:lnTo>
                <a:lnTo>
                  <a:pt x="107" y="85"/>
                </a:lnTo>
                <a:lnTo>
                  <a:pt x="108" y="83"/>
                </a:lnTo>
                <a:lnTo>
                  <a:pt x="109" y="81"/>
                </a:lnTo>
                <a:lnTo>
                  <a:pt x="110" y="78"/>
                </a:lnTo>
                <a:lnTo>
                  <a:pt x="112" y="76"/>
                </a:lnTo>
                <a:lnTo>
                  <a:pt x="113" y="72"/>
                </a:lnTo>
                <a:lnTo>
                  <a:pt x="114" y="69"/>
                </a:lnTo>
                <a:lnTo>
                  <a:pt x="114" y="67"/>
                </a:lnTo>
                <a:lnTo>
                  <a:pt x="114" y="64"/>
                </a:lnTo>
                <a:lnTo>
                  <a:pt x="115" y="61"/>
                </a:lnTo>
                <a:lnTo>
                  <a:pt x="115" y="58"/>
                </a:lnTo>
                <a:lnTo>
                  <a:pt x="115" y="55"/>
                </a:lnTo>
                <a:lnTo>
                  <a:pt x="114" y="52"/>
                </a:lnTo>
                <a:lnTo>
                  <a:pt x="114" y="49"/>
                </a:lnTo>
                <a:lnTo>
                  <a:pt x="114" y="47"/>
                </a:lnTo>
                <a:lnTo>
                  <a:pt x="113" y="44"/>
                </a:lnTo>
                <a:lnTo>
                  <a:pt x="112" y="40"/>
                </a:lnTo>
                <a:lnTo>
                  <a:pt x="110" y="38"/>
                </a:lnTo>
                <a:lnTo>
                  <a:pt x="109" y="35"/>
                </a:lnTo>
                <a:lnTo>
                  <a:pt x="108" y="33"/>
                </a:lnTo>
                <a:lnTo>
                  <a:pt x="107" y="31"/>
                </a:lnTo>
                <a:lnTo>
                  <a:pt x="106" y="28"/>
                </a:lnTo>
                <a:lnTo>
                  <a:pt x="104" y="26"/>
                </a:lnTo>
                <a:lnTo>
                  <a:pt x="103" y="23"/>
                </a:lnTo>
                <a:lnTo>
                  <a:pt x="101" y="21"/>
                </a:lnTo>
                <a:lnTo>
                  <a:pt x="100" y="19"/>
                </a:lnTo>
                <a:lnTo>
                  <a:pt x="98" y="17"/>
                </a:lnTo>
                <a:lnTo>
                  <a:pt x="96" y="16"/>
                </a:lnTo>
                <a:lnTo>
                  <a:pt x="93" y="14"/>
                </a:lnTo>
                <a:lnTo>
                  <a:pt x="91" y="12"/>
                </a:lnTo>
                <a:lnTo>
                  <a:pt x="89" y="11"/>
                </a:lnTo>
                <a:lnTo>
                  <a:pt x="87" y="9"/>
                </a:lnTo>
                <a:lnTo>
                  <a:pt x="84" y="7"/>
                </a:lnTo>
                <a:lnTo>
                  <a:pt x="82" y="6"/>
                </a:lnTo>
                <a:lnTo>
                  <a:pt x="80" y="5"/>
                </a:lnTo>
                <a:lnTo>
                  <a:pt x="76" y="4"/>
                </a:lnTo>
                <a:lnTo>
                  <a:pt x="74" y="3"/>
                </a:lnTo>
                <a:lnTo>
                  <a:pt x="71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59" y="1"/>
                </a:lnTo>
                <a:lnTo>
                  <a:pt x="57" y="0"/>
                </a:lnTo>
              </a:path>
            </a:pathLst>
          </a:custGeom>
          <a:solidFill>
            <a:schemeClr val="bg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55" name="Freeform 286"/>
          <p:cNvSpPr>
            <a:spLocks/>
          </p:cNvSpPr>
          <p:nvPr/>
        </p:nvSpPr>
        <p:spPr bwMode="auto">
          <a:xfrm>
            <a:off x="5271912" y="1573672"/>
            <a:ext cx="36124" cy="36124"/>
          </a:xfrm>
          <a:custGeom>
            <a:avLst/>
            <a:gdLst>
              <a:gd name="T0" fmla="*/ 2147483646 w 43"/>
              <a:gd name="T1" fmla="*/ 217613290 h 42"/>
              <a:gd name="T2" fmla="*/ 2147483646 w 43"/>
              <a:gd name="T3" fmla="*/ 217613290 h 42"/>
              <a:gd name="T4" fmla="*/ 2147483646 w 43"/>
              <a:gd name="T5" fmla="*/ 435592462 h 42"/>
              <a:gd name="T6" fmla="*/ 2147483646 w 43"/>
              <a:gd name="T7" fmla="*/ 653206357 h 42"/>
              <a:gd name="T8" fmla="*/ 1700305535 w 43"/>
              <a:gd name="T9" fmla="*/ 870819648 h 42"/>
              <a:gd name="T10" fmla="*/ 1275316279 w 43"/>
              <a:gd name="T11" fmla="*/ 1306412714 h 42"/>
              <a:gd name="T12" fmla="*/ 850327023 w 43"/>
              <a:gd name="T13" fmla="*/ 1959618467 h 42"/>
              <a:gd name="T14" fmla="*/ 424989256 w 43"/>
              <a:gd name="T15" fmla="*/ 2147483646 h 42"/>
              <a:gd name="T16" fmla="*/ 212494628 w 43"/>
              <a:gd name="T17" fmla="*/ 2147483646 h 42"/>
              <a:gd name="T18" fmla="*/ 0 w 43"/>
              <a:gd name="T19" fmla="*/ 2147483646 h 42"/>
              <a:gd name="T20" fmla="*/ 0 w 43"/>
              <a:gd name="T21" fmla="*/ 2147483646 h 42"/>
              <a:gd name="T22" fmla="*/ 0 w 43"/>
              <a:gd name="T23" fmla="*/ 2147483646 h 42"/>
              <a:gd name="T24" fmla="*/ 0 w 43"/>
              <a:gd name="T25" fmla="*/ 2147483646 h 42"/>
              <a:gd name="T26" fmla="*/ 212494628 w 43"/>
              <a:gd name="T27" fmla="*/ 2147483646 h 42"/>
              <a:gd name="T28" fmla="*/ 424989256 w 43"/>
              <a:gd name="T29" fmla="*/ 2147483646 h 42"/>
              <a:gd name="T30" fmla="*/ 850327023 w 43"/>
              <a:gd name="T31" fmla="*/ 2147483646 h 42"/>
              <a:gd name="T32" fmla="*/ 1275316279 w 43"/>
              <a:gd name="T33" fmla="*/ 2147483646 h 42"/>
              <a:gd name="T34" fmla="*/ 1700305535 w 43"/>
              <a:gd name="T35" fmla="*/ 2147483646 h 42"/>
              <a:gd name="T36" fmla="*/ 2147483646 w 43"/>
              <a:gd name="T37" fmla="*/ 2147483646 h 42"/>
              <a:gd name="T38" fmla="*/ 2147483646 w 43"/>
              <a:gd name="T39" fmla="*/ 2147483646 h 42"/>
              <a:gd name="T40" fmla="*/ 2147483646 w 43"/>
              <a:gd name="T41" fmla="*/ 2147483646 h 42"/>
              <a:gd name="T42" fmla="*/ 2147483646 w 43"/>
              <a:gd name="T43" fmla="*/ 2147483646 h 42"/>
              <a:gd name="T44" fmla="*/ 2147483646 w 43"/>
              <a:gd name="T45" fmla="*/ 2147483646 h 42"/>
              <a:gd name="T46" fmla="*/ 2147483646 w 43"/>
              <a:gd name="T47" fmla="*/ 2147483646 h 42"/>
              <a:gd name="T48" fmla="*/ 2147483646 w 43"/>
              <a:gd name="T49" fmla="*/ 2147483646 h 42"/>
              <a:gd name="T50" fmla="*/ 2147483646 w 43"/>
              <a:gd name="T51" fmla="*/ 2147483646 h 42"/>
              <a:gd name="T52" fmla="*/ 2147483646 w 43"/>
              <a:gd name="T53" fmla="*/ 2147483646 h 42"/>
              <a:gd name="T54" fmla="*/ 2147483646 w 43"/>
              <a:gd name="T55" fmla="*/ 2147483646 h 42"/>
              <a:gd name="T56" fmla="*/ 2147483646 w 43"/>
              <a:gd name="T57" fmla="*/ 2147483646 h 42"/>
              <a:gd name="T58" fmla="*/ 2147483646 w 43"/>
              <a:gd name="T59" fmla="*/ 2147483646 h 42"/>
              <a:gd name="T60" fmla="*/ 2147483646 w 43"/>
              <a:gd name="T61" fmla="*/ 2147483646 h 42"/>
              <a:gd name="T62" fmla="*/ 2147483646 w 43"/>
              <a:gd name="T63" fmla="*/ 2147483646 h 42"/>
              <a:gd name="T64" fmla="*/ 2147483646 w 43"/>
              <a:gd name="T65" fmla="*/ 2147483646 h 42"/>
              <a:gd name="T66" fmla="*/ 2147483646 w 43"/>
              <a:gd name="T67" fmla="*/ 2147483646 h 42"/>
              <a:gd name="T68" fmla="*/ 2147483646 w 43"/>
              <a:gd name="T69" fmla="*/ 2147483646 h 42"/>
              <a:gd name="T70" fmla="*/ 2147483646 w 43"/>
              <a:gd name="T71" fmla="*/ 2147483646 h 42"/>
              <a:gd name="T72" fmla="*/ 2147483646 w 43"/>
              <a:gd name="T73" fmla="*/ 2147483646 h 42"/>
              <a:gd name="T74" fmla="*/ 2147483646 w 43"/>
              <a:gd name="T75" fmla="*/ 1959618467 h 42"/>
              <a:gd name="T76" fmla="*/ 2147483646 w 43"/>
              <a:gd name="T77" fmla="*/ 1306412714 h 42"/>
              <a:gd name="T78" fmla="*/ 2147483646 w 43"/>
              <a:gd name="T79" fmla="*/ 870819648 h 42"/>
              <a:gd name="T80" fmla="*/ 2147483646 w 43"/>
              <a:gd name="T81" fmla="*/ 653206357 h 42"/>
              <a:gd name="T82" fmla="*/ 2147483646 w 43"/>
              <a:gd name="T83" fmla="*/ 435592462 h 42"/>
              <a:gd name="T84" fmla="*/ 2147483646 w 43"/>
              <a:gd name="T85" fmla="*/ 217613290 h 42"/>
              <a:gd name="T86" fmla="*/ 2147483646 w 43"/>
              <a:gd name="T87" fmla="*/ 217613290 h 42"/>
              <a:gd name="T88" fmla="*/ 2147483646 w 43"/>
              <a:gd name="T89" fmla="*/ 2147483646 h 4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2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10" y="39"/>
                </a:lnTo>
                <a:lnTo>
                  <a:pt x="10" y="40"/>
                </a:lnTo>
                <a:lnTo>
                  <a:pt x="11" y="40"/>
                </a:lnTo>
                <a:lnTo>
                  <a:pt x="12" y="41"/>
                </a:lnTo>
                <a:lnTo>
                  <a:pt x="13" y="41"/>
                </a:lnTo>
                <a:lnTo>
                  <a:pt x="14" y="41"/>
                </a:lnTo>
                <a:lnTo>
                  <a:pt x="15" y="42"/>
                </a:lnTo>
                <a:lnTo>
                  <a:pt x="16" y="42"/>
                </a:lnTo>
                <a:lnTo>
                  <a:pt x="17" y="42"/>
                </a:lnTo>
                <a:lnTo>
                  <a:pt x="18" y="42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3" y="42"/>
                </a:lnTo>
                <a:lnTo>
                  <a:pt x="24" y="42"/>
                </a:lnTo>
                <a:lnTo>
                  <a:pt x="26" y="42"/>
                </a:lnTo>
                <a:lnTo>
                  <a:pt x="27" y="42"/>
                </a:lnTo>
                <a:lnTo>
                  <a:pt x="28" y="42"/>
                </a:lnTo>
                <a:lnTo>
                  <a:pt x="29" y="41"/>
                </a:lnTo>
                <a:lnTo>
                  <a:pt x="30" y="41"/>
                </a:lnTo>
                <a:lnTo>
                  <a:pt x="31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6"/>
                </a:lnTo>
                <a:lnTo>
                  <a:pt x="41" y="25"/>
                </a:lnTo>
                <a:lnTo>
                  <a:pt x="43" y="24"/>
                </a:lnTo>
                <a:lnTo>
                  <a:pt x="43" y="23"/>
                </a:lnTo>
                <a:lnTo>
                  <a:pt x="43" y="21"/>
                </a:lnTo>
                <a:lnTo>
                  <a:pt x="43" y="20"/>
                </a:lnTo>
                <a:lnTo>
                  <a:pt x="43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6" name="Freeform 287"/>
          <p:cNvSpPr>
            <a:spLocks/>
          </p:cNvSpPr>
          <p:nvPr/>
        </p:nvSpPr>
        <p:spPr bwMode="auto">
          <a:xfrm>
            <a:off x="5260622" y="1580445"/>
            <a:ext cx="45156" cy="42898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189151604 h 53"/>
              <a:gd name="T4" fmla="*/ 2147483646 w 52"/>
              <a:gd name="T5" fmla="*/ 567454812 h 53"/>
              <a:gd name="T6" fmla="*/ 2147483646 w 52"/>
              <a:gd name="T7" fmla="*/ 945758589 h 53"/>
              <a:gd name="T8" fmla="*/ 2147483646 w 52"/>
              <a:gd name="T9" fmla="*/ 1324385622 h 53"/>
              <a:gd name="T10" fmla="*/ 1775293313 w 52"/>
              <a:gd name="T11" fmla="*/ 1702688830 h 53"/>
              <a:gd name="T12" fmla="*/ 1109838346 w 52"/>
              <a:gd name="T13" fmla="*/ 2147483646 h 53"/>
              <a:gd name="T14" fmla="*/ 665828029 w 52"/>
              <a:gd name="T15" fmla="*/ 2147483646 h 53"/>
              <a:gd name="T16" fmla="*/ 444009707 w 52"/>
              <a:gd name="T17" fmla="*/ 2147483646 h 53"/>
              <a:gd name="T18" fmla="*/ 221818322 w 52"/>
              <a:gd name="T19" fmla="*/ 2147483646 h 53"/>
              <a:gd name="T20" fmla="*/ 0 w 52"/>
              <a:gd name="T21" fmla="*/ 2147483646 h 53"/>
              <a:gd name="T22" fmla="*/ 221818322 w 52"/>
              <a:gd name="T23" fmla="*/ 2147483646 h 53"/>
              <a:gd name="T24" fmla="*/ 221818322 w 52"/>
              <a:gd name="T25" fmla="*/ 2147483646 h 53"/>
              <a:gd name="T26" fmla="*/ 444009707 w 52"/>
              <a:gd name="T27" fmla="*/ 2147483646 h 53"/>
              <a:gd name="T28" fmla="*/ 887646962 w 52"/>
              <a:gd name="T29" fmla="*/ 2147483646 h 53"/>
              <a:gd name="T30" fmla="*/ 1553474990 w 52"/>
              <a:gd name="T31" fmla="*/ 2147483646 h 53"/>
              <a:gd name="T32" fmla="*/ 1997484697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1891840433 h 53"/>
              <a:gd name="T76" fmla="*/ 2147483646 w 52"/>
              <a:gd name="T77" fmla="*/ 1513537226 h 53"/>
              <a:gd name="T78" fmla="*/ 2147483646 w 52"/>
              <a:gd name="T79" fmla="*/ 945758589 h 53"/>
              <a:gd name="T80" fmla="*/ 2147483646 w 52"/>
              <a:gd name="T81" fmla="*/ 756606416 h 53"/>
              <a:gd name="T82" fmla="*/ 2147483646 w 52"/>
              <a:gd name="T83" fmla="*/ 189151604 h 53"/>
              <a:gd name="T84" fmla="*/ 2147483646 w 52"/>
              <a:gd name="T85" fmla="*/ 189151604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1" y="6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7" y="43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4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2" y="6"/>
                </a:lnTo>
                <a:lnTo>
                  <a:pt x="42" y="5"/>
                </a:lnTo>
                <a:lnTo>
                  <a:pt x="41" y="5"/>
                </a:lnTo>
                <a:lnTo>
                  <a:pt x="40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57" name="Freeform 288"/>
          <p:cNvSpPr>
            <a:spLocks/>
          </p:cNvSpPr>
          <p:nvPr/>
        </p:nvSpPr>
        <p:spPr bwMode="auto">
          <a:xfrm>
            <a:off x="4515556" y="2763521"/>
            <a:ext cx="1244036" cy="593796"/>
          </a:xfrm>
          <a:custGeom>
            <a:avLst/>
            <a:gdLst>
              <a:gd name="T0" fmla="*/ 0 w 1469"/>
              <a:gd name="T1" fmla="*/ 0 h 703"/>
              <a:gd name="T2" fmla="*/ 0 w 1469"/>
              <a:gd name="T3" fmla="*/ 2147483646 h 703"/>
              <a:gd name="T4" fmla="*/ 2147483646 w 1469"/>
              <a:gd name="T5" fmla="*/ 2147483646 h 7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69" h="703">
                <a:moveTo>
                  <a:pt x="0" y="0"/>
                </a:moveTo>
                <a:lnTo>
                  <a:pt x="0" y="703"/>
                </a:lnTo>
                <a:lnTo>
                  <a:pt x="1469" y="703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8" name="Freeform 295"/>
          <p:cNvSpPr>
            <a:spLocks/>
          </p:cNvSpPr>
          <p:nvPr/>
        </p:nvSpPr>
        <p:spPr bwMode="auto">
          <a:xfrm>
            <a:off x="6263076" y="3357316"/>
            <a:ext cx="325120" cy="487680"/>
          </a:xfrm>
          <a:custGeom>
            <a:avLst/>
            <a:gdLst>
              <a:gd name="T0" fmla="*/ 2147483646 w 384"/>
              <a:gd name="T1" fmla="*/ 0 h 575"/>
              <a:gd name="T2" fmla="*/ 2147483646 w 384"/>
              <a:gd name="T3" fmla="*/ 0 h 575"/>
              <a:gd name="T4" fmla="*/ 2147483646 w 384"/>
              <a:gd name="T5" fmla="*/ 2147483646 h 575"/>
              <a:gd name="T6" fmla="*/ 0 w 384"/>
              <a:gd name="T7" fmla="*/ 2147483646 h 57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575">
                <a:moveTo>
                  <a:pt x="384" y="0"/>
                </a:moveTo>
                <a:lnTo>
                  <a:pt x="85" y="0"/>
                </a:lnTo>
                <a:lnTo>
                  <a:pt x="85" y="575"/>
                </a:lnTo>
                <a:lnTo>
                  <a:pt x="0" y="575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59" name="Freeform 296"/>
          <p:cNvSpPr>
            <a:spLocks/>
          </p:cNvSpPr>
          <p:nvPr/>
        </p:nvSpPr>
        <p:spPr bwMode="auto">
          <a:xfrm>
            <a:off x="4515556" y="3323450"/>
            <a:ext cx="1244036" cy="647983"/>
          </a:xfrm>
          <a:custGeom>
            <a:avLst/>
            <a:gdLst>
              <a:gd name="T0" fmla="*/ 0 w 1448"/>
              <a:gd name="T1" fmla="*/ 0 h 767"/>
              <a:gd name="T2" fmla="*/ 0 w 1448"/>
              <a:gd name="T3" fmla="*/ 2147483646 h 767"/>
              <a:gd name="T4" fmla="*/ 2147483646 w 1448"/>
              <a:gd name="T5" fmla="*/ 2147483646 h 76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8" h="767">
                <a:moveTo>
                  <a:pt x="0" y="0"/>
                </a:moveTo>
                <a:lnTo>
                  <a:pt x="0" y="767"/>
                </a:lnTo>
                <a:lnTo>
                  <a:pt x="1448" y="767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0" name="Freeform 297"/>
          <p:cNvSpPr>
            <a:spLocks/>
          </p:cNvSpPr>
          <p:nvPr/>
        </p:nvSpPr>
        <p:spPr bwMode="auto">
          <a:xfrm>
            <a:off x="4497494" y="3341511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825917986 w 43"/>
              <a:gd name="T9" fmla="*/ 1014321237 h 43"/>
              <a:gd name="T10" fmla="*/ 1420119907 w 43"/>
              <a:gd name="T11" fmla="*/ 1420119907 h 43"/>
              <a:gd name="T12" fmla="*/ 811596749 w 43"/>
              <a:gd name="T13" fmla="*/ 2028991577 h 43"/>
              <a:gd name="T14" fmla="*/ 405798079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405798079 w 43"/>
              <a:gd name="T29" fmla="*/ 2147483646 h 43"/>
              <a:gd name="T30" fmla="*/ 811596749 w 43"/>
              <a:gd name="T31" fmla="*/ 2147483646 h 43"/>
              <a:gd name="T32" fmla="*/ 1420119907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2" y="22"/>
                </a:moveTo>
                <a:lnTo>
                  <a:pt x="22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5"/>
                </a:lnTo>
                <a:lnTo>
                  <a:pt x="9" y="5"/>
                </a:lnTo>
                <a:lnTo>
                  <a:pt x="8" y="6"/>
                </a:lnTo>
                <a:lnTo>
                  <a:pt x="7" y="7"/>
                </a:lnTo>
                <a:lnTo>
                  <a:pt x="6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6" y="36"/>
                </a:lnTo>
                <a:lnTo>
                  <a:pt x="7" y="38"/>
                </a:lnTo>
                <a:lnTo>
                  <a:pt x="8" y="39"/>
                </a:lnTo>
                <a:lnTo>
                  <a:pt x="9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6"/>
                </a:lnTo>
                <a:lnTo>
                  <a:pt x="38" y="35"/>
                </a:lnTo>
                <a:lnTo>
                  <a:pt x="39" y="34"/>
                </a:lnTo>
                <a:lnTo>
                  <a:pt x="40" y="33"/>
                </a:lnTo>
                <a:lnTo>
                  <a:pt x="40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0"/>
                </a:lnTo>
                <a:lnTo>
                  <a:pt x="43" y="19"/>
                </a:lnTo>
                <a:lnTo>
                  <a:pt x="42" y="18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40" y="12"/>
                </a:lnTo>
                <a:lnTo>
                  <a:pt x="40" y="11"/>
                </a:lnTo>
                <a:lnTo>
                  <a:pt x="39" y="10"/>
                </a:lnTo>
                <a:lnTo>
                  <a:pt x="38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1" name="Freeform 298"/>
          <p:cNvSpPr>
            <a:spLocks/>
          </p:cNvSpPr>
          <p:nvPr/>
        </p:nvSpPr>
        <p:spPr bwMode="auto">
          <a:xfrm>
            <a:off x="4502009" y="3330223"/>
            <a:ext cx="45156" cy="42897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378278146 h 53"/>
              <a:gd name="T4" fmla="*/ 2147483646 w 52"/>
              <a:gd name="T5" fmla="*/ 567417219 h 53"/>
              <a:gd name="T6" fmla="*/ 2147483646 w 52"/>
              <a:gd name="T7" fmla="*/ 945695364 h 53"/>
              <a:gd name="T8" fmla="*/ 1997484697 w 52"/>
              <a:gd name="T9" fmla="*/ 1324297894 h 53"/>
              <a:gd name="T10" fmla="*/ 1553474990 w 52"/>
              <a:gd name="T11" fmla="*/ 1702576040 h 53"/>
              <a:gd name="T12" fmla="*/ 1109838346 w 52"/>
              <a:gd name="T13" fmla="*/ 2147483646 h 53"/>
              <a:gd name="T14" fmla="*/ 665828029 w 52"/>
              <a:gd name="T15" fmla="*/ 2147483646 h 53"/>
              <a:gd name="T16" fmla="*/ 444009707 w 52"/>
              <a:gd name="T17" fmla="*/ 2147483646 h 53"/>
              <a:gd name="T18" fmla="*/ 221818322 w 52"/>
              <a:gd name="T19" fmla="*/ 2147483646 h 53"/>
              <a:gd name="T20" fmla="*/ 0 w 52"/>
              <a:gd name="T21" fmla="*/ 2147483646 h 53"/>
              <a:gd name="T22" fmla="*/ 221818322 w 52"/>
              <a:gd name="T23" fmla="*/ 2147483646 h 53"/>
              <a:gd name="T24" fmla="*/ 221818322 w 52"/>
              <a:gd name="T25" fmla="*/ 2147483646 h 53"/>
              <a:gd name="T26" fmla="*/ 444009707 w 52"/>
              <a:gd name="T27" fmla="*/ 2147483646 h 53"/>
              <a:gd name="T28" fmla="*/ 887646962 w 52"/>
              <a:gd name="T29" fmla="*/ 2147483646 h 53"/>
              <a:gd name="T30" fmla="*/ 1331656668 w 52"/>
              <a:gd name="T31" fmla="*/ 2147483646 h 53"/>
              <a:gd name="T32" fmla="*/ 1775293313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1891715112 h 53"/>
              <a:gd name="T76" fmla="*/ 2147483646 w 52"/>
              <a:gd name="T77" fmla="*/ 1513436967 h 53"/>
              <a:gd name="T78" fmla="*/ 2147483646 w 52"/>
              <a:gd name="T79" fmla="*/ 945695364 h 53"/>
              <a:gd name="T80" fmla="*/ 2147483646 w 52"/>
              <a:gd name="T81" fmla="*/ 756556291 h 53"/>
              <a:gd name="T82" fmla="*/ 2147483646 w 52"/>
              <a:gd name="T83" fmla="*/ 378278146 h 53"/>
              <a:gd name="T84" fmla="*/ 2147483646 w 52"/>
              <a:gd name="T85" fmla="*/ 378278146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2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8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8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5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1" y="48"/>
                </a:lnTo>
                <a:lnTo>
                  <a:pt x="12" y="49"/>
                </a:lnTo>
                <a:lnTo>
                  <a:pt x="14" y="49"/>
                </a:lnTo>
                <a:lnTo>
                  <a:pt x="15" y="51"/>
                </a:lnTo>
                <a:lnTo>
                  <a:pt x="16" y="51"/>
                </a:lnTo>
                <a:lnTo>
                  <a:pt x="18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5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31" y="53"/>
                </a:lnTo>
                <a:lnTo>
                  <a:pt x="32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1"/>
                </a:lnTo>
                <a:lnTo>
                  <a:pt x="37" y="51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4" y="45"/>
                </a:lnTo>
                <a:lnTo>
                  <a:pt x="45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5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8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5" y="9"/>
                </a:lnTo>
                <a:lnTo>
                  <a:pt x="44" y="8"/>
                </a:lnTo>
                <a:lnTo>
                  <a:pt x="43" y="8"/>
                </a:lnTo>
                <a:lnTo>
                  <a:pt x="42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2"/>
                </a:lnTo>
                <a:lnTo>
                  <a:pt x="33" y="2"/>
                </a:lnTo>
                <a:lnTo>
                  <a:pt x="32" y="2"/>
                </a:lnTo>
                <a:lnTo>
                  <a:pt x="31" y="2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62" name="Line 299"/>
          <p:cNvSpPr>
            <a:spLocks noChangeShapeType="1"/>
          </p:cNvSpPr>
          <p:nvPr/>
        </p:nvSpPr>
        <p:spPr bwMode="auto">
          <a:xfrm>
            <a:off x="4786490" y="3718561"/>
            <a:ext cx="973103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3" name="Freeform 300"/>
          <p:cNvSpPr>
            <a:spLocks/>
          </p:cNvSpPr>
          <p:nvPr/>
        </p:nvSpPr>
        <p:spPr bwMode="auto">
          <a:xfrm>
            <a:off x="4766170" y="2492587"/>
            <a:ext cx="38382" cy="36124"/>
          </a:xfrm>
          <a:custGeom>
            <a:avLst/>
            <a:gdLst>
              <a:gd name="T0" fmla="*/ 2147483646 w 42"/>
              <a:gd name="T1" fmla="*/ 202724488 h 43"/>
              <a:gd name="T2" fmla="*/ 2147483646 w 42"/>
              <a:gd name="T3" fmla="*/ 202724488 h 43"/>
              <a:gd name="T4" fmla="*/ 2147483646 w 42"/>
              <a:gd name="T5" fmla="*/ 405798079 h 43"/>
              <a:gd name="T6" fmla="*/ 2147483646 w 42"/>
              <a:gd name="T7" fmla="*/ 608523158 h 43"/>
              <a:gd name="T8" fmla="*/ 2059795626 w 42"/>
              <a:gd name="T9" fmla="*/ 811596749 h 43"/>
              <a:gd name="T10" fmla="*/ 1544949848 w 42"/>
              <a:gd name="T11" fmla="*/ 1420119907 h 43"/>
              <a:gd name="T12" fmla="*/ 1030104071 w 42"/>
              <a:gd name="T13" fmla="*/ 2028991577 h 43"/>
              <a:gd name="T14" fmla="*/ 514845778 w 42"/>
              <a:gd name="T15" fmla="*/ 2147483646 h 43"/>
              <a:gd name="T16" fmla="*/ 257629468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57629468 w 42"/>
              <a:gd name="T27" fmla="*/ 2147483646 h 43"/>
              <a:gd name="T28" fmla="*/ 514845778 w 42"/>
              <a:gd name="T29" fmla="*/ 2147483646 h 43"/>
              <a:gd name="T30" fmla="*/ 1030104071 w 42"/>
              <a:gd name="T31" fmla="*/ 2147483646 h 43"/>
              <a:gd name="T32" fmla="*/ 1544949848 w 42"/>
              <a:gd name="T33" fmla="*/ 2147483646 h 43"/>
              <a:gd name="T34" fmla="*/ 2059795626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028991577 h 43"/>
              <a:gd name="T76" fmla="*/ 2147483646 w 42"/>
              <a:gd name="T77" fmla="*/ 1420119907 h 43"/>
              <a:gd name="T78" fmla="*/ 2147483646 w 42"/>
              <a:gd name="T79" fmla="*/ 811596749 h 43"/>
              <a:gd name="T80" fmla="*/ 2147483646 w 42"/>
              <a:gd name="T81" fmla="*/ 608523158 h 43"/>
              <a:gd name="T82" fmla="*/ 2147483646 w 42"/>
              <a:gd name="T83" fmla="*/ 405798079 h 43"/>
              <a:gd name="T84" fmla="*/ 2147483646 w 42"/>
              <a:gd name="T85" fmla="*/ 202724488 h 43"/>
              <a:gd name="T86" fmla="*/ 2147483646 w 42"/>
              <a:gd name="T87" fmla="*/ 20272448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40"/>
                </a:lnTo>
                <a:lnTo>
                  <a:pt x="9" y="40"/>
                </a:lnTo>
                <a:lnTo>
                  <a:pt x="9" y="41"/>
                </a:lnTo>
                <a:lnTo>
                  <a:pt x="10" y="41"/>
                </a:lnTo>
                <a:lnTo>
                  <a:pt x="11" y="42"/>
                </a:lnTo>
                <a:lnTo>
                  <a:pt x="12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2"/>
                </a:lnTo>
                <a:lnTo>
                  <a:pt x="29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5"/>
                </a:lnTo>
                <a:lnTo>
                  <a:pt x="42" y="24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4" name="Freeform 301"/>
          <p:cNvSpPr>
            <a:spLocks/>
          </p:cNvSpPr>
          <p:nvPr/>
        </p:nvSpPr>
        <p:spPr bwMode="auto">
          <a:xfrm>
            <a:off x="4754880" y="2483557"/>
            <a:ext cx="45156" cy="42898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189151604 h 53"/>
              <a:gd name="T4" fmla="*/ 2147483646 w 52"/>
              <a:gd name="T5" fmla="*/ 567454812 h 53"/>
              <a:gd name="T6" fmla="*/ 2147483646 w 52"/>
              <a:gd name="T7" fmla="*/ 945758589 h 53"/>
              <a:gd name="T8" fmla="*/ 2074282452 w 52"/>
              <a:gd name="T9" fmla="*/ 1324385622 h 53"/>
              <a:gd name="T10" fmla="*/ 1613123471 w 52"/>
              <a:gd name="T11" fmla="*/ 1702688830 h 53"/>
              <a:gd name="T12" fmla="*/ 1152337553 w 52"/>
              <a:gd name="T13" fmla="*/ 2147483646 h 53"/>
              <a:gd name="T14" fmla="*/ 691551635 w 52"/>
              <a:gd name="T15" fmla="*/ 2147483646 h 53"/>
              <a:gd name="T16" fmla="*/ 460785918 w 52"/>
              <a:gd name="T17" fmla="*/ 2147483646 h 53"/>
              <a:gd name="T18" fmla="*/ 230393264 w 52"/>
              <a:gd name="T19" fmla="*/ 2147483646 h 53"/>
              <a:gd name="T20" fmla="*/ 0 w 52"/>
              <a:gd name="T21" fmla="*/ 2147483646 h 53"/>
              <a:gd name="T22" fmla="*/ 230393264 w 52"/>
              <a:gd name="T23" fmla="*/ 2147483646 h 53"/>
              <a:gd name="T24" fmla="*/ 230393264 w 52"/>
              <a:gd name="T25" fmla="*/ 2147483646 h 53"/>
              <a:gd name="T26" fmla="*/ 460785918 w 52"/>
              <a:gd name="T27" fmla="*/ 2147483646 h 53"/>
              <a:gd name="T28" fmla="*/ 921944899 w 52"/>
              <a:gd name="T29" fmla="*/ 2147483646 h 53"/>
              <a:gd name="T30" fmla="*/ 1382730817 w 52"/>
              <a:gd name="T31" fmla="*/ 2147483646 h 53"/>
              <a:gd name="T32" fmla="*/ 1843889188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1891840433 h 53"/>
              <a:gd name="T76" fmla="*/ 2147483646 w 52"/>
              <a:gd name="T77" fmla="*/ 1513537226 h 53"/>
              <a:gd name="T78" fmla="*/ 2147483646 w 52"/>
              <a:gd name="T79" fmla="*/ 945758589 h 53"/>
              <a:gd name="T80" fmla="*/ 2147483646 w 52"/>
              <a:gd name="T81" fmla="*/ 756606416 h 53"/>
              <a:gd name="T82" fmla="*/ 2147483646 w 52"/>
              <a:gd name="T83" fmla="*/ 189151604 h 53"/>
              <a:gd name="T84" fmla="*/ 2147483646 w 52"/>
              <a:gd name="T85" fmla="*/ 189151604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5" y="53"/>
                </a:lnTo>
                <a:lnTo>
                  <a:pt x="26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3" y="8"/>
                </a:lnTo>
                <a:lnTo>
                  <a:pt x="42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6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5" name="Freeform 308"/>
          <p:cNvSpPr>
            <a:spLocks/>
          </p:cNvSpPr>
          <p:nvPr/>
        </p:nvSpPr>
        <p:spPr bwMode="auto">
          <a:xfrm>
            <a:off x="5019041" y="1085993"/>
            <a:ext cx="740551" cy="3373120"/>
          </a:xfrm>
          <a:custGeom>
            <a:avLst/>
            <a:gdLst>
              <a:gd name="T0" fmla="*/ 0 w 873"/>
              <a:gd name="T1" fmla="*/ 0 h 3983"/>
              <a:gd name="T2" fmla="*/ 0 w 873"/>
              <a:gd name="T3" fmla="*/ 2147483646 h 3983"/>
              <a:gd name="T4" fmla="*/ 2147483646 w 873"/>
              <a:gd name="T5" fmla="*/ 2147483646 h 398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73" h="3983">
                <a:moveTo>
                  <a:pt x="0" y="0"/>
                </a:moveTo>
                <a:lnTo>
                  <a:pt x="0" y="3983"/>
                </a:lnTo>
                <a:lnTo>
                  <a:pt x="873" y="3983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6" name="Freeform 309"/>
          <p:cNvSpPr>
            <a:spLocks/>
          </p:cNvSpPr>
          <p:nvPr/>
        </p:nvSpPr>
        <p:spPr bwMode="auto">
          <a:xfrm>
            <a:off x="5000979" y="1176303"/>
            <a:ext cx="36124" cy="36124"/>
          </a:xfrm>
          <a:custGeom>
            <a:avLst/>
            <a:gdLst>
              <a:gd name="T0" fmla="*/ 2147483646 w 42"/>
              <a:gd name="T1" fmla="*/ 202724488 h 43"/>
              <a:gd name="T2" fmla="*/ 2147483646 w 42"/>
              <a:gd name="T3" fmla="*/ 202724488 h 43"/>
              <a:gd name="T4" fmla="*/ 2147483646 w 42"/>
              <a:gd name="T5" fmla="*/ 405798079 h 43"/>
              <a:gd name="T6" fmla="*/ 2147483646 w 42"/>
              <a:gd name="T7" fmla="*/ 608523158 h 43"/>
              <a:gd name="T8" fmla="*/ 1742005176 w 42"/>
              <a:gd name="T9" fmla="*/ 1014321237 h 43"/>
              <a:gd name="T10" fmla="*/ 1306412714 w 42"/>
              <a:gd name="T11" fmla="*/ 1420119907 h 43"/>
              <a:gd name="T12" fmla="*/ 870819648 w 42"/>
              <a:gd name="T13" fmla="*/ 2028991577 h 43"/>
              <a:gd name="T14" fmla="*/ 435592462 w 42"/>
              <a:gd name="T15" fmla="*/ 2147483646 h 43"/>
              <a:gd name="T16" fmla="*/ 217613290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17613290 w 42"/>
              <a:gd name="T27" fmla="*/ 2147483646 h 43"/>
              <a:gd name="T28" fmla="*/ 435592462 w 42"/>
              <a:gd name="T29" fmla="*/ 2147483646 h 43"/>
              <a:gd name="T30" fmla="*/ 870819648 w 42"/>
              <a:gd name="T31" fmla="*/ 2147483646 h 43"/>
              <a:gd name="T32" fmla="*/ 1306412714 w 42"/>
              <a:gd name="T33" fmla="*/ 2147483646 h 43"/>
              <a:gd name="T34" fmla="*/ 1742005176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028991577 h 43"/>
              <a:gd name="T76" fmla="*/ 2147483646 w 42"/>
              <a:gd name="T77" fmla="*/ 1420119907 h 43"/>
              <a:gd name="T78" fmla="*/ 2147483646 w 42"/>
              <a:gd name="T79" fmla="*/ 1014321237 h 43"/>
              <a:gd name="T80" fmla="*/ 2147483646 w 42"/>
              <a:gd name="T81" fmla="*/ 608523158 h 43"/>
              <a:gd name="T82" fmla="*/ 2147483646 w 42"/>
              <a:gd name="T83" fmla="*/ 405798079 h 43"/>
              <a:gd name="T84" fmla="*/ 2147483646 w 42"/>
              <a:gd name="T85" fmla="*/ 202724488 h 43"/>
              <a:gd name="T86" fmla="*/ 2147483646 w 42"/>
              <a:gd name="T87" fmla="*/ 20272448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5" y="1"/>
                </a:lnTo>
                <a:lnTo>
                  <a:pt x="14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8"/>
                </a:lnTo>
                <a:lnTo>
                  <a:pt x="7" y="39"/>
                </a:lnTo>
                <a:lnTo>
                  <a:pt x="8" y="40"/>
                </a:lnTo>
                <a:lnTo>
                  <a:pt x="9" y="40"/>
                </a:lnTo>
                <a:lnTo>
                  <a:pt x="9" y="41"/>
                </a:lnTo>
                <a:lnTo>
                  <a:pt x="10" y="41"/>
                </a:lnTo>
                <a:lnTo>
                  <a:pt x="11" y="42"/>
                </a:lnTo>
                <a:lnTo>
                  <a:pt x="12" y="42"/>
                </a:lnTo>
                <a:lnTo>
                  <a:pt x="13" y="42"/>
                </a:lnTo>
                <a:lnTo>
                  <a:pt x="14" y="43"/>
                </a:lnTo>
                <a:lnTo>
                  <a:pt x="15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2"/>
                </a:lnTo>
                <a:lnTo>
                  <a:pt x="29" y="42"/>
                </a:lnTo>
                <a:lnTo>
                  <a:pt x="30" y="41"/>
                </a:lnTo>
                <a:lnTo>
                  <a:pt x="31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5"/>
                </a:lnTo>
                <a:lnTo>
                  <a:pt x="42" y="24"/>
                </a:lnTo>
                <a:lnTo>
                  <a:pt x="42" y="22"/>
                </a:lnTo>
                <a:lnTo>
                  <a:pt x="42" y="21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1" y="3"/>
                </a:lnTo>
                <a:lnTo>
                  <a:pt x="30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7" name="Freeform 310"/>
          <p:cNvSpPr>
            <a:spLocks/>
          </p:cNvSpPr>
          <p:nvPr/>
        </p:nvSpPr>
        <p:spPr bwMode="auto">
          <a:xfrm>
            <a:off x="5007751" y="1165013"/>
            <a:ext cx="45156" cy="45156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419158708 h 53"/>
              <a:gd name="T4" fmla="*/ 2147483646 w 52"/>
              <a:gd name="T5" fmla="*/ 628738061 h 53"/>
              <a:gd name="T6" fmla="*/ 2147483646 w 52"/>
              <a:gd name="T7" fmla="*/ 1047896769 h 53"/>
              <a:gd name="T8" fmla="*/ 2147483646 w 52"/>
              <a:gd name="T9" fmla="*/ 1467414311 h 53"/>
              <a:gd name="T10" fmla="*/ 1613123471 w 52"/>
              <a:gd name="T11" fmla="*/ 1886573618 h 53"/>
              <a:gd name="T12" fmla="*/ 1152337553 w 52"/>
              <a:gd name="T13" fmla="*/ 2147483646 h 53"/>
              <a:gd name="T14" fmla="*/ 691551635 w 52"/>
              <a:gd name="T15" fmla="*/ 2147483646 h 53"/>
              <a:gd name="T16" fmla="*/ 460785918 w 52"/>
              <a:gd name="T17" fmla="*/ 2147483646 h 53"/>
              <a:gd name="T18" fmla="*/ 230393264 w 52"/>
              <a:gd name="T19" fmla="*/ 2147483646 h 53"/>
              <a:gd name="T20" fmla="*/ 0 w 52"/>
              <a:gd name="T21" fmla="*/ 2147483646 h 53"/>
              <a:gd name="T22" fmla="*/ 230393264 w 52"/>
              <a:gd name="T23" fmla="*/ 2147483646 h 53"/>
              <a:gd name="T24" fmla="*/ 230393264 w 52"/>
              <a:gd name="T25" fmla="*/ 2147483646 h 53"/>
              <a:gd name="T26" fmla="*/ 460785918 w 52"/>
              <a:gd name="T27" fmla="*/ 2147483646 h 53"/>
              <a:gd name="T28" fmla="*/ 921944899 w 52"/>
              <a:gd name="T29" fmla="*/ 2147483646 h 53"/>
              <a:gd name="T30" fmla="*/ 1382730817 w 52"/>
              <a:gd name="T31" fmla="*/ 2147483646 h 53"/>
              <a:gd name="T32" fmla="*/ 1843889188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2096152972 h 53"/>
              <a:gd name="T76" fmla="*/ 2147483646 w 52"/>
              <a:gd name="T77" fmla="*/ 1676994264 h 53"/>
              <a:gd name="T78" fmla="*/ 2147483646 w 52"/>
              <a:gd name="T79" fmla="*/ 1047896769 h 53"/>
              <a:gd name="T80" fmla="*/ 2147483646 w 52"/>
              <a:gd name="T81" fmla="*/ 838317415 h 53"/>
              <a:gd name="T82" fmla="*/ 2147483646 w 52"/>
              <a:gd name="T83" fmla="*/ 419158708 h 53"/>
              <a:gd name="T84" fmla="*/ 2147483646 w 52"/>
              <a:gd name="T85" fmla="*/ 419158708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7" y="0"/>
                </a:moveTo>
                <a:lnTo>
                  <a:pt x="26" y="0"/>
                </a:lnTo>
                <a:lnTo>
                  <a:pt x="23" y="0"/>
                </a:lnTo>
                <a:lnTo>
                  <a:pt x="22" y="2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7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1" y="6"/>
                </a:lnTo>
                <a:lnTo>
                  <a:pt x="10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8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4"/>
                </a:lnTo>
                <a:lnTo>
                  <a:pt x="2" y="35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1"/>
                </a:lnTo>
                <a:lnTo>
                  <a:pt x="16" y="51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1"/>
                </a:lnTo>
                <a:lnTo>
                  <a:pt x="37" y="51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5"/>
                </a:lnTo>
                <a:lnTo>
                  <a:pt x="52" y="34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8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2"/>
                </a:lnTo>
                <a:lnTo>
                  <a:pt x="33" y="2"/>
                </a:lnTo>
                <a:lnTo>
                  <a:pt x="32" y="2"/>
                </a:lnTo>
                <a:lnTo>
                  <a:pt x="31" y="2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68" name="Line 311"/>
          <p:cNvSpPr>
            <a:spLocks noChangeShapeType="1"/>
          </p:cNvSpPr>
          <p:nvPr/>
        </p:nvSpPr>
        <p:spPr bwMode="auto">
          <a:xfrm>
            <a:off x="5289974" y="4332676"/>
            <a:ext cx="46961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69" name="Freeform 312"/>
          <p:cNvSpPr>
            <a:spLocks/>
          </p:cNvSpPr>
          <p:nvPr/>
        </p:nvSpPr>
        <p:spPr bwMode="auto">
          <a:xfrm>
            <a:off x="5271912" y="3088640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700305535 w 43"/>
              <a:gd name="T9" fmla="*/ 811596749 h 43"/>
              <a:gd name="T10" fmla="*/ 1275316279 w 43"/>
              <a:gd name="T11" fmla="*/ 1217394828 h 43"/>
              <a:gd name="T12" fmla="*/ 850327023 w 43"/>
              <a:gd name="T13" fmla="*/ 2028991577 h 43"/>
              <a:gd name="T14" fmla="*/ 424989256 w 43"/>
              <a:gd name="T15" fmla="*/ 2147483646 h 43"/>
              <a:gd name="T16" fmla="*/ 21249462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12494628 w 43"/>
              <a:gd name="T27" fmla="*/ 2147483646 h 43"/>
              <a:gd name="T28" fmla="*/ 424989256 w 43"/>
              <a:gd name="T29" fmla="*/ 2147483646 h 43"/>
              <a:gd name="T30" fmla="*/ 850327023 w 43"/>
              <a:gd name="T31" fmla="*/ 2147483646 h 43"/>
              <a:gd name="T32" fmla="*/ 1275316279 w 43"/>
              <a:gd name="T33" fmla="*/ 2147483646 h 43"/>
              <a:gd name="T34" fmla="*/ 1700305535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217394828 h 43"/>
              <a:gd name="T78" fmla="*/ 2147483646 w 43"/>
              <a:gd name="T79" fmla="*/ 811596749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10" y="39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3" y="25"/>
                </a:lnTo>
                <a:lnTo>
                  <a:pt x="43" y="23"/>
                </a:lnTo>
                <a:lnTo>
                  <a:pt x="43" y="21"/>
                </a:lnTo>
                <a:lnTo>
                  <a:pt x="43" y="20"/>
                </a:lnTo>
                <a:lnTo>
                  <a:pt x="43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0" name="Freeform 313"/>
          <p:cNvSpPr>
            <a:spLocks/>
          </p:cNvSpPr>
          <p:nvPr/>
        </p:nvSpPr>
        <p:spPr bwMode="auto">
          <a:xfrm>
            <a:off x="5260622" y="3077352"/>
            <a:ext cx="45156" cy="42897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00184614 h 52"/>
              <a:gd name="T4" fmla="*/ 2147483646 w 52"/>
              <a:gd name="T5" fmla="*/ 400705650 h 52"/>
              <a:gd name="T6" fmla="*/ 2147483646 w 52"/>
              <a:gd name="T7" fmla="*/ 1001595914 h 52"/>
              <a:gd name="T8" fmla="*/ 2147483646 w 52"/>
              <a:gd name="T9" fmla="*/ 1401964562 h 52"/>
              <a:gd name="T10" fmla="*/ 1775293313 w 52"/>
              <a:gd name="T11" fmla="*/ 1802670213 h 52"/>
              <a:gd name="T12" fmla="*/ 1109838346 w 52"/>
              <a:gd name="T13" fmla="*/ 2147483646 h 52"/>
              <a:gd name="T14" fmla="*/ 665828029 w 52"/>
              <a:gd name="T15" fmla="*/ 2147483646 h 52"/>
              <a:gd name="T16" fmla="*/ 444009707 w 52"/>
              <a:gd name="T17" fmla="*/ 2147483646 h 52"/>
              <a:gd name="T18" fmla="*/ 221818322 w 52"/>
              <a:gd name="T19" fmla="*/ 2147483646 h 52"/>
              <a:gd name="T20" fmla="*/ 0 w 52"/>
              <a:gd name="T21" fmla="*/ 2147483646 h 52"/>
              <a:gd name="T22" fmla="*/ 221818322 w 52"/>
              <a:gd name="T23" fmla="*/ 2147483646 h 52"/>
              <a:gd name="T24" fmla="*/ 221818322 w 52"/>
              <a:gd name="T25" fmla="*/ 2147483646 h 52"/>
              <a:gd name="T26" fmla="*/ 444009707 w 52"/>
              <a:gd name="T27" fmla="*/ 2147483646 h 52"/>
              <a:gd name="T28" fmla="*/ 887646962 w 52"/>
              <a:gd name="T29" fmla="*/ 2147483646 h 52"/>
              <a:gd name="T30" fmla="*/ 1553474990 w 52"/>
              <a:gd name="T31" fmla="*/ 2147483646 h 52"/>
              <a:gd name="T32" fmla="*/ 1997484697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2002854827 h 52"/>
              <a:gd name="T76" fmla="*/ 2147483646 w 52"/>
              <a:gd name="T77" fmla="*/ 1602149176 h 52"/>
              <a:gd name="T78" fmla="*/ 2147483646 w 52"/>
              <a:gd name="T79" fmla="*/ 1001595914 h 52"/>
              <a:gd name="T80" fmla="*/ 2147483646 w 52"/>
              <a:gd name="T81" fmla="*/ 600890264 h 52"/>
              <a:gd name="T82" fmla="*/ 2147483646 w 52"/>
              <a:gd name="T83" fmla="*/ 200184614 h 52"/>
              <a:gd name="T84" fmla="*/ 2147483646 w 52"/>
              <a:gd name="T85" fmla="*/ 200184614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5"/>
                </a:lnTo>
                <a:lnTo>
                  <a:pt x="12" y="5"/>
                </a:lnTo>
                <a:lnTo>
                  <a:pt x="11" y="6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7" y="43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4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2" y="6"/>
                </a:lnTo>
                <a:lnTo>
                  <a:pt x="42" y="5"/>
                </a:lnTo>
                <a:lnTo>
                  <a:pt x="41" y="5"/>
                </a:lnTo>
                <a:lnTo>
                  <a:pt x="40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71" name="Freeform 314"/>
          <p:cNvSpPr>
            <a:spLocks/>
          </p:cNvSpPr>
          <p:nvPr/>
        </p:nvSpPr>
        <p:spPr bwMode="auto">
          <a:xfrm>
            <a:off x="4262685" y="3863059"/>
            <a:ext cx="4831644" cy="1045350"/>
          </a:xfrm>
          <a:custGeom>
            <a:avLst/>
            <a:gdLst>
              <a:gd name="T0" fmla="*/ 0 w 5708"/>
              <a:gd name="T1" fmla="*/ 2147483646 h 1235"/>
              <a:gd name="T2" fmla="*/ 2147483646 w 5708"/>
              <a:gd name="T3" fmla="*/ 2147483646 h 1235"/>
              <a:gd name="T4" fmla="*/ 2147483646 w 5708"/>
              <a:gd name="T5" fmla="*/ 0 h 1235"/>
              <a:gd name="T6" fmla="*/ 2147483646 w 5708"/>
              <a:gd name="T7" fmla="*/ 0 h 123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08" h="1235">
                <a:moveTo>
                  <a:pt x="0" y="1235"/>
                </a:moveTo>
                <a:lnTo>
                  <a:pt x="5708" y="1235"/>
                </a:lnTo>
                <a:lnTo>
                  <a:pt x="5708" y="0"/>
                </a:lnTo>
                <a:lnTo>
                  <a:pt x="541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2" name="Line 315"/>
          <p:cNvSpPr>
            <a:spLocks noChangeShapeType="1"/>
          </p:cNvSpPr>
          <p:nvPr/>
        </p:nvSpPr>
        <p:spPr bwMode="auto">
          <a:xfrm flipH="1">
            <a:off x="5289974" y="5504462"/>
            <a:ext cx="361244" cy="22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3" name="Freeform 334"/>
          <p:cNvSpPr>
            <a:spLocks/>
          </p:cNvSpPr>
          <p:nvPr/>
        </p:nvSpPr>
        <p:spPr bwMode="auto">
          <a:xfrm>
            <a:off x="6529494" y="6351130"/>
            <a:ext cx="539610" cy="203200"/>
          </a:xfrm>
          <a:custGeom>
            <a:avLst/>
            <a:gdLst>
              <a:gd name="T0" fmla="*/ 2147483646 w 637"/>
              <a:gd name="T1" fmla="*/ 0 h 241"/>
              <a:gd name="T2" fmla="*/ 2147483646 w 637"/>
              <a:gd name="T3" fmla="*/ 0 h 241"/>
              <a:gd name="T4" fmla="*/ 2147483646 w 637"/>
              <a:gd name="T5" fmla="*/ 0 h 241"/>
              <a:gd name="T6" fmla="*/ 2147483646 w 637"/>
              <a:gd name="T7" fmla="*/ 0 h 241"/>
              <a:gd name="T8" fmla="*/ 2147483646 w 637"/>
              <a:gd name="T9" fmla="*/ 208416683 h 241"/>
              <a:gd name="T10" fmla="*/ 2147483646 w 637"/>
              <a:gd name="T11" fmla="*/ 416833959 h 241"/>
              <a:gd name="T12" fmla="*/ 2147483646 w 637"/>
              <a:gd name="T13" fmla="*/ 416833959 h 241"/>
              <a:gd name="T14" fmla="*/ 2147483646 w 637"/>
              <a:gd name="T15" fmla="*/ 625250642 h 241"/>
              <a:gd name="T16" fmla="*/ 2147483646 w 637"/>
              <a:gd name="T17" fmla="*/ 833316363 h 241"/>
              <a:gd name="T18" fmla="*/ 2147483646 w 637"/>
              <a:gd name="T19" fmla="*/ 1041733638 h 241"/>
              <a:gd name="T20" fmla="*/ 2147483646 w 637"/>
              <a:gd name="T21" fmla="*/ 1458567598 h 241"/>
              <a:gd name="T22" fmla="*/ 2147483646 w 637"/>
              <a:gd name="T23" fmla="*/ 1875401557 h 241"/>
              <a:gd name="T24" fmla="*/ 2147483646 w 637"/>
              <a:gd name="T25" fmla="*/ 2083466684 h 241"/>
              <a:gd name="T26" fmla="*/ 2147483646 w 637"/>
              <a:gd name="T27" fmla="*/ 2147483646 h 241"/>
              <a:gd name="T28" fmla="*/ 2147483646 w 637"/>
              <a:gd name="T29" fmla="*/ 2147483646 h 241"/>
              <a:gd name="T30" fmla="*/ 2147483646 w 637"/>
              <a:gd name="T31" fmla="*/ 2147483646 h 241"/>
              <a:gd name="T32" fmla="*/ 2147483646 w 637"/>
              <a:gd name="T33" fmla="*/ 2147483646 h 241"/>
              <a:gd name="T34" fmla="*/ 2147483646 w 637"/>
              <a:gd name="T35" fmla="*/ 2147483646 h 241"/>
              <a:gd name="T36" fmla="*/ 2147483646 w 637"/>
              <a:gd name="T37" fmla="*/ 2147483646 h 241"/>
              <a:gd name="T38" fmla="*/ 2147483646 w 637"/>
              <a:gd name="T39" fmla="*/ 2147483646 h 241"/>
              <a:gd name="T40" fmla="*/ 2147483646 w 637"/>
              <a:gd name="T41" fmla="*/ 2147483646 h 241"/>
              <a:gd name="T42" fmla="*/ 2147483646 w 637"/>
              <a:gd name="T43" fmla="*/ 2147483646 h 241"/>
              <a:gd name="T44" fmla="*/ 2147483646 w 637"/>
              <a:gd name="T45" fmla="*/ 2147483646 h 241"/>
              <a:gd name="T46" fmla="*/ 2147483646 w 637"/>
              <a:gd name="T47" fmla="*/ 2147483646 h 241"/>
              <a:gd name="T48" fmla="*/ 2147483646 w 637"/>
              <a:gd name="T49" fmla="*/ 2147483646 h 241"/>
              <a:gd name="T50" fmla="*/ 2147483646 w 637"/>
              <a:gd name="T51" fmla="*/ 2147483646 h 241"/>
              <a:gd name="T52" fmla="*/ 2147483646 w 637"/>
              <a:gd name="T53" fmla="*/ 2147483646 h 241"/>
              <a:gd name="T54" fmla="*/ 2147483646 w 637"/>
              <a:gd name="T55" fmla="*/ 2147483646 h 241"/>
              <a:gd name="T56" fmla="*/ 2147483646 w 637"/>
              <a:gd name="T57" fmla="*/ 2147483646 h 241"/>
              <a:gd name="T58" fmla="*/ 2147483646 w 637"/>
              <a:gd name="T59" fmla="*/ 2147483646 h 241"/>
              <a:gd name="T60" fmla="*/ 2147483646 w 637"/>
              <a:gd name="T61" fmla="*/ 2147483646 h 241"/>
              <a:gd name="T62" fmla="*/ 2147483646 w 637"/>
              <a:gd name="T63" fmla="*/ 2147483646 h 241"/>
              <a:gd name="T64" fmla="*/ 2147483646 w 637"/>
              <a:gd name="T65" fmla="*/ 2147483646 h 241"/>
              <a:gd name="T66" fmla="*/ 2147483646 w 637"/>
              <a:gd name="T67" fmla="*/ 2147483646 h 241"/>
              <a:gd name="T68" fmla="*/ 2147483646 w 637"/>
              <a:gd name="T69" fmla="*/ 2147483646 h 241"/>
              <a:gd name="T70" fmla="*/ 2147483646 w 637"/>
              <a:gd name="T71" fmla="*/ 2147483646 h 241"/>
              <a:gd name="T72" fmla="*/ 2147483646 w 637"/>
              <a:gd name="T73" fmla="*/ 2147483646 h 241"/>
              <a:gd name="T74" fmla="*/ 2147483646 w 637"/>
              <a:gd name="T75" fmla="*/ 2147483646 h 241"/>
              <a:gd name="T76" fmla="*/ 2147483646 w 637"/>
              <a:gd name="T77" fmla="*/ 2147483646 h 241"/>
              <a:gd name="T78" fmla="*/ 2147483646 w 637"/>
              <a:gd name="T79" fmla="*/ 2147483646 h 241"/>
              <a:gd name="T80" fmla="*/ 2147483646 w 637"/>
              <a:gd name="T81" fmla="*/ 2147483646 h 241"/>
              <a:gd name="T82" fmla="*/ 2147483646 w 637"/>
              <a:gd name="T83" fmla="*/ 2147483646 h 241"/>
              <a:gd name="T84" fmla="*/ 2147483646 w 637"/>
              <a:gd name="T85" fmla="*/ 2147483646 h 241"/>
              <a:gd name="T86" fmla="*/ 2147483646 w 637"/>
              <a:gd name="T87" fmla="*/ 2147483646 h 241"/>
              <a:gd name="T88" fmla="*/ 2147483646 w 637"/>
              <a:gd name="T89" fmla="*/ 2147483646 h 241"/>
              <a:gd name="T90" fmla="*/ 2147483646 w 637"/>
              <a:gd name="T91" fmla="*/ 2147483646 h 241"/>
              <a:gd name="T92" fmla="*/ 2147483646 w 637"/>
              <a:gd name="T93" fmla="*/ 2147483646 h 241"/>
              <a:gd name="T94" fmla="*/ 2147483646 w 637"/>
              <a:gd name="T95" fmla="*/ 2147483646 h 241"/>
              <a:gd name="T96" fmla="*/ 2147483646 w 637"/>
              <a:gd name="T97" fmla="*/ 2147483646 h 241"/>
              <a:gd name="T98" fmla="*/ 2147483646 w 637"/>
              <a:gd name="T99" fmla="*/ 2147483646 h 241"/>
              <a:gd name="T100" fmla="*/ 2147483646 w 637"/>
              <a:gd name="T101" fmla="*/ 2147483646 h 241"/>
              <a:gd name="T102" fmla="*/ 2147483646 w 637"/>
              <a:gd name="T103" fmla="*/ 2147483646 h 241"/>
              <a:gd name="T104" fmla="*/ 2147483646 w 637"/>
              <a:gd name="T105" fmla="*/ 2147483646 h 241"/>
              <a:gd name="T106" fmla="*/ 2147483646 w 637"/>
              <a:gd name="T107" fmla="*/ 2147483646 h 241"/>
              <a:gd name="T108" fmla="*/ 2147483646 w 637"/>
              <a:gd name="T109" fmla="*/ 2147483646 h 241"/>
              <a:gd name="T110" fmla="*/ 2147483646 w 637"/>
              <a:gd name="T111" fmla="*/ 2147483646 h 241"/>
              <a:gd name="T112" fmla="*/ 2147483646 w 637"/>
              <a:gd name="T113" fmla="*/ 2147483646 h 241"/>
              <a:gd name="T114" fmla="*/ 2147483646 w 637"/>
              <a:gd name="T115" fmla="*/ 2147483646 h 241"/>
              <a:gd name="T116" fmla="*/ 2147483646 w 637"/>
              <a:gd name="T117" fmla="*/ 2147483646 h 241"/>
              <a:gd name="T118" fmla="*/ 2147483646 w 637"/>
              <a:gd name="T119" fmla="*/ 2147483646 h 241"/>
              <a:gd name="T120" fmla="*/ 2147483646 w 637"/>
              <a:gd name="T121" fmla="*/ 2147483646 h 2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1">
                <a:moveTo>
                  <a:pt x="0" y="0"/>
                </a:moveTo>
                <a:lnTo>
                  <a:pt x="25" y="0"/>
                </a:lnTo>
                <a:lnTo>
                  <a:pt x="48" y="0"/>
                </a:lnTo>
                <a:lnTo>
                  <a:pt x="70" y="0"/>
                </a:lnTo>
                <a:lnTo>
                  <a:pt x="89" y="0"/>
                </a:lnTo>
                <a:lnTo>
                  <a:pt x="108" y="0"/>
                </a:lnTo>
                <a:lnTo>
                  <a:pt x="125" y="0"/>
                </a:lnTo>
                <a:lnTo>
                  <a:pt x="141" y="0"/>
                </a:lnTo>
                <a:lnTo>
                  <a:pt x="156" y="0"/>
                </a:lnTo>
                <a:lnTo>
                  <a:pt x="170" y="0"/>
                </a:lnTo>
                <a:lnTo>
                  <a:pt x="181" y="0"/>
                </a:lnTo>
                <a:lnTo>
                  <a:pt x="193" y="0"/>
                </a:lnTo>
                <a:lnTo>
                  <a:pt x="204" y="0"/>
                </a:lnTo>
                <a:lnTo>
                  <a:pt x="213" y="0"/>
                </a:lnTo>
                <a:lnTo>
                  <a:pt x="222" y="0"/>
                </a:lnTo>
                <a:lnTo>
                  <a:pt x="230" y="0"/>
                </a:lnTo>
                <a:lnTo>
                  <a:pt x="237" y="0"/>
                </a:lnTo>
                <a:lnTo>
                  <a:pt x="243" y="0"/>
                </a:lnTo>
                <a:lnTo>
                  <a:pt x="250" y="0"/>
                </a:lnTo>
                <a:lnTo>
                  <a:pt x="254" y="0"/>
                </a:lnTo>
                <a:lnTo>
                  <a:pt x="259" y="0"/>
                </a:lnTo>
                <a:lnTo>
                  <a:pt x="262" y="0"/>
                </a:lnTo>
                <a:lnTo>
                  <a:pt x="267" y="0"/>
                </a:lnTo>
                <a:lnTo>
                  <a:pt x="270" y="0"/>
                </a:lnTo>
                <a:lnTo>
                  <a:pt x="272" y="0"/>
                </a:lnTo>
                <a:lnTo>
                  <a:pt x="275" y="0"/>
                </a:lnTo>
                <a:lnTo>
                  <a:pt x="277" y="0"/>
                </a:lnTo>
                <a:lnTo>
                  <a:pt x="278" y="0"/>
                </a:lnTo>
                <a:lnTo>
                  <a:pt x="280" y="0"/>
                </a:lnTo>
                <a:lnTo>
                  <a:pt x="283" y="1"/>
                </a:lnTo>
                <a:lnTo>
                  <a:pt x="284" y="1"/>
                </a:lnTo>
                <a:lnTo>
                  <a:pt x="286" y="1"/>
                </a:lnTo>
                <a:lnTo>
                  <a:pt x="288" y="1"/>
                </a:lnTo>
                <a:lnTo>
                  <a:pt x="289" y="1"/>
                </a:lnTo>
                <a:lnTo>
                  <a:pt x="291" y="1"/>
                </a:lnTo>
                <a:lnTo>
                  <a:pt x="292" y="1"/>
                </a:lnTo>
                <a:lnTo>
                  <a:pt x="294" y="1"/>
                </a:lnTo>
                <a:lnTo>
                  <a:pt x="295" y="1"/>
                </a:lnTo>
                <a:lnTo>
                  <a:pt x="296" y="1"/>
                </a:lnTo>
                <a:lnTo>
                  <a:pt x="297" y="2"/>
                </a:lnTo>
                <a:lnTo>
                  <a:pt x="298" y="2"/>
                </a:lnTo>
                <a:lnTo>
                  <a:pt x="300" y="2"/>
                </a:lnTo>
                <a:lnTo>
                  <a:pt x="301" y="2"/>
                </a:lnTo>
                <a:lnTo>
                  <a:pt x="302" y="2"/>
                </a:lnTo>
                <a:lnTo>
                  <a:pt x="303" y="2"/>
                </a:lnTo>
                <a:lnTo>
                  <a:pt x="304" y="2"/>
                </a:lnTo>
                <a:lnTo>
                  <a:pt x="305" y="2"/>
                </a:lnTo>
                <a:lnTo>
                  <a:pt x="306" y="2"/>
                </a:lnTo>
                <a:lnTo>
                  <a:pt x="307" y="2"/>
                </a:lnTo>
                <a:lnTo>
                  <a:pt x="308" y="2"/>
                </a:lnTo>
                <a:lnTo>
                  <a:pt x="309" y="3"/>
                </a:lnTo>
                <a:lnTo>
                  <a:pt x="310" y="3"/>
                </a:lnTo>
                <a:lnTo>
                  <a:pt x="311" y="3"/>
                </a:lnTo>
                <a:lnTo>
                  <a:pt x="312" y="3"/>
                </a:lnTo>
                <a:lnTo>
                  <a:pt x="313" y="3"/>
                </a:lnTo>
                <a:lnTo>
                  <a:pt x="314" y="3"/>
                </a:lnTo>
                <a:lnTo>
                  <a:pt x="316" y="3"/>
                </a:lnTo>
                <a:lnTo>
                  <a:pt x="317" y="3"/>
                </a:lnTo>
                <a:lnTo>
                  <a:pt x="318" y="4"/>
                </a:lnTo>
                <a:lnTo>
                  <a:pt x="319" y="4"/>
                </a:lnTo>
                <a:lnTo>
                  <a:pt x="321" y="4"/>
                </a:lnTo>
                <a:lnTo>
                  <a:pt x="322" y="4"/>
                </a:lnTo>
                <a:lnTo>
                  <a:pt x="324" y="4"/>
                </a:lnTo>
                <a:lnTo>
                  <a:pt x="325" y="4"/>
                </a:lnTo>
                <a:lnTo>
                  <a:pt x="327" y="5"/>
                </a:lnTo>
                <a:lnTo>
                  <a:pt x="328" y="5"/>
                </a:lnTo>
                <a:lnTo>
                  <a:pt x="330" y="5"/>
                </a:lnTo>
                <a:lnTo>
                  <a:pt x="331" y="5"/>
                </a:lnTo>
                <a:lnTo>
                  <a:pt x="333" y="5"/>
                </a:lnTo>
                <a:lnTo>
                  <a:pt x="334" y="7"/>
                </a:lnTo>
                <a:lnTo>
                  <a:pt x="336" y="7"/>
                </a:lnTo>
                <a:lnTo>
                  <a:pt x="337" y="7"/>
                </a:lnTo>
                <a:lnTo>
                  <a:pt x="338" y="7"/>
                </a:lnTo>
                <a:lnTo>
                  <a:pt x="339" y="7"/>
                </a:lnTo>
                <a:lnTo>
                  <a:pt x="340" y="7"/>
                </a:lnTo>
                <a:lnTo>
                  <a:pt x="340" y="8"/>
                </a:lnTo>
                <a:lnTo>
                  <a:pt x="341" y="8"/>
                </a:lnTo>
                <a:lnTo>
                  <a:pt x="342" y="8"/>
                </a:lnTo>
                <a:lnTo>
                  <a:pt x="343" y="8"/>
                </a:lnTo>
                <a:lnTo>
                  <a:pt x="344" y="8"/>
                </a:lnTo>
                <a:lnTo>
                  <a:pt x="345" y="9"/>
                </a:lnTo>
                <a:lnTo>
                  <a:pt x="346" y="9"/>
                </a:lnTo>
                <a:lnTo>
                  <a:pt x="347" y="9"/>
                </a:lnTo>
                <a:lnTo>
                  <a:pt x="349" y="9"/>
                </a:lnTo>
                <a:lnTo>
                  <a:pt x="350" y="9"/>
                </a:lnTo>
                <a:lnTo>
                  <a:pt x="351" y="10"/>
                </a:lnTo>
                <a:lnTo>
                  <a:pt x="352" y="10"/>
                </a:lnTo>
                <a:lnTo>
                  <a:pt x="353" y="10"/>
                </a:lnTo>
                <a:lnTo>
                  <a:pt x="354" y="11"/>
                </a:lnTo>
                <a:lnTo>
                  <a:pt x="355" y="11"/>
                </a:lnTo>
                <a:lnTo>
                  <a:pt x="357" y="11"/>
                </a:lnTo>
                <a:lnTo>
                  <a:pt x="358" y="12"/>
                </a:lnTo>
                <a:lnTo>
                  <a:pt x="360" y="12"/>
                </a:lnTo>
                <a:lnTo>
                  <a:pt x="361" y="13"/>
                </a:lnTo>
                <a:lnTo>
                  <a:pt x="363" y="13"/>
                </a:lnTo>
                <a:lnTo>
                  <a:pt x="366" y="14"/>
                </a:lnTo>
                <a:lnTo>
                  <a:pt x="368" y="14"/>
                </a:lnTo>
                <a:lnTo>
                  <a:pt x="369" y="15"/>
                </a:lnTo>
                <a:lnTo>
                  <a:pt x="371" y="15"/>
                </a:lnTo>
                <a:lnTo>
                  <a:pt x="372" y="16"/>
                </a:lnTo>
                <a:lnTo>
                  <a:pt x="374" y="16"/>
                </a:lnTo>
                <a:lnTo>
                  <a:pt x="375" y="17"/>
                </a:lnTo>
                <a:lnTo>
                  <a:pt x="376" y="17"/>
                </a:lnTo>
                <a:lnTo>
                  <a:pt x="378" y="17"/>
                </a:lnTo>
                <a:lnTo>
                  <a:pt x="379" y="18"/>
                </a:lnTo>
                <a:lnTo>
                  <a:pt x="380" y="18"/>
                </a:lnTo>
                <a:lnTo>
                  <a:pt x="382" y="19"/>
                </a:lnTo>
                <a:lnTo>
                  <a:pt x="383" y="19"/>
                </a:lnTo>
                <a:lnTo>
                  <a:pt x="384" y="19"/>
                </a:lnTo>
                <a:lnTo>
                  <a:pt x="385" y="20"/>
                </a:lnTo>
                <a:lnTo>
                  <a:pt x="386" y="20"/>
                </a:lnTo>
                <a:lnTo>
                  <a:pt x="387" y="21"/>
                </a:lnTo>
                <a:lnTo>
                  <a:pt x="388" y="21"/>
                </a:lnTo>
                <a:lnTo>
                  <a:pt x="389" y="21"/>
                </a:lnTo>
                <a:lnTo>
                  <a:pt x="390" y="23"/>
                </a:lnTo>
                <a:lnTo>
                  <a:pt x="391" y="23"/>
                </a:lnTo>
                <a:lnTo>
                  <a:pt x="392" y="23"/>
                </a:lnTo>
                <a:lnTo>
                  <a:pt x="393" y="24"/>
                </a:lnTo>
                <a:lnTo>
                  <a:pt x="394" y="24"/>
                </a:lnTo>
                <a:lnTo>
                  <a:pt x="395" y="25"/>
                </a:lnTo>
                <a:lnTo>
                  <a:pt x="396" y="25"/>
                </a:lnTo>
                <a:lnTo>
                  <a:pt x="398" y="26"/>
                </a:lnTo>
                <a:lnTo>
                  <a:pt x="399" y="26"/>
                </a:lnTo>
                <a:lnTo>
                  <a:pt x="401" y="27"/>
                </a:lnTo>
                <a:lnTo>
                  <a:pt x="402" y="28"/>
                </a:lnTo>
                <a:lnTo>
                  <a:pt x="404" y="28"/>
                </a:lnTo>
                <a:lnTo>
                  <a:pt x="405" y="29"/>
                </a:lnTo>
                <a:lnTo>
                  <a:pt x="407" y="30"/>
                </a:lnTo>
                <a:lnTo>
                  <a:pt x="408" y="31"/>
                </a:lnTo>
                <a:lnTo>
                  <a:pt x="410" y="31"/>
                </a:lnTo>
                <a:lnTo>
                  <a:pt x="411" y="32"/>
                </a:lnTo>
                <a:lnTo>
                  <a:pt x="412" y="32"/>
                </a:lnTo>
                <a:lnTo>
                  <a:pt x="413" y="33"/>
                </a:lnTo>
                <a:lnTo>
                  <a:pt x="416" y="34"/>
                </a:lnTo>
                <a:lnTo>
                  <a:pt x="417" y="34"/>
                </a:lnTo>
                <a:lnTo>
                  <a:pt x="418" y="35"/>
                </a:lnTo>
                <a:lnTo>
                  <a:pt x="419" y="35"/>
                </a:lnTo>
                <a:lnTo>
                  <a:pt x="420" y="36"/>
                </a:lnTo>
                <a:lnTo>
                  <a:pt x="421" y="36"/>
                </a:lnTo>
                <a:lnTo>
                  <a:pt x="422" y="37"/>
                </a:lnTo>
                <a:lnTo>
                  <a:pt x="423" y="37"/>
                </a:lnTo>
                <a:lnTo>
                  <a:pt x="424" y="39"/>
                </a:lnTo>
                <a:lnTo>
                  <a:pt x="425" y="39"/>
                </a:lnTo>
                <a:lnTo>
                  <a:pt x="426" y="40"/>
                </a:lnTo>
                <a:lnTo>
                  <a:pt x="427" y="40"/>
                </a:lnTo>
                <a:lnTo>
                  <a:pt x="427" y="41"/>
                </a:lnTo>
                <a:lnTo>
                  <a:pt x="428" y="41"/>
                </a:lnTo>
                <a:lnTo>
                  <a:pt x="429" y="41"/>
                </a:lnTo>
                <a:lnTo>
                  <a:pt x="431" y="42"/>
                </a:lnTo>
                <a:lnTo>
                  <a:pt x="432" y="42"/>
                </a:lnTo>
                <a:lnTo>
                  <a:pt x="433" y="43"/>
                </a:lnTo>
                <a:lnTo>
                  <a:pt x="434" y="44"/>
                </a:lnTo>
                <a:lnTo>
                  <a:pt x="435" y="44"/>
                </a:lnTo>
                <a:lnTo>
                  <a:pt x="436" y="45"/>
                </a:lnTo>
                <a:lnTo>
                  <a:pt x="438" y="45"/>
                </a:lnTo>
                <a:lnTo>
                  <a:pt x="439" y="46"/>
                </a:lnTo>
                <a:lnTo>
                  <a:pt x="440" y="47"/>
                </a:lnTo>
                <a:lnTo>
                  <a:pt x="442" y="48"/>
                </a:lnTo>
                <a:lnTo>
                  <a:pt x="443" y="48"/>
                </a:lnTo>
                <a:lnTo>
                  <a:pt x="444" y="49"/>
                </a:lnTo>
                <a:lnTo>
                  <a:pt x="445" y="50"/>
                </a:lnTo>
                <a:lnTo>
                  <a:pt x="448" y="50"/>
                </a:lnTo>
                <a:lnTo>
                  <a:pt x="449" y="51"/>
                </a:lnTo>
                <a:lnTo>
                  <a:pt x="450" y="51"/>
                </a:lnTo>
                <a:lnTo>
                  <a:pt x="451" y="52"/>
                </a:lnTo>
                <a:lnTo>
                  <a:pt x="452" y="53"/>
                </a:lnTo>
                <a:lnTo>
                  <a:pt x="453" y="53"/>
                </a:lnTo>
                <a:lnTo>
                  <a:pt x="454" y="53"/>
                </a:lnTo>
                <a:lnTo>
                  <a:pt x="454" y="54"/>
                </a:lnTo>
                <a:lnTo>
                  <a:pt x="455" y="54"/>
                </a:lnTo>
                <a:lnTo>
                  <a:pt x="456" y="56"/>
                </a:lnTo>
                <a:lnTo>
                  <a:pt x="457" y="56"/>
                </a:lnTo>
                <a:lnTo>
                  <a:pt x="458" y="57"/>
                </a:lnTo>
                <a:lnTo>
                  <a:pt x="459" y="58"/>
                </a:lnTo>
                <a:lnTo>
                  <a:pt x="460" y="58"/>
                </a:lnTo>
                <a:lnTo>
                  <a:pt x="461" y="58"/>
                </a:lnTo>
                <a:lnTo>
                  <a:pt x="461" y="59"/>
                </a:lnTo>
                <a:lnTo>
                  <a:pt x="462" y="59"/>
                </a:lnTo>
                <a:lnTo>
                  <a:pt x="464" y="60"/>
                </a:lnTo>
                <a:lnTo>
                  <a:pt x="465" y="60"/>
                </a:lnTo>
                <a:lnTo>
                  <a:pt x="465" y="61"/>
                </a:lnTo>
                <a:lnTo>
                  <a:pt x="466" y="61"/>
                </a:lnTo>
                <a:lnTo>
                  <a:pt x="467" y="62"/>
                </a:lnTo>
                <a:lnTo>
                  <a:pt x="468" y="63"/>
                </a:lnTo>
                <a:lnTo>
                  <a:pt x="469" y="63"/>
                </a:lnTo>
                <a:lnTo>
                  <a:pt x="470" y="64"/>
                </a:lnTo>
                <a:lnTo>
                  <a:pt x="472" y="65"/>
                </a:lnTo>
                <a:lnTo>
                  <a:pt x="473" y="65"/>
                </a:lnTo>
                <a:lnTo>
                  <a:pt x="474" y="66"/>
                </a:lnTo>
                <a:lnTo>
                  <a:pt x="475" y="66"/>
                </a:lnTo>
                <a:lnTo>
                  <a:pt x="475" y="67"/>
                </a:lnTo>
                <a:lnTo>
                  <a:pt x="476" y="68"/>
                </a:lnTo>
                <a:lnTo>
                  <a:pt x="477" y="68"/>
                </a:lnTo>
                <a:lnTo>
                  <a:pt x="478" y="68"/>
                </a:lnTo>
                <a:lnTo>
                  <a:pt x="478" y="69"/>
                </a:lnTo>
                <a:lnTo>
                  <a:pt x="480" y="69"/>
                </a:lnTo>
                <a:lnTo>
                  <a:pt x="481" y="70"/>
                </a:lnTo>
                <a:lnTo>
                  <a:pt x="482" y="70"/>
                </a:lnTo>
                <a:lnTo>
                  <a:pt x="482" y="72"/>
                </a:lnTo>
                <a:lnTo>
                  <a:pt x="483" y="72"/>
                </a:lnTo>
                <a:lnTo>
                  <a:pt x="483" y="73"/>
                </a:lnTo>
                <a:lnTo>
                  <a:pt x="484" y="73"/>
                </a:lnTo>
                <a:lnTo>
                  <a:pt x="485" y="74"/>
                </a:lnTo>
                <a:lnTo>
                  <a:pt x="486" y="74"/>
                </a:lnTo>
                <a:lnTo>
                  <a:pt x="486" y="75"/>
                </a:lnTo>
                <a:lnTo>
                  <a:pt x="487" y="75"/>
                </a:lnTo>
                <a:lnTo>
                  <a:pt x="488" y="76"/>
                </a:lnTo>
                <a:lnTo>
                  <a:pt x="489" y="76"/>
                </a:lnTo>
                <a:lnTo>
                  <a:pt x="489" y="77"/>
                </a:lnTo>
                <a:lnTo>
                  <a:pt x="490" y="77"/>
                </a:lnTo>
                <a:lnTo>
                  <a:pt x="491" y="78"/>
                </a:lnTo>
                <a:lnTo>
                  <a:pt x="492" y="79"/>
                </a:lnTo>
                <a:lnTo>
                  <a:pt x="493" y="79"/>
                </a:lnTo>
                <a:lnTo>
                  <a:pt x="493" y="80"/>
                </a:lnTo>
                <a:lnTo>
                  <a:pt x="494" y="80"/>
                </a:lnTo>
                <a:lnTo>
                  <a:pt x="495" y="81"/>
                </a:lnTo>
                <a:lnTo>
                  <a:pt x="497" y="81"/>
                </a:lnTo>
                <a:lnTo>
                  <a:pt x="497" y="82"/>
                </a:lnTo>
                <a:lnTo>
                  <a:pt x="498" y="82"/>
                </a:lnTo>
                <a:lnTo>
                  <a:pt x="498" y="83"/>
                </a:lnTo>
                <a:lnTo>
                  <a:pt x="499" y="83"/>
                </a:lnTo>
                <a:lnTo>
                  <a:pt x="500" y="84"/>
                </a:lnTo>
                <a:lnTo>
                  <a:pt x="501" y="84"/>
                </a:lnTo>
                <a:lnTo>
                  <a:pt x="501" y="85"/>
                </a:lnTo>
                <a:lnTo>
                  <a:pt x="502" y="85"/>
                </a:lnTo>
                <a:lnTo>
                  <a:pt x="503" y="86"/>
                </a:lnTo>
                <a:lnTo>
                  <a:pt x="504" y="86"/>
                </a:lnTo>
                <a:lnTo>
                  <a:pt x="504" y="87"/>
                </a:lnTo>
                <a:lnTo>
                  <a:pt x="505" y="87"/>
                </a:lnTo>
                <a:lnTo>
                  <a:pt x="505" y="89"/>
                </a:lnTo>
                <a:lnTo>
                  <a:pt x="506" y="89"/>
                </a:lnTo>
                <a:lnTo>
                  <a:pt x="507" y="89"/>
                </a:lnTo>
                <a:lnTo>
                  <a:pt x="507" y="90"/>
                </a:lnTo>
                <a:lnTo>
                  <a:pt x="508" y="90"/>
                </a:lnTo>
                <a:lnTo>
                  <a:pt x="508" y="91"/>
                </a:lnTo>
                <a:lnTo>
                  <a:pt x="509" y="91"/>
                </a:lnTo>
                <a:lnTo>
                  <a:pt x="510" y="92"/>
                </a:lnTo>
                <a:lnTo>
                  <a:pt x="511" y="92"/>
                </a:lnTo>
                <a:lnTo>
                  <a:pt x="513" y="93"/>
                </a:lnTo>
                <a:lnTo>
                  <a:pt x="514" y="94"/>
                </a:lnTo>
                <a:lnTo>
                  <a:pt x="515" y="94"/>
                </a:lnTo>
                <a:lnTo>
                  <a:pt x="516" y="95"/>
                </a:lnTo>
                <a:lnTo>
                  <a:pt x="517" y="95"/>
                </a:lnTo>
                <a:lnTo>
                  <a:pt x="518" y="96"/>
                </a:lnTo>
                <a:lnTo>
                  <a:pt x="519" y="97"/>
                </a:lnTo>
                <a:lnTo>
                  <a:pt x="520" y="98"/>
                </a:lnTo>
                <a:lnTo>
                  <a:pt x="521" y="98"/>
                </a:lnTo>
                <a:lnTo>
                  <a:pt x="522" y="99"/>
                </a:lnTo>
                <a:lnTo>
                  <a:pt x="523" y="100"/>
                </a:lnTo>
                <a:lnTo>
                  <a:pt x="524" y="100"/>
                </a:lnTo>
                <a:lnTo>
                  <a:pt x="524" y="101"/>
                </a:lnTo>
                <a:lnTo>
                  <a:pt x="525" y="101"/>
                </a:lnTo>
                <a:lnTo>
                  <a:pt x="525" y="102"/>
                </a:lnTo>
                <a:lnTo>
                  <a:pt x="526" y="102"/>
                </a:lnTo>
                <a:lnTo>
                  <a:pt x="526" y="103"/>
                </a:lnTo>
                <a:lnTo>
                  <a:pt x="527" y="103"/>
                </a:lnTo>
                <a:lnTo>
                  <a:pt x="527" y="105"/>
                </a:lnTo>
                <a:lnTo>
                  <a:pt x="528" y="105"/>
                </a:lnTo>
                <a:lnTo>
                  <a:pt x="528" y="106"/>
                </a:lnTo>
                <a:lnTo>
                  <a:pt x="530" y="107"/>
                </a:lnTo>
                <a:lnTo>
                  <a:pt x="531" y="107"/>
                </a:lnTo>
                <a:lnTo>
                  <a:pt x="532" y="108"/>
                </a:lnTo>
                <a:lnTo>
                  <a:pt x="532" y="109"/>
                </a:lnTo>
                <a:lnTo>
                  <a:pt x="533" y="110"/>
                </a:lnTo>
                <a:lnTo>
                  <a:pt x="534" y="111"/>
                </a:lnTo>
                <a:lnTo>
                  <a:pt x="535" y="111"/>
                </a:lnTo>
                <a:lnTo>
                  <a:pt x="536" y="112"/>
                </a:lnTo>
                <a:lnTo>
                  <a:pt x="537" y="113"/>
                </a:lnTo>
                <a:lnTo>
                  <a:pt x="538" y="114"/>
                </a:lnTo>
                <a:lnTo>
                  <a:pt x="539" y="115"/>
                </a:lnTo>
                <a:lnTo>
                  <a:pt x="539" y="116"/>
                </a:lnTo>
                <a:lnTo>
                  <a:pt x="540" y="117"/>
                </a:lnTo>
                <a:lnTo>
                  <a:pt x="541" y="117"/>
                </a:lnTo>
                <a:lnTo>
                  <a:pt x="541" y="118"/>
                </a:lnTo>
                <a:lnTo>
                  <a:pt x="542" y="119"/>
                </a:lnTo>
                <a:lnTo>
                  <a:pt x="543" y="119"/>
                </a:lnTo>
                <a:lnTo>
                  <a:pt x="543" y="121"/>
                </a:lnTo>
                <a:lnTo>
                  <a:pt x="544" y="121"/>
                </a:lnTo>
                <a:lnTo>
                  <a:pt x="544" y="122"/>
                </a:lnTo>
                <a:lnTo>
                  <a:pt x="546" y="123"/>
                </a:lnTo>
                <a:lnTo>
                  <a:pt x="547" y="124"/>
                </a:lnTo>
                <a:lnTo>
                  <a:pt x="548" y="125"/>
                </a:lnTo>
                <a:lnTo>
                  <a:pt x="549" y="126"/>
                </a:lnTo>
                <a:lnTo>
                  <a:pt x="550" y="127"/>
                </a:lnTo>
                <a:lnTo>
                  <a:pt x="550" y="128"/>
                </a:lnTo>
                <a:lnTo>
                  <a:pt x="551" y="128"/>
                </a:lnTo>
                <a:lnTo>
                  <a:pt x="552" y="129"/>
                </a:lnTo>
                <a:lnTo>
                  <a:pt x="553" y="130"/>
                </a:lnTo>
                <a:lnTo>
                  <a:pt x="553" y="131"/>
                </a:lnTo>
                <a:lnTo>
                  <a:pt x="554" y="132"/>
                </a:lnTo>
                <a:lnTo>
                  <a:pt x="555" y="133"/>
                </a:lnTo>
                <a:lnTo>
                  <a:pt x="556" y="134"/>
                </a:lnTo>
                <a:lnTo>
                  <a:pt x="557" y="135"/>
                </a:lnTo>
                <a:lnTo>
                  <a:pt x="558" y="136"/>
                </a:lnTo>
                <a:lnTo>
                  <a:pt x="559" y="138"/>
                </a:lnTo>
                <a:lnTo>
                  <a:pt x="560" y="140"/>
                </a:lnTo>
                <a:lnTo>
                  <a:pt x="561" y="141"/>
                </a:lnTo>
                <a:lnTo>
                  <a:pt x="563" y="142"/>
                </a:lnTo>
                <a:lnTo>
                  <a:pt x="564" y="143"/>
                </a:lnTo>
                <a:lnTo>
                  <a:pt x="565" y="144"/>
                </a:lnTo>
                <a:lnTo>
                  <a:pt x="566" y="145"/>
                </a:lnTo>
                <a:lnTo>
                  <a:pt x="567" y="146"/>
                </a:lnTo>
                <a:lnTo>
                  <a:pt x="568" y="147"/>
                </a:lnTo>
                <a:lnTo>
                  <a:pt x="568" y="148"/>
                </a:lnTo>
                <a:lnTo>
                  <a:pt x="569" y="149"/>
                </a:lnTo>
                <a:lnTo>
                  <a:pt x="570" y="149"/>
                </a:lnTo>
                <a:lnTo>
                  <a:pt x="570" y="150"/>
                </a:lnTo>
                <a:lnTo>
                  <a:pt x="571" y="151"/>
                </a:lnTo>
                <a:lnTo>
                  <a:pt x="572" y="152"/>
                </a:lnTo>
                <a:lnTo>
                  <a:pt x="573" y="154"/>
                </a:lnTo>
                <a:lnTo>
                  <a:pt x="573" y="155"/>
                </a:lnTo>
                <a:lnTo>
                  <a:pt x="574" y="155"/>
                </a:lnTo>
                <a:lnTo>
                  <a:pt x="574" y="156"/>
                </a:lnTo>
                <a:lnTo>
                  <a:pt x="575" y="157"/>
                </a:lnTo>
                <a:lnTo>
                  <a:pt x="576" y="158"/>
                </a:lnTo>
                <a:lnTo>
                  <a:pt x="576" y="159"/>
                </a:lnTo>
                <a:lnTo>
                  <a:pt x="577" y="160"/>
                </a:lnTo>
                <a:lnTo>
                  <a:pt x="579" y="161"/>
                </a:lnTo>
                <a:lnTo>
                  <a:pt x="580" y="162"/>
                </a:lnTo>
                <a:lnTo>
                  <a:pt x="580" y="163"/>
                </a:lnTo>
                <a:lnTo>
                  <a:pt x="581" y="164"/>
                </a:lnTo>
                <a:lnTo>
                  <a:pt x="582" y="165"/>
                </a:lnTo>
                <a:lnTo>
                  <a:pt x="583" y="166"/>
                </a:lnTo>
                <a:lnTo>
                  <a:pt x="584" y="168"/>
                </a:lnTo>
                <a:lnTo>
                  <a:pt x="585" y="169"/>
                </a:lnTo>
                <a:lnTo>
                  <a:pt x="586" y="171"/>
                </a:lnTo>
                <a:lnTo>
                  <a:pt x="587" y="173"/>
                </a:lnTo>
                <a:lnTo>
                  <a:pt x="588" y="174"/>
                </a:lnTo>
                <a:lnTo>
                  <a:pt x="589" y="176"/>
                </a:lnTo>
                <a:lnTo>
                  <a:pt x="590" y="177"/>
                </a:lnTo>
                <a:lnTo>
                  <a:pt x="591" y="178"/>
                </a:lnTo>
                <a:lnTo>
                  <a:pt x="592" y="179"/>
                </a:lnTo>
                <a:lnTo>
                  <a:pt x="593" y="180"/>
                </a:lnTo>
                <a:lnTo>
                  <a:pt x="595" y="181"/>
                </a:lnTo>
                <a:lnTo>
                  <a:pt x="595" y="182"/>
                </a:lnTo>
                <a:lnTo>
                  <a:pt x="596" y="183"/>
                </a:lnTo>
                <a:lnTo>
                  <a:pt x="597" y="184"/>
                </a:lnTo>
                <a:lnTo>
                  <a:pt x="597" y="185"/>
                </a:lnTo>
                <a:lnTo>
                  <a:pt x="598" y="187"/>
                </a:lnTo>
                <a:lnTo>
                  <a:pt x="599" y="188"/>
                </a:lnTo>
                <a:lnTo>
                  <a:pt x="600" y="189"/>
                </a:lnTo>
                <a:lnTo>
                  <a:pt x="600" y="190"/>
                </a:lnTo>
                <a:lnTo>
                  <a:pt x="601" y="191"/>
                </a:lnTo>
                <a:lnTo>
                  <a:pt x="602" y="192"/>
                </a:lnTo>
                <a:lnTo>
                  <a:pt x="603" y="193"/>
                </a:lnTo>
                <a:lnTo>
                  <a:pt x="604" y="194"/>
                </a:lnTo>
                <a:lnTo>
                  <a:pt x="604" y="195"/>
                </a:lnTo>
                <a:lnTo>
                  <a:pt x="605" y="196"/>
                </a:lnTo>
                <a:lnTo>
                  <a:pt x="606" y="197"/>
                </a:lnTo>
                <a:lnTo>
                  <a:pt x="607" y="198"/>
                </a:lnTo>
                <a:lnTo>
                  <a:pt x="608" y="199"/>
                </a:lnTo>
                <a:lnTo>
                  <a:pt x="609" y="201"/>
                </a:lnTo>
                <a:lnTo>
                  <a:pt x="610" y="203"/>
                </a:lnTo>
                <a:lnTo>
                  <a:pt x="612" y="204"/>
                </a:lnTo>
                <a:lnTo>
                  <a:pt x="613" y="206"/>
                </a:lnTo>
                <a:lnTo>
                  <a:pt x="614" y="207"/>
                </a:lnTo>
                <a:lnTo>
                  <a:pt x="615" y="209"/>
                </a:lnTo>
                <a:lnTo>
                  <a:pt x="616" y="210"/>
                </a:lnTo>
                <a:lnTo>
                  <a:pt x="617" y="212"/>
                </a:lnTo>
                <a:lnTo>
                  <a:pt x="618" y="213"/>
                </a:lnTo>
                <a:lnTo>
                  <a:pt x="619" y="214"/>
                </a:lnTo>
                <a:lnTo>
                  <a:pt x="620" y="215"/>
                </a:lnTo>
                <a:lnTo>
                  <a:pt x="621" y="217"/>
                </a:lnTo>
                <a:lnTo>
                  <a:pt x="622" y="218"/>
                </a:lnTo>
                <a:lnTo>
                  <a:pt x="622" y="220"/>
                </a:lnTo>
                <a:lnTo>
                  <a:pt x="623" y="220"/>
                </a:lnTo>
                <a:lnTo>
                  <a:pt x="624" y="221"/>
                </a:lnTo>
                <a:lnTo>
                  <a:pt x="624" y="222"/>
                </a:lnTo>
                <a:lnTo>
                  <a:pt x="625" y="223"/>
                </a:lnTo>
                <a:lnTo>
                  <a:pt x="625" y="224"/>
                </a:lnTo>
                <a:lnTo>
                  <a:pt x="626" y="225"/>
                </a:lnTo>
                <a:lnTo>
                  <a:pt x="628" y="226"/>
                </a:lnTo>
                <a:lnTo>
                  <a:pt x="628" y="227"/>
                </a:lnTo>
                <a:lnTo>
                  <a:pt x="629" y="227"/>
                </a:lnTo>
                <a:lnTo>
                  <a:pt x="629" y="228"/>
                </a:lnTo>
                <a:lnTo>
                  <a:pt x="630" y="229"/>
                </a:lnTo>
                <a:lnTo>
                  <a:pt x="630" y="230"/>
                </a:lnTo>
                <a:lnTo>
                  <a:pt x="631" y="231"/>
                </a:lnTo>
                <a:lnTo>
                  <a:pt x="632" y="232"/>
                </a:lnTo>
                <a:lnTo>
                  <a:pt x="633" y="233"/>
                </a:lnTo>
                <a:lnTo>
                  <a:pt x="633" y="234"/>
                </a:lnTo>
                <a:lnTo>
                  <a:pt x="634" y="236"/>
                </a:lnTo>
                <a:lnTo>
                  <a:pt x="634" y="237"/>
                </a:lnTo>
                <a:lnTo>
                  <a:pt x="635" y="238"/>
                </a:lnTo>
                <a:lnTo>
                  <a:pt x="636" y="240"/>
                </a:lnTo>
                <a:lnTo>
                  <a:pt x="637" y="241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4" name="Freeform 335"/>
          <p:cNvSpPr>
            <a:spLocks/>
          </p:cNvSpPr>
          <p:nvPr/>
        </p:nvSpPr>
        <p:spPr bwMode="auto">
          <a:xfrm>
            <a:off x="6529494" y="6554330"/>
            <a:ext cx="539610" cy="203200"/>
          </a:xfrm>
          <a:custGeom>
            <a:avLst/>
            <a:gdLst>
              <a:gd name="T0" fmla="*/ 2147483646 w 637"/>
              <a:gd name="T1" fmla="*/ 2147483646 h 241"/>
              <a:gd name="T2" fmla="*/ 2147483646 w 637"/>
              <a:gd name="T3" fmla="*/ 2147483646 h 241"/>
              <a:gd name="T4" fmla="*/ 2147483646 w 637"/>
              <a:gd name="T5" fmla="*/ 2147483646 h 241"/>
              <a:gd name="T6" fmla="*/ 2147483646 w 637"/>
              <a:gd name="T7" fmla="*/ 2147483646 h 241"/>
              <a:gd name="T8" fmla="*/ 2147483646 w 637"/>
              <a:gd name="T9" fmla="*/ 2147483646 h 241"/>
              <a:gd name="T10" fmla="*/ 2147483646 w 637"/>
              <a:gd name="T11" fmla="*/ 2147483646 h 241"/>
              <a:gd name="T12" fmla="*/ 2147483646 w 637"/>
              <a:gd name="T13" fmla="*/ 2147483646 h 241"/>
              <a:gd name="T14" fmla="*/ 2147483646 w 637"/>
              <a:gd name="T15" fmla="*/ 2147483646 h 241"/>
              <a:gd name="T16" fmla="*/ 2147483646 w 637"/>
              <a:gd name="T17" fmla="*/ 2147483646 h 241"/>
              <a:gd name="T18" fmla="*/ 2147483646 w 637"/>
              <a:gd name="T19" fmla="*/ 2147483646 h 241"/>
              <a:gd name="T20" fmla="*/ 2147483646 w 637"/>
              <a:gd name="T21" fmla="*/ 2147483646 h 241"/>
              <a:gd name="T22" fmla="*/ 2147483646 w 637"/>
              <a:gd name="T23" fmla="*/ 2147483646 h 241"/>
              <a:gd name="T24" fmla="*/ 2147483646 w 637"/>
              <a:gd name="T25" fmla="*/ 2147483646 h 241"/>
              <a:gd name="T26" fmla="*/ 2147483646 w 637"/>
              <a:gd name="T27" fmla="*/ 2147483646 h 241"/>
              <a:gd name="T28" fmla="*/ 2147483646 w 637"/>
              <a:gd name="T29" fmla="*/ 2147483646 h 241"/>
              <a:gd name="T30" fmla="*/ 2147483646 w 637"/>
              <a:gd name="T31" fmla="*/ 2147483646 h 241"/>
              <a:gd name="T32" fmla="*/ 2147483646 w 637"/>
              <a:gd name="T33" fmla="*/ 2147483646 h 241"/>
              <a:gd name="T34" fmla="*/ 2147483646 w 637"/>
              <a:gd name="T35" fmla="*/ 2147483646 h 241"/>
              <a:gd name="T36" fmla="*/ 2147483646 w 637"/>
              <a:gd name="T37" fmla="*/ 2147483646 h 241"/>
              <a:gd name="T38" fmla="*/ 2147483646 w 637"/>
              <a:gd name="T39" fmla="*/ 2147483646 h 241"/>
              <a:gd name="T40" fmla="*/ 2147483646 w 637"/>
              <a:gd name="T41" fmla="*/ 2147483646 h 241"/>
              <a:gd name="T42" fmla="*/ 2147483646 w 637"/>
              <a:gd name="T43" fmla="*/ 2147483646 h 241"/>
              <a:gd name="T44" fmla="*/ 2147483646 w 637"/>
              <a:gd name="T45" fmla="*/ 2147483646 h 241"/>
              <a:gd name="T46" fmla="*/ 2147483646 w 637"/>
              <a:gd name="T47" fmla="*/ 2147483646 h 241"/>
              <a:gd name="T48" fmla="*/ 2147483646 w 637"/>
              <a:gd name="T49" fmla="*/ 2147483646 h 241"/>
              <a:gd name="T50" fmla="*/ 2147483646 w 637"/>
              <a:gd name="T51" fmla="*/ 2147483646 h 241"/>
              <a:gd name="T52" fmla="*/ 2147483646 w 637"/>
              <a:gd name="T53" fmla="*/ 2147483646 h 241"/>
              <a:gd name="T54" fmla="*/ 2147483646 w 637"/>
              <a:gd name="T55" fmla="*/ 2147483646 h 241"/>
              <a:gd name="T56" fmla="*/ 2147483646 w 637"/>
              <a:gd name="T57" fmla="*/ 2147483646 h 241"/>
              <a:gd name="T58" fmla="*/ 2147483646 w 637"/>
              <a:gd name="T59" fmla="*/ 2147483646 h 241"/>
              <a:gd name="T60" fmla="*/ 2147483646 w 637"/>
              <a:gd name="T61" fmla="*/ 2147483646 h 241"/>
              <a:gd name="T62" fmla="*/ 2147483646 w 637"/>
              <a:gd name="T63" fmla="*/ 2147483646 h 241"/>
              <a:gd name="T64" fmla="*/ 2147483646 w 637"/>
              <a:gd name="T65" fmla="*/ 2147483646 h 241"/>
              <a:gd name="T66" fmla="*/ 2147483646 w 637"/>
              <a:gd name="T67" fmla="*/ 2147483646 h 241"/>
              <a:gd name="T68" fmla="*/ 2147483646 w 637"/>
              <a:gd name="T69" fmla="*/ 2147483646 h 241"/>
              <a:gd name="T70" fmla="*/ 2147483646 w 637"/>
              <a:gd name="T71" fmla="*/ 2147483646 h 241"/>
              <a:gd name="T72" fmla="*/ 2147483646 w 637"/>
              <a:gd name="T73" fmla="*/ 2147483646 h 241"/>
              <a:gd name="T74" fmla="*/ 2147483646 w 637"/>
              <a:gd name="T75" fmla="*/ 2147483646 h 241"/>
              <a:gd name="T76" fmla="*/ 2147483646 w 637"/>
              <a:gd name="T77" fmla="*/ 2147483646 h 241"/>
              <a:gd name="T78" fmla="*/ 2147483646 w 637"/>
              <a:gd name="T79" fmla="*/ 2147483646 h 241"/>
              <a:gd name="T80" fmla="*/ 2147483646 w 637"/>
              <a:gd name="T81" fmla="*/ 2147483646 h 241"/>
              <a:gd name="T82" fmla="*/ 2147483646 w 637"/>
              <a:gd name="T83" fmla="*/ 2147483646 h 241"/>
              <a:gd name="T84" fmla="*/ 2147483646 w 637"/>
              <a:gd name="T85" fmla="*/ 2147483646 h 241"/>
              <a:gd name="T86" fmla="*/ 2147483646 w 637"/>
              <a:gd name="T87" fmla="*/ 2147483646 h 241"/>
              <a:gd name="T88" fmla="*/ 2147483646 w 637"/>
              <a:gd name="T89" fmla="*/ 2147483646 h 241"/>
              <a:gd name="T90" fmla="*/ 2147483646 w 637"/>
              <a:gd name="T91" fmla="*/ 2147483646 h 241"/>
              <a:gd name="T92" fmla="*/ 2147483646 w 637"/>
              <a:gd name="T93" fmla="*/ 2147483646 h 241"/>
              <a:gd name="T94" fmla="*/ 2147483646 w 637"/>
              <a:gd name="T95" fmla="*/ 2147483646 h 241"/>
              <a:gd name="T96" fmla="*/ 2147483646 w 637"/>
              <a:gd name="T97" fmla="*/ 2147483646 h 241"/>
              <a:gd name="T98" fmla="*/ 2147483646 w 637"/>
              <a:gd name="T99" fmla="*/ 2147483646 h 241"/>
              <a:gd name="T100" fmla="*/ 2147483646 w 637"/>
              <a:gd name="T101" fmla="*/ 2147483646 h 241"/>
              <a:gd name="T102" fmla="*/ 2147483646 w 637"/>
              <a:gd name="T103" fmla="*/ 2147483646 h 241"/>
              <a:gd name="T104" fmla="*/ 2147483646 w 637"/>
              <a:gd name="T105" fmla="*/ 2147483646 h 241"/>
              <a:gd name="T106" fmla="*/ 2147483646 w 637"/>
              <a:gd name="T107" fmla="*/ 2147483646 h 241"/>
              <a:gd name="T108" fmla="*/ 2147483646 w 637"/>
              <a:gd name="T109" fmla="*/ 2147483646 h 241"/>
              <a:gd name="T110" fmla="*/ 2147483646 w 637"/>
              <a:gd name="T111" fmla="*/ 2147483646 h 241"/>
              <a:gd name="T112" fmla="*/ 2147483646 w 637"/>
              <a:gd name="T113" fmla="*/ 2147483646 h 241"/>
              <a:gd name="T114" fmla="*/ 2147483646 w 637"/>
              <a:gd name="T115" fmla="*/ 2147483646 h 241"/>
              <a:gd name="T116" fmla="*/ 2147483646 w 637"/>
              <a:gd name="T117" fmla="*/ 2147483646 h 241"/>
              <a:gd name="T118" fmla="*/ 2147483646 w 637"/>
              <a:gd name="T119" fmla="*/ 2147483646 h 241"/>
              <a:gd name="T120" fmla="*/ 2147483646 w 637"/>
              <a:gd name="T121" fmla="*/ 625250642 h 2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637" h="241">
                <a:moveTo>
                  <a:pt x="0" y="241"/>
                </a:moveTo>
                <a:lnTo>
                  <a:pt x="25" y="241"/>
                </a:lnTo>
                <a:lnTo>
                  <a:pt x="48" y="241"/>
                </a:lnTo>
                <a:lnTo>
                  <a:pt x="70" y="241"/>
                </a:lnTo>
                <a:lnTo>
                  <a:pt x="89" y="241"/>
                </a:lnTo>
                <a:lnTo>
                  <a:pt x="108" y="241"/>
                </a:lnTo>
                <a:lnTo>
                  <a:pt x="125" y="241"/>
                </a:lnTo>
                <a:lnTo>
                  <a:pt x="141" y="241"/>
                </a:lnTo>
                <a:lnTo>
                  <a:pt x="156" y="241"/>
                </a:lnTo>
                <a:lnTo>
                  <a:pt x="170" y="241"/>
                </a:lnTo>
                <a:lnTo>
                  <a:pt x="181" y="241"/>
                </a:lnTo>
                <a:lnTo>
                  <a:pt x="193" y="241"/>
                </a:lnTo>
                <a:lnTo>
                  <a:pt x="204" y="241"/>
                </a:lnTo>
                <a:lnTo>
                  <a:pt x="213" y="241"/>
                </a:lnTo>
                <a:lnTo>
                  <a:pt x="222" y="241"/>
                </a:lnTo>
                <a:lnTo>
                  <a:pt x="230" y="241"/>
                </a:lnTo>
                <a:lnTo>
                  <a:pt x="237" y="241"/>
                </a:lnTo>
                <a:lnTo>
                  <a:pt x="243" y="241"/>
                </a:lnTo>
                <a:lnTo>
                  <a:pt x="250" y="241"/>
                </a:lnTo>
                <a:lnTo>
                  <a:pt x="254" y="241"/>
                </a:lnTo>
                <a:lnTo>
                  <a:pt x="259" y="241"/>
                </a:lnTo>
                <a:lnTo>
                  <a:pt x="262" y="241"/>
                </a:lnTo>
                <a:lnTo>
                  <a:pt x="267" y="241"/>
                </a:lnTo>
                <a:lnTo>
                  <a:pt x="270" y="241"/>
                </a:lnTo>
                <a:lnTo>
                  <a:pt x="272" y="241"/>
                </a:lnTo>
                <a:lnTo>
                  <a:pt x="275" y="241"/>
                </a:lnTo>
                <a:lnTo>
                  <a:pt x="277" y="241"/>
                </a:lnTo>
                <a:lnTo>
                  <a:pt x="278" y="241"/>
                </a:lnTo>
                <a:lnTo>
                  <a:pt x="280" y="240"/>
                </a:lnTo>
                <a:lnTo>
                  <a:pt x="283" y="240"/>
                </a:lnTo>
                <a:lnTo>
                  <a:pt x="284" y="240"/>
                </a:lnTo>
                <a:lnTo>
                  <a:pt x="286" y="240"/>
                </a:lnTo>
                <a:lnTo>
                  <a:pt x="288" y="240"/>
                </a:lnTo>
                <a:lnTo>
                  <a:pt x="289" y="240"/>
                </a:lnTo>
                <a:lnTo>
                  <a:pt x="291" y="240"/>
                </a:lnTo>
                <a:lnTo>
                  <a:pt x="292" y="240"/>
                </a:lnTo>
                <a:lnTo>
                  <a:pt x="294" y="240"/>
                </a:lnTo>
                <a:lnTo>
                  <a:pt x="295" y="240"/>
                </a:lnTo>
                <a:lnTo>
                  <a:pt x="296" y="240"/>
                </a:lnTo>
                <a:lnTo>
                  <a:pt x="297" y="238"/>
                </a:lnTo>
                <a:lnTo>
                  <a:pt x="298" y="238"/>
                </a:lnTo>
                <a:lnTo>
                  <a:pt x="300" y="238"/>
                </a:lnTo>
                <a:lnTo>
                  <a:pt x="301" y="238"/>
                </a:lnTo>
                <a:lnTo>
                  <a:pt x="302" y="238"/>
                </a:lnTo>
                <a:lnTo>
                  <a:pt x="303" y="238"/>
                </a:lnTo>
                <a:lnTo>
                  <a:pt x="304" y="238"/>
                </a:lnTo>
                <a:lnTo>
                  <a:pt x="305" y="238"/>
                </a:lnTo>
                <a:lnTo>
                  <a:pt x="306" y="238"/>
                </a:lnTo>
                <a:lnTo>
                  <a:pt x="307" y="238"/>
                </a:lnTo>
                <a:lnTo>
                  <a:pt x="308" y="238"/>
                </a:lnTo>
                <a:lnTo>
                  <a:pt x="309" y="237"/>
                </a:lnTo>
                <a:lnTo>
                  <a:pt x="310" y="237"/>
                </a:lnTo>
                <a:lnTo>
                  <a:pt x="311" y="237"/>
                </a:lnTo>
                <a:lnTo>
                  <a:pt x="312" y="237"/>
                </a:lnTo>
                <a:lnTo>
                  <a:pt x="313" y="237"/>
                </a:lnTo>
                <a:lnTo>
                  <a:pt x="314" y="237"/>
                </a:lnTo>
                <a:lnTo>
                  <a:pt x="316" y="237"/>
                </a:lnTo>
                <a:lnTo>
                  <a:pt x="317" y="237"/>
                </a:lnTo>
                <a:lnTo>
                  <a:pt x="318" y="236"/>
                </a:lnTo>
                <a:lnTo>
                  <a:pt x="319" y="236"/>
                </a:lnTo>
                <a:lnTo>
                  <a:pt x="321" y="236"/>
                </a:lnTo>
                <a:lnTo>
                  <a:pt x="322" y="236"/>
                </a:lnTo>
                <a:lnTo>
                  <a:pt x="324" y="236"/>
                </a:lnTo>
                <a:lnTo>
                  <a:pt x="325" y="235"/>
                </a:lnTo>
                <a:lnTo>
                  <a:pt x="327" y="235"/>
                </a:lnTo>
                <a:lnTo>
                  <a:pt x="328" y="235"/>
                </a:lnTo>
                <a:lnTo>
                  <a:pt x="330" y="235"/>
                </a:lnTo>
                <a:lnTo>
                  <a:pt x="331" y="235"/>
                </a:lnTo>
                <a:lnTo>
                  <a:pt x="333" y="235"/>
                </a:lnTo>
                <a:lnTo>
                  <a:pt x="334" y="234"/>
                </a:lnTo>
                <a:lnTo>
                  <a:pt x="336" y="234"/>
                </a:lnTo>
                <a:lnTo>
                  <a:pt x="337" y="234"/>
                </a:lnTo>
                <a:lnTo>
                  <a:pt x="338" y="234"/>
                </a:lnTo>
                <a:lnTo>
                  <a:pt x="339" y="234"/>
                </a:lnTo>
                <a:lnTo>
                  <a:pt x="340" y="234"/>
                </a:lnTo>
                <a:lnTo>
                  <a:pt x="340" y="233"/>
                </a:lnTo>
                <a:lnTo>
                  <a:pt x="341" y="233"/>
                </a:lnTo>
                <a:lnTo>
                  <a:pt x="342" y="233"/>
                </a:lnTo>
                <a:lnTo>
                  <a:pt x="343" y="233"/>
                </a:lnTo>
                <a:lnTo>
                  <a:pt x="344" y="233"/>
                </a:lnTo>
                <a:lnTo>
                  <a:pt x="345" y="232"/>
                </a:lnTo>
                <a:lnTo>
                  <a:pt x="346" y="232"/>
                </a:lnTo>
                <a:lnTo>
                  <a:pt x="347" y="232"/>
                </a:lnTo>
                <a:lnTo>
                  <a:pt x="349" y="232"/>
                </a:lnTo>
                <a:lnTo>
                  <a:pt x="350" y="232"/>
                </a:lnTo>
                <a:lnTo>
                  <a:pt x="351" y="231"/>
                </a:lnTo>
                <a:lnTo>
                  <a:pt x="352" y="231"/>
                </a:lnTo>
                <a:lnTo>
                  <a:pt x="353" y="231"/>
                </a:lnTo>
                <a:lnTo>
                  <a:pt x="354" y="230"/>
                </a:lnTo>
                <a:lnTo>
                  <a:pt x="355" y="230"/>
                </a:lnTo>
                <a:lnTo>
                  <a:pt x="357" y="230"/>
                </a:lnTo>
                <a:lnTo>
                  <a:pt x="358" y="229"/>
                </a:lnTo>
                <a:lnTo>
                  <a:pt x="360" y="229"/>
                </a:lnTo>
                <a:lnTo>
                  <a:pt x="361" y="228"/>
                </a:lnTo>
                <a:lnTo>
                  <a:pt x="363" y="228"/>
                </a:lnTo>
                <a:lnTo>
                  <a:pt x="366" y="227"/>
                </a:lnTo>
                <a:lnTo>
                  <a:pt x="368" y="227"/>
                </a:lnTo>
                <a:lnTo>
                  <a:pt x="369" y="226"/>
                </a:lnTo>
                <a:lnTo>
                  <a:pt x="371" y="226"/>
                </a:lnTo>
                <a:lnTo>
                  <a:pt x="372" y="225"/>
                </a:lnTo>
                <a:lnTo>
                  <a:pt x="374" y="225"/>
                </a:lnTo>
                <a:lnTo>
                  <a:pt x="375" y="224"/>
                </a:lnTo>
                <a:lnTo>
                  <a:pt x="376" y="224"/>
                </a:lnTo>
                <a:lnTo>
                  <a:pt x="378" y="224"/>
                </a:lnTo>
                <a:lnTo>
                  <a:pt x="379" y="222"/>
                </a:lnTo>
                <a:lnTo>
                  <a:pt x="380" y="222"/>
                </a:lnTo>
                <a:lnTo>
                  <a:pt x="382" y="222"/>
                </a:lnTo>
                <a:lnTo>
                  <a:pt x="383" y="221"/>
                </a:lnTo>
                <a:lnTo>
                  <a:pt x="384" y="221"/>
                </a:lnTo>
                <a:lnTo>
                  <a:pt x="385" y="221"/>
                </a:lnTo>
                <a:lnTo>
                  <a:pt x="385" y="220"/>
                </a:lnTo>
                <a:lnTo>
                  <a:pt x="386" y="220"/>
                </a:lnTo>
                <a:lnTo>
                  <a:pt x="387" y="220"/>
                </a:lnTo>
                <a:lnTo>
                  <a:pt x="388" y="219"/>
                </a:lnTo>
                <a:lnTo>
                  <a:pt x="389" y="219"/>
                </a:lnTo>
                <a:lnTo>
                  <a:pt x="390" y="219"/>
                </a:lnTo>
                <a:lnTo>
                  <a:pt x="391" y="218"/>
                </a:lnTo>
                <a:lnTo>
                  <a:pt x="392" y="218"/>
                </a:lnTo>
                <a:lnTo>
                  <a:pt x="393" y="217"/>
                </a:lnTo>
                <a:lnTo>
                  <a:pt x="394" y="217"/>
                </a:lnTo>
                <a:lnTo>
                  <a:pt x="395" y="216"/>
                </a:lnTo>
                <a:lnTo>
                  <a:pt x="396" y="216"/>
                </a:lnTo>
                <a:lnTo>
                  <a:pt x="398" y="215"/>
                </a:lnTo>
                <a:lnTo>
                  <a:pt x="399" y="215"/>
                </a:lnTo>
                <a:lnTo>
                  <a:pt x="401" y="214"/>
                </a:lnTo>
                <a:lnTo>
                  <a:pt x="402" y="213"/>
                </a:lnTo>
                <a:lnTo>
                  <a:pt x="404" y="213"/>
                </a:lnTo>
                <a:lnTo>
                  <a:pt x="405" y="212"/>
                </a:lnTo>
                <a:lnTo>
                  <a:pt x="407" y="211"/>
                </a:lnTo>
                <a:lnTo>
                  <a:pt x="408" y="210"/>
                </a:lnTo>
                <a:lnTo>
                  <a:pt x="410" y="210"/>
                </a:lnTo>
                <a:lnTo>
                  <a:pt x="411" y="209"/>
                </a:lnTo>
                <a:lnTo>
                  <a:pt x="412" y="209"/>
                </a:lnTo>
                <a:lnTo>
                  <a:pt x="413" y="208"/>
                </a:lnTo>
                <a:lnTo>
                  <a:pt x="416" y="207"/>
                </a:lnTo>
                <a:lnTo>
                  <a:pt x="417" y="207"/>
                </a:lnTo>
                <a:lnTo>
                  <a:pt x="418" y="205"/>
                </a:lnTo>
                <a:lnTo>
                  <a:pt x="419" y="205"/>
                </a:lnTo>
                <a:lnTo>
                  <a:pt x="420" y="204"/>
                </a:lnTo>
                <a:lnTo>
                  <a:pt x="421" y="204"/>
                </a:lnTo>
                <a:lnTo>
                  <a:pt x="422" y="203"/>
                </a:lnTo>
                <a:lnTo>
                  <a:pt x="423" y="203"/>
                </a:lnTo>
                <a:lnTo>
                  <a:pt x="424" y="202"/>
                </a:lnTo>
                <a:lnTo>
                  <a:pt x="425" y="202"/>
                </a:lnTo>
                <a:lnTo>
                  <a:pt x="426" y="201"/>
                </a:lnTo>
                <a:lnTo>
                  <a:pt x="427" y="201"/>
                </a:lnTo>
                <a:lnTo>
                  <a:pt x="428" y="200"/>
                </a:lnTo>
                <a:lnTo>
                  <a:pt x="429" y="200"/>
                </a:lnTo>
                <a:lnTo>
                  <a:pt x="431" y="199"/>
                </a:lnTo>
                <a:lnTo>
                  <a:pt x="432" y="199"/>
                </a:lnTo>
                <a:lnTo>
                  <a:pt x="433" y="198"/>
                </a:lnTo>
                <a:lnTo>
                  <a:pt x="434" y="198"/>
                </a:lnTo>
                <a:lnTo>
                  <a:pt x="435" y="197"/>
                </a:lnTo>
                <a:lnTo>
                  <a:pt x="436" y="196"/>
                </a:lnTo>
                <a:lnTo>
                  <a:pt x="438" y="196"/>
                </a:lnTo>
                <a:lnTo>
                  <a:pt x="439" y="195"/>
                </a:lnTo>
                <a:lnTo>
                  <a:pt x="440" y="194"/>
                </a:lnTo>
                <a:lnTo>
                  <a:pt x="442" y="194"/>
                </a:lnTo>
                <a:lnTo>
                  <a:pt x="443" y="193"/>
                </a:lnTo>
                <a:lnTo>
                  <a:pt x="444" y="192"/>
                </a:lnTo>
                <a:lnTo>
                  <a:pt x="445" y="192"/>
                </a:lnTo>
                <a:lnTo>
                  <a:pt x="448" y="191"/>
                </a:lnTo>
                <a:lnTo>
                  <a:pt x="449" y="189"/>
                </a:lnTo>
                <a:lnTo>
                  <a:pt x="450" y="189"/>
                </a:lnTo>
                <a:lnTo>
                  <a:pt x="451" y="188"/>
                </a:lnTo>
                <a:lnTo>
                  <a:pt x="452" y="187"/>
                </a:lnTo>
                <a:lnTo>
                  <a:pt x="453" y="187"/>
                </a:lnTo>
                <a:lnTo>
                  <a:pt x="454" y="187"/>
                </a:lnTo>
                <a:lnTo>
                  <a:pt x="454" y="186"/>
                </a:lnTo>
                <a:lnTo>
                  <a:pt x="455" y="186"/>
                </a:lnTo>
                <a:lnTo>
                  <a:pt x="456" y="185"/>
                </a:lnTo>
                <a:lnTo>
                  <a:pt x="457" y="185"/>
                </a:lnTo>
                <a:lnTo>
                  <a:pt x="458" y="184"/>
                </a:lnTo>
                <a:lnTo>
                  <a:pt x="459" y="183"/>
                </a:lnTo>
                <a:lnTo>
                  <a:pt x="460" y="183"/>
                </a:lnTo>
                <a:lnTo>
                  <a:pt x="461" y="183"/>
                </a:lnTo>
                <a:lnTo>
                  <a:pt x="461" y="182"/>
                </a:lnTo>
                <a:lnTo>
                  <a:pt x="462" y="182"/>
                </a:lnTo>
                <a:lnTo>
                  <a:pt x="464" y="181"/>
                </a:lnTo>
                <a:lnTo>
                  <a:pt x="465" y="181"/>
                </a:lnTo>
                <a:lnTo>
                  <a:pt x="465" y="180"/>
                </a:lnTo>
                <a:lnTo>
                  <a:pt x="466" y="180"/>
                </a:lnTo>
                <a:lnTo>
                  <a:pt x="467" y="179"/>
                </a:lnTo>
                <a:lnTo>
                  <a:pt x="468" y="178"/>
                </a:lnTo>
                <a:lnTo>
                  <a:pt x="469" y="178"/>
                </a:lnTo>
                <a:lnTo>
                  <a:pt x="470" y="177"/>
                </a:lnTo>
                <a:lnTo>
                  <a:pt x="472" y="176"/>
                </a:lnTo>
                <a:lnTo>
                  <a:pt x="473" y="176"/>
                </a:lnTo>
                <a:lnTo>
                  <a:pt x="474" y="175"/>
                </a:lnTo>
                <a:lnTo>
                  <a:pt x="475" y="175"/>
                </a:lnTo>
                <a:lnTo>
                  <a:pt x="475" y="174"/>
                </a:lnTo>
                <a:lnTo>
                  <a:pt x="476" y="174"/>
                </a:lnTo>
                <a:lnTo>
                  <a:pt x="477" y="172"/>
                </a:lnTo>
                <a:lnTo>
                  <a:pt x="478" y="172"/>
                </a:lnTo>
                <a:lnTo>
                  <a:pt x="478" y="171"/>
                </a:lnTo>
                <a:lnTo>
                  <a:pt x="480" y="171"/>
                </a:lnTo>
                <a:lnTo>
                  <a:pt x="481" y="170"/>
                </a:lnTo>
                <a:lnTo>
                  <a:pt x="482" y="170"/>
                </a:lnTo>
                <a:lnTo>
                  <a:pt x="482" y="169"/>
                </a:lnTo>
                <a:lnTo>
                  <a:pt x="483" y="169"/>
                </a:lnTo>
                <a:lnTo>
                  <a:pt x="484" y="168"/>
                </a:lnTo>
                <a:lnTo>
                  <a:pt x="485" y="168"/>
                </a:lnTo>
                <a:lnTo>
                  <a:pt x="485" y="167"/>
                </a:lnTo>
                <a:lnTo>
                  <a:pt x="486" y="167"/>
                </a:lnTo>
                <a:lnTo>
                  <a:pt x="487" y="166"/>
                </a:lnTo>
                <a:lnTo>
                  <a:pt x="488" y="165"/>
                </a:lnTo>
                <a:lnTo>
                  <a:pt x="489" y="165"/>
                </a:lnTo>
                <a:lnTo>
                  <a:pt x="490" y="164"/>
                </a:lnTo>
                <a:lnTo>
                  <a:pt x="491" y="163"/>
                </a:lnTo>
                <a:lnTo>
                  <a:pt x="492" y="162"/>
                </a:lnTo>
                <a:lnTo>
                  <a:pt x="493" y="162"/>
                </a:lnTo>
                <a:lnTo>
                  <a:pt x="493" y="161"/>
                </a:lnTo>
                <a:lnTo>
                  <a:pt x="494" y="161"/>
                </a:lnTo>
                <a:lnTo>
                  <a:pt x="495" y="160"/>
                </a:lnTo>
                <a:lnTo>
                  <a:pt x="497" y="160"/>
                </a:lnTo>
                <a:lnTo>
                  <a:pt x="497" y="159"/>
                </a:lnTo>
                <a:lnTo>
                  <a:pt x="498" y="159"/>
                </a:lnTo>
                <a:lnTo>
                  <a:pt x="498" y="158"/>
                </a:lnTo>
                <a:lnTo>
                  <a:pt x="499" y="158"/>
                </a:lnTo>
                <a:lnTo>
                  <a:pt x="500" y="156"/>
                </a:lnTo>
                <a:lnTo>
                  <a:pt x="501" y="156"/>
                </a:lnTo>
                <a:lnTo>
                  <a:pt x="501" y="155"/>
                </a:lnTo>
                <a:lnTo>
                  <a:pt x="502" y="155"/>
                </a:lnTo>
                <a:lnTo>
                  <a:pt x="503" y="154"/>
                </a:lnTo>
                <a:lnTo>
                  <a:pt x="504" y="154"/>
                </a:lnTo>
                <a:lnTo>
                  <a:pt x="504" y="153"/>
                </a:lnTo>
                <a:lnTo>
                  <a:pt x="505" y="153"/>
                </a:lnTo>
                <a:lnTo>
                  <a:pt x="505" y="152"/>
                </a:lnTo>
                <a:lnTo>
                  <a:pt x="506" y="152"/>
                </a:lnTo>
                <a:lnTo>
                  <a:pt x="507" y="152"/>
                </a:lnTo>
                <a:lnTo>
                  <a:pt x="507" y="151"/>
                </a:lnTo>
                <a:lnTo>
                  <a:pt x="508" y="151"/>
                </a:lnTo>
                <a:lnTo>
                  <a:pt x="508" y="150"/>
                </a:lnTo>
                <a:lnTo>
                  <a:pt x="509" y="150"/>
                </a:lnTo>
                <a:lnTo>
                  <a:pt x="510" y="150"/>
                </a:lnTo>
                <a:lnTo>
                  <a:pt x="511" y="149"/>
                </a:lnTo>
                <a:lnTo>
                  <a:pt x="513" y="148"/>
                </a:lnTo>
                <a:lnTo>
                  <a:pt x="514" y="147"/>
                </a:lnTo>
                <a:lnTo>
                  <a:pt x="515" y="147"/>
                </a:lnTo>
                <a:lnTo>
                  <a:pt x="516" y="146"/>
                </a:lnTo>
                <a:lnTo>
                  <a:pt x="517" y="146"/>
                </a:lnTo>
                <a:lnTo>
                  <a:pt x="518" y="145"/>
                </a:lnTo>
                <a:lnTo>
                  <a:pt x="519" y="144"/>
                </a:lnTo>
                <a:lnTo>
                  <a:pt x="520" y="144"/>
                </a:lnTo>
                <a:lnTo>
                  <a:pt x="521" y="143"/>
                </a:lnTo>
                <a:lnTo>
                  <a:pt x="522" y="142"/>
                </a:lnTo>
                <a:lnTo>
                  <a:pt x="523" y="142"/>
                </a:lnTo>
                <a:lnTo>
                  <a:pt x="523" y="140"/>
                </a:lnTo>
                <a:lnTo>
                  <a:pt x="524" y="140"/>
                </a:lnTo>
                <a:lnTo>
                  <a:pt x="524" y="139"/>
                </a:lnTo>
                <a:lnTo>
                  <a:pt x="525" y="139"/>
                </a:lnTo>
                <a:lnTo>
                  <a:pt x="525" y="138"/>
                </a:lnTo>
                <a:lnTo>
                  <a:pt x="526" y="138"/>
                </a:lnTo>
                <a:lnTo>
                  <a:pt x="527" y="137"/>
                </a:lnTo>
                <a:lnTo>
                  <a:pt x="527" y="136"/>
                </a:lnTo>
                <a:lnTo>
                  <a:pt x="528" y="136"/>
                </a:lnTo>
                <a:lnTo>
                  <a:pt x="528" y="135"/>
                </a:lnTo>
                <a:lnTo>
                  <a:pt x="530" y="135"/>
                </a:lnTo>
                <a:lnTo>
                  <a:pt x="531" y="134"/>
                </a:lnTo>
                <a:lnTo>
                  <a:pt x="532" y="133"/>
                </a:lnTo>
                <a:lnTo>
                  <a:pt x="532" y="132"/>
                </a:lnTo>
                <a:lnTo>
                  <a:pt x="533" y="131"/>
                </a:lnTo>
                <a:lnTo>
                  <a:pt x="534" y="130"/>
                </a:lnTo>
                <a:lnTo>
                  <a:pt x="535" y="129"/>
                </a:lnTo>
                <a:lnTo>
                  <a:pt x="536" y="129"/>
                </a:lnTo>
                <a:lnTo>
                  <a:pt x="537" y="128"/>
                </a:lnTo>
                <a:lnTo>
                  <a:pt x="538" y="127"/>
                </a:lnTo>
                <a:lnTo>
                  <a:pt x="539" y="126"/>
                </a:lnTo>
                <a:lnTo>
                  <a:pt x="539" y="125"/>
                </a:lnTo>
                <a:lnTo>
                  <a:pt x="540" y="123"/>
                </a:lnTo>
                <a:lnTo>
                  <a:pt x="541" y="123"/>
                </a:lnTo>
                <a:lnTo>
                  <a:pt x="541" y="122"/>
                </a:lnTo>
                <a:lnTo>
                  <a:pt x="542" y="122"/>
                </a:lnTo>
                <a:lnTo>
                  <a:pt x="543" y="121"/>
                </a:lnTo>
                <a:lnTo>
                  <a:pt x="543" y="120"/>
                </a:lnTo>
                <a:lnTo>
                  <a:pt x="544" y="120"/>
                </a:lnTo>
                <a:lnTo>
                  <a:pt x="544" y="119"/>
                </a:lnTo>
                <a:lnTo>
                  <a:pt x="546" y="119"/>
                </a:lnTo>
                <a:lnTo>
                  <a:pt x="546" y="118"/>
                </a:lnTo>
                <a:lnTo>
                  <a:pt x="547" y="117"/>
                </a:lnTo>
                <a:lnTo>
                  <a:pt x="548" y="116"/>
                </a:lnTo>
                <a:lnTo>
                  <a:pt x="549" y="116"/>
                </a:lnTo>
                <a:lnTo>
                  <a:pt x="549" y="115"/>
                </a:lnTo>
                <a:lnTo>
                  <a:pt x="550" y="114"/>
                </a:lnTo>
                <a:lnTo>
                  <a:pt x="551" y="113"/>
                </a:lnTo>
                <a:lnTo>
                  <a:pt x="552" y="112"/>
                </a:lnTo>
                <a:lnTo>
                  <a:pt x="553" y="111"/>
                </a:lnTo>
                <a:lnTo>
                  <a:pt x="553" y="110"/>
                </a:lnTo>
                <a:lnTo>
                  <a:pt x="554" y="109"/>
                </a:lnTo>
                <a:lnTo>
                  <a:pt x="555" y="107"/>
                </a:lnTo>
                <a:lnTo>
                  <a:pt x="556" y="106"/>
                </a:lnTo>
                <a:lnTo>
                  <a:pt x="557" y="105"/>
                </a:lnTo>
                <a:lnTo>
                  <a:pt x="558" y="104"/>
                </a:lnTo>
                <a:lnTo>
                  <a:pt x="559" y="102"/>
                </a:lnTo>
                <a:lnTo>
                  <a:pt x="560" y="101"/>
                </a:lnTo>
                <a:lnTo>
                  <a:pt x="561" y="100"/>
                </a:lnTo>
                <a:lnTo>
                  <a:pt x="563" y="99"/>
                </a:lnTo>
                <a:lnTo>
                  <a:pt x="564" y="98"/>
                </a:lnTo>
                <a:lnTo>
                  <a:pt x="565" y="97"/>
                </a:lnTo>
                <a:lnTo>
                  <a:pt x="566" y="96"/>
                </a:lnTo>
                <a:lnTo>
                  <a:pt x="567" y="95"/>
                </a:lnTo>
                <a:lnTo>
                  <a:pt x="568" y="94"/>
                </a:lnTo>
                <a:lnTo>
                  <a:pt x="568" y="93"/>
                </a:lnTo>
                <a:lnTo>
                  <a:pt x="569" y="92"/>
                </a:lnTo>
                <a:lnTo>
                  <a:pt x="570" y="92"/>
                </a:lnTo>
                <a:lnTo>
                  <a:pt x="570" y="90"/>
                </a:lnTo>
                <a:lnTo>
                  <a:pt x="571" y="89"/>
                </a:lnTo>
                <a:lnTo>
                  <a:pt x="572" y="88"/>
                </a:lnTo>
                <a:lnTo>
                  <a:pt x="573" y="87"/>
                </a:lnTo>
                <a:lnTo>
                  <a:pt x="573" y="86"/>
                </a:lnTo>
                <a:lnTo>
                  <a:pt x="574" y="85"/>
                </a:lnTo>
                <a:lnTo>
                  <a:pt x="575" y="84"/>
                </a:lnTo>
                <a:lnTo>
                  <a:pt x="576" y="83"/>
                </a:lnTo>
                <a:lnTo>
                  <a:pt x="576" y="82"/>
                </a:lnTo>
                <a:lnTo>
                  <a:pt x="577" y="81"/>
                </a:lnTo>
                <a:lnTo>
                  <a:pt x="579" y="80"/>
                </a:lnTo>
                <a:lnTo>
                  <a:pt x="580" y="79"/>
                </a:lnTo>
                <a:lnTo>
                  <a:pt x="580" y="78"/>
                </a:lnTo>
                <a:lnTo>
                  <a:pt x="581" y="77"/>
                </a:lnTo>
                <a:lnTo>
                  <a:pt x="582" y="76"/>
                </a:lnTo>
                <a:lnTo>
                  <a:pt x="583" y="74"/>
                </a:lnTo>
                <a:lnTo>
                  <a:pt x="584" y="72"/>
                </a:lnTo>
                <a:lnTo>
                  <a:pt x="585" y="71"/>
                </a:lnTo>
                <a:lnTo>
                  <a:pt x="586" y="69"/>
                </a:lnTo>
                <a:lnTo>
                  <a:pt x="587" y="68"/>
                </a:lnTo>
                <a:lnTo>
                  <a:pt x="588" y="67"/>
                </a:lnTo>
                <a:lnTo>
                  <a:pt x="589" y="65"/>
                </a:lnTo>
                <a:lnTo>
                  <a:pt x="590" y="64"/>
                </a:lnTo>
                <a:lnTo>
                  <a:pt x="591" y="63"/>
                </a:lnTo>
                <a:lnTo>
                  <a:pt x="592" y="62"/>
                </a:lnTo>
                <a:lnTo>
                  <a:pt x="593" y="61"/>
                </a:lnTo>
                <a:lnTo>
                  <a:pt x="595" y="60"/>
                </a:lnTo>
                <a:lnTo>
                  <a:pt x="595" y="58"/>
                </a:lnTo>
                <a:lnTo>
                  <a:pt x="596" y="57"/>
                </a:lnTo>
                <a:lnTo>
                  <a:pt x="597" y="56"/>
                </a:lnTo>
                <a:lnTo>
                  <a:pt x="597" y="55"/>
                </a:lnTo>
                <a:lnTo>
                  <a:pt x="598" y="54"/>
                </a:lnTo>
                <a:lnTo>
                  <a:pt x="599" y="53"/>
                </a:lnTo>
                <a:lnTo>
                  <a:pt x="600" y="52"/>
                </a:lnTo>
                <a:lnTo>
                  <a:pt x="600" y="51"/>
                </a:lnTo>
                <a:lnTo>
                  <a:pt x="601" y="50"/>
                </a:lnTo>
                <a:lnTo>
                  <a:pt x="602" y="49"/>
                </a:lnTo>
                <a:lnTo>
                  <a:pt x="603" y="48"/>
                </a:lnTo>
                <a:lnTo>
                  <a:pt x="604" y="47"/>
                </a:lnTo>
                <a:lnTo>
                  <a:pt x="604" y="46"/>
                </a:lnTo>
                <a:lnTo>
                  <a:pt x="605" y="45"/>
                </a:lnTo>
                <a:lnTo>
                  <a:pt x="606" y="44"/>
                </a:lnTo>
                <a:lnTo>
                  <a:pt x="607" y="43"/>
                </a:lnTo>
                <a:lnTo>
                  <a:pt x="608" y="41"/>
                </a:lnTo>
                <a:lnTo>
                  <a:pt x="609" y="39"/>
                </a:lnTo>
                <a:lnTo>
                  <a:pt x="610" y="38"/>
                </a:lnTo>
                <a:lnTo>
                  <a:pt x="612" y="37"/>
                </a:lnTo>
                <a:lnTo>
                  <a:pt x="613" y="35"/>
                </a:lnTo>
                <a:lnTo>
                  <a:pt x="614" y="34"/>
                </a:lnTo>
                <a:lnTo>
                  <a:pt x="615" y="32"/>
                </a:lnTo>
                <a:lnTo>
                  <a:pt x="616" y="31"/>
                </a:lnTo>
                <a:lnTo>
                  <a:pt x="617" y="29"/>
                </a:lnTo>
                <a:lnTo>
                  <a:pt x="618" y="28"/>
                </a:lnTo>
                <a:lnTo>
                  <a:pt x="619" y="27"/>
                </a:lnTo>
                <a:lnTo>
                  <a:pt x="620" y="25"/>
                </a:lnTo>
                <a:lnTo>
                  <a:pt x="621" y="24"/>
                </a:lnTo>
                <a:lnTo>
                  <a:pt x="622" y="23"/>
                </a:lnTo>
                <a:lnTo>
                  <a:pt x="622" y="22"/>
                </a:lnTo>
                <a:lnTo>
                  <a:pt x="623" y="21"/>
                </a:lnTo>
                <a:lnTo>
                  <a:pt x="624" y="20"/>
                </a:lnTo>
                <a:lnTo>
                  <a:pt x="624" y="19"/>
                </a:lnTo>
                <a:lnTo>
                  <a:pt x="625" y="18"/>
                </a:lnTo>
                <a:lnTo>
                  <a:pt x="625" y="17"/>
                </a:lnTo>
                <a:lnTo>
                  <a:pt x="626" y="17"/>
                </a:lnTo>
                <a:lnTo>
                  <a:pt x="626" y="16"/>
                </a:lnTo>
                <a:lnTo>
                  <a:pt x="628" y="15"/>
                </a:lnTo>
                <a:lnTo>
                  <a:pt x="628" y="14"/>
                </a:lnTo>
                <a:lnTo>
                  <a:pt x="629" y="14"/>
                </a:lnTo>
                <a:lnTo>
                  <a:pt x="629" y="13"/>
                </a:lnTo>
                <a:lnTo>
                  <a:pt x="630" y="12"/>
                </a:lnTo>
                <a:lnTo>
                  <a:pt x="630" y="11"/>
                </a:lnTo>
                <a:lnTo>
                  <a:pt x="631" y="11"/>
                </a:lnTo>
                <a:lnTo>
                  <a:pt x="631" y="10"/>
                </a:lnTo>
                <a:lnTo>
                  <a:pt x="632" y="8"/>
                </a:lnTo>
                <a:lnTo>
                  <a:pt x="633" y="7"/>
                </a:lnTo>
                <a:lnTo>
                  <a:pt x="633" y="6"/>
                </a:lnTo>
                <a:lnTo>
                  <a:pt x="634" y="5"/>
                </a:lnTo>
                <a:lnTo>
                  <a:pt x="634" y="4"/>
                </a:lnTo>
                <a:lnTo>
                  <a:pt x="635" y="3"/>
                </a:lnTo>
                <a:lnTo>
                  <a:pt x="636" y="1"/>
                </a:lnTo>
                <a:lnTo>
                  <a:pt x="637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5" name="Freeform 336"/>
          <p:cNvSpPr>
            <a:spLocks/>
          </p:cNvSpPr>
          <p:nvPr/>
        </p:nvSpPr>
        <p:spPr bwMode="auto">
          <a:xfrm>
            <a:off x="6524978" y="6351130"/>
            <a:ext cx="63218" cy="203200"/>
          </a:xfrm>
          <a:custGeom>
            <a:avLst/>
            <a:gdLst>
              <a:gd name="T0" fmla="*/ 814471387 w 76"/>
              <a:gd name="T1" fmla="*/ 1660207500 h 242"/>
              <a:gd name="T2" fmla="*/ 2036349249 w 76"/>
              <a:gd name="T3" fmla="*/ 2147483646 h 242"/>
              <a:gd name="T4" fmla="*/ 2147483646 w 76"/>
              <a:gd name="T5" fmla="*/ 2147483646 h 242"/>
              <a:gd name="T6" fmla="*/ 2147483646 w 76"/>
              <a:gd name="T7" fmla="*/ 2147483646 h 242"/>
              <a:gd name="T8" fmla="*/ 2147483646 w 76"/>
              <a:gd name="T9" fmla="*/ 2147483646 h 242"/>
              <a:gd name="T10" fmla="*/ 2147483646 w 76"/>
              <a:gd name="T11" fmla="*/ 2147483646 h 242"/>
              <a:gd name="T12" fmla="*/ 2147483646 w 76"/>
              <a:gd name="T13" fmla="*/ 2147483646 h 242"/>
              <a:gd name="T14" fmla="*/ 2147483646 w 76"/>
              <a:gd name="T15" fmla="*/ 2147483646 h 242"/>
              <a:gd name="T16" fmla="*/ 2147483646 w 76"/>
              <a:gd name="T17" fmla="*/ 2147483646 h 242"/>
              <a:gd name="T18" fmla="*/ 2147483646 w 76"/>
              <a:gd name="T19" fmla="*/ 2147483646 h 242"/>
              <a:gd name="T20" fmla="*/ 2147483646 w 76"/>
              <a:gd name="T21" fmla="*/ 2147483646 h 242"/>
              <a:gd name="T22" fmla="*/ 2147483646 w 76"/>
              <a:gd name="T23" fmla="*/ 2147483646 h 242"/>
              <a:gd name="T24" fmla="*/ 2147483646 w 76"/>
              <a:gd name="T25" fmla="*/ 2147483646 h 242"/>
              <a:gd name="T26" fmla="*/ 2147483646 w 76"/>
              <a:gd name="T27" fmla="*/ 2147483646 h 242"/>
              <a:gd name="T28" fmla="*/ 2147483646 w 76"/>
              <a:gd name="T29" fmla="*/ 2147483646 h 242"/>
              <a:gd name="T30" fmla="*/ 2147483646 w 76"/>
              <a:gd name="T31" fmla="*/ 2147483646 h 242"/>
              <a:gd name="T32" fmla="*/ 2147483646 w 76"/>
              <a:gd name="T33" fmla="*/ 2147483646 h 242"/>
              <a:gd name="T34" fmla="*/ 2147483646 w 76"/>
              <a:gd name="T35" fmla="*/ 2147483646 h 242"/>
              <a:gd name="T36" fmla="*/ 2147483646 w 76"/>
              <a:gd name="T37" fmla="*/ 2147483646 h 242"/>
              <a:gd name="T38" fmla="*/ 2147483646 w 76"/>
              <a:gd name="T39" fmla="*/ 2147483646 h 242"/>
              <a:gd name="T40" fmla="*/ 2147483646 w 76"/>
              <a:gd name="T41" fmla="*/ 2147483646 h 242"/>
              <a:gd name="T42" fmla="*/ 2147483646 w 76"/>
              <a:gd name="T43" fmla="*/ 2147483646 h 242"/>
              <a:gd name="T44" fmla="*/ 2147483646 w 76"/>
              <a:gd name="T45" fmla="*/ 2147483646 h 242"/>
              <a:gd name="T46" fmla="*/ 2147483646 w 76"/>
              <a:gd name="T47" fmla="*/ 2147483646 h 242"/>
              <a:gd name="T48" fmla="*/ 2147483646 w 76"/>
              <a:gd name="T49" fmla="*/ 2147483646 h 242"/>
              <a:gd name="T50" fmla="*/ 2147483646 w 76"/>
              <a:gd name="T51" fmla="*/ 2147483646 h 242"/>
              <a:gd name="T52" fmla="*/ 2147483646 w 76"/>
              <a:gd name="T53" fmla="*/ 2147483646 h 242"/>
              <a:gd name="T54" fmla="*/ 2147483646 w 76"/>
              <a:gd name="T55" fmla="*/ 2147483646 h 242"/>
              <a:gd name="T56" fmla="*/ 2147483646 w 76"/>
              <a:gd name="T57" fmla="*/ 2147483646 h 242"/>
              <a:gd name="T58" fmla="*/ 2147483646 w 76"/>
              <a:gd name="T59" fmla="*/ 2147483646 h 242"/>
              <a:gd name="T60" fmla="*/ 2147483646 w 76"/>
              <a:gd name="T61" fmla="*/ 2147483646 h 242"/>
              <a:gd name="T62" fmla="*/ 2147483646 w 76"/>
              <a:gd name="T63" fmla="*/ 2147483646 h 242"/>
              <a:gd name="T64" fmla="*/ 2147483646 w 76"/>
              <a:gd name="T65" fmla="*/ 2147483646 h 242"/>
              <a:gd name="T66" fmla="*/ 2147483646 w 76"/>
              <a:gd name="T67" fmla="*/ 2147483646 h 242"/>
              <a:gd name="T68" fmla="*/ 2147483646 w 76"/>
              <a:gd name="T69" fmla="*/ 2147483646 h 242"/>
              <a:gd name="T70" fmla="*/ 2147483646 w 76"/>
              <a:gd name="T71" fmla="*/ 2147483646 h 242"/>
              <a:gd name="T72" fmla="*/ 2147483646 w 76"/>
              <a:gd name="T73" fmla="*/ 2147483646 h 242"/>
              <a:gd name="T74" fmla="*/ 2147483646 w 76"/>
              <a:gd name="T75" fmla="*/ 2147483646 h 242"/>
              <a:gd name="T76" fmla="*/ 2147483646 w 76"/>
              <a:gd name="T77" fmla="*/ 2147483646 h 242"/>
              <a:gd name="T78" fmla="*/ 2147483646 w 76"/>
              <a:gd name="T79" fmla="*/ 2147483646 h 242"/>
              <a:gd name="T80" fmla="*/ 2147483646 w 76"/>
              <a:gd name="T81" fmla="*/ 2147483646 h 242"/>
              <a:gd name="T82" fmla="*/ 2147483646 w 76"/>
              <a:gd name="T83" fmla="*/ 2147483646 h 242"/>
              <a:gd name="T84" fmla="*/ 2147483646 w 76"/>
              <a:gd name="T85" fmla="*/ 2147483646 h 242"/>
              <a:gd name="T86" fmla="*/ 2147483646 w 76"/>
              <a:gd name="T87" fmla="*/ 2147483646 h 242"/>
              <a:gd name="T88" fmla="*/ 2147483646 w 76"/>
              <a:gd name="T89" fmla="*/ 2147483646 h 242"/>
              <a:gd name="T90" fmla="*/ 2147483646 w 76"/>
              <a:gd name="T91" fmla="*/ 2147483646 h 242"/>
              <a:gd name="T92" fmla="*/ 2147483646 w 76"/>
              <a:gd name="T93" fmla="*/ 2147483646 h 242"/>
              <a:gd name="T94" fmla="*/ 2147483646 w 76"/>
              <a:gd name="T95" fmla="*/ 2147483646 h 242"/>
              <a:gd name="T96" fmla="*/ 2147483646 w 76"/>
              <a:gd name="T97" fmla="*/ 2147483646 h 242"/>
              <a:gd name="T98" fmla="*/ 2147483646 w 76"/>
              <a:gd name="T99" fmla="*/ 2147483646 h 242"/>
              <a:gd name="T100" fmla="*/ 2147483646 w 76"/>
              <a:gd name="T101" fmla="*/ 2147483646 h 242"/>
              <a:gd name="T102" fmla="*/ 2147483646 w 76"/>
              <a:gd name="T103" fmla="*/ 2147483646 h 242"/>
              <a:gd name="T104" fmla="*/ 2147483646 w 76"/>
              <a:gd name="T105" fmla="*/ 2147483646 h 242"/>
              <a:gd name="T106" fmla="*/ 2147483646 w 76"/>
              <a:gd name="T107" fmla="*/ 2147483646 h 242"/>
              <a:gd name="T108" fmla="*/ 2147483646 w 76"/>
              <a:gd name="T109" fmla="*/ 2147483646 h 242"/>
              <a:gd name="T110" fmla="*/ 2147483646 w 76"/>
              <a:gd name="T111" fmla="*/ 2147483646 h 242"/>
              <a:gd name="T112" fmla="*/ 2147483646 w 76"/>
              <a:gd name="T113" fmla="*/ 2147483646 h 24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2">
                <a:moveTo>
                  <a:pt x="0" y="0"/>
                </a:moveTo>
                <a:lnTo>
                  <a:pt x="1" y="2"/>
                </a:lnTo>
                <a:lnTo>
                  <a:pt x="3" y="5"/>
                </a:lnTo>
                <a:lnTo>
                  <a:pt x="4" y="8"/>
                </a:lnTo>
                <a:lnTo>
                  <a:pt x="5" y="10"/>
                </a:lnTo>
                <a:lnTo>
                  <a:pt x="6" y="12"/>
                </a:lnTo>
                <a:lnTo>
                  <a:pt x="8" y="13"/>
                </a:lnTo>
                <a:lnTo>
                  <a:pt x="10" y="15"/>
                </a:lnTo>
                <a:lnTo>
                  <a:pt x="10" y="17"/>
                </a:lnTo>
                <a:lnTo>
                  <a:pt x="11" y="18"/>
                </a:lnTo>
                <a:lnTo>
                  <a:pt x="12" y="20"/>
                </a:lnTo>
                <a:lnTo>
                  <a:pt x="13" y="21"/>
                </a:lnTo>
                <a:lnTo>
                  <a:pt x="14" y="23"/>
                </a:lnTo>
                <a:lnTo>
                  <a:pt x="14" y="24"/>
                </a:lnTo>
                <a:lnTo>
                  <a:pt x="15" y="25"/>
                </a:lnTo>
                <a:lnTo>
                  <a:pt x="15" y="26"/>
                </a:lnTo>
                <a:lnTo>
                  <a:pt x="16" y="27"/>
                </a:lnTo>
                <a:lnTo>
                  <a:pt x="17" y="28"/>
                </a:lnTo>
                <a:lnTo>
                  <a:pt x="17" y="29"/>
                </a:lnTo>
                <a:lnTo>
                  <a:pt x="17" y="30"/>
                </a:lnTo>
                <a:lnTo>
                  <a:pt x="18" y="31"/>
                </a:lnTo>
                <a:lnTo>
                  <a:pt x="18" y="32"/>
                </a:lnTo>
                <a:lnTo>
                  <a:pt x="19" y="33"/>
                </a:lnTo>
                <a:lnTo>
                  <a:pt x="19" y="34"/>
                </a:lnTo>
                <a:lnTo>
                  <a:pt x="20" y="35"/>
                </a:lnTo>
                <a:lnTo>
                  <a:pt x="20" y="36"/>
                </a:lnTo>
                <a:lnTo>
                  <a:pt x="21" y="37"/>
                </a:lnTo>
                <a:lnTo>
                  <a:pt x="21" y="39"/>
                </a:lnTo>
                <a:lnTo>
                  <a:pt x="21" y="40"/>
                </a:lnTo>
                <a:lnTo>
                  <a:pt x="22" y="41"/>
                </a:lnTo>
                <a:lnTo>
                  <a:pt x="22" y="42"/>
                </a:lnTo>
                <a:lnTo>
                  <a:pt x="23" y="43"/>
                </a:lnTo>
                <a:lnTo>
                  <a:pt x="23" y="44"/>
                </a:lnTo>
                <a:lnTo>
                  <a:pt x="24" y="46"/>
                </a:lnTo>
                <a:lnTo>
                  <a:pt x="26" y="47"/>
                </a:lnTo>
                <a:lnTo>
                  <a:pt x="26" y="48"/>
                </a:lnTo>
                <a:lnTo>
                  <a:pt x="27" y="49"/>
                </a:lnTo>
                <a:lnTo>
                  <a:pt x="27" y="50"/>
                </a:lnTo>
                <a:lnTo>
                  <a:pt x="27" y="51"/>
                </a:lnTo>
                <a:lnTo>
                  <a:pt x="28" y="52"/>
                </a:lnTo>
                <a:lnTo>
                  <a:pt x="28" y="53"/>
                </a:lnTo>
                <a:lnTo>
                  <a:pt x="29" y="54"/>
                </a:lnTo>
                <a:lnTo>
                  <a:pt x="29" y="56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31" y="60"/>
                </a:lnTo>
                <a:lnTo>
                  <a:pt x="31" y="61"/>
                </a:lnTo>
                <a:lnTo>
                  <a:pt x="31" y="62"/>
                </a:lnTo>
                <a:lnTo>
                  <a:pt x="32" y="62"/>
                </a:lnTo>
                <a:lnTo>
                  <a:pt x="32" y="63"/>
                </a:lnTo>
                <a:lnTo>
                  <a:pt x="32" y="64"/>
                </a:lnTo>
                <a:lnTo>
                  <a:pt x="33" y="65"/>
                </a:lnTo>
                <a:lnTo>
                  <a:pt x="33" y="66"/>
                </a:lnTo>
                <a:lnTo>
                  <a:pt x="34" y="67"/>
                </a:lnTo>
                <a:lnTo>
                  <a:pt x="34" y="68"/>
                </a:lnTo>
                <a:lnTo>
                  <a:pt x="34" y="69"/>
                </a:lnTo>
                <a:lnTo>
                  <a:pt x="35" y="70"/>
                </a:lnTo>
                <a:lnTo>
                  <a:pt x="35" y="72"/>
                </a:lnTo>
                <a:lnTo>
                  <a:pt x="36" y="73"/>
                </a:lnTo>
                <a:lnTo>
                  <a:pt x="36" y="75"/>
                </a:lnTo>
                <a:lnTo>
                  <a:pt x="37" y="76"/>
                </a:lnTo>
                <a:lnTo>
                  <a:pt x="38" y="78"/>
                </a:lnTo>
                <a:lnTo>
                  <a:pt x="38" y="79"/>
                </a:lnTo>
                <a:lnTo>
                  <a:pt x="39" y="81"/>
                </a:lnTo>
                <a:lnTo>
                  <a:pt x="39" y="82"/>
                </a:lnTo>
                <a:lnTo>
                  <a:pt x="40" y="84"/>
                </a:lnTo>
                <a:lnTo>
                  <a:pt x="40" y="85"/>
                </a:lnTo>
                <a:lnTo>
                  <a:pt x="41" y="86"/>
                </a:lnTo>
                <a:lnTo>
                  <a:pt x="41" y="87"/>
                </a:lnTo>
                <a:lnTo>
                  <a:pt x="43" y="89"/>
                </a:lnTo>
                <a:lnTo>
                  <a:pt x="43" y="90"/>
                </a:lnTo>
                <a:lnTo>
                  <a:pt x="43" y="91"/>
                </a:lnTo>
                <a:lnTo>
                  <a:pt x="44" y="92"/>
                </a:lnTo>
                <a:lnTo>
                  <a:pt x="44" y="93"/>
                </a:lnTo>
                <a:lnTo>
                  <a:pt x="44" y="94"/>
                </a:lnTo>
                <a:lnTo>
                  <a:pt x="45" y="95"/>
                </a:lnTo>
                <a:lnTo>
                  <a:pt x="45" y="96"/>
                </a:lnTo>
                <a:lnTo>
                  <a:pt x="46" y="97"/>
                </a:lnTo>
                <a:lnTo>
                  <a:pt x="46" y="98"/>
                </a:lnTo>
                <a:lnTo>
                  <a:pt x="46" y="99"/>
                </a:lnTo>
                <a:lnTo>
                  <a:pt x="46" y="100"/>
                </a:lnTo>
                <a:lnTo>
                  <a:pt x="47" y="100"/>
                </a:lnTo>
                <a:lnTo>
                  <a:pt x="47" y="101"/>
                </a:lnTo>
                <a:lnTo>
                  <a:pt x="47" y="102"/>
                </a:lnTo>
                <a:lnTo>
                  <a:pt x="48" y="103"/>
                </a:lnTo>
                <a:lnTo>
                  <a:pt x="48" y="105"/>
                </a:lnTo>
                <a:lnTo>
                  <a:pt x="48" y="106"/>
                </a:lnTo>
                <a:lnTo>
                  <a:pt x="49" y="108"/>
                </a:lnTo>
                <a:lnTo>
                  <a:pt x="49" y="109"/>
                </a:lnTo>
                <a:lnTo>
                  <a:pt x="50" y="110"/>
                </a:lnTo>
                <a:lnTo>
                  <a:pt x="50" y="111"/>
                </a:lnTo>
                <a:lnTo>
                  <a:pt x="51" y="113"/>
                </a:lnTo>
                <a:lnTo>
                  <a:pt x="51" y="114"/>
                </a:lnTo>
                <a:lnTo>
                  <a:pt x="52" y="116"/>
                </a:lnTo>
                <a:lnTo>
                  <a:pt x="52" y="118"/>
                </a:lnTo>
                <a:lnTo>
                  <a:pt x="53" y="119"/>
                </a:lnTo>
                <a:lnTo>
                  <a:pt x="53" y="121"/>
                </a:lnTo>
                <a:lnTo>
                  <a:pt x="53" y="122"/>
                </a:lnTo>
                <a:lnTo>
                  <a:pt x="54" y="124"/>
                </a:lnTo>
                <a:lnTo>
                  <a:pt x="54" y="125"/>
                </a:lnTo>
                <a:lnTo>
                  <a:pt x="54" y="126"/>
                </a:lnTo>
                <a:lnTo>
                  <a:pt x="55" y="127"/>
                </a:lnTo>
                <a:lnTo>
                  <a:pt x="55" y="128"/>
                </a:lnTo>
                <a:lnTo>
                  <a:pt x="55" y="129"/>
                </a:lnTo>
                <a:lnTo>
                  <a:pt x="56" y="129"/>
                </a:lnTo>
                <a:lnTo>
                  <a:pt x="56" y="130"/>
                </a:lnTo>
                <a:lnTo>
                  <a:pt x="56" y="131"/>
                </a:lnTo>
                <a:lnTo>
                  <a:pt x="56" y="132"/>
                </a:lnTo>
                <a:lnTo>
                  <a:pt x="57" y="133"/>
                </a:lnTo>
                <a:lnTo>
                  <a:pt x="57" y="134"/>
                </a:lnTo>
                <a:lnTo>
                  <a:pt x="57" y="135"/>
                </a:lnTo>
                <a:lnTo>
                  <a:pt x="59" y="136"/>
                </a:lnTo>
                <a:lnTo>
                  <a:pt x="59" y="138"/>
                </a:lnTo>
                <a:lnTo>
                  <a:pt x="59" y="139"/>
                </a:lnTo>
                <a:lnTo>
                  <a:pt x="60" y="140"/>
                </a:lnTo>
                <a:lnTo>
                  <a:pt x="60" y="141"/>
                </a:lnTo>
                <a:lnTo>
                  <a:pt x="60" y="142"/>
                </a:lnTo>
                <a:lnTo>
                  <a:pt x="61" y="143"/>
                </a:lnTo>
                <a:lnTo>
                  <a:pt x="61" y="144"/>
                </a:lnTo>
                <a:lnTo>
                  <a:pt x="61" y="145"/>
                </a:lnTo>
                <a:lnTo>
                  <a:pt x="62" y="147"/>
                </a:lnTo>
                <a:lnTo>
                  <a:pt x="62" y="148"/>
                </a:lnTo>
                <a:lnTo>
                  <a:pt x="63" y="150"/>
                </a:lnTo>
                <a:lnTo>
                  <a:pt x="63" y="151"/>
                </a:lnTo>
                <a:lnTo>
                  <a:pt x="64" y="154"/>
                </a:lnTo>
                <a:lnTo>
                  <a:pt x="64" y="155"/>
                </a:lnTo>
                <a:lnTo>
                  <a:pt x="65" y="157"/>
                </a:lnTo>
                <a:lnTo>
                  <a:pt x="65" y="158"/>
                </a:lnTo>
                <a:lnTo>
                  <a:pt x="66" y="159"/>
                </a:lnTo>
                <a:lnTo>
                  <a:pt x="66" y="160"/>
                </a:lnTo>
                <a:lnTo>
                  <a:pt x="66" y="161"/>
                </a:lnTo>
                <a:lnTo>
                  <a:pt x="67" y="162"/>
                </a:lnTo>
                <a:lnTo>
                  <a:pt x="67" y="163"/>
                </a:lnTo>
                <a:lnTo>
                  <a:pt x="67" y="164"/>
                </a:lnTo>
                <a:lnTo>
                  <a:pt x="67" y="165"/>
                </a:lnTo>
                <a:lnTo>
                  <a:pt x="68" y="166"/>
                </a:lnTo>
                <a:lnTo>
                  <a:pt x="68" y="167"/>
                </a:lnTo>
                <a:lnTo>
                  <a:pt x="68" y="168"/>
                </a:lnTo>
                <a:lnTo>
                  <a:pt x="68" y="169"/>
                </a:lnTo>
                <a:lnTo>
                  <a:pt x="69" y="171"/>
                </a:lnTo>
                <a:lnTo>
                  <a:pt x="69" y="172"/>
                </a:lnTo>
                <a:lnTo>
                  <a:pt x="69" y="173"/>
                </a:lnTo>
                <a:lnTo>
                  <a:pt x="69" y="174"/>
                </a:lnTo>
                <a:lnTo>
                  <a:pt x="69" y="175"/>
                </a:lnTo>
                <a:lnTo>
                  <a:pt x="69" y="176"/>
                </a:lnTo>
                <a:lnTo>
                  <a:pt x="69" y="177"/>
                </a:lnTo>
                <a:lnTo>
                  <a:pt x="70" y="178"/>
                </a:lnTo>
                <a:lnTo>
                  <a:pt x="70" y="179"/>
                </a:lnTo>
                <a:lnTo>
                  <a:pt x="70" y="180"/>
                </a:lnTo>
                <a:lnTo>
                  <a:pt x="70" y="181"/>
                </a:lnTo>
                <a:lnTo>
                  <a:pt x="70" y="182"/>
                </a:lnTo>
                <a:lnTo>
                  <a:pt x="70" y="184"/>
                </a:lnTo>
                <a:lnTo>
                  <a:pt x="70" y="185"/>
                </a:lnTo>
                <a:lnTo>
                  <a:pt x="70" y="187"/>
                </a:lnTo>
                <a:lnTo>
                  <a:pt x="70" y="189"/>
                </a:lnTo>
                <a:lnTo>
                  <a:pt x="71" y="190"/>
                </a:lnTo>
                <a:lnTo>
                  <a:pt x="71" y="191"/>
                </a:lnTo>
                <a:lnTo>
                  <a:pt x="71" y="192"/>
                </a:lnTo>
                <a:lnTo>
                  <a:pt x="71" y="193"/>
                </a:lnTo>
                <a:lnTo>
                  <a:pt x="71" y="194"/>
                </a:lnTo>
                <a:lnTo>
                  <a:pt x="71" y="195"/>
                </a:lnTo>
                <a:lnTo>
                  <a:pt x="71" y="196"/>
                </a:lnTo>
                <a:lnTo>
                  <a:pt x="71" y="197"/>
                </a:lnTo>
                <a:lnTo>
                  <a:pt x="71" y="198"/>
                </a:lnTo>
                <a:lnTo>
                  <a:pt x="71" y="199"/>
                </a:lnTo>
                <a:lnTo>
                  <a:pt x="71" y="200"/>
                </a:lnTo>
                <a:lnTo>
                  <a:pt x="72" y="200"/>
                </a:lnTo>
                <a:lnTo>
                  <a:pt x="72" y="201"/>
                </a:lnTo>
                <a:lnTo>
                  <a:pt x="72" y="203"/>
                </a:lnTo>
                <a:lnTo>
                  <a:pt x="72" y="204"/>
                </a:lnTo>
                <a:lnTo>
                  <a:pt x="72" y="205"/>
                </a:lnTo>
                <a:lnTo>
                  <a:pt x="72" y="206"/>
                </a:lnTo>
                <a:lnTo>
                  <a:pt x="72" y="207"/>
                </a:lnTo>
                <a:lnTo>
                  <a:pt x="73" y="207"/>
                </a:lnTo>
                <a:lnTo>
                  <a:pt x="73" y="208"/>
                </a:lnTo>
                <a:lnTo>
                  <a:pt x="73" y="209"/>
                </a:lnTo>
                <a:lnTo>
                  <a:pt x="73" y="210"/>
                </a:lnTo>
                <a:lnTo>
                  <a:pt x="73" y="211"/>
                </a:lnTo>
                <a:lnTo>
                  <a:pt x="73" y="212"/>
                </a:lnTo>
                <a:lnTo>
                  <a:pt x="74" y="212"/>
                </a:lnTo>
                <a:lnTo>
                  <a:pt x="74" y="213"/>
                </a:lnTo>
                <a:lnTo>
                  <a:pt x="74" y="214"/>
                </a:lnTo>
                <a:lnTo>
                  <a:pt x="74" y="215"/>
                </a:lnTo>
                <a:lnTo>
                  <a:pt x="74" y="216"/>
                </a:lnTo>
                <a:lnTo>
                  <a:pt x="76" y="217"/>
                </a:lnTo>
                <a:lnTo>
                  <a:pt x="76" y="218"/>
                </a:lnTo>
                <a:lnTo>
                  <a:pt x="76" y="220"/>
                </a:lnTo>
                <a:lnTo>
                  <a:pt x="76" y="221"/>
                </a:lnTo>
                <a:lnTo>
                  <a:pt x="76" y="222"/>
                </a:lnTo>
                <a:lnTo>
                  <a:pt x="76" y="223"/>
                </a:lnTo>
                <a:lnTo>
                  <a:pt x="76" y="224"/>
                </a:lnTo>
                <a:lnTo>
                  <a:pt x="76" y="225"/>
                </a:lnTo>
                <a:lnTo>
                  <a:pt x="76" y="226"/>
                </a:lnTo>
                <a:lnTo>
                  <a:pt x="76" y="227"/>
                </a:lnTo>
                <a:lnTo>
                  <a:pt x="76" y="228"/>
                </a:lnTo>
                <a:lnTo>
                  <a:pt x="76" y="229"/>
                </a:lnTo>
                <a:lnTo>
                  <a:pt x="76" y="230"/>
                </a:lnTo>
                <a:lnTo>
                  <a:pt x="76" y="232"/>
                </a:lnTo>
                <a:lnTo>
                  <a:pt x="74" y="233"/>
                </a:lnTo>
                <a:lnTo>
                  <a:pt x="74" y="234"/>
                </a:lnTo>
                <a:lnTo>
                  <a:pt x="74" y="237"/>
                </a:lnTo>
                <a:lnTo>
                  <a:pt x="74" y="239"/>
                </a:lnTo>
                <a:lnTo>
                  <a:pt x="74" y="240"/>
                </a:lnTo>
                <a:lnTo>
                  <a:pt x="74" y="242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6" name="Freeform 337"/>
          <p:cNvSpPr>
            <a:spLocks/>
          </p:cNvSpPr>
          <p:nvPr/>
        </p:nvSpPr>
        <p:spPr bwMode="auto">
          <a:xfrm>
            <a:off x="6524978" y="6554330"/>
            <a:ext cx="63218" cy="203200"/>
          </a:xfrm>
          <a:custGeom>
            <a:avLst/>
            <a:gdLst>
              <a:gd name="T0" fmla="*/ 814471387 w 76"/>
              <a:gd name="T1" fmla="*/ 2147483646 h 242"/>
              <a:gd name="T2" fmla="*/ 2036349249 w 76"/>
              <a:gd name="T3" fmla="*/ 2147483646 h 242"/>
              <a:gd name="T4" fmla="*/ 2147483646 w 76"/>
              <a:gd name="T5" fmla="*/ 2147483646 h 242"/>
              <a:gd name="T6" fmla="*/ 2147483646 w 76"/>
              <a:gd name="T7" fmla="*/ 2147483646 h 242"/>
              <a:gd name="T8" fmla="*/ 2147483646 w 76"/>
              <a:gd name="T9" fmla="*/ 2147483646 h 242"/>
              <a:gd name="T10" fmla="*/ 2147483646 w 76"/>
              <a:gd name="T11" fmla="*/ 2147483646 h 242"/>
              <a:gd name="T12" fmla="*/ 2147483646 w 76"/>
              <a:gd name="T13" fmla="*/ 2147483646 h 242"/>
              <a:gd name="T14" fmla="*/ 2147483646 w 76"/>
              <a:gd name="T15" fmla="*/ 2147483646 h 242"/>
              <a:gd name="T16" fmla="*/ 2147483646 w 76"/>
              <a:gd name="T17" fmla="*/ 2147483646 h 242"/>
              <a:gd name="T18" fmla="*/ 2147483646 w 76"/>
              <a:gd name="T19" fmla="*/ 2147483646 h 242"/>
              <a:gd name="T20" fmla="*/ 2147483646 w 76"/>
              <a:gd name="T21" fmla="*/ 2147483646 h 242"/>
              <a:gd name="T22" fmla="*/ 2147483646 w 76"/>
              <a:gd name="T23" fmla="*/ 2147483646 h 242"/>
              <a:gd name="T24" fmla="*/ 2147483646 w 76"/>
              <a:gd name="T25" fmla="*/ 2147483646 h 242"/>
              <a:gd name="T26" fmla="*/ 2147483646 w 76"/>
              <a:gd name="T27" fmla="*/ 2147483646 h 242"/>
              <a:gd name="T28" fmla="*/ 2147483646 w 76"/>
              <a:gd name="T29" fmla="*/ 2147483646 h 242"/>
              <a:gd name="T30" fmla="*/ 2147483646 w 76"/>
              <a:gd name="T31" fmla="*/ 2147483646 h 242"/>
              <a:gd name="T32" fmla="*/ 2147483646 w 76"/>
              <a:gd name="T33" fmla="*/ 2147483646 h 242"/>
              <a:gd name="T34" fmla="*/ 2147483646 w 76"/>
              <a:gd name="T35" fmla="*/ 2147483646 h 242"/>
              <a:gd name="T36" fmla="*/ 2147483646 w 76"/>
              <a:gd name="T37" fmla="*/ 2147483646 h 242"/>
              <a:gd name="T38" fmla="*/ 2147483646 w 76"/>
              <a:gd name="T39" fmla="*/ 2147483646 h 242"/>
              <a:gd name="T40" fmla="*/ 2147483646 w 76"/>
              <a:gd name="T41" fmla="*/ 2147483646 h 242"/>
              <a:gd name="T42" fmla="*/ 2147483646 w 76"/>
              <a:gd name="T43" fmla="*/ 2147483646 h 242"/>
              <a:gd name="T44" fmla="*/ 2147483646 w 76"/>
              <a:gd name="T45" fmla="*/ 2147483646 h 242"/>
              <a:gd name="T46" fmla="*/ 2147483646 w 76"/>
              <a:gd name="T47" fmla="*/ 2147483646 h 242"/>
              <a:gd name="T48" fmla="*/ 2147483646 w 76"/>
              <a:gd name="T49" fmla="*/ 2147483646 h 242"/>
              <a:gd name="T50" fmla="*/ 2147483646 w 76"/>
              <a:gd name="T51" fmla="*/ 2147483646 h 242"/>
              <a:gd name="T52" fmla="*/ 2147483646 w 76"/>
              <a:gd name="T53" fmla="*/ 2147483646 h 242"/>
              <a:gd name="T54" fmla="*/ 2147483646 w 76"/>
              <a:gd name="T55" fmla="*/ 2147483646 h 242"/>
              <a:gd name="T56" fmla="*/ 2147483646 w 76"/>
              <a:gd name="T57" fmla="*/ 2147483646 h 242"/>
              <a:gd name="T58" fmla="*/ 2147483646 w 76"/>
              <a:gd name="T59" fmla="*/ 2147483646 h 242"/>
              <a:gd name="T60" fmla="*/ 2147483646 w 76"/>
              <a:gd name="T61" fmla="*/ 2147483646 h 242"/>
              <a:gd name="T62" fmla="*/ 2147483646 w 76"/>
              <a:gd name="T63" fmla="*/ 2147483646 h 242"/>
              <a:gd name="T64" fmla="*/ 2147483646 w 76"/>
              <a:gd name="T65" fmla="*/ 2147483646 h 242"/>
              <a:gd name="T66" fmla="*/ 2147483646 w 76"/>
              <a:gd name="T67" fmla="*/ 2147483646 h 242"/>
              <a:gd name="T68" fmla="*/ 2147483646 w 76"/>
              <a:gd name="T69" fmla="*/ 2147483646 h 242"/>
              <a:gd name="T70" fmla="*/ 2147483646 w 76"/>
              <a:gd name="T71" fmla="*/ 2147483646 h 242"/>
              <a:gd name="T72" fmla="*/ 2147483646 w 76"/>
              <a:gd name="T73" fmla="*/ 2147483646 h 242"/>
              <a:gd name="T74" fmla="*/ 2147483646 w 76"/>
              <a:gd name="T75" fmla="*/ 2147483646 h 242"/>
              <a:gd name="T76" fmla="*/ 2147483646 w 76"/>
              <a:gd name="T77" fmla="*/ 2147483646 h 242"/>
              <a:gd name="T78" fmla="*/ 2147483646 w 76"/>
              <a:gd name="T79" fmla="*/ 2147483646 h 242"/>
              <a:gd name="T80" fmla="*/ 2147483646 w 76"/>
              <a:gd name="T81" fmla="*/ 2147483646 h 242"/>
              <a:gd name="T82" fmla="*/ 2147483646 w 76"/>
              <a:gd name="T83" fmla="*/ 2147483646 h 242"/>
              <a:gd name="T84" fmla="*/ 2147483646 w 76"/>
              <a:gd name="T85" fmla="*/ 2147483646 h 242"/>
              <a:gd name="T86" fmla="*/ 2147483646 w 76"/>
              <a:gd name="T87" fmla="*/ 2147483646 h 242"/>
              <a:gd name="T88" fmla="*/ 2147483646 w 76"/>
              <a:gd name="T89" fmla="*/ 2147483646 h 242"/>
              <a:gd name="T90" fmla="*/ 2147483646 w 76"/>
              <a:gd name="T91" fmla="*/ 2147483646 h 242"/>
              <a:gd name="T92" fmla="*/ 2147483646 w 76"/>
              <a:gd name="T93" fmla="*/ 2147483646 h 242"/>
              <a:gd name="T94" fmla="*/ 2147483646 w 76"/>
              <a:gd name="T95" fmla="*/ 2147483646 h 242"/>
              <a:gd name="T96" fmla="*/ 2147483646 w 76"/>
              <a:gd name="T97" fmla="*/ 2147483646 h 242"/>
              <a:gd name="T98" fmla="*/ 2147483646 w 76"/>
              <a:gd name="T99" fmla="*/ 2147483646 h 242"/>
              <a:gd name="T100" fmla="*/ 2147483646 w 76"/>
              <a:gd name="T101" fmla="*/ 2147483646 h 242"/>
              <a:gd name="T102" fmla="*/ 2147483646 w 76"/>
              <a:gd name="T103" fmla="*/ 2147483646 h 242"/>
              <a:gd name="T104" fmla="*/ 2147483646 w 76"/>
              <a:gd name="T105" fmla="*/ 2147483646 h 242"/>
              <a:gd name="T106" fmla="*/ 2147483646 w 76"/>
              <a:gd name="T107" fmla="*/ 2147483646 h 242"/>
              <a:gd name="T108" fmla="*/ 2147483646 w 76"/>
              <a:gd name="T109" fmla="*/ 2147483646 h 242"/>
              <a:gd name="T110" fmla="*/ 2147483646 w 76"/>
              <a:gd name="T111" fmla="*/ 2147483646 h 242"/>
              <a:gd name="T112" fmla="*/ 2147483646 w 76"/>
              <a:gd name="T113" fmla="*/ 1037673377 h 242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6" h="242">
                <a:moveTo>
                  <a:pt x="0" y="242"/>
                </a:moveTo>
                <a:lnTo>
                  <a:pt x="1" y="239"/>
                </a:lnTo>
                <a:lnTo>
                  <a:pt x="3" y="236"/>
                </a:lnTo>
                <a:lnTo>
                  <a:pt x="4" y="234"/>
                </a:lnTo>
                <a:lnTo>
                  <a:pt x="5" y="232"/>
                </a:lnTo>
                <a:lnTo>
                  <a:pt x="6" y="230"/>
                </a:lnTo>
                <a:lnTo>
                  <a:pt x="8" y="228"/>
                </a:lnTo>
                <a:lnTo>
                  <a:pt x="10" y="227"/>
                </a:lnTo>
                <a:lnTo>
                  <a:pt x="10" y="225"/>
                </a:lnTo>
                <a:lnTo>
                  <a:pt x="11" y="223"/>
                </a:lnTo>
                <a:lnTo>
                  <a:pt x="12" y="221"/>
                </a:lnTo>
                <a:lnTo>
                  <a:pt x="13" y="220"/>
                </a:lnTo>
                <a:lnTo>
                  <a:pt x="14" y="219"/>
                </a:lnTo>
                <a:lnTo>
                  <a:pt x="14" y="218"/>
                </a:lnTo>
                <a:lnTo>
                  <a:pt x="15" y="217"/>
                </a:lnTo>
                <a:lnTo>
                  <a:pt x="15" y="216"/>
                </a:lnTo>
                <a:lnTo>
                  <a:pt x="16" y="215"/>
                </a:lnTo>
                <a:lnTo>
                  <a:pt x="17" y="214"/>
                </a:lnTo>
                <a:lnTo>
                  <a:pt x="17" y="213"/>
                </a:lnTo>
                <a:lnTo>
                  <a:pt x="17" y="212"/>
                </a:lnTo>
                <a:lnTo>
                  <a:pt x="18" y="211"/>
                </a:lnTo>
                <a:lnTo>
                  <a:pt x="18" y="210"/>
                </a:lnTo>
                <a:lnTo>
                  <a:pt x="19" y="209"/>
                </a:lnTo>
                <a:lnTo>
                  <a:pt x="19" y="208"/>
                </a:lnTo>
                <a:lnTo>
                  <a:pt x="20" y="206"/>
                </a:lnTo>
                <a:lnTo>
                  <a:pt x="20" y="205"/>
                </a:lnTo>
                <a:lnTo>
                  <a:pt x="21" y="204"/>
                </a:lnTo>
                <a:lnTo>
                  <a:pt x="21" y="203"/>
                </a:lnTo>
                <a:lnTo>
                  <a:pt x="21" y="202"/>
                </a:lnTo>
                <a:lnTo>
                  <a:pt x="22" y="201"/>
                </a:lnTo>
                <a:lnTo>
                  <a:pt x="22" y="200"/>
                </a:lnTo>
                <a:lnTo>
                  <a:pt x="23" y="199"/>
                </a:lnTo>
                <a:lnTo>
                  <a:pt x="23" y="198"/>
                </a:lnTo>
                <a:lnTo>
                  <a:pt x="24" y="196"/>
                </a:lnTo>
                <a:lnTo>
                  <a:pt x="26" y="195"/>
                </a:lnTo>
                <a:lnTo>
                  <a:pt x="26" y="194"/>
                </a:lnTo>
                <a:lnTo>
                  <a:pt x="27" y="193"/>
                </a:lnTo>
                <a:lnTo>
                  <a:pt x="27" y="192"/>
                </a:lnTo>
                <a:lnTo>
                  <a:pt x="27" y="190"/>
                </a:lnTo>
                <a:lnTo>
                  <a:pt x="28" y="189"/>
                </a:lnTo>
                <a:lnTo>
                  <a:pt x="28" y="188"/>
                </a:lnTo>
                <a:lnTo>
                  <a:pt x="29" y="187"/>
                </a:lnTo>
                <a:lnTo>
                  <a:pt x="29" y="186"/>
                </a:lnTo>
                <a:lnTo>
                  <a:pt x="30" y="185"/>
                </a:lnTo>
                <a:lnTo>
                  <a:pt x="30" y="184"/>
                </a:lnTo>
                <a:lnTo>
                  <a:pt x="30" y="183"/>
                </a:lnTo>
                <a:lnTo>
                  <a:pt x="31" y="182"/>
                </a:lnTo>
                <a:lnTo>
                  <a:pt x="31" y="181"/>
                </a:lnTo>
                <a:lnTo>
                  <a:pt x="31" y="180"/>
                </a:lnTo>
                <a:lnTo>
                  <a:pt x="32" y="180"/>
                </a:lnTo>
                <a:lnTo>
                  <a:pt x="32" y="179"/>
                </a:lnTo>
                <a:lnTo>
                  <a:pt x="32" y="178"/>
                </a:lnTo>
                <a:lnTo>
                  <a:pt x="33" y="177"/>
                </a:lnTo>
                <a:lnTo>
                  <a:pt x="33" y="176"/>
                </a:lnTo>
                <a:lnTo>
                  <a:pt x="34" y="175"/>
                </a:lnTo>
                <a:lnTo>
                  <a:pt x="34" y="173"/>
                </a:lnTo>
                <a:lnTo>
                  <a:pt x="34" y="172"/>
                </a:lnTo>
                <a:lnTo>
                  <a:pt x="35" y="171"/>
                </a:lnTo>
                <a:lnTo>
                  <a:pt x="35" y="170"/>
                </a:lnTo>
                <a:lnTo>
                  <a:pt x="36" y="168"/>
                </a:lnTo>
                <a:lnTo>
                  <a:pt x="36" y="167"/>
                </a:lnTo>
                <a:lnTo>
                  <a:pt x="37" y="166"/>
                </a:lnTo>
                <a:lnTo>
                  <a:pt x="38" y="164"/>
                </a:lnTo>
                <a:lnTo>
                  <a:pt x="38" y="163"/>
                </a:lnTo>
                <a:lnTo>
                  <a:pt x="39" y="161"/>
                </a:lnTo>
                <a:lnTo>
                  <a:pt x="39" y="160"/>
                </a:lnTo>
                <a:lnTo>
                  <a:pt x="40" y="157"/>
                </a:lnTo>
                <a:lnTo>
                  <a:pt x="40" y="156"/>
                </a:lnTo>
                <a:lnTo>
                  <a:pt x="41" y="155"/>
                </a:lnTo>
                <a:lnTo>
                  <a:pt x="41" y="154"/>
                </a:lnTo>
                <a:lnTo>
                  <a:pt x="43" y="153"/>
                </a:lnTo>
                <a:lnTo>
                  <a:pt x="43" y="152"/>
                </a:lnTo>
                <a:lnTo>
                  <a:pt x="43" y="151"/>
                </a:lnTo>
                <a:lnTo>
                  <a:pt x="44" y="150"/>
                </a:lnTo>
                <a:lnTo>
                  <a:pt x="44" y="149"/>
                </a:lnTo>
                <a:lnTo>
                  <a:pt x="44" y="148"/>
                </a:lnTo>
                <a:lnTo>
                  <a:pt x="45" y="147"/>
                </a:lnTo>
                <a:lnTo>
                  <a:pt x="45" y="146"/>
                </a:lnTo>
                <a:lnTo>
                  <a:pt x="46" y="145"/>
                </a:lnTo>
                <a:lnTo>
                  <a:pt x="46" y="144"/>
                </a:lnTo>
                <a:lnTo>
                  <a:pt x="46" y="143"/>
                </a:lnTo>
                <a:lnTo>
                  <a:pt x="47" y="141"/>
                </a:lnTo>
                <a:lnTo>
                  <a:pt x="47" y="140"/>
                </a:lnTo>
                <a:lnTo>
                  <a:pt x="47" y="139"/>
                </a:lnTo>
                <a:lnTo>
                  <a:pt x="48" y="138"/>
                </a:lnTo>
                <a:lnTo>
                  <a:pt x="48" y="137"/>
                </a:lnTo>
                <a:lnTo>
                  <a:pt x="48" y="136"/>
                </a:lnTo>
                <a:lnTo>
                  <a:pt x="49" y="135"/>
                </a:lnTo>
                <a:lnTo>
                  <a:pt x="49" y="133"/>
                </a:lnTo>
                <a:lnTo>
                  <a:pt x="50" y="132"/>
                </a:lnTo>
                <a:lnTo>
                  <a:pt x="50" y="131"/>
                </a:lnTo>
                <a:lnTo>
                  <a:pt x="51" y="129"/>
                </a:lnTo>
                <a:lnTo>
                  <a:pt x="51" y="127"/>
                </a:lnTo>
                <a:lnTo>
                  <a:pt x="52" y="126"/>
                </a:lnTo>
                <a:lnTo>
                  <a:pt x="52" y="123"/>
                </a:lnTo>
                <a:lnTo>
                  <a:pt x="53" y="122"/>
                </a:lnTo>
                <a:lnTo>
                  <a:pt x="53" y="121"/>
                </a:lnTo>
                <a:lnTo>
                  <a:pt x="53" y="120"/>
                </a:lnTo>
                <a:lnTo>
                  <a:pt x="54" y="118"/>
                </a:lnTo>
                <a:lnTo>
                  <a:pt x="54" y="117"/>
                </a:lnTo>
                <a:lnTo>
                  <a:pt x="54" y="116"/>
                </a:lnTo>
                <a:lnTo>
                  <a:pt x="55" y="115"/>
                </a:lnTo>
                <a:lnTo>
                  <a:pt x="55" y="114"/>
                </a:lnTo>
                <a:lnTo>
                  <a:pt x="55" y="113"/>
                </a:lnTo>
                <a:lnTo>
                  <a:pt x="56" y="113"/>
                </a:lnTo>
                <a:lnTo>
                  <a:pt x="56" y="112"/>
                </a:lnTo>
                <a:lnTo>
                  <a:pt x="56" y="111"/>
                </a:lnTo>
                <a:lnTo>
                  <a:pt x="56" y="110"/>
                </a:lnTo>
                <a:lnTo>
                  <a:pt x="57" y="108"/>
                </a:lnTo>
                <a:lnTo>
                  <a:pt x="57" y="107"/>
                </a:lnTo>
                <a:lnTo>
                  <a:pt x="57" y="106"/>
                </a:lnTo>
                <a:lnTo>
                  <a:pt x="59" y="105"/>
                </a:lnTo>
                <a:lnTo>
                  <a:pt x="59" y="104"/>
                </a:lnTo>
                <a:lnTo>
                  <a:pt x="59" y="103"/>
                </a:lnTo>
                <a:lnTo>
                  <a:pt x="60" y="102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8"/>
                </a:lnTo>
                <a:lnTo>
                  <a:pt x="61" y="97"/>
                </a:lnTo>
                <a:lnTo>
                  <a:pt x="62" y="96"/>
                </a:lnTo>
                <a:lnTo>
                  <a:pt x="62" y="94"/>
                </a:lnTo>
                <a:lnTo>
                  <a:pt x="63" y="93"/>
                </a:lnTo>
                <a:lnTo>
                  <a:pt x="63" y="90"/>
                </a:lnTo>
                <a:lnTo>
                  <a:pt x="64" y="89"/>
                </a:lnTo>
                <a:lnTo>
                  <a:pt x="64" y="87"/>
                </a:lnTo>
                <a:lnTo>
                  <a:pt x="65" y="86"/>
                </a:lnTo>
                <a:lnTo>
                  <a:pt x="65" y="84"/>
                </a:lnTo>
                <a:lnTo>
                  <a:pt x="66" y="83"/>
                </a:lnTo>
                <a:lnTo>
                  <a:pt x="66" y="82"/>
                </a:lnTo>
                <a:lnTo>
                  <a:pt x="66" y="81"/>
                </a:lnTo>
                <a:lnTo>
                  <a:pt x="67" y="80"/>
                </a:lnTo>
                <a:lnTo>
                  <a:pt x="67" y="79"/>
                </a:lnTo>
                <a:lnTo>
                  <a:pt x="67" y="78"/>
                </a:lnTo>
                <a:lnTo>
                  <a:pt x="67" y="77"/>
                </a:lnTo>
                <a:lnTo>
                  <a:pt x="68" y="75"/>
                </a:lnTo>
                <a:lnTo>
                  <a:pt x="68" y="74"/>
                </a:lnTo>
                <a:lnTo>
                  <a:pt x="68" y="73"/>
                </a:lnTo>
                <a:lnTo>
                  <a:pt x="68" y="72"/>
                </a:lnTo>
                <a:lnTo>
                  <a:pt x="69" y="71"/>
                </a:lnTo>
                <a:lnTo>
                  <a:pt x="69" y="70"/>
                </a:lnTo>
                <a:lnTo>
                  <a:pt x="69" y="69"/>
                </a:lnTo>
                <a:lnTo>
                  <a:pt x="69" y="68"/>
                </a:lnTo>
                <a:lnTo>
                  <a:pt x="69" y="67"/>
                </a:lnTo>
                <a:lnTo>
                  <a:pt x="69" y="66"/>
                </a:lnTo>
                <a:lnTo>
                  <a:pt x="69" y="65"/>
                </a:lnTo>
                <a:lnTo>
                  <a:pt x="70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0" y="58"/>
                </a:lnTo>
                <a:lnTo>
                  <a:pt x="70" y="57"/>
                </a:lnTo>
                <a:lnTo>
                  <a:pt x="70" y="56"/>
                </a:lnTo>
                <a:lnTo>
                  <a:pt x="70" y="55"/>
                </a:lnTo>
                <a:lnTo>
                  <a:pt x="70" y="53"/>
                </a:lnTo>
                <a:lnTo>
                  <a:pt x="71" y="52"/>
                </a:lnTo>
                <a:lnTo>
                  <a:pt x="71" y="51"/>
                </a:lnTo>
                <a:lnTo>
                  <a:pt x="71" y="50"/>
                </a:lnTo>
                <a:lnTo>
                  <a:pt x="71" y="49"/>
                </a:lnTo>
                <a:lnTo>
                  <a:pt x="71" y="48"/>
                </a:lnTo>
                <a:lnTo>
                  <a:pt x="71" y="47"/>
                </a:lnTo>
                <a:lnTo>
                  <a:pt x="71" y="46"/>
                </a:lnTo>
                <a:lnTo>
                  <a:pt x="71" y="45"/>
                </a:lnTo>
                <a:lnTo>
                  <a:pt x="71" y="44"/>
                </a:lnTo>
                <a:lnTo>
                  <a:pt x="71" y="42"/>
                </a:lnTo>
                <a:lnTo>
                  <a:pt x="71" y="41"/>
                </a:lnTo>
                <a:lnTo>
                  <a:pt x="72" y="41"/>
                </a:lnTo>
                <a:lnTo>
                  <a:pt x="72" y="40"/>
                </a:lnTo>
                <a:lnTo>
                  <a:pt x="72" y="39"/>
                </a:lnTo>
                <a:lnTo>
                  <a:pt x="72" y="38"/>
                </a:lnTo>
                <a:lnTo>
                  <a:pt x="72" y="37"/>
                </a:lnTo>
                <a:lnTo>
                  <a:pt x="72" y="36"/>
                </a:lnTo>
                <a:lnTo>
                  <a:pt x="72" y="35"/>
                </a:lnTo>
                <a:lnTo>
                  <a:pt x="73" y="35"/>
                </a:lnTo>
                <a:lnTo>
                  <a:pt x="73" y="34"/>
                </a:lnTo>
                <a:lnTo>
                  <a:pt x="73" y="33"/>
                </a:lnTo>
                <a:lnTo>
                  <a:pt x="73" y="32"/>
                </a:lnTo>
                <a:lnTo>
                  <a:pt x="73" y="31"/>
                </a:lnTo>
                <a:lnTo>
                  <a:pt x="73" y="30"/>
                </a:lnTo>
                <a:lnTo>
                  <a:pt x="74" y="30"/>
                </a:lnTo>
                <a:lnTo>
                  <a:pt x="74" y="29"/>
                </a:lnTo>
                <a:lnTo>
                  <a:pt x="74" y="28"/>
                </a:lnTo>
                <a:lnTo>
                  <a:pt x="74" y="26"/>
                </a:lnTo>
                <a:lnTo>
                  <a:pt x="74" y="25"/>
                </a:lnTo>
                <a:lnTo>
                  <a:pt x="76" y="24"/>
                </a:lnTo>
                <a:lnTo>
                  <a:pt x="76" y="23"/>
                </a:lnTo>
                <a:lnTo>
                  <a:pt x="76" y="22"/>
                </a:lnTo>
                <a:lnTo>
                  <a:pt x="76" y="21"/>
                </a:lnTo>
                <a:lnTo>
                  <a:pt x="76" y="20"/>
                </a:lnTo>
                <a:lnTo>
                  <a:pt x="76" y="19"/>
                </a:lnTo>
                <a:lnTo>
                  <a:pt x="76" y="18"/>
                </a:lnTo>
                <a:lnTo>
                  <a:pt x="76" y="17"/>
                </a:lnTo>
                <a:lnTo>
                  <a:pt x="76" y="16"/>
                </a:lnTo>
                <a:lnTo>
                  <a:pt x="76" y="15"/>
                </a:lnTo>
                <a:lnTo>
                  <a:pt x="76" y="14"/>
                </a:lnTo>
                <a:lnTo>
                  <a:pt x="76" y="13"/>
                </a:lnTo>
                <a:lnTo>
                  <a:pt x="76" y="12"/>
                </a:lnTo>
                <a:lnTo>
                  <a:pt x="76" y="9"/>
                </a:lnTo>
                <a:lnTo>
                  <a:pt x="74" y="8"/>
                </a:lnTo>
                <a:lnTo>
                  <a:pt x="74" y="7"/>
                </a:lnTo>
                <a:lnTo>
                  <a:pt x="74" y="5"/>
                </a:lnTo>
                <a:lnTo>
                  <a:pt x="74" y="3"/>
                </a:lnTo>
                <a:lnTo>
                  <a:pt x="74" y="2"/>
                </a:lnTo>
                <a:lnTo>
                  <a:pt x="74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7" name="Freeform 338"/>
          <p:cNvSpPr>
            <a:spLocks/>
          </p:cNvSpPr>
          <p:nvPr/>
        </p:nvSpPr>
        <p:spPr bwMode="auto">
          <a:xfrm>
            <a:off x="6263076" y="6242756"/>
            <a:ext cx="325120" cy="252871"/>
          </a:xfrm>
          <a:custGeom>
            <a:avLst/>
            <a:gdLst>
              <a:gd name="T0" fmla="*/ 0 w 384"/>
              <a:gd name="T1" fmla="*/ 0 h 299"/>
              <a:gd name="T2" fmla="*/ 2147483646 w 384"/>
              <a:gd name="T3" fmla="*/ 0 h 299"/>
              <a:gd name="T4" fmla="*/ 2147483646 w 384"/>
              <a:gd name="T5" fmla="*/ 2147483646 h 299"/>
              <a:gd name="T6" fmla="*/ 2147483646 w 384"/>
              <a:gd name="T7" fmla="*/ 2147483646 h 299"/>
              <a:gd name="T8" fmla="*/ 2147483646 w 384"/>
              <a:gd name="T9" fmla="*/ 214748364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4" h="299">
                <a:moveTo>
                  <a:pt x="0" y="0"/>
                </a:moveTo>
                <a:lnTo>
                  <a:pt x="107" y="0"/>
                </a:lnTo>
                <a:lnTo>
                  <a:pt x="107" y="299"/>
                </a:lnTo>
                <a:lnTo>
                  <a:pt x="362" y="299"/>
                </a:lnTo>
                <a:lnTo>
                  <a:pt x="384" y="299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8" name="Freeform 339"/>
          <p:cNvSpPr>
            <a:spLocks/>
          </p:cNvSpPr>
          <p:nvPr/>
        </p:nvSpPr>
        <p:spPr bwMode="auto">
          <a:xfrm>
            <a:off x="6263076" y="6604001"/>
            <a:ext cx="325120" cy="252871"/>
          </a:xfrm>
          <a:custGeom>
            <a:avLst/>
            <a:gdLst>
              <a:gd name="T0" fmla="*/ 0 w 384"/>
              <a:gd name="T1" fmla="*/ 2147483646 h 299"/>
              <a:gd name="T2" fmla="*/ 2147483646 w 384"/>
              <a:gd name="T3" fmla="*/ 2147483646 h 299"/>
              <a:gd name="T4" fmla="*/ 2147483646 w 384"/>
              <a:gd name="T5" fmla="*/ 0 h 299"/>
              <a:gd name="T6" fmla="*/ 2147483646 w 384"/>
              <a:gd name="T7" fmla="*/ 0 h 299"/>
              <a:gd name="T8" fmla="*/ 2147483646 w 384"/>
              <a:gd name="T9" fmla="*/ 0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4" h="299">
                <a:moveTo>
                  <a:pt x="0" y="299"/>
                </a:moveTo>
                <a:lnTo>
                  <a:pt x="107" y="299"/>
                </a:lnTo>
                <a:lnTo>
                  <a:pt x="107" y="0"/>
                </a:lnTo>
                <a:lnTo>
                  <a:pt x="362" y="0"/>
                </a:lnTo>
                <a:lnTo>
                  <a:pt x="384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79" name="Freeform 340"/>
          <p:cNvSpPr>
            <a:spLocks/>
          </p:cNvSpPr>
          <p:nvPr/>
        </p:nvSpPr>
        <p:spPr bwMode="auto">
          <a:xfrm>
            <a:off x="6263075" y="5630898"/>
            <a:ext cx="307058" cy="794738"/>
          </a:xfrm>
          <a:custGeom>
            <a:avLst/>
            <a:gdLst>
              <a:gd name="T0" fmla="*/ 0 w 362"/>
              <a:gd name="T1" fmla="*/ 0 h 937"/>
              <a:gd name="T2" fmla="*/ 2147483646 w 362"/>
              <a:gd name="T3" fmla="*/ 0 h 937"/>
              <a:gd name="T4" fmla="*/ 2147483646 w 362"/>
              <a:gd name="T5" fmla="*/ 2147483646 h 937"/>
              <a:gd name="T6" fmla="*/ 2147483646 w 362"/>
              <a:gd name="T7" fmla="*/ 2147483646 h 937"/>
              <a:gd name="T8" fmla="*/ 2147483646 w 362"/>
              <a:gd name="T9" fmla="*/ 2147483646 h 9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2" h="937">
                <a:moveTo>
                  <a:pt x="0" y="0"/>
                </a:moveTo>
                <a:lnTo>
                  <a:pt x="213" y="0"/>
                </a:lnTo>
                <a:lnTo>
                  <a:pt x="213" y="43"/>
                </a:lnTo>
                <a:lnTo>
                  <a:pt x="213" y="937"/>
                </a:lnTo>
                <a:lnTo>
                  <a:pt x="362" y="937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0" name="Freeform 341"/>
          <p:cNvSpPr>
            <a:spLocks/>
          </p:cNvSpPr>
          <p:nvPr/>
        </p:nvSpPr>
        <p:spPr bwMode="auto">
          <a:xfrm>
            <a:off x="6263075" y="6676250"/>
            <a:ext cx="307058" cy="792479"/>
          </a:xfrm>
          <a:custGeom>
            <a:avLst/>
            <a:gdLst>
              <a:gd name="T0" fmla="*/ 0 w 362"/>
              <a:gd name="T1" fmla="*/ 2147483646 h 937"/>
              <a:gd name="T2" fmla="*/ 2147483646 w 362"/>
              <a:gd name="T3" fmla="*/ 2147483646 h 937"/>
              <a:gd name="T4" fmla="*/ 2147483646 w 362"/>
              <a:gd name="T5" fmla="*/ 2147483646 h 937"/>
              <a:gd name="T6" fmla="*/ 2147483646 w 362"/>
              <a:gd name="T7" fmla="*/ 0 h 937"/>
              <a:gd name="T8" fmla="*/ 2147483646 w 362"/>
              <a:gd name="T9" fmla="*/ 0 h 9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2" h="937">
                <a:moveTo>
                  <a:pt x="0" y="937"/>
                </a:moveTo>
                <a:lnTo>
                  <a:pt x="213" y="937"/>
                </a:lnTo>
                <a:lnTo>
                  <a:pt x="213" y="916"/>
                </a:lnTo>
                <a:lnTo>
                  <a:pt x="213" y="0"/>
                </a:lnTo>
                <a:lnTo>
                  <a:pt x="362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1" name="Freeform 342"/>
          <p:cNvSpPr>
            <a:spLocks/>
          </p:cNvSpPr>
          <p:nvPr/>
        </p:nvSpPr>
        <p:spPr bwMode="auto">
          <a:xfrm>
            <a:off x="7940605" y="7055556"/>
            <a:ext cx="36124" cy="36124"/>
          </a:xfrm>
          <a:custGeom>
            <a:avLst/>
            <a:gdLst>
              <a:gd name="T0" fmla="*/ 2147483646 w 42"/>
              <a:gd name="T1" fmla="*/ 212494628 h 43"/>
              <a:gd name="T2" fmla="*/ 2147483646 w 42"/>
              <a:gd name="T3" fmla="*/ 212494628 h 43"/>
              <a:gd name="T4" fmla="*/ 2147483646 w 42"/>
              <a:gd name="T5" fmla="*/ 424989256 h 43"/>
              <a:gd name="T6" fmla="*/ 2147483646 w 42"/>
              <a:gd name="T7" fmla="*/ 637483884 h 43"/>
              <a:gd name="T8" fmla="*/ 1824661614 w 42"/>
              <a:gd name="T9" fmla="*/ 850327023 h 43"/>
              <a:gd name="T10" fmla="*/ 1368587681 w 42"/>
              <a:gd name="T11" fmla="*/ 1275316279 h 43"/>
              <a:gd name="T12" fmla="*/ 912513748 w 42"/>
              <a:gd name="T13" fmla="*/ 2125643302 h 43"/>
              <a:gd name="T14" fmla="*/ 456073933 w 42"/>
              <a:gd name="T15" fmla="*/ 2147483646 h 43"/>
              <a:gd name="T16" fmla="*/ 228219605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28219605 w 42"/>
              <a:gd name="T27" fmla="*/ 2147483646 h 43"/>
              <a:gd name="T28" fmla="*/ 456073933 w 42"/>
              <a:gd name="T29" fmla="*/ 2147483646 h 43"/>
              <a:gd name="T30" fmla="*/ 912513748 w 42"/>
              <a:gd name="T31" fmla="*/ 2147483646 h 43"/>
              <a:gd name="T32" fmla="*/ 1368587681 w 42"/>
              <a:gd name="T33" fmla="*/ 2147483646 h 43"/>
              <a:gd name="T34" fmla="*/ 1824661614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125643302 h 43"/>
              <a:gd name="T76" fmla="*/ 2147483646 w 42"/>
              <a:gd name="T77" fmla="*/ 1275316279 h 43"/>
              <a:gd name="T78" fmla="*/ 2147483646 w 42"/>
              <a:gd name="T79" fmla="*/ 850327023 h 43"/>
              <a:gd name="T80" fmla="*/ 2147483646 w 42"/>
              <a:gd name="T81" fmla="*/ 637483884 h 43"/>
              <a:gd name="T82" fmla="*/ 2147483646 w 42"/>
              <a:gd name="T83" fmla="*/ 424989256 h 43"/>
              <a:gd name="T84" fmla="*/ 2147483646 w 42"/>
              <a:gd name="T85" fmla="*/ 212494628 h 43"/>
              <a:gd name="T86" fmla="*/ 2147483646 w 42"/>
              <a:gd name="T87" fmla="*/ 21249462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39"/>
                </a:lnTo>
                <a:lnTo>
                  <a:pt x="9" y="40"/>
                </a:lnTo>
                <a:lnTo>
                  <a:pt x="10" y="40"/>
                </a:lnTo>
                <a:lnTo>
                  <a:pt x="11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9" y="42"/>
                </a:lnTo>
                <a:lnTo>
                  <a:pt x="30" y="42"/>
                </a:lnTo>
                <a:lnTo>
                  <a:pt x="31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4"/>
                </a:lnTo>
                <a:lnTo>
                  <a:pt x="42" y="23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2" name="Freeform 343"/>
          <p:cNvSpPr>
            <a:spLocks/>
          </p:cNvSpPr>
          <p:nvPr/>
        </p:nvSpPr>
        <p:spPr bwMode="auto">
          <a:xfrm>
            <a:off x="7929315" y="7044266"/>
            <a:ext cx="45156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2074282452 w 52"/>
              <a:gd name="T9" fmla="*/ 1553474990 h 52"/>
              <a:gd name="T10" fmla="*/ 1613123471 w 52"/>
              <a:gd name="T11" fmla="*/ 1997484697 h 52"/>
              <a:gd name="T12" fmla="*/ 1152337553 w 52"/>
              <a:gd name="T13" fmla="*/ 2147483646 h 52"/>
              <a:gd name="T14" fmla="*/ 691551635 w 52"/>
              <a:gd name="T15" fmla="*/ 2147483646 h 52"/>
              <a:gd name="T16" fmla="*/ 460785918 w 52"/>
              <a:gd name="T17" fmla="*/ 2147483646 h 52"/>
              <a:gd name="T18" fmla="*/ 230393264 w 52"/>
              <a:gd name="T19" fmla="*/ 2147483646 h 52"/>
              <a:gd name="T20" fmla="*/ 0 w 52"/>
              <a:gd name="T21" fmla="*/ 2147483646 h 52"/>
              <a:gd name="T22" fmla="*/ 230393264 w 52"/>
              <a:gd name="T23" fmla="*/ 2147483646 h 52"/>
              <a:gd name="T24" fmla="*/ 230393264 w 52"/>
              <a:gd name="T25" fmla="*/ 2147483646 h 52"/>
              <a:gd name="T26" fmla="*/ 460785918 w 52"/>
              <a:gd name="T27" fmla="*/ 2147483646 h 52"/>
              <a:gd name="T28" fmla="*/ 921944899 w 52"/>
              <a:gd name="T29" fmla="*/ 2147483646 h 52"/>
              <a:gd name="T30" fmla="*/ 1382730817 w 52"/>
              <a:gd name="T31" fmla="*/ 2147483646 h 52"/>
              <a:gd name="T32" fmla="*/ 1843889188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2147483646 h 52"/>
              <a:gd name="T76" fmla="*/ 2147483646 w 52"/>
              <a:gd name="T77" fmla="*/ 1775293313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5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1" y="6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83" name="Freeform 344"/>
          <p:cNvSpPr>
            <a:spLocks/>
          </p:cNvSpPr>
          <p:nvPr/>
        </p:nvSpPr>
        <p:spPr bwMode="auto">
          <a:xfrm>
            <a:off x="3991751" y="5161281"/>
            <a:ext cx="5084516" cy="1388534"/>
          </a:xfrm>
          <a:custGeom>
            <a:avLst/>
            <a:gdLst>
              <a:gd name="T0" fmla="*/ 0 w 6005"/>
              <a:gd name="T1" fmla="*/ 0 h 1640"/>
              <a:gd name="T2" fmla="*/ 2147483646 w 6005"/>
              <a:gd name="T3" fmla="*/ 0 h 1640"/>
              <a:gd name="T4" fmla="*/ 2147483646 w 6005"/>
              <a:gd name="T5" fmla="*/ 2147483646 h 1640"/>
              <a:gd name="T6" fmla="*/ 2147483646 w 6005"/>
              <a:gd name="T7" fmla="*/ 2147483646 h 16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005" h="1640">
                <a:moveTo>
                  <a:pt x="0" y="0"/>
                </a:moveTo>
                <a:lnTo>
                  <a:pt x="6005" y="0"/>
                </a:lnTo>
                <a:lnTo>
                  <a:pt x="6005" y="1597"/>
                </a:lnTo>
                <a:lnTo>
                  <a:pt x="6005" y="164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4" name="Freeform 346"/>
          <p:cNvSpPr>
            <a:spLocks/>
          </p:cNvSpPr>
          <p:nvPr/>
        </p:nvSpPr>
        <p:spPr bwMode="auto">
          <a:xfrm>
            <a:off x="5644445" y="5461565"/>
            <a:ext cx="97085" cy="97084"/>
          </a:xfrm>
          <a:custGeom>
            <a:avLst/>
            <a:gdLst>
              <a:gd name="T0" fmla="*/ 2147483646 w 115"/>
              <a:gd name="T1" fmla="*/ 207880940 h 115"/>
              <a:gd name="T2" fmla="*/ 2147483646 w 115"/>
              <a:gd name="T3" fmla="*/ 415761286 h 115"/>
              <a:gd name="T4" fmla="*/ 2147483646 w 115"/>
              <a:gd name="T5" fmla="*/ 1039756100 h 115"/>
              <a:gd name="T6" fmla="*/ 2147483646 w 115"/>
              <a:gd name="T7" fmla="*/ 1871279265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1904102598 w 115"/>
              <a:gd name="T13" fmla="*/ 2147483646 h 115"/>
              <a:gd name="T14" fmla="*/ 1057756554 w 115"/>
              <a:gd name="T15" fmla="*/ 2147483646 h 115"/>
              <a:gd name="T16" fmla="*/ 423173022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11410511 w 115"/>
              <a:gd name="T25" fmla="*/ 2147483646 h 115"/>
              <a:gd name="T26" fmla="*/ 846346043 w 115"/>
              <a:gd name="T27" fmla="*/ 2147483646 h 115"/>
              <a:gd name="T28" fmla="*/ 1692692680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147483646 h 115"/>
              <a:gd name="T80" fmla="*/ 2147483646 w 115"/>
              <a:gd name="T81" fmla="*/ 1455517979 h 115"/>
              <a:gd name="T82" fmla="*/ 2147483646 w 115"/>
              <a:gd name="T83" fmla="*/ 623642226 h 115"/>
              <a:gd name="T84" fmla="*/ 2147483646 w 115"/>
              <a:gd name="T85" fmla="*/ 207880940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7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2" y="2"/>
                </a:lnTo>
                <a:lnTo>
                  <a:pt x="40" y="3"/>
                </a:lnTo>
                <a:lnTo>
                  <a:pt x="37" y="4"/>
                </a:lnTo>
                <a:lnTo>
                  <a:pt x="35" y="5"/>
                </a:lnTo>
                <a:lnTo>
                  <a:pt x="32" y="7"/>
                </a:lnTo>
                <a:lnTo>
                  <a:pt x="30" y="8"/>
                </a:lnTo>
                <a:lnTo>
                  <a:pt x="27" y="9"/>
                </a:lnTo>
                <a:lnTo>
                  <a:pt x="24" y="11"/>
                </a:lnTo>
                <a:lnTo>
                  <a:pt x="22" y="12"/>
                </a:lnTo>
                <a:lnTo>
                  <a:pt x="20" y="14"/>
                </a:lnTo>
                <a:lnTo>
                  <a:pt x="18" y="16"/>
                </a:lnTo>
                <a:lnTo>
                  <a:pt x="17" y="17"/>
                </a:lnTo>
                <a:lnTo>
                  <a:pt x="15" y="19"/>
                </a:lnTo>
                <a:lnTo>
                  <a:pt x="12" y="21"/>
                </a:lnTo>
                <a:lnTo>
                  <a:pt x="10" y="24"/>
                </a:lnTo>
                <a:lnTo>
                  <a:pt x="9" y="26"/>
                </a:lnTo>
                <a:lnTo>
                  <a:pt x="8" y="28"/>
                </a:lnTo>
                <a:lnTo>
                  <a:pt x="6" y="31"/>
                </a:lnTo>
                <a:lnTo>
                  <a:pt x="5" y="33"/>
                </a:lnTo>
                <a:lnTo>
                  <a:pt x="4" y="35"/>
                </a:lnTo>
                <a:lnTo>
                  <a:pt x="3" y="38"/>
                </a:lnTo>
                <a:lnTo>
                  <a:pt x="2" y="41"/>
                </a:lnTo>
                <a:lnTo>
                  <a:pt x="1" y="44"/>
                </a:lnTo>
                <a:lnTo>
                  <a:pt x="1" y="47"/>
                </a:lnTo>
                <a:lnTo>
                  <a:pt x="0" y="49"/>
                </a:lnTo>
                <a:lnTo>
                  <a:pt x="0" y="52"/>
                </a:lnTo>
                <a:lnTo>
                  <a:pt x="0" y="56"/>
                </a:lnTo>
                <a:lnTo>
                  <a:pt x="0" y="58"/>
                </a:lnTo>
                <a:lnTo>
                  <a:pt x="0" y="61"/>
                </a:lnTo>
                <a:lnTo>
                  <a:pt x="0" y="64"/>
                </a:lnTo>
                <a:lnTo>
                  <a:pt x="0" y="67"/>
                </a:lnTo>
                <a:lnTo>
                  <a:pt x="1" y="69"/>
                </a:lnTo>
                <a:lnTo>
                  <a:pt x="1" y="73"/>
                </a:lnTo>
                <a:lnTo>
                  <a:pt x="2" y="76"/>
                </a:lnTo>
                <a:lnTo>
                  <a:pt x="3" y="78"/>
                </a:lnTo>
                <a:lnTo>
                  <a:pt x="4" y="81"/>
                </a:lnTo>
                <a:lnTo>
                  <a:pt x="5" y="83"/>
                </a:lnTo>
                <a:lnTo>
                  <a:pt x="6" y="85"/>
                </a:lnTo>
                <a:lnTo>
                  <a:pt x="8" y="87"/>
                </a:lnTo>
                <a:lnTo>
                  <a:pt x="9" y="91"/>
                </a:lnTo>
                <a:lnTo>
                  <a:pt x="10" y="93"/>
                </a:lnTo>
                <a:lnTo>
                  <a:pt x="12" y="95"/>
                </a:lnTo>
                <a:lnTo>
                  <a:pt x="15" y="97"/>
                </a:lnTo>
                <a:lnTo>
                  <a:pt x="17" y="99"/>
                </a:lnTo>
                <a:lnTo>
                  <a:pt x="18" y="100"/>
                </a:lnTo>
                <a:lnTo>
                  <a:pt x="20" y="102"/>
                </a:lnTo>
                <a:lnTo>
                  <a:pt x="22" y="105"/>
                </a:lnTo>
                <a:lnTo>
                  <a:pt x="24" y="106"/>
                </a:lnTo>
                <a:lnTo>
                  <a:pt x="27" y="108"/>
                </a:lnTo>
                <a:lnTo>
                  <a:pt x="30" y="109"/>
                </a:lnTo>
                <a:lnTo>
                  <a:pt x="32" y="110"/>
                </a:lnTo>
                <a:lnTo>
                  <a:pt x="35" y="111"/>
                </a:lnTo>
                <a:lnTo>
                  <a:pt x="37" y="112"/>
                </a:lnTo>
                <a:lnTo>
                  <a:pt x="40" y="113"/>
                </a:lnTo>
                <a:lnTo>
                  <a:pt x="42" y="114"/>
                </a:lnTo>
                <a:lnTo>
                  <a:pt x="46" y="114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7" y="115"/>
                </a:lnTo>
                <a:lnTo>
                  <a:pt x="59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4"/>
                </a:lnTo>
                <a:lnTo>
                  <a:pt x="71" y="114"/>
                </a:lnTo>
                <a:lnTo>
                  <a:pt x="74" y="113"/>
                </a:lnTo>
                <a:lnTo>
                  <a:pt x="76" y="112"/>
                </a:lnTo>
                <a:lnTo>
                  <a:pt x="80" y="111"/>
                </a:lnTo>
                <a:lnTo>
                  <a:pt x="82" y="110"/>
                </a:lnTo>
                <a:lnTo>
                  <a:pt x="84" y="109"/>
                </a:lnTo>
                <a:lnTo>
                  <a:pt x="87" y="108"/>
                </a:lnTo>
                <a:lnTo>
                  <a:pt x="89" y="106"/>
                </a:lnTo>
                <a:lnTo>
                  <a:pt x="91" y="105"/>
                </a:lnTo>
                <a:lnTo>
                  <a:pt x="93" y="102"/>
                </a:lnTo>
                <a:lnTo>
                  <a:pt x="96" y="100"/>
                </a:lnTo>
                <a:lnTo>
                  <a:pt x="98" y="99"/>
                </a:lnTo>
                <a:lnTo>
                  <a:pt x="100" y="97"/>
                </a:lnTo>
                <a:lnTo>
                  <a:pt x="101" y="95"/>
                </a:lnTo>
                <a:lnTo>
                  <a:pt x="103" y="93"/>
                </a:lnTo>
                <a:lnTo>
                  <a:pt x="104" y="91"/>
                </a:lnTo>
                <a:lnTo>
                  <a:pt x="106" y="87"/>
                </a:lnTo>
                <a:lnTo>
                  <a:pt x="107" y="85"/>
                </a:lnTo>
                <a:lnTo>
                  <a:pt x="108" y="83"/>
                </a:lnTo>
                <a:lnTo>
                  <a:pt x="109" y="81"/>
                </a:lnTo>
                <a:lnTo>
                  <a:pt x="110" y="78"/>
                </a:lnTo>
                <a:lnTo>
                  <a:pt x="112" y="76"/>
                </a:lnTo>
                <a:lnTo>
                  <a:pt x="113" y="73"/>
                </a:lnTo>
                <a:lnTo>
                  <a:pt x="114" y="69"/>
                </a:lnTo>
                <a:lnTo>
                  <a:pt x="114" y="67"/>
                </a:lnTo>
                <a:lnTo>
                  <a:pt x="114" y="64"/>
                </a:lnTo>
                <a:lnTo>
                  <a:pt x="115" y="61"/>
                </a:lnTo>
                <a:lnTo>
                  <a:pt x="115" y="58"/>
                </a:lnTo>
                <a:lnTo>
                  <a:pt x="115" y="56"/>
                </a:lnTo>
                <a:lnTo>
                  <a:pt x="114" y="52"/>
                </a:lnTo>
                <a:lnTo>
                  <a:pt x="114" y="49"/>
                </a:lnTo>
                <a:lnTo>
                  <a:pt x="114" y="47"/>
                </a:lnTo>
                <a:lnTo>
                  <a:pt x="113" y="44"/>
                </a:lnTo>
                <a:lnTo>
                  <a:pt x="112" y="41"/>
                </a:lnTo>
                <a:lnTo>
                  <a:pt x="110" y="38"/>
                </a:lnTo>
                <a:lnTo>
                  <a:pt x="109" y="35"/>
                </a:lnTo>
                <a:lnTo>
                  <a:pt x="108" y="33"/>
                </a:lnTo>
                <a:lnTo>
                  <a:pt x="107" y="31"/>
                </a:lnTo>
                <a:lnTo>
                  <a:pt x="106" y="28"/>
                </a:lnTo>
                <a:lnTo>
                  <a:pt x="104" y="26"/>
                </a:lnTo>
                <a:lnTo>
                  <a:pt x="103" y="24"/>
                </a:lnTo>
                <a:lnTo>
                  <a:pt x="101" y="21"/>
                </a:lnTo>
                <a:lnTo>
                  <a:pt x="100" y="19"/>
                </a:lnTo>
                <a:lnTo>
                  <a:pt x="98" y="17"/>
                </a:lnTo>
                <a:lnTo>
                  <a:pt x="96" y="16"/>
                </a:lnTo>
                <a:lnTo>
                  <a:pt x="93" y="14"/>
                </a:lnTo>
                <a:lnTo>
                  <a:pt x="91" y="12"/>
                </a:lnTo>
                <a:lnTo>
                  <a:pt x="89" y="11"/>
                </a:lnTo>
                <a:lnTo>
                  <a:pt x="87" y="9"/>
                </a:lnTo>
                <a:lnTo>
                  <a:pt x="84" y="8"/>
                </a:lnTo>
                <a:lnTo>
                  <a:pt x="82" y="7"/>
                </a:lnTo>
                <a:lnTo>
                  <a:pt x="80" y="5"/>
                </a:lnTo>
                <a:lnTo>
                  <a:pt x="76" y="4"/>
                </a:lnTo>
                <a:lnTo>
                  <a:pt x="74" y="3"/>
                </a:lnTo>
                <a:lnTo>
                  <a:pt x="71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59" y="1"/>
                </a:lnTo>
                <a:lnTo>
                  <a:pt x="57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5" name="Freeform 347"/>
          <p:cNvSpPr>
            <a:spLocks/>
          </p:cNvSpPr>
          <p:nvPr/>
        </p:nvSpPr>
        <p:spPr bwMode="auto">
          <a:xfrm>
            <a:off x="5271912" y="5486400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700305535 w 43"/>
              <a:gd name="T9" fmla="*/ 811596749 h 43"/>
              <a:gd name="T10" fmla="*/ 1275316279 w 43"/>
              <a:gd name="T11" fmla="*/ 1217394828 h 43"/>
              <a:gd name="T12" fmla="*/ 850327023 w 43"/>
              <a:gd name="T13" fmla="*/ 1825917986 h 43"/>
              <a:gd name="T14" fmla="*/ 424989256 w 43"/>
              <a:gd name="T15" fmla="*/ 2147483646 h 43"/>
              <a:gd name="T16" fmla="*/ 21249462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12494628 w 43"/>
              <a:gd name="T27" fmla="*/ 2147483646 h 43"/>
              <a:gd name="T28" fmla="*/ 424989256 w 43"/>
              <a:gd name="T29" fmla="*/ 2147483646 h 43"/>
              <a:gd name="T30" fmla="*/ 850327023 w 43"/>
              <a:gd name="T31" fmla="*/ 2147483646 h 43"/>
              <a:gd name="T32" fmla="*/ 1275316279 w 43"/>
              <a:gd name="T33" fmla="*/ 2147483646 h 43"/>
              <a:gd name="T34" fmla="*/ 1700305535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1825917986 h 43"/>
              <a:gd name="T76" fmla="*/ 2147483646 w 43"/>
              <a:gd name="T77" fmla="*/ 1217394828 h 43"/>
              <a:gd name="T78" fmla="*/ 2147483646 w 43"/>
              <a:gd name="T79" fmla="*/ 811596749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10" y="39"/>
                </a:lnTo>
                <a:lnTo>
                  <a:pt x="10" y="40"/>
                </a:lnTo>
                <a:lnTo>
                  <a:pt x="11" y="40"/>
                </a:lnTo>
                <a:lnTo>
                  <a:pt x="12" y="41"/>
                </a:lnTo>
                <a:lnTo>
                  <a:pt x="13" y="41"/>
                </a:lnTo>
                <a:lnTo>
                  <a:pt x="14" y="41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1"/>
                </a:lnTo>
                <a:lnTo>
                  <a:pt x="30" y="41"/>
                </a:lnTo>
                <a:lnTo>
                  <a:pt x="31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5"/>
                </a:lnTo>
                <a:lnTo>
                  <a:pt x="43" y="24"/>
                </a:lnTo>
                <a:lnTo>
                  <a:pt x="43" y="23"/>
                </a:lnTo>
                <a:lnTo>
                  <a:pt x="43" y="21"/>
                </a:lnTo>
                <a:lnTo>
                  <a:pt x="43" y="20"/>
                </a:lnTo>
                <a:lnTo>
                  <a:pt x="43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6" name="Freeform 348"/>
          <p:cNvSpPr>
            <a:spLocks/>
          </p:cNvSpPr>
          <p:nvPr/>
        </p:nvSpPr>
        <p:spPr bwMode="auto">
          <a:xfrm>
            <a:off x="5260622" y="5493174"/>
            <a:ext cx="45156" cy="45156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209579354 h 53"/>
              <a:gd name="T4" fmla="*/ 2147483646 w 52"/>
              <a:gd name="T5" fmla="*/ 628738061 h 53"/>
              <a:gd name="T6" fmla="*/ 2147483646 w 52"/>
              <a:gd name="T7" fmla="*/ 1047896769 h 53"/>
              <a:gd name="T8" fmla="*/ 2147483646 w 52"/>
              <a:gd name="T9" fmla="*/ 1467414311 h 53"/>
              <a:gd name="T10" fmla="*/ 1775293313 w 52"/>
              <a:gd name="T11" fmla="*/ 1886573618 h 53"/>
              <a:gd name="T12" fmla="*/ 1109838346 w 52"/>
              <a:gd name="T13" fmla="*/ 2147483646 h 53"/>
              <a:gd name="T14" fmla="*/ 665828029 w 52"/>
              <a:gd name="T15" fmla="*/ 2147483646 h 53"/>
              <a:gd name="T16" fmla="*/ 444009707 w 52"/>
              <a:gd name="T17" fmla="*/ 2147483646 h 53"/>
              <a:gd name="T18" fmla="*/ 221818322 w 52"/>
              <a:gd name="T19" fmla="*/ 2147483646 h 53"/>
              <a:gd name="T20" fmla="*/ 0 w 52"/>
              <a:gd name="T21" fmla="*/ 2147483646 h 53"/>
              <a:gd name="T22" fmla="*/ 221818322 w 52"/>
              <a:gd name="T23" fmla="*/ 2147483646 h 53"/>
              <a:gd name="T24" fmla="*/ 221818322 w 52"/>
              <a:gd name="T25" fmla="*/ 2147483646 h 53"/>
              <a:gd name="T26" fmla="*/ 444009707 w 52"/>
              <a:gd name="T27" fmla="*/ 2147483646 h 53"/>
              <a:gd name="T28" fmla="*/ 887646962 w 52"/>
              <a:gd name="T29" fmla="*/ 2147483646 h 53"/>
              <a:gd name="T30" fmla="*/ 1553474990 w 52"/>
              <a:gd name="T31" fmla="*/ 2147483646 h 53"/>
              <a:gd name="T32" fmla="*/ 1997484697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2096152972 h 53"/>
              <a:gd name="T76" fmla="*/ 2147483646 w 52"/>
              <a:gd name="T77" fmla="*/ 1676994264 h 53"/>
              <a:gd name="T78" fmla="*/ 2147483646 w 52"/>
              <a:gd name="T79" fmla="*/ 1047896769 h 53"/>
              <a:gd name="T80" fmla="*/ 2147483646 w 52"/>
              <a:gd name="T81" fmla="*/ 838317415 h 53"/>
              <a:gd name="T82" fmla="*/ 2147483646 w 52"/>
              <a:gd name="T83" fmla="*/ 209579354 h 53"/>
              <a:gd name="T84" fmla="*/ 2147483646 w 52"/>
              <a:gd name="T85" fmla="*/ 209579354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1" y="6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5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7" y="43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4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5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2" y="6"/>
                </a:lnTo>
                <a:lnTo>
                  <a:pt x="42" y="5"/>
                </a:lnTo>
                <a:lnTo>
                  <a:pt x="41" y="5"/>
                </a:lnTo>
                <a:lnTo>
                  <a:pt x="40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87" name="Freeform 349"/>
          <p:cNvSpPr>
            <a:spLocks/>
          </p:cNvSpPr>
          <p:nvPr/>
        </p:nvSpPr>
        <p:spPr bwMode="auto">
          <a:xfrm>
            <a:off x="5271912" y="4314614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608523158 h 43"/>
              <a:gd name="T6" fmla="*/ 2147483646 w 43"/>
              <a:gd name="T7" fmla="*/ 811596749 h 43"/>
              <a:gd name="T8" fmla="*/ 1700305535 w 43"/>
              <a:gd name="T9" fmla="*/ 1014321237 h 43"/>
              <a:gd name="T10" fmla="*/ 1275316279 w 43"/>
              <a:gd name="T11" fmla="*/ 1420119907 h 43"/>
              <a:gd name="T12" fmla="*/ 850327023 w 43"/>
              <a:gd name="T13" fmla="*/ 2028991577 h 43"/>
              <a:gd name="T14" fmla="*/ 424989256 w 43"/>
              <a:gd name="T15" fmla="*/ 2147483646 h 43"/>
              <a:gd name="T16" fmla="*/ 21249462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12494628 w 43"/>
              <a:gd name="T27" fmla="*/ 2147483646 h 43"/>
              <a:gd name="T28" fmla="*/ 424989256 w 43"/>
              <a:gd name="T29" fmla="*/ 2147483646 h 43"/>
              <a:gd name="T30" fmla="*/ 850327023 w 43"/>
              <a:gd name="T31" fmla="*/ 2147483646 h 43"/>
              <a:gd name="T32" fmla="*/ 1275316279 w 43"/>
              <a:gd name="T33" fmla="*/ 2147483646 h 43"/>
              <a:gd name="T34" fmla="*/ 1700305535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811596749 h 43"/>
              <a:gd name="T82" fmla="*/ 2147483646 w 43"/>
              <a:gd name="T83" fmla="*/ 608523158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7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5"/>
                </a:lnTo>
                <a:lnTo>
                  <a:pt x="4" y="35"/>
                </a:lnTo>
                <a:lnTo>
                  <a:pt x="4" y="36"/>
                </a:lnTo>
                <a:lnTo>
                  <a:pt x="5" y="37"/>
                </a:lnTo>
                <a:lnTo>
                  <a:pt x="6" y="38"/>
                </a:lnTo>
                <a:lnTo>
                  <a:pt x="7" y="39"/>
                </a:lnTo>
                <a:lnTo>
                  <a:pt x="8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7"/>
                </a:lnTo>
                <a:lnTo>
                  <a:pt x="37" y="36"/>
                </a:lnTo>
                <a:lnTo>
                  <a:pt x="38" y="35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1"/>
                </a:lnTo>
                <a:lnTo>
                  <a:pt x="43" y="20"/>
                </a:lnTo>
                <a:lnTo>
                  <a:pt x="41" y="19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4"/>
                </a:lnTo>
                <a:lnTo>
                  <a:pt x="31" y="4"/>
                </a:lnTo>
                <a:lnTo>
                  <a:pt x="30" y="3"/>
                </a:lnTo>
                <a:lnTo>
                  <a:pt x="29" y="3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88" name="Freeform 350"/>
          <p:cNvSpPr>
            <a:spLocks/>
          </p:cNvSpPr>
          <p:nvPr/>
        </p:nvSpPr>
        <p:spPr bwMode="auto">
          <a:xfrm>
            <a:off x="5260622" y="4303325"/>
            <a:ext cx="45156" cy="42898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00197632 h 52"/>
              <a:gd name="T4" fmla="*/ 2147483646 w 52"/>
              <a:gd name="T5" fmla="*/ 400732277 h 52"/>
              <a:gd name="T6" fmla="*/ 2147483646 w 52"/>
              <a:gd name="T7" fmla="*/ 801127540 h 52"/>
              <a:gd name="T8" fmla="*/ 2147483646 w 52"/>
              <a:gd name="T9" fmla="*/ 1201859817 h 52"/>
              <a:gd name="T10" fmla="*/ 1775293313 w 52"/>
              <a:gd name="T11" fmla="*/ 1602255660 h 52"/>
              <a:gd name="T12" fmla="*/ 1109838346 w 52"/>
              <a:gd name="T13" fmla="*/ 2147483646 h 52"/>
              <a:gd name="T14" fmla="*/ 665828029 w 52"/>
              <a:gd name="T15" fmla="*/ 2147483646 h 52"/>
              <a:gd name="T16" fmla="*/ 444009707 w 52"/>
              <a:gd name="T17" fmla="*/ 2147483646 h 52"/>
              <a:gd name="T18" fmla="*/ 221818322 w 52"/>
              <a:gd name="T19" fmla="*/ 2147483646 h 52"/>
              <a:gd name="T20" fmla="*/ 0 w 52"/>
              <a:gd name="T21" fmla="*/ 2147483646 h 52"/>
              <a:gd name="T22" fmla="*/ 221818322 w 52"/>
              <a:gd name="T23" fmla="*/ 2147483646 h 52"/>
              <a:gd name="T24" fmla="*/ 221818322 w 52"/>
              <a:gd name="T25" fmla="*/ 2147483646 h 52"/>
              <a:gd name="T26" fmla="*/ 444009707 w 52"/>
              <a:gd name="T27" fmla="*/ 2147483646 h 52"/>
              <a:gd name="T28" fmla="*/ 887646962 w 52"/>
              <a:gd name="T29" fmla="*/ 2147483646 h 52"/>
              <a:gd name="T30" fmla="*/ 1553474990 w 52"/>
              <a:gd name="T31" fmla="*/ 2147483646 h 52"/>
              <a:gd name="T32" fmla="*/ 1997484697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802789725 h 52"/>
              <a:gd name="T76" fmla="*/ 2147483646 w 52"/>
              <a:gd name="T77" fmla="*/ 1402057448 h 52"/>
              <a:gd name="T78" fmla="*/ 2147483646 w 52"/>
              <a:gd name="T79" fmla="*/ 801127540 h 52"/>
              <a:gd name="T80" fmla="*/ 2147483646 w 52"/>
              <a:gd name="T81" fmla="*/ 600929908 h 52"/>
              <a:gd name="T82" fmla="*/ 2147483646 w 52"/>
              <a:gd name="T83" fmla="*/ 200197632 h 52"/>
              <a:gd name="T84" fmla="*/ 2147483646 w 52"/>
              <a:gd name="T85" fmla="*/ 20019763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7" y="42"/>
                </a:lnTo>
                <a:lnTo>
                  <a:pt x="8" y="43"/>
                </a:lnTo>
                <a:lnTo>
                  <a:pt x="9" y="44"/>
                </a:lnTo>
                <a:lnTo>
                  <a:pt x="9" y="45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4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5"/>
                </a:lnTo>
                <a:lnTo>
                  <a:pt x="45" y="44"/>
                </a:lnTo>
                <a:lnTo>
                  <a:pt x="46" y="43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3"/>
                </a:lnTo>
                <a:lnTo>
                  <a:pt x="49" y="12"/>
                </a:lnTo>
                <a:lnTo>
                  <a:pt x="48" y="11"/>
                </a:lnTo>
                <a:lnTo>
                  <a:pt x="47" y="10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2" y="5"/>
                </a:lnTo>
                <a:lnTo>
                  <a:pt x="42" y="4"/>
                </a:lnTo>
                <a:lnTo>
                  <a:pt x="41" y="4"/>
                </a:lnTo>
                <a:lnTo>
                  <a:pt x="40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89" name="Freeform 351"/>
          <p:cNvSpPr>
            <a:spLocks/>
          </p:cNvSpPr>
          <p:nvPr/>
        </p:nvSpPr>
        <p:spPr bwMode="auto">
          <a:xfrm>
            <a:off x="3991752" y="5161280"/>
            <a:ext cx="1767841" cy="596053"/>
          </a:xfrm>
          <a:custGeom>
            <a:avLst/>
            <a:gdLst>
              <a:gd name="T0" fmla="*/ 0 w 2087"/>
              <a:gd name="T1" fmla="*/ 0 h 702"/>
              <a:gd name="T2" fmla="*/ 0 w 2087"/>
              <a:gd name="T3" fmla="*/ 2147483646 h 702"/>
              <a:gd name="T4" fmla="*/ 2147483646 w 2087"/>
              <a:gd name="T5" fmla="*/ 2147483646 h 7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7" h="702">
                <a:moveTo>
                  <a:pt x="0" y="0"/>
                </a:moveTo>
                <a:lnTo>
                  <a:pt x="0" y="702"/>
                </a:lnTo>
                <a:lnTo>
                  <a:pt x="2087" y="702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0" name="Freeform 352"/>
          <p:cNvSpPr>
            <a:spLocks/>
          </p:cNvSpPr>
          <p:nvPr/>
        </p:nvSpPr>
        <p:spPr bwMode="auto">
          <a:xfrm>
            <a:off x="3991752" y="5703147"/>
            <a:ext cx="1767841" cy="668302"/>
          </a:xfrm>
          <a:custGeom>
            <a:avLst/>
            <a:gdLst>
              <a:gd name="T0" fmla="*/ 0 w 2087"/>
              <a:gd name="T1" fmla="*/ 0 h 788"/>
              <a:gd name="T2" fmla="*/ 0 w 2087"/>
              <a:gd name="T3" fmla="*/ 2147483646 h 788"/>
              <a:gd name="T4" fmla="*/ 2147483646 w 2087"/>
              <a:gd name="T5" fmla="*/ 2147483646 h 7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7" h="788">
                <a:moveTo>
                  <a:pt x="0" y="0"/>
                </a:moveTo>
                <a:lnTo>
                  <a:pt x="0" y="788"/>
                </a:lnTo>
                <a:lnTo>
                  <a:pt x="2087" y="788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1" name="Freeform 353"/>
          <p:cNvSpPr>
            <a:spLocks/>
          </p:cNvSpPr>
          <p:nvPr/>
        </p:nvSpPr>
        <p:spPr bwMode="auto">
          <a:xfrm>
            <a:off x="3973689" y="5739271"/>
            <a:ext cx="36124" cy="36124"/>
          </a:xfrm>
          <a:custGeom>
            <a:avLst/>
            <a:gdLst>
              <a:gd name="T0" fmla="*/ 2147483646 w 42"/>
              <a:gd name="T1" fmla="*/ 202724488 h 43"/>
              <a:gd name="T2" fmla="*/ 2147483646 w 42"/>
              <a:gd name="T3" fmla="*/ 202724488 h 43"/>
              <a:gd name="T4" fmla="*/ 2147483646 w 42"/>
              <a:gd name="T5" fmla="*/ 405798079 h 43"/>
              <a:gd name="T6" fmla="*/ 2147483646 w 42"/>
              <a:gd name="T7" fmla="*/ 608523158 h 43"/>
              <a:gd name="T8" fmla="*/ 1741639295 w 42"/>
              <a:gd name="T9" fmla="*/ 811596749 h 43"/>
              <a:gd name="T10" fmla="*/ 1306412714 w 42"/>
              <a:gd name="T11" fmla="*/ 1217394828 h 43"/>
              <a:gd name="T12" fmla="*/ 870819648 w 42"/>
              <a:gd name="T13" fmla="*/ 2028991577 h 43"/>
              <a:gd name="T14" fmla="*/ 435592462 w 42"/>
              <a:gd name="T15" fmla="*/ 2147483646 h 43"/>
              <a:gd name="T16" fmla="*/ 217613290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17613290 w 42"/>
              <a:gd name="T27" fmla="*/ 2147483646 h 43"/>
              <a:gd name="T28" fmla="*/ 435592462 w 42"/>
              <a:gd name="T29" fmla="*/ 2147483646 h 43"/>
              <a:gd name="T30" fmla="*/ 870819648 w 42"/>
              <a:gd name="T31" fmla="*/ 2147483646 h 43"/>
              <a:gd name="T32" fmla="*/ 1306412714 w 42"/>
              <a:gd name="T33" fmla="*/ 2147483646 h 43"/>
              <a:gd name="T34" fmla="*/ 1741639295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028991577 h 43"/>
              <a:gd name="T76" fmla="*/ 2147483646 w 42"/>
              <a:gd name="T77" fmla="*/ 1217394828 h 43"/>
              <a:gd name="T78" fmla="*/ 2147483646 w 42"/>
              <a:gd name="T79" fmla="*/ 811596749 h 43"/>
              <a:gd name="T80" fmla="*/ 2147483646 w 42"/>
              <a:gd name="T81" fmla="*/ 608523158 h 43"/>
              <a:gd name="T82" fmla="*/ 2147483646 w 42"/>
              <a:gd name="T83" fmla="*/ 405798079 h 43"/>
              <a:gd name="T84" fmla="*/ 2147483646 w 42"/>
              <a:gd name="T85" fmla="*/ 202724488 h 43"/>
              <a:gd name="T86" fmla="*/ 2147483646 w 42"/>
              <a:gd name="T87" fmla="*/ 20272448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40"/>
                </a:lnTo>
                <a:lnTo>
                  <a:pt x="9" y="40"/>
                </a:lnTo>
                <a:lnTo>
                  <a:pt x="9" y="41"/>
                </a:lnTo>
                <a:lnTo>
                  <a:pt x="10" y="41"/>
                </a:lnTo>
                <a:lnTo>
                  <a:pt x="11" y="42"/>
                </a:lnTo>
                <a:lnTo>
                  <a:pt x="12" y="42"/>
                </a:lnTo>
                <a:lnTo>
                  <a:pt x="13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2"/>
                </a:lnTo>
                <a:lnTo>
                  <a:pt x="29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5"/>
                </a:lnTo>
                <a:lnTo>
                  <a:pt x="42" y="24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2" name="Freeform 354"/>
          <p:cNvSpPr>
            <a:spLocks/>
          </p:cNvSpPr>
          <p:nvPr/>
        </p:nvSpPr>
        <p:spPr bwMode="auto">
          <a:xfrm>
            <a:off x="3980463" y="5727983"/>
            <a:ext cx="45156" cy="45156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209579354 h 53"/>
              <a:gd name="T4" fmla="*/ 2147483646 w 52"/>
              <a:gd name="T5" fmla="*/ 419158708 h 53"/>
              <a:gd name="T6" fmla="*/ 2147483646 w 52"/>
              <a:gd name="T7" fmla="*/ 1047896769 h 53"/>
              <a:gd name="T8" fmla="*/ 2147483646 w 52"/>
              <a:gd name="T9" fmla="*/ 1467414311 h 53"/>
              <a:gd name="T10" fmla="*/ 1775293313 w 52"/>
              <a:gd name="T11" fmla="*/ 1886573618 h 53"/>
              <a:gd name="T12" fmla="*/ 1109838346 w 52"/>
              <a:gd name="T13" fmla="*/ 2147483646 h 53"/>
              <a:gd name="T14" fmla="*/ 665828029 w 52"/>
              <a:gd name="T15" fmla="*/ 2147483646 h 53"/>
              <a:gd name="T16" fmla="*/ 444009707 w 52"/>
              <a:gd name="T17" fmla="*/ 2147483646 h 53"/>
              <a:gd name="T18" fmla="*/ 221818322 w 52"/>
              <a:gd name="T19" fmla="*/ 2147483646 h 53"/>
              <a:gd name="T20" fmla="*/ 0 w 52"/>
              <a:gd name="T21" fmla="*/ 2147483646 h 53"/>
              <a:gd name="T22" fmla="*/ 221818322 w 52"/>
              <a:gd name="T23" fmla="*/ 2147483646 h 53"/>
              <a:gd name="T24" fmla="*/ 221818322 w 52"/>
              <a:gd name="T25" fmla="*/ 2147483646 h 53"/>
              <a:gd name="T26" fmla="*/ 444009707 w 52"/>
              <a:gd name="T27" fmla="*/ 2147483646 h 53"/>
              <a:gd name="T28" fmla="*/ 887646962 w 52"/>
              <a:gd name="T29" fmla="*/ 2147483646 h 53"/>
              <a:gd name="T30" fmla="*/ 1331656668 w 52"/>
              <a:gd name="T31" fmla="*/ 2147483646 h 53"/>
              <a:gd name="T32" fmla="*/ 1997484697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2096152972 h 53"/>
              <a:gd name="T76" fmla="*/ 2147483646 w 52"/>
              <a:gd name="T77" fmla="*/ 1676994264 h 53"/>
              <a:gd name="T78" fmla="*/ 2147483646 w 52"/>
              <a:gd name="T79" fmla="*/ 1047896769 h 53"/>
              <a:gd name="T80" fmla="*/ 2147483646 w 52"/>
              <a:gd name="T81" fmla="*/ 838317415 h 53"/>
              <a:gd name="T82" fmla="*/ 2147483646 w 52"/>
              <a:gd name="T83" fmla="*/ 209579354 h 53"/>
              <a:gd name="T84" fmla="*/ 2147483646 w 52"/>
              <a:gd name="T85" fmla="*/ 209579354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8" y="2"/>
                </a:lnTo>
                <a:lnTo>
                  <a:pt x="16" y="2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1" y="6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8" y="51"/>
                </a:lnTo>
                <a:lnTo>
                  <a:pt x="19" y="51"/>
                </a:lnTo>
                <a:lnTo>
                  <a:pt x="20" y="51"/>
                </a:lnTo>
                <a:lnTo>
                  <a:pt x="21" y="53"/>
                </a:lnTo>
                <a:lnTo>
                  <a:pt x="22" y="53"/>
                </a:lnTo>
                <a:lnTo>
                  <a:pt x="24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2" y="6"/>
                </a:lnTo>
                <a:lnTo>
                  <a:pt x="42" y="5"/>
                </a:lnTo>
                <a:lnTo>
                  <a:pt x="41" y="5"/>
                </a:lnTo>
                <a:lnTo>
                  <a:pt x="40" y="4"/>
                </a:lnTo>
                <a:lnTo>
                  <a:pt x="37" y="4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93" name="Freeform 355"/>
          <p:cNvSpPr>
            <a:spLocks/>
          </p:cNvSpPr>
          <p:nvPr/>
        </p:nvSpPr>
        <p:spPr bwMode="auto">
          <a:xfrm>
            <a:off x="3991752" y="6296943"/>
            <a:ext cx="1767841" cy="1300480"/>
          </a:xfrm>
          <a:custGeom>
            <a:avLst/>
            <a:gdLst>
              <a:gd name="T0" fmla="*/ 0 w 2087"/>
              <a:gd name="T1" fmla="*/ 0 h 1534"/>
              <a:gd name="T2" fmla="*/ 0 w 2087"/>
              <a:gd name="T3" fmla="*/ 2147483646 h 1534"/>
              <a:gd name="T4" fmla="*/ 2147483646 w 2087"/>
              <a:gd name="T5" fmla="*/ 2147483646 h 1534"/>
              <a:gd name="T6" fmla="*/ 2147483646 w 2087"/>
              <a:gd name="T7" fmla="*/ 2147483646 h 15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87" h="1534">
                <a:moveTo>
                  <a:pt x="0" y="0"/>
                </a:moveTo>
                <a:lnTo>
                  <a:pt x="0" y="1534"/>
                </a:lnTo>
                <a:lnTo>
                  <a:pt x="1661" y="1534"/>
                </a:lnTo>
                <a:lnTo>
                  <a:pt x="2087" y="1534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4" name="Freeform 356"/>
          <p:cNvSpPr>
            <a:spLocks/>
          </p:cNvSpPr>
          <p:nvPr/>
        </p:nvSpPr>
        <p:spPr bwMode="auto">
          <a:xfrm>
            <a:off x="3973689" y="6351130"/>
            <a:ext cx="36124" cy="36124"/>
          </a:xfrm>
          <a:custGeom>
            <a:avLst/>
            <a:gdLst>
              <a:gd name="T0" fmla="*/ 2147483646 w 42"/>
              <a:gd name="T1" fmla="*/ 202724488 h 43"/>
              <a:gd name="T2" fmla="*/ 2147483646 w 42"/>
              <a:gd name="T3" fmla="*/ 202724488 h 43"/>
              <a:gd name="T4" fmla="*/ 2147483646 w 42"/>
              <a:gd name="T5" fmla="*/ 405798079 h 43"/>
              <a:gd name="T6" fmla="*/ 2147483646 w 42"/>
              <a:gd name="T7" fmla="*/ 608523158 h 43"/>
              <a:gd name="T8" fmla="*/ 1741639295 w 42"/>
              <a:gd name="T9" fmla="*/ 1014321237 h 43"/>
              <a:gd name="T10" fmla="*/ 1306412714 w 42"/>
              <a:gd name="T11" fmla="*/ 1420119907 h 43"/>
              <a:gd name="T12" fmla="*/ 870819648 w 42"/>
              <a:gd name="T13" fmla="*/ 2028991577 h 43"/>
              <a:gd name="T14" fmla="*/ 435592462 w 42"/>
              <a:gd name="T15" fmla="*/ 2147483646 h 43"/>
              <a:gd name="T16" fmla="*/ 217613290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17613290 w 42"/>
              <a:gd name="T27" fmla="*/ 2147483646 h 43"/>
              <a:gd name="T28" fmla="*/ 435592462 w 42"/>
              <a:gd name="T29" fmla="*/ 2147483646 h 43"/>
              <a:gd name="T30" fmla="*/ 870819648 w 42"/>
              <a:gd name="T31" fmla="*/ 2147483646 h 43"/>
              <a:gd name="T32" fmla="*/ 1306412714 w 42"/>
              <a:gd name="T33" fmla="*/ 2147483646 h 43"/>
              <a:gd name="T34" fmla="*/ 1741639295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028991577 h 43"/>
              <a:gd name="T76" fmla="*/ 2147483646 w 42"/>
              <a:gd name="T77" fmla="*/ 1420119907 h 43"/>
              <a:gd name="T78" fmla="*/ 2147483646 w 42"/>
              <a:gd name="T79" fmla="*/ 1014321237 h 43"/>
              <a:gd name="T80" fmla="*/ 2147483646 w 42"/>
              <a:gd name="T81" fmla="*/ 608523158 h 43"/>
              <a:gd name="T82" fmla="*/ 2147483646 w 42"/>
              <a:gd name="T83" fmla="*/ 405798079 h 43"/>
              <a:gd name="T84" fmla="*/ 2147483646 w 42"/>
              <a:gd name="T85" fmla="*/ 202724488 h 43"/>
              <a:gd name="T86" fmla="*/ 2147483646 w 42"/>
              <a:gd name="T87" fmla="*/ 20272448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5"/>
                </a:lnTo>
                <a:lnTo>
                  <a:pt x="8" y="5"/>
                </a:lnTo>
                <a:lnTo>
                  <a:pt x="7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7"/>
                </a:lnTo>
                <a:lnTo>
                  <a:pt x="6" y="38"/>
                </a:lnTo>
                <a:lnTo>
                  <a:pt x="7" y="39"/>
                </a:lnTo>
                <a:lnTo>
                  <a:pt x="8" y="40"/>
                </a:lnTo>
                <a:lnTo>
                  <a:pt x="9" y="40"/>
                </a:lnTo>
                <a:lnTo>
                  <a:pt x="9" y="41"/>
                </a:lnTo>
                <a:lnTo>
                  <a:pt x="10" y="41"/>
                </a:lnTo>
                <a:lnTo>
                  <a:pt x="11" y="42"/>
                </a:lnTo>
                <a:lnTo>
                  <a:pt x="12" y="42"/>
                </a:lnTo>
                <a:lnTo>
                  <a:pt x="13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2"/>
                </a:lnTo>
                <a:lnTo>
                  <a:pt x="29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5"/>
                </a:lnTo>
                <a:lnTo>
                  <a:pt x="42" y="24"/>
                </a:lnTo>
                <a:lnTo>
                  <a:pt x="42" y="22"/>
                </a:lnTo>
                <a:lnTo>
                  <a:pt x="42" y="21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3"/>
                </a:lnTo>
                <a:lnTo>
                  <a:pt x="31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5" name="Freeform 357"/>
          <p:cNvSpPr>
            <a:spLocks/>
          </p:cNvSpPr>
          <p:nvPr/>
        </p:nvSpPr>
        <p:spPr bwMode="auto">
          <a:xfrm>
            <a:off x="3980463" y="6342099"/>
            <a:ext cx="45156" cy="42897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00184614 h 52"/>
              <a:gd name="T4" fmla="*/ 2147483646 w 52"/>
              <a:gd name="T5" fmla="*/ 400705650 h 52"/>
              <a:gd name="T6" fmla="*/ 2147483646 w 52"/>
              <a:gd name="T7" fmla="*/ 801074878 h 52"/>
              <a:gd name="T8" fmla="*/ 2147483646 w 52"/>
              <a:gd name="T9" fmla="*/ 1201779948 h 52"/>
              <a:gd name="T10" fmla="*/ 1775293313 w 52"/>
              <a:gd name="T11" fmla="*/ 1602149176 h 52"/>
              <a:gd name="T12" fmla="*/ 1109838346 w 52"/>
              <a:gd name="T13" fmla="*/ 2147483646 h 52"/>
              <a:gd name="T14" fmla="*/ 665828029 w 52"/>
              <a:gd name="T15" fmla="*/ 2147483646 h 52"/>
              <a:gd name="T16" fmla="*/ 444009707 w 52"/>
              <a:gd name="T17" fmla="*/ 2147483646 h 52"/>
              <a:gd name="T18" fmla="*/ 221818322 w 52"/>
              <a:gd name="T19" fmla="*/ 2147483646 h 52"/>
              <a:gd name="T20" fmla="*/ 0 w 52"/>
              <a:gd name="T21" fmla="*/ 2147483646 h 52"/>
              <a:gd name="T22" fmla="*/ 221818322 w 52"/>
              <a:gd name="T23" fmla="*/ 2147483646 h 52"/>
              <a:gd name="T24" fmla="*/ 221818322 w 52"/>
              <a:gd name="T25" fmla="*/ 2147483646 h 52"/>
              <a:gd name="T26" fmla="*/ 444009707 w 52"/>
              <a:gd name="T27" fmla="*/ 2147483646 h 52"/>
              <a:gd name="T28" fmla="*/ 887646962 w 52"/>
              <a:gd name="T29" fmla="*/ 2147483646 h 52"/>
              <a:gd name="T30" fmla="*/ 1331656668 w 52"/>
              <a:gd name="T31" fmla="*/ 2147483646 h 52"/>
              <a:gd name="T32" fmla="*/ 1997484697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802670213 h 52"/>
              <a:gd name="T76" fmla="*/ 2147483646 w 52"/>
              <a:gd name="T77" fmla="*/ 1401964562 h 52"/>
              <a:gd name="T78" fmla="*/ 2147483646 w 52"/>
              <a:gd name="T79" fmla="*/ 801074878 h 52"/>
              <a:gd name="T80" fmla="*/ 2147483646 w 52"/>
              <a:gd name="T81" fmla="*/ 600890264 h 52"/>
              <a:gd name="T82" fmla="*/ 2147483646 w 52"/>
              <a:gd name="T83" fmla="*/ 200184614 h 52"/>
              <a:gd name="T84" fmla="*/ 2147483646 w 52"/>
              <a:gd name="T85" fmla="*/ 200184614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4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8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6" y="9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3" y="14"/>
                </a:lnTo>
                <a:lnTo>
                  <a:pt x="2" y="15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1" y="31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8" y="43"/>
                </a:lnTo>
                <a:lnTo>
                  <a:pt x="9" y="44"/>
                </a:lnTo>
                <a:lnTo>
                  <a:pt x="9" y="45"/>
                </a:lnTo>
                <a:lnTo>
                  <a:pt x="10" y="46"/>
                </a:lnTo>
                <a:lnTo>
                  <a:pt x="11" y="46"/>
                </a:lnTo>
                <a:lnTo>
                  <a:pt x="12" y="47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8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4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40" y="49"/>
                </a:lnTo>
                <a:lnTo>
                  <a:pt x="41" y="49"/>
                </a:lnTo>
                <a:lnTo>
                  <a:pt x="42" y="47"/>
                </a:lnTo>
                <a:lnTo>
                  <a:pt x="42" y="46"/>
                </a:lnTo>
                <a:lnTo>
                  <a:pt x="43" y="46"/>
                </a:lnTo>
                <a:lnTo>
                  <a:pt x="44" y="45"/>
                </a:lnTo>
                <a:lnTo>
                  <a:pt x="45" y="44"/>
                </a:lnTo>
                <a:lnTo>
                  <a:pt x="46" y="43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1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5"/>
                </a:lnTo>
                <a:lnTo>
                  <a:pt x="50" y="14"/>
                </a:lnTo>
                <a:lnTo>
                  <a:pt x="49" y="13"/>
                </a:lnTo>
                <a:lnTo>
                  <a:pt x="49" y="12"/>
                </a:lnTo>
                <a:lnTo>
                  <a:pt x="48" y="11"/>
                </a:lnTo>
                <a:lnTo>
                  <a:pt x="47" y="10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2" y="5"/>
                </a:lnTo>
                <a:lnTo>
                  <a:pt x="42" y="4"/>
                </a:lnTo>
                <a:lnTo>
                  <a:pt x="41" y="4"/>
                </a:lnTo>
                <a:lnTo>
                  <a:pt x="40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96" name="Freeform 358"/>
          <p:cNvSpPr>
            <a:spLocks/>
          </p:cNvSpPr>
          <p:nvPr/>
        </p:nvSpPr>
        <p:spPr bwMode="auto">
          <a:xfrm>
            <a:off x="4784232" y="2438401"/>
            <a:ext cx="957298" cy="3680178"/>
          </a:xfrm>
          <a:custGeom>
            <a:avLst/>
            <a:gdLst>
              <a:gd name="T0" fmla="*/ 0 w 1129"/>
              <a:gd name="T1" fmla="*/ 0 h 4345"/>
              <a:gd name="T2" fmla="*/ 0 w 1129"/>
              <a:gd name="T3" fmla="*/ 2147483646 h 4345"/>
              <a:gd name="T4" fmla="*/ 2147483646 w 1129"/>
              <a:gd name="T5" fmla="*/ 2147483646 h 43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9" h="4345">
                <a:moveTo>
                  <a:pt x="0" y="0"/>
                </a:moveTo>
                <a:lnTo>
                  <a:pt x="0" y="4345"/>
                </a:lnTo>
                <a:lnTo>
                  <a:pt x="1129" y="4345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7" name="Freeform 359"/>
          <p:cNvSpPr>
            <a:spLocks/>
          </p:cNvSpPr>
          <p:nvPr/>
        </p:nvSpPr>
        <p:spPr bwMode="auto">
          <a:xfrm>
            <a:off x="5000979" y="4441050"/>
            <a:ext cx="36124" cy="36124"/>
          </a:xfrm>
          <a:custGeom>
            <a:avLst/>
            <a:gdLst>
              <a:gd name="T0" fmla="*/ 2147483646 w 42"/>
              <a:gd name="T1" fmla="*/ 228219605 h 42"/>
              <a:gd name="T2" fmla="*/ 2147483646 w 42"/>
              <a:gd name="T3" fmla="*/ 228219605 h 42"/>
              <a:gd name="T4" fmla="*/ 2147483646 w 42"/>
              <a:gd name="T5" fmla="*/ 456073933 h 42"/>
              <a:gd name="T6" fmla="*/ 2147483646 w 42"/>
              <a:gd name="T7" fmla="*/ 684294143 h 42"/>
              <a:gd name="T8" fmla="*/ 1742005176 w 42"/>
              <a:gd name="T9" fmla="*/ 912513748 h 42"/>
              <a:gd name="T10" fmla="*/ 1306412714 w 42"/>
              <a:gd name="T11" fmla="*/ 1368587681 h 42"/>
              <a:gd name="T12" fmla="*/ 870819648 w 42"/>
              <a:gd name="T13" fmla="*/ 2052881824 h 42"/>
              <a:gd name="T14" fmla="*/ 435592462 w 42"/>
              <a:gd name="T15" fmla="*/ 2147483646 h 42"/>
              <a:gd name="T16" fmla="*/ 217613290 w 42"/>
              <a:gd name="T17" fmla="*/ 2147483646 h 42"/>
              <a:gd name="T18" fmla="*/ 0 w 42"/>
              <a:gd name="T19" fmla="*/ 2147483646 h 42"/>
              <a:gd name="T20" fmla="*/ 0 w 42"/>
              <a:gd name="T21" fmla="*/ 2147483646 h 42"/>
              <a:gd name="T22" fmla="*/ 0 w 42"/>
              <a:gd name="T23" fmla="*/ 2147483646 h 42"/>
              <a:gd name="T24" fmla="*/ 0 w 42"/>
              <a:gd name="T25" fmla="*/ 2147483646 h 42"/>
              <a:gd name="T26" fmla="*/ 217613290 w 42"/>
              <a:gd name="T27" fmla="*/ 2147483646 h 42"/>
              <a:gd name="T28" fmla="*/ 435592462 w 42"/>
              <a:gd name="T29" fmla="*/ 2147483646 h 42"/>
              <a:gd name="T30" fmla="*/ 870819648 w 42"/>
              <a:gd name="T31" fmla="*/ 2147483646 h 42"/>
              <a:gd name="T32" fmla="*/ 1306412714 w 42"/>
              <a:gd name="T33" fmla="*/ 2147483646 h 42"/>
              <a:gd name="T34" fmla="*/ 1742005176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2147483646 w 42"/>
              <a:gd name="T71" fmla="*/ 2147483646 h 42"/>
              <a:gd name="T72" fmla="*/ 2147483646 w 42"/>
              <a:gd name="T73" fmla="*/ 2147483646 h 42"/>
              <a:gd name="T74" fmla="*/ 2147483646 w 42"/>
              <a:gd name="T75" fmla="*/ 2052881824 h 42"/>
              <a:gd name="T76" fmla="*/ 2147483646 w 42"/>
              <a:gd name="T77" fmla="*/ 1368587681 h 42"/>
              <a:gd name="T78" fmla="*/ 2147483646 w 42"/>
              <a:gd name="T79" fmla="*/ 912513748 h 42"/>
              <a:gd name="T80" fmla="*/ 2147483646 w 42"/>
              <a:gd name="T81" fmla="*/ 684294143 h 42"/>
              <a:gd name="T82" fmla="*/ 2147483646 w 42"/>
              <a:gd name="T83" fmla="*/ 456073933 h 42"/>
              <a:gd name="T84" fmla="*/ 2147483646 w 42"/>
              <a:gd name="T85" fmla="*/ 228219605 h 42"/>
              <a:gd name="T86" fmla="*/ 2147483646 w 42"/>
              <a:gd name="T87" fmla="*/ 228219605 h 42"/>
              <a:gd name="T88" fmla="*/ 2147483646 w 42"/>
              <a:gd name="T89" fmla="*/ 2147483646 h 4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2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5" y="1"/>
                </a:lnTo>
                <a:lnTo>
                  <a:pt x="14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1"/>
                </a:lnTo>
                <a:lnTo>
                  <a:pt x="2" y="12"/>
                </a:lnTo>
                <a:lnTo>
                  <a:pt x="1" y="13"/>
                </a:lnTo>
                <a:lnTo>
                  <a:pt x="1" y="14"/>
                </a:lnTo>
                <a:lnTo>
                  <a:pt x="1" y="15"/>
                </a:lnTo>
                <a:lnTo>
                  <a:pt x="0" y="15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2" y="30"/>
                </a:lnTo>
                <a:lnTo>
                  <a:pt x="2" y="31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39"/>
                </a:lnTo>
                <a:lnTo>
                  <a:pt x="9" y="40"/>
                </a:lnTo>
                <a:lnTo>
                  <a:pt x="10" y="40"/>
                </a:lnTo>
                <a:lnTo>
                  <a:pt x="11" y="41"/>
                </a:lnTo>
                <a:lnTo>
                  <a:pt x="12" y="41"/>
                </a:lnTo>
                <a:lnTo>
                  <a:pt x="13" y="41"/>
                </a:lnTo>
                <a:lnTo>
                  <a:pt x="14" y="42"/>
                </a:lnTo>
                <a:lnTo>
                  <a:pt x="15" y="42"/>
                </a:lnTo>
                <a:lnTo>
                  <a:pt x="17" y="42"/>
                </a:lnTo>
                <a:lnTo>
                  <a:pt x="18" y="42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3" y="42"/>
                </a:lnTo>
                <a:lnTo>
                  <a:pt x="24" y="42"/>
                </a:lnTo>
                <a:lnTo>
                  <a:pt x="25" y="42"/>
                </a:lnTo>
                <a:lnTo>
                  <a:pt x="26" y="42"/>
                </a:lnTo>
                <a:lnTo>
                  <a:pt x="27" y="42"/>
                </a:lnTo>
                <a:lnTo>
                  <a:pt x="28" y="41"/>
                </a:lnTo>
                <a:lnTo>
                  <a:pt x="29" y="41"/>
                </a:lnTo>
                <a:lnTo>
                  <a:pt x="30" y="40"/>
                </a:lnTo>
                <a:lnTo>
                  <a:pt x="31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1"/>
                </a:lnTo>
                <a:lnTo>
                  <a:pt x="40" y="30"/>
                </a:lnTo>
                <a:lnTo>
                  <a:pt x="40" y="29"/>
                </a:lnTo>
                <a:lnTo>
                  <a:pt x="40" y="28"/>
                </a:lnTo>
                <a:lnTo>
                  <a:pt x="41" y="27"/>
                </a:lnTo>
                <a:lnTo>
                  <a:pt x="41" y="26"/>
                </a:lnTo>
                <a:lnTo>
                  <a:pt x="41" y="25"/>
                </a:lnTo>
                <a:lnTo>
                  <a:pt x="42" y="24"/>
                </a:lnTo>
                <a:lnTo>
                  <a:pt x="42" y="23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5"/>
                </a:lnTo>
                <a:lnTo>
                  <a:pt x="40" y="14"/>
                </a:lnTo>
                <a:lnTo>
                  <a:pt x="40" y="13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1" y="3"/>
                </a:lnTo>
                <a:lnTo>
                  <a:pt x="30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698" name="Freeform 360"/>
          <p:cNvSpPr>
            <a:spLocks/>
          </p:cNvSpPr>
          <p:nvPr/>
        </p:nvSpPr>
        <p:spPr bwMode="auto">
          <a:xfrm>
            <a:off x="5007751" y="4429760"/>
            <a:ext cx="45156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2147483646 w 52"/>
              <a:gd name="T9" fmla="*/ 1331656668 h 52"/>
              <a:gd name="T10" fmla="*/ 1613123471 w 52"/>
              <a:gd name="T11" fmla="*/ 1775293313 h 52"/>
              <a:gd name="T12" fmla="*/ 1152337553 w 52"/>
              <a:gd name="T13" fmla="*/ 2147483646 h 52"/>
              <a:gd name="T14" fmla="*/ 691551635 w 52"/>
              <a:gd name="T15" fmla="*/ 2147483646 h 52"/>
              <a:gd name="T16" fmla="*/ 460785918 w 52"/>
              <a:gd name="T17" fmla="*/ 2147483646 h 52"/>
              <a:gd name="T18" fmla="*/ 230393264 w 52"/>
              <a:gd name="T19" fmla="*/ 2147483646 h 52"/>
              <a:gd name="T20" fmla="*/ 0 w 52"/>
              <a:gd name="T21" fmla="*/ 2147483646 h 52"/>
              <a:gd name="T22" fmla="*/ 230393264 w 52"/>
              <a:gd name="T23" fmla="*/ 2147483646 h 52"/>
              <a:gd name="T24" fmla="*/ 230393264 w 52"/>
              <a:gd name="T25" fmla="*/ 2147483646 h 52"/>
              <a:gd name="T26" fmla="*/ 460785918 w 52"/>
              <a:gd name="T27" fmla="*/ 2147483646 h 52"/>
              <a:gd name="T28" fmla="*/ 921944899 w 52"/>
              <a:gd name="T29" fmla="*/ 2147483646 h 52"/>
              <a:gd name="T30" fmla="*/ 1382730817 w 52"/>
              <a:gd name="T31" fmla="*/ 2147483646 h 52"/>
              <a:gd name="T32" fmla="*/ 1843889188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997484697 h 52"/>
              <a:gd name="T76" fmla="*/ 2147483646 w 52"/>
              <a:gd name="T77" fmla="*/ 1553474990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6"/>
                </a:lnTo>
                <a:lnTo>
                  <a:pt x="8" y="7"/>
                </a:lnTo>
                <a:lnTo>
                  <a:pt x="7" y="8"/>
                </a:lnTo>
                <a:lnTo>
                  <a:pt x="6" y="9"/>
                </a:lnTo>
                <a:lnTo>
                  <a:pt x="5" y="10"/>
                </a:lnTo>
                <a:lnTo>
                  <a:pt x="5" y="11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7" y="43"/>
                </a:lnTo>
                <a:lnTo>
                  <a:pt x="8" y="44"/>
                </a:lnTo>
                <a:lnTo>
                  <a:pt x="8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3" y="47"/>
                </a:lnTo>
                <a:lnTo>
                  <a:pt x="44" y="46"/>
                </a:lnTo>
                <a:lnTo>
                  <a:pt x="45" y="44"/>
                </a:lnTo>
                <a:lnTo>
                  <a:pt x="46" y="43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8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1"/>
                </a:lnTo>
                <a:lnTo>
                  <a:pt x="47" y="10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1" y="5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699" name="Freeform 361"/>
          <p:cNvSpPr>
            <a:spLocks/>
          </p:cNvSpPr>
          <p:nvPr/>
        </p:nvSpPr>
        <p:spPr bwMode="auto">
          <a:xfrm>
            <a:off x="4262685" y="4908410"/>
            <a:ext cx="1496907" cy="2436143"/>
          </a:xfrm>
          <a:custGeom>
            <a:avLst/>
            <a:gdLst>
              <a:gd name="T0" fmla="*/ 0 w 1768"/>
              <a:gd name="T1" fmla="*/ 0 h 2876"/>
              <a:gd name="T2" fmla="*/ 0 w 1768"/>
              <a:gd name="T3" fmla="*/ 2147483646 h 2876"/>
              <a:gd name="T4" fmla="*/ 2147483646 w 1768"/>
              <a:gd name="T5" fmla="*/ 2147483646 h 28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68" h="2876">
                <a:moveTo>
                  <a:pt x="0" y="0"/>
                </a:moveTo>
                <a:lnTo>
                  <a:pt x="0" y="2876"/>
                </a:lnTo>
                <a:lnTo>
                  <a:pt x="1768" y="2876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0" name="Line 362"/>
          <p:cNvSpPr>
            <a:spLocks noChangeShapeType="1"/>
          </p:cNvSpPr>
          <p:nvPr/>
        </p:nvSpPr>
        <p:spPr bwMode="auto">
          <a:xfrm>
            <a:off x="5289974" y="6730437"/>
            <a:ext cx="469618" cy="225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1" name="Freeform 363"/>
          <p:cNvSpPr>
            <a:spLocks/>
          </p:cNvSpPr>
          <p:nvPr/>
        </p:nvSpPr>
        <p:spPr bwMode="auto">
          <a:xfrm>
            <a:off x="5019041" y="3702755"/>
            <a:ext cx="740551" cy="3099930"/>
          </a:xfrm>
          <a:custGeom>
            <a:avLst/>
            <a:gdLst>
              <a:gd name="T0" fmla="*/ 0 w 873"/>
              <a:gd name="T1" fmla="*/ 0 h 3664"/>
              <a:gd name="T2" fmla="*/ 0 w 873"/>
              <a:gd name="T3" fmla="*/ 2147483646 h 3664"/>
              <a:gd name="T4" fmla="*/ 2147483646 w 873"/>
              <a:gd name="T5" fmla="*/ 2147483646 h 36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73" h="3664">
                <a:moveTo>
                  <a:pt x="0" y="0"/>
                </a:moveTo>
                <a:lnTo>
                  <a:pt x="0" y="3664"/>
                </a:lnTo>
                <a:lnTo>
                  <a:pt x="873" y="3664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2" name="Freeform 364"/>
          <p:cNvSpPr>
            <a:spLocks/>
          </p:cNvSpPr>
          <p:nvPr/>
        </p:nvSpPr>
        <p:spPr bwMode="auto">
          <a:xfrm>
            <a:off x="4766170" y="3700499"/>
            <a:ext cx="38382" cy="36124"/>
          </a:xfrm>
          <a:custGeom>
            <a:avLst/>
            <a:gdLst>
              <a:gd name="T0" fmla="*/ 2147483646 w 42"/>
              <a:gd name="T1" fmla="*/ 202724488 h 43"/>
              <a:gd name="T2" fmla="*/ 2147483646 w 42"/>
              <a:gd name="T3" fmla="*/ 202724488 h 43"/>
              <a:gd name="T4" fmla="*/ 2147483646 w 42"/>
              <a:gd name="T5" fmla="*/ 405798079 h 43"/>
              <a:gd name="T6" fmla="*/ 2147483646 w 42"/>
              <a:gd name="T7" fmla="*/ 608523158 h 43"/>
              <a:gd name="T8" fmla="*/ 2059795626 w 42"/>
              <a:gd name="T9" fmla="*/ 811596749 h 43"/>
              <a:gd name="T10" fmla="*/ 1544949848 w 42"/>
              <a:gd name="T11" fmla="*/ 1420119907 h 43"/>
              <a:gd name="T12" fmla="*/ 1030104071 w 42"/>
              <a:gd name="T13" fmla="*/ 2028991577 h 43"/>
              <a:gd name="T14" fmla="*/ 514845778 w 42"/>
              <a:gd name="T15" fmla="*/ 2147483646 h 43"/>
              <a:gd name="T16" fmla="*/ 257629468 w 42"/>
              <a:gd name="T17" fmla="*/ 2147483646 h 43"/>
              <a:gd name="T18" fmla="*/ 0 w 42"/>
              <a:gd name="T19" fmla="*/ 2147483646 h 43"/>
              <a:gd name="T20" fmla="*/ 0 w 42"/>
              <a:gd name="T21" fmla="*/ 2147483646 h 43"/>
              <a:gd name="T22" fmla="*/ 0 w 42"/>
              <a:gd name="T23" fmla="*/ 2147483646 h 43"/>
              <a:gd name="T24" fmla="*/ 0 w 42"/>
              <a:gd name="T25" fmla="*/ 2147483646 h 43"/>
              <a:gd name="T26" fmla="*/ 257629468 w 42"/>
              <a:gd name="T27" fmla="*/ 2147483646 h 43"/>
              <a:gd name="T28" fmla="*/ 514845778 w 42"/>
              <a:gd name="T29" fmla="*/ 2147483646 h 43"/>
              <a:gd name="T30" fmla="*/ 1030104071 w 42"/>
              <a:gd name="T31" fmla="*/ 2147483646 h 43"/>
              <a:gd name="T32" fmla="*/ 1544949848 w 42"/>
              <a:gd name="T33" fmla="*/ 2147483646 h 43"/>
              <a:gd name="T34" fmla="*/ 2059795626 w 42"/>
              <a:gd name="T35" fmla="*/ 2147483646 h 43"/>
              <a:gd name="T36" fmla="*/ 2147483646 w 42"/>
              <a:gd name="T37" fmla="*/ 2147483646 h 43"/>
              <a:gd name="T38" fmla="*/ 2147483646 w 42"/>
              <a:gd name="T39" fmla="*/ 2147483646 h 43"/>
              <a:gd name="T40" fmla="*/ 2147483646 w 42"/>
              <a:gd name="T41" fmla="*/ 2147483646 h 43"/>
              <a:gd name="T42" fmla="*/ 2147483646 w 42"/>
              <a:gd name="T43" fmla="*/ 2147483646 h 43"/>
              <a:gd name="T44" fmla="*/ 2147483646 w 42"/>
              <a:gd name="T45" fmla="*/ 2147483646 h 43"/>
              <a:gd name="T46" fmla="*/ 2147483646 w 42"/>
              <a:gd name="T47" fmla="*/ 2147483646 h 43"/>
              <a:gd name="T48" fmla="*/ 2147483646 w 42"/>
              <a:gd name="T49" fmla="*/ 2147483646 h 43"/>
              <a:gd name="T50" fmla="*/ 2147483646 w 42"/>
              <a:gd name="T51" fmla="*/ 2147483646 h 43"/>
              <a:gd name="T52" fmla="*/ 2147483646 w 42"/>
              <a:gd name="T53" fmla="*/ 2147483646 h 43"/>
              <a:gd name="T54" fmla="*/ 2147483646 w 42"/>
              <a:gd name="T55" fmla="*/ 2147483646 h 43"/>
              <a:gd name="T56" fmla="*/ 2147483646 w 42"/>
              <a:gd name="T57" fmla="*/ 2147483646 h 43"/>
              <a:gd name="T58" fmla="*/ 2147483646 w 42"/>
              <a:gd name="T59" fmla="*/ 2147483646 h 43"/>
              <a:gd name="T60" fmla="*/ 2147483646 w 42"/>
              <a:gd name="T61" fmla="*/ 2147483646 h 43"/>
              <a:gd name="T62" fmla="*/ 2147483646 w 42"/>
              <a:gd name="T63" fmla="*/ 2147483646 h 43"/>
              <a:gd name="T64" fmla="*/ 2147483646 w 42"/>
              <a:gd name="T65" fmla="*/ 2147483646 h 43"/>
              <a:gd name="T66" fmla="*/ 2147483646 w 42"/>
              <a:gd name="T67" fmla="*/ 2147483646 h 43"/>
              <a:gd name="T68" fmla="*/ 2147483646 w 42"/>
              <a:gd name="T69" fmla="*/ 2147483646 h 43"/>
              <a:gd name="T70" fmla="*/ 2147483646 w 42"/>
              <a:gd name="T71" fmla="*/ 2147483646 h 43"/>
              <a:gd name="T72" fmla="*/ 2147483646 w 42"/>
              <a:gd name="T73" fmla="*/ 2147483646 h 43"/>
              <a:gd name="T74" fmla="*/ 2147483646 w 42"/>
              <a:gd name="T75" fmla="*/ 2028991577 h 43"/>
              <a:gd name="T76" fmla="*/ 2147483646 w 42"/>
              <a:gd name="T77" fmla="*/ 1420119907 h 43"/>
              <a:gd name="T78" fmla="*/ 2147483646 w 42"/>
              <a:gd name="T79" fmla="*/ 811596749 h 43"/>
              <a:gd name="T80" fmla="*/ 2147483646 w 42"/>
              <a:gd name="T81" fmla="*/ 608523158 h 43"/>
              <a:gd name="T82" fmla="*/ 2147483646 w 42"/>
              <a:gd name="T83" fmla="*/ 405798079 h 43"/>
              <a:gd name="T84" fmla="*/ 2147483646 w 42"/>
              <a:gd name="T85" fmla="*/ 202724488 h 43"/>
              <a:gd name="T86" fmla="*/ 2147483646 w 42"/>
              <a:gd name="T87" fmla="*/ 202724488 h 43"/>
              <a:gd name="T88" fmla="*/ 2147483646 w 42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8"/>
                </a:lnTo>
                <a:lnTo>
                  <a:pt x="7" y="39"/>
                </a:lnTo>
                <a:lnTo>
                  <a:pt x="8" y="40"/>
                </a:lnTo>
                <a:lnTo>
                  <a:pt x="9" y="40"/>
                </a:lnTo>
                <a:lnTo>
                  <a:pt x="9" y="41"/>
                </a:lnTo>
                <a:lnTo>
                  <a:pt x="10" y="41"/>
                </a:lnTo>
                <a:lnTo>
                  <a:pt x="11" y="42"/>
                </a:lnTo>
                <a:lnTo>
                  <a:pt x="12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2"/>
                </a:lnTo>
                <a:lnTo>
                  <a:pt x="29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30"/>
                </a:lnTo>
                <a:lnTo>
                  <a:pt x="40" y="29"/>
                </a:lnTo>
                <a:lnTo>
                  <a:pt x="41" y="28"/>
                </a:lnTo>
                <a:lnTo>
                  <a:pt x="41" y="27"/>
                </a:lnTo>
                <a:lnTo>
                  <a:pt x="41" y="26"/>
                </a:lnTo>
                <a:lnTo>
                  <a:pt x="42" y="25"/>
                </a:lnTo>
                <a:lnTo>
                  <a:pt x="42" y="24"/>
                </a:lnTo>
                <a:lnTo>
                  <a:pt x="42" y="22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3" name="Freeform 365"/>
          <p:cNvSpPr>
            <a:spLocks/>
          </p:cNvSpPr>
          <p:nvPr/>
        </p:nvSpPr>
        <p:spPr bwMode="auto">
          <a:xfrm>
            <a:off x="4754880" y="3689209"/>
            <a:ext cx="45156" cy="45156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419158708 h 53"/>
              <a:gd name="T4" fmla="*/ 2147483646 w 52"/>
              <a:gd name="T5" fmla="*/ 628738061 h 53"/>
              <a:gd name="T6" fmla="*/ 2147483646 w 52"/>
              <a:gd name="T7" fmla="*/ 1047896769 h 53"/>
              <a:gd name="T8" fmla="*/ 2074282452 w 52"/>
              <a:gd name="T9" fmla="*/ 1467414311 h 53"/>
              <a:gd name="T10" fmla="*/ 1613123471 w 52"/>
              <a:gd name="T11" fmla="*/ 1886573618 h 53"/>
              <a:gd name="T12" fmla="*/ 1152337553 w 52"/>
              <a:gd name="T13" fmla="*/ 2147483646 h 53"/>
              <a:gd name="T14" fmla="*/ 691551635 w 52"/>
              <a:gd name="T15" fmla="*/ 2147483646 h 53"/>
              <a:gd name="T16" fmla="*/ 460785918 w 52"/>
              <a:gd name="T17" fmla="*/ 2147483646 h 53"/>
              <a:gd name="T18" fmla="*/ 230393264 w 52"/>
              <a:gd name="T19" fmla="*/ 2147483646 h 53"/>
              <a:gd name="T20" fmla="*/ 0 w 52"/>
              <a:gd name="T21" fmla="*/ 2147483646 h 53"/>
              <a:gd name="T22" fmla="*/ 230393264 w 52"/>
              <a:gd name="T23" fmla="*/ 2147483646 h 53"/>
              <a:gd name="T24" fmla="*/ 230393264 w 52"/>
              <a:gd name="T25" fmla="*/ 2147483646 h 53"/>
              <a:gd name="T26" fmla="*/ 460785918 w 52"/>
              <a:gd name="T27" fmla="*/ 2147483646 h 53"/>
              <a:gd name="T28" fmla="*/ 921944899 w 52"/>
              <a:gd name="T29" fmla="*/ 2147483646 h 53"/>
              <a:gd name="T30" fmla="*/ 1382730817 w 52"/>
              <a:gd name="T31" fmla="*/ 2147483646 h 53"/>
              <a:gd name="T32" fmla="*/ 1843889188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2096152972 h 53"/>
              <a:gd name="T76" fmla="*/ 2147483646 w 52"/>
              <a:gd name="T77" fmla="*/ 1676994264 h 53"/>
              <a:gd name="T78" fmla="*/ 2147483646 w 52"/>
              <a:gd name="T79" fmla="*/ 1047896769 h 53"/>
              <a:gd name="T80" fmla="*/ 2147483646 w 52"/>
              <a:gd name="T81" fmla="*/ 838317415 h 53"/>
              <a:gd name="T82" fmla="*/ 2147483646 w 52"/>
              <a:gd name="T83" fmla="*/ 419158708 h 53"/>
              <a:gd name="T84" fmla="*/ 2147483646 w 52"/>
              <a:gd name="T85" fmla="*/ 419158708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2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7" y="3"/>
                </a:lnTo>
                <a:lnTo>
                  <a:pt x="16" y="3"/>
                </a:lnTo>
                <a:lnTo>
                  <a:pt x="15" y="4"/>
                </a:lnTo>
                <a:lnTo>
                  <a:pt x="14" y="4"/>
                </a:lnTo>
                <a:lnTo>
                  <a:pt x="13" y="5"/>
                </a:lnTo>
                <a:lnTo>
                  <a:pt x="12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5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1"/>
                </a:lnTo>
                <a:lnTo>
                  <a:pt x="16" y="51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5" y="53"/>
                </a:lnTo>
                <a:lnTo>
                  <a:pt x="26" y="53"/>
                </a:lnTo>
                <a:lnTo>
                  <a:pt x="28" y="53"/>
                </a:lnTo>
                <a:lnTo>
                  <a:pt x="29" y="53"/>
                </a:lnTo>
                <a:lnTo>
                  <a:pt x="31" y="53"/>
                </a:lnTo>
                <a:lnTo>
                  <a:pt x="32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1"/>
                </a:lnTo>
                <a:lnTo>
                  <a:pt x="37" y="51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5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3" y="8"/>
                </a:lnTo>
                <a:lnTo>
                  <a:pt x="42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2"/>
                </a:lnTo>
                <a:lnTo>
                  <a:pt x="33" y="2"/>
                </a:lnTo>
                <a:lnTo>
                  <a:pt x="32" y="2"/>
                </a:lnTo>
                <a:lnTo>
                  <a:pt x="31" y="2"/>
                </a:lnTo>
                <a:lnTo>
                  <a:pt x="29" y="0"/>
                </a:lnTo>
                <a:lnTo>
                  <a:pt x="28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04" name="Freeform 366"/>
          <p:cNvSpPr>
            <a:spLocks/>
          </p:cNvSpPr>
          <p:nvPr/>
        </p:nvSpPr>
        <p:spPr bwMode="auto">
          <a:xfrm>
            <a:off x="4515556" y="3953370"/>
            <a:ext cx="1244036" cy="2957689"/>
          </a:xfrm>
          <a:custGeom>
            <a:avLst/>
            <a:gdLst>
              <a:gd name="T0" fmla="*/ 0 w 1469"/>
              <a:gd name="T1" fmla="*/ 0 h 3494"/>
              <a:gd name="T2" fmla="*/ 0 w 1469"/>
              <a:gd name="T3" fmla="*/ 2147483646 h 3494"/>
              <a:gd name="T4" fmla="*/ 2147483646 w 1469"/>
              <a:gd name="T5" fmla="*/ 2147483646 h 349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69" h="3494">
                <a:moveTo>
                  <a:pt x="0" y="0"/>
                </a:moveTo>
                <a:lnTo>
                  <a:pt x="0" y="3494"/>
                </a:lnTo>
                <a:lnTo>
                  <a:pt x="1469" y="3494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5" name="Freeform 367"/>
          <p:cNvSpPr>
            <a:spLocks/>
          </p:cNvSpPr>
          <p:nvPr/>
        </p:nvSpPr>
        <p:spPr bwMode="auto">
          <a:xfrm>
            <a:off x="4497494" y="3953370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608523158 h 43"/>
              <a:gd name="T6" fmla="*/ 2147483646 w 43"/>
              <a:gd name="T7" fmla="*/ 811596749 h 43"/>
              <a:gd name="T8" fmla="*/ 1825917986 w 43"/>
              <a:gd name="T9" fmla="*/ 1014321237 h 43"/>
              <a:gd name="T10" fmla="*/ 1420119907 w 43"/>
              <a:gd name="T11" fmla="*/ 1420119907 h 43"/>
              <a:gd name="T12" fmla="*/ 811596749 w 43"/>
              <a:gd name="T13" fmla="*/ 2028991577 h 43"/>
              <a:gd name="T14" fmla="*/ 405798079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405798079 w 43"/>
              <a:gd name="T29" fmla="*/ 2147483646 h 43"/>
              <a:gd name="T30" fmla="*/ 811596749 w 43"/>
              <a:gd name="T31" fmla="*/ 2147483646 h 43"/>
              <a:gd name="T32" fmla="*/ 1420119907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811596749 h 43"/>
              <a:gd name="T82" fmla="*/ 2147483646 w 43"/>
              <a:gd name="T83" fmla="*/ 608523158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2" y="22"/>
                </a:moveTo>
                <a:lnTo>
                  <a:pt x="22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lnTo>
                  <a:pt x="8" y="6"/>
                </a:lnTo>
                <a:lnTo>
                  <a:pt x="7" y="7"/>
                </a:lnTo>
                <a:lnTo>
                  <a:pt x="6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5"/>
                </a:lnTo>
                <a:lnTo>
                  <a:pt x="4" y="35"/>
                </a:lnTo>
                <a:lnTo>
                  <a:pt x="4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7"/>
                </a:lnTo>
                <a:lnTo>
                  <a:pt x="38" y="36"/>
                </a:lnTo>
                <a:lnTo>
                  <a:pt x="39" y="35"/>
                </a:lnTo>
                <a:lnTo>
                  <a:pt x="40" y="33"/>
                </a:lnTo>
                <a:lnTo>
                  <a:pt x="40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1"/>
                </a:lnTo>
                <a:lnTo>
                  <a:pt x="43" y="20"/>
                </a:lnTo>
                <a:lnTo>
                  <a:pt x="42" y="19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40" y="12"/>
                </a:lnTo>
                <a:lnTo>
                  <a:pt x="40" y="11"/>
                </a:lnTo>
                <a:lnTo>
                  <a:pt x="39" y="10"/>
                </a:lnTo>
                <a:lnTo>
                  <a:pt x="38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4"/>
                </a:lnTo>
                <a:lnTo>
                  <a:pt x="31" y="4"/>
                </a:lnTo>
                <a:lnTo>
                  <a:pt x="30" y="3"/>
                </a:lnTo>
                <a:lnTo>
                  <a:pt x="29" y="3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6" name="Freeform 368"/>
          <p:cNvSpPr>
            <a:spLocks/>
          </p:cNvSpPr>
          <p:nvPr/>
        </p:nvSpPr>
        <p:spPr bwMode="auto">
          <a:xfrm>
            <a:off x="4502009" y="3942080"/>
            <a:ext cx="45156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1997484697 w 52"/>
              <a:gd name="T9" fmla="*/ 1331656668 h 52"/>
              <a:gd name="T10" fmla="*/ 1553474990 w 52"/>
              <a:gd name="T11" fmla="*/ 1775293313 h 52"/>
              <a:gd name="T12" fmla="*/ 1109838346 w 52"/>
              <a:gd name="T13" fmla="*/ 2147483646 h 52"/>
              <a:gd name="T14" fmla="*/ 665828029 w 52"/>
              <a:gd name="T15" fmla="*/ 2147483646 h 52"/>
              <a:gd name="T16" fmla="*/ 444009707 w 52"/>
              <a:gd name="T17" fmla="*/ 2147483646 h 52"/>
              <a:gd name="T18" fmla="*/ 221818322 w 52"/>
              <a:gd name="T19" fmla="*/ 2147483646 h 52"/>
              <a:gd name="T20" fmla="*/ 0 w 52"/>
              <a:gd name="T21" fmla="*/ 2147483646 h 52"/>
              <a:gd name="T22" fmla="*/ 221818322 w 52"/>
              <a:gd name="T23" fmla="*/ 2147483646 h 52"/>
              <a:gd name="T24" fmla="*/ 221818322 w 52"/>
              <a:gd name="T25" fmla="*/ 2147483646 h 52"/>
              <a:gd name="T26" fmla="*/ 444009707 w 52"/>
              <a:gd name="T27" fmla="*/ 2147483646 h 52"/>
              <a:gd name="T28" fmla="*/ 887646962 w 52"/>
              <a:gd name="T29" fmla="*/ 2147483646 h 52"/>
              <a:gd name="T30" fmla="*/ 1331656668 w 52"/>
              <a:gd name="T31" fmla="*/ 2147483646 h 52"/>
              <a:gd name="T32" fmla="*/ 1775293313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997484697 h 52"/>
              <a:gd name="T76" fmla="*/ 2147483646 w 52"/>
              <a:gd name="T77" fmla="*/ 1553474990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8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6" y="9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7" y="43"/>
                </a:lnTo>
                <a:lnTo>
                  <a:pt x="8" y="44"/>
                </a:lnTo>
                <a:lnTo>
                  <a:pt x="8" y="45"/>
                </a:lnTo>
                <a:lnTo>
                  <a:pt x="9" y="47"/>
                </a:lnTo>
                <a:lnTo>
                  <a:pt x="10" y="47"/>
                </a:lnTo>
                <a:lnTo>
                  <a:pt x="11" y="48"/>
                </a:lnTo>
                <a:lnTo>
                  <a:pt x="12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8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5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5"/>
                </a:lnTo>
                <a:lnTo>
                  <a:pt x="44" y="44"/>
                </a:lnTo>
                <a:lnTo>
                  <a:pt x="45" y="43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3"/>
                </a:lnTo>
                <a:lnTo>
                  <a:pt x="49" y="12"/>
                </a:lnTo>
                <a:lnTo>
                  <a:pt x="48" y="11"/>
                </a:lnTo>
                <a:lnTo>
                  <a:pt x="47" y="10"/>
                </a:lnTo>
                <a:lnTo>
                  <a:pt x="47" y="9"/>
                </a:lnTo>
                <a:lnTo>
                  <a:pt x="45" y="8"/>
                </a:lnTo>
                <a:lnTo>
                  <a:pt x="44" y="7"/>
                </a:lnTo>
                <a:lnTo>
                  <a:pt x="43" y="7"/>
                </a:lnTo>
                <a:lnTo>
                  <a:pt x="42" y="6"/>
                </a:lnTo>
                <a:lnTo>
                  <a:pt x="41" y="5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07" name="Freeform 369"/>
          <p:cNvSpPr>
            <a:spLocks/>
          </p:cNvSpPr>
          <p:nvPr/>
        </p:nvSpPr>
        <p:spPr bwMode="auto">
          <a:xfrm>
            <a:off x="4244622" y="4892605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825917986 w 43"/>
              <a:gd name="T9" fmla="*/ 811596749 h 43"/>
              <a:gd name="T10" fmla="*/ 1217394828 w 43"/>
              <a:gd name="T11" fmla="*/ 1217394828 h 43"/>
              <a:gd name="T12" fmla="*/ 811596749 w 43"/>
              <a:gd name="T13" fmla="*/ 2028991577 h 43"/>
              <a:gd name="T14" fmla="*/ 405798079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405798079 w 43"/>
              <a:gd name="T29" fmla="*/ 2147483646 h 43"/>
              <a:gd name="T30" fmla="*/ 811596749 w 43"/>
              <a:gd name="T31" fmla="*/ 2147483646 h 43"/>
              <a:gd name="T32" fmla="*/ 1217394828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217394828 h 43"/>
              <a:gd name="T78" fmla="*/ 2147483646 w 43"/>
              <a:gd name="T79" fmla="*/ 811596749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8" y="5"/>
                </a:lnTo>
                <a:lnTo>
                  <a:pt x="6" y="6"/>
                </a:lnTo>
                <a:lnTo>
                  <a:pt x="5" y="7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8" y="38"/>
                </a:lnTo>
                <a:lnTo>
                  <a:pt x="9" y="39"/>
                </a:lnTo>
                <a:lnTo>
                  <a:pt x="10" y="39"/>
                </a:lnTo>
                <a:lnTo>
                  <a:pt x="10" y="40"/>
                </a:lnTo>
                <a:lnTo>
                  <a:pt x="11" y="40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3"/>
                </a:lnTo>
                <a:lnTo>
                  <a:pt x="43" y="21"/>
                </a:lnTo>
                <a:lnTo>
                  <a:pt x="43" y="20"/>
                </a:lnTo>
                <a:lnTo>
                  <a:pt x="43" y="19"/>
                </a:lnTo>
                <a:lnTo>
                  <a:pt x="42" y="18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08" name="Freeform 370"/>
          <p:cNvSpPr>
            <a:spLocks/>
          </p:cNvSpPr>
          <p:nvPr/>
        </p:nvSpPr>
        <p:spPr bwMode="auto">
          <a:xfrm>
            <a:off x="4251396" y="4899379"/>
            <a:ext cx="42897" cy="42898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00197632 h 52"/>
              <a:gd name="T4" fmla="*/ 2147483646 w 52"/>
              <a:gd name="T5" fmla="*/ 400732277 h 52"/>
              <a:gd name="T6" fmla="*/ 2147483646 w 52"/>
              <a:gd name="T7" fmla="*/ 801127540 h 52"/>
              <a:gd name="T8" fmla="*/ 1802670213 w 52"/>
              <a:gd name="T9" fmla="*/ 1201859817 h 52"/>
              <a:gd name="T10" fmla="*/ 1401964562 w 52"/>
              <a:gd name="T11" fmla="*/ 1602255660 h 52"/>
              <a:gd name="T12" fmla="*/ 1001595914 w 52"/>
              <a:gd name="T13" fmla="*/ 2147483646 h 52"/>
              <a:gd name="T14" fmla="*/ 600890264 w 52"/>
              <a:gd name="T15" fmla="*/ 2147483646 h 52"/>
              <a:gd name="T16" fmla="*/ 400705650 w 52"/>
              <a:gd name="T17" fmla="*/ 2147483646 h 52"/>
              <a:gd name="T18" fmla="*/ 200184614 w 52"/>
              <a:gd name="T19" fmla="*/ 2147483646 h 52"/>
              <a:gd name="T20" fmla="*/ 0 w 52"/>
              <a:gd name="T21" fmla="*/ 2147483646 h 52"/>
              <a:gd name="T22" fmla="*/ 200184614 w 52"/>
              <a:gd name="T23" fmla="*/ 2147483646 h 52"/>
              <a:gd name="T24" fmla="*/ 200184614 w 52"/>
              <a:gd name="T25" fmla="*/ 2147483646 h 52"/>
              <a:gd name="T26" fmla="*/ 400705650 w 52"/>
              <a:gd name="T27" fmla="*/ 2147483646 h 52"/>
              <a:gd name="T28" fmla="*/ 801074878 w 52"/>
              <a:gd name="T29" fmla="*/ 2147483646 h 52"/>
              <a:gd name="T30" fmla="*/ 1201779948 w 52"/>
              <a:gd name="T31" fmla="*/ 2147483646 h 52"/>
              <a:gd name="T32" fmla="*/ 1602149176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802789725 h 52"/>
              <a:gd name="T76" fmla="*/ 2147483646 w 52"/>
              <a:gd name="T77" fmla="*/ 1402057448 h 52"/>
              <a:gd name="T78" fmla="*/ 2147483646 w 52"/>
              <a:gd name="T79" fmla="*/ 801127540 h 52"/>
              <a:gd name="T80" fmla="*/ 2147483646 w 52"/>
              <a:gd name="T81" fmla="*/ 600929908 h 52"/>
              <a:gd name="T82" fmla="*/ 2147483646 w 52"/>
              <a:gd name="T83" fmla="*/ 200197632 h 52"/>
              <a:gd name="T84" fmla="*/ 2147483646 w 52"/>
              <a:gd name="T85" fmla="*/ 20019763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8" y="2"/>
                </a:lnTo>
                <a:lnTo>
                  <a:pt x="16" y="2"/>
                </a:lnTo>
                <a:lnTo>
                  <a:pt x="14" y="3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6" y="9"/>
                </a:lnTo>
                <a:lnTo>
                  <a:pt x="5" y="10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3" y="14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1" y="31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7" y="43"/>
                </a:lnTo>
                <a:lnTo>
                  <a:pt x="8" y="44"/>
                </a:lnTo>
                <a:lnTo>
                  <a:pt x="8" y="45"/>
                </a:lnTo>
                <a:lnTo>
                  <a:pt x="9" y="46"/>
                </a:lnTo>
                <a:lnTo>
                  <a:pt x="10" y="46"/>
                </a:lnTo>
                <a:lnTo>
                  <a:pt x="11" y="47"/>
                </a:lnTo>
                <a:lnTo>
                  <a:pt x="12" y="49"/>
                </a:lnTo>
                <a:lnTo>
                  <a:pt x="13" y="49"/>
                </a:lnTo>
                <a:lnTo>
                  <a:pt x="14" y="50"/>
                </a:lnTo>
                <a:lnTo>
                  <a:pt x="16" y="50"/>
                </a:lnTo>
                <a:lnTo>
                  <a:pt x="18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5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30" y="52"/>
                </a:lnTo>
                <a:lnTo>
                  <a:pt x="31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7"/>
                </a:lnTo>
                <a:lnTo>
                  <a:pt x="41" y="46"/>
                </a:lnTo>
                <a:lnTo>
                  <a:pt x="42" y="46"/>
                </a:lnTo>
                <a:lnTo>
                  <a:pt x="43" y="45"/>
                </a:lnTo>
                <a:lnTo>
                  <a:pt x="44" y="44"/>
                </a:lnTo>
                <a:lnTo>
                  <a:pt x="45" y="43"/>
                </a:lnTo>
                <a:lnTo>
                  <a:pt x="46" y="42"/>
                </a:lnTo>
                <a:lnTo>
                  <a:pt x="46" y="41"/>
                </a:lnTo>
                <a:lnTo>
                  <a:pt x="47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1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4"/>
                </a:lnTo>
                <a:lnTo>
                  <a:pt x="49" y="13"/>
                </a:lnTo>
                <a:lnTo>
                  <a:pt x="49" y="12"/>
                </a:lnTo>
                <a:lnTo>
                  <a:pt x="47" y="11"/>
                </a:lnTo>
                <a:lnTo>
                  <a:pt x="46" y="10"/>
                </a:lnTo>
                <a:lnTo>
                  <a:pt x="46" y="9"/>
                </a:lnTo>
                <a:lnTo>
                  <a:pt x="45" y="8"/>
                </a:lnTo>
                <a:lnTo>
                  <a:pt x="44" y="7"/>
                </a:lnTo>
                <a:lnTo>
                  <a:pt x="43" y="7"/>
                </a:lnTo>
                <a:lnTo>
                  <a:pt x="42" y="6"/>
                </a:lnTo>
                <a:lnTo>
                  <a:pt x="41" y="5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1" y="1"/>
                </a:lnTo>
                <a:lnTo>
                  <a:pt x="30" y="1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09" name="Freeform 371"/>
          <p:cNvSpPr>
            <a:spLocks/>
          </p:cNvSpPr>
          <p:nvPr/>
        </p:nvSpPr>
        <p:spPr bwMode="auto">
          <a:xfrm>
            <a:off x="5271912" y="6983308"/>
            <a:ext cx="3804355" cy="955039"/>
          </a:xfrm>
          <a:custGeom>
            <a:avLst/>
            <a:gdLst>
              <a:gd name="T0" fmla="*/ 2147483646 w 4493"/>
              <a:gd name="T1" fmla="*/ 0 h 1129"/>
              <a:gd name="T2" fmla="*/ 0 w 4493"/>
              <a:gd name="T3" fmla="*/ 0 h 1129"/>
              <a:gd name="T4" fmla="*/ 0 w 4493"/>
              <a:gd name="T5" fmla="*/ 2147483646 h 1129"/>
              <a:gd name="T6" fmla="*/ 2147483646 w 4493"/>
              <a:gd name="T7" fmla="*/ 2147483646 h 1129"/>
              <a:gd name="T8" fmla="*/ 2147483646 w 4493"/>
              <a:gd name="T9" fmla="*/ 2147483646 h 1129"/>
              <a:gd name="T10" fmla="*/ 2147483646 w 4493"/>
              <a:gd name="T11" fmla="*/ 2147483646 h 1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493" h="1129">
                <a:moveTo>
                  <a:pt x="575" y="0"/>
                </a:moveTo>
                <a:lnTo>
                  <a:pt x="0" y="0"/>
                </a:lnTo>
                <a:lnTo>
                  <a:pt x="0" y="1129"/>
                </a:lnTo>
                <a:lnTo>
                  <a:pt x="4493" y="1129"/>
                </a:lnTo>
                <a:lnTo>
                  <a:pt x="4493" y="106"/>
                </a:lnTo>
                <a:lnTo>
                  <a:pt x="4217" y="106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3444" name="Rectangle 372"/>
          <p:cNvSpPr>
            <a:spLocks noChangeArrowheads="1"/>
          </p:cNvSpPr>
          <p:nvPr/>
        </p:nvSpPr>
        <p:spPr bwMode="auto">
          <a:xfrm>
            <a:off x="9688792" y="1194365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0 </a:t>
            </a:r>
            <a:endParaRPr lang="en-US" altLang="en-US" sz="2560"/>
          </a:p>
        </p:txBody>
      </p:sp>
      <p:sp>
        <p:nvSpPr>
          <p:cNvPr id="25711" name="Rectangle 373"/>
          <p:cNvSpPr>
            <a:spLocks noChangeArrowheads="1"/>
          </p:cNvSpPr>
          <p:nvPr/>
        </p:nvSpPr>
        <p:spPr bwMode="auto">
          <a:xfrm>
            <a:off x="3528140" y="946010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2560"/>
          </a:p>
        </p:txBody>
      </p:sp>
      <p:sp>
        <p:nvSpPr>
          <p:cNvPr id="25712" name="Rectangle 374"/>
          <p:cNvSpPr>
            <a:spLocks noChangeArrowheads="1"/>
          </p:cNvSpPr>
          <p:nvPr/>
        </p:nvSpPr>
        <p:spPr bwMode="auto">
          <a:xfrm>
            <a:off x="9614352" y="3235397"/>
            <a:ext cx="13625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3447" name="Rectangle 375"/>
          <p:cNvSpPr>
            <a:spLocks noChangeArrowheads="1"/>
          </p:cNvSpPr>
          <p:nvPr/>
        </p:nvSpPr>
        <p:spPr bwMode="auto">
          <a:xfrm>
            <a:off x="9688792" y="3303130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1 </a:t>
            </a:r>
            <a:endParaRPr lang="en-US" altLang="en-US" sz="2560"/>
          </a:p>
        </p:txBody>
      </p:sp>
      <p:sp>
        <p:nvSpPr>
          <p:cNvPr id="25714" name="Rectangle 376"/>
          <p:cNvSpPr>
            <a:spLocks noChangeArrowheads="1"/>
          </p:cNvSpPr>
          <p:nvPr/>
        </p:nvSpPr>
        <p:spPr bwMode="auto">
          <a:xfrm>
            <a:off x="9614352" y="6454988"/>
            <a:ext cx="13625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3449" name="Rectangle 377"/>
          <p:cNvSpPr>
            <a:spLocks noChangeArrowheads="1"/>
          </p:cNvSpPr>
          <p:nvPr/>
        </p:nvSpPr>
        <p:spPr bwMode="auto">
          <a:xfrm>
            <a:off x="9688792" y="6522721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2 </a:t>
            </a:r>
            <a:endParaRPr lang="en-US" altLang="en-US" sz="2560"/>
          </a:p>
        </p:txBody>
      </p:sp>
      <p:sp>
        <p:nvSpPr>
          <p:cNvPr id="25716" name="Rectangle 378"/>
          <p:cNvSpPr>
            <a:spLocks noChangeArrowheads="1"/>
          </p:cNvSpPr>
          <p:nvPr/>
        </p:nvSpPr>
        <p:spPr bwMode="auto">
          <a:xfrm>
            <a:off x="7347760" y="986650"/>
            <a:ext cx="153888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3451" name="Rectangle 379"/>
          <p:cNvSpPr>
            <a:spLocks noChangeArrowheads="1"/>
          </p:cNvSpPr>
          <p:nvPr/>
        </p:nvSpPr>
        <p:spPr bwMode="auto">
          <a:xfrm>
            <a:off x="7436659" y="1054383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0 </a:t>
            </a:r>
            <a:endParaRPr lang="en-US" altLang="en-US" sz="2560"/>
          </a:p>
        </p:txBody>
      </p:sp>
      <p:sp>
        <p:nvSpPr>
          <p:cNvPr id="25718" name="Rectangle 380"/>
          <p:cNvSpPr>
            <a:spLocks noChangeArrowheads="1"/>
          </p:cNvSpPr>
          <p:nvPr/>
        </p:nvSpPr>
        <p:spPr bwMode="auto">
          <a:xfrm>
            <a:off x="7347760" y="3086384"/>
            <a:ext cx="153888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3453" name="Rectangle 381"/>
          <p:cNvSpPr>
            <a:spLocks noChangeArrowheads="1"/>
          </p:cNvSpPr>
          <p:nvPr/>
        </p:nvSpPr>
        <p:spPr bwMode="auto">
          <a:xfrm>
            <a:off x="7436659" y="3154116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1 </a:t>
            </a:r>
            <a:endParaRPr lang="en-US" altLang="en-US" sz="2560"/>
          </a:p>
        </p:txBody>
      </p:sp>
      <p:sp>
        <p:nvSpPr>
          <p:cNvPr id="25720" name="Rectangle 382"/>
          <p:cNvSpPr>
            <a:spLocks noChangeArrowheads="1"/>
          </p:cNvSpPr>
          <p:nvPr/>
        </p:nvSpPr>
        <p:spPr bwMode="auto">
          <a:xfrm>
            <a:off x="7347760" y="6305975"/>
            <a:ext cx="153888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sz="2560"/>
          </a:p>
        </p:txBody>
      </p:sp>
      <p:sp>
        <p:nvSpPr>
          <p:cNvPr id="25721" name="Freeform 383"/>
          <p:cNvSpPr>
            <a:spLocks/>
          </p:cNvSpPr>
          <p:nvPr/>
        </p:nvSpPr>
        <p:spPr bwMode="auto">
          <a:xfrm>
            <a:off x="9083041" y="1230490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825917986 w 43"/>
              <a:gd name="T9" fmla="*/ 811596749 h 43"/>
              <a:gd name="T10" fmla="*/ 1420119907 w 43"/>
              <a:gd name="T11" fmla="*/ 1420119907 h 43"/>
              <a:gd name="T12" fmla="*/ 1014321237 w 43"/>
              <a:gd name="T13" fmla="*/ 2028991577 h 43"/>
              <a:gd name="T14" fmla="*/ 608523158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608523158 w 43"/>
              <a:gd name="T29" fmla="*/ 2147483646 h 43"/>
              <a:gd name="T30" fmla="*/ 1014321237 w 43"/>
              <a:gd name="T31" fmla="*/ 2147483646 h 43"/>
              <a:gd name="T32" fmla="*/ 1420119907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811596749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2" y="21"/>
                </a:moveTo>
                <a:lnTo>
                  <a:pt x="22" y="0"/>
                </a:lnTo>
                <a:lnTo>
                  <a:pt x="21" y="1"/>
                </a:lnTo>
                <a:lnTo>
                  <a:pt x="20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8" y="6"/>
                </a:lnTo>
                <a:lnTo>
                  <a:pt x="7" y="7"/>
                </a:lnTo>
                <a:lnTo>
                  <a:pt x="6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3" y="31"/>
                </a:lnTo>
                <a:lnTo>
                  <a:pt x="3" y="32"/>
                </a:lnTo>
                <a:lnTo>
                  <a:pt x="4" y="33"/>
                </a:lnTo>
                <a:lnTo>
                  <a:pt x="4" y="34"/>
                </a:lnTo>
                <a:lnTo>
                  <a:pt x="5" y="34"/>
                </a:lnTo>
                <a:lnTo>
                  <a:pt x="5" y="35"/>
                </a:lnTo>
                <a:lnTo>
                  <a:pt x="6" y="36"/>
                </a:lnTo>
                <a:lnTo>
                  <a:pt x="7" y="37"/>
                </a:lnTo>
                <a:lnTo>
                  <a:pt x="8" y="39"/>
                </a:lnTo>
                <a:lnTo>
                  <a:pt x="9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6" y="37"/>
                </a:lnTo>
                <a:lnTo>
                  <a:pt x="37" y="37"/>
                </a:lnTo>
                <a:lnTo>
                  <a:pt x="37" y="36"/>
                </a:lnTo>
                <a:lnTo>
                  <a:pt x="38" y="35"/>
                </a:lnTo>
                <a:lnTo>
                  <a:pt x="39" y="34"/>
                </a:lnTo>
                <a:lnTo>
                  <a:pt x="40" y="33"/>
                </a:lnTo>
                <a:lnTo>
                  <a:pt x="40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4"/>
                </a:lnTo>
                <a:lnTo>
                  <a:pt x="43" y="21"/>
                </a:lnTo>
                <a:lnTo>
                  <a:pt x="43" y="20"/>
                </a:lnTo>
                <a:lnTo>
                  <a:pt x="43" y="19"/>
                </a:lnTo>
                <a:lnTo>
                  <a:pt x="42" y="18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40" y="12"/>
                </a:lnTo>
                <a:lnTo>
                  <a:pt x="40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7" y="7"/>
                </a:lnTo>
                <a:lnTo>
                  <a:pt x="36" y="7"/>
                </a:lnTo>
                <a:lnTo>
                  <a:pt x="34" y="6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0"/>
                </a:lnTo>
                <a:lnTo>
                  <a:pt x="22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22" name="Freeform 384"/>
          <p:cNvSpPr>
            <a:spLocks/>
          </p:cNvSpPr>
          <p:nvPr/>
        </p:nvSpPr>
        <p:spPr bwMode="auto">
          <a:xfrm>
            <a:off x="9071752" y="1219200"/>
            <a:ext cx="42898" cy="45156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209579354 h 53"/>
              <a:gd name="T4" fmla="*/ 2147483646 w 52"/>
              <a:gd name="T5" fmla="*/ 628738061 h 53"/>
              <a:gd name="T6" fmla="*/ 2147483646 w 52"/>
              <a:gd name="T7" fmla="*/ 1047896769 h 53"/>
              <a:gd name="T8" fmla="*/ 1802789725 w 52"/>
              <a:gd name="T9" fmla="*/ 1467414311 h 53"/>
              <a:gd name="T10" fmla="*/ 1402057448 w 52"/>
              <a:gd name="T11" fmla="*/ 1886573618 h 53"/>
              <a:gd name="T12" fmla="*/ 1001662185 w 52"/>
              <a:gd name="T13" fmla="*/ 2147483646 h 53"/>
              <a:gd name="T14" fmla="*/ 600929908 w 52"/>
              <a:gd name="T15" fmla="*/ 2147483646 h 53"/>
              <a:gd name="T16" fmla="*/ 400732277 w 52"/>
              <a:gd name="T17" fmla="*/ 2147483646 h 53"/>
              <a:gd name="T18" fmla="*/ 200197632 w 52"/>
              <a:gd name="T19" fmla="*/ 2147483646 h 53"/>
              <a:gd name="T20" fmla="*/ 0 w 52"/>
              <a:gd name="T21" fmla="*/ 2147483646 h 53"/>
              <a:gd name="T22" fmla="*/ 200197632 w 52"/>
              <a:gd name="T23" fmla="*/ 2147483646 h 53"/>
              <a:gd name="T24" fmla="*/ 200197632 w 52"/>
              <a:gd name="T25" fmla="*/ 2147483646 h 53"/>
              <a:gd name="T26" fmla="*/ 400732277 w 52"/>
              <a:gd name="T27" fmla="*/ 2147483646 h 53"/>
              <a:gd name="T28" fmla="*/ 801127540 w 52"/>
              <a:gd name="T29" fmla="*/ 2147483646 h 53"/>
              <a:gd name="T30" fmla="*/ 1201859817 w 52"/>
              <a:gd name="T31" fmla="*/ 2147483646 h 53"/>
              <a:gd name="T32" fmla="*/ 1602255660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2096152972 h 53"/>
              <a:gd name="T76" fmla="*/ 2147483646 w 52"/>
              <a:gd name="T77" fmla="*/ 1676994264 h 53"/>
              <a:gd name="T78" fmla="*/ 2147483646 w 52"/>
              <a:gd name="T79" fmla="*/ 1047896769 h 53"/>
              <a:gd name="T80" fmla="*/ 2147483646 w 52"/>
              <a:gd name="T81" fmla="*/ 838317415 h 53"/>
              <a:gd name="T82" fmla="*/ 2147483646 w 52"/>
              <a:gd name="T83" fmla="*/ 209579354 h 53"/>
              <a:gd name="T84" fmla="*/ 2147483646 w 52"/>
              <a:gd name="T85" fmla="*/ 209579354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3"/>
                </a:lnTo>
                <a:lnTo>
                  <a:pt x="16" y="3"/>
                </a:lnTo>
                <a:lnTo>
                  <a:pt x="14" y="4"/>
                </a:lnTo>
                <a:lnTo>
                  <a:pt x="13" y="4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1" y="48"/>
                </a:lnTo>
                <a:lnTo>
                  <a:pt x="12" y="49"/>
                </a:lnTo>
                <a:lnTo>
                  <a:pt x="13" y="49"/>
                </a:lnTo>
                <a:lnTo>
                  <a:pt x="14" y="50"/>
                </a:lnTo>
                <a:lnTo>
                  <a:pt x="16" y="50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5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30" y="53"/>
                </a:lnTo>
                <a:lnTo>
                  <a:pt x="31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4" y="45"/>
                </a:lnTo>
                <a:lnTo>
                  <a:pt x="45" y="44"/>
                </a:lnTo>
                <a:lnTo>
                  <a:pt x="46" y="43"/>
                </a:lnTo>
                <a:lnTo>
                  <a:pt x="46" y="42"/>
                </a:lnTo>
                <a:lnTo>
                  <a:pt x="47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7" y="12"/>
                </a:lnTo>
                <a:lnTo>
                  <a:pt x="46" y="11"/>
                </a:lnTo>
                <a:lnTo>
                  <a:pt x="46" y="10"/>
                </a:lnTo>
                <a:lnTo>
                  <a:pt x="45" y="9"/>
                </a:lnTo>
                <a:lnTo>
                  <a:pt x="44" y="8"/>
                </a:lnTo>
                <a:lnTo>
                  <a:pt x="43" y="8"/>
                </a:lnTo>
                <a:lnTo>
                  <a:pt x="42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1"/>
                </a:lnTo>
                <a:lnTo>
                  <a:pt x="33" y="1"/>
                </a:lnTo>
                <a:lnTo>
                  <a:pt x="31" y="1"/>
                </a:lnTo>
                <a:lnTo>
                  <a:pt x="30" y="1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23" name="Freeform 385"/>
          <p:cNvSpPr>
            <a:spLocks/>
          </p:cNvSpPr>
          <p:nvPr/>
        </p:nvSpPr>
        <p:spPr bwMode="auto">
          <a:xfrm>
            <a:off x="9076267" y="3341511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825917986 w 43"/>
              <a:gd name="T9" fmla="*/ 1014321237 h 43"/>
              <a:gd name="T10" fmla="*/ 1420119907 w 43"/>
              <a:gd name="T11" fmla="*/ 1420119907 h 43"/>
              <a:gd name="T12" fmla="*/ 1014321237 w 43"/>
              <a:gd name="T13" fmla="*/ 2028991577 h 43"/>
              <a:gd name="T14" fmla="*/ 608523158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608523158 w 43"/>
              <a:gd name="T29" fmla="*/ 2147483646 h 43"/>
              <a:gd name="T30" fmla="*/ 1014321237 w 43"/>
              <a:gd name="T31" fmla="*/ 2147483646 h 43"/>
              <a:gd name="T32" fmla="*/ 1420119907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2" y="22"/>
                </a:moveTo>
                <a:lnTo>
                  <a:pt x="22" y="0"/>
                </a:lnTo>
                <a:lnTo>
                  <a:pt x="21" y="1"/>
                </a:lnTo>
                <a:lnTo>
                  <a:pt x="20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5"/>
                </a:lnTo>
                <a:lnTo>
                  <a:pt x="9" y="5"/>
                </a:lnTo>
                <a:lnTo>
                  <a:pt x="8" y="6"/>
                </a:lnTo>
                <a:lnTo>
                  <a:pt x="7" y="7"/>
                </a:lnTo>
                <a:lnTo>
                  <a:pt x="6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3" y="12"/>
                </a:lnTo>
                <a:lnTo>
                  <a:pt x="3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3" y="31"/>
                </a:lnTo>
                <a:lnTo>
                  <a:pt x="3" y="32"/>
                </a:lnTo>
                <a:lnTo>
                  <a:pt x="4" y="33"/>
                </a:lnTo>
                <a:lnTo>
                  <a:pt x="4" y="34"/>
                </a:lnTo>
                <a:lnTo>
                  <a:pt x="5" y="34"/>
                </a:lnTo>
                <a:lnTo>
                  <a:pt x="5" y="35"/>
                </a:lnTo>
                <a:lnTo>
                  <a:pt x="6" y="36"/>
                </a:lnTo>
                <a:lnTo>
                  <a:pt x="7" y="38"/>
                </a:lnTo>
                <a:lnTo>
                  <a:pt x="8" y="39"/>
                </a:lnTo>
                <a:lnTo>
                  <a:pt x="9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3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6" y="38"/>
                </a:lnTo>
                <a:lnTo>
                  <a:pt x="37" y="38"/>
                </a:lnTo>
                <a:lnTo>
                  <a:pt x="37" y="36"/>
                </a:lnTo>
                <a:lnTo>
                  <a:pt x="38" y="35"/>
                </a:lnTo>
                <a:lnTo>
                  <a:pt x="39" y="34"/>
                </a:lnTo>
                <a:lnTo>
                  <a:pt x="40" y="33"/>
                </a:lnTo>
                <a:lnTo>
                  <a:pt x="40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0"/>
                </a:lnTo>
                <a:lnTo>
                  <a:pt x="43" y="19"/>
                </a:lnTo>
                <a:lnTo>
                  <a:pt x="42" y="18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40" y="12"/>
                </a:lnTo>
                <a:lnTo>
                  <a:pt x="40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7" y="7"/>
                </a:lnTo>
                <a:lnTo>
                  <a:pt x="36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24" name="Freeform 386"/>
          <p:cNvSpPr>
            <a:spLocks/>
          </p:cNvSpPr>
          <p:nvPr/>
        </p:nvSpPr>
        <p:spPr bwMode="auto">
          <a:xfrm>
            <a:off x="9064979" y="3330223"/>
            <a:ext cx="42897" cy="42897"/>
          </a:xfrm>
          <a:custGeom>
            <a:avLst/>
            <a:gdLst>
              <a:gd name="T0" fmla="*/ 2147483646 w 52"/>
              <a:gd name="T1" fmla="*/ 0 h 53"/>
              <a:gd name="T2" fmla="*/ 2147483646 w 52"/>
              <a:gd name="T3" fmla="*/ 378278146 h 53"/>
              <a:gd name="T4" fmla="*/ 2147483646 w 52"/>
              <a:gd name="T5" fmla="*/ 567417219 h 53"/>
              <a:gd name="T6" fmla="*/ 2147483646 w 52"/>
              <a:gd name="T7" fmla="*/ 945695364 h 53"/>
              <a:gd name="T8" fmla="*/ 1802670213 w 52"/>
              <a:gd name="T9" fmla="*/ 1324297894 h 53"/>
              <a:gd name="T10" fmla="*/ 1401964562 w 52"/>
              <a:gd name="T11" fmla="*/ 1702576040 h 53"/>
              <a:gd name="T12" fmla="*/ 1001595914 w 52"/>
              <a:gd name="T13" fmla="*/ 2147483646 h 53"/>
              <a:gd name="T14" fmla="*/ 600890264 w 52"/>
              <a:gd name="T15" fmla="*/ 2147483646 h 53"/>
              <a:gd name="T16" fmla="*/ 400705650 w 52"/>
              <a:gd name="T17" fmla="*/ 2147483646 h 53"/>
              <a:gd name="T18" fmla="*/ 200184614 w 52"/>
              <a:gd name="T19" fmla="*/ 2147483646 h 53"/>
              <a:gd name="T20" fmla="*/ 0 w 52"/>
              <a:gd name="T21" fmla="*/ 2147483646 h 53"/>
              <a:gd name="T22" fmla="*/ 200184614 w 52"/>
              <a:gd name="T23" fmla="*/ 2147483646 h 53"/>
              <a:gd name="T24" fmla="*/ 200184614 w 52"/>
              <a:gd name="T25" fmla="*/ 2147483646 h 53"/>
              <a:gd name="T26" fmla="*/ 400705650 w 52"/>
              <a:gd name="T27" fmla="*/ 2147483646 h 53"/>
              <a:gd name="T28" fmla="*/ 801074878 w 52"/>
              <a:gd name="T29" fmla="*/ 2147483646 h 53"/>
              <a:gd name="T30" fmla="*/ 1201779948 w 52"/>
              <a:gd name="T31" fmla="*/ 2147483646 h 53"/>
              <a:gd name="T32" fmla="*/ 1602149176 w 52"/>
              <a:gd name="T33" fmla="*/ 2147483646 h 53"/>
              <a:gd name="T34" fmla="*/ 2147483646 w 52"/>
              <a:gd name="T35" fmla="*/ 2147483646 h 53"/>
              <a:gd name="T36" fmla="*/ 2147483646 w 52"/>
              <a:gd name="T37" fmla="*/ 2147483646 h 53"/>
              <a:gd name="T38" fmla="*/ 2147483646 w 52"/>
              <a:gd name="T39" fmla="*/ 2147483646 h 53"/>
              <a:gd name="T40" fmla="*/ 2147483646 w 52"/>
              <a:gd name="T41" fmla="*/ 2147483646 h 53"/>
              <a:gd name="T42" fmla="*/ 2147483646 w 52"/>
              <a:gd name="T43" fmla="*/ 2147483646 h 53"/>
              <a:gd name="T44" fmla="*/ 2147483646 w 52"/>
              <a:gd name="T45" fmla="*/ 2147483646 h 53"/>
              <a:gd name="T46" fmla="*/ 2147483646 w 52"/>
              <a:gd name="T47" fmla="*/ 2147483646 h 53"/>
              <a:gd name="T48" fmla="*/ 2147483646 w 52"/>
              <a:gd name="T49" fmla="*/ 2147483646 h 53"/>
              <a:gd name="T50" fmla="*/ 2147483646 w 52"/>
              <a:gd name="T51" fmla="*/ 2147483646 h 53"/>
              <a:gd name="T52" fmla="*/ 2147483646 w 52"/>
              <a:gd name="T53" fmla="*/ 2147483646 h 53"/>
              <a:gd name="T54" fmla="*/ 2147483646 w 52"/>
              <a:gd name="T55" fmla="*/ 2147483646 h 53"/>
              <a:gd name="T56" fmla="*/ 2147483646 w 52"/>
              <a:gd name="T57" fmla="*/ 2147483646 h 53"/>
              <a:gd name="T58" fmla="*/ 2147483646 w 52"/>
              <a:gd name="T59" fmla="*/ 2147483646 h 53"/>
              <a:gd name="T60" fmla="*/ 2147483646 w 52"/>
              <a:gd name="T61" fmla="*/ 2147483646 h 53"/>
              <a:gd name="T62" fmla="*/ 2147483646 w 52"/>
              <a:gd name="T63" fmla="*/ 2147483646 h 53"/>
              <a:gd name="T64" fmla="*/ 2147483646 w 52"/>
              <a:gd name="T65" fmla="*/ 2147483646 h 53"/>
              <a:gd name="T66" fmla="*/ 2147483646 w 52"/>
              <a:gd name="T67" fmla="*/ 2147483646 h 53"/>
              <a:gd name="T68" fmla="*/ 2147483646 w 52"/>
              <a:gd name="T69" fmla="*/ 2147483646 h 53"/>
              <a:gd name="T70" fmla="*/ 2147483646 w 52"/>
              <a:gd name="T71" fmla="*/ 2147483646 h 53"/>
              <a:gd name="T72" fmla="*/ 2147483646 w 52"/>
              <a:gd name="T73" fmla="*/ 2147483646 h 53"/>
              <a:gd name="T74" fmla="*/ 2147483646 w 52"/>
              <a:gd name="T75" fmla="*/ 1891715112 h 53"/>
              <a:gd name="T76" fmla="*/ 2147483646 w 52"/>
              <a:gd name="T77" fmla="*/ 1513436967 h 53"/>
              <a:gd name="T78" fmla="*/ 2147483646 w 52"/>
              <a:gd name="T79" fmla="*/ 945695364 h 53"/>
              <a:gd name="T80" fmla="*/ 2147483646 w 52"/>
              <a:gd name="T81" fmla="*/ 756556291 h 53"/>
              <a:gd name="T82" fmla="*/ 2147483646 w 52"/>
              <a:gd name="T83" fmla="*/ 378278146 h 53"/>
              <a:gd name="T84" fmla="*/ 2147483646 w 52"/>
              <a:gd name="T85" fmla="*/ 378278146 h 53"/>
              <a:gd name="T86" fmla="*/ 2147483646 w 52"/>
              <a:gd name="T87" fmla="*/ 0 h 5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3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2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7" y="3"/>
                </a:lnTo>
                <a:lnTo>
                  <a:pt x="16" y="3"/>
                </a:lnTo>
                <a:lnTo>
                  <a:pt x="14" y="4"/>
                </a:lnTo>
                <a:lnTo>
                  <a:pt x="13" y="4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8"/>
                </a:lnTo>
                <a:lnTo>
                  <a:pt x="2" y="19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5"/>
                </a:lnTo>
                <a:lnTo>
                  <a:pt x="2" y="36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7" y="44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1" y="48"/>
                </a:lnTo>
                <a:lnTo>
                  <a:pt x="12" y="49"/>
                </a:lnTo>
                <a:lnTo>
                  <a:pt x="13" y="49"/>
                </a:lnTo>
                <a:lnTo>
                  <a:pt x="14" y="51"/>
                </a:lnTo>
                <a:lnTo>
                  <a:pt x="16" y="51"/>
                </a:lnTo>
                <a:lnTo>
                  <a:pt x="17" y="52"/>
                </a:lnTo>
                <a:lnTo>
                  <a:pt x="19" y="52"/>
                </a:lnTo>
                <a:lnTo>
                  <a:pt x="20" y="52"/>
                </a:lnTo>
                <a:lnTo>
                  <a:pt x="21" y="53"/>
                </a:lnTo>
                <a:lnTo>
                  <a:pt x="22" y="53"/>
                </a:lnTo>
                <a:lnTo>
                  <a:pt x="23" y="53"/>
                </a:lnTo>
                <a:lnTo>
                  <a:pt x="25" y="53"/>
                </a:lnTo>
                <a:lnTo>
                  <a:pt x="26" y="53"/>
                </a:lnTo>
                <a:lnTo>
                  <a:pt x="27" y="53"/>
                </a:lnTo>
                <a:lnTo>
                  <a:pt x="28" y="53"/>
                </a:lnTo>
                <a:lnTo>
                  <a:pt x="30" y="53"/>
                </a:lnTo>
                <a:lnTo>
                  <a:pt x="31" y="53"/>
                </a:lnTo>
                <a:lnTo>
                  <a:pt x="33" y="52"/>
                </a:lnTo>
                <a:lnTo>
                  <a:pt x="34" y="52"/>
                </a:lnTo>
                <a:lnTo>
                  <a:pt x="35" y="52"/>
                </a:lnTo>
                <a:lnTo>
                  <a:pt x="36" y="51"/>
                </a:lnTo>
                <a:lnTo>
                  <a:pt x="37" y="51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4" y="45"/>
                </a:lnTo>
                <a:lnTo>
                  <a:pt x="45" y="44"/>
                </a:lnTo>
                <a:lnTo>
                  <a:pt x="46" y="43"/>
                </a:lnTo>
                <a:lnTo>
                  <a:pt x="46" y="42"/>
                </a:lnTo>
                <a:lnTo>
                  <a:pt x="47" y="41"/>
                </a:lnTo>
                <a:lnTo>
                  <a:pt x="49" y="40"/>
                </a:lnTo>
                <a:lnTo>
                  <a:pt x="49" y="39"/>
                </a:lnTo>
                <a:lnTo>
                  <a:pt x="50" y="38"/>
                </a:lnTo>
                <a:lnTo>
                  <a:pt x="50" y="37"/>
                </a:lnTo>
                <a:lnTo>
                  <a:pt x="51" y="36"/>
                </a:lnTo>
                <a:lnTo>
                  <a:pt x="51" y="35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1" y="19"/>
                </a:lnTo>
                <a:lnTo>
                  <a:pt x="51" y="18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7" y="12"/>
                </a:lnTo>
                <a:lnTo>
                  <a:pt x="46" y="11"/>
                </a:lnTo>
                <a:lnTo>
                  <a:pt x="46" y="10"/>
                </a:lnTo>
                <a:lnTo>
                  <a:pt x="45" y="9"/>
                </a:lnTo>
                <a:lnTo>
                  <a:pt x="44" y="8"/>
                </a:lnTo>
                <a:lnTo>
                  <a:pt x="43" y="8"/>
                </a:lnTo>
                <a:lnTo>
                  <a:pt x="42" y="7"/>
                </a:lnTo>
                <a:lnTo>
                  <a:pt x="41" y="6"/>
                </a:lnTo>
                <a:lnTo>
                  <a:pt x="41" y="5"/>
                </a:lnTo>
                <a:lnTo>
                  <a:pt x="40" y="5"/>
                </a:lnTo>
                <a:lnTo>
                  <a:pt x="39" y="4"/>
                </a:lnTo>
                <a:lnTo>
                  <a:pt x="37" y="4"/>
                </a:lnTo>
                <a:lnTo>
                  <a:pt x="36" y="3"/>
                </a:lnTo>
                <a:lnTo>
                  <a:pt x="35" y="3"/>
                </a:lnTo>
                <a:lnTo>
                  <a:pt x="34" y="2"/>
                </a:lnTo>
                <a:lnTo>
                  <a:pt x="33" y="2"/>
                </a:lnTo>
                <a:lnTo>
                  <a:pt x="31" y="2"/>
                </a:lnTo>
                <a:lnTo>
                  <a:pt x="30" y="2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25" name="Freeform 387"/>
          <p:cNvSpPr>
            <a:spLocks/>
          </p:cNvSpPr>
          <p:nvPr/>
        </p:nvSpPr>
        <p:spPr bwMode="auto">
          <a:xfrm>
            <a:off x="9051432" y="6522721"/>
            <a:ext cx="36124" cy="36124"/>
          </a:xfrm>
          <a:custGeom>
            <a:avLst/>
            <a:gdLst>
              <a:gd name="T0" fmla="*/ 2147483646 w 43"/>
              <a:gd name="T1" fmla="*/ 202724488 h 43"/>
              <a:gd name="T2" fmla="*/ 2147483646 w 43"/>
              <a:gd name="T3" fmla="*/ 202724488 h 43"/>
              <a:gd name="T4" fmla="*/ 2147483646 w 43"/>
              <a:gd name="T5" fmla="*/ 405798079 h 43"/>
              <a:gd name="T6" fmla="*/ 2147483646 w 43"/>
              <a:gd name="T7" fmla="*/ 608523158 h 43"/>
              <a:gd name="T8" fmla="*/ 1825917986 w 43"/>
              <a:gd name="T9" fmla="*/ 1014321237 h 43"/>
              <a:gd name="T10" fmla="*/ 1217394828 w 43"/>
              <a:gd name="T11" fmla="*/ 1420119907 h 43"/>
              <a:gd name="T12" fmla="*/ 811596749 w 43"/>
              <a:gd name="T13" fmla="*/ 2028991577 h 43"/>
              <a:gd name="T14" fmla="*/ 405798079 w 43"/>
              <a:gd name="T15" fmla="*/ 2147483646 h 43"/>
              <a:gd name="T16" fmla="*/ 202724488 w 43"/>
              <a:gd name="T17" fmla="*/ 2147483646 h 43"/>
              <a:gd name="T18" fmla="*/ 0 w 43"/>
              <a:gd name="T19" fmla="*/ 2147483646 h 43"/>
              <a:gd name="T20" fmla="*/ 0 w 43"/>
              <a:gd name="T21" fmla="*/ 2147483646 h 43"/>
              <a:gd name="T22" fmla="*/ 0 w 43"/>
              <a:gd name="T23" fmla="*/ 2147483646 h 43"/>
              <a:gd name="T24" fmla="*/ 0 w 43"/>
              <a:gd name="T25" fmla="*/ 2147483646 h 43"/>
              <a:gd name="T26" fmla="*/ 202724488 w 43"/>
              <a:gd name="T27" fmla="*/ 2147483646 h 43"/>
              <a:gd name="T28" fmla="*/ 405798079 w 43"/>
              <a:gd name="T29" fmla="*/ 2147483646 h 43"/>
              <a:gd name="T30" fmla="*/ 811596749 w 43"/>
              <a:gd name="T31" fmla="*/ 2147483646 h 43"/>
              <a:gd name="T32" fmla="*/ 1217394828 w 43"/>
              <a:gd name="T33" fmla="*/ 2147483646 h 43"/>
              <a:gd name="T34" fmla="*/ 182591798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2147483646 w 43"/>
              <a:gd name="T65" fmla="*/ 2147483646 h 43"/>
              <a:gd name="T66" fmla="*/ 2147483646 w 43"/>
              <a:gd name="T67" fmla="*/ 2147483646 h 43"/>
              <a:gd name="T68" fmla="*/ 2147483646 w 43"/>
              <a:gd name="T69" fmla="*/ 2147483646 h 43"/>
              <a:gd name="T70" fmla="*/ 2147483646 w 43"/>
              <a:gd name="T71" fmla="*/ 2147483646 h 43"/>
              <a:gd name="T72" fmla="*/ 2147483646 w 43"/>
              <a:gd name="T73" fmla="*/ 2147483646 h 43"/>
              <a:gd name="T74" fmla="*/ 2147483646 w 43"/>
              <a:gd name="T75" fmla="*/ 2028991577 h 43"/>
              <a:gd name="T76" fmla="*/ 2147483646 w 43"/>
              <a:gd name="T77" fmla="*/ 1420119907 h 43"/>
              <a:gd name="T78" fmla="*/ 2147483646 w 43"/>
              <a:gd name="T79" fmla="*/ 1014321237 h 43"/>
              <a:gd name="T80" fmla="*/ 2147483646 w 43"/>
              <a:gd name="T81" fmla="*/ 608523158 h 43"/>
              <a:gd name="T82" fmla="*/ 2147483646 w 43"/>
              <a:gd name="T83" fmla="*/ 405798079 h 43"/>
              <a:gd name="T84" fmla="*/ 2147483646 w 43"/>
              <a:gd name="T85" fmla="*/ 202724488 h 43"/>
              <a:gd name="T86" fmla="*/ 2147483646 w 43"/>
              <a:gd name="T87" fmla="*/ 202724488 h 43"/>
              <a:gd name="T88" fmla="*/ 2147483646 w 43"/>
              <a:gd name="T89" fmla="*/ 2147483646 h 43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3" h="43">
                <a:moveTo>
                  <a:pt x="21" y="22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4" y="2"/>
                </a:lnTo>
                <a:lnTo>
                  <a:pt x="13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10" y="5"/>
                </a:lnTo>
                <a:lnTo>
                  <a:pt x="9" y="5"/>
                </a:lnTo>
                <a:lnTo>
                  <a:pt x="8" y="6"/>
                </a:lnTo>
                <a:lnTo>
                  <a:pt x="6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3" y="11"/>
                </a:lnTo>
                <a:lnTo>
                  <a:pt x="2" y="12"/>
                </a:lnTo>
                <a:lnTo>
                  <a:pt x="2" y="13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1"/>
                </a:lnTo>
                <a:lnTo>
                  <a:pt x="0" y="22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7"/>
                </a:lnTo>
                <a:lnTo>
                  <a:pt x="6" y="38"/>
                </a:lnTo>
                <a:lnTo>
                  <a:pt x="8" y="39"/>
                </a:lnTo>
                <a:lnTo>
                  <a:pt x="9" y="40"/>
                </a:lnTo>
                <a:lnTo>
                  <a:pt x="10" y="40"/>
                </a:lnTo>
                <a:lnTo>
                  <a:pt x="10" y="41"/>
                </a:lnTo>
                <a:lnTo>
                  <a:pt x="11" y="41"/>
                </a:lnTo>
                <a:lnTo>
                  <a:pt x="12" y="42"/>
                </a:lnTo>
                <a:lnTo>
                  <a:pt x="13" y="42"/>
                </a:lnTo>
                <a:lnTo>
                  <a:pt x="14" y="42"/>
                </a:lnTo>
                <a:lnTo>
                  <a:pt x="15" y="43"/>
                </a:lnTo>
                <a:lnTo>
                  <a:pt x="16" y="43"/>
                </a:lnTo>
                <a:lnTo>
                  <a:pt x="17" y="43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1" y="43"/>
                </a:lnTo>
                <a:lnTo>
                  <a:pt x="22" y="43"/>
                </a:lnTo>
                <a:lnTo>
                  <a:pt x="24" y="43"/>
                </a:lnTo>
                <a:lnTo>
                  <a:pt x="25" y="43"/>
                </a:lnTo>
                <a:lnTo>
                  <a:pt x="26" y="43"/>
                </a:lnTo>
                <a:lnTo>
                  <a:pt x="27" y="43"/>
                </a:lnTo>
                <a:lnTo>
                  <a:pt x="28" y="43"/>
                </a:lnTo>
                <a:lnTo>
                  <a:pt x="29" y="42"/>
                </a:lnTo>
                <a:lnTo>
                  <a:pt x="30" y="42"/>
                </a:lnTo>
                <a:lnTo>
                  <a:pt x="31" y="41"/>
                </a:lnTo>
                <a:lnTo>
                  <a:pt x="32" y="41"/>
                </a:lnTo>
                <a:lnTo>
                  <a:pt x="33" y="40"/>
                </a:lnTo>
                <a:lnTo>
                  <a:pt x="34" y="40"/>
                </a:lnTo>
                <a:lnTo>
                  <a:pt x="34" y="39"/>
                </a:lnTo>
                <a:lnTo>
                  <a:pt x="35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1" y="31"/>
                </a:lnTo>
                <a:lnTo>
                  <a:pt x="41" y="30"/>
                </a:lnTo>
                <a:lnTo>
                  <a:pt x="41" y="29"/>
                </a:lnTo>
                <a:lnTo>
                  <a:pt x="42" y="28"/>
                </a:lnTo>
                <a:lnTo>
                  <a:pt x="42" y="27"/>
                </a:lnTo>
                <a:lnTo>
                  <a:pt x="42" y="26"/>
                </a:lnTo>
                <a:lnTo>
                  <a:pt x="43" y="25"/>
                </a:lnTo>
                <a:lnTo>
                  <a:pt x="43" y="24"/>
                </a:lnTo>
                <a:lnTo>
                  <a:pt x="43" y="22"/>
                </a:lnTo>
                <a:lnTo>
                  <a:pt x="43" y="21"/>
                </a:lnTo>
                <a:lnTo>
                  <a:pt x="43" y="19"/>
                </a:lnTo>
                <a:lnTo>
                  <a:pt x="42" y="18"/>
                </a:lnTo>
                <a:lnTo>
                  <a:pt x="42" y="17"/>
                </a:lnTo>
                <a:lnTo>
                  <a:pt x="42" y="16"/>
                </a:lnTo>
                <a:lnTo>
                  <a:pt x="41" y="15"/>
                </a:lnTo>
                <a:lnTo>
                  <a:pt x="41" y="14"/>
                </a:lnTo>
                <a:lnTo>
                  <a:pt x="41" y="13"/>
                </a:lnTo>
                <a:lnTo>
                  <a:pt x="39" y="12"/>
                </a:lnTo>
                <a:lnTo>
                  <a:pt x="39" y="11"/>
                </a:lnTo>
                <a:lnTo>
                  <a:pt x="38" y="10"/>
                </a:lnTo>
                <a:lnTo>
                  <a:pt x="37" y="9"/>
                </a:lnTo>
                <a:lnTo>
                  <a:pt x="36" y="8"/>
                </a:lnTo>
                <a:lnTo>
                  <a:pt x="36" y="7"/>
                </a:lnTo>
                <a:lnTo>
                  <a:pt x="35" y="7"/>
                </a:lnTo>
                <a:lnTo>
                  <a:pt x="34" y="6"/>
                </a:lnTo>
                <a:lnTo>
                  <a:pt x="34" y="5"/>
                </a:lnTo>
                <a:lnTo>
                  <a:pt x="33" y="5"/>
                </a:lnTo>
                <a:lnTo>
                  <a:pt x="32" y="3"/>
                </a:lnTo>
                <a:lnTo>
                  <a:pt x="31" y="3"/>
                </a:lnTo>
                <a:lnTo>
                  <a:pt x="30" y="2"/>
                </a:lnTo>
                <a:lnTo>
                  <a:pt x="29" y="2"/>
                </a:lnTo>
                <a:lnTo>
                  <a:pt x="28" y="1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2" y="1"/>
                </a:ln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26" name="Freeform 388"/>
          <p:cNvSpPr>
            <a:spLocks/>
          </p:cNvSpPr>
          <p:nvPr/>
        </p:nvSpPr>
        <p:spPr bwMode="auto">
          <a:xfrm>
            <a:off x="9058205" y="6529493"/>
            <a:ext cx="42898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1802789725 w 52"/>
              <a:gd name="T9" fmla="*/ 1331656668 h 52"/>
              <a:gd name="T10" fmla="*/ 1402057448 w 52"/>
              <a:gd name="T11" fmla="*/ 1775293313 h 52"/>
              <a:gd name="T12" fmla="*/ 1001662185 w 52"/>
              <a:gd name="T13" fmla="*/ 2147483646 h 52"/>
              <a:gd name="T14" fmla="*/ 600929908 w 52"/>
              <a:gd name="T15" fmla="*/ 2147483646 h 52"/>
              <a:gd name="T16" fmla="*/ 400732277 w 52"/>
              <a:gd name="T17" fmla="*/ 2147483646 h 52"/>
              <a:gd name="T18" fmla="*/ 200197632 w 52"/>
              <a:gd name="T19" fmla="*/ 2147483646 h 52"/>
              <a:gd name="T20" fmla="*/ 0 w 52"/>
              <a:gd name="T21" fmla="*/ 2147483646 h 52"/>
              <a:gd name="T22" fmla="*/ 200197632 w 52"/>
              <a:gd name="T23" fmla="*/ 2147483646 h 52"/>
              <a:gd name="T24" fmla="*/ 200197632 w 52"/>
              <a:gd name="T25" fmla="*/ 2147483646 h 52"/>
              <a:gd name="T26" fmla="*/ 400732277 w 52"/>
              <a:gd name="T27" fmla="*/ 2147483646 h 52"/>
              <a:gd name="T28" fmla="*/ 801127540 w 52"/>
              <a:gd name="T29" fmla="*/ 2147483646 h 52"/>
              <a:gd name="T30" fmla="*/ 1201859817 w 52"/>
              <a:gd name="T31" fmla="*/ 2147483646 h 52"/>
              <a:gd name="T32" fmla="*/ 1602255660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997484697 h 52"/>
              <a:gd name="T76" fmla="*/ 2147483646 w 52"/>
              <a:gd name="T77" fmla="*/ 1553474990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6" y="0"/>
                </a:move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4" y="3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5"/>
                </a:lnTo>
                <a:lnTo>
                  <a:pt x="9" y="6"/>
                </a:lnTo>
                <a:lnTo>
                  <a:pt x="8" y="7"/>
                </a:lnTo>
                <a:lnTo>
                  <a:pt x="7" y="8"/>
                </a:lnTo>
                <a:lnTo>
                  <a:pt x="6" y="9"/>
                </a:lnTo>
                <a:lnTo>
                  <a:pt x="5" y="10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7" y="43"/>
                </a:lnTo>
                <a:lnTo>
                  <a:pt x="8" y="45"/>
                </a:lnTo>
                <a:lnTo>
                  <a:pt x="8" y="46"/>
                </a:lnTo>
                <a:lnTo>
                  <a:pt x="9" y="47"/>
                </a:lnTo>
                <a:lnTo>
                  <a:pt x="10" y="47"/>
                </a:lnTo>
                <a:lnTo>
                  <a:pt x="11" y="48"/>
                </a:lnTo>
                <a:lnTo>
                  <a:pt x="12" y="49"/>
                </a:lnTo>
                <a:lnTo>
                  <a:pt x="13" y="49"/>
                </a:lnTo>
                <a:lnTo>
                  <a:pt x="14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5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30" y="52"/>
                </a:lnTo>
                <a:lnTo>
                  <a:pt x="31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0" y="49"/>
                </a:lnTo>
                <a:lnTo>
                  <a:pt x="41" y="48"/>
                </a:lnTo>
                <a:lnTo>
                  <a:pt x="41" y="47"/>
                </a:lnTo>
                <a:lnTo>
                  <a:pt x="42" y="47"/>
                </a:lnTo>
                <a:lnTo>
                  <a:pt x="43" y="46"/>
                </a:lnTo>
                <a:lnTo>
                  <a:pt x="44" y="45"/>
                </a:lnTo>
                <a:lnTo>
                  <a:pt x="45" y="43"/>
                </a:lnTo>
                <a:lnTo>
                  <a:pt x="46" y="42"/>
                </a:lnTo>
                <a:lnTo>
                  <a:pt x="46" y="41"/>
                </a:lnTo>
                <a:lnTo>
                  <a:pt x="47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6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7" y="12"/>
                </a:lnTo>
                <a:lnTo>
                  <a:pt x="46" y="10"/>
                </a:lnTo>
                <a:lnTo>
                  <a:pt x="46" y="9"/>
                </a:lnTo>
                <a:lnTo>
                  <a:pt x="45" y="8"/>
                </a:lnTo>
                <a:lnTo>
                  <a:pt x="44" y="7"/>
                </a:lnTo>
                <a:lnTo>
                  <a:pt x="43" y="7"/>
                </a:lnTo>
                <a:lnTo>
                  <a:pt x="42" y="6"/>
                </a:lnTo>
                <a:lnTo>
                  <a:pt x="41" y="5"/>
                </a:lnTo>
                <a:lnTo>
                  <a:pt x="41" y="4"/>
                </a:lnTo>
                <a:lnTo>
                  <a:pt x="40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1" y="1"/>
                </a:lnTo>
                <a:lnTo>
                  <a:pt x="30" y="1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27" name="Line 389"/>
          <p:cNvSpPr>
            <a:spLocks noChangeShapeType="1"/>
          </p:cNvSpPr>
          <p:nvPr/>
        </p:nvSpPr>
        <p:spPr bwMode="auto">
          <a:xfrm flipV="1">
            <a:off x="5289975" y="1031805"/>
            <a:ext cx="2257" cy="56986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28" name="Line 390"/>
          <p:cNvSpPr>
            <a:spLocks noChangeShapeType="1"/>
          </p:cNvSpPr>
          <p:nvPr/>
        </p:nvSpPr>
        <p:spPr bwMode="auto">
          <a:xfrm>
            <a:off x="5019041" y="654756"/>
            <a:ext cx="2257" cy="43123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3463" name="Rectangle 391"/>
          <p:cNvSpPr>
            <a:spLocks noChangeArrowheads="1"/>
          </p:cNvSpPr>
          <p:nvPr/>
        </p:nvSpPr>
        <p:spPr bwMode="auto">
          <a:xfrm>
            <a:off x="7436659" y="6373707"/>
            <a:ext cx="113813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en-US" sz="1067">
                <a:latin typeface="Times-Roman" charset="0"/>
              </a:rPr>
              <a:t>2 </a:t>
            </a:r>
            <a:endParaRPr lang="en-US" altLang="en-US" sz="2560"/>
          </a:p>
        </p:txBody>
      </p:sp>
      <p:sp>
        <p:nvSpPr>
          <p:cNvPr id="25730" name="Line 392"/>
          <p:cNvSpPr>
            <a:spLocks noChangeShapeType="1"/>
          </p:cNvSpPr>
          <p:nvPr/>
        </p:nvSpPr>
        <p:spPr bwMode="auto">
          <a:xfrm>
            <a:off x="3738880" y="8444089"/>
            <a:ext cx="758613" cy="22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31" name="Freeform 393"/>
          <p:cNvSpPr>
            <a:spLocks/>
          </p:cNvSpPr>
          <p:nvPr/>
        </p:nvSpPr>
        <p:spPr bwMode="auto">
          <a:xfrm>
            <a:off x="7678703" y="4386863"/>
            <a:ext cx="36124" cy="36124"/>
          </a:xfrm>
          <a:custGeom>
            <a:avLst/>
            <a:gdLst>
              <a:gd name="T0" fmla="*/ 2147483646 w 42"/>
              <a:gd name="T1" fmla="*/ 228219605 h 42"/>
              <a:gd name="T2" fmla="*/ 2147483646 w 42"/>
              <a:gd name="T3" fmla="*/ 228219605 h 42"/>
              <a:gd name="T4" fmla="*/ 2147483646 w 42"/>
              <a:gd name="T5" fmla="*/ 456073933 h 42"/>
              <a:gd name="T6" fmla="*/ 2147483646 w 42"/>
              <a:gd name="T7" fmla="*/ 684294143 h 42"/>
              <a:gd name="T8" fmla="*/ 1824661614 w 42"/>
              <a:gd name="T9" fmla="*/ 912513748 h 42"/>
              <a:gd name="T10" fmla="*/ 1368587681 w 42"/>
              <a:gd name="T11" fmla="*/ 1368587681 h 42"/>
              <a:gd name="T12" fmla="*/ 912513748 w 42"/>
              <a:gd name="T13" fmla="*/ 2052881824 h 42"/>
              <a:gd name="T14" fmla="*/ 456073933 w 42"/>
              <a:gd name="T15" fmla="*/ 2147483646 h 42"/>
              <a:gd name="T16" fmla="*/ 228219605 w 42"/>
              <a:gd name="T17" fmla="*/ 2147483646 h 42"/>
              <a:gd name="T18" fmla="*/ 0 w 42"/>
              <a:gd name="T19" fmla="*/ 2147483646 h 42"/>
              <a:gd name="T20" fmla="*/ 0 w 42"/>
              <a:gd name="T21" fmla="*/ 2147483646 h 42"/>
              <a:gd name="T22" fmla="*/ 0 w 42"/>
              <a:gd name="T23" fmla="*/ 2147483646 h 42"/>
              <a:gd name="T24" fmla="*/ 0 w 42"/>
              <a:gd name="T25" fmla="*/ 2147483646 h 42"/>
              <a:gd name="T26" fmla="*/ 228219605 w 42"/>
              <a:gd name="T27" fmla="*/ 2147483646 h 42"/>
              <a:gd name="T28" fmla="*/ 456073933 w 42"/>
              <a:gd name="T29" fmla="*/ 2147483646 h 42"/>
              <a:gd name="T30" fmla="*/ 912513748 w 42"/>
              <a:gd name="T31" fmla="*/ 2147483646 h 42"/>
              <a:gd name="T32" fmla="*/ 1368587681 w 42"/>
              <a:gd name="T33" fmla="*/ 2147483646 h 42"/>
              <a:gd name="T34" fmla="*/ 1824661614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2147483646 w 42"/>
              <a:gd name="T71" fmla="*/ 2147483646 h 42"/>
              <a:gd name="T72" fmla="*/ 2147483646 w 42"/>
              <a:gd name="T73" fmla="*/ 2147483646 h 42"/>
              <a:gd name="T74" fmla="*/ 2147483646 w 42"/>
              <a:gd name="T75" fmla="*/ 2052881824 h 42"/>
              <a:gd name="T76" fmla="*/ 2147483646 w 42"/>
              <a:gd name="T77" fmla="*/ 1368587681 h 42"/>
              <a:gd name="T78" fmla="*/ 2147483646 w 42"/>
              <a:gd name="T79" fmla="*/ 912513748 h 42"/>
              <a:gd name="T80" fmla="*/ 2147483646 w 42"/>
              <a:gd name="T81" fmla="*/ 684294143 h 42"/>
              <a:gd name="T82" fmla="*/ 2147483646 w 42"/>
              <a:gd name="T83" fmla="*/ 456073933 h 42"/>
              <a:gd name="T84" fmla="*/ 2147483646 w 42"/>
              <a:gd name="T85" fmla="*/ 228219605 h 42"/>
              <a:gd name="T86" fmla="*/ 2147483646 w 42"/>
              <a:gd name="T87" fmla="*/ 228219605 h 42"/>
              <a:gd name="T88" fmla="*/ 2147483646 w 42"/>
              <a:gd name="T89" fmla="*/ 2147483646 h 4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2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1"/>
                </a:lnTo>
                <a:lnTo>
                  <a:pt x="2" y="12"/>
                </a:lnTo>
                <a:lnTo>
                  <a:pt x="1" y="13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39"/>
                </a:lnTo>
                <a:lnTo>
                  <a:pt x="9" y="40"/>
                </a:lnTo>
                <a:lnTo>
                  <a:pt x="10" y="40"/>
                </a:lnTo>
                <a:lnTo>
                  <a:pt x="11" y="41"/>
                </a:lnTo>
                <a:lnTo>
                  <a:pt x="12" y="41"/>
                </a:lnTo>
                <a:lnTo>
                  <a:pt x="13" y="41"/>
                </a:lnTo>
                <a:lnTo>
                  <a:pt x="15" y="42"/>
                </a:lnTo>
                <a:lnTo>
                  <a:pt x="16" y="42"/>
                </a:lnTo>
                <a:lnTo>
                  <a:pt x="17" y="42"/>
                </a:lnTo>
                <a:lnTo>
                  <a:pt x="18" y="42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3" y="42"/>
                </a:lnTo>
                <a:lnTo>
                  <a:pt x="24" y="42"/>
                </a:lnTo>
                <a:lnTo>
                  <a:pt x="25" y="42"/>
                </a:lnTo>
                <a:lnTo>
                  <a:pt x="26" y="42"/>
                </a:lnTo>
                <a:lnTo>
                  <a:pt x="27" y="42"/>
                </a:lnTo>
                <a:lnTo>
                  <a:pt x="28" y="41"/>
                </a:lnTo>
                <a:lnTo>
                  <a:pt x="29" y="41"/>
                </a:lnTo>
                <a:lnTo>
                  <a:pt x="30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29"/>
                </a:lnTo>
                <a:lnTo>
                  <a:pt x="40" y="28"/>
                </a:lnTo>
                <a:lnTo>
                  <a:pt x="41" y="27"/>
                </a:lnTo>
                <a:lnTo>
                  <a:pt x="41" y="26"/>
                </a:lnTo>
                <a:lnTo>
                  <a:pt x="41" y="25"/>
                </a:lnTo>
                <a:lnTo>
                  <a:pt x="42" y="24"/>
                </a:lnTo>
                <a:lnTo>
                  <a:pt x="42" y="23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3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0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32" name="Freeform 394"/>
          <p:cNvSpPr>
            <a:spLocks/>
          </p:cNvSpPr>
          <p:nvPr/>
        </p:nvSpPr>
        <p:spPr bwMode="auto">
          <a:xfrm>
            <a:off x="7685477" y="4393635"/>
            <a:ext cx="42898" cy="45156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21818322 h 52"/>
              <a:gd name="T4" fmla="*/ 2147483646 w 52"/>
              <a:gd name="T5" fmla="*/ 444009707 h 52"/>
              <a:gd name="T6" fmla="*/ 2147483646 w 52"/>
              <a:gd name="T7" fmla="*/ 887646962 h 52"/>
              <a:gd name="T8" fmla="*/ 2002987356 w 52"/>
              <a:gd name="T9" fmla="*/ 1553474990 h 52"/>
              <a:gd name="T10" fmla="*/ 1602255660 w 52"/>
              <a:gd name="T11" fmla="*/ 1997484697 h 52"/>
              <a:gd name="T12" fmla="*/ 1001662185 w 52"/>
              <a:gd name="T13" fmla="*/ 2147483646 h 52"/>
              <a:gd name="T14" fmla="*/ 600929908 w 52"/>
              <a:gd name="T15" fmla="*/ 2147483646 h 52"/>
              <a:gd name="T16" fmla="*/ 400732277 w 52"/>
              <a:gd name="T17" fmla="*/ 2147483646 h 52"/>
              <a:gd name="T18" fmla="*/ 200197632 w 52"/>
              <a:gd name="T19" fmla="*/ 2147483646 h 52"/>
              <a:gd name="T20" fmla="*/ 0 w 52"/>
              <a:gd name="T21" fmla="*/ 2147483646 h 52"/>
              <a:gd name="T22" fmla="*/ 200197632 w 52"/>
              <a:gd name="T23" fmla="*/ 2147483646 h 52"/>
              <a:gd name="T24" fmla="*/ 200197632 w 52"/>
              <a:gd name="T25" fmla="*/ 2147483646 h 52"/>
              <a:gd name="T26" fmla="*/ 400732277 w 52"/>
              <a:gd name="T27" fmla="*/ 2147483646 h 52"/>
              <a:gd name="T28" fmla="*/ 801127540 w 52"/>
              <a:gd name="T29" fmla="*/ 2147483646 h 52"/>
              <a:gd name="T30" fmla="*/ 1201859817 w 52"/>
              <a:gd name="T31" fmla="*/ 2147483646 h 52"/>
              <a:gd name="T32" fmla="*/ 1802789725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2147483646 h 52"/>
              <a:gd name="T76" fmla="*/ 2147483646 w 52"/>
              <a:gd name="T77" fmla="*/ 1775293313 h 52"/>
              <a:gd name="T78" fmla="*/ 2147483646 w 52"/>
              <a:gd name="T79" fmla="*/ 887646962 h 52"/>
              <a:gd name="T80" fmla="*/ 2147483646 w 52"/>
              <a:gd name="T81" fmla="*/ 665828029 h 52"/>
              <a:gd name="T82" fmla="*/ 2147483646 w 52"/>
              <a:gd name="T83" fmla="*/ 221818322 h 52"/>
              <a:gd name="T84" fmla="*/ 2147483646 w 52"/>
              <a:gd name="T85" fmla="*/ 22181832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6" y="10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3"/>
                </a:lnTo>
                <a:lnTo>
                  <a:pt x="1" y="24"/>
                </a:lnTo>
                <a:lnTo>
                  <a:pt x="1" y="25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40"/>
                </a:lnTo>
                <a:lnTo>
                  <a:pt x="5" y="41"/>
                </a:lnTo>
                <a:lnTo>
                  <a:pt x="5" y="42"/>
                </a:lnTo>
                <a:lnTo>
                  <a:pt x="6" y="43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3"/>
                </a:lnTo>
                <a:lnTo>
                  <a:pt x="47" y="42"/>
                </a:lnTo>
                <a:lnTo>
                  <a:pt x="48" y="41"/>
                </a:lnTo>
                <a:lnTo>
                  <a:pt x="49" y="40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5"/>
                </a:lnTo>
                <a:lnTo>
                  <a:pt x="52" y="24"/>
                </a:lnTo>
                <a:lnTo>
                  <a:pt x="52" y="23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10"/>
                </a:lnTo>
                <a:lnTo>
                  <a:pt x="46" y="9"/>
                </a:lnTo>
                <a:lnTo>
                  <a:pt x="45" y="8"/>
                </a:lnTo>
                <a:lnTo>
                  <a:pt x="44" y="8"/>
                </a:lnTo>
                <a:lnTo>
                  <a:pt x="43" y="7"/>
                </a:lnTo>
                <a:lnTo>
                  <a:pt x="42" y="5"/>
                </a:lnTo>
                <a:lnTo>
                  <a:pt x="42" y="4"/>
                </a:lnTo>
                <a:lnTo>
                  <a:pt x="41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33" name="Freeform 395"/>
          <p:cNvSpPr>
            <a:spLocks/>
          </p:cNvSpPr>
          <p:nvPr/>
        </p:nvSpPr>
        <p:spPr bwMode="auto">
          <a:xfrm>
            <a:off x="7705796" y="7380676"/>
            <a:ext cx="812800" cy="216747"/>
          </a:xfrm>
          <a:custGeom>
            <a:avLst/>
            <a:gdLst>
              <a:gd name="T0" fmla="*/ 0 w 958"/>
              <a:gd name="T1" fmla="*/ 2147483646 h 256"/>
              <a:gd name="T2" fmla="*/ 2147483646 w 958"/>
              <a:gd name="T3" fmla="*/ 2147483646 h 256"/>
              <a:gd name="T4" fmla="*/ 2147483646 w 958"/>
              <a:gd name="T5" fmla="*/ 0 h 2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8" h="256">
                <a:moveTo>
                  <a:pt x="0" y="256"/>
                </a:moveTo>
                <a:lnTo>
                  <a:pt x="958" y="256"/>
                </a:lnTo>
                <a:lnTo>
                  <a:pt x="958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34" name="Freeform 396"/>
          <p:cNvSpPr>
            <a:spLocks/>
          </p:cNvSpPr>
          <p:nvPr/>
        </p:nvSpPr>
        <p:spPr bwMode="auto">
          <a:xfrm>
            <a:off x="7678703" y="7577102"/>
            <a:ext cx="36124" cy="38383"/>
          </a:xfrm>
          <a:custGeom>
            <a:avLst/>
            <a:gdLst>
              <a:gd name="T0" fmla="*/ 2147483646 w 42"/>
              <a:gd name="T1" fmla="*/ 257648653 h 42"/>
              <a:gd name="T2" fmla="*/ 2147483646 w 42"/>
              <a:gd name="T3" fmla="*/ 257648653 h 42"/>
              <a:gd name="T4" fmla="*/ 2147483646 w 42"/>
              <a:gd name="T5" fmla="*/ 514884132 h 42"/>
              <a:gd name="T6" fmla="*/ 2147483646 w 42"/>
              <a:gd name="T7" fmla="*/ 772532143 h 42"/>
              <a:gd name="T8" fmla="*/ 1824661614 w 42"/>
              <a:gd name="T9" fmla="*/ 1030180795 h 42"/>
              <a:gd name="T10" fmla="*/ 1368587681 w 42"/>
              <a:gd name="T11" fmla="*/ 1545064285 h 42"/>
              <a:gd name="T12" fmla="*/ 912513748 w 42"/>
              <a:gd name="T13" fmla="*/ 2147483646 h 42"/>
              <a:gd name="T14" fmla="*/ 456073933 w 42"/>
              <a:gd name="T15" fmla="*/ 2147483646 h 42"/>
              <a:gd name="T16" fmla="*/ 228219605 w 42"/>
              <a:gd name="T17" fmla="*/ 2147483646 h 42"/>
              <a:gd name="T18" fmla="*/ 0 w 42"/>
              <a:gd name="T19" fmla="*/ 2147483646 h 42"/>
              <a:gd name="T20" fmla="*/ 0 w 42"/>
              <a:gd name="T21" fmla="*/ 2147483646 h 42"/>
              <a:gd name="T22" fmla="*/ 0 w 42"/>
              <a:gd name="T23" fmla="*/ 2147483646 h 42"/>
              <a:gd name="T24" fmla="*/ 0 w 42"/>
              <a:gd name="T25" fmla="*/ 2147483646 h 42"/>
              <a:gd name="T26" fmla="*/ 228219605 w 42"/>
              <a:gd name="T27" fmla="*/ 2147483646 h 42"/>
              <a:gd name="T28" fmla="*/ 456073933 w 42"/>
              <a:gd name="T29" fmla="*/ 2147483646 h 42"/>
              <a:gd name="T30" fmla="*/ 912513748 w 42"/>
              <a:gd name="T31" fmla="*/ 2147483646 h 42"/>
              <a:gd name="T32" fmla="*/ 1368587681 w 42"/>
              <a:gd name="T33" fmla="*/ 2147483646 h 42"/>
              <a:gd name="T34" fmla="*/ 1824661614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2147483646 w 42"/>
              <a:gd name="T71" fmla="*/ 2147483646 h 42"/>
              <a:gd name="T72" fmla="*/ 2147483646 w 42"/>
              <a:gd name="T73" fmla="*/ 2147483646 h 42"/>
              <a:gd name="T74" fmla="*/ 2147483646 w 42"/>
              <a:gd name="T75" fmla="*/ 2147483646 h 42"/>
              <a:gd name="T76" fmla="*/ 2147483646 w 42"/>
              <a:gd name="T77" fmla="*/ 1545064285 h 42"/>
              <a:gd name="T78" fmla="*/ 2147483646 w 42"/>
              <a:gd name="T79" fmla="*/ 1030180795 h 42"/>
              <a:gd name="T80" fmla="*/ 2147483646 w 42"/>
              <a:gd name="T81" fmla="*/ 772532143 h 42"/>
              <a:gd name="T82" fmla="*/ 2147483646 w 42"/>
              <a:gd name="T83" fmla="*/ 514884132 h 42"/>
              <a:gd name="T84" fmla="*/ 2147483646 w 42"/>
              <a:gd name="T85" fmla="*/ 257648653 h 42"/>
              <a:gd name="T86" fmla="*/ 2147483646 w 42"/>
              <a:gd name="T87" fmla="*/ 257648653 h 42"/>
              <a:gd name="T88" fmla="*/ 2147483646 w 42"/>
              <a:gd name="T89" fmla="*/ 2147483646 h 4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2" h="42">
                <a:moveTo>
                  <a:pt x="21" y="21"/>
                </a:moveTo>
                <a:lnTo>
                  <a:pt x="21" y="0"/>
                </a:lnTo>
                <a:lnTo>
                  <a:pt x="20" y="1"/>
                </a:lnTo>
                <a:lnTo>
                  <a:pt x="19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5" y="1"/>
                </a:lnTo>
                <a:lnTo>
                  <a:pt x="13" y="2"/>
                </a:lnTo>
                <a:lnTo>
                  <a:pt x="12" y="2"/>
                </a:lnTo>
                <a:lnTo>
                  <a:pt x="11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20"/>
                </a:lnTo>
                <a:lnTo>
                  <a:pt x="0" y="21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6"/>
                </a:lnTo>
                <a:lnTo>
                  <a:pt x="1" y="27"/>
                </a:lnTo>
                <a:lnTo>
                  <a:pt x="1" y="28"/>
                </a:lnTo>
                <a:lnTo>
                  <a:pt x="1" y="29"/>
                </a:lnTo>
                <a:lnTo>
                  <a:pt x="2" y="31"/>
                </a:lnTo>
                <a:lnTo>
                  <a:pt x="2" y="32"/>
                </a:lnTo>
                <a:lnTo>
                  <a:pt x="3" y="33"/>
                </a:lnTo>
                <a:lnTo>
                  <a:pt x="3" y="34"/>
                </a:lnTo>
                <a:lnTo>
                  <a:pt x="4" y="34"/>
                </a:lnTo>
                <a:lnTo>
                  <a:pt x="4" y="35"/>
                </a:lnTo>
                <a:lnTo>
                  <a:pt x="5" y="36"/>
                </a:lnTo>
                <a:lnTo>
                  <a:pt x="6" y="37"/>
                </a:lnTo>
                <a:lnTo>
                  <a:pt x="7" y="38"/>
                </a:lnTo>
                <a:lnTo>
                  <a:pt x="8" y="39"/>
                </a:lnTo>
                <a:lnTo>
                  <a:pt x="9" y="39"/>
                </a:lnTo>
                <a:lnTo>
                  <a:pt x="9" y="40"/>
                </a:lnTo>
                <a:lnTo>
                  <a:pt x="10" y="40"/>
                </a:lnTo>
                <a:lnTo>
                  <a:pt x="11" y="41"/>
                </a:lnTo>
                <a:lnTo>
                  <a:pt x="12" y="41"/>
                </a:lnTo>
                <a:lnTo>
                  <a:pt x="13" y="41"/>
                </a:lnTo>
                <a:lnTo>
                  <a:pt x="15" y="42"/>
                </a:lnTo>
                <a:lnTo>
                  <a:pt x="16" y="42"/>
                </a:lnTo>
                <a:lnTo>
                  <a:pt x="17" y="42"/>
                </a:lnTo>
                <a:lnTo>
                  <a:pt x="18" y="42"/>
                </a:lnTo>
                <a:lnTo>
                  <a:pt x="19" y="42"/>
                </a:lnTo>
                <a:lnTo>
                  <a:pt x="20" y="42"/>
                </a:lnTo>
                <a:lnTo>
                  <a:pt x="21" y="42"/>
                </a:lnTo>
                <a:lnTo>
                  <a:pt x="22" y="42"/>
                </a:lnTo>
                <a:lnTo>
                  <a:pt x="23" y="42"/>
                </a:lnTo>
                <a:lnTo>
                  <a:pt x="24" y="42"/>
                </a:lnTo>
                <a:lnTo>
                  <a:pt x="25" y="42"/>
                </a:lnTo>
                <a:lnTo>
                  <a:pt x="26" y="42"/>
                </a:lnTo>
                <a:lnTo>
                  <a:pt x="27" y="42"/>
                </a:lnTo>
                <a:lnTo>
                  <a:pt x="28" y="41"/>
                </a:lnTo>
                <a:lnTo>
                  <a:pt x="29" y="41"/>
                </a:lnTo>
                <a:lnTo>
                  <a:pt x="30" y="40"/>
                </a:lnTo>
                <a:lnTo>
                  <a:pt x="32" y="40"/>
                </a:lnTo>
                <a:lnTo>
                  <a:pt x="33" y="39"/>
                </a:lnTo>
                <a:lnTo>
                  <a:pt x="34" y="39"/>
                </a:lnTo>
                <a:lnTo>
                  <a:pt x="34" y="38"/>
                </a:lnTo>
                <a:lnTo>
                  <a:pt x="35" y="37"/>
                </a:lnTo>
                <a:lnTo>
                  <a:pt x="36" y="37"/>
                </a:lnTo>
                <a:lnTo>
                  <a:pt x="36" y="36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39" y="32"/>
                </a:lnTo>
                <a:lnTo>
                  <a:pt x="40" y="31"/>
                </a:lnTo>
                <a:lnTo>
                  <a:pt x="40" y="29"/>
                </a:lnTo>
                <a:lnTo>
                  <a:pt x="40" y="28"/>
                </a:lnTo>
                <a:lnTo>
                  <a:pt x="41" y="27"/>
                </a:lnTo>
                <a:lnTo>
                  <a:pt x="41" y="26"/>
                </a:lnTo>
                <a:lnTo>
                  <a:pt x="41" y="25"/>
                </a:lnTo>
                <a:lnTo>
                  <a:pt x="42" y="24"/>
                </a:lnTo>
                <a:lnTo>
                  <a:pt x="42" y="23"/>
                </a:lnTo>
                <a:lnTo>
                  <a:pt x="42" y="21"/>
                </a:lnTo>
                <a:lnTo>
                  <a:pt x="42" y="20"/>
                </a:lnTo>
                <a:lnTo>
                  <a:pt x="42" y="19"/>
                </a:lnTo>
                <a:lnTo>
                  <a:pt x="41" y="18"/>
                </a:lnTo>
                <a:lnTo>
                  <a:pt x="41" y="17"/>
                </a:lnTo>
                <a:lnTo>
                  <a:pt x="41" y="16"/>
                </a:lnTo>
                <a:lnTo>
                  <a:pt x="40" y="15"/>
                </a:lnTo>
                <a:lnTo>
                  <a:pt x="40" y="14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8" y="9"/>
                </a:lnTo>
                <a:lnTo>
                  <a:pt x="37" y="8"/>
                </a:lnTo>
                <a:lnTo>
                  <a:pt x="36" y="7"/>
                </a:lnTo>
                <a:lnTo>
                  <a:pt x="36" y="6"/>
                </a:lnTo>
                <a:lnTo>
                  <a:pt x="35" y="6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3"/>
                </a:lnTo>
                <a:lnTo>
                  <a:pt x="30" y="3"/>
                </a:lnTo>
                <a:lnTo>
                  <a:pt x="29" y="2"/>
                </a:lnTo>
                <a:lnTo>
                  <a:pt x="28" y="2"/>
                </a:lnTo>
                <a:lnTo>
                  <a:pt x="27" y="1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35" name="Freeform 397"/>
          <p:cNvSpPr>
            <a:spLocks/>
          </p:cNvSpPr>
          <p:nvPr/>
        </p:nvSpPr>
        <p:spPr bwMode="auto">
          <a:xfrm>
            <a:off x="7685477" y="7568072"/>
            <a:ext cx="42898" cy="42898"/>
          </a:xfrm>
          <a:custGeom>
            <a:avLst/>
            <a:gdLst>
              <a:gd name="T0" fmla="*/ 2147483646 w 52"/>
              <a:gd name="T1" fmla="*/ 0 h 52"/>
              <a:gd name="T2" fmla="*/ 2147483646 w 52"/>
              <a:gd name="T3" fmla="*/ 200197632 h 52"/>
              <a:gd name="T4" fmla="*/ 2147483646 w 52"/>
              <a:gd name="T5" fmla="*/ 400732277 h 52"/>
              <a:gd name="T6" fmla="*/ 2147483646 w 52"/>
              <a:gd name="T7" fmla="*/ 801127540 h 52"/>
              <a:gd name="T8" fmla="*/ 2002987356 w 52"/>
              <a:gd name="T9" fmla="*/ 1201859817 h 52"/>
              <a:gd name="T10" fmla="*/ 1602255660 w 52"/>
              <a:gd name="T11" fmla="*/ 1602255660 h 52"/>
              <a:gd name="T12" fmla="*/ 1001662185 w 52"/>
              <a:gd name="T13" fmla="*/ 2147483646 h 52"/>
              <a:gd name="T14" fmla="*/ 600929908 w 52"/>
              <a:gd name="T15" fmla="*/ 2147483646 h 52"/>
              <a:gd name="T16" fmla="*/ 400732277 w 52"/>
              <a:gd name="T17" fmla="*/ 2147483646 h 52"/>
              <a:gd name="T18" fmla="*/ 200197632 w 52"/>
              <a:gd name="T19" fmla="*/ 2147483646 h 52"/>
              <a:gd name="T20" fmla="*/ 0 w 52"/>
              <a:gd name="T21" fmla="*/ 2147483646 h 52"/>
              <a:gd name="T22" fmla="*/ 200197632 w 52"/>
              <a:gd name="T23" fmla="*/ 2147483646 h 52"/>
              <a:gd name="T24" fmla="*/ 200197632 w 52"/>
              <a:gd name="T25" fmla="*/ 2147483646 h 52"/>
              <a:gd name="T26" fmla="*/ 400732277 w 52"/>
              <a:gd name="T27" fmla="*/ 2147483646 h 52"/>
              <a:gd name="T28" fmla="*/ 801127540 w 52"/>
              <a:gd name="T29" fmla="*/ 2147483646 h 52"/>
              <a:gd name="T30" fmla="*/ 1201859817 w 52"/>
              <a:gd name="T31" fmla="*/ 2147483646 h 52"/>
              <a:gd name="T32" fmla="*/ 1802789725 w 52"/>
              <a:gd name="T33" fmla="*/ 2147483646 h 52"/>
              <a:gd name="T34" fmla="*/ 2147483646 w 52"/>
              <a:gd name="T35" fmla="*/ 2147483646 h 52"/>
              <a:gd name="T36" fmla="*/ 2147483646 w 52"/>
              <a:gd name="T37" fmla="*/ 2147483646 h 52"/>
              <a:gd name="T38" fmla="*/ 2147483646 w 52"/>
              <a:gd name="T39" fmla="*/ 2147483646 h 52"/>
              <a:gd name="T40" fmla="*/ 2147483646 w 52"/>
              <a:gd name="T41" fmla="*/ 2147483646 h 52"/>
              <a:gd name="T42" fmla="*/ 2147483646 w 52"/>
              <a:gd name="T43" fmla="*/ 2147483646 h 52"/>
              <a:gd name="T44" fmla="*/ 2147483646 w 52"/>
              <a:gd name="T45" fmla="*/ 2147483646 h 52"/>
              <a:gd name="T46" fmla="*/ 2147483646 w 52"/>
              <a:gd name="T47" fmla="*/ 2147483646 h 52"/>
              <a:gd name="T48" fmla="*/ 2147483646 w 52"/>
              <a:gd name="T49" fmla="*/ 2147483646 h 52"/>
              <a:gd name="T50" fmla="*/ 2147483646 w 52"/>
              <a:gd name="T51" fmla="*/ 2147483646 h 52"/>
              <a:gd name="T52" fmla="*/ 2147483646 w 52"/>
              <a:gd name="T53" fmla="*/ 2147483646 h 52"/>
              <a:gd name="T54" fmla="*/ 2147483646 w 52"/>
              <a:gd name="T55" fmla="*/ 2147483646 h 52"/>
              <a:gd name="T56" fmla="*/ 2147483646 w 52"/>
              <a:gd name="T57" fmla="*/ 2147483646 h 52"/>
              <a:gd name="T58" fmla="*/ 2147483646 w 52"/>
              <a:gd name="T59" fmla="*/ 2147483646 h 52"/>
              <a:gd name="T60" fmla="*/ 2147483646 w 52"/>
              <a:gd name="T61" fmla="*/ 2147483646 h 52"/>
              <a:gd name="T62" fmla="*/ 2147483646 w 52"/>
              <a:gd name="T63" fmla="*/ 2147483646 h 52"/>
              <a:gd name="T64" fmla="*/ 2147483646 w 52"/>
              <a:gd name="T65" fmla="*/ 2147483646 h 52"/>
              <a:gd name="T66" fmla="*/ 2147483646 w 52"/>
              <a:gd name="T67" fmla="*/ 2147483646 h 52"/>
              <a:gd name="T68" fmla="*/ 2147483646 w 52"/>
              <a:gd name="T69" fmla="*/ 2147483646 h 52"/>
              <a:gd name="T70" fmla="*/ 2147483646 w 52"/>
              <a:gd name="T71" fmla="*/ 2147483646 h 52"/>
              <a:gd name="T72" fmla="*/ 2147483646 w 52"/>
              <a:gd name="T73" fmla="*/ 2147483646 h 52"/>
              <a:gd name="T74" fmla="*/ 2147483646 w 52"/>
              <a:gd name="T75" fmla="*/ 1802789725 h 52"/>
              <a:gd name="T76" fmla="*/ 2147483646 w 52"/>
              <a:gd name="T77" fmla="*/ 1402057448 h 52"/>
              <a:gd name="T78" fmla="*/ 2147483646 w 52"/>
              <a:gd name="T79" fmla="*/ 801127540 h 52"/>
              <a:gd name="T80" fmla="*/ 2147483646 w 52"/>
              <a:gd name="T81" fmla="*/ 600929908 h 52"/>
              <a:gd name="T82" fmla="*/ 2147483646 w 52"/>
              <a:gd name="T83" fmla="*/ 200197632 h 52"/>
              <a:gd name="T84" fmla="*/ 2147483646 w 52"/>
              <a:gd name="T85" fmla="*/ 200197632 h 52"/>
              <a:gd name="T86" fmla="*/ 2147483646 w 52"/>
              <a:gd name="T87" fmla="*/ 0 h 5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2" h="52">
                <a:moveTo>
                  <a:pt x="27" y="0"/>
                </a:moveTo>
                <a:lnTo>
                  <a:pt x="26" y="0"/>
                </a:lnTo>
                <a:lnTo>
                  <a:pt x="23" y="0"/>
                </a:lnTo>
                <a:lnTo>
                  <a:pt x="22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2"/>
                </a:lnTo>
                <a:lnTo>
                  <a:pt x="16" y="2"/>
                </a:lnTo>
                <a:lnTo>
                  <a:pt x="15" y="3"/>
                </a:lnTo>
                <a:lnTo>
                  <a:pt x="14" y="3"/>
                </a:lnTo>
                <a:lnTo>
                  <a:pt x="13" y="4"/>
                </a:lnTo>
                <a:lnTo>
                  <a:pt x="12" y="4"/>
                </a:lnTo>
                <a:lnTo>
                  <a:pt x="11" y="5"/>
                </a:lnTo>
                <a:lnTo>
                  <a:pt x="10" y="6"/>
                </a:lnTo>
                <a:lnTo>
                  <a:pt x="9" y="7"/>
                </a:lnTo>
                <a:lnTo>
                  <a:pt x="8" y="8"/>
                </a:lnTo>
                <a:lnTo>
                  <a:pt x="6" y="9"/>
                </a:lnTo>
                <a:lnTo>
                  <a:pt x="5" y="11"/>
                </a:lnTo>
                <a:lnTo>
                  <a:pt x="5" y="12"/>
                </a:lnTo>
                <a:lnTo>
                  <a:pt x="4" y="13"/>
                </a:lnTo>
                <a:lnTo>
                  <a:pt x="3" y="14"/>
                </a:lnTo>
                <a:lnTo>
                  <a:pt x="3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2"/>
                </a:lnTo>
                <a:lnTo>
                  <a:pt x="1" y="23"/>
                </a:lnTo>
                <a:lnTo>
                  <a:pt x="1" y="24"/>
                </a:lnTo>
                <a:lnTo>
                  <a:pt x="0" y="27"/>
                </a:lnTo>
                <a:lnTo>
                  <a:pt x="1" y="28"/>
                </a:lnTo>
                <a:lnTo>
                  <a:pt x="1" y="29"/>
                </a:lnTo>
                <a:lnTo>
                  <a:pt x="1" y="30"/>
                </a:lnTo>
                <a:lnTo>
                  <a:pt x="1" y="32"/>
                </a:lnTo>
                <a:lnTo>
                  <a:pt x="1" y="33"/>
                </a:lnTo>
                <a:lnTo>
                  <a:pt x="2" y="34"/>
                </a:lnTo>
                <a:lnTo>
                  <a:pt x="2" y="35"/>
                </a:lnTo>
                <a:lnTo>
                  <a:pt x="2" y="36"/>
                </a:lnTo>
                <a:lnTo>
                  <a:pt x="3" y="37"/>
                </a:lnTo>
                <a:lnTo>
                  <a:pt x="3" y="38"/>
                </a:lnTo>
                <a:lnTo>
                  <a:pt x="4" y="39"/>
                </a:lnTo>
                <a:lnTo>
                  <a:pt x="5" y="40"/>
                </a:lnTo>
                <a:lnTo>
                  <a:pt x="5" y="41"/>
                </a:lnTo>
                <a:lnTo>
                  <a:pt x="6" y="42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10" y="47"/>
                </a:lnTo>
                <a:lnTo>
                  <a:pt x="11" y="47"/>
                </a:lnTo>
                <a:lnTo>
                  <a:pt x="12" y="48"/>
                </a:lnTo>
                <a:lnTo>
                  <a:pt x="13" y="49"/>
                </a:lnTo>
                <a:lnTo>
                  <a:pt x="14" y="49"/>
                </a:lnTo>
                <a:lnTo>
                  <a:pt x="15" y="50"/>
                </a:lnTo>
                <a:lnTo>
                  <a:pt x="16" y="50"/>
                </a:lnTo>
                <a:lnTo>
                  <a:pt x="17" y="51"/>
                </a:lnTo>
                <a:lnTo>
                  <a:pt x="19" y="51"/>
                </a:lnTo>
                <a:lnTo>
                  <a:pt x="20" y="51"/>
                </a:lnTo>
                <a:lnTo>
                  <a:pt x="21" y="52"/>
                </a:lnTo>
                <a:lnTo>
                  <a:pt x="22" y="52"/>
                </a:lnTo>
                <a:lnTo>
                  <a:pt x="23" y="52"/>
                </a:lnTo>
                <a:lnTo>
                  <a:pt x="26" y="52"/>
                </a:lnTo>
                <a:lnTo>
                  <a:pt x="27" y="52"/>
                </a:lnTo>
                <a:lnTo>
                  <a:pt x="28" y="52"/>
                </a:lnTo>
                <a:lnTo>
                  <a:pt x="29" y="52"/>
                </a:lnTo>
                <a:lnTo>
                  <a:pt x="31" y="52"/>
                </a:lnTo>
                <a:lnTo>
                  <a:pt x="32" y="52"/>
                </a:lnTo>
                <a:lnTo>
                  <a:pt x="33" y="51"/>
                </a:lnTo>
                <a:lnTo>
                  <a:pt x="34" y="51"/>
                </a:lnTo>
                <a:lnTo>
                  <a:pt x="35" y="51"/>
                </a:lnTo>
                <a:lnTo>
                  <a:pt x="36" y="50"/>
                </a:lnTo>
                <a:lnTo>
                  <a:pt x="37" y="50"/>
                </a:lnTo>
                <a:lnTo>
                  <a:pt x="39" y="49"/>
                </a:lnTo>
                <a:lnTo>
                  <a:pt x="41" y="49"/>
                </a:lnTo>
                <a:lnTo>
                  <a:pt x="42" y="48"/>
                </a:lnTo>
                <a:lnTo>
                  <a:pt x="42" y="47"/>
                </a:lnTo>
                <a:lnTo>
                  <a:pt x="43" y="47"/>
                </a:lnTo>
                <a:lnTo>
                  <a:pt x="44" y="46"/>
                </a:lnTo>
                <a:lnTo>
                  <a:pt x="45" y="45"/>
                </a:lnTo>
                <a:lnTo>
                  <a:pt x="46" y="44"/>
                </a:lnTo>
                <a:lnTo>
                  <a:pt x="47" y="42"/>
                </a:lnTo>
                <a:lnTo>
                  <a:pt x="47" y="41"/>
                </a:lnTo>
                <a:lnTo>
                  <a:pt x="48" y="40"/>
                </a:lnTo>
                <a:lnTo>
                  <a:pt x="49" y="39"/>
                </a:lnTo>
                <a:lnTo>
                  <a:pt x="49" y="38"/>
                </a:lnTo>
                <a:lnTo>
                  <a:pt x="50" y="37"/>
                </a:lnTo>
                <a:lnTo>
                  <a:pt x="50" y="36"/>
                </a:lnTo>
                <a:lnTo>
                  <a:pt x="51" y="35"/>
                </a:lnTo>
                <a:lnTo>
                  <a:pt x="51" y="34"/>
                </a:lnTo>
                <a:lnTo>
                  <a:pt x="52" y="33"/>
                </a:lnTo>
                <a:lnTo>
                  <a:pt x="52" y="32"/>
                </a:lnTo>
                <a:lnTo>
                  <a:pt x="52" y="30"/>
                </a:lnTo>
                <a:lnTo>
                  <a:pt x="52" y="29"/>
                </a:lnTo>
                <a:lnTo>
                  <a:pt x="52" y="28"/>
                </a:lnTo>
                <a:lnTo>
                  <a:pt x="52" y="27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2" y="21"/>
                </a:lnTo>
                <a:lnTo>
                  <a:pt x="52" y="20"/>
                </a:lnTo>
                <a:lnTo>
                  <a:pt x="51" y="18"/>
                </a:lnTo>
                <a:lnTo>
                  <a:pt x="51" y="17"/>
                </a:lnTo>
                <a:lnTo>
                  <a:pt x="50" y="16"/>
                </a:lnTo>
                <a:lnTo>
                  <a:pt x="50" y="15"/>
                </a:lnTo>
                <a:lnTo>
                  <a:pt x="49" y="14"/>
                </a:lnTo>
                <a:lnTo>
                  <a:pt x="49" y="13"/>
                </a:lnTo>
                <a:lnTo>
                  <a:pt x="48" y="12"/>
                </a:lnTo>
                <a:lnTo>
                  <a:pt x="47" y="11"/>
                </a:lnTo>
                <a:lnTo>
                  <a:pt x="47" y="9"/>
                </a:lnTo>
                <a:lnTo>
                  <a:pt x="46" y="8"/>
                </a:lnTo>
                <a:lnTo>
                  <a:pt x="45" y="7"/>
                </a:lnTo>
                <a:lnTo>
                  <a:pt x="44" y="7"/>
                </a:lnTo>
                <a:lnTo>
                  <a:pt x="43" y="6"/>
                </a:lnTo>
                <a:lnTo>
                  <a:pt x="42" y="5"/>
                </a:lnTo>
                <a:lnTo>
                  <a:pt x="42" y="4"/>
                </a:lnTo>
                <a:lnTo>
                  <a:pt x="41" y="4"/>
                </a:lnTo>
                <a:lnTo>
                  <a:pt x="39" y="3"/>
                </a:lnTo>
                <a:lnTo>
                  <a:pt x="37" y="3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1"/>
                </a:lnTo>
                <a:lnTo>
                  <a:pt x="32" y="1"/>
                </a:lnTo>
                <a:lnTo>
                  <a:pt x="31" y="1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</a:path>
            </a:pathLst>
          </a:custGeom>
          <a:solidFill>
            <a:schemeClr val="tx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36" name="Freeform 398"/>
          <p:cNvSpPr>
            <a:spLocks/>
          </p:cNvSpPr>
          <p:nvPr/>
        </p:nvSpPr>
        <p:spPr bwMode="auto">
          <a:xfrm>
            <a:off x="4262685" y="4583289"/>
            <a:ext cx="1496907" cy="325120"/>
          </a:xfrm>
          <a:custGeom>
            <a:avLst/>
            <a:gdLst>
              <a:gd name="T0" fmla="*/ 2147483646 w 1768"/>
              <a:gd name="T1" fmla="*/ 0 h 383"/>
              <a:gd name="T2" fmla="*/ 0 w 1768"/>
              <a:gd name="T3" fmla="*/ 0 h 383"/>
              <a:gd name="T4" fmla="*/ 0 w 1768"/>
              <a:gd name="T5" fmla="*/ 2147483646 h 38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68" h="383">
                <a:moveTo>
                  <a:pt x="1768" y="0"/>
                </a:moveTo>
                <a:lnTo>
                  <a:pt x="0" y="0"/>
                </a:lnTo>
                <a:lnTo>
                  <a:pt x="0" y="383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37" name="Freeform 400"/>
          <p:cNvSpPr>
            <a:spLocks/>
          </p:cNvSpPr>
          <p:nvPr/>
        </p:nvSpPr>
        <p:spPr bwMode="auto">
          <a:xfrm>
            <a:off x="8450863" y="4127219"/>
            <a:ext cx="97084" cy="97085"/>
          </a:xfrm>
          <a:custGeom>
            <a:avLst/>
            <a:gdLst>
              <a:gd name="T0" fmla="*/ 2147483646 w 115"/>
              <a:gd name="T1" fmla="*/ 211410511 h 115"/>
              <a:gd name="T2" fmla="*/ 2147483646 w 115"/>
              <a:gd name="T3" fmla="*/ 423173022 h 115"/>
              <a:gd name="T4" fmla="*/ 2147483646 w 115"/>
              <a:gd name="T5" fmla="*/ 1057756554 h 115"/>
              <a:gd name="T6" fmla="*/ 2147483646 w 115"/>
              <a:gd name="T7" fmla="*/ 1692692680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1904046806 w 115"/>
              <a:gd name="T13" fmla="*/ 2147483646 h 115"/>
              <a:gd name="T14" fmla="*/ 1057725626 w 115"/>
              <a:gd name="T15" fmla="*/ 2147483646 h 115"/>
              <a:gd name="T16" fmla="*/ 423160887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11404446 w 115"/>
              <a:gd name="T25" fmla="*/ 2147483646 h 115"/>
              <a:gd name="T26" fmla="*/ 846321180 w 115"/>
              <a:gd name="T27" fmla="*/ 2147483646 h 115"/>
              <a:gd name="T28" fmla="*/ 1692642953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147483646 h 115"/>
              <a:gd name="T80" fmla="*/ 2147483646 w 115"/>
              <a:gd name="T81" fmla="*/ 1269519065 h 115"/>
              <a:gd name="T82" fmla="*/ 2147483646 w 115"/>
              <a:gd name="T83" fmla="*/ 634583533 h 115"/>
              <a:gd name="T84" fmla="*/ 2147483646 w 115"/>
              <a:gd name="T85" fmla="*/ 211410511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7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2" y="2"/>
                </a:lnTo>
                <a:lnTo>
                  <a:pt x="40" y="3"/>
                </a:lnTo>
                <a:lnTo>
                  <a:pt x="37" y="4"/>
                </a:lnTo>
                <a:lnTo>
                  <a:pt x="35" y="5"/>
                </a:lnTo>
                <a:lnTo>
                  <a:pt x="32" y="6"/>
                </a:lnTo>
                <a:lnTo>
                  <a:pt x="30" y="7"/>
                </a:lnTo>
                <a:lnTo>
                  <a:pt x="28" y="8"/>
                </a:lnTo>
                <a:lnTo>
                  <a:pt x="24" y="11"/>
                </a:lnTo>
                <a:lnTo>
                  <a:pt x="22" y="12"/>
                </a:lnTo>
                <a:lnTo>
                  <a:pt x="20" y="14"/>
                </a:lnTo>
                <a:lnTo>
                  <a:pt x="18" y="16"/>
                </a:lnTo>
                <a:lnTo>
                  <a:pt x="16" y="17"/>
                </a:lnTo>
                <a:lnTo>
                  <a:pt x="15" y="19"/>
                </a:lnTo>
                <a:lnTo>
                  <a:pt x="13" y="21"/>
                </a:lnTo>
                <a:lnTo>
                  <a:pt x="11" y="23"/>
                </a:lnTo>
                <a:lnTo>
                  <a:pt x="9" y="26"/>
                </a:lnTo>
                <a:lnTo>
                  <a:pt x="8" y="28"/>
                </a:lnTo>
                <a:lnTo>
                  <a:pt x="6" y="31"/>
                </a:lnTo>
                <a:lnTo>
                  <a:pt x="5" y="33"/>
                </a:lnTo>
                <a:lnTo>
                  <a:pt x="4" y="35"/>
                </a:lnTo>
                <a:lnTo>
                  <a:pt x="3" y="38"/>
                </a:lnTo>
                <a:lnTo>
                  <a:pt x="2" y="40"/>
                </a:lnTo>
                <a:lnTo>
                  <a:pt x="1" y="44"/>
                </a:lnTo>
                <a:lnTo>
                  <a:pt x="1" y="47"/>
                </a:lnTo>
                <a:lnTo>
                  <a:pt x="0" y="49"/>
                </a:lnTo>
                <a:lnTo>
                  <a:pt x="0" y="52"/>
                </a:lnTo>
                <a:lnTo>
                  <a:pt x="0" y="55"/>
                </a:lnTo>
                <a:lnTo>
                  <a:pt x="0" y="57"/>
                </a:lnTo>
                <a:lnTo>
                  <a:pt x="0" y="61"/>
                </a:lnTo>
                <a:lnTo>
                  <a:pt x="0" y="64"/>
                </a:lnTo>
                <a:lnTo>
                  <a:pt x="0" y="67"/>
                </a:lnTo>
                <a:lnTo>
                  <a:pt x="1" y="69"/>
                </a:lnTo>
                <a:lnTo>
                  <a:pt x="1" y="72"/>
                </a:lnTo>
                <a:lnTo>
                  <a:pt x="2" y="76"/>
                </a:lnTo>
                <a:lnTo>
                  <a:pt x="3" y="78"/>
                </a:lnTo>
                <a:lnTo>
                  <a:pt x="4" y="81"/>
                </a:lnTo>
                <a:lnTo>
                  <a:pt x="5" y="83"/>
                </a:lnTo>
                <a:lnTo>
                  <a:pt x="6" y="85"/>
                </a:lnTo>
                <a:lnTo>
                  <a:pt x="8" y="87"/>
                </a:lnTo>
                <a:lnTo>
                  <a:pt x="9" y="90"/>
                </a:lnTo>
                <a:lnTo>
                  <a:pt x="11" y="93"/>
                </a:lnTo>
                <a:lnTo>
                  <a:pt x="13" y="95"/>
                </a:lnTo>
                <a:lnTo>
                  <a:pt x="15" y="97"/>
                </a:lnTo>
                <a:lnTo>
                  <a:pt x="16" y="99"/>
                </a:lnTo>
                <a:lnTo>
                  <a:pt x="18" y="100"/>
                </a:lnTo>
                <a:lnTo>
                  <a:pt x="20" y="102"/>
                </a:lnTo>
                <a:lnTo>
                  <a:pt x="22" y="104"/>
                </a:lnTo>
                <a:lnTo>
                  <a:pt x="24" y="105"/>
                </a:lnTo>
                <a:lnTo>
                  <a:pt x="28" y="108"/>
                </a:lnTo>
                <a:lnTo>
                  <a:pt x="30" y="109"/>
                </a:lnTo>
                <a:lnTo>
                  <a:pt x="32" y="110"/>
                </a:lnTo>
                <a:lnTo>
                  <a:pt x="35" y="111"/>
                </a:lnTo>
                <a:lnTo>
                  <a:pt x="37" y="112"/>
                </a:lnTo>
                <a:lnTo>
                  <a:pt x="40" y="113"/>
                </a:lnTo>
                <a:lnTo>
                  <a:pt x="42" y="114"/>
                </a:lnTo>
                <a:lnTo>
                  <a:pt x="46" y="114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7" y="115"/>
                </a:lnTo>
                <a:lnTo>
                  <a:pt x="60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4"/>
                </a:lnTo>
                <a:lnTo>
                  <a:pt x="71" y="114"/>
                </a:lnTo>
                <a:lnTo>
                  <a:pt x="74" y="113"/>
                </a:lnTo>
                <a:lnTo>
                  <a:pt x="77" y="112"/>
                </a:lnTo>
                <a:lnTo>
                  <a:pt x="80" y="111"/>
                </a:lnTo>
                <a:lnTo>
                  <a:pt x="82" y="110"/>
                </a:lnTo>
                <a:lnTo>
                  <a:pt x="84" y="109"/>
                </a:lnTo>
                <a:lnTo>
                  <a:pt x="87" y="108"/>
                </a:lnTo>
                <a:lnTo>
                  <a:pt x="89" y="105"/>
                </a:lnTo>
                <a:lnTo>
                  <a:pt x="91" y="104"/>
                </a:lnTo>
                <a:lnTo>
                  <a:pt x="94" y="102"/>
                </a:lnTo>
                <a:lnTo>
                  <a:pt x="96" y="100"/>
                </a:lnTo>
                <a:lnTo>
                  <a:pt x="98" y="99"/>
                </a:lnTo>
                <a:lnTo>
                  <a:pt x="100" y="97"/>
                </a:lnTo>
                <a:lnTo>
                  <a:pt x="101" y="95"/>
                </a:lnTo>
                <a:lnTo>
                  <a:pt x="103" y="93"/>
                </a:lnTo>
                <a:lnTo>
                  <a:pt x="104" y="90"/>
                </a:lnTo>
                <a:lnTo>
                  <a:pt x="106" y="87"/>
                </a:lnTo>
                <a:lnTo>
                  <a:pt x="107" y="85"/>
                </a:lnTo>
                <a:lnTo>
                  <a:pt x="108" y="83"/>
                </a:lnTo>
                <a:lnTo>
                  <a:pt x="110" y="81"/>
                </a:lnTo>
                <a:lnTo>
                  <a:pt x="111" y="78"/>
                </a:lnTo>
                <a:lnTo>
                  <a:pt x="112" y="76"/>
                </a:lnTo>
                <a:lnTo>
                  <a:pt x="113" y="72"/>
                </a:lnTo>
                <a:lnTo>
                  <a:pt x="114" y="69"/>
                </a:lnTo>
                <a:lnTo>
                  <a:pt x="114" y="67"/>
                </a:lnTo>
                <a:lnTo>
                  <a:pt x="114" y="64"/>
                </a:lnTo>
                <a:lnTo>
                  <a:pt x="115" y="61"/>
                </a:lnTo>
                <a:lnTo>
                  <a:pt x="115" y="57"/>
                </a:lnTo>
                <a:lnTo>
                  <a:pt x="115" y="55"/>
                </a:lnTo>
                <a:lnTo>
                  <a:pt x="114" y="52"/>
                </a:lnTo>
                <a:lnTo>
                  <a:pt x="114" y="49"/>
                </a:lnTo>
                <a:lnTo>
                  <a:pt x="114" y="47"/>
                </a:lnTo>
                <a:lnTo>
                  <a:pt x="113" y="44"/>
                </a:lnTo>
                <a:lnTo>
                  <a:pt x="112" y="40"/>
                </a:lnTo>
                <a:lnTo>
                  <a:pt x="111" y="38"/>
                </a:lnTo>
                <a:lnTo>
                  <a:pt x="110" y="35"/>
                </a:lnTo>
                <a:lnTo>
                  <a:pt x="108" y="33"/>
                </a:lnTo>
                <a:lnTo>
                  <a:pt x="107" y="31"/>
                </a:lnTo>
                <a:lnTo>
                  <a:pt x="106" y="28"/>
                </a:lnTo>
                <a:lnTo>
                  <a:pt x="104" y="26"/>
                </a:lnTo>
                <a:lnTo>
                  <a:pt x="103" y="23"/>
                </a:lnTo>
                <a:lnTo>
                  <a:pt x="101" y="21"/>
                </a:lnTo>
                <a:lnTo>
                  <a:pt x="100" y="19"/>
                </a:lnTo>
                <a:lnTo>
                  <a:pt x="98" y="17"/>
                </a:lnTo>
                <a:lnTo>
                  <a:pt x="96" y="16"/>
                </a:lnTo>
                <a:lnTo>
                  <a:pt x="94" y="14"/>
                </a:lnTo>
                <a:lnTo>
                  <a:pt x="91" y="12"/>
                </a:lnTo>
                <a:lnTo>
                  <a:pt x="89" y="11"/>
                </a:lnTo>
                <a:lnTo>
                  <a:pt x="87" y="8"/>
                </a:lnTo>
                <a:lnTo>
                  <a:pt x="84" y="7"/>
                </a:lnTo>
                <a:lnTo>
                  <a:pt x="82" y="6"/>
                </a:lnTo>
                <a:lnTo>
                  <a:pt x="80" y="5"/>
                </a:lnTo>
                <a:lnTo>
                  <a:pt x="77" y="4"/>
                </a:lnTo>
                <a:lnTo>
                  <a:pt x="74" y="3"/>
                </a:lnTo>
                <a:lnTo>
                  <a:pt x="71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60" y="1"/>
                </a:lnTo>
                <a:lnTo>
                  <a:pt x="57" y="0"/>
                </a:lnTo>
              </a:path>
            </a:pathLst>
          </a:custGeom>
          <a:solidFill>
            <a:schemeClr val="bg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38" name="Freeform 402"/>
          <p:cNvSpPr>
            <a:spLocks/>
          </p:cNvSpPr>
          <p:nvPr/>
        </p:nvSpPr>
        <p:spPr bwMode="auto">
          <a:xfrm>
            <a:off x="8468925" y="7337779"/>
            <a:ext cx="97084" cy="97085"/>
          </a:xfrm>
          <a:custGeom>
            <a:avLst/>
            <a:gdLst>
              <a:gd name="T0" fmla="*/ 2147483646 w 115"/>
              <a:gd name="T1" fmla="*/ 211410511 h 115"/>
              <a:gd name="T2" fmla="*/ 2147483646 w 115"/>
              <a:gd name="T3" fmla="*/ 423173022 h 115"/>
              <a:gd name="T4" fmla="*/ 2147483646 w 115"/>
              <a:gd name="T5" fmla="*/ 1269519065 h 115"/>
              <a:gd name="T6" fmla="*/ 2147483646 w 115"/>
              <a:gd name="T7" fmla="*/ 1904102598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2115803840 w 115"/>
              <a:gd name="T13" fmla="*/ 2147483646 h 115"/>
              <a:gd name="T14" fmla="*/ 1057725626 w 115"/>
              <a:gd name="T15" fmla="*/ 2147483646 h 115"/>
              <a:gd name="T16" fmla="*/ 423160887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11404446 w 115"/>
              <a:gd name="T25" fmla="*/ 2147483646 h 115"/>
              <a:gd name="T26" fmla="*/ 846321180 w 115"/>
              <a:gd name="T27" fmla="*/ 2147483646 h 115"/>
              <a:gd name="T28" fmla="*/ 1904046806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147483646 h 115"/>
              <a:gd name="T80" fmla="*/ 2147483646 w 115"/>
              <a:gd name="T81" fmla="*/ 1480929576 h 115"/>
              <a:gd name="T82" fmla="*/ 2147483646 w 115"/>
              <a:gd name="T83" fmla="*/ 846346043 h 115"/>
              <a:gd name="T84" fmla="*/ 2147483646 w 115"/>
              <a:gd name="T85" fmla="*/ 211410511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8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3" y="2"/>
                </a:lnTo>
                <a:lnTo>
                  <a:pt x="41" y="4"/>
                </a:lnTo>
                <a:lnTo>
                  <a:pt x="37" y="5"/>
                </a:lnTo>
                <a:lnTo>
                  <a:pt x="35" y="6"/>
                </a:lnTo>
                <a:lnTo>
                  <a:pt x="32" y="7"/>
                </a:lnTo>
                <a:lnTo>
                  <a:pt x="30" y="8"/>
                </a:lnTo>
                <a:lnTo>
                  <a:pt x="28" y="9"/>
                </a:lnTo>
                <a:lnTo>
                  <a:pt x="25" y="11"/>
                </a:lnTo>
                <a:lnTo>
                  <a:pt x="23" y="12"/>
                </a:lnTo>
                <a:lnTo>
                  <a:pt x="20" y="14"/>
                </a:lnTo>
                <a:lnTo>
                  <a:pt x="18" y="16"/>
                </a:lnTo>
                <a:lnTo>
                  <a:pt x="16" y="17"/>
                </a:lnTo>
                <a:lnTo>
                  <a:pt x="15" y="19"/>
                </a:lnTo>
                <a:lnTo>
                  <a:pt x="13" y="22"/>
                </a:lnTo>
                <a:lnTo>
                  <a:pt x="11" y="24"/>
                </a:lnTo>
                <a:lnTo>
                  <a:pt x="10" y="26"/>
                </a:lnTo>
                <a:lnTo>
                  <a:pt x="9" y="28"/>
                </a:lnTo>
                <a:lnTo>
                  <a:pt x="7" y="31"/>
                </a:lnTo>
                <a:lnTo>
                  <a:pt x="5" y="33"/>
                </a:lnTo>
                <a:lnTo>
                  <a:pt x="4" y="35"/>
                </a:lnTo>
                <a:lnTo>
                  <a:pt x="3" y="39"/>
                </a:lnTo>
                <a:lnTo>
                  <a:pt x="2" y="41"/>
                </a:lnTo>
                <a:lnTo>
                  <a:pt x="1" y="44"/>
                </a:lnTo>
                <a:lnTo>
                  <a:pt x="1" y="47"/>
                </a:lnTo>
                <a:lnTo>
                  <a:pt x="0" y="49"/>
                </a:lnTo>
                <a:lnTo>
                  <a:pt x="0" y="53"/>
                </a:lnTo>
                <a:lnTo>
                  <a:pt x="0" y="56"/>
                </a:lnTo>
                <a:lnTo>
                  <a:pt x="0" y="58"/>
                </a:lnTo>
                <a:lnTo>
                  <a:pt x="0" y="61"/>
                </a:lnTo>
                <a:lnTo>
                  <a:pt x="0" y="64"/>
                </a:lnTo>
                <a:lnTo>
                  <a:pt x="0" y="67"/>
                </a:lnTo>
                <a:lnTo>
                  <a:pt x="1" y="70"/>
                </a:lnTo>
                <a:lnTo>
                  <a:pt x="1" y="73"/>
                </a:lnTo>
                <a:lnTo>
                  <a:pt x="2" y="76"/>
                </a:lnTo>
                <a:lnTo>
                  <a:pt x="3" y="78"/>
                </a:lnTo>
                <a:lnTo>
                  <a:pt x="4" y="81"/>
                </a:lnTo>
                <a:lnTo>
                  <a:pt x="5" y="83"/>
                </a:lnTo>
                <a:lnTo>
                  <a:pt x="7" y="86"/>
                </a:lnTo>
                <a:lnTo>
                  <a:pt x="9" y="88"/>
                </a:lnTo>
                <a:lnTo>
                  <a:pt x="10" y="91"/>
                </a:lnTo>
                <a:lnTo>
                  <a:pt x="11" y="93"/>
                </a:lnTo>
                <a:lnTo>
                  <a:pt x="13" y="95"/>
                </a:lnTo>
                <a:lnTo>
                  <a:pt x="15" y="97"/>
                </a:lnTo>
                <a:lnTo>
                  <a:pt x="16" y="99"/>
                </a:lnTo>
                <a:lnTo>
                  <a:pt x="18" y="100"/>
                </a:lnTo>
                <a:lnTo>
                  <a:pt x="20" y="103"/>
                </a:lnTo>
                <a:lnTo>
                  <a:pt x="23" y="105"/>
                </a:lnTo>
                <a:lnTo>
                  <a:pt x="25" y="106"/>
                </a:lnTo>
                <a:lnTo>
                  <a:pt x="28" y="108"/>
                </a:lnTo>
                <a:lnTo>
                  <a:pt x="30" y="109"/>
                </a:lnTo>
                <a:lnTo>
                  <a:pt x="32" y="110"/>
                </a:lnTo>
                <a:lnTo>
                  <a:pt x="35" y="111"/>
                </a:lnTo>
                <a:lnTo>
                  <a:pt x="37" y="112"/>
                </a:lnTo>
                <a:lnTo>
                  <a:pt x="41" y="113"/>
                </a:lnTo>
                <a:lnTo>
                  <a:pt x="43" y="114"/>
                </a:lnTo>
                <a:lnTo>
                  <a:pt x="46" y="114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8" y="115"/>
                </a:lnTo>
                <a:lnTo>
                  <a:pt x="60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4"/>
                </a:lnTo>
                <a:lnTo>
                  <a:pt x="72" y="114"/>
                </a:lnTo>
                <a:lnTo>
                  <a:pt x="75" y="113"/>
                </a:lnTo>
                <a:lnTo>
                  <a:pt x="77" y="112"/>
                </a:lnTo>
                <a:lnTo>
                  <a:pt x="80" y="111"/>
                </a:lnTo>
                <a:lnTo>
                  <a:pt x="82" y="110"/>
                </a:lnTo>
                <a:lnTo>
                  <a:pt x="84" y="109"/>
                </a:lnTo>
                <a:lnTo>
                  <a:pt x="87" y="108"/>
                </a:lnTo>
                <a:lnTo>
                  <a:pt x="90" y="106"/>
                </a:lnTo>
                <a:lnTo>
                  <a:pt x="92" y="105"/>
                </a:lnTo>
                <a:lnTo>
                  <a:pt x="94" y="103"/>
                </a:lnTo>
                <a:lnTo>
                  <a:pt x="96" y="100"/>
                </a:lnTo>
                <a:lnTo>
                  <a:pt x="98" y="99"/>
                </a:lnTo>
                <a:lnTo>
                  <a:pt x="100" y="97"/>
                </a:lnTo>
                <a:lnTo>
                  <a:pt x="101" y="95"/>
                </a:lnTo>
                <a:lnTo>
                  <a:pt x="103" y="93"/>
                </a:lnTo>
                <a:lnTo>
                  <a:pt x="105" y="91"/>
                </a:lnTo>
                <a:lnTo>
                  <a:pt x="107" y="88"/>
                </a:lnTo>
                <a:lnTo>
                  <a:pt x="108" y="86"/>
                </a:lnTo>
                <a:lnTo>
                  <a:pt x="109" y="83"/>
                </a:lnTo>
                <a:lnTo>
                  <a:pt x="110" y="81"/>
                </a:lnTo>
                <a:lnTo>
                  <a:pt x="111" y="78"/>
                </a:lnTo>
                <a:lnTo>
                  <a:pt x="112" y="76"/>
                </a:lnTo>
                <a:lnTo>
                  <a:pt x="113" y="73"/>
                </a:lnTo>
                <a:lnTo>
                  <a:pt x="114" y="70"/>
                </a:lnTo>
                <a:lnTo>
                  <a:pt x="114" y="67"/>
                </a:lnTo>
                <a:lnTo>
                  <a:pt x="114" y="64"/>
                </a:lnTo>
                <a:lnTo>
                  <a:pt x="115" y="61"/>
                </a:lnTo>
                <a:lnTo>
                  <a:pt x="115" y="58"/>
                </a:lnTo>
                <a:lnTo>
                  <a:pt x="115" y="56"/>
                </a:lnTo>
                <a:lnTo>
                  <a:pt x="114" y="53"/>
                </a:lnTo>
                <a:lnTo>
                  <a:pt x="114" y="49"/>
                </a:lnTo>
                <a:lnTo>
                  <a:pt x="114" y="47"/>
                </a:lnTo>
                <a:lnTo>
                  <a:pt x="113" y="44"/>
                </a:lnTo>
                <a:lnTo>
                  <a:pt x="112" y="41"/>
                </a:lnTo>
                <a:lnTo>
                  <a:pt x="111" y="39"/>
                </a:lnTo>
                <a:lnTo>
                  <a:pt x="110" y="35"/>
                </a:lnTo>
                <a:lnTo>
                  <a:pt x="109" y="33"/>
                </a:lnTo>
                <a:lnTo>
                  <a:pt x="108" y="31"/>
                </a:lnTo>
                <a:lnTo>
                  <a:pt x="107" y="28"/>
                </a:lnTo>
                <a:lnTo>
                  <a:pt x="105" y="26"/>
                </a:lnTo>
                <a:lnTo>
                  <a:pt x="103" y="24"/>
                </a:lnTo>
                <a:lnTo>
                  <a:pt x="101" y="22"/>
                </a:lnTo>
                <a:lnTo>
                  <a:pt x="100" y="19"/>
                </a:lnTo>
                <a:lnTo>
                  <a:pt x="98" y="17"/>
                </a:lnTo>
                <a:lnTo>
                  <a:pt x="96" y="16"/>
                </a:lnTo>
                <a:lnTo>
                  <a:pt x="94" y="14"/>
                </a:lnTo>
                <a:lnTo>
                  <a:pt x="92" y="12"/>
                </a:lnTo>
                <a:lnTo>
                  <a:pt x="90" y="11"/>
                </a:lnTo>
                <a:lnTo>
                  <a:pt x="87" y="9"/>
                </a:lnTo>
                <a:lnTo>
                  <a:pt x="84" y="8"/>
                </a:lnTo>
                <a:lnTo>
                  <a:pt x="82" y="7"/>
                </a:lnTo>
                <a:lnTo>
                  <a:pt x="80" y="6"/>
                </a:lnTo>
                <a:lnTo>
                  <a:pt x="77" y="5"/>
                </a:lnTo>
                <a:lnTo>
                  <a:pt x="75" y="4"/>
                </a:lnTo>
                <a:lnTo>
                  <a:pt x="72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60" y="1"/>
                </a:lnTo>
                <a:lnTo>
                  <a:pt x="58" y="0"/>
                </a:lnTo>
              </a:path>
            </a:pathLst>
          </a:custGeom>
          <a:solidFill>
            <a:schemeClr val="bg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39" name="Freeform 403"/>
          <p:cNvSpPr>
            <a:spLocks/>
          </p:cNvSpPr>
          <p:nvPr/>
        </p:nvSpPr>
        <p:spPr bwMode="auto">
          <a:xfrm>
            <a:off x="4334933" y="2059093"/>
            <a:ext cx="4163342" cy="6384996"/>
          </a:xfrm>
          <a:custGeom>
            <a:avLst/>
            <a:gdLst>
              <a:gd name="T0" fmla="*/ 2147483646 w 4919"/>
              <a:gd name="T1" fmla="*/ 0 h 7540"/>
              <a:gd name="T2" fmla="*/ 2147483646 w 4919"/>
              <a:gd name="T3" fmla="*/ 2147483646 h 7540"/>
              <a:gd name="T4" fmla="*/ 2147483646 w 4919"/>
              <a:gd name="T5" fmla="*/ 2147483646 h 7540"/>
              <a:gd name="T6" fmla="*/ 2147483646 w 4919"/>
              <a:gd name="T7" fmla="*/ 2147483646 h 7540"/>
              <a:gd name="T8" fmla="*/ 0 w 4919"/>
              <a:gd name="T9" fmla="*/ 2147483646 h 75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919" h="7540">
                <a:moveTo>
                  <a:pt x="4919" y="0"/>
                </a:moveTo>
                <a:lnTo>
                  <a:pt x="4919" y="234"/>
                </a:lnTo>
                <a:lnTo>
                  <a:pt x="3982" y="234"/>
                </a:lnTo>
                <a:lnTo>
                  <a:pt x="3982" y="7540"/>
                </a:lnTo>
                <a:lnTo>
                  <a:pt x="0" y="754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40" name="Rectangle 404"/>
          <p:cNvSpPr>
            <a:spLocks noChangeArrowheads="1"/>
          </p:cNvSpPr>
          <p:nvPr/>
        </p:nvSpPr>
        <p:spPr bwMode="auto">
          <a:xfrm>
            <a:off x="8193476" y="3104445"/>
            <a:ext cx="650240" cy="10114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560"/>
          </a:p>
        </p:txBody>
      </p:sp>
      <p:sp>
        <p:nvSpPr>
          <p:cNvPr id="25741" name="Rectangle 405"/>
          <p:cNvSpPr>
            <a:spLocks noChangeArrowheads="1"/>
          </p:cNvSpPr>
          <p:nvPr/>
        </p:nvSpPr>
        <p:spPr bwMode="auto">
          <a:xfrm>
            <a:off x="3245763" y="8342490"/>
            <a:ext cx="548227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 i="1">
                <a:solidFill>
                  <a:srgbClr val="000000"/>
                </a:solidFill>
                <a:latin typeface="Times-Roman" charset="0"/>
              </a:rPr>
              <a:t>Resetn</a:t>
            </a:r>
            <a:endParaRPr lang="en-US" altLang="en-US" sz="2560"/>
          </a:p>
        </p:txBody>
      </p:sp>
      <p:sp>
        <p:nvSpPr>
          <p:cNvPr id="25742" name="Rectangle 406"/>
          <p:cNvSpPr>
            <a:spLocks noChangeArrowheads="1"/>
          </p:cNvSpPr>
          <p:nvPr/>
        </p:nvSpPr>
        <p:spPr bwMode="auto">
          <a:xfrm>
            <a:off x="8264123" y="3276037"/>
            <a:ext cx="163506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sz="2560"/>
          </a:p>
        </p:txBody>
      </p:sp>
      <p:sp>
        <p:nvSpPr>
          <p:cNvPr id="25743" name="Rectangle 407"/>
          <p:cNvSpPr>
            <a:spLocks noChangeArrowheads="1"/>
          </p:cNvSpPr>
          <p:nvPr/>
        </p:nvSpPr>
        <p:spPr bwMode="auto">
          <a:xfrm>
            <a:off x="8637491" y="3269263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744" name="Line 408"/>
          <p:cNvSpPr>
            <a:spLocks noChangeShapeType="1"/>
          </p:cNvSpPr>
          <p:nvPr/>
        </p:nvSpPr>
        <p:spPr bwMode="auto">
          <a:xfrm flipH="1">
            <a:off x="8660836" y="3772748"/>
            <a:ext cx="74507" cy="225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45" name="Freeform 410"/>
          <p:cNvSpPr>
            <a:spLocks/>
          </p:cNvSpPr>
          <p:nvPr/>
        </p:nvSpPr>
        <p:spPr bwMode="auto">
          <a:xfrm>
            <a:off x="8193476" y="3811130"/>
            <a:ext cx="126436" cy="124178"/>
          </a:xfrm>
          <a:custGeom>
            <a:avLst/>
            <a:gdLst>
              <a:gd name="T0" fmla="*/ 0 w 149"/>
              <a:gd name="T1" fmla="*/ 2147483646 h 149"/>
              <a:gd name="T2" fmla="*/ 2147483646 w 149"/>
              <a:gd name="T3" fmla="*/ 2147483646 h 149"/>
              <a:gd name="T4" fmla="*/ 0 w 149"/>
              <a:gd name="T5" fmla="*/ 0 h 1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9" h="149">
                <a:moveTo>
                  <a:pt x="0" y="149"/>
                </a:moveTo>
                <a:lnTo>
                  <a:pt x="149" y="64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3413"/>
          </a:p>
        </p:txBody>
      </p:sp>
      <p:sp>
        <p:nvSpPr>
          <p:cNvPr id="25746" name="Freeform 412"/>
          <p:cNvSpPr>
            <a:spLocks/>
          </p:cNvSpPr>
          <p:nvPr/>
        </p:nvSpPr>
        <p:spPr bwMode="auto">
          <a:xfrm>
            <a:off x="8446347" y="2016196"/>
            <a:ext cx="99342" cy="99342"/>
          </a:xfrm>
          <a:custGeom>
            <a:avLst/>
            <a:gdLst>
              <a:gd name="T0" fmla="*/ 2147483646 w 115"/>
              <a:gd name="T1" fmla="*/ 221354650 h 115"/>
              <a:gd name="T2" fmla="*/ 2147483646 w 115"/>
              <a:gd name="T3" fmla="*/ 443077987 h 115"/>
              <a:gd name="T4" fmla="*/ 2147483646 w 115"/>
              <a:gd name="T5" fmla="*/ 1107510623 h 115"/>
              <a:gd name="T6" fmla="*/ 2147483646 w 115"/>
              <a:gd name="T7" fmla="*/ 1772311946 h 115"/>
              <a:gd name="T8" fmla="*/ 2147483646 w 115"/>
              <a:gd name="T9" fmla="*/ 2147483646 h 115"/>
              <a:gd name="T10" fmla="*/ 2147483646 w 115"/>
              <a:gd name="T11" fmla="*/ 2147483646 h 115"/>
              <a:gd name="T12" fmla="*/ 1993666596 w 115"/>
              <a:gd name="T13" fmla="*/ 2147483646 h 115"/>
              <a:gd name="T14" fmla="*/ 1107510623 w 115"/>
              <a:gd name="T15" fmla="*/ 2147483646 h 115"/>
              <a:gd name="T16" fmla="*/ 443077987 w 115"/>
              <a:gd name="T17" fmla="*/ 2147483646 h 115"/>
              <a:gd name="T18" fmla="*/ 0 w 115"/>
              <a:gd name="T19" fmla="*/ 2147483646 h 115"/>
              <a:gd name="T20" fmla="*/ 0 w 115"/>
              <a:gd name="T21" fmla="*/ 2147483646 h 115"/>
              <a:gd name="T22" fmla="*/ 0 w 115"/>
              <a:gd name="T23" fmla="*/ 2147483646 h 115"/>
              <a:gd name="T24" fmla="*/ 221354650 w 115"/>
              <a:gd name="T25" fmla="*/ 2147483646 h 115"/>
              <a:gd name="T26" fmla="*/ 886155973 w 115"/>
              <a:gd name="T27" fmla="*/ 2147483646 h 115"/>
              <a:gd name="T28" fmla="*/ 1772311946 w 115"/>
              <a:gd name="T29" fmla="*/ 2147483646 h 115"/>
              <a:gd name="T30" fmla="*/ 2147483646 w 115"/>
              <a:gd name="T31" fmla="*/ 2147483646 h 115"/>
              <a:gd name="T32" fmla="*/ 2147483646 w 115"/>
              <a:gd name="T33" fmla="*/ 2147483646 h 115"/>
              <a:gd name="T34" fmla="*/ 2147483646 w 115"/>
              <a:gd name="T35" fmla="*/ 2147483646 h 115"/>
              <a:gd name="T36" fmla="*/ 2147483646 w 115"/>
              <a:gd name="T37" fmla="*/ 2147483646 h 115"/>
              <a:gd name="T38" fmla="*/ 2147483646 w 115"/>
              <a:gd name="T39" fmla="*/ 2147483646 h 115"/>
              <a:gd name="T40" fmla="*/ 2147483646 w 115"/>
              <a:gd name="T41" fmla="*/ 2147483646 h 115"/>
              <a:gd name="T42" fmla="*/ 2147483646 w 115"/>
              <a:gd name="T43" fmla="*/ 2147483646 h 115"/>
              <a:gd name="T44" fmla="*/ 2147483646 w 115"/>
              <a:gd name="T45" fmla="*/ 2147483646 h 115"/>
              <a:gd name="T46" fmla="*/ 2147483646 w 115"/>
              <a:gd name="T47" fmla="*/ 2147483646 h 115"/>
              <a:gd name="T48" fmla="*/ 2147483646 w 115"/>
              <a:gd name="T49" fmla="*/ 2147483646 h 115"/>
              <a:gd name="T50" fmla="*/ 2147483646 w 115"/>
              <a:gd name="T51" fmla="*/ 2147483646 h 115"/>
              <a:gd name="T52" fmla="*/ 2147483646 w 115"/>
              <a:gd name="T53" fmla="*/ 2147483646 h 115"/>
              <a:gd name="T54" fmla="*/ 2147483646 w 115"/>
              <a:gd name="T55" fmla="*/ 2147483646 h 115"/>
              <a:gd name="T56" fmla="*/ 2147483646 w 115"/>
              <a:gd name="T57" fmla="*/ 2147483646 h 115"/>
              <a:gd name="T58" fmla="*/ 2147483646 w 115"/>
              <a:gd name="T59" fmla="*/ 2147483646 h 115"/>
              <a:gd name="T60" fmla="*/ 2147483646 w 115"/>
              <a:gd name="T61" fmla="*/ 2147483646 h 115"/>
              <a:gd name="T62" fmla="*/ 2147483646 w 115"/>
              <a:gd name="T63" fmla="*/ 2147483646 h 115"/>
              <a:gd name="T64" fmla="*/ 2147483646 w 115"/>
              <a:gd name="T65" fmla="*/ 2147483646 h 115"/>
              <a:gd name="T66" fmla="*/ 2147483646 w 115"/>
              <a:gd name="T67" fmla="*/ 2147483646 h 115"/>
              <a:gd name="T68" fmla="*/ 2147483646 w 115"/>
              <a:gd name="T69" fmla="*/ 2147483646 h 115"/>
              <a:gd name="T70" fmla="*/ 2147483646 w 115"/>
              <a:gd name="T71" fmla="*/ 2147483646 h 115"/>
              <a:gd name="T72" fmla="*/ 2147483646 w 115"/>
              <a:gd name="T73" fmla="*/ 2147483646 h 115"/>
              <a:gd name="T74" fmla="*/ 2147483646 w 115"/>
              <a:gd name="T75" fmla="*/ 2147483646 h 115"/>
              <a:gd name="T76" fmla="*/ 2147483646 w 115"/>
              <a:gd name="T77" fmla="*/ 2147483646 h 115"/>
              <a:gd name="T78" fmla="*/ 2147483646 w 115"/>
              <a:gd name="T79" fmla="*/ 2147483646 h 115"/>
              <a:gd name="T80" fmla="*/ 2147483646 w 115"/>
              <a:gd name="T81" fmla="*/ 1329233960 h 115"/>
              <a:gd name="T82" fmla="*/ 2147483646 w 115"/>
              <a:gd name="T83" fmla="*/ 664432637 h 115"/>
              <a:gd name="T84" fmla="*/ 2147483646 w 115"/>
              <a:gd name="T85" fmla="*/ 221354650 h 115"/>
              <a:gd name="T86" fmla="*/ 2147483646 w 115"/>
              <a:gd name="T87" fmla="*/ 0 h 11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5" h="115">
                <a:moveTo>
                  <a:pt x="57" y="0"/>
                </a:moveTo>
                <a:lnTo>
                  <a:pt x="54" y="1"/>
                </a:lnTo>
                <a:lnTo>
                  <a:pt x="51" y="1"/>
                </a:lnTo>
                <a:lnTo>
                  <a:pt x="48" y="1"/>
                </a:lnTo>
                <a:lnTo>
                  <a:pt x="46" y="2"/>
                </a:lnTo>
                <a:lnTo>
                  <a:pt x="42" y="2"/>
                </a:lnTo>
                <a:lnTo>
                  <a:pt x="40" y="3"/>
                </a:lnTo>
                <a:lnTo>
                  <a:pt x="37" y="4"/>
                </a:lnTo>
                <a:lnTo>
                  <a:pt x="35" y="5"/>
                </a:lnTo>
                <a:lnTo>
                  <a:pt x="32" y="6"/>
                </a:lnTo>
                <a:lnTo>
                  <a:pt x="30" y="7"/>
                </a:lnTo>
                <a:lnTo>
                  <a:pt x="28" y="8"/>
                </a:lnTo>
                <a:lnTo>
                  <a:pt x="24" y="11"/>
                </a:lnTo>
                <a:lnTo>
                  <a:pt x="22" y="12"/>
                </a:lnTo>
                <a:lnTo>
                  <a:pt x="20" y="14"/>
                </a:lnTo>
                <a:lnTo>
                  <a:pt x="18" y="16"/>
                </a:lnTo>
                <a:lnTo>
                  <a:pt x="16" y="17"/>
                </a:lnTo>
                <a:lnTo>
                  <a:pt x="15" y="19"/>
                </a:lnTo>
                <a:lnTo>
                  <a:pt x="13" y="21"/>
                </a:lnTo>
                <a:lnTo>
                  <a:pt x="11" y="23"/>
                </a:lnTo>
                <a:lnTo>
                  <a:pt x="9" y="25"/>
                </a:lnTo>
                <a:lnTo>
                  <a:pt x="8" y="28"/>
                </a:lnTo>
                <a:lnTo>
                  <a:pt x="6" y="31"/>
                </a:lnTo>
                <a:lnTo>
                  <a:pt x="5" y="33"/>
                </a:lnTo>
                <a:lnTo>
                  <a:pt x="4" y="35"/>
                </a:lnTo>
                <a:lnTo>
                  <a:pt x="3" y="38"/>
                </a:lnTo>
                <a:lnTo>
                  <a:pt x="2" y="40"/>
                </a:lnTo>
                <a:lnTo>
                  <a:pt x="1" y="44"/>
                </a:lnTo>
                <a:lnTo>
                  <a:pt x="1" y="47"/>
                </a:lnTo>
                <a:lnTo>
                  <a:pt x="0" y="49"/>
                </a:lnTo>
                <a:lnTo>
                  <a:pt x="0" y="52"/>
                </a:lnTo>
                <a:lnTo>
                  <a:pt x="0" y="55"/>
                </a:lnTo>
                <a:lnTo>
                  <a:pt x="0" y="57"/>
                </a:lnTo>
                <a:lnTo>
                  <a:pt x="0" y="61"/>
                </a:lnTo>
                <a:lnTo>
                  <a:pt x="0" y="64"/>
                </a:lnTo>
                <a:lnTo>
                  <a:pt x="0" y="67"/>
                </a:lnTo>
                <a:lnTo>
                  <a:pt x="1" y="69"/>
                </a:lnTo>
                <a:lnTo>
                  <a:pt x="1" y="72"/>
                </a:lnTo>
                <a:lnTo>
                  <a:pt x="2" y="76"/>
                </a:lnTo>
                <a:lnTo>
                  <a:pt x="3" y="78"/>
                </a:lnTo>
                <a:lnTo>
                  <a:pt x="4" y="81"/>
                </a:lnTo>
                <a:lnTo>
                  <a:pt x="5" y="83"/>
                </a:lnTo>
                <a:lnTo>
                  <a:pt x="6" y="85"/>
                </a:lnTo>
                <a:lnTo>
                  <a:pt x="8" y="87"/>
                </a:lnTo>
                <a:lnTo>
                  <a:pt x="9" y="90"/>
                </a:lnTo>
                <a:lnTo>
                  <a:pt x="11" y="93"/>
                </a:lnTo>
                <a:lnTo>
                  <a:pt x="13" y="95"/>
                </a:lnTo>
                <a:lnTo>
                  <a:pt x="15" y="97"/>
                </a:lnTo>
                <a:lnTo>
                  <a:pt x="16" y="99"/>
                </a:lnTo>
                <a:lnTo>
                  <a:pt x="18" y="100"/>
                </a:lnTo>
                <a:lnTo>
                  <a:pt x="20" y="102"/>
                </a:lnTo>
                <a:lnTo>
                  <a:pt x="22" y="104"/>
                </a:lnTo>
                <a:lnTo>
                  <a:pt x="24" y="105"/>
                </a:lnTo>
                <a:lnTo>
                  <a:pt x="28" y="107"/>
                </a:lnTo>
                <a:lnTo>
                  <a:pt x="30" y="109"/>
                </a:lnTo>
                <a:lnTo>
                  <a:pt x="32" y="110"/>
                </a:lnTo>
                <a:lnTo>
                  <a:pt x="35" y="111"/>
                </a:lnTo>
                <a:lnTo>
                  <a:pt x="37" y="112"/>
                </a:lnTo>
                <a:lnTo>
                  <a:pt x="40" y="113"/>
                </a:lnTo>
                <a:lnTo>
                  <a:pt x="42" y="114"/>
                </a:lnTo>
                <a:lnTo>
                  <a:pt x="46" y="114"/>
                </a:lnTo>
                <a:lnTo>
                  <a:pt x="48" y="115"/>
                </a:lnTo>
                <a:lnTo>
                  <a:pt x="51" y="115"/>
                </a:lnTo>
                <a:lnTo>
                  <a:pt x="54" y="115"/>
                </a:lnTo>
                <a:lnTo>
                  <a:pt x="57" y="115"/>
                </a:lnTo>
                <a:lnTo>
                  <a:pt x="60" y="115"/>
                </a:lnTo>
                <a:lnTo>
                  <a:pt x="63" y="115"/>
                </a:lnTo>
                <a:lnTo>
                  <a:pt x="66" y="115"/>
                </a:lnTo>
                <a:lnTo>
                  <a:pt x="69" y="114"/>
                </a:lnTo>
                <a:lnTo>
                  <a:pt x="71" y="114"/>
                </a:lnTo>
                <a:lnTo>
                  <a:pt x="74" y="113"/>
                </a:lnTo>
                <a:lnTo>
                  <a:pt x="77" y="112"/>
                </a:lnTo>
                <a:lnTo>
                  <a:pt x="80" y="111"/>
                </a:lnTo>
                <a:lnTo>
                  <a:pt x="82" y="110"/>
                </a:lnTo>
                <a:lnTo>
                  <a:pt x="84" y="109"/>
                </a:lnTo>
                <a:lnTo>
                  <a:pt x="87" y="107"/>
                </a:lnTo>
                <a:lnTo>
                  <a:pt x="89" y="105"/>
                </a:lnTo>
                <a:lnTo>
                  <a:pt x="91" y="104"/>
                </a:lnTo>
                <a:lnTo>
                  <a:pt x="94" y="102"/>
                </a:lnTo>
                <a:lnTo>
                  <a:pt x="96" y="100"/>
                </a:lnTo>
                <a:lnTo>
                  <a:pt x="98" y="99"/>
                </a:lnTo>
                <a:lnTo>
                  <a:pt x="100" y="97"/>
                </a:lnTo>
                <a:lnTo>
                  <a:pt x="101" y="95"/>
                </a:lnTo>
                <a:lnTo>
                  <a:pt x="103" y="93"/>
                </a:lnTo>
                <a:lnTo>
                  <a:pt x="104" y="90"/>
                </a:lnTo>
                <a:lnTo>
                  <a:pt x="106" y="87"/>
                </a:lnTo>
                <a:lnTo>
                  <a:pt x="107" y="85"/>
                </a:lnTo>
                <a:lnTo>
                  <a:pt x="108" y="83"/>
                </a:lnTo>
                <a:lnTo>
                  <a:pt x="110" y="81"/>
                </a:lnTo>
                <a:lnTo>
                  <a:pt x="111" y="78"/>
                </a:lnTo>
                <a:lnTo>
                  <a:pt x="112" y="76"/>
                </a:lnTo>
                <a:lnTo>
                  <a:pt x="113" y="72"/>
                </a:lnTo>
                <a:lnTo>
                  <a:pt x="114" y="69"/>
                </a:lnTo>
                <a:lnTo>
                  <a:pt x="114" y="67"/>
                </a:lnTo>
                <a:lnTo>
                  <a:pt x="114" y="64"/>
                </a:lnTo>
                <a:lnTo>
                  <a:pt x="115" y="61"/>
                </a:lnTo>
                <a:lnTo>
                  <a:pt x="115" y="57"/>
                </a:lnTo>
                <a:lnTo>
                  <a:pt x="115" y="55"/>
                </a:lnTo>
                <a:lnTo>
                  <a:pt x="114" y="52"/>
                </a:lnTo>
                <a:lnTo>
                  <a:pt x="114" y="49"/>
                </a:lnTo>
                <a:lnTo>
                  <a:pt x="114" y="47"/>
                </a:lnTo>
                <a:lnTo>
                  <a:pt x="113" y="44"/>
                </a:lnTo>
                <a:lnTo>
                  <a:pt x="112" y="40"/>
                </a:lnTo>
                <a:lnTo>
                  <a:pt x="111" y="38"/>
                </a:lnTo>
                <a:lnTo>
                  <a:pt x="110" y="35"/>
                </a:lnTo>
                <a:lnTo>
                  <a:pt x="108" y="33"/>
                </a:lnTo>
                <a:lnTo>
                  <a:pt x="107" y="31"/>
                </a:lnTo>
                <a:lnTo>
                  <a:pt x="106" y="28"/>
                </a:lnTo>
                <a:lnTo>
                  <a:pt x="104" y="25"/>
                </a:lnTo>
                <a:lnTo>
                  <a:pt x="103" y="23"/>
                </a:lnTo>
                <a:lnTo>
                  <a:pt x="101" y="21"/>
                </a:lnTo>
                <a:lnTo>
                  <a:pt x="100" y="19"/>
                </a:lnTo>
                <a:lnTo>
                  <a:pt x="98" y="17"/>
                </a:lnTo>
                <a:lnTo>
                  <a:pt x="96" y="16"/>
                </a:lnTo>
                <a:lnTo>
                  <a:pt x="94" y="14"/>
                </a:lnTo>
                <a:lnTo>
                  <a:pt x="91" y="12"/>
                </a:lnTo>
                <a:lnTo>
                  <a:pt x="89" y="11"/>
                </a:lnTo>
                <a:lnTo>
                  <a:pt x="87" y="8"/>
                </a:lnTo>
                <a:lnTo>
                  <a:pt x="84" y="7"/>
                </a:lnTo>
                <a:lnTo>
                  <a:pt x="82" y="6"/>
                </a:lnTo>
                <a:lnTo>
                  <a:pt x="80" y="5"/>
                </a:lnTo>
                <a:lnTo>
                  <a:pt x="77" y="4"/>
                </a:lnTo>
                <a:lnTo>
                  <a:pt x="74" y="3"/>
                </a:lnTo>
                <a:lnTo>
                  <a:pt x="71" y="2"/>
                </a:lnTo>
                <a:lnTo>
                  <a:pt x="69" y="2"/>
                </a:lnTo>
                <a:lnTo>
                  <a:pt x="66" y="1"/>
                </a:lnTo>
                <a:lnTo>
                  <a:pt x="63" y="1"/>
                </a:lnTo>
                <a:lnTo>
                  <a:pt x="60" y="1"/>
                </a:lnTo>
                <a:lnTo>
                  <a:pt x="57" y="0"/>
                </a:lnTo>
              </a:path>
            </a:pathLst>
          </a:custGeom>
          <a:solidFill>
            <a:schemeClr val="bg1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3413"/>
          </a:p>
        </p:txBody>
      </p:sp>
      <p:sp>
        <p:nvSpPr>
          <p:cNvPr id="25747" name="Rectangle 413"/>
          <p:cNvSpPr>
            <a:spLocks noChangeArrowheads="1"/>
          </p:cNvSpPr>
          <p:nvPr/>
        </p:nvSpPr>
        <p:spPr bwMode="auto">
          <a:xfrm>
            <a:off x="8639749" y="3784036"/>
            <a:ext cx="1731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8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sz="2560"/>
          </a:p>
        </p:txBody>
      </p:sp>
      <p:sp>
        <p:nvSpPr>
          <p:cNvPr id="25748" name="AutoShape 415"/>
          <p:cNvSpPr>
            <a:spLocks noChangeArrowheads="1"/>
          </p:cNvSpPr>
          <p:nvPr/>
        </p:nvSpPr>
        <p:spPr bwMode="auto">
          <a:xfrm>
            <a:off x="5759592" y="905370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49" name="AutoShape 416"/>
          <p:cNvSpPr>
            <a:spLocks noChangeArrowheads="1"/>
          </p:cNvSpPr>
          <p:nvPr/>
        </p:nvSpPr>
        <p:spPr bwMode="auto">
          <a:xfrm>
            <a:off x="5759592" y="1501423"/>
            <a:ext cx="485422" cy="413173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0" name="AutoShape 421"/>
          <p:cNvSpPr>
            <a:spLocks noChangeArrowheads="1"/>
          </p:cNvSpPr>
          <p:nvPr/>
        </p:nvSpPr>
        <p:spPr bwMode="auto">
          <a:xfrm>
            <a:off x="5759592" y="3016391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1" name="AutoShape 422"/>
          <p:cNvSpPr>
            <a:spLocks noChangeArrowheads="1"/>
          </p:cNvSpPr>
          <p:nvPr/>
        </p:nvSpPr>
        <p:spPr bwMode="auto">
          <a:xfrm>
            <a:off x="5759592" y="3632765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2" name="AutoShape 423"/>
          <p:cNvSpPr>
            <a:spLocks noChangeArrowheads="1"/>
          </p:cNvSpPr>
          <p:nvPr/>
        </p:nvSpPr>
        <p:spPr bwMode="auto">
          <a:xfrm>
            <a:off x="5759592" y="4249138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3" name="AutoShape 428"/>
          <p:cNvSpPr>
            <a:spLocks noChangeArrowheads="1"/>
          </p:cNvSpPr>
          <p:nvPr/>
        </p:nvSpPr>
        <p:spPr bwMode="auto">
          <a:xfrm>
            <a:off x="5759592" y="5420925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4" name="AutoShape 429"/>
          <p:cNvSpPr>
            <a:spLocks noChangeArrowheads="1"/>
          </p:cNvSpPr>
          <p:nvPr/>
        </p:nvSpPr>
        <p:spPr bwMode="auto">
          <a:xfrm>
            <a:off x="5759592" y="6035041"/>
            <a:ext cx="485422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5" name="AutoShape 430"/>
          <p:cNvSpPr>
            <a:spLocks noChangeArrowheads="1"/>
          </p:cNvSpPr>
          <p:nvPr/>
        </p:nvSpPr>
        <p:spPr bwMode="auto">
          <a:xfrm>
            <a:off x="5761850" y="6649156"/>
            <a:ext cx="485423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6" name="AutoShape 431"/>
          <p:cNvSpPr>
            <a:spLocks noChangeArrowheads="1"/>
          </p:cNvSpPr>
          <p:nvPr/>
        </p:nvSpPr>
        <p:spPr bwMode="auto">
          <a:xfrm>
            <a:off x="5761850" y="7261013"/>
            <a:ext cx="485423" cy="415431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CA" altLang="en-US" sz="2560"/>
          </a:p>
        </p:txBody>
      </p:sp>
      <p:sp>
        <p:nvSpPr>
          <p:cNvPr id="25757" name="Rectangle 432"/>
          <p:cNvSpPr>
            <a:spLocks noChangeArrowheads="1"/>
          </p:cNvSpPr>
          <p:nvPr/>
        </p:nvSpPr>
        <p:spPr bwMode="auto">
          <a:xfrm>
            <a:off x="0" y="8870810"/>
            <a:ext cx="12399818" cy="88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133"/>
              <a:t>Figure 8.64.   Circuit diagram for the counter implemented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133"/>
              <a:t>	        with D flip-flops.</a:t>
            </a:r>
          </a:p>
        </p:txBody>
      </p:sp>
    </p:spTree>
    <p:extLst>
      <p:ext uri="{BB962C8B-B14F-4D97-AF65-F5344CB8AC3E}">
        <p14:creationId xmlns:p14="http://schemas.microsoft.com/office/powerpoint/2010/main" val="2447043808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659825"/>
            <a:ext cx="5237941" cy="4917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593080" y="1237680"/>
              <a:ext cx="10338120" cy="7562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3720" y="1228320"/>
                <a:ext cx="10356840" cy="75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4531320" y="2356200"/>
              <a:ext cx="3603600" cy="117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1960" y="2346840"/>
                <a:ext cx="362232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120753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488960" y="80280"/>
              <a:ext cx="11065320" cy="8346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9600" y="70920"/>
                <a:ext cx="11084040" cy="83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798360" y="1363320"/>
              <a:ext cx="727920" cy="1091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9000" y="1353960"/>
                <a:ext cx="746640" cy="11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110043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>
                <a:latin typeface="Baskerville Old Face" panose="02020602080505020303" pitchFamily="18" charset="0"/>
              </a:rPr>
              <a:t>ALL THE BEST </a:t>
            </a:r>
          </a:p>
        </p:txBody>
      </p:sp>
    </p:spTree>
    <p:extLst>
      <p:ext uri="{BB962C8B-B14F-4D97-AF65-F5344CB8AC3E}">
        <p14:creationId xmlns:p14="http://schemas.microsoft.com/office/powerpoint/2010/main" val="41186342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64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White</vt:lpstr>
      <vt:lpstr>  19ECE204 Digital Electronics and Systems   III Semester  B. Tech. (ECE &amp; CSE) Amrita School of Engineering, Bengaluru</vt:lpstr>
      <vt:lpstr>PowerPoint Presentation</vt:lpstr>
      <vt:lpstr>Sequential Circuits</vt:lpstr>
      <vt:lpstr>Synchronous vs Asynchronous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 Diagram</vt:lpstr>
      <vt:lpstr>State Table</vt:lpstr>
      <vt:lpstr>State Table</vt:lpstr>
      <vt:lpstr>State Assignment(1)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Mealy state model</vt:lpstr>
      <vt:lpstr>Mealy state model</vt:lpstr>
      <vt:lpstr>PowerPoint Presentation</vt:lpstr>
      <vt:lpstr>Circuit for Mealy FSM</vt:lpstr>
      <vt:lpstr>PowerPoint Presentation</vt:lpstr>
      <vt:lpstr>PowerPoint Presentation</vt:lpstr>
      <vt:lpstr>PowerPoint Presentation</vt:lpstr>
      <vt:lpstr>PowerPoint Presentation</vt:lpstr>
      <vt:lpstr>Sequential Circuit Design</vt:lpstr>
      <vt:lpstr>Example: A sequence detector (Mealy)</vt:lpstr>
      <vt:lpstr>Example: A sequence detector (Mealy)</vt:lpstr>
      <vt:lpstr>Example: A sequence detector (Mealy)</vt:lpstr>
      <vt:lpstr>Example: A sequence detector (Mealy)</vt:lpstr>
      <vt:lpstr>Example: A sequence detector (Mealy)</vt:lpstr>
      <vt:lpstr>Example: A sequence detector (Mealy)</vt:lpstr>
      <vt:lpstr>Example: A sequence detector (Mealy)</vt:lpstr>
      <vt:lpstr>Example: A sequence detector (Mealy)</vt:lpstr>
      <vt:lpstr>Example: A sequence detector (Moore)</vt:lpstr>
      <vt:lpstr>Example: A sequence detector (Moore)</vt:lpstr>
      <vt:lpstr>Revision</vt:lpstr>
      <vt:lpstr>PowerPoint Presentation</vt:lpstr>
      <vt:lpstr>PowerPoint Presentation</vt:lpstr>
      <vt:lpstr>PowerPoint Presentation</vt:lpstr>
      <vt:lpstr>Counter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THE BEST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19ECE204 Digital Electronics and Systems   III Semester  B. Tech. (ECE &amp; CSE) Amrita School of Engineering, Bengaluru</dc:title>
  <dc:creator>sangita khare</dc:creator>
  <cp:revision>8</cp:revision>
  <dcterms:modified xsi:type="dcterms:W3CDTF">2025-10-31T03:37:17Z</dcterms:modified>
</cp:coreProperties>
</file>