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7" r:id="rId2"/>
    <p:sldId id="443" r:id="rId3"/>
    <p:sldId id="258" r:id="rId4"/>
    <p:sldId id="416" r:id="rId5"/>
    <p:sldId id="417" r:id="rId6"/>
    <p:sldId id="418" r:id="rId7"/>
    <p:sldId id="419" r:id="rId8"/>
    <p:sldId id="420" r:id="rId9"/>
    <p:sldId id="439" r:id="rId10"/>
    <p:sldId id="421" r:id="rId11"/>
    <p:sldId id="423" r:id="rId12"/>
    <p:sldId id="441" r:id="rId13"/>
    <p:sldId id="440" r:id="rId14"/>
    <p:sldId id="424" r:id="rId15"/>
    <p:sldId id="426" r:id="rId16"/>
    <p:sldId id="427" r:id="rId17"/>
    <p:sldId id="442" r:id="rId18"/>
    <p:sldId id="428" r:id="rId19"/>
    <p:sldId id="430" r:id="rId20"/>
    <p:sldId id="431" r:id="rId21"/>
    <p:sldId id="432" r:id="rId22"/>
    <p:sldId id="433" r:id="rId23"/>
    <p:sldId id="434" r:id="rId24"/>
    <p:sldId id="435" r:id="rId25"/>
    <p:sldId id="436" r:id="rId26"/>
    <p:sldId id="437" r:id="rId27"/>
    <p:sldId id="438" r:id="rId28"/>
    <p:sldId id="444" r:id="rId29"/>
    <p:sldId id="445" r:id="rId30"/>
    <p:sldId id="446" r:id="rId31"/>
    <p:sldId id="447" r:id="rId32"/>
    <p:sldId id="448" r:id="rId33"/>
    <p:sldId id="449" r:id="rId34"/>
    <p:sldId id="450" r:id="rId35"/>
    <p:sldId id="451" r:id="rId36"/>
    <p:sldId id="452" r:id="rId37"/>
    <p:sldId id="454" r:id="rId38"/>
    <p:sldId id="471" r:id="rId39"/>
    <p:sldId id="455" r:id="rId40"/>
    <p:sldId id="456" r:id="rId41"/>
    <p:sldId id="457" r:id="rId42"/>
    <p:sldId id="458" r:id="rId43"/>
    <p:sldId id="459" r:id="rId44"/>
    <p:sldId id="460" r:id="rId45"/>
    <p:sldId id="461" r:id="rId46"/>
    <p:sldId id="462" r:id="rId47"/>
    <p:sldId id="463" r:id="rId48"/>
    <p:sldId id="464" r:id="rId49"/>
    <p:sldId id="465" r:id="rId50"/>
    <p:sldId id="466" r:id="rId51"/>
    <p:sldId id="467" r:id="rId52"/>
    <p:sldId id="468" r:id="rId53"/>
    <p:sldId id="469" r:id="rId54"/>
    <p:sldId id="470" r:id="rId5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FF9900"/>
    <a:srgbClr val="0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>
      <p:cViewPr varScale="1">
        <p:scale>
          <a:sx n="67" d="100"/>
          <a:sy n="67" d="100"/>
        </p:scale>
        <p:origin x="126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9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2.xml"/><Relationship Id="rId2" Type="http://schemas.openxmlformats.org/officeDocument/2006/relationships/slide" Target="slides/slide6.xml"/><Relationship Id="rId1" Type="http://schemas.openxmlformats.org/officeDocument/2006/relationships/slide" Target="slides/slide5.xml"/><Relationship Id="rId4" Type="http://schemas.openxmlformats.org/officeDocument/2006/relationships/slide" Target="slides/slide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B36508-4FC4-44E7-8BE2-CFAE32F9DF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spcBef>
                <a:spcPct val="20000"/>
              </a:spcBef>
              <a:buFontTx/>
              <a:buChar char="•"/>
              <a:defRPr sz="1200"/>
            </a:lvl1pPr>
          </a:lstStyle>
          <a:p>
            <a:pPr>
              <a:defRPr/>
            </a:pPr>
            <a:endParaRPr lang="hi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6AC83-3413-4412-92B1-8C0E6BBB058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spcBef>
                <a:spcPct val="20000"/>
              </a:spcBef>
              <a:buFontTx/>
              <a:buChar char="•"/>
              <a:defRPr sz="1200"/>
            </a:lvl1pPr>
          </a:lstStyle>
          <a:p>
            <a:pPr>
              <a:defRPr/>
            </a:pPr>
            <a:fld id="{3D99E73A-EF14-412A-A631-C27D67AC49B2}" type="datetimeFigureOut">
              <a:rPr lang="hi-IN"/>
              <a:pPr>
                <a:defRPr/>
              </a:pPr>
              <a:t>मंगलवार, 7 वैशाख 1943</a:t>
            </a:fld>
            <a:endParaRPr lang="hi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7DBD5C4-F088-4B9B-B352-1D8459A12E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hi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4A348BC-AC06-49A4-B74A-4F50FD8D0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i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D8022-8E2F-47CE-9102-E1CA704869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spcBef>
                <a:spcPct val="20000"/>
              </a:spcBef>
              <a:buFontTx/>
              <a:buChar char="•"/>
              <a:defRPr sz="1200"/>
            </a:lvl1pPr>
          </a:lstStyle>
          <a:p>
            <a:pPr>
              <a:defRPr/>
            </a:pPr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2D48F-0611-47EC-9412-B3FDAC5FB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spcBef>
                <a:spcPct val="20000"/>
              </a:spcBef>
              <a:buFontTx/>
              <a:buChar char="•"/>
              <a:defRPr sz="1200"/>
            </a:lvl1pPr>
          </a:lstStyle>
          <a:p>
            <a:pPr>
              <a:defRPr/>
            </a:pPr>
            <a:fld id="{DBCAEB20-2C19-4BAD-9143-A3E95E44C058}" type="slidenum">
              <a:rPr lang="hi-IN"/>
              <a:pPr>
                <a:defRPr/>
              </a:pPr>
              <a:t>‹#›</a:t>
            </a:fld>
            <a:endParaRPr lang="hi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46252-7C40-4B62-8990-229B9BE005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2A5D2C-6079-44AD-8947-BEB8A4982B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67646C-EA2E-4221-9207-931E9D5777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CCF3B-C348-40D9-AFCA-7D4E6A6BF08B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16332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C555F1-7D64-45A1-9B47-547BB0D14A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024F57-93E4-4B87-BF65-A4EEA98AB5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83ADBE-5ACD-4F83-888F-18E1D3C9AF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5DE31-88F8-4D18-B119-C18AE5765AB6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404815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8D5CD-0530-4C09-9D77-4D8A331EE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90BA00-BF31-4F05-84FB-916B863D4C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9E4E8A-0FB9-4F8A-9676-AB61ECD51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C30FD-E763-4422-A461-615556DE037D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0738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F37AD-B53A-46A4-9A51-3320E03176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2921C9-0525-43AD-B4B3-B917F74E59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24A496-527E-40FF-B0FD-342758653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F5AD58-C31C-4F63-9D24-0FC654484F2A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234675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C4D7D26-25A3-4230-ACD0-65E1D67EEC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0EF17A0-432E-4D68-9748-311B6E628C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F428478-F685-49B1-906B-9215BB1230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19432-5D48-4B9A-8A55-033C8BC90215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47383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0510C6-F077-4662-BCA2-41D172D4E9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BF3F23-3929-47DD-8428-906216B4EA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725B92C-4CD5-4A05-9D19-C14F8EF2C8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AFD3B-1F33-4473-9DFD-4CE273592965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409490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84FDB80-9C44-4C69-B8F2-B5EAB91C0D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5EDD495-96C6-4FB5-AF2F-52EEAC4D9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28A20F-EF2B-45B8-A5E1-47584B8012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A3A64-EBFE-4B5B-AD2B-CB71F00CCC48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6414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F587FE-E605-43CC-85C0-56E3A79141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1B29C-1F45-4B49-86FB-B4EF2120FC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9571EB-402D-41FD-B04F-FCFD957507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31033E-FEBB-4DCB-A9E1-2C1FA1B699E2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415761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78F125-F44D-461F-8D5F-6535D015BB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214120-B83D-4AFC-9E7E-35071D27BC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24D7F8-E48F-41E7-B2DC-8A3436A5B1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26E5A-FA34-4227-8AC5-0B5886805BFD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58010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8B0A84-0CC8-4BA7-BE25-BDF5177FAF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710A7E-5CE9-48A7-800B-EA267B56D3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FF5679-26B2-4548-98BF-9979CF6F4E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1B4E1-AAAF-4C08-87AB-5541CC498A7E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70420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AA98CB-E1DF-4E1E-BB5E-187382D0FF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D1A588-F854-45F7-98F7-6689C13A93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C954CA-5ED3-49BE-BF5E-A9B9E3EEEA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9B706-5031-4504-90F7-AAA19E22485C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64043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6DDECAF-32B1-4A68-8A7F-A9E486EB6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i-I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8CBDDC-E4F0-4407-9628-5CD7B6999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i-IN"/>
              <a:t>Click to edit Master text styles</a:t>
            </a:r>
          </a:p>
          <a:p>
            <a:pPr lvl="1"/>
            <a:r>
              <a:rPr lang="en-US" altLang="hi-IN"/>
              <a:t>Second level</a:t>
            </a:r>
          </a:p>
          <a:p>
            <a:pPr lvl="2"/>
            <a:r>
              <a:rPr lang="en-US" altLang="hi-IN"/>
              <a:t>Third level</a:t>
            </a:r>
          </a:p>
          <a:p>
            <a:pPr lvl="3"/>
            <a:r>
              <a:rPr lang="en-US" altLang="hi-IN"/>
              <a:t>Fourth level</a:t>
            </a:r>
          </a:p>
          <a:p>
            <a:pPr lvl="4"/>
            <a:r>
              <a:rPr lang="en-US" altLang="hi-I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33683B-F089-4219-A098-110B99BAA6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97FE62A-29D6-440F-9F1D-313C5E419F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660FD8-A2FF-41FF-9AD8-357A5368F9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FontTx/>
              <a:buNone/>
              <a:defRPr sz="1400"/>
            </a:lvl1pPr>
          </a:lstStyle>
          <a:p>
            <a:pPr>
              <a:defRPr/>
            </a:pPr>
            <a:fld id="{434D5199-FEAB-4AC2-893F-4C6F90323964}" type="slidenum">
              <a:rPr lang="en-US" altLang="hi-IN"/>
              <a:pPr>
                <a:defRPr/>
              </a:pPr>
              <a:t>‹#›</a:t>
            </a:fld>
            <a:endParaRPr lang="en-US" altLang="hi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8F96ABF-0805-41A0-B45E-1E7EFBA1A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590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hi-IN"/>
              <a:t>Minimum Spanning Trees</a:t>
            </a:r>
          </a:p>
        </p:txBody>
      </p:sp>
      <p:sp>
        <p:nvSpPr>
          <p:cNvPr id="3075" name="Slide Number Placeholder 1">
            <a:extLst>
              <a:ext uri="{FF2B5EF4-FFF2-40B4-BE49-F238E27FC236}">
                <a16:creationId xmlns:a16="http://schemas.microsoft.com/office/drawing/2014/main" id="{FDAAA7EF-CD86-4BE4-A312-AD115FBB01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46C584-9DA8-43FE-9CBC-4A7955806F9C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hi-IN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C67301B-894F-46F3-A489-3FB978FB3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i-IN"/>
              <a:t>Definition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51DF3AE-E2B2-4633-9B20-2425FADB3C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hi-IN"/>
              <a:t>A Minimum Spanning Tree (MST) is a subgraph of an undirected graph such that the subgraph spans (includes) all nodes, is  connected, is acyclic, and has minimum total edge weight</a:t>
            </a:r>
          </a:p>
        </p:txBody>
      </p:sp>
      <p:sp>
        <p:nvSpPr>
          <p:cNvPr id="4100" name="Slide Number Placeholder 1">
            <a:extLst>
              <a:ext uri="{FF2B5EF4-FFF2-40B4-BE49-F238E27FC236}">
                <a16:creationId xmlns:a16="http://schemas.microsoft.com/office/drawing/2014/main" id="{1D04310F-5654-4ED9-9846-ED2F95869C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F48A7A-3F80-4AE0-AB0A-4CA0C5272560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hi-I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CCC442C0-A84C-4309-8F34-B8D8C73F8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i-IN"/>
              <a:t>Algorithm Characteristics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D9265C5E-961D-4882-9246-1713B32E4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hi-IN"/>
              <a:t>Both Prim’s and Kruskal’s Algorithms work with undirected graphs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hi-IN"/>
              <a:t>Both work with weighted and unweighted graphs but are more interesting when edges are weighted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hi-IN"/>
              <a:t>Both are greedy algorithms that produce optimal solutions</a:t>
            </a:r>
            <a:endParaRPr lang="en-US" altLang="hi-IN" sz="3600"/>
          </a:p>
        </p:txBody>
      </p:sp>
      <p:sp>
        <p:nvSpPr>
          <p:cNvPr id="5124" name="Slide Number Placeholder 1">
            <a:extLst>
              <a:ext uri="{FF2B5EF4-FFF2-40B4-BE49-F238E27FC236}">
                <a16:creationId xmlns:a16="http://schemas.microsoft.com/office/drawing/2014/main" id="{0549E567-7795-4BFD-A1B4-D2D9A43243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ED3719-3925-400A-9551-42545CF7277A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hi-I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C6068C5-48BB-41CC-97D6-4AC98F84A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i-IN"/>
              <a:t>Prim’s Algorithm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9CDDED6-6A39-4DE1-86F4-AEEF7CFD7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hi-IN"/>
          </a:p>
          <a:p>
            <a:pPr eaLnBrk="1" hangingPunct="1"/>
            <a:r>
              <a:rPr lang="en-US" altLang="hi-IN"/>
              <a:t>Similar to Dijkstra’s Algorithm (shortest path algorithm) except that </a:t>
            </a:r>
            <a:r>
              <a:rPr lang="en-US" altLang="hi-IN" i="1"/>
              <a:t>d</a:t>
            </a:r>
            <a:r>
              <a:rPr lang="en-US" altLang="hi-IN" i="1" baseline="-25000"/>
              <a:t>v</a:t>
            </a:r>
            <a:r>
              <a:rPr lang="en-US" altLang="hi-IN"/>
              <a:t> records edge weights, not path lengths</a:t>
            </a:r>
          </a:p>
          <a:p>
            <a:pPr eaLnBrk="1" hangingPunct="1">
              <a:buFontTx/>
              <a:buNone/>
            </a:pPr>
            <a:endParaRPr lang="en-US" altLang="hi-IN"/>
          </a:p>
        </p:txBody>
      </p:sp>
      <p:sp>
        <p:nvSpPr>
          <p:cNvPr id="6148" name="Slide Number Placeholder 1">
            <a:extLst>
              <a:ext uri="{FF2B5EF4-FFF2-40B4-BE49-F238E27FC236}">
                <a16:creationId xmlns:a16="http://schemas.microsoft.com/office/drawing/2014/main" id="{06F7DCAA-0289-4D33-83B4-E923336D9B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3ACC20-66B4-4F86-B7B0-490A3DBEAACC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hi-I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1">
            <a:extLst>
              <a:ext uri="{FF2B5EF4-FFF2-40B4-BE49-F238E27FC236}">
                <a16:creationId xmlns:a16="http://schemas.microsoft.com/office/drawing/2014/main" id="{A0F1B08A-7396-4C51-BDF8-D0BF5E9B9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i-IN"/>
              <a:t>Walk-Through</a:t>
            </a:r>
          </a:p>
        </p:txBody>
      </p:sp>
      <p:sp>
        <p:nvSpPr>
          <p:cNvPr id="7171" name="Text Box 60">
            <a:extLst>
              <a:ext uri="{FF2B5EF4-FFF2-40B4-BE49-F238E27FC236}">
                <a16:creationId xmlns:a16="http://schemas.microsoft.com/office/drawing/2014/main" id="{29669C03-060E-486A-BC81-441F7058D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863" y="15240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Initialize array</a:t>
            </a:r>
          </a:p>
        </p:txBody>
      </p:sp>
      <p:graphicFrame>
        <p:nvGraphicFramePr>
          <p:cNvPr id="409727" name="Group 127">
            <a:extLst>
              <a:ext uri="{FF2B5EF4-FFF2-40B4-BE49-F238E27FC236}">
                <a16:creationId xmlns:a16="http://schemas.microsoft.com/office/drawing/2014/main" id="{817A4462-C894-4C56-9745-F80DEBECDEF2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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224" name="Text Box 133">
            <a:extLst>
              <a:ext uri="{FF2B5EF4-FFF2-40B4-BE49-F238E27FC236}">
                <a16:creationId xmlns:a16="http://schemas.microsoft.com/office/drawing/2014/main" id="{F06F9C19-B1C8-4934-9D95-B6828BFC3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7225" name="Line 134">
            <a:extLst>
              <a:ext uri="{FF2B5EF4-FFF2-40B4-BE49-F238E27FC236}">
                <a16:creationId xmlns:a16="http://schemas.microsoft.com/office/drawing/2014/main" id="{A81C3FA6-0163-4E63-BCE2-7CC7D815B2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6" name="Text Box 135">
            <a:extLst>
              <a:ext uri="{FF2B5EF4-FFF2-40B4-BE49-F238E27FC236}">
                <a16:creationId xmlns:a16="http://schemas.microsoft.com/office/drawing/2014/main" id="{D3936400-F809-4DCB-AE54-60270F171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7227" name="Line 136">
            <a:extLst>
              <a:ext uri="{FF2B5EF4-FFF2-40B4-BE49-F238E27FC236}">
                <a16:creationId xmlns:a16="http://schemas.microsoft.com/office/drawing/2014/main" id="{A19B0483-BCC8-4A4B-A48C-1A24361353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8" name="Line 137">
            <a:extLst>
              <a:ext uri="{FF2B5EF4-FFF2-40B4-BE49-F238E27FC236}">
                <a16:creationId xmlns:a16="http://schemas.microsoft.com/office/drawing/2014/main" id="{AA7CDF37-F0E9-4641-8BA6-A156454BB3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9" name="Line 138">
            <a:extLst>
              <a:ext uri="{FF2B5EF4-FFF2-40B4-BE49-F238E27FC236}">
                <a16:creationId xmlns:a16="http://schemas.microsoft.com/office/drawing/2014/main" id="{25F7E36E-3180-426E-9378-B42123EACF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0" name="Line 139">
            <a:extLst>
              <a:ext uri="{FF2B5EF4-FFF2-40B4-BE49-F238E27FC236}">
                <a16:creationId xmlns:a16="http://schemas.microsoft.com/office/drawing/2014/main" id="{F02C19C0-3D69-4E9C-8D6E-E448541F9E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1" name="Line 140">
            <a:extLst>
              <a:ext uri="{FF2B5EF4-FFF2-40B4-BE49-F238E27FC236}">
                <a16:creationId xmlns:a16="http://schemas.microsoft.com/office/drawing/2014/main" id="{91A4992E-A4DB-49B7-BFD4-EE4190E8C6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76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2" name="Line 141">
            <a:extLst>
              <a:ext uri="{FF2B5EF4-FFF2-40B4-BE49-F238E27FC236}">
                <a16:creationId xmlns:a16="http://schemas.microsoft.com/office/drawing/2014/main" id="{A437887E-2409-4503-B451-1C98F323D7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3" name="Line 142">
            <a:extLst>
              <a:ext uri="{FF2B5EF4-FFF2-40B4-BE49-F238E27FC236}">
                <a16:creationId xmlns:a16="http://schemas.microsoft.com/office/drawing/2014/main" id="{38EB5FC7-7C73-4635-9118-821BAA8A4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4" name="Line 143">
            <a:extLst>
              <a:ext uri="{FF2B5EF4-FFF2-40B4-BE49-F238E27FC236}">
                <a16:creationId xmlns:a16="http://schemas.microsoft.com/office/drawing/2014/main" id="{F3F4E4EF-3A34-4A55-8B69-1C3250181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198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5" name="Line 144">
            <a:extLst>
              <a:ext uri="{FF2B5EF4-FFF2-40B4-BE49-F238E27FC236}">
                <a16:creationId xmlns:a16="http://schemas.microsoft.com/office/drawing/2014/main" id="{DB8254D1-D4C3-4CE1-ABBE-5E9A16FFAE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6" name="Oval 145">
            <a:extLst>
              <a:ext uri="{FF2B5EF4-FFF2-40B4-BE49-F238E27FC236}">
                <a16:creationId xmlns:a16="http://schemas.microsoft.com/office/drawing/2014/main" id="{72449FED-8D0D-4D61-872E-4FAFFEF3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7237" name="Oval 146">
            <a:extLst>
              <a:ext uri="{FF2B5EF4-FFF2-40B4-BE49-F238E27FC236}">
                <a16:creationId xmlns:a16="http://schemas.microsoft.com/office/drawing/2014/main" id="{78885660-DAED-43C7-BE2E-582B506E6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7238" name="Oval 147">
            <a:extLst>
              <a:ext uri="{FF2B5EF4-FFF2-40B4-BE49-F238E27FC236}">
                <a16:creationId xmlns:a16="http://schemas.microsoft.com/office/drawing/2014/main" id="{B8FD222B-C380-4DC6-92CA-812ACEBD2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7239" name="Oval 148">
            <a:extLst>
              <a:ext uri="{FF2B5EF4-FFF2-40B4-BE49-F238E27FC236}">
                <a16:creationId xmlns:a16="http://schemas.microsoft.com/office/drawing/2014/main" id="{C766E70C-2A2D-4177-AC20-EEE4D30F8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7240" name="Oval 149">
            <a:extLst>
              <a:ext uri="{FF2B5EF4-FFF2-40B4-BE49-F238E27FC236}">
                <a16:creationId xmlns:a16="http://schemas.microsoft.com/office/drawing/2014/main" id="{EB5B386B-6A56-44F5-91E0-5583545B6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7241" name="Oval 150">
            <a:extLst>
              <a:ext uri="{FF2B5EF4-FFF2-40B4-BE49-F238E27FC236}">
                <a16:creationId xmlns:a16="http://schemas.microsoft.com/office/drawing/2014/main" id="{AC769A17-291D-4B2F-9AA0-90FF3564E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7242" name="Oval 151">
            <a:extLst>
              <a:ext uri="{FF2B5EF4-FFF2-40B4-BE49-F238E27FC236}">
                <a16:creationId xmlns:a16="http://schemas.microsoft.com/office/drawing/2014/main" id="{336E0330-C5BE-4670-9DCB-441D83DE2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7243" name="Oval 152">
            <a:extLst>
              <a:ext uri="{FF2B5EF4-FFF2-40B4-BE49-F238E27FC236}">
                <a16:creationId xmlns:a16="http://schemas.microsoft.com/office/drawing/2014/main" id="{F471E43F-CFCC-4522-93FB-32190EF13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7244" name="Oval 153">
            <a:extLst>
              <a:ext uri="{FF2B5EF4-FFF2-40B4-BE49-F238E27FC236}">
                <a16:creationId xmlns:a16="http://schemas.microsoft.com/office/drawing/2014/main" id="{43A6C05E-26AE-4DB9-8DC8-93068266C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7245" name="Line 154">
            <a:extLst>
              <a:ext uri="{FF2B5EF4-FFF2-40B4-BE49-F238E27FC236}">
                <a16:creationId xmlns:a16="http://schemas.microsoft.com/office/drawing/2014/main" id="{AF1DC0B9-E51B-4A1A-9ED6-E614C92A7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6" name="Line 155">
            <a:extLst>
              <a:ext uri="{FF2B5EF4-FFF2-40B4-BE49-F238E27FC236}">
                <a16:creationId xmlns:a16="http://schemas.microsoft.com/office/drawing/2014/main" id="{87C62D56-47D4-4EED-B754-A92C3D9124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7" name="Line 156">
            <a:extLst>
              <a:ext uri="{FF2B5EF4-FFF2-40B4-BE49-F238E27FC236}">
                <a16:creationId xmlns:a16="http://schemas.microsoft.com/office/drawing/2014/main" id="{B1645442-73ED-45D2-B4F8-83EBBA1029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8" name="Text Box 157">
            <a:extLst>
              <a:ext uri="{FF2B5EF4-FFF2-40B4-BE49-F238E27FC236}">
                <a16:creationId xmlns:a16="http://schemas.microsoft.com/office/drawing/2014/main" id="{2383F9D9-C76C-48DB-85FE-B14736C68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7249" name="Text Box 158">
            <a:extLst>
              <a:ext uri="{FF2B5EF4-FFF2-40B4-BE49-F238E27FC236}">
                <a16:creationId xmlns:a16="http://schemas.microsoft.com/office/drawing/2014/main" id="{F96033C8-0281-4264-A4FD-B71467693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7250" name="Text Box 159">
            <a:extLst>
              <a:ext uri="{FF2B5EF4-FFF2-40B4-BE49-F238E27FC236}">
                <a16:creationId xmlns:a16="http://schemas.microsoft.com/office/drawing/2014/main" id="{4B50AC8F-BF5B-4A7E-BAB7-95C63E4E9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7251" name="Text Box 160">
            <a:extLst>
              <a:ext uri="{FF2B5EF4-FFF2-40B4-BE49-F238E27FC236}">
                <a16:creationId xmlns:a16="http://schemas.microsoft.com/office/drawing/2014/main" id="{9599034A-72E2-4812-ADEE-31499730F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7252" name="Text Box 161">
            <a:extLst>
              <a:ext uri="{FF2B5EF4-FFF2-40B4-BE49-F238E27FC236}">
                <a16:creationId xmlns:a16="http://schemas.microsoft.com/office/drawing/2014/main" id="{BCB367DC-A345-4119-B6E6-6EEFBA432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7253" name="Text Box 162">
            <a:extLst>
              <a:ext uri="{FF2B5EF4-FFF2-40B4-BE49-F238E27FC236}">
                <a16:creationId xmlns:a16="http://schemas.microsoft.com/office/drawing/2014/main" id="{317A5C8F-3118-4EF8-8AF7-E03EF80C7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7254" name="Text Box 163">
            <a:extLst>
              <a:ext uri="{FF2B5EF4-FFF2-40B4-BE49-F238E27FC236}">
                <a16:creationId xmlns:a16="http://schemas.microsoft.com/office/drawing/2014/main" id="{979F80E9-72F0-465B-AA18-B69ADFBB5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7255" name="Text Box 164">
            <a:extLst>
              <a:ext uri="{FF2B5EF4-FFF2-40B4-BE49-F238E27FC236}">
                <a16:creationId xmlns:a16="http://schemas.microsoft.com/office/drawing/2014/main" id="{1480FCC2-1D7D-49CB-A1B9-0DC4C4161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7256" name="Text Box 165">
            <a:extLst>
              <a:ext uri="{FF2B5EF4-FFF2-40B4-BE49-F238E27FC236}">
                <a16:creationId xmlns:a16="http://schemas.microsoft.com/office/drawing/2014/main" id="{C6DBD4D0-0BB9-42D7-B28A-5C3D32076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7257" name="Text Box 166">
            <a:extLst>
              <a:ext uri="{FF2B5EF4-FFF2-40B4-BE49-F238E27FC236}">
                <a16:creationId xmlns:a16="http://schemas.microsoft.com/office/drawing/2014/main" id="{27EDE87E-007A-42C5-AAEF-FD0AD3130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7258" name="Text Box 167">
            <a:extLst>
              <a:ext uri="{FF2B5EF4-FFF2-40B4-BE49-F238E27FC236}">
                <a16:creationId xmlns:a16="http://schemas.microsoft.com/office/drawing/2014/main" id="{C54453D1-AC47-4EA1-A9BD-56E8F3097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7259" name="Line 168">
            <a:extLst>
              <a:ext uri="{FF2B5EF4-FFF2-40B4-BE49-F238E27FC236}">
                <a16:creationId xmlns:a16="http://schemas.microsoft.com/office/drawing/2014/main" id="{14755DA9-898C-4C59-8051-8F2E7110B0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60" name="Text Box 169">
            <a:extLst>
              <a:ext uri="{FF2B5EF4-FFF2-40B4-BE49-F238E27FC236}">
                <a16:creationId xmlns:a16="http://schemas.microsoft.com/office/drawing/2014/main" id="{A93F7EA4-EE3E-4448-B472-932D36F06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7261" name="Freeform 170">
            <a:extLst>
              <a:ext uri="{FF2B5EF4-FFF2-40B4-BE49-F238E27FC236}">
                <a16:creationId xmlns:a16="http://schemas.microsoft.com/office/drawing/2014/main" id="{D01178C7-54F4-47DE-8987-B0D729CD4D71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62" name="Text Box 171">
            <a:extLst>
              <a:ext uri="{FF2B5EF4-FFF2-40B4-BE49-F238E27FC236}">
                <a16:creationId xmlns:a16="http://schemas.microsoft.com/office/drawing/2014/main" id="{8CB49DBA-78BD-44CC-9C86-71584009C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7263" name="Line 172">
            <a:extLst>
              <a:ext uri="{FF2B5EF4-FFF2-40B4-BE49-F238E27FC236}">
                <a16:creationId xmlns:a16="http://schemas.microsoft.com/office/drawing/2014/main" id="{4821208B-1CE2-4428-A5D4-57B653E7EE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64" name="Slide Number Placeholder 1">
            <a:extLst>
              <a:ext uri="{FF2B5EF4-FFF2-40B4-BE49-F238E27FC236}">
                <a16:creationId xmlns:a16="http://schemas.microsoft.com/office/drawing/2014/main" id="{53669D18-E9E6-43AE-902F-2E6CF64D38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960DB4-CCCC-4EDB-8F7F-55D2D4CE1894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hi-IN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7509D61D-A8D5-47D0-BFE6-A0BED4FCF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8195" name="Line 3">
            <a:extLst>
              <a:ext uri="{FF2B5EF4-FFF2-40B4-BE49-F238E27FC236}">
                <a16:creationId xmlns:a16="http://schemas.microsoft.com/office/drawing/2014/main" id="{55566CE3-206C-45B7-AE6E-039F261349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B006ABB2-8D5C-4CB2-9107-3518199F4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983C01DB-423D-40F7-9435-7CB1096F4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Line 6">
            <a:extLst>
              <a:ext uri="{FF2B5EF4-FFF2-40B4-BE49-F238E27FC236}">
                <a16:creationId xmlns:a16="http://schemas.microsoft.com/office/drawing/2014/main" id="{03860B22-C9BF-4784-917A-1787DBAF7C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BFD17549-B874-4770-A98B-3E33901C2E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Line 9">
            <a:extLst>
              <a:ext uri="{FF2B5EF4-FFF2-40B4-BE49-F238E27FC236}">
                <a16:creationId xmlns:a16="http://schemas.microsoft.com/office/drawing/2014/main" id="{8A643B09-8C3D-4ACD-83F8-BF2EF7C241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Line 10">
            <a:extLst>
              <a:ext uri="{FF2B5EF4-FFF2-40B4-BE49-F238E27FC236}">
                <a16:creationId xmlns:a16="http://schemas.microsoft.com/office/drawing/2014/main" id="{8E221FB9-04BA-47DA-85B4-B5C4E1AAEC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76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Line 11">
            <a:extLst>
              <a:ext uri="{FF2B5EF4-FFF2-40B4-BE49-F238E27FC236}">
                <a16:creationId xmlns:a16="http://schemas.microsoft.com/office/drawing/2014/main" id="{43478772-5A56-4274-9FC1-3B65A82330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Line 12">
            <a:extLst>
              <a:ext uri="{FF2B5EF4-FFF2-40B4-BE49-F238E27FC236}">
                <a16:creationId xmlns:a16="http://schemas.microsoft.com/office/drawing/2014/main" id="{F67B6013-5204-4121-9F21-8B7604D4E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Line 14">
            <a:extLst>
              <a:ext uri="{FF2B5EF4-FFF2-40B4-BE49-F238E27FC236}">
                <a16:creationId xmlns:a16="http://schemas.microsoft.com/office/drawing/2014/main" id="{7B4F4D6F-16D4-4F81-9C24-2F3DA0EEE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198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Line 15">
            <a:extLst>
              <a:ext uri="{FF2B5EF4-FFF2-40B4-BE49-F238E27FC236}">
                <a16:creationId xmlns:a16="http://schemas.microsoft.com/office/drawing/2014/main" id="{70183BBC-2883-459D-86E5-08D713630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Oval 16">
            <a:extLst>
              <a:ext uri="{FF2B5EF4-FFF2-40B4-BE49-F238E27FC236}">
                <a16:creationId xmlns:a16="http://schemas.microsoft.com/office/drawing/2014/main" id="{A7A36D74-FF36-4364-8817-DE47DA858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8207" name="Oval 17">
            <a:extLst>
              <a:ext uri="{FF2B5EF4-FFF2-40B4-BE49-F238E27FC236}">
                <a16:creationId xmlns:a16="http://schemas.microsoft.com/office/drawing/2014/main" id="{ACD088E2-BA40-48D8-A433-E4A2DA8E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8208" name="Oval 18">
            <a:extLst>
              <a:ext uri="{FF2B5EF4-FFF2-40B4-BE49-F238E27FC236}">
                <a16:creationId xmlns:a16="http://schemas.microsoft.com/office/drawing/2014/main" id="{67D3501E-50B4-4A79-B85C-420886447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8209" name="Oval 19">
            <a:extLst>
              <a:ext uri="{FF2B5EF4-FFF2-40B4-BE49-F238E27FC236}">
                <a16:creationId xmlns:a16="http://schemas.microsoft.com/office/drawing/2014/main" id="{B25A964D-AB49-4268-889D-146ADB615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8210" name="Oval 20">
            <a:extLst>
              <a:ext uri="{FF2B5EF4-FFF2-40B4-BE49-F238E27FC236}">
                <a16:creationId xmlns:a16="http://schemas.microsoft.com/office/drawing/2014/main" id="{CD06A5DA-B5B2-4FCE-A2AE-7D37FB4B5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8211" name="Oval 21">
            <a:extLst>
              <a:ext uri="{FF2B5EF4-FFF2-40B4-BE49-F238E27FC236}">
                <a16:creationId xmlns:a16="http://schemas.microsoft.com/office/drawing/2014/main" id="{2FB271EE-7959-44D6-8254-267F67E4A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8212" name="Oval 22">
            <a:extLst>
              <a:ext uri="{FF2B5EF4-FFF2-40B4-BE49-F238E27FC236}">
                <a16:creationId xmlns:a16="http://schemas.microsoft.com/office/drawing/2014/main" id="{87B1C3FF-C7B1-4AAC-9182-857717183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8213" name="Oval 23">
            <a:extLst>
              <a:ext uri="{FF2B5EF4-FFF2-40B4-BE49-F238E27FC236}">
                <a16:creationId xmlns:a16="http://schemas.microsoft.com/office/drawing/2014/main" id="{AC694213-2586-4C43-A46D-15D407807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8214" name="Oval 24">
            <a:extLst>
              <a:ext uri="{FF2B5EF4-FFF2-40B4-BE49-F238E27FC236}">
                <a16:creationId xmlns:a16="http://schemas.microsoft.com/office/drawing/2014/main" id="{108536F3-4A97-4DD6-949F-5E67A0538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8215" name="Line 26">
            <a:extLst>
              <a:ext uri="{FF2B5EF4-FFF2-40B4-BE49-F238E27FC236}">
                <a16:creationId xmlns:a16="http://schemas.microsoft.com/office/drawing/2014/main" id="{F515F680-ED1D-4295-A618-4F3B81600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6" name="Line 27">
            <a:extLst>
              <a:ext uri="{FF2B5EF4-FFF2-40B4-BE49-F238E27FC236}">
                <a16:creationId xmlns:a16="http://schemas.microsoft.com/office/drawing/2014/main" id="{04D1DF4B-713F-48E4-B699-528F7D24A6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7" name="Line 28">
            <a:extLst>
              <a:ext uri="{FF2B5EF4-FFF2-40B4-BE49-F238E27FC236}">
                <a16:creationId xmlns:a16="http://schemas.microsoft.com/office/drawing/2014/main" id="{E5961BCD-E1C7-465E-B989-1E234C325DC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8" name="Text Box 30">
            <a:extLst>
              <a:ext uri="{FF2B5EF4-FFF2-40B4-BE49-F238E27FC236}">
                <a16:creationId xmlns:a16="http://schemas.microsoft.com/office/drawing/2014/main" id="{FB6F9472-4C5A-42C2-AB86-BB4CC40EC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8219" name="Text Box 31">
            <a:extLst>
              <a:ext uri="{FF2B5EF4-FFF2-40B4-BE49-F238E27FC236}">
                <a16:creationId xmlns:a16="http://schemas.microsoft.com/office/drawing/2014/main" id="{71FD3AB1-0BBF-4DE0-ADF8-B2A4CA76F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8220" name="Text Box 32">
            <a:extLst>
              <a:ext uri="{FF2B5EF4-FFF2-40B4-BE49-F238E27FC236}">
                <a16:creationId xmlns:a16="http://schemas.microsoft.com/office/drawing/2014/main" id="{503181E3-F89E-4D11-BA5C-73D9AE360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8221" name="Text Box 33">
            <a:extLst>
              <a:ext uri="{FF2B5EF4-FFF2-40B4-BE49-F238E27FC236}">
                <a16:creationId xmlns:a16="http://schemas.microsoft.com/office/drawing/2014/main" id="{2CB63B85-83CC-46F9-906F-110B52C83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8222" name="Text Box 34">
            <a:extLst>
              <a:ext uri="{FF2B5EF4-FFF2-40B4-BE49-F238E27FC236}">
                <a16:creationId xmlns:a16="http://schemas.microsoft.com/office/drawing/2014/main" id="{DE2BC37D-D10D-4F91-9567-7BE5129C8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8223" name="Text Box 35">
            <a:extLst>
              <a:ext uri="{FF2B5EF4-FFF2-40B4-BE49-F238E27FC236}">
                <a16:creationId xmlns:a16="http://schemas.microsoft.com/office/drawing/2014/main" id="{B50485F1-2927-4322-8A57-AFCD5ED11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8224" name="Text Box 36">
            <a:extLst>
              <a:ext uri="{FF2B5EF4-FFF2-40B4-BE49-F238E27FC236}">
                <a16:creationId xmlns:a16="http://schemas.microsoft.com/office/drawing/2014/main" id="{94DE1E51-9988-4A18-B36A-17FCE825C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8225" name="Text Box 37">
            <a:extLst>
              <a:ext uri="{FF2B5EF4-FFF2-40B4-BE49-F238E27FC236}">
                <a16:creationId xmlns:a16="http://schemas.microsoft.com/office/drawing/2014/main" id="{BB03ACB5-5C7B-43DE-B992-BFFF15C3F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8226" name="Text Box 39">
            <a:extLst>
              <a:ext uri="{FF2B5EF4-FFF2-40B4-BE49-F238E27FC236}">
                <a16:creationId xmlns:a16="http://schemas.microsoft.com/office/drawing/2014/main" id="{8D34D099-F0CA-46CD-9515-4E44D1D7E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8227" name="Text Box 40">
            <a:extLst>
              <a:ext uri="{FF2B5EF4-FFF2-40B4-BE49-F238E27FC236}">
                <a16:creationId xmlns:a16="http://schemas.microsoft.com/office/drawing/2014/main" id="{B24899F0-EF94-493F-8C1C-5DA5B287F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8228" name="Text Box 41">
            <a:extLst>
              <a:ext uri="{FF2B5EF4-FFF2-40B4-BE49-F238E27FC236}">
                <a16:creationId xmlns:a16="http://schemas.microsoft.com/office/drawing/2014/main" id="{6424B4B6-54CF-4A26-8FE9-C6699D7B7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8229" name="Line 42">
            <a:extLst>
              <a:ext uri="{FF2B5EF4-FFF2-40B4-BE49-F238E27FC236}">
                <a16:creationId xmlns:a16="http://schemas.microsoft.com/office/drawing/2014/main" id="{2ACF6688-28F8-4E9B-84F1-419745D6E8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0" name="Text Box 43">
            <a:extLst>
              <a:ext uri="{FF2B5EF4-FFF2-40B4-BE49-F238E27FC236}">
                <a16:creationId xmlns:a16="http://schemas.microsoft.com/office/drawing/2014/main" id="{552DDF57-4816-4A71-B202-3F02C6D16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8231" name="Text Box 44">
            <a:extLst>
              <a:ext uri="{FF2B5EF4-FFF2-40B4-BE49-F238E27FC236}">
                <a16:creationId xmlns:a16="http://schemas.microsoft.com/office/drawing/2014/main" id="{ADE81B59-621C-44CC-A50B-3CA76715F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524000"/>
            <a:ext cx="2895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Start with any node, say D</a:t>
            </a:r>
          </a:p>
        </p:txBody>
      </p:sp>
      <p:graphicFrame>
        <p:nvGraphicFramePr>
          <p:cNvPr id="430125" name="Group 45">
            <a:extLst>
              <a:ext uri="{FF2B5EF4-FFF2-40B4-BE49-F238E27FC236}">
                <a16:creationId xmlns:a16="http://schemas.microsoft.com/office/drawing/2014/main" id="{E609DE74-5FA9-4869-8B85-C4883C4CE241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284" name="Freeform 97">
            <a:extLst>
              <a:ext uri="{FF2B5EF4-FFF2-40B4-BE49-F238E27FC236}">
                <a16:creationId xmlns:a16="http://schemas.microsoft.com/office/drawing/2014/main" id="{820166E4-6CCC-4952-85D4-3A454D0DB48E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85" name="Text Box 98">
            <a:extLst>
              <a:ext uri="{FF2B5EF4-FFF2-40B4-BE49-F238E27FC236}">
                <a16:creationId xmlns:a16="http://schemas.microsoft.com/office/drawing/2014/main" id="{BC93DA3E-C28C-4DD2-8A1B-793F2B4F3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8286" name="Line 99">
            <a:extLst>
              <a:ext uri="{FF2B5EF4-FFF2-40B4-BE49-F238E27FC236}">
                <a16:creationId xmlns:a16="http://schemas.microsoft.com/office/drawing/2014/main" id="{1B02E238-CE36-4A20-86E1-68FBF0F811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87" name="Slide Number Placeholder 1">
            <a:extLst>
              <a:ext uri="{FF2B5EF4-FFF2-40B4-BE49-F238E27FC236}">
                <a16:creationId xmlns:a16="http://schemas.microsoft.com/office/drawing/2014/main" id="{97F9A0C3-FDC4-4B5B-A510-ECAF40211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2C612D-8B2C-4BD8-9566-832A3EC44E8B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hi-IN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0A780EE3-E3FB-4A3B-86D7-43BC6F4D3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80A2F791-CB6A-441E-9CFF-BC79205D02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DFB99A82-260F-41C2-97CF-0FE922C49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DD4AAA40-4255-4964-8C8D-B175C6604F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2" name="Line 6">
            <a:extLst>
              <a:ext uri="{FF2B5EF4-FFF2-40B4-BE49-F238E27FC236}">
                <a16:creationId xmlns:a16="http://schemas.microsoft.com/office/drawing/2014/main" id="{DF1D2CC0-FC88-4C8A-803F-B8CC604E51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3" name="Line 7">
            <a:extLst>
              <a:ext uri="{FF2B5EF4-FFF2-40B4-BE49-F238E27FC236}">
                <a16:creationId xmlns:a16="http://schemas.microsoft.com/office/drawing/2014/main" id="{1B329BCE-5039-4523-9E56-39D88F54A7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Line 8">
            <a:extLst>
              <a:ext uri="{FF2B5EF4-FFF2-40B4-BE49-F238E27FC236}">
                <a16:creationId xmlns:a16="http://schemas.microsoft.com/office/drawing/2014/main" id="{8EC83A56-7A5A-4CAF-BE6C-9DD14C2064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Line 9">
            <a:extLst>
              <a:ext uri="{FF2B5EF4-FFF2-40B4-BE49-F238E27FC236}">
                <a16:creationId xmlns:a16="http://schemas.microsoft.com/office/drawing/2014/main" id="{3E047431-09A4-43EE-8477-ED0A25438A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76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Line 10">
            <a:extLst>
              <a:ext uri="{FF2B5EF4-FFF2-40B4-BE49-F238E27FC236}">
                <a16:creationId xmlns:a16="http://schemas.microsoft.com/office/drawing/2014/main" id="{A1196930-4314-4884-A29C-2C1513DD8B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7" name="Line 11">
            <a:extLst>
              <a:ext uri="{FF2B5EF4-FFF2-40B4-BE49-F238E27FC236}">
                <a16:creationId xmlns:a16="http://schemas.microsoft.com/office/drawing/2014/main" id="{76EA026F-9C93-450B-9196-837DFD59167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1E99E360-A9BE-4B57-8477-6BD0F83F32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198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Line 13">
            <a:extLst>
              <a:ext uri="{FF2B5EF4-FFF2-40B4-BE49-F238E27FC236}">
                <a16:creationId xmlns:a16="http://schemas.microsoft.com/office/drawing/2014/main" id="{3C5ECAE6-FB04-4666-9682-1E8D76983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0" name="Oval 14">
            <a:extLst>
              <a:ext uri="{FF2B5EF4-FFF2-40B4-BE49-F238E27FC236}">
                <a16:creationId xmlns:a16="http://schemas.microsoft.com/office/drawing/2014/main" id="{A98EAE05-124E-4939-BEDC-C0495ADD9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9231" name="Oval 15">
            <a:extLst>
              <a:ext uri="{FF2B5EF4-FFF2-40B4-BE49-F238E27FC236}">
                <a16:creationId xmlns:a16="http://schemas.microsoft.com/office/drawing/2014/main" id="{8E66C36C-62F3-40F7-858A-98FFB42D1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9232" name="Oval 16">
            <a:extLst>
              <a:ext uri="{FF2B5EF4-FFF2-40B4-BE49-F238E27FC236}">
                <a16:creationId xmlns:a16="http://schemas.microsoft.com/office/drawing/2014/main" id="{CFA8DB1F-CB7A-4305-AC11-5A7D29219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9233" name="Oval 17">
            <a:extLst>
              <a:ext uri="{FF2B5EF4-FFF2-40B4-BE49-F238E27FC236}">
                <a16:creationId xmlns:a16="http://schemas.microsoft.com/office/drawing/2014/main" id="{ADB10ADA-6DA2-4061-8139-BEDD5A635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9234" name="Oval 18">
            <a:extLst>
              <a:ext uri="{FF2B5EF4-FFF2-40B4-BE49-F238E27FC236}">
                <a16:creationId xmlns:a16="http://schemas.microsoft.com/office/drawing/2014/main" id="{EB2F22BC-4AAB-4742-9F68-FCA837A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9235" name="Oval 19">
            <a:extLst>
              <a:ext uri="{FF2B5EF4-FFF2-40B4-BE49-F238E27FC236}">
                <a16:creationId xmlns:a16="http://schemas.microsoft.com/office/drawing/2014/main" id="{EAA2C4E4-4064-4A5E-9941-6C63F3C27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9236" name="Oval 20">
            <a:extLst>
              <a:ext uri="{FF2B5EF4-FFF2-40B4-BE49-F238E27FC236}">
                <a16:creationId xmlns:a16="http://schemas.microsoft.com/office/drawing/2014/main" id="{93317405-99FC-4233-A101-0E14FD31E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9237" name="Oval 21">
            <a:extLst>
              <a:ext uri="{FF2B5EF4-FFF2-40B4-BE49-F238E27FC236}">
                <a16:creationId xmlns:a16="http://schemas.microsoft.com/office/drawing/2014/main" id="{130C578D-7F8B-4481-83FD-60A25E60F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9238" name="Oval 22">
            <a:extLst>
              <a:ext uri="{FF2B5EF4-FFF2-40B4-BE49-F238E27FC236}">
                <a16:creationId xmlns:a16="http://schemas.microsoft.com/office/drawing/2014/main" id="{1ACBC41A-A3D0-44BF-8187-5BF474A6D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9239" name="Line 23">
            <a:extLst>
              <a:ext uri="{FF2B5EF4-FFF2-40B4-BE49-F238E27FC236}">
                <a16:creationId xmlns:a16="http://schemas.microsoft.com/office/drawing/2014/main" id="{30DB8C56-58C7-4747-B052-2E7D1E8BB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0" name="Line 24">
            <a:extLst>
              <a:ext uri="{FF2B5EF4-FFF2-40B4-BE49-F238E27FC236}">
                <a16:creationId xmlns:a16="http://schemas.microsoft.com/office/drawing/2014/main" id="{6911ABE8-BCBE-4D4D-B738-C4D75851AE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1" name="Line 25">
            <a:extLst>
              <a:ext uri="{FF2B5EF4-FFF2-40B4-BE49-F238E27FC236}">
                <a16:creationId xmlns:a16="http://schemas.microsoft.com/office/drawing/2014/main" id="{CAB7283B-4170-45C3-AEF7-9CF4BD6F06A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2" name="Text Box 26">
            <a:extLst>
              <a:ext uri="{FF2B5EF4-FFF2-40B4-BE49-F238E27FC236}">
                <a16:creationId xmlns:a16="http://schemas.microsoft.com/office/drawing/2014/main" id="{C73888A2-0917-4A04-BFF6-F9099519A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9243" name="Text Box 27">
            <a:extLst>
              <a:ext uri="{FF2B5EF4-FFF2-40B4-BE49-F238E27FC236}">
                <a16:creationId xmlns:a16="http://schemas.microsoft.com/office/drawing/2014/main" id="{07963CFC-62D5-4464-89C2-23215AACB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9244" name="Text Box 28">
            <a:extLst>
              <a:ext uri="{FF2B5EF4-FFF2-40B4-BE49-F238E27FC236}">
                <a16:creationId xmlns:a16="http://schemas.microsoft.com/office/drawing/2014/main" id="{4D2C69FE-3543-4A4E-9545-3C244D57E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9245" name="Text Box 29">
            <a:extLst>
              <a:ext uri="{FF2B5EF4-FFF2-40B4-BE49-F238E27FC236}">
                <a16:creationId xmlns:a16="http://schemas.microsoft.com/office/drawing/2014/main" id="{F73D9B46-7BED-453B-A0E3-CB93D1BFF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9246" name="Text Box 30">
            <a:extLst>
              <a:ext uri="{FF2B5EF4-FFF2-40B4-BE49-F238E27FC236}">
                <a16:creationId xmlns:a16="http://schemas.microsoft.com/office/drawing/2014/main" id="{4A06B782-9D03-4B4F-836D-410B1178B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9247" name="Text Box 31">
            <a:extLst>
              <a:ext uri="{FF2B5EF4-FFF2-40B4-BE49-F238E27FC236}">
                <a16:creationId xmlns:a16="http://schemas.microsoft.com/office/drawing/2014/main" id="{93AE3424-3D5F-4171-9C2D-829CF1B48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9248" name="Text Box 32">
            <a:extLst>
              <a:ext uri="{FF2B5EF4-FFF2-40B4-BE49-F238E27FC236}">
                <a16:creationId xmlns:a16="http://schemas.microsoft.com/office/drawing/2014/main" id="{EFBF57EB-BCD6-48F6-BDDD-84DB3F595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9249" name="Text Box 33">
            <a:extLst>
              <a:ext uri="{FF2B5EF4-FFF2-40B4-BE49-F238E27FC236}">
                <a16:creationId xmlns:a16="http://schemas.microsoft.com/office/drawing/2014/main" id="{76F80C3C-C654-4B9A-A539-F018EA66E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9250" name="Text Box 34">
            <a:extLst>
              <a:ext uri="{FF2B5EF4-FFF2-40B4-BE49-F238E27FC236}">
                <a16:creationId xmlns:a16="http://schemas.microsoft.com/office/drawing/2014/main" id="{69724EE9-26AC-4473-8411-8B4C74182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9251" name="Text Box 35">
            <a:extLst>
              <a:ext uri="{FF2B5EF4-FFF2-40B4-BE49-F238E27FC236}">
                <a16:creationId xmlns:a16="http://schemas.microsoft.com/office/drawing/2014/main" id="{7FFC451A-2E64-43C3-9A83-D916880D8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9252" name="Text Box 36">
            <a:extLst>
              <a:ext uri="{FF2B5EF4-FFF2-40B4-BE49-F238E27FC236}">
                <a16:creationId xmlns:a16="http://schemas.microsoft.com/office/drawing/2014/main" id="{C467410F-F4FC-4B57-B546-9E51E7041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9253" name="Line 37">
            <a:extLst>
              <a:ext uri="{FF2B5EF4-FFF2-40B4-BE49-F238E27FC236}">
                <a16:creationId xmlns:a16="http://schemas.microsoft.com/office/drawing/2014/main" id="{1054376C-2E84-4A7B-818A-52831F03E8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4" name="Text Box 38">
            <a:extLst>
              <a:ext uri="{FF2B5EF4-FFF2-40B4-BE49-F238E27FC236}">
                <a16:creationId xmlns:a16="http://schemas.microsoft.com/office/drawing/2014/main" id="{0EA1B322-9230-43A2-A992-63ABFCBD3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9255" name="Text Box 39">
            <a:extLst>
              <a:ext uri="{FF2B5EF4-FFF2-40B4-BE49-F238E27FC236}">
                <a16:creationId xmlns:a16="http://schemas.microsoft.com/office/drawing/2014/main" id="{0881FCE9-BACF-4283-9304-59A1E5E2D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Update distances of adjacent, unselected nodes</a:t>
            </a:r>
          </a:p>
        </p:txBody>
      </p:sp>
      <p:graphicFrame>
        <p:nvGraphicFramePr>
          <p:cNvPr id="431144" name="Group 40">
            <a:extLst>
              <a:ext uri="{FF2B5EF4-FFF2-40B4-BE49-F238E27FC236}">
                <a16:creationId xmlns:a16="http://schemas.microsoft.com/office/drawing/2014/main" id="{1A17F67B-67DA-4B33-BFE3-1969F30C8224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18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8" name="Freeform 92">
            <a:extLst>
              <a:ext uri="{FF2B5EF4-FFF2-40B4-BE49-F238E27FC236}">
                <a16:creationId xmlns:a16="http://schemas.microsoft.com/office/drawing/2014/main" id="{B0C4C485-323B-4A85-A1D6-D8CFCA72EC71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9" name="Text Box 93">
            <a:extLst>
              <a:ext uri="{FF2B5EF4-FFF2-40B4-BE49-F238E27FC236}">
                <a16:creationId xmlns:a16="http://schemas.microsoft.com/office/drawing/2014/main" id="{CFE5562E-D110-4CF2-87C0-C6D94F5BA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9310" name="Line 94">
            <a:extLst>
              <a:ext uri="{FF2B5EF4-FFF2-40B4-BE49-F238E27FC236}">
                <a16:creationId xmlns:a16="http://schemas.microsoft.com/office/drawing/2014/main" id="{E83409E3-83AC-499C-98A0-A4361A4963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1" name="Slide Number Placeholder 1">
            <a:extLst>
              <a:ext uri="{FF2B5EF4-FFF2-40B4-BE49-F238E27FC236}">
                <a16:creationId xmlns:a16="http://schemas.microsoft.com/office/drawing/2014/main" id="{BEC81247-21BD-491B-B0FF-EFF5C12D8A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389ADE-B680-4861-87F7-74FEC285D0CB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hi-IN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7AB4B725-9671-42E3-B5DC-B00BA375F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0243" name="Line 3">
            <a:extLst>
              <a:ext uri="{FF2B5EF4-FFF2-40B4-BE49-F238E27FC236}">
                <a16:creationId xmlns:a16="http://schemas.microsoft.com/office/drawing/2014/main" id="{F1B07310-0316-4665-A98F-ECE736F71D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6EC2D392-9BCD-4CE6-9898-A278FD091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FC23DE54-C074-4A8F-B5B1-2E55F2D69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6FAB6C1C-132C-4760-A212-1ED34FCA9A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2D888E3A-DEC8-4B07-B043-310533FC6F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E864F329-F27D-4DB8-92A1-C45F9EC513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BD82D764-8F9F-4CB9-9A71-62EDFA6F62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17054E35-BCC1-4664-A417-D10B0679BD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0A0AE3C2-4523-4F2E-B233-5403EAA15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3026CBFC-1924-48C9-8FC4-FBD214871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198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Line 13">
            <a:extLst>
              <a:ext uri="{FF2B5EF4-FFF2-40B4-BE49-F238E27FC236}">
                <a16:creationId xmlns:a16="http://schemas.microsoft.com/office/drawing/2014/main" id="{D90F8B0D-AD2A-4159-A22D-98E9693DE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4" name="Oval 14">
            <a:extLst>
              <a:ext uri="{FF2B5EF4-FFF2-40B4-BE49-F238E27FC236}">
                <a16:creationId xmlns:a16="http://schemas.microsoft.com/office/drawing/2014/main" id="{F9C6821B-C731-4263-BD19-53084DD3F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0255" name="Oval 15">
            <a:extLst>
              <a:ext uri="{FF2B5EF4-FFF2-40B4-BE49-F238E27FC236}">
                <a16:creationId xmlns:a16="http://schemas.microsoft.com/office/drawing/2014/main" id="{81700114-1E3A-4C3C-B9BC-8788DE9D2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0256" name="Oval 16">
            <a:extLst>
              <a:ext uri="{FF2B5EF4-FFF2-40B4-BE49-F238E27FC236}">
                <a16:creationId xmlns:a16="http://schemas.microsoft.com/office/drawing/2014/main" id="{A336D634-8BDE-4510-8945-4DFCDE71D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0257" name="Oval 17">
            <a:extLst>
              <a:ext uri="{FF2B5EF4-FFF2-40B4-BE49-F238E27FC236}">
                <a16:creationId xmlns:a16="http://schemas.microsoft.com/office/drawing/2014/main" id="{862B5277-14DA-4141-A90F-4641F7736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0258" name="Oval 18">
            <a:extLst>
              <a:ext uri="{FF2B5EF4-FFF2-40B4-BE49-F238E27FC236}">
                <a16:creationId xmlns:a16="http://schemas.microsoft.com/office/drawing/2014/main" id="{C6B1120A-7A0D-42AA-98B9-9F98975C0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0259" name="Oval 19">
            <a:extLst>
              <a:ext uri="{FF2B5EF4-FFF2-40B4-BE49-F238E27FC236}">
                <a16:creationId xmlns:a16="http://schemas.microsoft.com/office/drawing/2014/main" id="{7F917173-8CA3-4013-95B4-2B3DB7EFA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0260" name="Oval 20">
            <a:extLst>
              <a:ext uri="{FF2B5EF4-FFF2-40B4-BE49-F238E27FC236}">
                <a16:creationId xmlns:a16="http://schemas.microsoft.com/office/drawing/2014/main" id="{85A0D435-A1FA-4678-A9B8-F309279D7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0261" name="Oval 21">
            <a:extLst>
              <a:ext uri="{FF2B5EF4-FFF2-40B4-BE49-F238E27FC236}">
                <a16:creationId xmlns:a16="http://schemas.microsoft.com/office/drawing/2014/main" id="{E76DC5D2-F88C-417D-AADF-6E0E5F69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0262" name="Oval 22">
            <a:extLst>
              <a:ext uri="{FF2B5EF4-FFF2-40B4-BE49-F238E27FC236}">
                <a16:creationId xmlns:a16="http://schemas.microsoft.com/office/drawing/2014/main" id="{9F9AEE69-C237-4532-A312-C2D2C8E3F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0263" name="Line 23">
            <a:extLst>
              <a:ext uri="{FF2B5EF4-FFF2-40B4-BE49-F238E27FC236}">
                <a16:creationId xmlns:a16="http://schemas.microsoft.com/office/drawing/2014/main" id="{00238498-AA9C-45DE-A0EC-E43B1C69E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4" name="Line 24">
            <a:extLst>
              <a:ext uri="{FF2B5EF4-FFF2-40B4-BE49-F238E27FC236}">
                <a16:creationId xmlns:a16="http://schemas.microsoft.com/office/drawing/2014/main" id="{077CC7A3-792A-4DA5-84E7-DB9A22174E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5" name="Line 25">
            <a:extLst>
              <a:ext uri="{FF2B5EF4-FFF2-40B4-BE49-F238E27FC236}">
                <a16:creationId xmlns:a16="http://schemas.microsoft.com/office/drawing/2014/main" id="{E78F53C9-EFE9-4649-8D91-31ADBAFAFD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6" name="Text Box 26">
            <a:extLst>
              <a:ext uri="{FF2B5EF4-FFF2-40B4-BE49-F238E27FC236}">
                <a16:creationId xmlns:a16="http://schemas.microsoft.com/office/drawing/2014/main" id="{8F2C101A-ADCC-445B-B20A-1A64D7BB8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0267" name="Text Box 27">
            <a:extLst>
              <a:ext uri="{FF2B5EF4-FFF2-40B4-BE49-F238E27FC236}">
                <a16:creationId xmlns:a16="http://schemas.microsoft.com/office/drawing/2014/main" id="{A017AB03-444C-4BEA-AC6E-B962F351E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0268" name="Text Box 28">
            <a:extLst>
              <a:ext uri="{FF2B5EF4-FFF2-40B4-BE49-F238E27FC236}">
                <a16:creationId xmlns:a16="http://schemas.microsoft.com/office/drawing/2014/main" id="{900282BB-5C74-4F06-8DF1-67C7A06E5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0269" name="Text Box 29">
            <a:extLst>
              <a:ext uri="{FF2B5EF4-FFF2-40B4-BE49-F238E27FC236}">
                <a16:creationId xmlns:a16="http://schemas.microsoft.com/office/drawing/2014/main" id="{28DB9CC4-625A-4245-9CA5-BD560A7AF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0270" name="Text Box 30">
            <a:extLst>
              <a:ext uri="{FF2B5EF4-FFF2-40B4-BE49-F238E27FC236}">
                <a16:creationId xmlns:a16="http://schemas.microsoft.com/office/drawing/2014/main" id="{2ACD82F7-F881-4AE0-B71C-4E814FADA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0271" name="Text Box 31">
            <a:extLst>
              <a:ext uri="{FF2B5EF4-FFF2-40B4-BE49-F238E27FC236}">
                <a16:creationId xmlns:a16="http://schemas.microsoft.com/office/drawing/2014/main" id="{F1D6F49A-E9AA-40C5-BBDE-9CA616770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0272" name="Text Box 32">
            <a:extLst>
              <a:ext uri="{FF2B5EF4-FFF2-40B4-BE49-F238E27FC236}">
                <a16:creationId xmlns:a16="http://schemas.microsoft.com/office/drawing/2014/main" id="{5B032924-D94D-4762-BF1C-8DF38F227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0273" name="Text Box 33">
            <a:extLst>
              <a:ext uri="{FF2B5EF4-FFF2-40B4-BE49-F238E27FC236}">
                <a16:creationId xmlns:a16="http://schemas.microsoft.com/office/drawing/2014/main" id="{AF46F423-2EA1-451B-B2E8-92C3E4BD4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0274" name="Text Box 34">
            <a:extLst>
              <a:ext uri="{FF2B5EF4-FFF2-40B4-BE49-F238E27FC236}">
                <a16:creationId xmlns:a16="http://schemas.microsoft.com/office/drawing/2014/main" id="{5151DFDC-7653-44FA-8A13-85AF86B4E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0275" name="Text Box 35">
            <a:extLst>
              <a:ext uri="{FF2B5EF4-FFF2-40B4-BE49-F238E27FC236}">
                <a16:creationId xmlns:a16="http://schemas.microsoft.com/office/drawing/2014/main" id="{BD3032BC-8DEA-432B-83E2-D2F7F5BE0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0276" name="Text Box 36">
            <a:extLst>
              <a:ext uri="{FF2B5EF4-FFF2-40B4-BE49-F238E27FC236}">
                <a16:creationId xmlns:a16="http://schemas.microsoft.com/office/drawing/2014/main" id="{A2EA25CC-6FE3-40D1-92F3-34D2E73B5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0277" name="Line 37">
            <a:extLst>
              <a:ext uri="{FF2B5EF4-FFF2-40B4-BE49-F238E27FC236}">
                <a16:creationId xmlns:a16="http://schemas.microsoft.com/office/drawing/2014/main" id="{7215F1DC-355C-4E45-B472-0984C5E60C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8" name="Text Box 38">
            <a:extLst>
              <a:ext uri="{FF2B5EF4-FFF2-40B4-BE49-F238E27FC236}">
                <a16:creationId xmlns:a16="http://schemas.microsoft.com/office/drawing/2014/main" id="{53A694E5-56B2-45F3-8096-C96263E99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0279" name="Text Box 39">
            <a:extLst>
              <a:ext uri="{FF2B5EF4-FFF2-40B4-BE49-F238E27FC236}">
                <a16:creationId xmlns:a16="http://schemas.microsoft.com/office/drawing/2014/main" id="{A2EB38EC-9811-46E7-913C-FD0815C76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node with minimum distance</a:t>
            </a:r>
          </a:p>
        </p:txBody>
      </p:sp>
      <p:graphicFrame>
        <p:nvGraphicFramePr>
          <p:cNvPr id="432168" name="Group 40">
            <a:extLst>
              <a:ext uri="{FF2B5EF4-FFF2-40B4-BE49-F238E27FC236}">
                <a16:creationId xmlns:a16="http://schemas.microsoft.com/office/drawing/2014/main" id="{A3267D4B-B433-4BB1-B5ED-33BAD894E364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18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332" name="Freeform 92">
            <a:extLst>
              <a:ext uri="{FF2B5EF4-FFF2-40B4-BE49-F238E27FC236}">
                <a16:creationId xmlns:a16="http://schemas.microsoft.com/office/drawing/2014/main" id="{D6E16979-E209-4BF7-908A-0F8546BFF7B1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3" name="Text Box 93">
            <a:extLst>
              <a:ext uri="{FF2B5EF4-FFF2-40B4-BE49-F238E27FC236}">
                <a16:creationId xmlns:a16="http://schemas.microsoft.com/office/drawing/2014/main" id="{D424A65F-CEA5-4726-B3B6-BA7143BF5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0334" name="Line 94">
            <a:extLst>
              <a:ext uri="{FF2B5EF4-FFF2-40B4-BE49-F238E27FC236}">
                <a16:creationId xmlns:a16="http://schemas.microsoft.com/office/drawing/2014/main" id="{59DD3099-0AA5-4173-901E-5CB1FDACC5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5" name="Slide Number Placeholder 1">
            <a:extLst>
              <a:ext uri="{FF2B5EF4-FFF2-40B4-BE49-F238E27FC236}">
                <a16:creationId xmlns:a16="http://schemas.microsoft.com/office/drawing/2014/main" id="{EE176969-2768-42F7-81D0-50CBEA7ABA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02E091-EA02-48ED-8066-840C5E1F1320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hi-IN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B17B2D5D-F6FB-461F-BB57-A0925870B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1267" name="Line 3">
            <a:extLst>
              <a:ext uri="{FF2B5EF4-FFF2-40B4-BE49-F238E27FC236}">
                <a16:creationId xmlns:a16="http://schemas.microsoft.com/office/drawing/2014/main" id="{BFD241D9-2E2C-4461-A5B9-EA92449EE6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E540DB0D-267F-4AE2-8854-FC52ACD60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53E517F9-36A9-43C1-9B80-4F68D8CA7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0" name="Line 6">
            <a:extLst>
              <a:ext uri="{FF2B5EF4-FFF2-40B4-BE49-F238E27FC236}">
                <a16:creationId xmlns:a16="http://schemas.microsoft.com/office/drawing/2014/main" id="{96C613F7-8E6B-4248-AF4A-4BFEB59A9D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1" name="Line 7">
            <a:extLst>
              <a:ext uri="{FF2B5EF4-FFF2-40B4-BE49-F238E27FC236}">
                <a16:creationId xmlns:a16="http://schemas.microsoft.com/office/drawing/2014/main" id="{D513D209-0AFD-4BBE-A632-53361B2AB6B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Line 8">
            <a:extLst>
              <a:ext uri="{FF2B5EF4-FFF2-40B4-BE49-F238E27FC236}">
                <a16:creationId xmlns:a16="http://schemas.microsoft.com/office/drawing/2014/main" id="{2F7F2BE8-E3B1-434A-B8C7-8AED9E27F3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Line 9">
            <a:extLst>
              <a:ext uri="{FF2B5EF4-FFF2-40B4-BE49-F238E27FC236}">
                <a16:creationId xmlns:a16="http://schemas.microsoft.com/office/drawing/2014/main" id="{2455530A-765A-4BD6-B694-1D7ACF3D4B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Line 10">
            <a:extLst>
              <a:ext uri="{FF2B5EF4-FFF2-40B4-BE49-F238E27FC236}">
                <a16:creationId xmlns:a16="http://schemas.microsoft.com/office/drawing/2014/main" id="{05AF6904-BEBC-4A2E-8AD5-2DC15D15BB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11">
            <a:extLst>
              <a:ext uri="{FF2B5EF4-FFF2-40B4-BE49-F238E27FC236}">
                <a16:creationId xmlns:a16="http://schemas.microsoft.com/office/drawing/2014/main" id="{9830D7FD-ECA0-428E-A336-59E000C96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2">
            <a:extLst>
              <a:ext uri="{FF2B5EF4-FFF2-40B4-BE49-F238E27FC236}">
                <a16:creationId xmlns:a16="http://schemas.microsoft.com/office/drawing/2014/main" id="{4507E148-4435-42C6-892E-FB22A02EC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198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13">
            <a:extLst>
              <a:ext uri="{FF2B5EF4-FFF2-40B4-BE49-F238E27FC236}">
                <a16:creationId xmlns:a16="http://schemas.microsoft.com/office/drawing/2014/main" id="{F6FD128C-AF4F-4ABA-8C65-4B1A42D91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Oval 14">
            <a:extLst>
              <a:ext uri="{FF2B5EF4-FFF2-40B4-BE49-F238E27FC236}">
                <a16:creationId xmlns:a16="http://schemas.microsoft.com/office/drawing/2014/main" id="{67CC71A7-A213-4403-B100-DCDCCF45E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1279" name="Oval 15">
            <a:extLst>
              <a:ext uri="{FF2B5EF4-FFF2-40B4-BE49-F238E27FC236}">
                <a16:creationId xmlns:a16="http://schemas.microsoft.com/office/drawing/2014/main" id="{3FF9D029-9A4A-4338-9D2F-C91BF6660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1280" name="Oval 16">
            <a:extLst>
              <a:ext uri="{FF2B5EF4-FFF2-40B4-BE49-F238E27FC236}">
                <a16:creationId xmlns:a16="http://schemas.microsoft.com/office/drawing/2014/main" id="{B4111139-7F0E-424B-9830-B478108D8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1281" name="Oval 17">
            <a:extLst>
              <a:ext uri="{FF2B5EF4-FFF2-40B4-BE49-F238E27FC236}">
                <a16:creationId xmlns:a16="http://schemas.microsoft.com/office/drawing/2014/main" id="{70C35255-3503-441F-8D63-66FCF3926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1282" name="Oval 18">
            <a:extLst>
              <a:ext uri="{FF2B5EF4-FFF2-40B4-BE49-F238E27FC236}">
                <a16:creationId xmlns:a16="http://schemas.microsoft.com/office/drawing/2014/main" id="{836CD0C6-4062-4D19-9622-284C40438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1283" name="Oval 19">
            <a:extLst>
              <a:ext uri="{FF2B5EF4-FFF2-40B4-BE49-F238E27FC236}">
                <a16:creationId xmlns:a16="http://schemas.microsoft.com/office/drawing/2014/main" id="{DD823AEC-FF9F-4235-9F12-8122757A3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1284" name="Oval 20">
            <a:extLst>
              <a:ext uri="{FF2B5EF4-FFF2-40B4-BE49-F238E27FC236}">
                <a16:creationId xmlns:a16="http://schemas.microsoft.com/office/drawing/2014/main" id="{DFB14E9B-D809-4996-A16C-56C06D0F0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1285" name="Oval 21">
            <a:extLst>
              <a:ext uri="{FF2B5EF4-FFF2-40B4-BE49-F238E27FC236}">
                <a16:creationId xmlns:a16="http://schemas.microsoft.com/office/drawing/2014/main" id="{BBD3EA75-86A0-40B3-834A-BD772405F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1286" name="Oval 22">
            <a:extLst>
              <a:ext uri="{FF2B5EF4-FFF2-40B4-BE49-F238E27FC236}">
                <a16:creationId xmlns:a16="http://schemas.microsoft.com/office/drawing/2014/main" id="{DE0CBA70-D505-410F-A21F-CD729C5F0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1287" name="Line 23">
            <a:extLst>
              <a:ext uri="{FF2B5EF4-FFF2-40B4-BE49-F238E27FC236}">
                <a16:creationId xmlns:a16="http://schemas.microsoft.com/office/drawing/2014/main" id="{6A4E0540-6951-49AF-927A-34B8F98E4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8" name="Line 24">
            <a:extLst>
              <a:ext uri="{FF2B5EF4-FFF2-40B4-BE49-F238E27FC236}">
                <a16:creationId xmlns:a16="http://schemas.microsoft.com/office/drawing/2014/main" id="{B80A9E0E-C8A2-4212-A3A9-A5AA1837B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9" name="Line 25">
            <a:extLst>
              <a:ext uri="{FF2B5EF4-FFF2-40B4-BE49-F238E27FC236}">
                <a16:creationId xmlns:a16="http://schemas.microsoft.com/office/drawing/2014/main" id="{9F897A75-F6F3-48E4-98DD-3B2F542D4D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0" name="Text Box 26">
            <a:extLst>
              <a:ext uri="{FF2B5EF4-FFF2-40B4-BE49-F238E27FC236}">
                <a16:creationId xmlns:a16="http://schemas.microsoft.com/office/drawing/2014/main" id="{B1B06FB0-1BAC-4BE1-88BC-60073442B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1291" name="Text Box 27">
            <a:extLst>
              <a:ext uri="{FF2B5EF4-FFF2-40B4-BE49-F238E27FC236}">
                <a16:creationId xmlns:a16="http://schemas.microsoft.com/office/drawing/2014/main" id="{07DF7DCE-9E12-4A90-9A11-CCD9CAC48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1292" name="Text Box 28">
            <a:extLst>
              <a:ext uri="{FF2B5EF4-FFF2-40B4-BE49-F238E27FC236}">
                <a16:creationId xmlns:a16="http://schemas.microsoft.com/office/drawing/2014/main" id="{FD110D33-648B-4B98-8C97-9395704BB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1293" name="Text Box 29">
            <a:extLst>
              <a:ext uri="{FF2B5EF4-FFF2-40B4-BE49-F238E27FC236}">
                <a16:creationId xmlns:a16="http://schemas.microsoft.com/office/drawing/2014/main" id="{3644D7DD-ECB9-4B1D-9B57-BD16BD2CE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1294" name="Text Box 30">
            <a:extLst>
              <a:ext uri="{FF2B5EF4-FFF2-40B4-BE49-F238E27FC236}">
                <a16:creationId xmlns:a16="http://schemas.microsoft.com/office/drawing/2014/main" id="{8A0A9E62-02D3-4E0C-A83A-3851EC1FB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1295" name="Text Box 31">
            <a:extLst>
              <a:ext uri="{FF2B5EF4-FFF2-40B4-BE49-F238E27FC236}">
                <a16:creationId xmlns:a16="http://schemas.microsoft.com/office/drawing/2014/main" id="{4A98BA1D-4D71-4DB1-8224-7DB78E995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1296" name="Text Box 32">
            <a:extLst>
              <a:ext uri="{FF2B5EF4-FFF2-40B4-BE49-F238E27FC236}">
                <a16:creationId xmlns:a16="http://schemas.microsoft.com/office/drawing/2014/main" id="{95D0C39E-C718-4766-8A83-61BFEDE7E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1297" name="Text Box 33">
            <a:extLst>
              <a:ext uri="{FF2B5EF4-FFF2-40B4-BE49-F238E27FC236}">
                <a16:creationId xmlns:a16="http://schemas.microsoft.com/office/drawing/2014/main" id="{A3F6B1D0-E3D1-4679-81E7-C8ADA17FB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1298" name="Text Box 34">
            <a:extLst>
              <a:ext uri="{FF2B5EF4-FFF2-40B4-BE49-F238E27FC236}">
                <a16:creationId xmlns:a16="http://schemas.microsoft.com/office/drawing/2014/main" id="{ECB4F4EF-BCA4-4E62-8B2C-7DB9A05DB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1299" name="Text Box 35">
            <a:extLst>
              <a:ext uri="{FF2B5EF4-FFF2-40B4-BE49-F238E27FC236}">
                <a16:creationId xmlns:a16="http://schemas.microsoft.com/office/drawing/2014/main" id="{C9D4BD4F-7D5E-4BD7-BE3D-D4028F8A5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1300" name="Text Box 36">
            <a:extLst>
              <a:ext uri="{FF2B5EF4-FFF2-40B4-BE49-F238E27FC236}">
                <a16:creationId xmlns:a16="http://schemas.microsoft.com/office/drawing/2014/main" id="{94670A14-B148-4C8B-91E3-FEA28B25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1301" name="Line 37">
            <a:extLst>
              <a:ext uri="{FF2B5EF4-FFF2-40B4-BE49-F238E27FC236}">
                <a16:creationId xmlns:a16="http://schemas.microsoft.com/office/drawing/2014/main" id="{298F41FE-BE23-4CA9-AE7F-59C76EB90F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2" name="Text Box 38">
            <a:extLst>
              <a:ext uri="{FF2B5EF4-FFF2-40B4-BE49-F238E27FC236}">
                <a16:creationId xmlns:a16="http://schemas.microsoft.com/office/drawing/2014/main" id="{F65AF6D8-8887-4B93-9E2D-3C5B64752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1303" name="Text Box 39">
            <a:extLst>
              <a:ext uri="{FF2B5EF4-FFF2-40B4-BE49-F238E27FC236}">
                <a16:creationId xmlns:a16="http://schemas.microsoft.com/office/drawing/2014/main" id="{F29F9DDF-8D51-498C-AE96-1AB5DDEC8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Update distances of adjacent, unselected nodes</a:t>
            </a:r>
          </a:p>
        </p:txBody>
      </p:sp>
      <p:graphicFrame>
        <p:nvGraphicFramePr>
          <p:cNvPr id="451624" name="Group 40">
            <a:extLst>
              <a:ext uri="{FF2B5EF4-FFF2-40B4-BE49-F238E27FC236}">
                <a16:creationId xmlns:a16="http://schemas.microsoft.com/office/drawing/2014/main" id="{0D0E76AC-1F00-4785-A163-87B6E241B9D6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7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18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356" name="Freeform 92">
            <a:extLst>
              <a:ext uri="{FF2B5EF4-FFF2-40B4-BE49-F238E27FC236}">
                <a16:creationId xmlns:a16="http://schemas.microsoft.com/office/drawing/2014/main" id="{8AB85144-7DEF-472A-8F19-8A5F966F94D9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7" name="Text Box 93">
            <a:extLst>
              <a:ext uri="{FF2B5EF4-FFF2-40B4-BE49-F238E27FC236}">
                <a16:creationId xmlns:a16="http://schemas.microsoft.com/office/drawing/2014/main" id="{325E76AC-C0E2-4C99-83CE-C21B15746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1358" name="Line 94">
            <a:extLst>
              <a:ext uri="{FF2B5EF4-FFF2-40B4-BE49-F238E27FC236}">
                <a16:creationId xmlns:a16="http://schemas.microsoft.com/office/drawing/2014/main" id="{E2BA12CE-2185-49B3-9279-DF1CC34D31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9" name="Slide Number Placeholder 1">
            <a:extLst>
              <a:ext uri="{FF2B5EF4-FFF2-40B4-BE49-F238E27FC236}">
                <a16:creationId xmlns:a16="http://schemas.microsoft.com/office/drawing/2014/main" id="{EC161CDE-7737-4CC7-9C37-D7FEC3770F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E3361A-2E6E-40D8-BA03-2EAA368D1F4D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hi-IN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7F14E69A-FCAD-48B6-A280-892A11911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2291" name="Line 3">
            <a:extLst>
              <a:ext uri="{FF2B5EF4-FFF2-40B4-BE49-F238E27FC236}">
                <a16:creationId xmlns:a16="http://schemas.microsoft.com/office/drawing/2014/main" id="{A2D9829D-69C8-4261-9F02-C1AF7AC01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527E7EA0-11FB-432D-96C0-1909D9BA2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2293" name="Line 5">
            <a:extLst>
              <a:ext uri="{FF2B5EF4-FFF2-40B4-BE49-F238E27FC236}">
                <a16:creationId xmlns:a16="http://schemas.microsoft.com/office/drawing/2014/main" id="{C5A2323B-59BD-4110-ACB4-182450279C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4" name="Line 6">
            <a:extLst>
              <a:ext uri="{FF2B5EF4-FFF2-40B4-BE49-F238E27FC236}">
                <a16:creationId xmlns:a16="http://schemas.microsoft.com/office/drawing/2014/main" id="{5D57486A-CF90-4C2B-9987-B0F4BCD7C1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Line 7">
            <a:extLst>
              <a:ext uri="{FF2B5EF4-FFF2-40B4-BE49-F238E27FC236}">
                <a16:creationId xmlns:a16="http://schemas.microsoft.com/office/drawing/2014/main" id="{C5B8546F-DB5E-45FA-9D4A-8710E1B6BD9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Line 8">
            <a:extLst>
              <a:ext uri="{FF2B5EF4-FFF2-40B4-BE49-F238E27FC236}">
                <a16:creationId xmlns:a16="http://schemas.microsoft.com/office/drawing/2014/main" id="{4A9A675E-64A1-411B-B0D1-F3B2274591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Line 9">
            <a:extLst>
              <a:ext uri="{FF2B5EF4-FFF2-40B4-BE49-F238E27FC236}">
                <a16:creationId xmlns:a16="http://schemas.microsoft.com/office/drawing/2014/main" id="{B47B98E6-B883-4837-8EEB-EB577D6CF4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Line 10">
            <a:extLst>
              <a:ext uri="{FF2B5EF4-FFF2-40B4-BE49-F238E27FC236}">
                <a16:creationId xmlns:a16="http://schemas.microsoft.com/office/drawing/2014/main" id="{93864294-F3BD-4D70-9DB7-48B8C77825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Line 11">
            <a:extLst>
              <a:ext uri="{FF2B5EF4-FFF2-40B4-BE49-F238E27FC236}">
                <a16:creationId xmlns:a16="http://schemas.microsoft.com/office/drawing/2014/main" id="{56BC683B-7E9C-44B7-8873-E6117063B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12">
            <a:extLst>
              <a:ext uri="{FF2B5EF4-FFF2-40B4-BE49-F238E27FC236}">
                <a16:creationId xmlns:a16="http://schemas.microsoft.com/office/drawing/2014/main" id="{C35EA12D-F2EA-4C16-8B33-434BC45BF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198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13">
            <a:extLst>
              <a:ext uri="{FF2B5EF4-FFF2-40B4-BE49-F238E27FC236}">
                <a16:creationId xmlns:a16="http://schemas.microsoft.com/office/drawing/2014/main" id="{DED68E5D-D857-484C-B6C6-3A9737548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Oval 14">
            <a:extLst>
              <a:ext uri="{FF2B5EF4-FFF2-40B4-BE49-F238E27FC236}">
                <a16:creationId xmlns:a16="http://schemas.microsoft.com/office/drawing/2014/main" id="{D48D8061-ADC8-427B-BB1A-1ED115594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2303" name="Oval 15">
            <a:extLst>
              <a:ext uri="{FF2B5EF4-FFF2-40B4-BE49-F238E27FC236}">
                <a16:creationId xmlns:a16="http://schemas.microsoft.com/office/drawing/2014/main" id="{B6B6A634-BA18-4335-B1AD-3A14CFABA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2304" name="Oval 16">
            <a:extLst>
              <a:ext uri="{FF2B5EF4-FFF2-40B4-BE49-F238E27FC236}">
                <a16:creationId xmlns:a16="http://schemas.microsoft.com/office/drawing/2014/main" id="{1E6C4690-A64B-423D-9277-639C3E615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2305" name="Oval 17">
            <a:extLst>
              <a:ext uri="{FF2B5EF4-FFF2-40B4-BE49-F238E27FC236}">
                <a16:creationId xmlns:a16="http://schemas.microsoft.com/office/drawing/2014/main" id="{0E59ADDC-A2E0-41C3-A20D-BA8DF25DE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2306" name="Oval 18">
            <a:extLst>
              <a:ext uri="{FF2B5EF4-FFF2-40B4-BE49-F238E27FC236}">
                <a16:creationId xmlns:a16="http://schemas.microsoft.com/office/drawing/2014/main" id="{B613CE34-0052-487B-ADAA-F9D396FDD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2307" name="Oval 19">
            <a:extLst>
              <a:ext uri="{FF2B5EF4-FFF2-40B4-BE49-F238E27FC236}">
                <a16:creationId xmlns:a16="http://schemas.microsoft.com/office/drawing/2014/main" id="{57AA2E97-CA24-4C32-A145-F90972C13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2308" name="Oval 20">
            <a:extLst>
              <a:ext uri="{FF2B5EF4-FFF2-40B4-BE49-F238E27FC236}">
                <a16:creationId xmlns:a16="http://schemas.microsoft.com/office/drawing/2014/main" id="{F77E4177-BAD9-4BD9-8BF2-110AB7600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2309" name="Oval 21">
            <a:extLst>
              <a:ext uri="{FF2B5EF4-FFF2-40B4-BE49-F238E27FC236}">
                <a16:creationId xmlns:a16="http://schemas.microsoft.com/office/drawing/2014/main" id="{C1C0700A-BB85-40E8-BB41-6DECD300A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2310" name="Oval 22">
            <a:extLst>
              <a:ext uri="{FF2B5EF4-FFF2-40B4-BE49-F238E27FC236}">
                <a16:creationId xmlns:a16="http://schemas.microsoft.com/office/drawing/2014/main" id="{9C06C521-AB96-45EF-9CB2-6A368F5EB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2311" name="Line 23">
            <a:extLst>
              <a:ext uri="{FF2B5EF4-FFF2-40B4-BE49-F238E27FC236}">
                <a16:creationId xmlns:a16="http://schemas.microsoft.com/office/drawing/2014/main" id="{C2B7D90A-B528-4B8F-98BB-A85B489A41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2" name="Line 24">
            <a:extLst>
              <a:ext uri="{FF2B5EF4-FFF2-40B4-BE49-F238E27FC236}">
                <a16:creationId xmlns:a16="http://schemas.microsoft.com/office/drawing/2014/main" id="{CDDCF7E2-402A-43DE-809C-742B4259D6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3" name="Line 25">
            <a:extLst>
              <a:ext uri="{FF2B5EF4-FFF2-40B4-BE49-F238E27FC236}">
                <a16:creationId xmlns:a16="http://schemas.microsoft.com/office/drawing/2014/main" id="{F8872238-2F78-43F4-B6F1-FE95F9BB4F1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4" name="Text Box 26">
            <a:extLst>
              <a:ext uri="{FF2B5EF4-FFF2-40B4-BE49-F238E27FC236}">
                <a16:creationId xmlns:a16="http://schemas.microsoft.com/office/drawing/2014/main" id="{D1DCCD3B-9D2C-4CA1-9D7E-AAF821B56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2315" name="Text Box 27">
            <a:extLst>
              <a:ext uri="{FF2B5EF4-FFF2-40B4-BE49-F238E27FC236}">
                <a16:creationId xmlns:a16="http://schemas.microsoft.com/office/drawing/2014/main" id="{B66694C9-0EEF-48F5-9963-0AD841BEF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2316" name="Text Box 28">
            <a:extLst>
              <a:ext uri="{FF2B5EF4-FFF2-40B4-BE49-F238E27FC236}">
                <a16:creationId xmlns:a16="http://schemas.microsoft.com/office/drawing/2014/main" id="{DED83E98-06F3-475D-8681-2125EAC5D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2317" name="Text Box 29">
            <a:extLst>
              <a:ext uri="{FF2B5EF4-FFF2-40B4-BE49-F238E27FC236}">
                <a16:creationId xmlns:a16="http://schemas.microsoft.com/office/drawing/2014/main" id="{93F1CCD8-9315-475B-BDD1-9B0E76951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2318" name="Text Box 30">
            <a:extLst>
              <a:ext uri="{FF2B5EF4-FFF2-40B4-BE49-F238E27FC236}">
                <a16:creationId xmlns:a16="http://schemas.microsoft.com/office/drawing/2014/main" id="{43771D34-5245-4B72-9CB5-6539FCB63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2319" name="Text Box 31">
            <a:extLst>
              <a:ext uri="{FF2B5EF4-FFF2-40B4-BE49-F238E27FC236}">
                <a16:creationId xmlns:a16="http://schemas.microsoft.com/office/drawing/2014/main" id="{090D9F0D-A08C-4E9F-9FAC-E644541FC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2320" name="Text Box 32">
            <a:extLst>
              <a:ext uri="{FF2B5EF4-FFF2-40B4-BE49-F238E27FC236}">
                <a16:creationId xmlns:a16="http://schemas.microsoft.com/office/drawing/2014/main" id="{5007D116-DC16-4FC9-9C26-C9ACC257B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2321" name="Text Box 33">
            <a:extLst>
              <a:ext uri="{FF2B5EF4-FFF2-40B4-BE49-F238E27FC236}">
                <a16:creationId xmlns:a16="http://schemas.microsoft.com/office/drawing/2014/main" id="{CA9DF9E6-95A3-413B-8232-B23A7D66E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2322" name="Text Box 34">
            <a:extLst>
              <a:ext uri="{FF2B5EF4-FFF2-40B4-BE49-F238E27FC236}">
                <a16:creationId xmlns:a16="http://schemas.microsoft.com/office/drawing/2014/main" id="{0030C68B-8690-4A53-AB26-38767C6A2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2323" name="Text Box 35">
            <a:extLst>
              <a:ext uri="{FF2B5EF4-FFF2-40B4-BE49-F238E27FC236}">
                <a16:creationId xmlns:a16="http://schemas.microsoft.com/office/drawing/2014/main" id="{B306BFA9-B3DF-4ED0-80AB-576F9D972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2324" name="Text Box 36">
            <a:extLst>
              <a:ext uri="{FF2B5EF4-FFF2-40B4-BE49-F238E27FC236}">
                <a16:creationId xmlns:a16="http://schemas.microsoft.com/office/drawing/2014/main" id="{C5CA1200-A571-4307-A45C-CE3DA7CB1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2325" name="Line 37">
            <a:extLst>
              <a:ext uri="{FF2B5EF4-FFF2-40B4-BE49-F238E27FC236}">
                <a16:creationId xmlns:a16="http://schemas.microsoft.com/office/drawing/2014/main" id="{AC0606CB-E9BA-454E-9F35-16EEE9AB79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6" name="Text Box 38">
            <a:extLst>
              <a:ext uri="{FF2B5EF4-FFF2-40B4-BE49-F238E27FC236}">
                <a16:creationId xmlns:a16="http://schemas.microsoft.com/office/drawing/2014/main" id="{2F020ECA-7BCF-4341-9894-57D337127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2327" name="Text Box 39">
            <a:extLst>
              <a:ext uri="{FF2B5EF4-FFF2-40B4-BE49-F238E27FC236}">
                <a16:creationId xmlns:a16="http://schemas.microsoft.com/office/drawing/2014/main" id="{0510BF25-8512-405C-BA90-9F8F788DB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node with minimum distance</a:t>
            </a:r>
          </a:p>
        </p:txBody>
      </p:sp>
      <p:graphicFrame>
        <p:nvGraphicFramePr>
          <p:cNvPr id="433192" name="Group 40">
            <a:extLst>
              <a:ext uri="{FF2B5EF4-FFF2-40B4-BE49-F238E27FC236}">
                <a16:creationId xmlns:a16="http://schemas.microsoft.com/office/drawing/2014/main" id="{D00ADC74-A1E9-49B0-A990-515EB6E9C55D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7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18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380" name="Freeform 92">
            <a:extLst>
              <a:ext uri="{FF2B5EF4-FFF2-40B4-BE49-F238E27FC236}">
                <a16:creationId xmlns:a16="http://schemas.microsoft.com/office/drawing/2014/main" id="{1FFCB8BB-181B-4D97-A01B-DE1B7E903BA8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81" name="Text Box 93">
            <a:extLst>
              <a:ext uri="{FF2B5EF4-FFF2-40B4-BE49-F238E27FC236}">
                <a16:creationId xmlns:a16="http://schemas.microsoft.com/office/drawing/2014/main" id="{03EBDF7C-BD1B-4899-902A-4721F8EC5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2382" name="Line 94">
            <a:extLst>
              <a:ext uri="{FF2B5EF4-FFF2-40B4-BE49-F238E27FC236}">
                <a16:creationId xmlns:a16="http://schemas.microsoft.com/office/drawing/2014/main" id="{7E42F46C-2C3D-4F55-A431-8C8EB84B12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83" name="Slide Number Placeholder 1">
            <a:extLst>
              <a:ext uri="{FF2B5EF4-FFF2-40B4-BE49-F238E27FC236}">
                <a16:creationId xmlns:a16="http://schemas.microsoft.com/office/drawing/2014/main" id="{604515DD-D44F-4EAD-B830-D6D8BA8AF5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1BCFE8-96C9-4147-A1D2-0B21395C7C0D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hi-IN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>
            <a:extLst>
              <a:ext uri="{FF2B5EF4-FFF2-40B4-BE49-F238E27FC236}">
                <a16:creationId xmlns:a16="http://schemas.microsoft.com/office/drawing/2014/main" id="{0D148358-F7D8-433D-A04A-376D4F0A2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3315" name="Line 4">
            <a:extLst>
              <a:ext uri="{FF2B5EF4-FFF2-40B4-BE49-F238E27FC236}">
                <a16:creationId xmlns:a16="http://schemas.microsoft.com/office/drawing/2014/main" id="{BD610547-06CF-48DA-9473-C912B0D533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Text Box 5">
            <a:extLst>
              <a:ext uri="{FF2B5EF4-FFF2-40B4-BE49-F238E27FC236}">
                <a16:creationId xmlns:a16="http://schemas.microsoft.com/office/drawing/2014/main" id="{33234DF9-F56A-4A54-AC26-2994BBA85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3317" name="Line 6">
            <a:extLst>
              <a:ext uri="{FF2B5EF4-FFF2-40B4-BE49-F238E27FC236}">
                <a16:creationId xmlns:a16="http://schemas.microsoft.com/office/drawing/2014/main" id="{F3564330-B902-4D24-A745-052683181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Line 7">
            <a:extLst>
              <a:ext uri="{FF2B5EF4-FFF2-40B4-BE49-F238E27FC236}">
                <a16:creationId xmlns:a16="http://schemas.microsoft.com/office/drawing/2014/main" id="{079896E2-80BE-499D-92D1-832BEB8AFE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Line 8">
            <a:extLst>
              <a:ext uri="{FF2B5EF4-FFF2-40B4-BE49-F238E27FC236}">
                <a16:creationId xmlns:a16="http://schemas.microsoft.com/office/drawing/2014/main" id="{67FEFF2A-49D6-4916-A24C-AC077600CC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Line 9">
            <a:extLst>
              <a:ext uri="{FF2B5EF4-FFF2-40B4-BE49-F238E27FC236}">
                <a16:creationId xmlns:a16="http://schemas.microsoft.com/office/drawing/2014/main" id="{FBBC9F25-ABB1-4A5D-9F5E-26CFFF84E7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Line 10">
            <a:extLst>
              <a:ext uri="{FF2B5EF4-FFF2-40B4-BE49-F238E27FC236}">
                <a16:creationId xmlns:a16="http://schemas.microsoft.com/office/drawing/2014/main" id="{BC4741DB-BDB4-44A0-B715-3E543E0F8F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Line 11">
            <a:extLst>
              <a:ext uri="{FF2B5EF4-FFF2-40B4-BE49-F238E27FC236}">
                <a16:creationId xmlns:a16="http://schemas.microsoft.com/office/drawing/2014/main" id="{B5DDD14F-4992-4D7C-8DEC-1243D0656F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Line 12">
            <a:extLst>
              <a:ext uri="{FF2B5EF4-FFF2-40B4-BE49-F238E27FC236}">
                <a16:creationId xmlns:a16="http://schemas.microsoft.com/office/drawing/2014/main" id="{71733240-746E-42CF-9A8D-22094A965C9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Line 13">
            <a:extLst>
              <a:ext uri="{FF2B5EF4-FFF2-40B4-BE49-F238E27FC236}">
                <a16:creationId xmlns:a16="http://schemas.microsoft.com/office/drawing/2014/main" id="{C56E7187-C338-4352-AD10-9DDA5EF3A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Line 14">
            <a:extLst>
              <a:ext uri="{FF2B5EF4-FFF2-40B4-BE49-F238E27FC236}">
                <a16:creationId xmlns:a16="http://schemas.microsoft.com/office/drawing/2014/main" id="{FDC29B8A-5B32-4038-9228-890FB6175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Oval 15">
            <a:extLst>
              <a:ext uri="{FF2B5EF4-FFF2-40B4-BE49-F238E27FC236}">
                <a16:creationId xmlns:a16="http://schemas.microsoft.com/office/drawing/2014/main" id="{D3109FE3-E783-4E61-A6A6-54C74D648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3327" name="Oval 16">
            <a:extLst>
              <a:ext uri="{FF2B5EF4-FFF2-40B4-BE49-F238E27FC236}">
                <a16:creationId xmlns:a16="http://schemas.microsoft.com/office/drawing/2014/main" id="{92844EB6-A530-4AA9-9243-3368C0C53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3328" name="Oval 17">
            <a:extLst>
              <a:ext uri="{FF2B5EF4-FFF2-40B4-BE49-F238E27FC236}">
                <a16:creationId xmlns:a16="http://schemas.microsoft.com/office/drawing/2014/main" id="{4C7D18C8-FC46-4600-9842-5599FB0FD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3329" name="Oval 18">
            <a:extLst>
              <a:ext uri="{FF2B5EF4-FFF2-40B4-BE49-F238E27FC236}">
                <a16:creationId xmlns:a16="http://schemas.microsoft.com/office/drawing/2014/main" id="{2C4B6E17-9F08-4F3A-B746-033C56AF6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3330" name="Oval 19">
            <a:extLst>
              <a:ext uri="{FF2B5EF4-FFF2-40B4-BE49-F238E27FC236}">
                <a16:creationId xmlns:a16="http://schemas.microsoft.com/office/drawing/2014/main" id="{F754ADEF-15F9-4D4D-B222-CD3D34B63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3331" name="Oval 20">
            <a:extLst>
              <a:ext uri="{FF2B5EF4-FFF2-40B4-BE49-F238E27FC236}">
                <a16:creationId xmlns:a16="http://schemas.microsoft.com/office/drawing/2014/main" id="{6B5CB313-A402-4241-A7EE-AFA636742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3332" name="Oval 21">
            <a:extLst>
              <a:ext uri="{FF2B5EF4-FFF2-40B4-BE49-F238E27FC236}">
                <a16:creationId xmlns:a16="http://schemas.microsoft.com/office/drawing/2014/main" id="{1F66BC4C-BC38-4B7B-B30D-6F2392639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3333" name="Oval 22">
            <a:extLst>
              <a:ext uri="{FF2B5EF4-FFF2-40B4-BE49-F238E27FC236}">
                <a16:creationId xmlns:a16="http://schemas.microsoft.com/office/drawing/2014/main" id="{88B1DE90-2BA1-4F99-A6D1-BDC83920E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3334" name="Oval 23">
            <a:extLst>
              <a:ext uri="{FF2B5EF4-FFF2-40B4-BE49-F238E27FC236}">
                <a16:creationId xmlns:a16="http://schemas.microsoft.com/office/drawing/2014/main" id="{701C1B83-3646-406F-92A9-FC801831D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3335" name="Line 24">
            <a:extLst>
              <a:ext uri="{FF2B5EF4-FFF2-40B4-BE49-F238E27FC236}">
                <a16:creationId xmlns:a16="http://schemas.microsoft.com/office/drawing/2014/main" id="{9E345841-E15B-428A-8A6F-882445F77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Line 25">
            <a:extLst>
              <a:ext uri="{FF2B5EF4-FFF2-40B4-BE49-F238E27FC236}">
                <a16:creationId xmlns:a16="http://schemas.microsoft.com/office/drawing/2014/main" id="{949AC49A-7E9E-4D4B-AF7C-F4596E8FE8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7" name="Line 26">
            <a:extLst>
              <a:ext uri="{FF2B5EF4-FFF2-40B4-BE49-F238E27FC236}">
                <a16:creationId xmlns:a16="http://schemas.microsoft.com/office/drawing/2014/main" id="{7220B476-D264-4E52-9373-B39BB3AA83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8" name="Text Box 27">
            <a:extLst>
              <a:ext uri="{FF2B5EF4-FFF2-40B4-BE49-F238E27FC236}">
                <a16:creationId xmlns:a16="http://schemas.microsoft.com/office/drawing/2014/main" id="{61CA4C06-1C41-425A-A6C3-506062152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3339" name="Text Box 28">
            <a:extLst>
              <a:ext uri="{FF2B5EF4-FFF2-40B4-BE49-F238E27FC236}">
                <a16:creationId xmlns:a16="http://schemas.microsoft.com/office/drawing/2014/main" id="{DA850B69-CBE5-42C5-9EB3-4B951FD70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3340" name="Text Box 29">
            <a:extLst>
              <a:ext uri="{FF2B5EF4-FFF2-40B4-BE49-F238E27FC236}">
                <a16:creationId xmlns:a16="http://schemas.microsoft.com/office/drawing/2014/main" id="{71CA4A4F-0EF4-4BBE-B97F-5D5B01836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3341" name="Text Box 30">
            <a:extLst>
              <a:ext uri="{FF2B5EF4-FFF2-40B4-BE49-F238E27FC236}">
                <a16:creationId xmlns:a16="http://schemas.microsoft.com/office/drawing/2014/main" id="{F371F9FA-2911-4953-94AC-DF3F71B11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3342" name="Text Box 31">
            <a:extLst>
              <a:ext uri="{FF2B5EF4-FFF2-40B4-BE49-F238E27FC236}">
                <a16:creationId xmlns:a16="http://schemas.microsoft.com/office/drawing/2014/main" id="{67190867-A7F5-432A-BFDB-D76D8265C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3343" name="Text Box 32">
            <a:extLst>
              <a:ext uri="{FF2B5EF4-FFF2-40B4-BE49-F238E27FC236}">
                <a16:creationId xmlns:a16="http://schemas.microsoft.com/office/drawing/2014/main" id="{5ACEAFE7-DD3D-4715-A0DA-CA26F487F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3344" name="Text Box 33">
            <a:extLst>
              <a:ext uri="{FF2B5EF4-FFF2-40B4-BE49-F238E27FC236}">
                <a16:creationId xmlns:a16="http://schemas.microsoft.com/office/drawing/2014/main" id="{170C38DB-D760-4C7E-8502-F7B780CDD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3345" name="Text Box 34">
            <a:extLst>
              <a:ext uri="{FF2B5EF4-FFF2-40B4-BE49-F238E27FC236}">
                <a16:creationId xmlns:a16="http://schemas.microsoft.com/office/drawing/2014/main" id="{B27E5578-413E-4D88-8B44-CDF23507F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3346" name="Text Box 35">
            <a:extLst>
              <a:ext uri="{FF2B5EF4-FFF2-40B4-BE49-F238E27FC236}">
                <a16:creationId xmlns:a16="http://schemas.microsoft.com/office/drawing/2014/main" id="{429DB32E-D0E4-492A-9949-44089E25D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3347" name="Text Box 36">
            <a:extLst>
              <a:ext uri="{FF2B5EF4-FFF2-40B4-BE49-F238E27FC236}">
                <a16:creationId xmlns:a16="http://schemas.microsoft.com/office/drawing/2014/main" id="{EB165E5F-9E02-45DB-BB6A-4859D2BFE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3348" name="Text Box 37">
            <a:extLst>
              <a:ext uri="{FF2B5EF4-FFF2-40B4-BE49-F238E27FC236}">
                <a16:creationId xmlns:a16="http://schemas.microsoft.com/office/drawing/2014/main" id="{D2115F88-A4E5-48E9-847B-22C2E1B92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3349" name="Line 38">
            <a:extLst>
              <a:ext uri="{FF2B5EF4-FFF2-40B4-BE49-F238E27FC236}">
                <a16:creationId xmlns:a16="http://schemas.microsoft.com/office/drawing/2014/main" id="{BB9085CA-3B69-403E-8303-7FAF1EEA8F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0" name="Text Box 39">
            <a:extLst>
              <a:ext uri="{FF2B5EF4-FFF2-40B4-BE49-F238E27FC236}">
                <a16:creationId xmlns:a16="http://schemas.microsoft.com/office/drawing/2014/main" id="{12E59768-3907-40A8-8260-09B9184FA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3351" name="Text Box 40">
            <a:extLst>
              <a:ext uri="{FF2B5EF4-FFF2-40B4-BE49-F238E27FC236}">
                <a16:creationId xmlns:a16="http://schemas.microsoft.com/office/drawing/2014/main" id="{4542D608-6C52-4602-8FAD-6233172E1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Update distances of adjacent, unselected nodes</a:t>
            </a:r>
          </a:p>
        </p:txBody>
      </p:sp>
      <p:graphicFrame>
        <p:nvGraphicFramePr>
          <p:cNvPr id="435241" name="Group 41">
            <a:extLst>
              <a:ext uri="{FF2B5EF4-FFF2-40B4-BE49-F238E27FC236}">
                <a16:creationId xmlns:a16="http://schemas.microsoft.com/office/drawing/2014/main" id="{2E2C918E-B376-4B63-9C3D-3AED949E7B4D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7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404" name="Freeform 93">
            <a:extLst>
              <a:ext uri="{FF2B5EF4-FFF2-40B4-BE49-F238E27FC236}">
                <a16:creationId xmlns:a16="http://schemas.microsoft.com/office/drawing/2014/main" id="{1C2EE84A-6135-46B1-8E31-67E7C81E4026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5" name="Text Box 94">
            <a:extLst>
              <a:ext uri="{FF2B5EF4-FFF2-40B4-BE49-F238E27FC236}">
                <a16:creationId xmlns:a16="http://schemas.microsoft.com/office/drawing/2014/main" id="{F2BD5817-E989-4844-BADB-F615E2D37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3406" name="Line 95">
            <a:extLst>
              <a:ext uri="{FF2B5EF4-FFF2-40B4-BE49-F238E27FC236}">
                <a16:creationId xmlns:a16="http://schemas.microsoft.com/office/drawing/2014/main" id="{C91255A3-9E7C-4DF6-85D5-71798BC18D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7" name="Slide Number Placeholder 1">
            <a:extLst>
              <a:ext uri="{FF2B5EF4-FFF2-40B4-BE49-F238E27FC236}">
                <a16:creationId xmlns:a16="http://schemas.microsoft.com/office/drawing/2014/main" id="{92526383-6E0C-4D64-B986-2686CD7388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068E05-1E7C-460F-AF49-E0B30040EBCB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hi-IN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0CB1EFDE-28CC-4416-9914-658F041E4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4339" name="Line 3">
            <a:extLst>
              <a:ext uri="{FF2B5EF4-FFF2-40B4-BE49-F238E27FC236}">
                <a16:creationId xmlns:a16="http://schemas.microsoft.com/office/drawing/2014/main" id="{45202732-7F40-450F-8298-43D7F8F705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BF1D2D62-C00B-4454-B6C4-B263F8B81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4341" name="Line 5">
            <a:extLst>
              <a:ext uri="{FF2B5EF4-FFF2-40B4-BE49-F238E27FC236}">
                <a16:creationId xmlns:a16="http://schemas.microsoft.com/office/drawing/2014/main" id="{FEC48E64-E87C-4197-8B28-92460325F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F47CF8AB-FB71-4B42-941B-003DA12F74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9BD0426C-8E83-4123-B917-AEB08671DB4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930996E2-F8AB-491C-94F3-C3BC9E700C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9C3DE9E0-8846-41AB-9911-7C51A29A9F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6" name="Line 10">
            <a:extLst>
              <a:ext uri="{FF2B5EF4-FFF2-40B4-BE49-F238E27FC236}">
                <a16:creationId xmlns:a16="http://schemas.microsoft.com/office/drawing/2014/main" id="{9653330C-65ED-42B6-A839-521D60CC09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Line 11">
            <a:extLst>
              <a:ext uri="{FF2B5EF4-FFF2-40B4-BE49-F238E27FC236}">
                <a16:creationId xmlns:a16="http://schemas.microsoft.com/office/drawing/2014/main" id="{4DFA2CC3-98BC-4B58-BE49-A8F0CF169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Line 12">
            <a:extLst>
              <a:ext uri="{FF2B5EF4-FFF2-40B4-BE49-F238E27FC236}">
                <a16:creationId xmlns:a16="http://schemas.microsoft.com/office/drawing/2014/main" id="{2054FFC5-46FC-4D1B-9773-ABA8355F5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9" name="Line 13">
            <a:extLst>
              <a:ext uri="{FF2B5EF4-FFF2-40B4-BE49-F238E27FC236}">
                <a16:creationId xmlns:a16="http://schemas.microsoft.com/office/drawing/2014/main" id="{0CD89EEB-D824-404B-A791-3D5D01434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0" name="Oval 14">
            <a:extLst>
              <a:ext uri="{FF2B5EF4-FFF2-40B4-BE49-F238E27FC236}">
                <a16:creationId xmlns:a16="http://schemas.microsoft.com/office/drawing/2014/main" id="{C0C0B125-5912-424E-877B-357FEC6AB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4351" name="Oval 15">
            <a:extLst>
              <a:ext uri="{FF2B5EF4-FFF2-40B4-BE49-F238E27FC236}">
                <a16:creationId xmlns:a16="http://schemas.microsoft.com/office/drawing/2014/main" id="{470EAC04-D0C3-40BF-AAE5-19CFA69D8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4352" name="Oval 16">
            <a:extLst>
              <a:ext uri="{FF2B5EF4-FFF2-40B4-BE49-F238E27FC236}">
                <a16:creationId xmlns:a16="http://schemas.microsoft.com/office/drawing/2014/main" id="{4D1B222C-382F-4A31-99F5-2D8E2B81C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4353" name="Oval 17">
            <a:extLst>
              <a:ext uri="{FF2B5EF4-FFF2-40B4-BE49-F238E27FC236}">
                <a16:creationId xmlns:a16="http://schemas.microsoft.com/office/drawing/2014/main" id="{9A00EAF5-2C1E-4859-86F9-F30AEE1AC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4354" name="Oval 18">
            <a:extLst>
              <a:ext uri="{FF2B5EF4-FFF2-40B4-BE49-F238E27FC236}">
                <a16:creationId xmlns:a16="http://schemas.microsoft.com/office/drawing/2014/main" id="{DB8ED624-144B-4761-93A5-DC987E719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4355" name="Oval 19">
            <a:extLst>
              <a:ext uri="{FF2B5EF4-FFF2-40B4-BE49-F238E27FC236}">
                <a16:creationId xmlns:a16="http://schemas.microsoft.com/office/drawing/2014/main" id="{3CC30552-3E6C-4168-AD81-21954D857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4356" name="Oval 20">
            <a:extLst>
              <a:ext uri="{FF2B5EF4-FFF2-40B4-BE49-F238E27FC236}">
                <a16:creationId xmlns:a16="http://schemas.microsoft.com/office/drawing/2014/main" id="{9EB5289F-EB3B-431D-B95E-D3EDCF3C5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4357" name="Oval 21">
            <a:extLst>
              <a:ext uri="{FF2B5EF4-FFF2-40B4-BE49-F238E27FC236}">
                <a16:creationId xmlns:a16="http://schemas.microsoft.com/office/drawing/2014/main" id="{EEED978C-71CD-494D-9320-0D6E78386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4358" name="Oval 22">
            <a:extLst>
              <a:ext uri="{FF2B5EF4-FFF2-40B4-BE49-F238E27FC236}">
                <a16:creationId xmlns:a16="http://schemas.microsoft.com/office/drawing/2014/main" id="{96657E31-A58B-44FB-85EF-DCD33B1C0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4359" name="Line 23">
            <a:extLst>
              <a:ext uri="{FF2B5EF4-FFF2-40B4-BE49-F238E27FC236}">
                <a16:creationId xmlns:a16="http://schemas.microsoft.com/office/drawing/2014/main" id="{DDEC21EF-554F-494D-9F00-8C19ADFFC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0" name="Line 24">
            <a:extLst>
              <a:ext uri="{FF2B5EF4-FFF2-40B4-BE49-F238E27FC236}">
                <a16:creationId xmlns:a16="http://schemas.microsoft.com/office/drawing/2014/main" id="{E60E3EFD-3D61-4E90-8DF6-1FFBC5B68D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1" name="Line 25">
            <a:extLst>
              <a:ext uri="{FF2B5EF4-FFF2-40B4-BE49-F238E27FC236}">
                <a16:creationId xmlns:a16="http://schemas.microsoft.com/office/drawing/2014/main" id="{9FD3457E-6700-4F71-93FE-476F6440440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2" name="Text Box 26">
            <a:extLst>
              <a:ext uri="{FF2B5EF4-FFF2-40B4-BE49-F238E27FC236}">
                <a16:creationId xmlns:a16="http://schemas.microsoft.com/office/drawing/2014/main" id="{34CBAD56-156E-4D4A-858A-AF54CAD40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4363" name="Text Box 27">
            <a:extLst>
              <a:ext uri="{FF2B5EF4-FFF2-40B4-BE49-F238E27FC236}">
                <a16:creationId xmlns:a16="http://schemas.microsoft.com/office/drawing/2014/main" id="{7E492AAF-9DE1-4765-B036-792AEFEAD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4364" name="Text Box 28">
            <a:extLst>
              <a:ext uri="{FF2B5EF4-FFF2-40B4-BE49-F238E27FC236}">
                <a16:creationId xmlns:a16="http://schemas.microsoft.com/office/drawing/2014/main" id="{0ABFFC43-35F7-44A3-B0C6-C3B1C4833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4365" name="Text Box 29">
            <a:extLst>
              <a:ext uri="{FF2B5EF4-FFF2-40B4-BE49-F238E27FC236}">
                <a16:creationId xmlns:a16="http://schemas.microsoft.com/office/drawing/2014/main" id="{5C9ECC70-F869-4520-BD21-266167FD7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4366" name="Text Box 30">
            <a:extLst>
              <a:ext uri="{FF2B5EF4-FFF2-40B4-BE49-F238E27FC236}">
                <a16:creationId xmlns:a16="http://schemas.microsoft.com/office/drawing/2014/main" id="{EB97EFCE-1322-4804-B014-DE6A79D7D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4367" name="Text Box 31">
            <a:extLst>
              <a:ext uri="{FF2B5EF4-FFF2-40B4-BE49-F238E27FC236}">
                <a16:creationId xmlns:a16="http://schemas.microsoft.com/office/drawing/2014/main" id="{8C9E3CB7-D2AF-4666-A0AB-57B863E04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4368" name="Text Box 32">
            <a:extLst>
              <a:ext uri="{FF2B5EF4-FFF2-40B4-BE49-F238E27FC236}">
                <a16:creationId xmlns:a16="http://schemas.microsoft.com/office/drawing/2014/main" id="{6459B6B1-F49A-47F0-AC2D-02891E873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4369" name="Text Box 33">
            <a:extLst>
              <a:ext uri="{FF2B5EF4-FFF2-40B4-BE49-F238E27FC236}">
                <a16:creationId xmlns:a16="http://schemas.microsoft.com/office/drawing/2014/main" id="{B9CDBEC0-4AA1-429C-9C44-ECE865E26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4370" name="Text Box 34">
            <a:extLst>
              <a:ext uri="{FF2B5EF4-FFF2-40B4-BE49-F238E27FC236}">
                <a16:creationId xmlns:a16="http://schemas.microsoft.com/office/drawing/2014/main" id="{2C22E638-5440-438A-9A1D-6D8B3B820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4371" name="Text Box 35">
            <a:extLst>
              <a:ext uri="{FF2B5EF4-FFF2-40B4-BE49-F238E27FC236}">
                <a16:creationId xmlns:a16="http://schemas.microsoft.com/office/drawing/2014/main" id="{A1A18E1C-C003-4AE2-8FD1-3B0B06C32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4372" name="Text Box 36">
            <a:extLst>
              <a:ext uri="{FF2B5EF4-FFF2-40B4-BE49-F238E27FC236}">
                <a16:creationId xmlns:a16="http://schemas.microsoft.com/office/drawing/2014/main" id="{B76D83CA-206B-4DE0-B05B-00CE86739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4373" name="Line 37">
            <a:extLst>
              <a:ext uri="{FF2B5EF4-FFF2-40B4-BE49-F238E27FC236}">
                <a16:creationId xmlns:a16="http://schemas.microsoft.com/office/drawing/2014/main" id="{8BDA7385-1466-4AE7-B7DF-51524A2DA7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4" name="Text Box 38">
            <a:extLst>
              <a:ext uri="{FF2B5EF4-FFF2-40B4-BE49-F238E27FC236}">
                <a16:creationId xmlns:a16="http://schemas.microsoft.com/office/drawing/2014/main" id="{FD0C2CBD-AF24-4524-AE9C-DB38A4CDE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4375" name="Text Box 39">
            <a:extLst>
              <a:ext uri="{FF2B5EF4-FFF2-40B4-BE49-F238E27FC236}">
                <a16:creationId xmlns:a16="http://schemas.microsoft.com/office/drawing/2014/main" id="{E672B285-96BA-48C4-97F9-9674A3AC5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node with minimum distance</a:t>
            </a:r>
          </a:p>
        </p:txBody>
      </p:sp>
      <p:graphicFrame>
        <p:nvGraphicFramePr>
          <p:cNvPr id="454696" name="Group 40">
            <a:extLst>
              <a:ext uri="{FF2B5EF4-FFF2-40B4-BE49-F238E27FC236}">
                <a16:creationId xmlns:a16="http://schemas.microsoft.com/office/drawing/2014/main" id="{CCB057B3-0F7D-4059-A545-59C94363C597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7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428" name="Freeform 92">
            <a:extLst>
              <a:ext uri="{FF2B5EF4-FFF2-40B4-BE49-F238E27FC236}">
                <a16:creationId xmlns:a16="http://schemas.microsoft.com/office/drawing/2014/main" id="{BA6F9F57-9CB5-4A2B-A584-94A90CDE17E0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9" name="Text Box 93">
            <a:extLst>
              <a:ext uri="{FF2B5EF4-FFF2-40B4-BE49-F238E27FC236}">
                <a16:creationId xmlns:a16="http://schemas.microsoft.com/office/drawing/2014/main" id="{B1CB99FA-0DC4-40A3-9063-7ACEEDF41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4430" name="Line 94">
            <a:extLst>
              <a:ext uri="{FF2B5EF4-FFF2-40B4-BE49-F238E27FC236}">
                <a16:creationId xmlns:a16="http://schemas.microsoft.com/office/drawing/2014/main" id="{6C196891-E154-43B8-80DF-E2FC35A13A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1" name="Slide Number Placeholder 1">
            <a:extLst>
              <a:ext uri="{FF2B5EF4-FFF2-40B4-BE49-F238E27FC236}">
                <a16:creationId xmlns:a16="http://schemas.microsoft.com/office/drawing/2014/main" id="{2B80667D-0328-4962-A0DF-4D1C003C3F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E9D9D7-EA3E-4AAE-8525-1F3AB618A997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hi-IN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E156812E-8044-429D-9774-CFCA3C686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5363" name="Line 3">
            <a:extLst>
              <a:ext uri="{FF2B5EF4-FFF2-40B4-BE49-F238E27FC236}">
                <a16:creationId xmlns:a16="http://schemas.microsoft.com/office/drawing/2014/main" id="{E60B1E3F-4745-4278-AD18-8276389D62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D9A06C6F-0CC7-4557-97F2-7CFEACDD3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2648B342-80D0-493A-BC04-C968F8D0E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Line 6">
            <a:extLst>
              <a:ext uri="{FF2B5EF4-FFF2-40B4-BE49-F238E27FC236}">
                <a16:creationId xmlns:a16="http://schemas.microsoft.com/office/drawing/2014/main" id="{1496CA3D-2766-4243-8B36-6116953B4E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Line 7">
            <a:extLst>
              <a:ext uri="{FF2B5EF4-FFF2-40B4-BE49-F238E27FC236}">
                <a16:creationId xmlns:a16="http://schemas.microsoft.com/office/drawing/2014/main" id="{65599DE5-D3F0-44E6-B022-56FA881A52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Line 8">
            <a:extLst>
              <a:ext uri="{FF2B5EF4-FFF2-40B4-BE49-F238E27FC236}">
                <a16:creationId xmlns:a16="http://schemas.microsoft.com/office/drawing/2014/main" id="{E043785F-CC60-4403-9749-D849062A98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Line 9">
            <a:extLst>
              <a:ext uri="{FF2B5EF4-FFF2-40B4-BE49-F238E27FC236}">
                <a16:creationId xmlns:a16="http://schemas.microsoft.com/office/drawing/2014/main" id="{7CA2BDAD-0521-4C41-8E62-3ED9246C5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Line 10">
            <a:extLst>
              <a:ext uri="{FF2B5EF4-FFF2-40B4-BE49-F238E27FC236}">
                <a16:creationId xmlns:a16="http://schemas.microsoft.com/office/drawing/2014/main" id="{1B804DA6-690E-4F0E-91E0-62DD26E5F6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1" name="Line 11">
            <a:extLst>
              <a:ext uri="{FF2B5EF4-FFF2-40B4-BE49-F238E27FC236}">
                <a16:creationId xmlns:a16="http://schemas.microsoft.com/office/drawing/2014/main" id="{EF4B1CE4-1858-45DD-82DA-A1EC2B2E5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Line 12">
            <a:extLst>
              <a:ext uri="{FF2B5EF4-FFF2-40B4-BE49-F238E27FC236}">
                <a16:creationId xmlns:a16="http://schemas.microsoft.com/office/drawing/2014/main" id="{967BB90B-DE06-424F-9A71-D6D7B0DAB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Line 13">
            <a:extLst>
              <a:ext uri="{FF2B5EF4-FFF2-40B4-BE49-F238E27FC236}">
                <a16:creationId xmlns:a16="http://schemas.microsoft.com/office/drawing/2014/main" id="{532CB5D3-DBBA-4BE0-9F7E-4160B99E1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" name="Oval 14">
            <a:extLst>
              <a:ext uri="{FF2B5EF4-FFF2-40B4-BE49-F238E27FC236}">
                <a16:creationId xmlns:a16="http://schemas.microsoft.com/office/drawing/2014/main" id="{D26FA5D7-0EB0-4691-A280-D6ADDD7FD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5375" name="Oval 15">
            <a:extLst>
              <a:ext uri="{FF2B5EF4-FFF2-40B4-BE49-F238E27FC236}">
                <a16:creationId xmlns:a16="http://schemas.microsoft.com/office/drawing/2014/main" id="{6CD644F4-11F5-4031-A714-7C9474956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5376" name="Oval 16">
            <a:extLst>
              <a:ext uri="{FF2B5EF4-FFF2-40B4-BE49-F238E27FC236}">
                <a16:creationId xmlns:a16="http://schemas.microsoft.com/office/drawing/2014/main" id="{DBE94C3E-7407-45BE-AC12-C0B16BFA7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5377" name="Oval 17">
            <a:extLst>
              <a:ext uri="{FF2B5EF4-FFF2-40B4-BE49-F238E27FC236}">
                <a16:creationId xmlns:a16="http://schemas.microsoft.com/office/drawing/2014/main" id="{1600F1FB-840A-44B5-974C-3365C1111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5378" name="Oval 18">
            <a:extLst>
              <a:ext uri="{FF2B5EF4-FFF2-40B4-BE49-F238E27FC236}">
                <a16:creationId xmlns:a16="http://schemas.microsoft.com/office/drawing/2014/main" id="{B6760F82-33A3-45BB-B812-B1F7F5599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5379" name="Oval 19">
            <a:extLst>
              <a:ext uri="{FF2B5EF4-FFF2-40B4-BE49-F238E27FC236}">
                <a16:creationId xmlns:a16="http://schemas.microsoft.com/office/drawing/2014/main" id="{709E74BA-F87F-4AA3-A011-11F22320D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5380" name="Oval 20">
            <a:extLst>
              <a:ext uri="{FF2B5EF4-FFF2-40B4-BE49-F238E27FC236}">
                <a16:creationId xmlns:a16="http://schemas.microsoft.com/office/drawing/2014/main" id="{A0017F87-2A46-40EB-A9A3-704A58E4A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5381" name="Oval 21">
            <a:extLst>
              <a:ext uri="{FF2B5EF4-FFF2-40B4-BE49-F238E27FC236}">
                <a16:creationId xmlns:a16="http://schemas.microsoft.com/office/drawing/2014/main" id="{D369543A-254C-45BA-970C-9E4C2C152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5382" name="Oval 22">
            <a:extLst>
              <a:ext uri="{FF2B5EF4-FFF2-40B4-BE49-F238E27FC236}">
                <a16:creationId xmlns:a16="http://schemas.microsoft.com/office/drawing/2014/main" id="{8EDD2985-6BCA-4877-82A3-1ED39C8F5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5383" name="Line 23">
            <a:extLst>
              <a:ext uri="{FF2B5EF4-FFF2-40B4-BE49-F238E27FC236}">
                <a16:creationId xmlns:a16="http://schemas.microsoft.com/office/drawing/2014/main" id="{0CB4739D-B923-4554-AB0B-BF05380AF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4" name="Line 24">
            <a:extLst>
              <a:ext uri="{FF2B5EF4-FFF2-40B4-BE49-F238E27FC236}">
                <a16:creationId xmlns:a16="http://schemas.microsoft.com/office/drawing/2014/main" id="{6A002254-378D-438F-8880-566E759F1B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5" name="Line 25">
            <a:extLst>
              <a:ext uri="{FF2B5EF4-FFF2-40B4-BE49-F238E27FC236}">
                <a16:creationId xmlns:a16="http://schemas.microsoft.com/office/drawing/2014/main" id="{49D4E55B-EF24-460F-89AD-32C0DCEDEA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6" name="Text Box 26">
            <a:extLst>
              <a:ext uri="{FF2B5EF4-FFF2-40B4-BE49-F238E27FC236}">
                <a16:creationId xmlns:a16="http://schemas.microsoft.com/office/drawing/2014/main" id="{7B9D9A6F-0EEF-4799-9581-6CB0DD65F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5387" name="Text Box 27">
            <a:extLst>
              <a:ext uri="{FF2B5EF4-FFF2-40B4-BE49-F238E27FC236}">
                <a16:creationId xmlns:a16="http://schemas.microsoft.com/office/drawing/2014/main" id="{7169B136-EF60-452B-99A4-431D0CFA9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5388" name="Text Box 28">
            <a:extLst>
              <a:ext uri="{FF2B5EF4-FFF2-40B4-BE49-F238E27FC236}">
                <a16:creationId xmlns:a16="http://schemas.microsoft.com/office/drawing/2014/main" id="{A9BB29ED-2D91-4C2A-8B50-A14DB70FC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5389" name="Text Box 29">
            <a:extLst>
              <a:ext uri="{FF2B5EF4-FFF2-40B4-BE49-F238E27FC236}">
                <a16:creationId xmlns:a16="http://schemas.microsoft.com/office/drawing/2014/main" id="{7B67DE43-32E8-45D0-A583-F520815A6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5390" name="Text Box 30">
            <a:extLst>
              <a:ext uri="{FF2B5EF4-FFF2-40B4-BE49-F238E27FC236}">
                <a16:creationId xmlns:a16="http://schemas.microsoft.com/office/drawing/2014/main" id="{9CC5356E-2315-4974-AF49-D495B1C5C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5391" name="Text Box 31">
            <a:extLst>
              <a:ext uri="{FF2B5EF4-FFF2-40B4-BE49-F238E27FC236}">
                <a16:creationId xmlns:a16="http://schemas.microsoft.com/office/drawing/2014/main" id="{64C1864D-1E30-43E9-A17C-F33C83D07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5392" name="Text Box 32">
            <a:extLst>
              <a:ext uri="{FF2B5EF4-FFF2-40B4-BE49-F238E27FC236}">
                <a16:creationId xmlns:a16="http://schemas.microsoft.com/office/drawing/2014/main" id="{9F0CAD4C-668C-4B39-B9B0-C1BB3B61E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5393" name="Text Box 33">
            <a:extLst>
              <a:ext uri="{FF2B5EF4-FFF2-40B4-BE49-F238E27FC236}">
                <a16:creationId xmlns:a16="http://schemas.microsoft.com/office/drawing/2014/main" id="{B7175CAA-0733-4DDA-9FEB-07E3D4D0A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5394" name="Text Box 34">
            <a:extLst>
              <a:ext uri="{FF2B5EF4-FFF2-40B4-BE49-F238E27FC236}">
                <a16:creationId xmlns:a16="http://schemas.microsoft.com/office/drawing/2014/main" id="{2CD13383-85DA-4DCE-B9EA-3AA5AEFC2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5395" name="Text Box 35">
            <a:extLst>
              <a:ext uri="{FF2B5EF4-FFF2-40B4-BE49-F238E27FC236}">
                <a16:creationId xmlns:a16="http://schemas.microsoft.com/office/drawing/2014/main" id="{50D6F6B7-5EFB-4F57-9F3C-FA48226FE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5396" name="Text Box 36">
            <a:extLst>
              <a:ext uri="{FF2B5EF4-FFF2-40B4-BE49-F238E27FC236}">
                <a16:creationId xmlns:a16="http://schemas.microsoft.com/office/drawing/2014/main" id="{07C6ECE9-3C9E-4727-AAB7-88798A019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5397" name="Line 37">
            <a:extLst>
              <a:ext uri="{FF2B5EF4-FFF2-40B4-BE49-F238E27FC236}">
                <a16:creationId xmlns:a16="http://schemas.microsoft.com/office/drawing/2014/main" id="{D7FB0E78-91BC-492A-AA4D-6B6592DF39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8" name="Text Box 38">
            <a:extLst>
              <a:ext uri="{FF2B5EF4-FFF2-40B4-BE49-F238E27FC236}">
                <a16:creationId xmlns:a16="http://schemas.microsoft.com/office/drawing/2014/main" id="{CB37C90D-9896-4A67-99D2-9D3D659E8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5399" name="Text Box 39">
            <a:extLst>
              <a:ext uri="{FF2B5EF4-FFF2-40B4-BE49-F238E27FC236}">
                <a16:creationId xmlns:a16="http://schemas.microsoft.com/office/drawing/2014/main" id="{BD55D865-C787-47EF-AF4E-9776E74C4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Update distances of adjacent, unselected nodes</a:t>
            </a:r>
          </a:p>
        </p:txBody>
      </p:sp>
      <p:graphicFrame>
        <p:nvGraphicFramePr>
          <p:cNvPr id="452648" name="Group 40">
            <a:extLst>
              <a:ext uri="{FF2B5EF4-FFF2-40B4-BE49-F238E27FC236}">
                <a16:creationId xmlns:a16="http://schemas.microsoft.com/office/drawing/2014/main" id="{96044A98-E93D-45C3-9FAF-F88A51F48284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452" name="Freeform 92">
            <a:extLst>
              <a:ext uri="{FF2B5EF4-FFF2-40B4-BE49-F238E27FC236}">
                <a16:creationId xmlns:a16="http://schemas.microsoft.com/office/drawing/2014/main" id="{CC5AF99E-40BC-4EFD-8D80-C230FC6983E6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53" name="Text Box 93">
            <a:extLst>
              <a:ext uri="{FF2B5EF4-FFF2-40B4-BE49-F238E27FC236}">
                <a16:creationId xmlns:a16="http://schemas.microsoft.com/office/drawing/2014/main" id="{859BABD2-9E1B-472B-A28C-EB49766F0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5454" name="Line 94">
            <a:extLst>
              <a:ext uri="{FF2B5EF4-FFF2-40B4-BE49-F238E27FC236}">
                <a16:creationId xmlns:a16="http://schemas.microsoft.com/office/drawing/2014/main" id="{FBA052B5-E9E0-4850-BAB7-19869CA67F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55" name="Slide Number Placeholder 1">
            <a:extLst>
              <a:ext uri="{FF2B5EF4-FFF2-40B4-BE49-F238E27FC236}">
                <a16:creationId xmlns:a16="http://schemas.microsoft.com/office/drawing/2014/main" id="{2B19CD18-1723-42CA-9F0C-2F3A9F14A3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13361B-0F4C-4B62-A279-998DD4FEAC13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hi-IN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reeform 92">
            <a:extLst>
              <a:ext uri="{FF2B5EF4-FFF2-40B4-BE49-F238E27FC236}">
                <a16:creationId xmlns:a16="http://schemas.microsoft.com/office/drawing/2014/main" id="{3D603C31-DC4C-4EE2-AAF5-18996E5B0F0A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84066535-88E2-4B78-B35E-DEA8BC5C0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6388" name="Line 3">
            <a:extLst>
              <a:ext uri="{FF2B5EF4-FFF2-40B4-BE49-F238E27FC236}">
                <a16:creationId xmlns:a16="http://schemas.microsoft.com/office/drawing/2014/main" id="{78F28758-1C78-455D-A21B-3531547B05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E20E53E3-48A5-4196-84A1-CC8B5E85D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E351F31D-2DBE-4E58-B2A4-B7772B54A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1" name="Line 6">
            <a:extLst>
              <a:ext uri="{FF2B5EF4-FFF2-40B4-BE49-F238E27FC236}">
                <a16:creationId xmlns:a16="http://schemas.microsoft.com/office/drawing/2014/main" id="{C892919E-8089-413D-A6DB-95FE4AF3A1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Line 7">
            <a:extLst>
              <a:ext uri="{FF2B5EF4-FFF2-40B4-BE49-F238E27FC236}">
                <a16:creationId xmlns:a16="http://schemas.microsoft.com/office/drawing/2014/main" id="{04151B24-7CBD-484B-AFAE-5D98C7138E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Line 8">
            <a:extLst>
              <a:ext uri="{FF2B5EF4-FFF2-40B4-BE49-F238E27FC236}">
                <a16:creationId xmlns:a16="http://schemas.microsoft.com/office/drawing/2014/main" id="{B7C47C5A-9DDC-4E01-BC01-1B3359DC2C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Line 9">
            <a:extLst>
              <a:ext uri="{FF2B5EF4-FFF2-40B4-BE49-F238E27FC236}">
                <a16:creationId xmlns:a16="http://schemas.microsoft.com/office/drawing/2014/main" id="{810D49F8-BD4B-4898-A8E1-AF67C1DF83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446CDFC4-675E-4C16-ADEE-85073323F5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Line 11">
            <a:extLst>
              <a:ext uri="{FF2B5EF4-FFF2-40B4-BE49-F238E27FC236}">
                <a16:creationId xmlns:a16="http://schemas.microsoft.com/office/drawing/2014/main" id="{2FF3AC1C-2435-4F72-BB8F-E6E660E95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7" name="Line 12">
            <a:extLst>
              <a:ext uri="{FF2B5EF4-FFF2-40B4-BE49-F238E27FC236}">
                <a16:creationId xmlns:a16="http://schemas.microsoft.com/office/drawing/2014/main" id="{A9C55CE7-E884-41FF-BB9F-E4A4DB99DF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8" name="Line 13">
            <a:extLst>
              <a:ext uri="{FF2B5EF4-FFF2-40B4-BE49-F238E27FC236}">
                <a16:creationId xmlns:a16="http://schemas.microsoft.com/office/drawing/2014/main" id="{355089DF-DE92-4193-A165-B58BDB595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9" name="Oval 14">
            <a:extLst>
              <a:ext uri="{FF2B5EF4-FFF2-40B4-BE49-F238E27FC236}">
                <a16:creationId xmlns:a16="http://schemas.microsoft.com/office/drawing/2014/main" id="{26A4C486-67AA-41C5-BAC2-CB6FFEF17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6400" name="Oval 15">
            <a:extLst>
              <a:ext uri="{FF2B5EF4-FFF2-40B4-BE49-F238E27FC236}">
                <a16:creationId xmlns:a16="http://schemas.microsoft.com/office/drawing/2014/main" id="{5247F585-BB14-45A5-BDC2-3883630C4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6401" name="Oval 16">
            <a:extLst>
              <a:ext uri="{FF2B5EF4-FFF2-40B4-BE49-F238E27FC236}">
                <a16:creationId xmlns:a16="http://schemas.microsoft.com/office/drawing/2014/main" id="{814911BD-ED8D-4EE0-A693-FF6B00F62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6402" name="Oval 17">
            <a:extLst>
              <a:ext uri="{FF2B5EF4-FFF2-40B4-BE49-F238E27FC236}">
                <a16:creationId xmlns:a16="http://schemas.microsoft.com/office/drawing/2014/main" id="{4812C2E6-C547-4606-87A2-28AF2A8A4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6403" name="Oval 18">
            <a:extLst>
              <a:ext uri="{FF2B5EF4-FFF2-40B4-BE49-F238E27FC236}">
                <a16:creationId xmlns:a16="http://schemas.microsoft.com/office/drawing/2014/main" id="{90C84A66-EE37-466F-985F-3A5456B04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6404" name="Oval 19">
            <a:extLst>
              <a:ext uri="{FF2B5EF4-FFF2-40B4-BE49-F238E27FC236}">
                <a16:creationId xmlns:a16="http://schemas.microsoft.com/office/drawing/2014/main" id="{F800C055-A772-4C54-A348-AADFB739B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6405" name="Oval 20">
            <a:extLst>
              <a:ext uri="{FF2B5EF4-FFF2-40B4-BE49-F238E27FC236}">
                <a16:creationId xmlns:a16="http://schemas.microsoft.com/office/drawing/2014/main" id="{FB925684-B431-41CD-A526-4BA6A2BE7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6406" name="Oval 21">
            <a:extLst>
              <a:ext uri="{FF2B5EF4-FFF2-40B4-BE49-F238E27FC236}">
                <a16:creationId xmlns:a16="http://schemas.microsoft.com/office/drawing/2014/main" id="{4F4D0C05-5BA0-4142-BDA9-4FF3689D5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6407" name="Oval 22">
            <a:extLst>
              <a:ext uri="{FF2B5EF4-FFF2-40B4-BE49-F238E27FC236}">
                <a16:creationId xmlns:a16="http://schemas.microsoft.com/office/drawing/2014/main" id="{02B0BD28-1229-407F-A852-485C1810D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6408" name="Line 23">
            <a:extLst>
              <a:ext uri="{FF2B5EF4-FFF2-40B4-BE49-F238E27FC236}">
                <a16:creationId xmlns:a16="http://schemas.microsoft.com/office/drawing/2014/main" id="{A0629E6B-670D-4865-B7AA-07FB05AFC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9" name="Line 24">
            <a:extLst>
              <a:ext uri="{FF2B5EF4-FFF2-40B4-BE49-F238E27FC236}">
                <a16:creationId xmlns:a16="http://schemas.microsoft.com/office/drawing/2014/main" id="{F52A4D93-B885-40B6-8ACB-0881D5FF4C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0" name="Line 25">
            <a:extLst>
              <a:ext uri="{FF2B5EF4-FFF2-40B4-BE49-F238E27FC236}">
                <a16:creationId xmlns:a16="http://schemas.microsoft.com/office/drawing/2014/main" id="{84F2A06F-778B-4E91-800A-BF54274B9D3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1" name="Text Box 26">
            <a:extLst>
              <a:ext uri="{FF2B5EF4-FFF2-40B4-BE49-F238E27FC236}">
                <a16:creationId xmlns:a16="http://schemas.microsoft.com/office/drawing/2014/main" id="{0971E36A-D1AB-417B-84D4-F0C2F0835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6412" name="Text Box 27">
            <a:extLst>
              <a:ext uri="{FF2B5EF4-FFF2-40B4-BE49-F238E27FC236}">
                <a16:creationId xmlns:a16="http://schemas.microsoft.com/office/drawing/2014/main" id="{078EA092-BAE6-4629-A8A2-8306CDCDE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6413" name="Text Box 28">
            <a:extLst>
              <a:ext uri="{FF2B5EF4-FFF2-40B4-BE49-F238E27FC236}">
                <a16:creationId xmlns:a16="http://schemas.microsoft.com/office/drawing/2014/main" id="{56A858EE-D1AA-4791-ACAE-18D4586FB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6414" name="Text Box 29">
            <a:extLst>
              <a:ext uri="{FF2B5EF4-FFF2-40B4-BE49-F238E27FC236}">
                <a16:creationId xmlns:a16="http://schemas.microsoft.com/office/drawing/2014/main" id="{72293679-6DFD-4805-AB43-948192E2B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6415" name="Text Box 30">
            <a:extLst>
              <a:ext uri="{FF2B5EF4-FFF2-40B4-BE49-F238E27FC236}">
                <a16:creationId xmlns:a16="http://schemas.microsoft.com/office/drawing/2014/main" id="{9D4E113C-59EB-4455-A5B0-B57DD8FDC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6416" name="Text Box 31">
            <a:extLst>
              <a:ext uri="{FF2B5EF4-FFF2-40B4-BE49-F238E27FC236}">
                <a16:creationId xmlns:a16="http://schemas.microsoft.com/office/drawing/2014/main" id="{60D914C7-BC98-4CDD-ACD9-FB70C759A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6417" name="Text Box 32">
            <a:extLst>
              <a:ext uri="{FF2B5EF4-FFF2-40B4-BE49-F238E27FC236}">
                <a16:creationId xmlns:a16="http://schemas.microsoft.com/office/drawing/2014/main" id="{05330F6C-D2A7-4235-A1E3-20FB75E2A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6418" name="Text Box 33">
            <a:extLst>
              <a:ext uri="{FF2B5EF4-FFF2-40B4-BE49-F238E27FC236}">
                <a16:creationId xmlns:a16="http://schemas.microsoft.com/office/drawing/2014/main" id="{73BD865A-3413-49E6-BAC6-60FE9AA50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6419" name="Text Box 34">
            <a:extLst>
              <a:ext uri="{FF2B5EF4-FFF2-40B4-BE49-F238E27FC236}">
                <a16:creationId xmlns:a16="http://schemas.microsoft.com/office/drawing/2014/main" id="{3FF39F3E-0C7E-425E-B2B0-29F7784E9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6420" name="Text Box 35">
            <a:extLst>
              <a:ext uri="{FF2B5EF4-FFF2-40B4-BE49-F238E27FC236}">
                <a16:creationId xmlns:a16="http://schemas.microsoft.com/office/drawing/2014/main" id="{BCC7200E-BF0B-4178-B00D-2D773021A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6421" name="Text Box 36">
            <a:extLst>
              <a:ext uri="{FF2B5EF4-FFF2-40B4-BE49-F238E27FC236}">
                <a16:creationId xmlns:a16="http://schemas.microsoft.com/office/drawing/2014/main" id="{0847EEB6-167A-49CF-9CFE-AC6A24CD4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6422" name="Line 37">
            <a:extLst>
              <a:ext uri="{FF2B5EF4-FFF2-40B4-BE49-F238E27FC236}">
                <a16:creationId xmlns:a16="http://schemas.microsoft.com/office/drawing/2014/main" id="{4582B7BE-4A33-4909-B91C-1EED9F9F35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3" name="Text Box 38">
            <a:extLst>
              <a:ext uri="{FF2B5EF4-FFF2-40B4-BE49-F238E27FC236}">
                <a16:creationId xmlns:a16="http://schemas.microsoft.com/office/drawing/2014/main" id="{6E632F52-51E6-46BF-9EF4-729A83375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6424" name="Text Box 39">
            <a:extLst>
              <a:ext uri="{FF2B5EF4-FFF2-40B4-BE49-F238E27FC236}">
                <a16:creationId xmlns:a16="http://schemas.microsoft.com/office/drawing/2014/main" id="{20122DFC-AE64-4B36-AF3D-83B25DA82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node with minimum distance</a:t>
            </a:r>
          </a:p>
        </p:txBody>
      </p:sp>
      <p:graphicFrame>
        <p:nvGraphicFramePr>
          <p:cNvPr id="436264" name="Group 40">
            <a:extLst>
              <a:ext uri="{FF2B5EF4-FFF2-40B4-BE49-F238E27FC236}">
                <a16:creationId xmlns:a16="http://schemas.microsoft.com/office/drawing/2014/main" id="{37DEA79C-2B14-4E8F-AEE3-10671ECC1C1B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477" name="Text Box 93">
            <a:extLst>
              <a:ext uri="{FF2B5EF4-FFF2-40B4-BE49-F238E27FC236}">
                <a16:creationId xmlns:a16="http://schemas.microsoft.com/office/drawing/2014/main" id="{50F61E0D-04DA-4998-8BC4-CA76A0E0E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6478" name="Line 94">
            <a:extLst>
              <a:ext uri="{FF2B5EF4-FFF2-40B4-BE49-F238E27FC236}">
                <a16:creationId xmlns:a16="http://schemas.microsoft.com/office/drawing/2014/main" id="{AE5577F9-CB52-49E2-871B-48659A04D1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79" name="Slide Number Placeholder 1">
            <a:extLst>
              <a:ext uri="{FF2B5EF4-FFF2-40B4-BE49-F238E27FC236}">
                <a16:creationId xmlns:a16="http://schemas.microsoft.com/office/drawing/2014/main" id="{8B1C549D-DA88-4A24-AC7E-217EFCA6C4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96C7EE-DF0E-4F84-8829-335846F4CE60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hi-IN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reeform 2">
            <a:extLst>
              <a:ext uri="{FF2B5EF4-FFF2-40B4-BE49-F238E27FC236}">
                <a16:creationId xmlns:a16="http://schemas.microsoft.com/office/drawing/2014/main" id="{10F094BE-279E-47C9-BA99-5312EAFC77DD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D6D82F6D-9E1A-4D66-BF9D-EC51F9485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7412" name="Line 4">
            <a:extLst>
              <a:ext uri="{FF2B5EF4-FFF2-40B4-BE49-F238E27FC236}">
                <a16:creationId xmlns:a16="http://schemas.microsoft.com/office/drawing/2014/main" id="{9B88F5D3-7EBD-4292-898C-1BA0BCAC54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3FE162A8-95A0-40F2-8847-E16BF36CE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7414" name="Line 6">
            <a:extLst>
              <a:ext uri="{FF2B5EF4-FFF2-40B4-BE49-F238E27FC236}">
                <a16:creationId xmlns:a16="http://schemas.microsoft.com/office/drawing/2014/main" id="{0B7D3470-62B1-41E4-9BCC-28A75E2E63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5" name="Line 7">
            <a:extLst>
              <a:ext uri="{FF2B5EF4-FFF2-40B4-BE49-F238E27FC236}">
                <a16:creationId xmlns:a16="http://schemas.microsoft.com/office/drawing/2014/main" id="{B8323736-5299-4921-9824-126750B9B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6" name="Line 8">
            <a:extLst>
              <a:ext uri="{FF2B5EF4-FFF2-40B4-BE49-F238E27FC236}">
                <a16:creationId xmlns:a16="http://schemas.microsoft.com/office/drawing/2014/main" id="{BBAF5047-81D9-4F10-A2AE-98949B0963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9">
            <a:extLst>
              <a:ext uri="{FF2B5EF4-FFF2-40B4-BE49-F238E27FC236}">
                <a16:creationId xmlns:a16="http://schemas.microsoft.com/office/drawing/2014/main" id="{02135B45-5873-465D-AEE0-C689E98ECB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Line 10">
            <a:extLst>
              <a:ext uri="{FF2B5EF4-FFF2-40B4-BE49-F238E27FC236}">
                <a16:creationId xmlns:a16="http://schemas.microsoft.com/office/drawing/2014/main" id="{FFB34A4A-E96B-4572-BD5D-4F762EBB23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9" name="Line 11">
            <a:extLst>
              <a:ext uri="{FF2B5EF4-FFF2-40B4-BE49-F238E27FC236}">
                <a16:creationId xmlns:a16="http://schemas.microsoft.com/office/drawing/2014/main" id="{0441A346-D429-41D9-9807-706BA41E9E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Line 12">
            <a:extLst>
              <a:ext uri="{FF2B5EF4-FFF2-40B4-BE49-F238E27FC236}">
                <a16:creationId xmlns:a16="http://schemas.microsoft.com/office/drawing/2014/main" id="{3AF9C42A-7294-48E9-B73C-F5097ABEC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1" name="Line 13">
            <a:extLst>
              <a:ext uri="{FF2B5EF4-FFF2-40B4-BE49-F238E27FC236}">
                <a16:creationId xmlns:a16="http://schemas.microsoft.com/office/drawing/2014/main" id="{3EC41AA5-AA32-466A-9589-780C95F7A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2" name="Line 14">
            <a:extLst>
              <a:ext uri="{FF2B5EF4-FFF2-40B4-BE49-F238E27FC236}">
                <a16:creationId xmlns:a16="http://schemas.microsoft.com/office/drawing/2014/main" id="{7E9A2FA2-4F6A-48D8-B205-FDBEAB865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Oval 15">
            <a:extLst>
              <a:ext uri="{FF2B5EF4-FFF2-40B4-BE49-F238E27FC236}">
                <a16:creationId xmlns:a16="http://schemas.microsoft.com/office/drawing/2014/main" id="{7E154105-91CE-434B-8D35-0EFAA45D5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7424" name="Oval 16">
            <a:extLst>
              <a:ext uri="{FF2B5EF4-FFF2-40B4-BE49-F238E27FC236}">
                <a16:creationId xmlns:a16="http://schemas.microsoft.com/office/drawing/2014/main" id="{DCCA511F-0A9A-4F9F-BE66-DFB16B982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7425" name="Oval 17">
            <a:extLst>
              <a:ext uri="{FF2B5EF4-FFF2-40B4-BE49-F238E27FC236}">
                <a16:creationId xmlns:a16="http://schemas.microsoft.com/office/drawing/2014/main" id="{472DBC2A-F4EC-48CD-B4BD-A251466A3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7426" name="Oval 18">
            <a:extLst>
              <a:ext uri="{FF2B5EF4-FFF2-40B4-BE49-F238E27FC236}">
                <a16:creationId xmlns:a16="http://schemas.microsoft.com/office/drawing/2014/main" id="{BF0CB645-09C0-438D-9E7F-1E95C2C06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7427" name="Oval 19">
            <a:extLst>
              <a:ext uri="{FF2B5EF4-FFF2-40B4-BE49-F238E27FC236}">
                <a16:creationId xmlns:a16="http://schemas.microsoft.com/office/drawing/2014/main" id="{292AA145-1CFE-418C-9C7B-3AC017DDD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7428" name="Oval 20">
            <a:extLst>
              <a:ext uri="{FF2B5EF4-FFF2-40B4-BE49-F238E27FC236}">
                <a16:creationId xmlns:a16="http://schemas.microsoft.com/office/drawing/2014/main" id="{899D9DDE-9FB1-48A2-A459-06643A468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7429" name="Oval 21">
            <a:extLst>
              <a:ext uri="{FF2B5EF4-FFF2-40B4-BE49-F238E27FC236}">
                <a16:creationId xmlns:a16="http://schemas.microsoft.com/office/drawing/2014/main" id="{5815F771-708B-4EA8-8CDF-4F21BA253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7430" name="Oval 22">
            <a:extLst>
              <a:ext uri="{FF2B5EF4-FFF2-40B4-BE49-F238E27FC236}">
                <a16:creationId xmlns:a16="http://schemas.microsoft.com/office/drawing/2014/main" id="{C965C885-D01C-427B-A7AE-6F749D235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7431" name="Oval 23">
            <a:extLst>
              <a:ext uri="{FF2B5EF4-FFF2-40B4-BE49-F238E27FC236}">
                <a16:creationId xmlns:a16="http://schemas.microsoft.com/office/drawing/2014/main" id="{EB18F520-6C6B-482C-88ED-477E8BC86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7432" name="Line 24">
            <a:extLst>
              <a:ext uri="{FF2B5EF4-FFF2-40B4-BE49-F238E27FC236}">
                <a16:creationId xmlns:a16="http://schemas.microsoft.com/office/drawing/2014/main" id="{3077408A-F3FD-4998-98DD-C4A1FE210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3" name="Line 25">
            <a:extLst>
              <a:ext uri="{FF2B5EF4-FFF2-40B4-BE49-F238E27FC236}">
                <a16:creationId xmlns:a16="http://schemas.microsoft.com/office/drawing/2014/main" id="{E6DDA473-1862-437C-9FD0-6C8C743841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4" name="Line 26">
            <a:extLst>
              <a:ext uri="{FF2B5EF4-FFF2-40B4-BE49-F238E27FC236}">
                <a16:creationId xmlns:a16="http://schemas.microsoft.com/office/drawing/2014/main" id="{40E538CB-7F5C-4C56-861B-8E5CC1B29F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5" name="Text Box 27">
            <a:extLst>
              <a:ext uri="{FF2B5EF4-FFF2-40B4-BE49-F238E27FC236}">
                <a16:creationId xmlns:a16="http://schemas.microsoft.com/office/drawing/2014/main" id="{73ED7266-E444-40A7-AEC1-7C4A6E0C3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7436" name="Text Box 28">
            <a:extLst>
              <a:ext uri="{FF2B5EF4-FFF2-40B4-BE49-F238E27FC236}">
                <a16:creationId xmlns:a16="http://schemas.microsoft.com/office/drawing/2014/main" id="{8F90C792-AD84-40EC-8700-AA19BCD6B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7437" name="Text Box 29">
            <a:extLst>
              <a:ext uri="{FF2B5EF4-FFF2-40B4-BE49-F238E27FC236}">
                <a16:creationId xmlns:a16="http://schemas.microsoft.com/office/drawing/2014/main" id="{254E3B6E-92D2-44D0-BA24-A7E5EDF7B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7438" name="Text Box 30">
            <a:extLst>
              <a:ext uri="{FF2B5EF4-FFF2-40B4-BE49-F238E27FC236}">
                <a16:creationId xmlns:a16="http://schemas.microsoft.com/office/drawing/2014/main" id="{9245392D-43D9-43CF-858C-569061476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7439" name="Text Box 31">
            <a:extLst>
              <a:ext uri="{FF2B5EF4-FFF2-40B4-BE49-F238E27FC236}">
                <a16:creationId xmlns:a16="http://schemas.microsoft.com/office/drawing/2014/main" id="{74744B7E-843C-4CB5-8416-E9CA0CBDD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7440" name="Text Box 32">
            <a:extLst>
              <a:ext uri="{FF2B5EF4-FFF2-40B4-BE49-F238E27FC236}">
                <a16:creationId xmlns:a16="http://schemas.microsoft.com/office/drawing/2014/main" id="{802D932F-961B-42C2-9B57-F1BD29758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7441" name="Text Box 33">
            <a:extLst>
              <a:ext uri="{FF2B5EF4-FFF2-40B4-BE49-F238E27FC236}">
                <a16:creationId xmlns:a16="http://schemas.microsoft.com/office/drawing/2014/main" id="{BD12CC72-E261-442F-B9B8-6643CEFC5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7442" name="Text Box 34">
            <a:extLst>
              <a:ext uri="{FF2B5EF4-FFF2-40B4-BE49-F238E27FC236}">
                <a16:creationId xmlns:a16="http://schemas.microsoft.com/office/drawing/2014/main" id="{56FFA7CC-1202-4528-B84D-CFCF0CEAB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7443" name="Text Box 35">
            <a:extLst>
              <a:ext uri="{FF2B5EF4-FFF2-40B4-BE49-F238E27FC236}">
                <a16:creationId xmlns:a16="http://schemas.microsoft.com/office/drawing/2014/main" id="{88244745-B17F-42FC-AADB-B1314A421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7444" name="Text Box 36">
            <a:extLst>
              <a:ext uri="{FF2B5EF4-FFF2-40B4-BE49-F238E27FC236}">
                <a16:creationId xmlns:a16="http://schemas.microsoft.com/office/drawing/2014/main" id="{3265E5D0-D504-4843-8684-F09801696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7445" name="Text Box 37">
            <a:extLst>
              <a:ext uri="{FF2B5EF4-FFF2-40B4-BE49-F238E27FC236}">
                <a16:creationId xmlns:a16="http://schemas.microsoft.com/office/drawing/2014/main" id="{2B85CD3F-F23E-41C8-AE5C-8813BA9F7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7446" name="Line 38">
            <a:extLst>
              <a:ext uri="{FF2B5EF4-FFF2-40B4-BE49-F238E27FC236}">
                <a16:creationId xmlns:a16="http://schemas.microsoft.com/office/drawing/2014/main" id="{6C050F43-389B-41BF-8A85-8F3EED95DA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7" name="Text Box 39">
            <a:extLst>
              <a:ext uri="{FF2B5EF4-FFF2-40B4-BE49-F238E27FC236}">
                <a16:creationId xmlns:a16="http://schemas.microsoft.com/office/drawing/2014/main" id="{E0311952-1D0E-4EC6-B6B5-6F62EE209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7448" name="Text Box 40">
            <a:extLst>
              <a:ext uri="{FF2B5EF4-FFF2-40B4-BE49-F238E27FC236}">
                <a16:creationId xmlns:a16="http://schemas.microsoft.com/office/drawing/2014/main" id="{E02D9A4E-3041-4FCE-A85B-6760E1536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Update distances of adjacent, unselected nodes</a:t>
            </a:r>
          </a:p>
        </p:txBody>
      </p:sp>
      <p:graphicFrame>
        <p:nvGraphicFramePr>
          <p:cNvPr id="438313" name="Group 41">
            <a:extLst>
              <a:ext uri="{FF2B5EF4-FFF2-40B4-BE49-F238E27FC236}">
                <a16:creationId xmlns:a16="http://schemas.microsoft.com/office/drawing/2014/main" id="{34C9034E-E63E-40BF-AF7C-C17FD2BE009F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501" name="Text Box 93">
            <a:extLst>
              <a:ext uri="{FF2B5EF4-FFF2-40B4-BE49-F238E27FC236}">
                <a16:creationId xmlns:a16="http://schemas.microsoft.com/office/drawing/2014/main" id="{6A70AEA2-D304-4568-8999-0FA107687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7502" name="Line 94">
            <a:extLst>
              <a:ext uri="{FF2B5EF4-FFF2-40B4-BE49-F238E27FC236}">
                <a16:creationId xmlns:a16="http://schemas.microsoft.com/office/drawing/2014/main" id="{4ACA1503-26F9-44EF-8D89-63BB275D63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3" name="Text Box 95">
            <a:extLst>
              <a:ext uri="{FF2B5EF4-FFF2-40B4-BE49-F238E27FC236}">
                <a16:creationId xmlns:a16="http://schemas.microsoft.com/office/drawing/2014/main" id="{88E4587E-273C-4274-96CA-0BD4D511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029200"/>
            <a:ext cx="281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Table entries unchanged</a:t>
            </a:r>
          </a:p>
        </p:txBody>
      </p:sp>
      <p:sp>
        <p:nvSpPr>
          <p:cNvPr id="17504" name="Slide Number Placeholder 1">
            <a:extLst>
              <a:ext uri="{FF2B5EF4-FFF2-40B4-BE49-F238E27FC236}">
                <a16:creationId xmlns:a16="http://schemas.microsoft.com/office/drawing/2014/main" id="{D323F743-4D09-49AA-8482-240A92283D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B50818-321F-4C09-8977-92DE80676227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hi-IN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reeform 2">
            <a:extLst>
              <a:ext uri="{FF2B5EF4-FFF2-40B4-BE49-F238E27FC236}">
                <a16:creationId xmlns:a16="http://schemas.microsoft.com/office/drawing/2014/main" id="{7A0F2D03-EDF6-4C53-8E72-C27A7AC63265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0696F346-01C5-4FBF-98A6-088AA1CC4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8436" name="Line 4">
            <a:extLst>
              <a:ext uri="{FF2B5EF4-FFF2-40B4-BE49-F238E27FC236}">
                <a16:creationId xmlns:a16="http://schemas.microsoft.com/office/drawing/2014/main" id="{8F09900D-CE98-4D18-80DC-D31AB23B09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7C66E3E9-EE2C-473E-9889-524F38D45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8438" name="Line 6">
            <a:extLst>
              <a:ext uri="{FF2B5EF4-FFF2-40B4-BE49-F238E27FC236}">
                <a16:creationId xmlns:a16="http://schemas.microsoft.com/office/drawing/2014/main" id="{544E4F08-F671-4250-A8C9-6FF0B81E66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9" name="Line 7">
            <a:extLst>
              <a:ext uri="{FF2B5EF4-FFF2-40B4-BE49-F238E27FC236}">
                <a16:creationId xmlns:a16="http://schemas.microsoft.com/office/drawing/2014/main" id="{2FD4AD7A-095F-4C6F-BF20-97A18D7353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Line 8">
            <a:extLst>
              <a:ext uri="{FF2B5EF4-FFF2-40B4-BE49-F238E27FC236}">
                <a16:creationId xmlns:a16="http://schemas.microsoft.com/office/drawing/2014/main" id="{83F4C3CA-522E-4ACA-9194-3ACEADE512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1" name="Line 9">
            <a:extLst>
              <a:ext uri="{FF2B5EF4-FFF2-40B4-BE49-F238E27FC236}">
                <a16:creationId xmlns:a16="http://schemas.microsoft.com/office/drawing/2014/main" id="{0610DBD7-5729-4CD7-B428-773F4E6D8E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0">
            <a:extLst>
              <a:ext uri="{FF2B5EF4-FFF2-40B4-BE49-F238E27FC236}">
                <a16:creationId xmlns:a16="http://schemas.microsoft.com/office/drawing/2014/main" id="{1D688DB4-0DF1-4264-8957-4700B0127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1">
            <a:extLst>
              <a:ext uri="{FF2B5EF4-FFF2-40B4-BE49-F238E27FC236}">
                <a16:creationId xmlns:a16="http://schemas.microsoft.com/office/drawing/2014/main" id="{FA10EB0D-2A5B-4658-9DD6-98CA2589C5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12">
            <a:extLst>
              <a:ext uri="{FF2B5EF4-FFF2-40B4-BE49-F238E27FC236}">
                <a16:creationId xmlns:a16="http://schemas.microsoft.com/office/drawing/2014/main" id="{DEDA36F0-2D73-4494-81DA-5B39B3E97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13">
            <a:extLst>
              <a:ext uri="{FF2B5EF4-FFF2-40B4-BE49-F238E27FC236}">
                <a16:creationId xmlns:a16="http://schemas.microsoft.com/office/drawing/2014/main" id="{1DC2D2E0-C205-4023-92DA-DCF63EB77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14">
            <a:extLst>
              <a:ext uri="{FF2B5EF4-FFF2-40B4-BE49-F238E27FC236}">
                <a16:creationId xmlns:a16="http://schemas.microsoft.com/office/drawing/2014/main" id="{DC0B05B3-F423-4AF7-B565-D7EADF2709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Oval 15">
            <a:extLst>
              <a:ext uri="{FF2B5EF4-FFF2-40B4-BE49-F238E27FC236}">
                <a16:creationId xmlns:a16="http://schemas.microsoft.com/office/drawing/2014/main" id="{07DCFFB3-100B-4780-9F71-D77588C75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8448" name="Oval 16">
            <a:extLst>
              <a:ext uri="{FF2B5EF4-FFF2-40B4-BE49-F238E27FC236}">
                <a16:creationId xmlns:a16="http://schemas.microsoft.com/office/drawing/2014/main" id="{B0BE4BCD-E3A8-48B3-A93F-3EB45CAC3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8449" name="Oval 17">
            <a:extLst>
              <a:ext uri="{FF2B5EF4-FFF2-40B4-BE49-F238E27FC236}">
                <a16:creationId xmlns:a16="http://schemas.microsoft.com/office/drawing/2014/main" id="{EB813292-EEDF-4A26-BF6B-5CC466FE4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8450" name="Oval 18">
            <a:extLst>
              <a:ext uri="{FF2B5EF4-FFF2-40B4-BE49-F238E27FC236}">
                <a16:creationId xmlns:a16="http://schemas.microsoft.com/office/drawing/2014/main" id="{BC9EDDB0-A063-4F15-AEEF-EB63F1AC4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8451" name="Oval 19">
            <a:extLst>
              <a:ext uri="{FF2B5EF4-FFF2-40B4-BE49-F238E27FC236}">
                <a16:creationId xmlns:a16="http://schemas.microsoft.com/office/drawing/2014/main" id="{F66DE129-D4D4-422A-83FF-4E84DB415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8452" name="Oval 20">
            <a:extLst>
              <a:ext uri="{FF2B5EF4-FFF2-40B4-BE49-F238E27FC236}">
                <a16:creationId xmlns:a16="http://schemas.microsoft.com/office/drawing/2014/main" id="{7B8390CF-EE90-42BE-91BB-ED47691F1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8453" name="Oval 21">
            <a:extLst>
              <a:ext uri="{FF2B5EF4-FFF2-40B4-BE49-F238E27FC236}">
                <a16:creationId xmlns:a16="http://schemas.microsoft.com/office/drawing/2014/main" id="{CD6A11D6-21D3-41C2-A1CF-46DE688BA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8454" name="Oval 22">
            <a:extLst>
              <a:ext uri="{FF2B5EF4-FFF2-40B4-BE49-F238E27FC236}">
                <a16:creationId xmlns:a16="http://schemas.microsoft.com/office/drawing/2014/main" id="{79983CC2-64F4-44AD-9DC2-AD2B1D851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8455" name="Oval 23">
            <a:extLst>
              <a:ext uri="{FF2B5EF4-FFF2-40B4-BE49-F238E27FC236}">
                <a16:creationId xmlns:a16="http://schemas.microsoft.com/office/drawing/2014/main" id="{2CBB737B-2C9C-4B9E-A531-420C9387E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8456" name="Line 24">
            <a:extLst>
              <a:ext uri="{FF2B5EF4-FFF2-40B4-BE49-F238E27FC236}">
                <a16:creationId xmlns:a16="http://schemas.microsoft.com/office/drawing/2014/main" id="{5D7D5C88-94B8-4E95-940F-F91FAC12A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7" name="Line 25">
            <a:extLst>
              <a:ext uri="{FF2B5EF4-FFF2-40B4-BE49-F238E27FC236}">
                <a16:creationId xmlns:a16="http://schemas.microsoft.com/office/drawing/2014/main" id="{C2744352-1671-471D-A0BB-F3E49D3AC1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8" name="Line 26">
            <a:extLst>
              <a:ext uri="{FF2B5EF4-FFF2-40B4-BE49-F238E27FC236}">
                <a16:creationId xmlns:a16="http://schemas.microsoft.com/office/drawing/2014/main" id="{B70D0AE2-B4CA-47F2-BF5C-4E8B4CA9755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9" name="Text Box 27">
            <a:extLst>
              <a:ext uri="{FF2B5EF4-FFF2-40B4-BE49-F238E27FC236}">
                <a16:creationId xmlns:a16="http://schemas.microsoft.com/office/drawing/2014/main" id="{88F49418-9CE5-4CD0-9E20-BFD18BA02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8460" name="Text Box 28">
            <a:extLst>
              <a:ext uri="{FF2B5EF4-FFF2-40B4-BE49-F238E27FC236}">
                <a16:creationId xmlns:a16="http://schemas.microsoft.com/office/drawing/2014/main" id="{F8FC89DB-94B5-4955-8DB0-1DE85E0D2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8461" name="Text Box 29">
            <a:extLst>
              <a:ext uri="{FF2B5EF4-FFF2-40B4-BE49-F238E27FC236}">
                <a16:creationId xmlns:a16="http://schemas.microsoft.com/office/drawing/2014/main" id="{CECCD047-7F1E-4CDD-9458-3AF9C752B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8462" name="Text Box 30">
            <a:extLst>
              <a:ext uri="{FF2B5EF4-FFF2-40B4-BE49-F238E27FC236}">
                <a16:creationId xmlns:a16="http://schemas.microsoft.com/office/drawing/2014/main" id="{FE6C5B22-E6DF-4835-91BD-62C72E5AD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8463" name="Text Box 31">
            <a:extLst>
              <a:ext uri="{FF2B5EF4-FFF2-40B4-BE49-F238E27FC236}">
                <a16:creationId xmlns:a16="http://schemas.microsoft.com/office/drawing/2014/main" id="{D4E643C0-656F-4399-9C9D-2D0D9BB10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8464" name="Text Box 32">
            <a:extLst>
              <a:ext uri="{FF2B5EF4-FFF2-40B4-BE49-F238E27FC236}">
                <a16:creationId xmlns:a16="http://schemas.microsoft.com/office/drawing/2014/main" id="{CD92386E-C70B-4EA0-A70A-1FCCCE646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8465" name="Text Box 33">
            <a:extLst>
              <a:ext uri="{FF2B5EF4-FFF2-40B4-BE49-F238E27FC236}">
                <a16:creationId xmlns:a16="http://schemas.microsoft.com/office/drawing/2014/main" id="{8F832E1F-67F0-4124-AED3-531C84DA0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8466" name="Text Box 34">
            <a:extLst>
              <a:ext uri="{FF2B5EF4-FFF2-40B4-BE49-F238E27FC236}">
                <a16:creationId xmlns:a16="http://schemas.microsoft.com/office/drawing/2014/main" id="{C788B4BF-812F-42CF-8036-50608B5D0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8467" name="Text Box 35">
            <a:extLst>
              <a:ext uri="{FF2B5EF4-FFF2-40B4-BE49-F238E27FC236}">
                <a16:creationId xmlns:a16="http://schemas.microsoft.com/office/drawing/2014/main" id="{0E01475F-D71D-4537-82D1-8AF293F37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8468" name="Text Box 36">
            <a:extLst>
              <a:ext uri="{FF2B5EF4-FFF2-40B4-BE49-F238E27FC236}">
                <a16:creationId xmlns:a16="http://schemas.microsoft.com/office/drawing/2014/main" id="{137EBC29-C8FF-4A2B-9D3D-823D2AC81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8469" name="Text Box 37">
            <a:extLst>
              <a:ext uri="{FF2B5EF4-FFF2-40B4-BE49-F238E27FC236}">
                <a16:creationId xmlns:a16="http://schemas.microsoft.com/office/drawing/2014/main" id="{2F537C73-9575-41D0-8779-300AF2FBB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8470" name="Line 38">
            <a:extLst>
              <a:ext uri="{FF2B5EF4-FFF2-40B4-BE49-F238E27FC236}">
                <a16:creationId xmlns:a16="http://schemas.microsoft.com/office/drawing/2014/main" id="{D7453DE3-2EB3-4815-BC25-2A432DE110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1" name="Text Box 39">
            <a:extLst>
              <a:ext uri="{FF2B5EF4-FFF2-40B4-BE49-F238E27FC236}">
                <a16:creationId xmlns:a16="http://schemas.microsoft.com/office/drawing/2014/main" id="{C0696516-90EA-475C-8CCE-F4CB36D01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8472" name="Text Box 40">
            <a:extLst>
              <a:ext uri="{FF2B5EF4-FFF2-40B4-BE49-F238E27FC236}">
                <a16:creationId xmlns:a16="http://schemas.microsoft.com/office/drawing/2014/main" id="{F1B9CC12-F6A2-45C9-A7AE-E8C9D16CD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node with minimum distance</a:t>
            </a:r>
          </a:p>
        </p:txBody>
      </p:sp>
      <p:graphicFrame>
        <p:nvGraphicFramePr>
          <p:cNvPr id="439337" name="Group 41">
            <a:extLst>
              <a:ext uri="{FF2B5EF4-FFF2-40B4-BE49-F238E27FC236}">
                <a16:creationId xmlns:a16="http://schemas.microsoft.com/office/drawing/2014/main" id="{2171A898-0F38-4B71-AF82-C3AC4568091C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525" name="Text Box 93">
            <a:extLst>
              <a:ext uri="{FF2B5EF4-FFF2-40B4-BE49-F238E27FC236}">
                <a16:creationId xmlns:a16="http://schemas.microsoft.com/office/drawing/2014/main" id="{6D66385A-DEB1-4412-ADFA-BAF8F3805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8526" name="Line 94">
            <a:extLst>
              <a:ext uri="{FF2B5EF4-FFF2-40B4-BE49-F238E27FC236}">
                <a16:creationId xmlns:a16="http://schemas.microsoft.com/office/drawing/2014/main" id="{C64CB51C-0FEE-41CE-8A41-D7997D5F12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7" name="Slide Number Placeholder 1">
            <a:extLst>
              <a:ext uri="{FF2B5EF4-FFF2-40B4-BE49-F238E27FC236}">
                <a16:creationId xmlns:a16="http://schemas.microsoft.com/office/drawing/2014/main" id="{BC624FB3-C14E-4B35-B9DB-6299FBE77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6116CA-C709-499B-AFF4-7A11BFFDD6C0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hi-IN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reeform 2">
            <a:extLst>
              <a:ext uri="{FF2B5EF4-FFF2-40B4-BE49-F238E27FC236}">
                <a16:creationId xmlns:a16="http://schemas.microsoft.com/office/drawing/2014/main" id="{ECB9EE8E-2A60-4CC0-8304-B07D9DD4013F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D589CCD9-FCF1-401D-B34F-5B4756EAB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E2C7CA1C-6BF9-4F68-8FFD-6480C59ED2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B4BD4817-2224-4C62-AB43-F003E1851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24C2C869-FFDA-49D5-853A-ECCC26B65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EAC9CD93-7DEA-4C5F-A591-494C0E23E3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60F5B5CF-BB7B-44DC-BF0F-2EBA19469B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5" name="Line 9">
            <a:extLst>
              <a:ext uri="{FF2B5EF4-FFF2-40B4-BE49-F238E27FC236}">
                <a16:creationId xmlns:a16="http://schemas.microsoft.com/office/drawing/2014/main" id="{3D742FA6-F421-4CED-B378-AF6E3BC075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Line 10">
            <a:extLst>
              <a:ext uri="{FF2B5EF4-FFF2-40B4-BE49-F238E27FC236}">
                <a16:creationId xmlns:a16="http://schemas.microsoft.com/office/drawing/2014/main" id="{BF67A1B4-4E9D-4D22-BAE6-D98F856561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11">
            <a:extLst>
              <a:ext uri="{FF2B5EF4-FFF2-40B4-BE49-F238E27FC236}">
                <a16:creationId xmlns:a16="http://schemas.microsoft.com/office/drawing/2014/main" id="{8C9EEF00-F270-4104-B7B7-142CF6DCF7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Line 12">
            <a:extLst>
              <a:ext uri="{FF2B5EF4-FFF2-40B4-BE49-F238E27FC236}">
                <a16:creationId xmlns:a16="http://schemas.microsoft.com/office/drawing/2014/main" id="{BF530950-FDCE-4CB3-AB41-99D70446F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Line 13">
            <a:extLst>
              <a:ext uri="{FF2B5EF4-FFF2-40B4-BE49-F238E27FC236}">
                <a16:creationId xmlns:a16="http://schemas.microsoft.com/office/drawing/2014/main" id="{745C24C1-8B58-42A8-BEED-139E97670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0" name="Line 14">
            <a:extLst>
              <a:ext uri="{FF2B5EF4-FFF2-40B4-BE49-F238E27FC236}">
                <a16:creationId xmlns:a16="http://schemas.microsoft.com/office/drawing/2014/main" id="{DDBF9716-6FC8-4052-96E1-D1D952202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1" name="Oval 15">
            <a:extLst>
              <a:ext uri="{FF2B5EF4-FFF2-40B4-BE49-F238E27FC236}">
                <a16:creationId xmlns:a16="http://schemas.microsoft.com/office/drawing/2014/main" id="{505941AC-9598-4C8E-B2C2-2DA43CA7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19472" name="Oval 16">
            <a:extLst>
              <a:ext uri="{FF2B5EF4-FFF2-40B4-BE49-F238E27FC236}">
                <a16:creationId xmlns:a16="http://schemas.microsoft.com/office/drawing/2014/main" id="{C416F174-2D54-4378-951E-6C6638B92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19473" name="Oval 17">
            <a:extLst>
              <a:ext uri="{FF2B5EF4-FFF2-40B4-BE49-F238E27FC236}">
                <a16:creationId xmlns:a16="http://schemas.microsoft.com/office/drawing/2014/main" id="{C622F661-BE1E-4BE3-86A5-9435139CE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19474" name="Oval 18">
            <a:extLst>
              <a:ext uri="{FF2B5EF4-FFF2-40B4-BE49-F238E27FC236}">
                <a16:creationId xmlns:a16="http://schemas.microsoft.com/office/drawing/2014/main" id="{60F0D40F-E708-4E32-A5BB-C5C79D253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19475" name="Oval 19">
            <a:extLst>
              <a:ext uri="{FF2B5EF4-FFF2-40B4-BE49-F238E27FC236}">
                <a16:creationId xmlns:a16="http://schemas.microsoft.com/office/drawing/2014/main" id="{9EAB4DC5-22B2-49C0-89CD-5879069F5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19476" name="Oval 20">
            <a:extLst>
              <a:ext uri="{FF2B5EF4-FFF2-40B4-BE49-F238E27FC236}">
                <a16:creationId xmlns:a16="http://schemas.microsoft.com/office/drawing/2014/main" id="{F1CE8B52-7F8D-4D36-8A14-5DC9D067C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19477" name="Oval 21">
            <a:extLst>
              <a:ext uri="{FF2B5EF4-FFF2-40B4-BE49-F238E27FC236}">
                <a16:creationId xmlns:a16="http://schemas.microsoft.com/office/drawing/2014/main" id="{861A8ED7-A04C-4D95-9D72-37459593C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19478" name="Oval 22">
            <a:extLst>
              <a:ext uri="{FF2B5EF4-FFF2-40B4-BE49-F238E27FC236}">
                <a16:creationId xmlns:a16="http://schemas.microsoft.com/office/drawing/2014/main" id="{53288E8D-639A-4945-81C7-7BCE2DC26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19479" name="Oval 23">
            <a:extLst>
              <a:ext uri="{FF2B5EF4-FFF2-40B4-BE49-F238E27FC236}">
                <a16:creationId xmlns:a16="http://schemas.microsoft.com/office/drawing/2014/main" id="{4D8D4601-95F4-4033-8A7C-D6346A89E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19480" name="Line 24">
            <a:extLst>
              <a:ext uri="{FF2B5EF4-FFF2-40B4-BE49-F238E27FC236}">
                <a16:creationId xmlns:a16="http://schemas.microsoft.com/office/drawing/2014/main" id="{54F7C5F5-2915-41B3-81E9-B94DED256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1" name="Line 25">
            <a:extLst>
              <a:ext uri="{FF2B5EF4-FFF2-40B4-BE49-F238E27FC236}">
                <a16:creationId xmlns:a16="http://schemas.microsoft.com/office/drawing/2014/main" id="{A96B8E45-7C2E-463A-8133-6400E9B28D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2" name="Line 26">
            <a:extLst>
              <a:ext uri="{FF2B5EF4-FFF2-40B4-BE49-F238E27FC236}">
                <a16:creationId xmlns:a16="http://schemas.microsoft.com/office/drawing/2014/main" id="{415E338D-AFBF-43B1-AD83-FBC5244D9D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3" name="Text Box 27">
            <a:extLst>
              <a:ext uri="{FF2B5EF4-FFF2-40B4-BE49-F238E27FC236}">
                <a16:creationId xmlns:a16="http://schemas.microsoft.com/office/drawing/2014/main" id="{B374809F-1ED7-4800-A505-0A19EDD07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9484" name="Text Box 28">
            <a:extLst>
              <a:ext uri="{FF2B5EF4-FFF2-40B4-BE49-F238E27FC236}">
                <a16:creationId xmlns:a16="http://schemas.microsoft.com/office/drawing/2014/main" id="{F6E8FC1F-ABDD-47DB-A1DA-C31887D4D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9485" name="Text Box 29">
            <a:extLst>
              <a:ext uri="{FF2B5EF4-FFF2-40B4-BE49-F238E27FC236}">
                <a16:creationId xmlns:a16="http://schemas.microsoft.com/office/drawing/2014/main" id="{941AB86C-B106-4CE9-9D8F-F5899DA5C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9486" name="Text Box 30">
            <a:extLst>
              <a:ext uri="{FF2B5EF4-FFF2-40B4-BE49-F238E27FC236}">
                <a16:creationId xmlns:a16="http://schemas.microsoft.com/office/drawing/2014/main" id="{3716BBF2-151C-43DB-BE2C-81F74AE90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19487" name="Text Box 31">
            <a:extLst>
              <a:ext uri="{FF2B5EF4-FFF2-40B4-BE49-F238E27FC236}">
                <a16:creationId xmlns:a16="http://schemas.microsoft.com/office/drawing/2014/main" id="{569F28FF-58E0-44B6-AFFD-6463DB952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9488" name="Text Box 32">
            <a:extLst>
              <a:ext uri="{FF2B5EF4-FFF2-40B4-BE49-F238E27FC236}">
                <a16:creationId xmlns:a16="http://schemas.microsoft.com/office/drawing/2014/main" id="{DBA7F4A9-6B01-4ED9-A903-C1255D120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19489" name="Text Box 33">
            <a:extLst>
              <a:ext uri="{FF2B5EF4-FFF2-40B4-BE49-F238E27FC236}">
                <a16:creationId xmlns:a16="http://schemas.microsoft.com/office/drawing/2014/main" id="{40F5950E-5C9B-41BE-AB38-DE05B606E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9490" name="Text Box 34">
            <a:extLst>
              <a:ext uri="{FF2B5EF4-FFF2-40B4-BE49-F238E27FC236}">
                <a16:creationId xmlns:a16="http://schemas.microsoft.com/office/drawing/2014/main" id="{8B1FAD3F-EA3C-4051-A264-DB48F3071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19491" name="Text Box 35">
            <a:extLst>
              <a:ext uri="{FF2B5EF4-FFF2-40B4-BE49-F238E27FC236}">
                <a16:creationId xmlns:a16="http://schemas.microsoft.com/office/drawing/2014/main" id="{BA273A2D-8974-4976-AA88-4969D3440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19492" name="Text Box 36">
            <a:extLst>
              <a:ext uri="{FF2B5EF4-FFF2-40B4-BE49-F238E27FC236}">
                <a16:creationId xmlns:a16="http://schemas.microsoft.com/office/drawing/2014/main" id="{040DDEDA-4C1E-415F-946B-5103ED458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19493" name="Text Box 37">
            <a:extLst>
              <a:ext uri="{FF2B5EF4-FFF2-40B4-BE49-F238E27FC236}">
                <a16:creationId xmlns:a16="http://schemas.microsoft.com/office/drawing/2014/main" id="{66D8F6BE-B054-4E3A-8241-AD6B95EE1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19494" name="Line 38">
            <a:extLst>
              <a:ext uri="{FF2B5EF4-FFF2-40B4-BE49-F238E27FC236}">
                <a16:creationId xmlns:a16="http://schemas.microsoft.com/office/drawing/2014/main" id="{1BC76A31-B96A-4902-BD07-87E012B475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5" name="Text Box 39">
            <a:extLst>
              <a:ext uri="{FF2B5EF4-FFF2-40B4-BE49-F238E27FC236}">
                <a16:creationId xmlns:a16="http://schemas.microsoft.com/office/drawing/2014/main" id="{E53BAF4C-4A37-4CBB-B040-CE290398A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19496" name="Text Box 40">
            <a:extLst>
              <a:ext uri="{FF2B5EF4-FFF2-40B4-BE49-F238E27FC236}">
                <a16:creationId xmlns:a16="http://schemas.microsoft.com/office/drawing/2014/main" id="{E8B62759-CCAC-4BD3-903C-97E66DC73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Update distances of adjacent, unselected nodes</a:t>
            </a:r>
          </a:p>
        </p:txBody>
      </p:sp>
      <p:graphicFrame>
        <p:nvGraphicFramePr>
          <p:cNvPr id="455721" name="Group 41">
            <a:extLst>
              <a:ext uri="{FF2B5EF4-FFF2-40B4-BE49-F238E27FC236}">
                <a16:creationId xmlns:a16="http://schemas.microsoft.com/office/drawing/2014/main" id="{068A0D74-3007-409A-B803-AFC8452EF9F9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H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549" name="Text Box 93">
            <a:extLst>
              <a:ext uri="{FF2B5EF4-FFF2-40B4-BE49-F238E27FC236}">
                <a16:creationId xmlns:a16="http://schemas.microsoft.com/office/drawing/2014/main" id="{8C3B6CDF-E850-49F2-B4BC-36C2BC55B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19550" name="Line 94">
            <a:extLst>
              <a:ext uri="{FF2B5EF4-FFF2-40B4-BE49-F238E27FC236}">
                <a16:creationId xmlns:a16="http://schemas.microsoft.com/office/drawing/2014/main" id="{C4B2A2A7-6DCA-4F1A-8013-4C95711966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1" name="Slide Number Placeholder 1">
            <a:extLst>
              <a:ext uri="{FF2B5EF4-FFF2-40B4-BE49-F238E27FC236}">
                <a16:creationId xmlns:a16="http://schemas.microsoft.com/office/drawing/2014/main" id="{DE5B935A-7B68-42EA-8939-DC8B2B8AD0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E1113F-F4F3-43CD-9EE6-D44A7F52606B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hi-IN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reeform 3">
            <a:extLst>
              <a:ext uri="{FF2B5EF4-FFF2-40B4-BE49-F238E27FC236}">
                <a16:creationId xmlns:a16="http://schemas.microsoft.com/office/drawing/2014/main" id="{51A0EC13-C274-40A1-85DA-169D9F693979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3" name="Text Box 4">
            <a:extLst>
              <a:ext uri="{FF2B5EF4-FFF2-40B4-BE49-F238E27FC236}">
                <a16:creationId xmlns:a16="http://schemas.microsoft.com/office/drawing/2014/main" id="{62E8D057-9F5E-49C2-AAE0-F190AA3E2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0484" name="Line 5">
            <a:extLst>
              <a:ext uri="{FF2B5EF4-FFF2-40B4-BE49-F238E27FC236}">
                <a16:creationId xmlns:a16="http://schemas.microsoft.com/office/drawing/2014/main" id="{50BCE9AE-A434-4106-9817-BB96C69317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5" name="Text Box 6">
            <a:extLst>
              <a:ext uri="{FF2B5EF4-FFF2-40B4-BE49-F238E27FC236}">
                <a16:creationId xmlns:a16="http://schemas.microsoft.com/office/drawing/2014/main" id="{2606B72D-03ED-417A-BB16-813A96BEB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20486" name="Line 7">
            <a:extLst>
              <a:ext uri="{FF2B5EF4-FFF2-40B4-BE49-F238E27FC236}">
                <a16:creationId xmlns:a16="http://schemas.microsoft.com/office/drawing/2014/main" id="{E6ADB432-DDD0-4244-B85F-1EEA84E017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8">
            <a:extLst>
              <a:ext uri="{FF2B5EF4-FFF2-40B4-BE49-F238E27FC236}">
                <a16:creationId xmlns:a16="http://schemas.microsoft.com/office/drawing/2014/main" id="{1C695781-0B49-49A5-B3CC-5B5D643800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9">
            <a:extLst>
              <a:ext uri="{FF2B5EF4-FFF2-40B4-BE49-F238E27FC236}">
                <a16:creationId xmlns:a16="http://schemas.microsoft.com/office/drawing/2014/main" id="{DFE3420D-439F-4C2A-9A00-4A5E1C7D16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10">
            <a:extLst>
              <a:ext uri="{FF2B5EF4-FFF2-40B4-BE49-F238E27FC236}">
                <a16:creationId xmlns:a16="http://schemas.microsoft.com/office/drawing/2014/main" id="{C21BD3EB-569F-49E9-A644-E1E6CD3FD8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11">
            <a:extLst>
              <a:ext uri="{FF2B5EF4-FFF2-40B4-BE49-F238E27FC236}">
                <a16:creationId xmlns:a16="http://schemas.microsoft.com/office/drawing/2014/main" id="{EC0ADAEF-7A59-4C76-ACC1-120A7F7792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12">
            <a:extLst>
              <a:ext uri="{FF2B5EF4-FFF2-40B4-BE49-F238E27FC236}">
                <a16:creationId xmlns:a16="http://schemas.microsoft.com/office/drawing/2014/main" id="{6D1466D6-5D81-4408-A01E-3818CCBBCF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Line 13">
            <a:extLst>
              <a:ext uri="{FF2B5EF4-FFF2-40B4-BE49-F238E27FC236}">
                <a16:creationId xmlns:a16="http://schemas.microsoft.com/office/drawing/2014/main" id="{83879007-AAA3-41FA-82E2-4EEFB996F62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3" name="Line 14">
            <a:extLst>
              <a:ext uri="{FF2B5EF4-FFF2-40B4-BE49-F238E27FC236}">
                <a16:creationId xmlns:a16="http://schemas.microsoft.com/office/drawing/2014/main" id="{823864C9-B80B-4BA1-BFBD-C231B88DB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4" name="Line 15">
            <a:extLst>
              <a:ext uri="{FF2B5EF4-FFF2-40B4-BE49-F238E27FC236}">
                <a16:creationId xmlns:a16="http://schemas.microsoft.com/office/drawing/2014/main" id="{1757A025-FD76-4D60-AE79-1B50D3D2C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5" name="Oval 16">
            <a:extLst>
              <a:ext uri="{FF2B5EF4-FFF2-40B4-BE49-F238E27FC236}">
                <a16:creationId xmlns:a16="http://schemas.microsoft.com/office/drawing/2014/main" id="{B10F1B6E-5E4F-40F3-AFBE-6F5DD730A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20496" name="Oval 17">
            <a:extLst>
              <a:ext uri="{FF2B5EF4-FFF2-40B4-BE49-F238E27FC236}">
                <a16:creationId xmlns:a16="http://schemas.microsoft.com/office/drawing/2014/main" id="{3F98CFEA-3580-4BA2-98E9-116753F36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20497" name="Oval 18">
            <a:extLst>
              <a:ext uri="{FF2B5EF4-FFF2-40B4-BE49-F238E27FC236}">
                <a16:creationId xmlns:a16="http://schemas.microsoft.com/office/drawing/2014/main" id="{CD44199F-0975-4F20-9CC0-5945EA4E2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20498" name="Oval 19">
            <a:extLst>
              <a:ext uri="{FF2B5EF4-FFF2-40B4-BE49-F238E27FC236}">
                <a16:creationId xmlns:a16="http://schemas.microsoft.com/office/drawing/2014/main" id="{BE65EB83-A6E2-4094-B611-C4A56BB44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20499" name="Oval 20">
            <a:extLst>
              <a:ext uri="{FF2B5EF4-FFF2-40B4-BE49-F238E27FC236}">
                <a16:creationId xmlns:a16="http://schemas.microsoft.com/office/drawing/2014/main" id="{E4E91680-5A39-4279-9804-422217F2A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20500" name="Oval 21">
            <a:extLst>
              <a:ext uri="{FF2B5EF4-FFF2-40B4-BE49-F238E27FC236}">
                <a16:creationId xmlns:a16="http://schemas.microsoft.com/office/drawing/2014/main" id="{39296823-08C7-42AB-BF80-F0978C493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20501" name="Oval 22">
            <a:extLst>
              <a:ext uri="{FF2B5EF4-FFF2-40B4-BE49-F238E27FC236}">
                <a16:creationId xmlns:a16="http://schemas.microsoft.com/office/drawing/2014/main" id="{10343B06-B3EE-433A-A469-4ECF1492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20502" name="Oval 23">
            <a:extLst>
              <a:ext uri="{FF2B5EF4-FFF2-40B4-BE49-F238E27FC236}">
                <a16:creationId xmlns:a16="http://schemas.microsoft.com/office/drawing/2014/main" id="{D2A4BBA2-7DF3-443A-8DC7-F46A4CFAF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20503" name="Oval 24">
            <a:extLst>
              <a:ext uri="{FF2B5EF4-FFF2-40B4-BE49-F238E27FC236}">
                <a16:creationId xmlns:a16="http://schemas.microsoft.com/office/drawing/2014/main" id="{E6FD410C-7165-4CDF-9674-B08E50AE6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20504" name="Line 25">
            <a:extLst>
              <a:ext uri="{FF2B5EF4-FFF2-40B4-BE49-F238E27FC236}">
                <a16:creationId xmlns:a16="http://schemas.microsoft.com/office/drawing/2014/main" id="{C757771E-0C87-4D59-90F3-533B714963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5" name="Line 26">
            <a:extLst>
              <a:ext uri="{FF2B5EF4-FFF2-40B4-BE49-F238E27FC236}">
                <a16:creationId xmlns:a16="http://schemas.microsoft.com/office/drawing/2014/main" id="{946C4B8B-B433-4798-9791-71EA4AB44C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6" name="Line 27">
            <a:extLst>
              <a:ext uri="{FF2B5EF4-FFF2-40B4-BE49-F238E27FC236}">
                <a16:creationId xmlns:a16="http://schemas.microsoft.com/office/drawing/2014/main" id="{43BAC184-CD32-4348-86D7-F3B8AF1E78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7" name="Text Box 28">
            <a:extLst>
              <a:ext uri="{FF2B5EF4-FFF2-40B4-BE49-F238E27FC236}">
                <a16:creationId xmlns:a16="http://schemas.microsoft.com/office/drawing/2014/main" id="{68E6BEE0-C7D0-4951-B43D-4EE1EDA60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20508" name="Text Box 29">
            <a:extLst>
              <a:ext uri="{FF2B5EF4-FFF2-40B4-BE49-F238E27FC236}">
                <a16:creationId xmlns:a16="http://schemas.microsoft.com/office/drawing/2014/main" id="{ACC3CDBD-0E69-4BDD-889D-207106EC7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0509" name="Text Box 30">
            <a:extLst>
              <a:ext uri="{FF2B5EF4-FFF2-40B4-BE49-F238E27FC236}">
                <a16:creationId xmlns:a16="http://schemas.microsoft.com/office/drawing/2014/main" id="{160E9005-9DD9-4547-BD06-FEEBDCB0A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20510" name="Text Box 31">
            <a:extLst>
              <a:ext uri="{FF2B5EF4-FFF2-40B4-BE49-F238E27FC236}">
                <a16:creationId xmlns:a16="http://schemas.microsoft.com/office/drawing/2014/main" id="{7A6D776B-B70F-400F-B663-FC3FD1798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20511" name="Text Box 32">
            <a:extLst>
              <a:ext uri="{FF2B5EF4-FFF2-40B4-BE49-F238E27FC236}">
                <a16:creationId xmlns:a16="http://schemas.microsoft.com/office/drawing/2014/main" id="{516E3C4F-D2F7-4307-919A-D106205FF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0512" name="Text Box 33">
            <a:extLst>
              <a:ext uri="{FF2B5EF4-FFF2-40B4-BE49-F238E27FC236}">
                <a16:creationId xmlns:a16="http://schemas.microsoft.com/office/drawing/2014/main" id="{FECF76C8-351B-4FDB-BEFC-8C35DE2C9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0513" name="Text Box 34">
            <a:extLst>
              <a:ext uri="{FF2B5EF4-FFF2-40B4-BE49-F238E27FC236}">
                <a16:creationId xmlns:a16="http://schemas.microsoft.com/office/drawing/2014/main" id="{CF5E98B9-941A-4284-918D-017EF399A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0514" name="Text Box 35">
            <a:extLst>
              <a:ext uri="{FF2B5EF4-FFF2-40B4-BE49-F238E27FC236}">
                <a16:creationId xmlns:a16="http://schemas.microsoft.com/office/drawing/2014/main" id="{665802AC-C4ED-4976-93D5-1BB7FFFE7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20515" name="Text Box 36">
            <a:extLst>
              <a:ext uri="{FF2B5EF4-FFF2-40B4-BE49-F238E27FC236}">
                <a16:creationId xmlns:a16="http://schemas.microsoft.com/office/drawing/2014/main" id="{29BD5CD0-4584-4674-AEF4-AA6BBCA93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20516" name="Text Box 37">
            <a:extLst>
              <a:ext uri="{FF2B5EF4-FFF2-40B4-BE49-F238E27FC236}">
                <a16:creationId xmlns:a16="http://schemas.microsoft.com/office/drawing/2014/main" id="{9046E6EE-1B4E-4336-BD88-375BD60EB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20517" name="Text Box 38">
            <a:extLst>
              <a:ext uri="{FF2B5EF4-FFF2-40B4-BE49-F238E27FC236}">
                <a16:creationId xmlns:a16="http://schemas.microsoft.com/office/drawing/2014/main" id="{2E272A6B-BF34-450F-B5EB-72D25A157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0518" name="Line 39">
            <a:extLst>
              <a:ext uri="{FF2B5EF4-FFF2-40B4-BE49-F238E27FC236}">
                <a16:creationId xmlns:a16="http://schemas.microsoft.com/office/drawing/2014/main" id="{E08E36AB-E06F-466E-8F2D-6504463949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9" name="Text Box 40">
            <a:extLst>
              <a:ext uri="{FF2B5EF4-FFF2-40B4-BE49-F238E27FC236}">
                <a16:creationId xmlns:a16="http://schemas.microsoft.com/office/drawing/2014/main" id="{D23AEE39-A6E8-494A-981D-8A4B74F48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20520" name="Text Box 41">
            <a:extLst>
              <a:ext uri="{FF2B5EF4-FFF2-40B4-BE49-F238E27FC236}">
                <a16:creationId xmlns:a16="http://schemas.microsoft.com/office/drawing/2014/main" id="{4D868903-1976-4774-A21C-4126631AB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node with minimum distance</a:t>
            </a:r>
          </a:p>
        </p:txBody>
      </p:sp>
      <p:graphicFrame>
        <p:nvGraphicFramePr>
          <p:cNvPr id="440362" name="Group 42">
            <a:extLst>
              <a:ext uri="{FF2B5EF4-FFF2-40B4-BE49-F238E27FC236}">
                <a16:creationId xmlns:a16="http://schemas.microsoft.com/office/drawing/2014/main" id="{C1AE1135-9A0E-4B39-9AA8-30FE59B730B9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H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573" name="Text Box 94">
            <a:extLst>
              <a:ext uri="{FF2B5EF4-FFF2-40B4-BE49-F238E27FC236}">
                <a16:creationId xmlns:a16="http://schemas.microsoft.com/office/drawing/2014/main" id="{8373D3AE-DAA8-4780-9423-EA0E49953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0574" name="Line 95">
            <a:extLst>
              <a:ext uri="{FF2B5EF4-FFF2-40B4-BE49-F238E27FC236}">
                <a16:creationId xmlns:a16="http://schemas.microsoft.com/office/drawing/2014/main" id="{F516EA89-78C1-4FCA-98F6-130C905AA9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5" name="Slide Number Placeholder 1">
            <a:extLst>
              <a:ext uri="{FF2B5EF4-FFF2-40B4-BE49-F238E27FC236}">
                <a16:creationId xmlns:a16="http://schemas.microsoft.com/office/drawing/2014/main" id="{EC3EAB44-15B7-45AD-8C42-5CBF6FE70C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8AB368-04F9-4B07-8508-08CAFDA985E5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hi-IN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reeform 2">
            <a:extLst>
              <a:ext uri="{FF2B5EF4-FFF2-40B4-BE49-F238E27FC236}">
                <a16:creationId xmlns:a16="http://schemas.microsoft.com/office/drawing/2014/main" id="{F65274C0-EF2E-454A-8D23-A0DDB3821D4B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BECC6443-F106-4CAF-8456-91E3AEAEF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1508" name="Line 4">
            <a:extLst>
              <a:ext uri="{FF2B5EF4-FFF2-40B4-BE49-F238E27FC236}">
                <a16:creationId xmlns:a16="http://schemas.microsoft.com/office/drawing/2014/main" id="{0766F541-C8DE-491D-A9A8-62C7AAAF20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910C293B-7500-4DC4-8AFE-F809A5A3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21510" name="Line 6">
            <a:extLst>
              <a:ext uri="{FF2B5EF4-FFF2-40B4-BE49-F238E27FC236}">
                <a16:creationId xmlns:a16="http://schemas.microsoft.com/office/drawing/2014/main" id="{6DE1096C-F60C-42FC-8729-7546789BD1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Line 7">
            <a:extLst>
              <a:ext uri="{FF2B5EF4-FFF2-40B4-BE49-F238E27FC236}">
                <a16:creationId xmlns:a16="http://schemas.microsoft.com/office/drawing/2014/main" id="{621FD127-6362-484C-9576-C4EF234A8D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Line 8">
            <a:extLst>
              <a:ext uri="{FF2B5EF4-FFF2-40B4-BE49-F238E27FC236}">
                <a16:creationId xmlns:a16="http://schemas.microsoft.com/office/drawing/2014/main" id="{67089361-5900-44A5-9CDB-AD48C3064C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9">
            <a:extLst>
              <a:ext uri="{FF2B5EF4-FFF2-40B4-BE49-F238E27FC236}">
                <a16:creationId xmlns:a16="http://schemas.microsoft.com/office/drawing/2014/main" id="{2171D93E-5464-4271-B834-29CA523842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4" name="Line 10">
            <a:extLst>
              <a:ext uri="{FF2B5EF4-FFF2-40B4-BE49-F238E27FC236}">
                <a16:creationId xmlns:a16="http://schemas.microsoft.com/office/drawing/2014/main" id="{40BCB3A7-9D2D-4C66-9CCA-C6DDB3F608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Line 11">
            <a:extLst>
              <a:ext uri="{FF2B5EF4-FFF2-40B4-BE49-F238E27FC236}">
                <a16:creationId xmlns:a16="http://schemas.microsoft.com/office/drawing/2014/main" id="{AB39501F-38CB-4466-BFC1-8D31A3C7CA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2">
            <a:extLst>
              <a:ext uri="{FF2B5EF4-FFF2-40B4-BE49-F238E27FC236}">
                <a16:creationId xmlns:a16="http://schemas.microsoft.com/office/drawing/2014/main" id="{4BEC490E-A085-425A-A67C-BD1161FE13D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7" name="Line 13">
            <a:extLst>
              <a:ext uri="{FF2B5EF4-FFF2-40B4-BE49-F238E27FC236}">
                <a16:creationId xmlns:a16="http://schemas.microsoft.com/office/drawing/2014/main" id="{6955C4B8-61D3-4603-B6C7-F2842ABEC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8" name="Line 14">
            <a:extLst>
              <a:ext uri="{FF2B5EF4-FFF2-40B4-BE49-F238E27FC236}">
                <a16:creationId xmlns:a16="http://schemas.microsoft.com/office/drawing/2014/main" id="{49351D16-AE73-44DC-B6E9-C0B965A1C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9" name="Oval 15">
            <a:extLst>
              <a:ext uri="{FF2B5EF4-FFF2-40B4-BE49-F238E27FC236}">
                <a16:creationId xmlns:a16="http://schemas.microsoft.com/office/drawing/2014/main" id="{38675164-51DF-47A6-9B27-AD9474602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21520" name="Oval 16">
            <a:extLst>
              <a:ext uri="{FF2B5EF4-FFF2-40B4-BE49-F238E27FC236}">
                <a16:creationId xmlns:a16="http://schemas.microsoft.com/office/drawing/2014/main" id="{A968F19D-988F-4C17-9F3F-11C61AABC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21521" name="Oval 17">
            <a:extLst>
              <a:ext uri="{FF2B5EF4-FFF2-40B4-BE49-F238E27FC236}">
                <a16:creationId xmlns:a16="http://schemas.microsoft.com/office/drawing/2014/main" id="{CA08D468-4532-4258-9A4A-F24D531C9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21522" name="Oval 18">
            <a:extLst>
              <a:ext uri="{FF2B5EF4-FFF2-40B4-BE49-F238E27FC236}">
                <a16:creationId xmlns:a16="http://schemas.microsoft.com/office/drawing/2014/main" id="{DC9E2DAF-64DD-4107-BB16-625F65EAE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21523" name="Oval 19">
            <a:extLst>
              <a:ext uri="{FF2B5EF4-FFF2-40B4-BE49-F238E27FC236}">
                <a16:creationId xmlns:a16="http://schemas.microsoft.com/office/drawing/2014/main" id="{3CA7D948-9AD4-4BEA-AFAA-43738B6C2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21524" name="Oval 20">
            <a:extLst>
              <a:ext uri="{FF2B5EF4-FFF2-40B4-BE49-F238E27FC236}">
                <a16:creationId xmlns:a16="http://schemas.microsoft.com/office/drawing/2014/main" id="{39AE06CA-E9E5-4A6D-9FE0-6CF39FE7F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21525" name="Oval 21">
            <a:extLst>
              <a:ext uri="{FF2B5EF4-FFF2-40B4-BE49-F238E27FC236}">
                <a16:creationId xmlns:a16="http://schemas.microsoft.com/office/drawing/2014/main" id="{D1B60B32-8FC1-4837-A109-1A61F93BB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21526" name="Oval 22">
            <a:extLst>
              <a:ext uri="{FF2B5EF4-FFF2-40B4-BE49-F238E27FC236}">
                <a16:creationId xmlns:a16="http://schemas.microsoft.com/office/drawing/2014/main" id="{7757EAEA-CB59-4422-B361-BE42EAC61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21527" name="Oval 23">
            <a:extLst>
              <a:ext uri="{FF2B5EF4-FFF2-40B4-BE49-F238E27FC236}">
                <a16:creationId xmlns:a16="http://schemas.microsoft.com/office/drawing/2014/main" id="{CB088246-CC74-4C1A-9D7D-E3BF9B05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21528" name="Line 24">
            <a:extLst>
              <a:ext uri="{FF2B5EF4-FFF2-40B4-BE49-F238E27FC236}">
                <a16:creationId xmlns:a16="http://schemas.microsoft.com/office/drawing/2014/main" id="{23537092-A8B7-44E1-BBC8-B71247BD1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9" name="Line 25">
            <a:extLst>
              <a:ext uri="{FF2B5EF4-FFF2-40B4-BE49-F238E27FC236}">
                <a16:creationId xmlns:a16="http://schemas.microsoft.com/office/drawing/2014/main" id="{1046DA58-78E9-4916-B9F7-5FA54C6E66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Line 26">
            <a:extLst>
              <a:ext uri="{FF2B5EF4-FFF2-40B4-BE49-F238E27FC236}">
                <a16:creationId xmlns:a16="http://schemas.microsoft.com/office/drawing/2014/main" id="{D99C1DDC-F5E8-4D8F-AECD-47E78562D9B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1" name="Text Box 27">
            <a:extLst>
              <a:ext uri="{FF2B5EF4-FFF2-40B4-BE49-F238E27FC236}">
                <a16:creationId xmlns:a16="http://schemas.microsoft.com/office/drawing/2014/main" id="{F7574BBA-DA1A-4CAD-822D-239F5FB4B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21532" name="Text Box 28">
            <a:extLst>
              <a:ext uri="{FF2B5EF4-FFF2-40B4-BE49-F238E27FC236}">
                <a16:creationId xmlns:a16="http://schemas.microsoft.com/office/drawing/2014/main" id="{15D273F0-9DF6-4C11-BE86-81F6B1978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1533" name="Text Box 29">
            <a:extLst>
              <a:ext uri="{FF2B5EF4-FFF2-40B4-BE49-F238E27FC236}">
                <a16:creationId xmlns:a16="http://schemas.microsoft.com/office/drawing/2014/main" id="{39D7C864-516E-4096-9979-8EA94A66D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21534" name="Text Box 30">
            <a:extLst>
              <a:ext uri="{FF2B5EF4-FFF2-40B4-BE49-F238E27FC236}">
                <a16:creationId xmlns:a16="http://schemas.microsoft.com/office/drawing/2014/main" id="{411D08A1-C6BD-465E-90C5-1CD9BB5DC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21535" name="Text Box 31">
            <a:extLst>
              <a:ext uri="{FF2B5EF4-FFF2-40B4-BE49-F238E27FC236}">
                <a16:creationId xmlns:a16="http://schemas.microsoft.com/office/drawing/2014/main" id="{EEF1F55E-B520-4A0D-AB37-149D0F262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1536" name="Text Box 32">
            <a:extLst>
              <a:ext uri="{FF2B5EF4-FFF2-40B4-BE49-F238E27FC236}">
                <a16:creationId xmlns:a16="http://schemas.microsoft.com/office/drawing/2014/main" id="{0D22D45C-1023-46C4-B920-FE4845F6E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1537" name="Text Box 33">
            <a:extLst>
              <a:ext uri="{FF2B5EF4-FFF2-40B4-BE49-F238E27FC236}">
                <a16:creationId xmlns:a16="http://schemas.microsoft.com/office/drawing/2014/main" id="{D4AE3BDF-0E4E-476C-A40F-4C5643D3A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1538" name="Text Box 34">
            <a:extLst>
              <a:ext uri="{FF2B5EF4-FFF2-40B4-BE49-F238E27FC236}">
                <a16:creationId xmlns:a16="http://schemas.microsoft.com/office/drawing/2014/main" id="{16B6AF39-F048-42BB-AFDA-769EF471B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21539" name="Text Box 35">
            <a:extLst>
              <a:ext uri="{FF2B5EF4-FFF2-40B4-BE49-F238E27FC236}">
                <a16:creationId xmlns:a16="http://schemas.microsoft.com/office/drawing/2014/main" id="{45E5E819-137F-4098-BC0A-777ED3F05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21540" name="Text Box 36">
            <a:extLst>
              <a:ext uri="{FF2B5EF4-FFF2-40B4-BE49-F238E27FC236}">
                <a16:creationId xmlns:a16="http://schemas.microsoft.com/office/drawing/2014/main" id="{361AEF63-8FA6-4DC2-8AA4-1759BF863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21541" name="Text Box 37">
            <a:extLst>
              <a:ext uri="{FF2B5EF4-FFF2-40B4-BE49-F238E27FC236}">
                <a16:creationId xmlns:a16="http://schemas.microsoft.com/office/drawing/2014/main" id="{6E80A2DD-AEBE-4F3A-8BEA-159830C70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1542" name="Line 38">
            <a:extLst>
              <a:ext uri="{FF2B5EF4-FFF2-40B4-BE49-F238E27FC236}">
                <a16:creationId xmlns:a16="http://schemas.microsoft.com/office/drawing/2014/main" id="{AFCFDC52-E574-47CC-B953-701689FB13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3" name="Text Box 39">
            <a:extLst>
              <a:ext uri="{FF2B5EF4-FFF2-40B4-BE49-F238E27FC236}">
                <a16:creationId xmlns:a16="http://schemas.microsoft.com/office/drawing/2014/main" id="{83504C2E-1400-4819-A91B-210000DD6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21544" name="Text Box 40">
            <a:extLst>
              <a:ext uri="{FF2B5EF4-FFF2-40B4-BE49-F238E27FC236}">
                <a16:creationId xmlns:a16="http://schemas.microsoft.com/office/drawing/2014/main" id="{F535264C-AA40-4265-80E8-13572F8D8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Update distances of adjacent, unselected nodes</a:t>
            </a:r>
          </a:p>
        </p:txBody>
      </p:sp>
      <p:graphicFrame>
        <p:nvGraphicFramePr>
          <p:cNvPr id="442409" name="Group 41">
            <a:extLst>
              <a:ext uri="{FF2B5EF4-FFF2-40B4-BE49-F238E27FC236}">
                <a16:creationId xmlns:a16="http://schemas.microsoft.com/office/drawing/2014/main" id="{999EBA0D-8C0D-4CA8-BF3C-8816025A9EE3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H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597" name="Text Box 93">
            <a:extLst>
              <a:ext uri="{FF2B5EF4-FFF2-40B4-BE49-F238E27FC236}">
                <a16:creationId xmlns:a16="http://schemas.microsoft.com/office/drawing/2014/main" id="{6222026E-9804-4BF1-AEEB-F15C409D2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1598" name="Line 94">
            <a:extLst>
              <a:ext uri="{FF2B5EF4-FFF2-40B4-BE49-F238E27FC236}">
                <a16:creationId xmlns:a16="http://schemas.microsoft.com/office/drawing/2014/main" id="{DFD44BB8-7CB2-4CFB-9A89-492FA5F6D6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9" name="Text Box 96">
            <a:extLst>
              <a:ext uri="{FF2B5EF4-FFF2-40B4-BE49-F238E27FC236}">
                <a16:creationId xmlns:a16="http://schemas.microsoft.com/office/drawing/2014/main" id="{45C45088-935E-4C86-A1AB-F11C4CA69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029200"/>
            <a:ext cx="281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Table entries unchanged</a:t>
            </a:r>
          </a:p>
        </p:txBody>
      </p:sp>
      <p:sp>
        <p:nvSpPr>
          <p:cNvPr id="21600" name="Slide Number Placeholder 1">
            <a:extLst>
              <a:ext uri="{FF2B5EF4-FFF2-40B4-BE49-F238E27FC236}">
                <a16:creationId xmlns:a16="http://schemas.microsoft.com/office/drawing/2014/main" id="{C552BA65-485A-46D6-9475-F35B9CE1D5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1FB1B2-B4DD-4259-9C98-3069C22B8F92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hi-IN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reeform 2">
            <a:extLst>
              <a:ext uri="{FF2B5EF4-FFF2-40B4-BE49-F238E27FC236}">
                <a16:creationId xmlns:a16="http://schemas.microsoft.com/office/drawing/2014/main" id="{8C45A3EC-15B1-4800-8C20-9630321E1F0E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DA47C8D2-74E2-4659-8D9B-C8F482B8C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2532" name="Line 4">
            <a:extLst>
              <a:ext uri="{FF2B5EF4-FFF2-40B4-BE49-F238E27FC236}">
                <a16:creationId xmlns:a16="http://schemas.microsoft.com/office/drawing/2014/main" id="{2CE9DDAB-9796-4A9C-AB40-7D8906F490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82E776F6-CF0E-4463-9416-E19BAE9D2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25</a:t>
            </a:r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4976CB69-478F-40AC-9F2D-9C3727D85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5" name="Line 7">
            <a:extLst>
              <a:ext uri="{FF2B5EF4-FFF2-40B4-BE49-F238E27FC236}">
                <a16:creationId xmlns:a16="http://schemas.microsoft.com/office/drawing/2014/main" id="{CD337D52-0A28-4617-999B-C2689C3218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6" name="Line 8">
            <a:extLst>
              <a:ext uri="{FF2B5EF4-FFF2-40B4-BE49-F238E27FC236}">
                <a16:creationId xmlns:a16="http://schemas.microsoft.com/office/drawing/2014/main" id="{20811ED9-1789-4E9E-8691-0DED0E352F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7" name="Line 9">
            <a:extLst>
              <a:ext uri="{FF2B5EF4-FFF2-40B4-BE49-F238E27FC236}">
                <a16:creationId xmlns:a16="http://schemas.microsoft.com/office/drawing/2014/main" id="{074D786C-F7BA-44B8-9B64-52351ECBF3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8" name="Line 10">
            <a:extLst>
              <a:ext uri="{FF2B5EF4-FFF2-40B4-BE49-F238E27FC236}">
                <a16:creationId xmlns:a16="http://schemas.microsoft.com/office/drawing/2014/main" id="{5E084D44-36C8-4C8B-ADB4-33F607CEDB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Line 11">
            <a:extLst>
              <a:ext uri="{FF2B5EF4-FFF2-40B4-BE49-F238E27FC236}">
                <a16:creationId xmlns:a16="http://schemas.microsoft.com/office/drawing/2014/main" id="{FEE433D2-5F57-43EF-8FDE-997D7B9DD4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12">
            <a:extLst>
              <a:ext uri="{FF2B5EF4-FFF2-40B4-BE49-F238E27FC236}">
                <a16:creationId xmlns:a16="http://schemas.microsoft.com/office/drawing/2014/main" id="{AF388640-713E-49BF-BB38-97698DD88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Line 13">
            <a:extLst>
              <a:ext uri="{FF2B5EF4-FFF2-40B4-BE49-F238E27FC236}">
                <a16:creationId xmlns:a16="http://schemas.microsoft.com/office/drawing/2014/main" id="{E71181BB-8DB3-44B1-B41A-F766DE939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24909638-98A1-4658-98DD-4F5B1474E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3" name="Oval 15">
            <a:extLst>
              <a:ext uri="{FF2B5EF4-FFF2-40B4-BE49-F238E27FC236}">
                <a16:creationId xmlns:a16="http://schemas.microsoft.com/office/drawing/2014/main" id="{691457CB-9FDF-4A22-A77A-02387BE02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22544" name="Oval 16">
            <a:extLst>
              <a:ext uri="{FF2B5EF4-FFF2-40B4-BE49-F238E27FC236}">
                <a16:creationId xmlns:a16="http://schemas.microsoft.com/office/drawing/2014/main" id="{9AB4B2E0-FD6B-488A-99AA-1394DB9F0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22545" name="Oval 17">
            <a:extLst>
              <a:ext uri="{FF2B5EF4-FFF2-40B4-BE49-F238E27FC236}">
                <a16:creationId xmlns:a16="http://schemas.microsoft.com/office/drawing/2014/main" id="{27028AE6-BB51-4F74-88BC-209C25C2F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22546" name="Oval 18">
            <a:extLst>
              <a:ext uri="{FF2B5EF4-FFF2-40B4-BE49-F238E27FC236}">
                <a16:creationId xmlns:a16="http://schemas.microsoft.com/office/drawing/2014/main" id="{F661EE46-6F8F-48A4-B6E0-116E551BD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22547" name="Oval 19">
            <a:extLst>
              <a:ext uri="{FF2B5EF4-FFF2-40B4-BE49-F238E27FC236}">
                <a16:creationId xmlns:a16="http://schemas.microsoft.com/office/drawing/2014/main" id="{EB30063D-A3BC-4593-B50D-6E55592F4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22548" name="Oval 20">
            <a:extLst>
              <a:ext uri="{FF2B5EF4-FFF2-40B4-BE49-F238E27FC236}">
                <a16:creationId xmlns:a16="http://schemas.microsoft.com/office/drawing/2014/main" id="{6942CFDB-D9AE-4F56-8BAD-AD3F65C19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22549" name="Oval 21">
            <a:extLst>
              <a:ext uri="{FF2B5EF4-FFF2-40B4-BE49-F238E27FC236}">
                <a16:creationId xmlns:a16="http://schemas.microsoft.com/office/drawing/2014/main" id="{E7E639BC-4C2E-4B03-911A-A5CE79C64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22550" name="Oval 22">
            <a:extLst>
              <a:ext uri="{FF2B5EF4-FFF2-40B4-BE49-F238E27FC236}">
                <a16:creationId xmlns:a16="http://schemas.microsoft.com/office/drawing/2014/main" id="{BF32A09A-1EE4-4784-A0BC-5B01A3C74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22551" name="Oval 23">
            <a:extLst>
              <a:ext uri="{FF2B5EF4-FFF2-40B4-BE49-F238E27FC236}">
                <a16:creationId xmlns:a16="http://schemas.microsoft.com/office/drawing/2014/main" id="{FF8210C9-2407-4ADD-B37E-BA0D88FB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22552" name="Line 24">
            <a:extLst>
              <a:ext uri="{FF2B5EF4-FFF2-40B4-BE49-F238E27FC236}">
                <a16:creationId xmlns:a16="http://schemas.microsoft.com/office/drawing/2014/main" id="{8A793715-3B1F-4C38-8772-340419DB1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3" name="Line 25">
            <a:extLst>
              <a:ext uri="{FF2B5EF4-FFF2-40B4-BE49-F238E27FC236}">
                <a16:creationId xmlns:a16="http://schemas.microsoft.com/office/drawing/2014/main" id="{39E260BB-7584-4910-B818-B0A7E9E42A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4" name="Line 26">
            <a:extLst>
              <a:ext uri="{FF2B5EF4-FFF2-40B4-BE49-F238E27FC236}">
                <a16:creationId xmlns:a16="http://schemas.microsoft.com/office/drawing/2014/main" id="{F88F3470-8C46-47DD-9B28-D49281C383E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5" name="Text Box 27">
            <a:extLst>
              <a:ext uri="{FF2B5EF4-FFF2-40B4-BE49-F238E27FC236}">
                <a16:creationId xmlns:a16="http://schemas.microsoft.com/office/drawing/2014/main" id="{B2BB3A0F-A3FE-43F7-9052-A9D7C58D5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22556" name="Text Box 28">
            <a:extLst>
              <a:ext uri="{FF2B5EF4-FFF2-40B4-BE49-F238E27FC236}">
                <a16:creationId xmlns:a16="http://schemas.microsoft.com/office/drawing/2014/main" id="{57ED18B5-7549-4CE0-BDFB-1880DD9B6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2557" name="Text Box 29">
            <a:extLst>
              <a:ext uri="{FF2B5EF4-FFF2-40B4-BE49-F238E27FC236}">
                <a16:creationId xmlns:a16="http://schemas.microsoft.com/office/drawing/2014/main" id="{A62600D9-18A0-4443-A7DE-28EDFC61D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22558" name="Text Box 30">
            <a:extLst>
              <a:ext uri="{FF2B5EF4-FFF2-40B4-BE49-F238E27FC236}">
                <a16:creationId xmlns:a16="http://schemas.microsoft.com/office/drawing/2014/main" id="{8A2DC9F5-8C0A-4A18-B4BE-EBCDCAF65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18</a:t>
            </a:r>
          </a:p>
        </p:txBody>
      </p:sp>
      <p:sp>
        <p:nvSpPr>
          <p:cNvPr id="22559" name="Text Box 31">
            <a:extLst>
              <a:ext uri="{FF2B5EF4-FFF2-40B4-BE49-F238E27FC236}">
                <a16:creationId xmlns:a16="http://schemas.microsoft.com/office/drawing/2014/main" id="{5621BA4C-3D14-4FA3-886D-F316C192A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2560" name="Text Box 32">
            <a:extLst>
              <a:ext uri="{FF2B5EF4-FFF2-40B4-BE49-F238E27FC236}">
                <a16:creationId xmlns:a16="http://schemas.microsoft.com/office/drawing/2014/main" id="{C69F9200-8150-40AC-B72C-FE5F50DE4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2561" name="Text Box 33">
            <a:extLst>
              <a:ext uri="{FF2B5EF4-FFF2-40B4-BE49-F238E27FC236}">
                <a16:creationId xmlns:a16="http://schemas.microsoft.com/office/drawing/2014/main" id="{27C9E392-1E2C-475C-9DA8-C0B13A9B0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2562" name="Text Box 34">
            <a:extLst>
              <a:ext uri="{FF2B5EF4-FFF2-40B4-BE49-F238E27FC236}">
                <a16:creationId xmlns:a16="http://schemas.microsoft.com/office/drawing/2014/main" id="{A2851472-35F6-43EA-97D7-C84C9AE0E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7</a:t>
            </a:r>
          </a:p>
        </p:txBody>
      </p:sp>
      <p:sp>
        <p:nvSpPr>
          <p:cNvPr id="22563" name="Text Box 35">
            <a:extLst>
              <a:ext uri="{FF2B5EF4-FFF2-40B4-BE49-F238E27FC236}">
                <a16:creationId xmlns:a16="http://schemas.microsoft.com/office/drawing/2014/main" id="{3623C323-456E-4168-8754-DBEEA4000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22564" name="Text Box 36">
            <a:extLst>
              <a:ext uri="{FF2B5EF4-FFF2-40B4-BE49-F238E27FC236}">
                <a16:creationId xmlns:a16="http://schemas.microsoft.com/office/drawing/2014/main" id="{6B3FE7FF-BDDC-49DF-82D9-3AC756AD8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9</a:t>
            </a:r>
          </a:p>
        </p:txBody>
      </p:sp>
      <p:sp>
        <p:nvSpPr>
          <p:cNvPr id="22565" name="Text Box 37">
            <a:extLst>
              <a:ext uri="{FF2B5EF4-FFF2-40B4-BE49-F238E27FC236}">
                <a16:creationId xmlns:a16="http://schemas.microsoft.com/office/drawing/2014/main" id="{57365DF4-574D-4615-8CBA-516AD0497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2566" name="Line 38">
            <a:extLst>
              <a:ext uri="{FF2B5EF4-FFF2-40B4-BE49-F238E27FC236}">
                <a16:creationId xmlns:a16="http://schemas.microsoft.com/office/drawing/2014/main" id="{814E96A9-7F60-4335-8182-E1C3EB90D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7" name="Text Box 39">
            <a:extLst>
              <a:ext uri="{FF2B5EF4-FFF2-40B4-BE49-F238E27FC236}">
                <a16:creationId xmlns:a16="http://schemas.microsoft.com/office/drawing/2014/main" id="{2098B5C7-FB9D-4F11-BBC8-9702D2A9A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22568" name="Text Box 40">
            <a:extLst>
              <a:ext uri="{FF2B5EF4-FFF2-40B4-BE49-F238E27FC236}">
                <a16:creationId xmlns:a16="http://schemas.microsoft.com/office/drawing/2014/main" id="{C37A1306-057C-446B-9FD8-64113DF44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node with minimum distance</a:t>
            </a:r>
          </a:p>
        </p:txBody>
      </p:sp>
      <p:graphicFrame>
        <p:nvGraphicFramePr>
          <p:cNvPr id="443433" name="Group 41">
            <a:extLst>
              <a:ext uri="{FF2B5EF4-FFF2-40B4-BE49-F238E27FC236}">
                <a16:creationId xmlns:a16="http://schemas.microsoft.com/office/drawing/2014/main" id="{53D0344D-D990-4512-B065-B913974BD4D9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H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621" name="Text Box 93">
            <a:extLst>
              <a:ext uri="{FF2B5EF4-FFF2-40B4-BE49-F238E27FC236}">
                <a16:creationId xmlns:a16="http://schemas.microsoft.com/office/drawing/2014/main" id="{F5F1BA49-B430-4877-9942-0546F8C50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2622" name="Line 94">
            <a:extLst>
              <a:ext uri="{FF2B5EF4-FFF2-40B4-BE49-F238E27FC236}">
                <a16:creationId xmlns:a16="http://schemas.microsoft.com/office/drawing/2014/main" id="{8EFA0F27-E87F-4C14-82D5-059902063A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23" name="Slide Number Placeholder 1">
            <a:extLst>
              <a:ext uri="{FF2B5EF4-FFF2-40B4-BE49-F238E27FC236}">
                <a16:creationId xmlns:a16="http://schemas.microsoft.com/office/drawing/2014/main" id="{27884742-897C-4BF6-AF54-8FE8BDFD07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3EE200-3B42-48C4-9F6C-E381099FB49E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hi-IN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reeform 2">
            <a:extLst>
              <a:ext uri="{FF2B5EF4-FFF2-40B4-BE49-F238E27FC236}">
                <a16:creationId xmlns:a16="http://schemas.microsoft.com/office/drawing/2014/main" id="{A8C312AC-D85E-44A8-ADCA-8E75C770BCE2}"/>
              </a:ext>
            </a:extLst>
          </p:cNvPr>
          <p:cNvSpPr>
            <a:spLocks/>
          </p:cNvSpPr>
          <p:nvPr/>
        </p:nvSpPr>
        <p:spPr bwMode="auto">
          <a:xfrm>
            <a:off x="2057400" y="1447800"/>
            <a:ext cx="2057400" cy="2514600"/>
          </a:xfrm>
          <a:custGeom>
            <a:avLst/>
            <a:gdLst>
              <a:gd name="T0" fmla="*/ 0 w 1296"/>
              <a:gd name="T1" fmla="*/ 2147483646 h 1584"/>
              <a:gd name="T2" fmla="*/ 2147483646 w 1296"/>
              <a:gd name="T3" fmla="*/ 0 h 1584"/>
              <a:gd name="T4" fmla="*/ 2147483646 w 1296"/>
              <a:gd name="T5" fmla="*/ 2147483646 h 1584"/>
              <a:gd name="T6" fmla="*/ 2147483646 w 1296"/>
              <a:gd name="T7" fmla="*/ 2147483646 h 1584"/>
              <a:gd name="T8" fmla="*/ 2147483646 w 1296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1584"/>
              <a:gd name="T17" fmla="*/ 1296 w 1296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1584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AE0E5B42-D77B-4A2E-9B68-50899FE54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3556" name="Line 7">
            <a:extLst>
              <a:ext uri="{FF2B5EF4-FFF2-40B4-BE49-F238E27FC236}">
                <a16:creationId xmlns:a16="http://schemas.microsoft.com/office/drawing/2014/main" id="{D9D80312-C39C-416F-A8A3-27CAAD22C8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7" name="Line 10">
            <a:extLst>
              <a:ext uri="{FF2B5EF4-FFF2-40B4-BE49-F238E27FC236}">
                <a16:creationId xmlns:a16="http://schemas.microsoft.com/office/drawing/2014/main" id="{44299ADB-685B-4E72-ACB3-606405C537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4478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8" name="Line 11">
            <a:extLst>
              <a:ext uri="{FF2B5EF4-FFF2-40B4-BE49-F238E27FC236}">
                <a16:creationId xmlns:a16="http://schemas.microsoft.com/office/drawing/2014/main" id="{1FFC76C3-C4E8-4EDD-A2A0-4AC0FAACBA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9" name="Line 13">
            <a:extLst>
              <a:ext uri="{FF2B5EF4-FFF2-40B4-BE49-F238E27FC236}">
                <a16:creationId xmlns:a16="http://schemas.microsoft.com/office/drawing/2014/main" id="{FA950F5F-7296-4BBC-9929-C41CEC69F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717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0" name="Line 14">
            <a:extLst>
              <a:ext uri="{FF2B5EF4-FFF2-40B4-BE49-F238E27FC236}">
                <a16:creationId xmlns:a16="http://schemas.microsoft.com/office/drawing/2014/main" id="{F063F114-5F4A-4F04-8DED-7F23D7951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1" name="Oval 15">
            <a:extLst>
              <a:ext uri="{FF2B5EF4-FFF2-40B4-BE49-F238E27FC236}">
                <a16:creationId xmlns:a16="http://schemas.microsoft.com/office/drawing/2014/main" id="{C5A69BD6-F664-467E-9673-99BF721A2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23562" name="Oval 16">
            <a:extLst>
              <a:ext uri="{FF2B5EF4-FFF2-40B4-BE49-F238E27FC236}">
                <a16:creationId xmlns:a16="http://schemas.microsoft.com/office/drawing/2014/main" id="{16D27474-E4A8-4BE7-AEF6-DBA39399D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23563" name="Oval 17">
            <a:extLst>
              <a:ext uri="{FF2B5EF4-FFF2-40B4-BE49-F238E27FC236}">
                <a16:creationId xmlns:a16="http://schemas.microsoft.com/office/drawing/2014/main" id="{16AE273F-C145-4C22-B559-DC1C5D846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23564" name="Oval 18">
            <a:extLst>
              <a:ext uri="{FF2B5EF4-FFF2-40B4-BE49-F238E27FC236}">
                <a16:creationId xmlns:a16="http://schemas.microsoft.com/office/drawing/2014/main" id="{DE7A4DE8-EB4D-44DF-8CAE-A6BD97BE4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23565" name="Oval 19">
            <a:extLst>
              <a:ext uri="{FF2B5EF4-FFF2-40B4-BE49-F238E27FC236}">
                <a16:creationId xmlns:a16="http://schemas.microsoft.com/office/drawing/2014/main" id="{6D7BB812-F521-4581-B962-FD2F70672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23566" name="Oval 20">
            <a:extLst>
              <a:ext uri="{FF2B5EF4-FFF2-40B4-BE49-F238E27FC236}">
                <a16:creationId xmlns:a16="http://schemas.microsoft.com/office/drawing/2014/main" id="{F7C8FFE8-E0B4-47D6-A24C-F877B2D04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23567" name="Oval 21">
            <a:extLst>
              <a:ext uri="{FF2B5EF4-FFF2-40B4-BE49-F238E27FC236}">
                <a16:creationId xmlns:a16="http://schemas.microsoft.com/office/drawing/2014/main" id="{D7B97392-D683-49C7-A2AC-731698446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23568" name="Oval 22">
            <a:extLst>
              <a:ext uri="{FF2B5EF4-FFF2-40B4-BE49-F238E27FC236}">
                <a16:creationId xmlns:a16="http://schemas.microsoft.com/office/drawing/2014/main" id="{526AF49D-8BC7-4777-AE2E-B330A546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23569" name="Oval 23">
            <a:extLst>
              <a:ext uri="{FF2B5EF4-FFF2-40B4-BE49-F238E27FC236}">
                <a16:creationId xmlns:a16="http://schemas.microsoft.com/office/drawing/2014/main" id="{F8DB6F56-5289-4AFC-AA63-78079BB8B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23570" name="Line 26">
            <a:extLst>
              <a:ext uri="{FF2B5EF4-FFF2-40B4-BE49-F238E27FC236}">
                <a16:creationId xmlns:a16="http://schemas.microsoft.com/office/drawing/2014/main" id="{D21BBE0B-7E22-4396-8E2F-7A5B50E1D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1" name="Text Box 28">
            <a:extLst>
              <a:ext uri="{FF2B5EF4-FFF2-40B4-BE49-F238E27FC236}">
                <a16:creationId xmlns:a16="http://schemas.microsoft.com/office/drawing/2014/main" id="{03B88722-4C8D-4D0D-BFFC-12FBD9628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3572" name="Text Box 31">
            <a:extLst>
              <a:ext uri="{FF2B5EF4-FFF2-40B4-BE49-F238E27FC236}">
                <a16:creationId xmlns:a16="http://schemas.microsoft.com/office/drawing/2014/main" id="{5426BC3F-F48E-4A42-847F-B0D244420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3573" name="Text Box 32">
            <a:extLst>
              <a:ext uri="{FF2B5EF4-FFF2-40B4-BE49-F238E27FC236}">
                <a16:creationId xmlns:a16="http://schemas.microsoft.com/office/drawing/2014/main" id="{C381A8F2-83B1-47FA-B726-BB51B0DDB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3574" name="Text Box 33">
            <a:extLst>
              <a:ext uri="{FF2B5EF4-FFF2-40B4-BE49-F238E27FC236}">
                <a16:creationId xmlns:a16="http://schemas.microsoft.com/office/drawing/2014/main" id="{E034B1B9-2C36-4D19-9BC5-40842AD29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3575" name="Text Box 37">
            <a:extLst>
              <a:ext uri="{FF2B5EF4-FFF2-40B4-BE49-F238E27FC236}">
                <a16:creationId xmlns:a16="http://schemas.microsoft.com/office/drawing/2014/main" id="{0192A9CB-C775-40DD-ABF3-14AF088B6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3576" name="Text Box 40">
            <a:extLst>
              <a:ext uri="{FF2B5EF4-FFF2-40B4-BE49-F238E27FC236}">
                <a16:creationId xmlns:a16="http://schemas.microsoft.com/office/drawing/2014/main" id="{596073FC-B1B2-4D71-8B7A-C233237BB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Cost of Minimum Spanning Tree = </a:t>
            </a:r>
            <a:r>
              <a:rPr lang="en-US" altLang="hi-IN" sz="2000">
                <a:sym typeface="Symbol" panose="05050102010706020507" pitchFamily="18" charset="2"/>
              </a:rPr>
              <a:t> </a:t>
            </a:r>
            <a:r>
              <a:rPr lang="en-US" altLang="hi-IN" sz="1600" b="1" i="1"/>
              <a:t>d</a:t>
            </a:r>
            <a:r>
              <a:rPr lang="en-US" altLang="hi-IN" sz="1600" b="1" i="1" baseline="-25000"/>
              <a:t>v </a:t>
            </a:r>
            <a:r>
              <a:rPr lang="en-US" altLang="hi-IN" sz="1600" b="1" i="1"/>
              <a:t>= </a:t>
            </a:r>
            <a:r>
              <a:rPr lang="en-US" altLang="hi-IN" sz="1600" b="1">
                <a:solidFill>
                  <a:srgbClr val="FF0000"/>
                </a:solidFill>
              </a:rPr>
              <a:t>21</a:t>
            </a:r>
          </a:p>
        </p:txBody>
      </p:sp>
      <p:graphicFrame>
        <p:nvGraphicFramePr>
          <p:cNvPr id="444457" name="Group 41">
            <a:extLst>
              <a:ext uri="{FF2B5EF4-FFF2-40B4-BE49-F238E27FC236}">
                <a16:creationId xmlns:a16="http://schemas.microsoft.com/office/drawing/2014/main" id="{79915385-434F-4636-AB52-3A0341A1FA0E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2133600" cy="30337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H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629" name="Text Box 93">
            <a:extLst>
              <a:ext uri="{FF2B5EF4-FFF2-40B4-BE49-F238E27FC236}">
                <a16:creationId xmlns:a16="http://schemas.microsoft.com/office/drawing/2014/main" id="{1B9E6682-596B-4D88-B961-E4E01645C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3630" name="Line 94">
            <a:extLst>
              <a:ext uri="{FF2B5EF4-FFF2-40B4-BE49-F238E27FC236}">
                <a16:creationId xmlns:a16="http://schemas.microsoft.com/office/drawing/2014/main" id="{2CE27105-53A1-4E4D-A7CA-EBBA6FF3FA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10000"/>
            <a:ext cx="228600" cy="195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1" name="Text Box 95">
            <a:extLst>
              <a:ext uri="{FF2B5EF4-FFF2-40B4-BE49-F238E27FC236}">
                <a16:creationId xmlns:a16="http://schemas.microsoft.com/office/drawing/2014/main" id="{79EBEAE7-2755-4003-A5AF-77307ED13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8663" y="51816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400" b="1"/>
              <a:t>Done</a:t>
            </a:r>
          </a:p>
        </p:txBody>
      </p:sp>
      <p:sp>
        <p:nvSpPr>
          <p:cNvPr id="23632" name="Slide Number Placeholder 1">
            <a:extLst>
              <a:ext uri="{FF2B5EF4-FFF2-40B4-BE49-F238E27FC236}">
                <a16:creationId xmlns:a16="http://schemas.microsoft.com/office/drawing/2014/main" id="{30E70422-1BF3-47E7-8A25-64B1BB9831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90C923-7E2D-4D7A-83C3-8F64390D5A0B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hi-IN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16E39C9-87B6-4F3A-8E36-BB526F86B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hi-IN" sz="4400">
                <a:solidFill>
                  <a:schemeClr val="tx2"/>
                </a:solidFill>
              </a:rPr>
              <a:t>Kruskal’s Algorithm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4780BEC-EBA4-46DD-9166-7CF82B89E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endParaRPr lang="en-US" altLang="hi-IN"/>
          </a:p>
          <a:p>
            <a:pPr eaLnBrk="1" hangingPunct="1"/>
            <a:r>
              <a:rPr lang="en-US" altLang="hi-IN"/>
              <a:t>Work with edges, rather than nodes</a:t>
            </a:r>
          </a:p>
          <a:p>
            <a:pPr eaLnBrk="1" hangingPunct="1"/>
            <a:r>
              <a:rPr lang="en-US" altLang="hi-IN"/>
              <a:t>Two steps:</a:t>
            </a:r>
          </a:p>
          <a:p>
            <a:pPr lvl="1" eaLnBrk="1" hangingPunct="1"/>
            <a:r>
              <a:rPr lang="en-US" altLang="hi-IN"/>
              <a:t>Sort edges by increasing edge weight</a:t>
            </a:r>
          </a:p>
          <a:p>
            <a:pPr lvl="1" eaLnBrk="1" hangingPunct="1"/>
            <a:r>
              <a:rPr lang="en-US" altLang="hi-IN"/>
              <a:t>Select the first |V| </a:t>
            </a:r>
            <a:r>
              <a:rPr lang="en-US" altLang="hi-IN">
                <a:cs typeface="Times New Roman" panose="02020603050405020304" pitchFamily="18" charset="0"/>
              </a:rPr>
              <a:t>– 1 edges that do not generate a cycle</a:t>
            </a:r>
            <a:endParaRPr lang="en-US" altLang="hi-IN"/>
          </a:p>
          <a:p>
            <a:pPr eaLnBrk="1" hangingPunct="1">
              <a:buFontTx/>
              <a:buNone/>
            </a:pPr>
            <a:endParaRPr lang="en-US" altLang="hi-IN"/>
          </a:p>
        </p:txBody>
      </p:sp>
      <p:sp>
        <p:nvSpPr>
          <p:cNvPr id="24580" name="Slide Number Placeholder 1">
            <a:extLst>
              <a:ext uri="{FF2B5EF4-FFF2-40B4-BE49-F238E27FC236}">
                <a16:creationId xmlns:a16="http://schemas.microsoft.com/office/drawing/2014/main" id="{9FF0B4B7-EA08-4EE1-9F72-D676694F2A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A2D83C-CB57-4B81-871B-34B5527F2A13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hi-IN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0624F22-70F1-40CD-9AD8-4262FF1FA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hi-IN" sz="4400">
                <a:solidFill>
                  <a:schemeClr val="tx2"/>
                </a:solidFill>
              </a:rPr>
              <a:t>Walk-Through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2346C96E-A4EF-44C7-B2C8-0738E4B7E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463" y="1524000"/>
            <a:ext cx="4071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Consider an undirected, weight graph</a:t>
            </a:r>
          </a:p>
        </p:txBody>
      </p:sp>
      <p:sp>
        <p:nvSpPr>
          <p:cNvPr id="25604" name="Text Box 56">
            <a:extLst>
              <a:ext uri="{FF2B5EF4-FFF2-40B4-BE49-F238E27FC236}">
                <a16:creationId xmlns:a16="http://schemas.microsoft.com/office/drawing/2014/main" id="{A5B5C3EE-0C04-4CDB-808D-43BAC40FE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25605" name="Line 57">
            <a:extLst>
              <a:ext uri="{FF2B5EF4-FFF2-40B4-BE49-F238E27FC236}">
                <a16:creationId xmlns:a16="http://schemas.microsoft.com/office/drawing/2014/main" id="{15D445EE-C777-4C28-8DB5-E46070390C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6" name="Text Box 58">
            <a:extLst>
              <a:ext uri="{FF2B5EF4-FFF2-40B4-BE49-F238E27FC236}">
                <a16:creationId xmlns:a16="http://schemas.microsoft.com/office/drawing/2014/main" id="{1DD71610-1984-447B-BE62-2A311A919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25607" name="Line 59">
            <a:extLst>
              <a:ext uri="{FF2B5EF4-FFF2-40B4-BE49-F238E27FC236}">
                <a16:creationId xmlns:a16="http://schemas.microsoft.com/office/drawing/2014/main" id="{E421F1E8-B4C8-49C1-A605-3371601E6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Line 60">
            <a:extLst>
              <a:ext uri="{FF2B5EF4-FFF2-40B4-BE49-F238E27FC236}">
                <a16:creationId xmlns:a16="http://schemas.microsoft.com/office/drawing/2014/main" id="{589A3766-C2F9-42B1-A6DF-07945B8A2D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Line 61">
            <a:extLst>
              <a:ext uri="{FF2B5EF4-FFF2-40B4-BE49-F238E27FC236}">
                <a16:creationId xmlns:a16="http://schemas.microsoft.com/office/drawing/2014/main" id="{AAB56283-8DAB-4EEE-AE9A-52639ED8475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62">
            <a:extLst>
              <a:ext uri="{FF2B5EF4-FFF2-40B4-BE49-F238E27FC236}">
                <a16:creationId xmlns:a16="http://schemas.microsoft.com/office/drawing/2014/main" id="{D894C25D-B037-4246-A08A-CE7370027B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1" name="Line 63">
            <a:extLst>
              <a:ext uri="{FF2B5EF4-FFF2-40B4-BE49-F238E27FC236}">
                <a16:creationId xmlns:a16="http://schemas.microsoft.com/office/drawing/2014/main" id="{5D3C81F4-6504-4657-8042-19B97C7665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2" name="Line 64">
            <a:extLst>
              <a:ext uri="{FF2B5EF4-FFF2-40B4-BE49-F238E27FC236}">
                <a16:creationId xmlns:a16="http://schemas.microsoft.com/office/drawing/2014/main" id="{4BF63699-9C2E-4723-B4B0-AA33316577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3" name="Line 65">
            <a:extLst>
              <a:ext uri="{FF2B5EF4-FFF2-40B4-BE49-F238E27FC236}">
                <a16:creationId xmlns:a16="http://schemas.microsoft.com/office/drawing/2014/main" id="{ABDECED0-4C52-422A-B7A3-FCCE4DFC8E3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4" name="Line 66">
            <a:extLst>
              <a:ext uri="{FF2B5EF4-FFF2-40B4-BE49-F238E27FC236}">
                <a16:creationId xmlns:a16="http://schemas.microsoft.com/office/drawing/2014/main" id="{6316C3CA-4386-4E06-8E9D-0367BD3B4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5" name="Line 67">
            <a:extLst>
              <a:ext uri="{FF2B5EF4-FFF2-40B4-BE49-F238E27FC236}">
                <a16:creationId xmlns:a16="http://schemas.microsoft.com/office/drawing/2014/main" id="{35A2B9E9-6227-4A74-9950-8A42265A3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6" name="Oval 68">
            <a:extLst>
              <a:ext uri="{FF2B5EF4-FFF2-40B4-BE49-F238E27FC236}">
                <a16:creationId xmlns:a16="http://schemas.microsoft.com/office/drawing/2014/main" id="{066D2B91-FA50-4BD3-8738-31107214A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25617" name="Oval 69">
            <a:extLst>
              <a:ext uri="{FF2B5EF4-FFF2-40B4-BE49-F238E27FC236}">
                <a16:creationId xmlns:a16="http://schemas.microsoft.com/office/drawing/2014/main" id="{72976D25-8548-4B9D-94DC-7B887F6B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25618" name="Oval 70">
            <a:extLst>
              <a:ext uri="{FF2B5EF4-FFF2-40B4-BE49-F238E27FC236}">
                <a16:creationId xmlns:a16="http://schemas.microsoft.com/office/drawing/2014/main" id="{36AE4DF0-8D1D-4949-BB94-E6433763E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25619" name="Oval 71">
            <a:extLst>
              <a:ext uri="{FF2B5EF4-FFF2-40B4-BE49-F238E27FC236}">
                <a16:creationId xmlns:a16="http://schemas.microsoft.com/office/drawing/2014/main" id="{25CA34DC-98D2-4A46-A65C-337A1A98C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25620" name="Oval 72">
            <a:extLst>
              <a:ext uri="{FF2B5EF4-FFF2-40B4-BE49-F238E27FC236}">
                <a16:creationId xmlns:a16="http://schemas.microsoft.com/office/drawing/2014/main" id="{9FA7119A-093D-4475-B849-87BD67E43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25621" name="Oval 73">
            <a:extLst>
              <a:ext uri="{FF2B5EF4-FFF2-40B4-BE49-F238E27FC236}">
                <a16:creationId xmlns:a16="http://schemas.microsoft.com/office/drawing/2014/main" id="{75060F7B-3963-4255-A442-D2052355B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25622" name="Oval 74">
            <a:extLst>
              <a:ext uri="{FF2B5EF4-FFF2-40B4-BE49-F238E27FC236}">
                <a16:creationId xmlns:a16="http://schemas.microsoft.com/office/drawing/2014/main" id="{484AF187-09A4-42D6-8D9D-103D7542D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25623" name="Oval 75">
            <a:extLst>
              <a:ext uri="{FF2B5EF4-FFF2-40B4-BE49-F238E27FC236}">
                <a16:creationId xmlns:a16="http://schemas.microsoft.com/office/drawing/2014/main" id="{77C17BC3-D423-4F1A-98E4-3DE20F5A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25624" name="Oval 76">
            <a:extLst>
              <a:ext uri="{FF2B5EF4-FFF2-40B4-BE49-F238E27FC236}">
                <a16:creationId xmlns:a16="http://schemas.microsoft.com/office/drawing/2014/main" id="{33B6EB36-CA69-4014-9F75-4818B5EF8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25625" name="Line 77">
            <a:extLst>
              <a:ext uri="{FF2B5EF4-FFF2-40B4-BE49-F238E27FC236}">
                <a16:creationId xmlns:a16="http://schemas.microsoft.com/office/drawing/2014/main" id="{E2A25D61-62A6-4488-9828-E59F3185F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6" name="Line 78">
            <a:extLst>
              <a:ext uri="{FF2B5EF4-FFF2-40B4-BE49-F238E27FC236}">
                <a16:creationId xmlns:a16="http://schemas.microsoft.com/office/drawing/2014/main" id="{E1F99930-2F47-41E6-AF66-6F6E9AA473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7" name="Line 79">
            <a:extLst>
              <a:ext uri="{FF2B5EF4-FFF2-40B4-BE49-F238E27FC236}">
                <a16:creationId xmlns:a16="http://schemas.microsoft.com/office/drawing/2014/main" id="{25C5FC71-2E16-4CF2-87BC-8ECC7142D7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8" name="Text Box 80">
            <a:extLst>
              <a:ext uri="{FF2B5EF4-FFF2-40B4-BE49-F238E27FC236}">
                <a16:creationId xmlns:a16="http://schemas.microsoft.com/office/drawing/2014/main" id="{39CD42FF-AC4A-4196-9672-4C7A4336B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5629" name="Text Box 81">
            <a:extLst>
              <a:ext uri="{FF2B5EF4-FFF2-40B4-BE49-F238E27FC236}">
                <a16:creationId xmlns:a16="http://schemas.microsoft.com/office/drawing/2014/main" id="{9F1E2F92-0588-4578-97AF-14244AA8C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5630" name="Text Box 82">
            <a:extLst>
              <a:ext uri="{FF2B5EF4-FFF2-40B4-BE49-F238E27FC236}">
                <a16:creationId xmlns:a16="http://schemas.microsoft.com/office/drawing/2014/main" id="{CCD0BE8F-3D95-46B6-8523-CC92DBE46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5631" name="Text Box 83">
            <a:extLst>
              <a:ext uri="{FF2B5EF4-FFF2-40B4-BE49-F238E27FC236}">
                <a16:creationId xmlns:a16="http://schemas.microsoft.com/office/drawing/2014/main" id="{10DC1567-CBE8-47C2-B44E-23BD1DB5E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25632" name="Text Box 84">
            <a:extLst>
              <a:ext uri="{FF2B5EF4-FFF2-40B4-BE49-F238E27FC236}">
                <a16:creationId xmlns:a16="http://schemas.microsoft.com/office/drawing/2014/main" id="{33935F49-7F62-4536-85E7-85997C7B8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5633" name="Text Box 85">
            <a:extLst>
              <a:ext uri="{FF2B5EF4-FFF2-40B4-BE49-F238E27FC236}">
                <a16:creationId xmlns:a16="http://schemas.microsoft.com/office/drawing/2014/main" id="{D88A414E-730B-4328-8BA8-AA6CC7412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5634" name="Text Box 86">
            <a:extLst>
              <a:ext uri="{FF2B5EF4-FFF2-40B4-BE49-F238E27FC236}">
                <a16:creationId xmlns:a16="http://schemas.microsoft.com/office/drawing/2014/main" id="{86931B12-28E8-47BA-BD5F-0047D158F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5635" name="Text Box 87">
            <a:extLst>
              <a:ext uri="{FF2B5EF4-FFF2-40B4-BE49-F238E27FC236}">
                <a16:creationId xmlns:a16="http://schemas.microsoft.com/office/drawing/2014/main" id="{D9AACF5E-5942-4802-A2F9-29052D639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5636" name="Text Box 88">
            <a:extLst>
              <a:ext uri="{FF2B5EF4-FFF2-40B4-BE49-F238E27FC236}">
                <a16:creationId xmlns:a16="http://schemas.microsoft.com/office/drawing/2014/main" id="{2B717D8D-228E-4E62-979C-2FFDEF29B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25637" name="Text Box 89">
            <a:extLst>
              <a:ext uri="{FF2B5EF4-FFF2-40B4-BE49-F238E27FC236}">
                <a16:creationId xmlns:a16="http://schemas.microsoft.com/office/drawing/2014/main" id="{D4DE7F22-A4C6-44E8-8C33-2FE1DE99B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5638" name="Text Box 90">
            <a:extLst>
              <a:ext uri="{FF2B5EF4-FFF2-40B4-BE49-F238E27FC236}">
                <a16:creationId xmlns:a16="http://schemas.microsoft.com/office/drawing/2014/main" id="{6E16DC2D-CDFE-40AF-9BC2-F0EC8761B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5639" name="Line 91">
            <a:extLst>
              <a:ext uri="{FF2B5EF4-FFF2-40B4-BE49-F238E27FC236}">
                <a16:creationId xmlns:a16="http://schemas.microsoft.com/office/drawing/2014/main" id="{AD25758E-35E3-4340-8447-67C19EC093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40" name="Text Box 92">
            <a:extLst>
              <a:ext uri="{FF2B5EF4-FFF2-40B4-BE49-F238E27FC236}">
                <a16:creationId xmlns:a16="http://schemas.microsoft.com/office/drawing/2014/main" id="{7DDB0706-0498-4A57-906E-BCB93EB5B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sp>
        <p:nvSpPr>
          <p:cNvPr id="25641" name="Slide Number Placeholder 1">
            <a:extLst>
              <a:ext uri="{FF2B5EF4-FFF2-40B4-BE49-F238E27FC236}">
                <a16:creationId xmlns:a16="http://schemas.microsoft.com/office/drawing/2014/main" id="{AA6A4D1B-879A-47BB-8B68-A5AE74D2C7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279B7E-E4DB-4DB7-837F-77E854ED0B2A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hi-IN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>
            <a:extLst>
              <a:ext uri="{FF2B5EF4-FFF2-40B4-BE49-F238E27FC236}">
                <a16:creationId xmlns:a16="http://schemas.microsoft.com/office/drawing/2014/main" id="{960FAE32-3F69-4D32-B734-0ABB34B3B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63" y="1524000"/>
            <a:ext cx="4529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Sort the edges by increasing edge weight</a:t>
            </a:r>
          </a:p>
        </p:txBody>
      </p:sp>
      <p:graphicFrame>
        <p:nvGraphicFramePr>
          <p:cNvPr id="447492" name="Group 4">
            <a:extLst>
              <a:ext uri="{FF2B5EF4-FFF2-40B4-BE49-F238E27FC236}">
                <a16:creationId xmlns:a16="http://schemas.microsoft.com/office/drawing/2014/main" id="{278FB52A-D912-4048-BE0E-E96C85C37D13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665" name="Text Box 42">
            <a:extLst>
              <a:ext uri="{FF2B5EF4-FFF2-40B4-BE49-F238E27FC236}">
                <a16:creationId xmlns:a16="http://schemas.microsoft.com/office/drawing/2014/main" id="{E62B2E5E-8EDE-423E-B9C5-8A45CA769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26666" name="Line 43">
            <a:extLst>
              <a:ext uri="{FF2B5EF4-FFF2-40B4-BE49-F238E27FC236}">
                <a16:creationId xmlns:a16="http://schemas.microsoft.com/office/drawing/2014/main" id="{C208BE8A-E3F7-48AC-BB53-8ABA2BF8EA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67" name="Text Box 44">
            <a:extLst>
              <a:ext uri="{FF2B5EF4-FFF2-40B4-BE49-F238E27FC236}">
                <a16:creationId xmlns:a16="http://schemas.microsoft.com/office/drawing/2014/main" id="{BAEAA2ED-7041-442A-90C6-693C420B2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26668" name="Line 45">
            <a:extLst>
              <a:ext uri="{FF2B5EF4-FFF2-40B4-BE49-F238E27FC236}">
                <a16:creationId xmlns:a16="http://schemas.microsoft.com/office/drawing/2014/main" id="{2333ED6B-65CD-4E8C-9499-CECBBA70CC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69" name="Line 46">
            <a:extLst>
              <a:ext uri="{FF2B5EF4-FFF2-40B4-BE49-F238E27FC236}">
                <a16:creationId xmlns:a16="http://schemas.microsoft.com/office/drawing/2014/main" id="{6BAE277A-A075-4BE4-A0CF-D434482768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0" name="Line 47">
            <a:extLst>
              <a:ext uri="{FF2B5EF4-FFF2-40B4-BE49-F238E27FC236}">
                <a16:creationId xmlns:a16="http://schemas.microsoft.com/office/drawing/2014/main" id="{7A66F526-B81D-4A8C-A48D-140E5B7896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1" name="Line 48">
            <a:extLst>
              <a:ext uri="{FF2B5EF4-FFF2-40B4-BE49-F238E27FC236}">
                <a16:creationId xmlns:a16="http://schemas.microsoft.com/office/drawing/2014/main" id="{C79D2F91-62A0-4A2E-A770-1F32A03E2D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2" name="Line 49">
            <a:extLst>
              <a:ext uri="{FF2B5EF4-FFF2-40B4-BE49-F238E27FC236}">
                <a16:creationId xmlns:a16="http://schemas.microsoft.com/office/drawing/2014/main" id="{1224E274-348B-48E5-9F81-9D71755BA8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3" name="Line 50">
            <a:extLst>
              <a:ext uri="{FF2B5EF4-FFF2-40B4-BE49-F238E27FC236}">
                <a16:creationId xmlns:a16="http://schemas.microsoft.com/office/drawing/2014/main" id="{968D1E8D-B37B-4C03-90E1-6694717B5C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4" name="Line 51">
            <a:extLst>
              <a:ext uri="{FF2B5EF4-FFF2-40B4-BE49-F238E27FC236}">
                <a16:creationId xmlns:a16="http://schemas.microsoft.com/office/drawing/2014/main" id="{A53A9E70-0496-419A-96A6-A74B3A582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5" name="Line 52">
            <a:extLst>
              <a:ext uri="{FF2B5EF4-FFF2-40B4-BE49-F238E27FC236}">
                <a16:creationId xmlns:a16="http://schemas.microsoft.com/office/drawing/2014/main" id="{2096DB4E-10CF-43CA-A98A-2CFA0C472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6" name="Line 53">
            <a:extLst>
              <a:ext uri="{FF2B5EF4-FFF2-40B4-BE49-F238E27FC236}">
                <a16:creationId xmlns:a16="http://schemas.microsoft.com/office/drawing/2014/main" id="{F201E843-63A0-4402-8D1A-B44C63CF8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7" name="Oval 54">
            <a:extLst>
              <a:ext uri="{FF2B5EF4-FFF2-40B4-BE49-F238E27FC236}">
                <a16:creationId xmlns:a16="http://schemas.microsoft.com/office/drawing/2014/main" id="{B69A2DD0-0BFD-4D30-BB4F-25AF3E9CE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26678" name="Oval 55">
            <a:extLst>
              <a:ext uri="{FF2B5EF4-FFF2-40B4-BE49-F238E27FC236}">
                <a16:creationId xmlns:a16="http://schemas.microsoft.com/office/drawing/2014/main" id="{42E75D0F-14B8-4F0C-884C-2B56855C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26679" name="Oval 56">
            <a:extLst>
              <a:ext uri="{FF2B5EF4-FFF2-40B4-BE49-F238E27FC236}">
                <a16:creationId xmlns:a16="http://schemas.microsoft.com/office/drawing/2014/main" id="{6DD8684B-AAEE-4AB0-9F29-8B1A297DD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26680" name="Oval 57">
            <a:extLst>
              <a:ext uri="{FF2B5EF4-FFF2-40B4-BE49-F238E27FC236}">
                <a16:creationId xmlns:a16="http://schemas.microsoft.com/office/drawing/2014/main" id="{5110EE45-D15F-40EB-88BC-01D9361D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26681" name="Oval 58">
            <a:extLst>
              <a:ext uri="{FF2B5EF4-FFF2-40B4-BE49-F238E27FC236}">
                <a16:creationId xmlns:a16="http://schemas.microsoft.com/office/drawing/2014/main" id="{1F549B25-AF38-49E7-A18C-84243B8FB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26682" name="Oval 59">
            <a:extLst>
              <a:ext uri="{FF2B5EF4-FFF2-40B4-BE49-F238E27FC236}">
                <a16:creationId xmlns:a16="http://schemas.microsoft.com/office/drawing/2014/main" id="{D201C996-89DD-448B-BE52-84012B3B0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26683" name="Oval 60">
            <a:extLst>
              <a:ext uri="{FF2B5EF4-FFF2-40B4-BE49-F238E27FC236}">
                <a16:creationId xmlns:a16="http://schemas.microsoft.com/office/drawing/2014/main" id="{48626094-2056-4AA6-BEDB-E77996D46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26684" name="Oval 61">
            <a:extLst>
              <a:ext uri="{FF2B5EF4-FFF2-40B4-BE49-F238E27FC236}">
                <a16:creationId xmlns:a16="http://schemas.microsoft.com/office/drawing/2014/main" id="{073694AB-9B22-40B1-B174-D5EF61747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26685" name="Oval 62">
            <a:extLst>
              <a:ext uri="{FF2B5EF4-FFF2-40B4-BE49-F238E27FC236}">
                <a16:creationId xmlns:a16="http://schemas.microsoft.com/office/drawing/2014/main" id="{8FBC2B46-1459-465A-9F6C-A7A61ED7A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26686" name="Line 63">
            <a:extLst>
              <a:ext uri="{FF2B5EF4-FFF2-40B4-BE49-F238E27FC236}">
                <a16:creationId xmlns:a16="http://schemas.microsoft.com/office/drawing/2014/main" id="{024B73BB-6AAD-473B-B16F-30EEF7B44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87" name="Line 64">
            <a:extLst>
              <a:ext uri="{FF2B5EF4-FFF2-40B4-BE49-F238E27FC236}">
                <a16:creationId xmlns:a16="http://schemas.microsoft.com/office/drawing/2014/main" id="{6220DFD4-7E17-4D5A-BF8F-447829B404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88" name="Line 65">
            <a:extLst>
              <a:ext uri="{FF2B5EF4-FFF2-40B4-BE49-F238E27FC236}">
                <a16:creationId xmlns:a16="http://schemas.microsoft.com/office/drawing/2014/main" id="{15BF0A11-121E-4001-99EE-EAB69B5F1E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89" name="Text Box 66">
            <a:extLst>
              <a:ext uri="{FF2B5EF4-FFF2-40B4-BE49-F238E27FC236}">
                <a16:creationId xmlns:a16="http://schemas.microsoft.com/office/drawing/2014/main" id="{91EA84D5-44B9-449F-914D-C12BF90C3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6690" name="Text Box 67">
            <a:extLst>
              <a:ext uri="{FF2B5EF4-FFF2-40B4-BE49-F238E27FC236}">
                <a16:creationId xmlns:a16="http://schemas.microsoft.com/office/drawing/2014/main" id="{10964C1B-4314-4980-BA51-9366C3F11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6691" name="Text Box 68">
            <a:extLst>
              <a:ext uri="{FF2B5EF4-FFF2-40B4-BE49-F238E27FC236}">
                <a16:creationId xmlns:a16="http://schemas.microsoft.com/office/drawing/2014/main" id="{C416A2B1-C63D-46ED-BC2F-A62973D81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6692" name="Text Box 69">
            <a:extLst>
              <a:ext uri="{FF2B5EF4-FFF2-40B4-BE49-F238E27FC236}">
                <a16:creationId xmlns:a16="http://schemas.microsoft.com/office/drawing/2014/main" id="{BC212024-8DC0-4465-ABAD-9404D1FBA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26693" name="Text Box 70">
            <a:extLst>
              <a:ext uri="{FF2B5EF4-FFF2-40B4-BE49-F238E27FC236}">
                <a16:creationId xmlns:a16="http://schemas.microsoft.com/office/drawing/2014/main" id="{3DF83BED-16F0-4BBD-A114-369B7D30D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6694" name="Text Box 71">
            <a:extLst>
              <a:ext uri="{FF2B5EF4-FFF2-40B4-BE49-F238E27FC236}">
                <a16:creationId xmlns:a16="http://schemas.microsoft.com/office/drawing/2014/main" id="{CE4F760D-903C-451B-AEEE-A7D6C0F17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6695" name="Text Box 72">
            <a:extLst>
              <a:ext uri="{FF2B5EF4-FFF2-40B4-BE49-F238E27FC236}">
                <a16:creationId xmlns:a16="http://schemas.microsoft.com/office/drawing/2014/main" id="{D384FCA0-34D1-47C9-A392-937EA84EC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6696" name="Text Box 73">
            <a:extLst>
              <a:ext uri="{FF2B5EF4-FFF2-40B4-BE49-F238E27FC236}">
                <a16:creationId xmlns:a16="http://schemas.microsoft.com/office/drawing/2014/main" id="{7DD8D4F9-7A06-42E6-9D02-504EB480E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6697" name="Text Box 74">
            <a:extLst>
              <a:ext uri="{FF2B5EF4-FFF2-40B4-BE49-F238E27FC236}">
                <a16:creationId xmlns:a16="http://schemas.microsoft.com/office/drawing/2014/main" id="{107A8A49-A5F8-496D-8A24-96C1D7043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26698" name="Text Box 75">
            <a:extLst>
              <a:ext uri="{FF2B5EF4-FFF2-40B4-BE49-F238E27FC236}">
                <a16:creationId xmlns:a16="http://schemas.microsoft.com/office/drawing/2014/main" id="{60C1772E-E024-4599-908C-55B533DF5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6699" name="Text Box 76">
            <a:extLst>
              <a:ext uri="{FF2B5EF4-FFF2-40B4-BE49-F238E27FC236}">
                <a16:creationId xmlns:a16="http://schemas.microsoft.com/office/drawing/2014/main" id="{D2363875-D5CE-46E8-9686-3FD00A39E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6700" name="Line 77">
            <a:extLst>
              <a:ext uri="{FF2B5EF4-FFF2-40B4-BE49-F238E27FC236}">
                <a16:creationId xmlns:a16="http://schemas.microsoft.com/office/drawing/2014/main" id="{756551A5-CF20-4420-BE85-D8BFC6182D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01" name="Text Box 78">
            <a:extLst>
              <a:ext uri="{FF2B5EF4-FFF2-40B4-BE49-F238E27FC236}">
                <a16:creationId xmlns:a16="http://schemas.microsoft.com/office/drawing/2014/main" id="{4426C291-53AC-4547-8638-A3F111418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47567" name="Group 79">
            <a:extLst>
              <a:ext uri="{FF2B5EF4-FFF2-40B4-BE49-F238E27FC236}">
                <a16:creationId xmlns:a16="http://schemas.microsoft.com/office/drawing/2014/main" id="{C2888E8D-4F5C-4EF7-80EC-6E646D3A1B6F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740" name="Slide Number Placeholder 1">
            <a:extLst>
              <a:ext uri="{FF2B5EF4-FFF2-40B4-BE49-F238E27FC236}">
                <a16:creationId xmlns:a16="http://schemas.microsoft.com/office/drawing/2014/main" id="{FB15C8DF-5C56-4781-873C-AB4D127064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9A5508-1280-4291-9ABA-89A960CAA673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hi-IN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FFB93AB6-EB51-4405-A401-04297B6E2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48637" name="Group 125">
            <a:extLst>
              <a:ext uri="{FF2B5EF4-FFF2-40B4-BE49-F238E27FC236}">
                <a16:creationId xmlns:a16="http://schemas.microsoft.com/office/drawing/2014/main" id="{BDB8EA8C-683F-4DA6-B9DF-E97B9C78F645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689" name="Text Box 41">
            <a:extLst>
              <a:ext uri="{FF2B5EF4-FFF2-40B4-BE49-F238E27FC236}">
                <a16:creationId xmlns:a16="http://schemas.microsoft.com/office/drawing/2014/main" id="{20026FA6-369E-4644-B064-D9545F5DC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27690" name="Line 42">
            <a:extLst>
              <a:ext uri="{FF2B5EF4-FFF2-40B4-BE49-F238E27FC236}">
                <a16:creationId xmlns:a16="http://schemas.microsoft.com/office/drawing/2014/main" id="{0654CE24-821B-4AC5-BBB1-7944627C84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1" name="Text Box 43">
            <a:extLst>
              <a:ext uri="{FF2B5EF4-FFF2-40B4-BE49-F238E27FC236}">
                <a16:creationId xmlns:a16="http://schemas.microsoft.com/office/drawing/2014/main" id="{9C8C474A-A7EE-4895-9D5E-3E38BEA89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27692" name="Line 44">
            <a:extLst>
              <a:ext uri="{FF2B5EF4-FFF2-40B4-BE49-F238E27FC236}">
                <a16:creationId xmlns:a16="http://schemas.microsoft.com/office/drawing/2014/main" id="{1A30C30B-AA0A-4456-A12F-3B3E03ADE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3" name="Line 45">
            <a:extLst>
              <a:ext uri="{FF2B5EF4-FFF2-40B4-BE49-F238E27FC236}">
                <a16:creationId xmlns:a16="http://schemas.microsoft.com/office/drawing/2014/main" id="{64E9B9B6-D27C-435D-A40E-1C734BC744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4" name="Line 46">
            <a:extLst>
              <a:ext uri="{FF2B5EF4-FFF2-40B4-BE49-F238E27FC236}">
                <a16:creationId xmlns:a16="http://schemas.microsoft.com/office/drawing/2014/main" id="{4F31824F-47A1-4080-B6FB-AFE301FD46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5" name="Line 47">
            <a:extLst>
              <a:ext uri="{FF2B5EF4-FFF2-40B4-BE49-F238E27FC236}">
                <a16:creationId xmlns:a16="http://schemas.microsoft.com/office/drawing/2014/main" id="{02027267-8EF9-4570-AE3A-6B920FD852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6" name="Line 48">
            <a:extLst>
              <a:ext uri="{FF2B5EF4-FFF2-40B4-BE49-F238E27FC236}">
                <a16:creationId xmlns:a16="http://schemas.microsoft.com/office/drawing/2014/main" id="{4C359958-BD7F-4818-98CD-09D97579E7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7" name="Line 49">
            <a:extLst>
              <a:ext uri="{FF2B5EF4-FFF2-40B4-BE49-F238E27FC236}">
                <a16:creationId xmlns:a16="http://schemas.microsoft.com/office/drawing/2014/main" id="{80937B23-CB97-465E-9F36-760101EE21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8" name="Line 50">
            <a:extLst>
              <a:ext uri="{FF2B5EF4-FFF2-40B4-BE49-F238E27FC236}">
                <a16:creationId xmlns:a16="http://schemas.microsoft.com/office/drawing/2014/main" id="{86A65A16-EBFB-487E-97FE-B210B469B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9" name="Line 51">
            <a:extLst>
              <a:ext uri="{FF2B5EF4-FFF2-40B4-BE49-F238E27FC236}">
                <a16:creationId xmlns:a16="http://schemas.microsoft.com/office/drawing/2014/main" id="{B87CF5C2-D982-4A20-9555-574F06916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0" name="Line 52">
            <a:extLst>
              <a:ext uri="{FF2B5EF4-FFF2-40B4-BE49-F238E27FC236}">
                <a16:creationId xmlns:a16="http://schemas.microsoft.com/office/drawing/2014/main" id="{306BA7E5-A22F-468C-AED9-B0E398E7A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1" name="Oval 53">
            <a:extLst>
              <a:ext uri="{FF2B5EF4-FFF2-40B4-BE49-F238E27FC236}">
                <a16:creationId xmlns:a16="http://schemas.microsoft.com/office/drawing/2014/main" id="{F81BBC64-A6F9-4F39-AA93-D401D8CC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27702" name="Oval 54">
            <a:extLst>
              <a:ext uri="{FF2B5EF4-FFF2-40B4-BE49-F238E27FC236}">
                <a16:creationId xmlns:a16="http://schemas.microsoft.com/office/drawing/2014/main" id="{8B73A9CF-CEA0-43D7-9C41-88F505CA1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27703" name="Oval 55">
            <a:extLst>
              <a:ext uri="{FF2B5EF4-FFF2-40B4-BE49-F238E27FC236}">
                <a16:creationId xmlns:a16="http://schemas.microsoft.com/office/drawing/2014/main" id="{D8ABEFD8-7FDA-4D53-935B-657C61D57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27704" name="Oval 56">
            <a:extLst>
              <a:ext uri="{FF2B5EF4-FFF2-40B4-BE49-F238E27FC236}">
                <a16:creationId xmlns:a16="http://schemas.microsoft.com/office/drawing/2014/main" id="{6E6DA01B-FD00-46FC-AE8E-FEA1E36F1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27705" name="Oval 57">
            <a:extLst>
              <a:ext uri="{FF2B5EF4-FFF2-40B4-BE49-F238E27FC236}">
                <a16:creationId xmlns:a16="http://schemas.microsoft.com/office/drawing/2014/main" id="{D1DCACC3-114C-44B3-8161-2B2DB711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27706" name="Oval 58">
            <a:extLst>
              <a:ext uri="{FF2B5EF4-FFF2-40B4-BE49-F238E27FC236}">
                <a16:creationId xmlns:a16="http://schemas.microsoft.com/office/drawing/2014/main" id="{E743A829-CB35-4C0D-AE44-A60ED4052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27707" name="Oval 59">
            <a:extLst>
              <a:ext uri="{FF2B5EF4-FFF2-40B4-BE49-F238E27FC236}">
                <a16:creationId xmlns:a16="http://schemas.microsoft.com/office/drawing/2014/main" id="{A48A6F85-0FFA-4954-AB86-62A8EEC10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27708" name="Oval 60">
            <a:extLst>
              <a:ext uri="{FF2B5EF4-FFF2-40B4-BE49-F238E27FC236}">
                <a16:creationId xmlns:a16="http://schemas.microsoft.com/office/drawing/2014/main" id="{82CA24DC-1E7E-4F09-B7DF-52503C285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27709" name="Oval 61">
            <a:extLst>
              <a:ext uri="{FF2B5EF4-FFF2-40B4-BE49-F238E27FC236}">
                <a16:creationId xmlns:a16="http://schemas.microsoft.com/office/drawing/2014/main" id="{FA377D6E-91BF-48A4-AC6B-0FFE94FDC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27710" name="Line 62">
            <a:extLst>
              <a:ext uri="{FF2B5EF4-FFF2-40B4-BE49-F238E27FC236}">
                <a16:creationId xmlns:a16="http://schemas.microsoft.com/office/drawing/2014/main" id="{B9AD2EC7-4404-452B-AC74-86FA00CEB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1" name="Line 63">
            <a:extLst>
              <a:ext uri="{FF2B5EF4-FFF2-40B4-BE49-F238E27FC236}">
                <a16:creationId xmlns:a16="http://schemas.microsoft.com/office/drawing/2014/main" id="{BA8D35B6-79CA-4AD0-969E-38F82A6AA6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2" name="Line 64">
            <a:extLst>
              <a:ext uri="{FF2B5EF4-FFF2-40B4-BE49-F238E27FC236}">
                <a16:creationId xmlns:a16="http://schemas.microsoft.com/office/drawing/2014/main" id="{9F24810A-99EE-4084-A5FA-EA507FD007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3" name="Text Box 65">
            <a:extLst>
              <a:ext uri="{FF2B5EF4-FFF2-40B4-BE49-F238E27FC236}">
                <a16:creationId xmlns:a16="http://schemas.microsoft.com/office/drawing/2014/main" id="{E654A509-C316-4C19-804F-159FD6D04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7714" name="Text Box 66">
            <a:extLst>
              <a:ext uri="{FF2B5EF4-FFF2-40B4-BE49-F238E27FC236}">
                <a16:creationId xmlns:a16="http://schemas.microsoft.com/office/drawing/2014/main" id="{ABE94066-B702-4280-8BC3-CFE50F9A1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7715" name="Text Box 67">
            <a:extLst>
              <a:ext uri="{FF2B5EF4-FFF2-40B4-BE49-F238E27FC236}">
                <a16:creationId xmlns:a16="http://schemas.microsoft.com/office/drawing/2014/main" id="{B2F062FE-6FF7-4421-8334-2192B83F8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7716" name="Text Box 68">
            <a:extLst>
              <a:ext uri="{FF2B5EF4-FFF2-40B4-BE49-F238E27FC236}">
                <a16:creationId xmlns:a16="http://schemas.microsoft.com/office/drawing/2014/main" id="{31E70890-9994-45FE-8EA5-FCCC93FF0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27717" name="Text Box 69">
            <a:extLst>
              <a:ext uri="{FF2B5EF4-FFF2-40B4-BE49-F238E27FC236}">
                <a16:creationId xmlns:a16="http://schemas.microsoft.com/office/drawing/2014/main" id="{ECAD0044-E730-4E9F-8CF9-C9CA36884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7718" name="Text Box 70">
            <a:extLst>
              <a:ext uri="{FF2B5EF4-FFF2-40B4-BE49-F238E27FC236}">
                <a16:creationId xmlns:a16="http://schemas.microsoft.com/office/drawing/2014/main" id="{E8665556-8CFC-45AC-B642-F309D7157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7719" name="Text Box 71">
            <a:extLst>
              <a:ext uri="{FF2B5EF4-FFF2-40B4-BE49-F238E27FC236}">
                <a16:creationId xmlns:a16="http://schemas.microsoft.com/office/drawing/2014/main" id="{CF31BBD7-4B8E-4120-BE1C-790E2FAF1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7720" name="Text Box 72">
            <a:extLst>
              <a:ext uri="{FF2B5EF4-FFF2-40B4-BE49-F238E27FC236}">
                <a16:creationId xmlns:a16="http://schemas.microsoft.com/office/drawing/2014/main" id="{5DE4628E-D582-45E1-8B15-DE5F1283C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7721" name="Text Box 73">
            <a:extLst>
              <a:ext uri="{FF2B5EF4-FFF2-40B4-BE49-F238E27FC236}">
                <a16:creationId xmlns:a16="http://schemas.microsoft.com/office/drawing/2014/main" id="{B0E07D74-EACF-451A-A9B7-7502EDA7F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27722" name="Text Box 74">
            <a:extLst>
              <a:ext uri="{FF2B5EF4-FFF2-40B4-BE49-F238E27FC236}">
                <a16:creationId xmlns:a16="http://schemas.microsoft.com/office/drawing/2014/main" id="{CF92F2CC-2FAA-461B-9B6A-73D3BF9F5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7723" name="Text Box 75">
            <a:extLst>
              <a:ext uri="{FF2B5EF4-FFF2-40B4-BE49-F238E27FC236}">
                <a16:creationId xmlns:a16="http://schemas.microsoft.com/office/drawing/2014/main" id="{ECD3804B-A0A7-4CBE-A453-677EB8713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7724" name="Line 76">
            <a:extLst>
              <a:ext uri="{FF2B5EF4-FFF2-40B4-BE49-F238E27FC236}">
                <a16:creationId xmlns:a16="http://schemas.microsoft.com/office/drawing/2014/main" id="{97CD2851-613D-4A9C-97B7-A37EA69971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5" name="Text Box 77">
            <a:extLst>
              <a:ext uri="{FF2B5EF4-FFF2-40B4-BE49-F238E27FC236}">
                <a16:creationId xmlns:a16="http://schemas.microsoft.com/office/drawing/2014/main" id="{9C8CAF02-0314-4C97-B985-88F6223C4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48633" name="Group 121">
            <a:extLst>
              <a:ext uri="{FF2B5EF4-FFF2-40B4-BE49-F238E27FC236}">
                <a16:creationId xmlns:a16="http://schemas.microsoft.com/office/drawing/2014/main" id="{18A9AE8D-3045-47F0-8463-E53E2FBE973D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764" name="Slide Number Placeholder 1">
            <a:extLst>
              <a:ext uri="{FF2B5EF4-FFF2-40B4-BE49-F238E27FC236}">
                <a16:creationId xmlns:a16="http://schemas.microsoft.com/office/drawing/2014/main" id="{C23BAFAF-069D-41CC-997D-39ECBB8972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9EEAF6-E711-4749-B9D4-4D281D6AD2F6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hi-IN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3">
            <a:extLst>
              <a:ext uri="{FF2B5EF4-FFF2-40B4-BE49-F238E27FC236}">
                <a16:creationId xmlns:a16="http://schemas.microsoft.com/office/drawing/2014/main" id="{7E38BAE3-F3B6-42D0-9B65-496DC3E2A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49654" name="Group 118">
            <a:extLst>
              <a:ext uri="{FF2B5EF4-FFF2-40B4-BE49-F238E27FC236}">
                <a16:creationId xmlns:a16="http://schemas.microsoft.com/office/drawing/2014/main" id="{D2C6DACC-17E7-4646-9958-3504FFE3B3FA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713" name="Text Box 42">
            <a:extLst>
              <a:ext uri="{FF2B5EF4-FFF2-40B4-BE49-F238E27FC236}">
                <a16:creationId xmlns:a16="http://schemas.microsoft.com/office/drawing/2014/main" id="{67152A35-A6D2-4E4A-BCD4-B9DCD6BF0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28714" name="Line 43">
            <a:extLst>
              <a:ext uri="{FF2B5EF4-FFF2-40B4-BE49-F238E27FC236}">
                <a16:creationId xmlns:a16="http://schemas.microsoft.com/office/drawing/2014/main" id="{462D9FA0-8823-46EB-B49C-03AB03DDAD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5" name="Text Box 44">
            <a:extLst>
              <a:ext uri="{FF2B5EF4-FFF2-40B4-BE49-F238E27FC236}">
                <a16:creationId xmlns:a16="http://schemas.microsoft.com/office/drawing/2014/main" id="{C8B28BAC-3F73-447B-811B-ED3C7633C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28716" name="Line 45">
            <a:extLst>
              <a:ext uri="{FF2B5EF4-FFF2-40B4-BE49-F238E27FC236}">
                <a16:creationId xmlns:a16="http://schemas.microsoft.com/office/drawing/2014/main" id="{7269BA36-A755-4521-BBAC-58C2FEE04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7" name="Line 46">
            <a:extLst>
              <a:ext uri="{FF2B5EF4-FFF2-40B4-BE49-F238E27FC236}">
                <a16:creationId xmlns:a16="http://schemas.microsoft.com/office/drawing/2014/main" id="{D284C52C-9878-43FC-A690-A1F2746232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8" name="Line 47">
            <a:extLst>
              <a:ext uri="{FF2B5EF4-FFF2-40B4-BE49-F238E27FC236}">
                <a16:creationId xmlns:a16="http://schemas.microsoft.com/office/drawing/2014/main" id="{7EB63436-C642-46B8-AE51-D22A9B035E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9" name="Line 48">
            <a:extLst>
              <a:ext uri="{FF2B5EF4-FFF2-40B4-BE49-F238E27FC236}">
                <a16:creationId xmlns:a16="http://schemas.microsoft.com/office/drawing/2014/main" id="{6ED9F44C-22D5-4DFA-9BF1-BB564F755A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0" name="Line 49">
            <a:extLst>
              <a:ext uri="{FF2B5EF4-FFF2-40B4-BE49-F238E27FC236}">
                <a16:creationId xmlns:a16="http://schemas.microsoft.com/office/drawing/2014/main" id="{C7763047-8420-49A7-AAA3-75C4FC4003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1" name="Line 50">
            <a:extLst>
              <a:ext uri="{FF2B5EF4-FFF2-40B4-BE49-F238E27FC236}">
                <a16:creationId xmlns:a16="http://schemas.microsoft.com/office/drawing/2014/main" id="{D22B486C-7F98-4426-95C5-BB29C7F8B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2" name="Line 51">
            <a:extLst>
              <a:ext uri="{FF2B5EF4-FFF2-40B4-BE49-F238E27FC236}">
                <a16:creationId xmlns:a16="http://schemas.microsoft.com/office/drawing/2014/main" id="{D9B39376-0FD6-4EF9-89DC-DDF73AAC2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3" name="Line 52">
            <a:extLst>
              <a:ext uri="{FF2B5EF4-FFF2-40B4-BE49-F238E27FC236}">
                <a16:creationId xmlns:a16="http://schemas.microsoft.com/office/drawing/2014/main" id="{3F80683A-A234-4C70-B103-3466A9E5A5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4" name="Line 53">
            <a:extLst>
              <a:ext uri="{FF2B5EF4-FFF2-40B4-BE49-F238E27FC236}">
                <a16:creationId xmlns:a16="http://schemas.microsoft.com/office/drawing/2014/main" id="{9144F564-6200-4CD7-ACDA-561177B7F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5" name="Oval 54">
            <a:extLst>
              <a:ext uri="{FF2B5EF4-FFF2-40B4-BE49-F238E27FC236}">
                <a16:creationId xmlns:a16="http://schemas.microsoft.com/office/drawing/2014/main" id="{50698E35-B7E1-49F2-835E-647027626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28726" name="Oval 55">
            <a:extLst>
              <a:ext uri="{FF2B5EF4-FFF2-40B4-BE49-F238E27FC236}">
                <a16:creationId xmlns:a16="http://schemas.microsoft.com/office/drawing/2014/main" id="{0490BCF9-A76A-4FA1-BEC6-3D9DDA7DB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28727" name="Oval 56">
            <a:extLst>
              <a:ext uri="{FF2B5EF4-FFF2-40B4-BE49-F238E27FC236}">
                <a16:creationId xmlns:a16="http://schemas.microsoft.com/office/drawing/2014/main" id="{D6A3819E-CCDC-4C1D-829D-CCA4BE5DE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28728" name="Oval 57">
            <a:extLst>
              <a:ext uri="{FF2B5EF4-FFF2-40B4-BE49-F238E27FC236}">
                <a16:creationId xmlns:a16="http://schemas.microsoft.com/office/drawing/2014/main" id="{C87671A9-60C0-4680-86E2-86A996964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28729" name="Oval 58">
            <a:extLst>
              <a:ext uri="{FF2B5EF4-FFF2-40B4-BE49-F238E27FC236}">
                <a16:creationId xmlns:a16="http://schemas.microsoft.com/office/drawing/2014/main" id="{78D5021D-D1B4-4C99-A13D-BC42702DE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28730" name="Oval 59">
            <a:extLst>
              <a:ext uri="{FF2B5EF4-FFF2-40B4-BE49-F238E27FC236}">
                <a16:creationId xmlns:a16="http://schemas.microsoft.com/office/drawing/2014/main" id="{A25863C2-1708-4CE5-9BDA-37169E6CE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28731" name="Oval 60">
            <a:extLst>
              <a:ext uri="{FF2B5EF4-FFF2-40B4-BE49-F238E27FC236}">
                <a16:creationId xmlns:a16="http://schemas.microsoft.com/office/drawing/2014/main" id="{4C59DE25-AB6B-40A3-B805-C42706CF8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28732" name="Oval 61">
            <a:extLst>
              <a:ext uri="{FF2B5EF4-FFF2-40B4-BE49-F238E27FC236}">
                <a16:creationId xmlns:a16="http://schemas.microsoft.com/office/drawing/2014/main" id="{920842D3-895B-4DF9-9CF7-9CAAB545A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28733" name="Oval 62">
            <a:extLst>
              <a:ext uri="{FF2B5EF4-FFF2-40B4-BE49-F238E27FC236}">
                <a16:creationId xmlns:a16="http://schemas.microsoft.com/office/drawing/2014/main" id="{8D9AB5AF-4F76-4625-A4E8-DE3A55015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28734" name="Line 63">
            <a:extLst>
              <a:ext uri="{FF2B5EF4-FFF2-40B4-BE49-F238E27FC236}">
                <a16:creationId xmlns:a16="http://schemas.microsoft.com/office/drawing/2014/main" id="{7812E351-0645-4CB1-9A6B-2DFE01E2D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5" name="Line 64">
            <a:extLst>
              <a:ext uri="{FF2B5EF4-FFF2-40B4-BE49-F238E27FC236}">
                <a16:creationId xmlns:a16="http://schemas.microsoft.com/office/drawing/2014/main" id="{ED3E0968-8605-46C4-A13F-5D027D6DD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6" name="Line 65">
            <a:extLst>
              <a:ext uri="{FF2B5EF4-FFF2-40B4-BE49-F238E27FC236}">
                <a16:creationId xmlns:a16="http://schemas.microsoft.com/office/drawing/2014/main" id="{F2ABC2A5-BBF5-4E1A-B58B-1EDF2D866A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7" name="Text Box 66">
            <a:extLst>
              <a:ext uri="{FF2B5EF4-FFF2-40B4-BE49-F238E27FC236}">
                <a16:creationId xmlns:a16="http://schemas.microsoft.com/office/drawing/2014/main" id="{975F3967-692D-4EC5-A089-511203591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8738" name="Text Box 67">
            <a:extLst>
              <a:ext uri="{FF2B5EF4-FFF2-40B4-BE49-F238E27FC236}">
                <a16:creationId xmlns:a16="http://schemas.microsoft.com/office/drawing/2014/main" id="{69494319-D78D-4B07-9ADE-3C095C16A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8739" name="Text Box 68">
            <a:extLst>
              <a:ext uri="{FF2B5EF4-FFF2-40B4-BE49-F238E27FC236}">
                <a16:creationId xmlns:a16="http://schemas.microsoft.com/office/drawing/2014/main" id="{B15D828F-9D0D-4DAF-BB7F-D772DA2D0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8740" name="Text Box 69">
            <a:extLst>
              <a:ext uri="{FF2B5EF4-FFF2-40B4-BE49-F238E27FC236}">
                <a16:creationId xmlns:a16="http://schemas.microsoft.com/office/drawing/2014/main" id="{304C5AE3-0011-4C70-A881-BAEEC8F74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28741" name="Text Box 70">
            <a:extLst>
              <a:ext uri="{FF2B5EF4-FFF2-40B4-BE49-F238E27FC236}">
                <a16:creationId xmlns:a16="http://schemas.microsoft.com/office/drawing/2014/main" id="{93313909-7DF8-4207-B9BE-B5B4E9D7C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8742" name="Text Box 71">
            <a:extLst>
              <a:ext uri="{FF2B5EF4-FFF2-40B4-BE49-F238E27FC236}">
                <a16:creationId xmlns:a16="http://schemas.microsoft.com/office/drawing/2014/main" id="{AB98A7CF-D84B-4A61-9878-67F12EBAD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8743" name="Text Box 72">
            <a:extLst>
              <a:ext uri="{FF2B5EF4-FFF2-40B4-BE49-F238E27FC236}">
                <a16:creationId xmlns:a16="http://schemas.microsoft.com/office/drawing/2014/main" id="{19913C80-6B58-489A-BDF9-B27B02854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8744" name="Text Box 73">
            <a:extLst>
              <a:ext uri="{FF2B5EF4-FFF2-40B4-BE49-F238E27FC236}">
                <a16:creationId xmlns:a16="http://schemas.microsoft.com/office/drawing/2014/main" id="{BD811ED7-3D93-4FB5-96B3-776720E46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8745" name="Text Box 74">
            <a:extLst>
              <a:ext uri="{FF2B5EF4-FFF2-40B4-BE49-F238E27FC236}">
                <a16:creationId xmlns:a16="http://schemas.microsoft.com/office/drawing/2014/main" id="{12DABDD0-4547-4E25-8A37-BF3B2A29E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28746" name="Text Box 75">
            <a:extLst>
              <a:ext uri="{FF2B5EF4-FFF2-40B4-BE49-F238E27FC236}">
                <a16:creationId xmlns:a16="http://schemas.microsoft.com/office/drawing/2014/main" id="{53629346-9F48-493B-9F0B-23E2C6B9C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8747" name="Text Box 76">
            <a:extLst>
              <a:ext uri="{FF2B5EF4-FFF2-40B4-BE49-F238E27FC236}">
                <a16:creationId xmlns:a16="http://schemas.microsoft.com/office/drawing/2014/main" id="{44B079CE-F2E5-4C15-B83F-40F340CF7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8748" name="Line 77">
            <a:extLst>
              <a:ext uri="{FF2B5EF4-FFF2-40B4-BE49-F238E27FC236}">
                <a16:creationId xmlns:a16="http://schemas.microsoft.com/office/drawing/2014/main" id="{66742B6B-8905-49BC-A1DA-AAB1D59055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9" name="Text Box 78">
            <a:extLst>
              <a:ext uri="{FF2B5EF4-FFF2-40B4-BE49-F238E27FC236}">
                <a16:creationId xmlns:a16="http://schemas.microsoft.com/office/drawing/2014/main" id="{172FC5D4-DD59-49EB-9336-F9E5E03F4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49615" name="Group 79">
            <a:extLst>
              <a:ext uri="{FF2B5EF4-FFF2-40B4-BE49-F238E27FC236}">
                <a16:creationId xmlns:a16="http://schemas.microsoft.com/office/drawing/2014/main" id="{21773B7E-2CAF-46D2-ADB6-C722C6D0C2D0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788" name="Slide Number Placeholder 1">
            <a:extLst>
              <a:ext uri="{FF2B5EF4-FFF2-40B4-BE49-F238E27FC236}">
                <a16:creationId xmlns:a16="http://schemas.microsoft.com/office/drawing/2014/main" id="{D69FFB5C-03F0-437A-B2C2-DC2C2385D0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D36E46-5758-4E3C-958D-5B944CADE19E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hi-IN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CBA62AAA-9E40-4F25-A9C3-41F5156D6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50563" name="Group 3">
            <a:extLst>
              <a:ext uri="{FF2B5EF4-FFF2-40B4-BE49-F238E27FC236}">
                <a16:creationId xmlns:a16="http://schemas.microsoft.com/office/drawing/2014/main" id="{08F7ED76-8940-4008-8F4C-D647A6E370AE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737" name="Text Box 41">
            <a:extLst>
              <a:ext uri="{FF2B5EF4-FFF2-40B4-BE49-F238E27FC236}">
                <a16:creationId xmlns:a16="http://schemas.microsoft.com/office/drawing/2014/main" id="{794C2A7A-41B7-4763-9940-9A686B872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29738" name="Line 42">
            <a:extLst>
              <a:ext uri="{FF2B5EF4-FFF2-40B4-BE49-F238E27FC236}">
                <a16:creationId xmlns:a16="http://schemas.microsoft.com/office/drawing/2014/main" id="{250A1DAD-3F89-4677-830A-56FE29555C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9" name="Text Box 43">
            <a:extLst>
              <a:ext uri="{FF2B5EF4-FFF2-40B4-BE49-F238E27FC236}">
                <a16:creationId xmlns:a16="http://schemas.microsoft.com/office/drawing/2014/main" id="{601EF073-FAE5-458B-B310-72061D06E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29740" name="Line 44">
            <a:extLst>
              <a:ext uri="{FF2B5EF4-FFF2-40B4-BE49-F238E27FC236}">
                <a16:creationId xmlns:a16="http://schemas.microsoft.com/office/drawing/2014/main" id="{64934B8D-A344-4F2A-AB81-89F9862D4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1" name="Line 45">
            <a:extLst>
              <a:ext uri="{FF2B5EF4-FFF2-40B4-BE49-F238E27FC236}">
                <a16:creationId xmlns:a16="http://schemas.microsoft.com/office/drawing/2014/main" id="{05AD60A1-9BA2-494D-9EEC-19A72142D2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2" name="Line 46">
            <a:extLst>
              <a:ext uri="{FF2B5EF4-FFF2-40B4-BE49-F238E27FC236}">
                <a16:creationId xmlns:a16="http://schemas.microsoft.com/office/drawing/2014/main" id="{3AA97355-BD5A-4E77-811A-0974F1C494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3" name="Line 47">
            <a:extLst>
              <a:ext uri="{FF2B5EF4-FFF2-40B4-BE49-F238E27FC236}">
                <a16:creationId xmlns:a16="http://schemas.microsoft.com/office/drawing/2014/main" id="{6B1B1EDA-3E34-494B-90B8-05318BDA20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4" name="Line 48">
            <a:extLst>
              <a:ext uri="{FF2B5EF4-FFF2-40B4-BE49-F238E27FC236}">
                <a16:creationId xmlns:a16="http://schemas.microsoft.com/office/drawing/2014/main" id="{800C77C9-93D4-4387-8300-49C1B950E6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5" name="Line 49">
            <a:extLst>
              <a:ext uri="{FF2B5EF4-FFF2-40B4-BE49-F238E27FC236}">
                <a16:creationId xmlns:a16="http://schemas.microsoft.com/office/drawing/2014/main" id="{BB528DB9-1A3F-4C85-954A-4A1E03CD3D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6" name="Line 50">
            <a:extLst>
              <a:ext uri="{FF2B5EF4-FFF2-40B4-BE49-F238E27FC236}">
                <a16:creationId xmlns:a16="http://schemas.microsoft.com/office/drawing/2014/main" id="{EC42743E-C761-464F-B660-2496FE768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7" name="Line 51">
            <a:extLst>
              <a:ext uri="{FF2B5EF4-FFF2-40B4-BE49-F238E27FC236}">
                <a16:creationId xmlns:a16="http://schemas.microsoft.com/office/drawing/2014/main" id="{26138821-2093-465E-A33F-A39AFDC95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8" name="Line 52">
            <a:extLst>
              <a:ext uri="{FF2B5EF4-FFF2-40B4-BE49-F238E27FC236}">
                <a16:creationId xmlns:a16="http://schemas.microsoft.com/office/drawing/2014/main" id="{05B1A417-19DD-4417-BB03-79A9F2DD2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9" name="Oval 53">
            <a:extLst>
              <a:ext uri="{FF2B5EF4-FFF2-40B4-BE49-F238E27FC236}">
                <a16:creationId xmlns:a16="http://schemas.microsoft.com/office/drawing/2014/main" id="{797BFC38-ECB2-47D9-BF48-6D0EFB91C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29750" name="Oval 54">
            <a:extLst>
              <a:ext uri="{FF2B5EF4-FFF2-40B4-BE49-F238E27FC236}">
                <a16:creationId xmlns:a16="http://schemas.microsoft.com/office/drawing/2014/main" id="{DFC210C7-F84E-4BEA-8ED8-CEC39C5F3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29751" name="Oval 55">
            <a:extLst>
              <a:ext uri="{FF2B5EF4-FFF2-40B4-BE49-F238E27FC236}">
                <a16:creationId xmlns:a16="http://schemas.microsoft.com/office/drawing/2014/main" id="{0C73A48A-1072-4B94-A41A-3B27630F8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29752" name="Oval 56">
            <a:extLst>
              <a:ext uri="{FF2B5EF4-FFF2-40B4-BE49-F238E27FC236}">
                <a16:creationId xmlns:a16="http://schemas.microsoft.com/office/drawing/2014/main" id="{0374EA40-5F31-456C-9E02-E1326D433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29753" name="Oval 57">
            <a:extLst>
              <a:ext uri="{FF2B5EF4-FFF2-40B4-BE49-F238E27FC236}">
                <a16:creationId xmlns:a16="http://schemas.microsoft.com/office/drawing/2014/main" id="{7CEC3EC6-7F9E-4782-8E32-1450797E8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29754" name="Oval 58">
            <a:extLst>
              <a:ext uri="{FF2B5EF4-FFF2-40B4-BE49-F238E27FC236}">
                <a16:creationId xmlns:a16="http://schemas.microsoft.com/office/drawing/2014/main" id="{AA0C3413-7E08-4840-AA36-BFCD9C0FC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29755" name="Oval 59">
            <a:extLst>
              <a:ext uri="{FF2B5EF4-FFF2-40B4-BE49-F238E27FC236}">
                <a16:creationId xmlns:a16="http://schemas.microsoft.com/office/drawing/2014/main" id="{51DE6EAA-3C60-4885-8F9E-4BF7C70E0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29756" name="Oval 60">
            <a:extLst>
              <a:ext uri="{FF2B5EF4-FFF2-40B4-BE49-F238E27FC236}">
                <a16:creationId xmlns:a16="http://schemas.microsoft.com/office/drawing/2014/main" id="{E28C57EB-493A-46E5-AE7B-76A68E74C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29757" name="Oval 61">
            <a:extLst>
              <a:ext uri="{FF2B5EF4-FFF2-40B4-BE49-F238E27FC236}">
                <a16:creationId xmlns:a16="http://schemas.microsoft.com/office/drawing/2014/main" id="{A099BB59-77B0-4BD4-8D00-4867230E4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29758" name="Line 62">
            <a:extLst>
              <a:ext uri="{FF2B5EF4-FFF2-40B4-BE49-F238E27FC236}">
                <a16:creationId xmlns:a16="http://schemas.microsoft.com/office/drawing/2014/main" id="{9B3B6A62-A2FB-4134-8846-2F86BDD2DE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9" name="Line 63">
            <a:extLst>
              <a:ext uri="{FF2B5EF4-FFF2-40B4-BE49-F238E27FC236}">
                <a16:creationId xmlns:a16="http://schemas.microsoft.com/office/drawing/2014/main" id="{E0942803-A99B-4D2B-A935-6855BBBDA0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0" name="Line 64">
            <a:extLst>
              <a:ext uri="{FF2B5EF4-FFF2-40B4-BE49-F238E27FC236}">
                <a16:creationId xmlns:a16="http://schemas.microsoft.com/office/drawing/2014/main" id="{7FFF0524-ADD2-4EFD-935B-5E929B3B86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1" name="Text Box 65">
            <a:extLst>
              <a:ext uri="{FF2B5EF4-FFF2-40B4-BE49-F238E27FC236}">
                <a16:creationId xmlns:a16="http://schemas.microsoft.com/office/drawing/2014/main" id="{9BAC451D-6AAC-4DA9-A5F9-A8189A97D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9762" name="Text Box 66">
            <a:extLst>
              <a:ext uri="{FF2B5EF4-FFF2-40B4-BE49-F238E27FC236}">
                <a16:creationId xmlns:a16="http://schemas.microsoft.com/office/drawing/2014/main" id="{F11A999D-E597-42D9-8103-D9D700CD9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29763" name="Text Box 67">
            <a:extLst>
              <a:ext uri="{FF2B5EF4-FFF2-40B4-BE49-F238E27FC236}">
                <a16:creationId xmlns:a16="http://schemas.microsoft.com/office/drawing/2014/main" id="{E812B00D-DF1E-4018-B7DA-2341AACF3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9764" name="Text Box 68">
            <a:extLst>
              <a:ext uri="{FF2B5EF4-FFF2-40B4-BE49-F238E27FC236}">
                <a16:creationId xmlns:a16="http://schemas.microsoft.com/office/drawing/2014/main" id="{B96FDF14-B4EE-4EBD-8234-5D37CF115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29765" name="Text Box 69">
            <a:extLst>
              <a:ext uri="{FF2B5EF4-FFF2-40B4-BE49-F238E27FC236}">
                <a16:creationId xmlns:a16="http://schemas.microsoft.com/office/drawing/2014/main" id="{5B5E3C1E-672A-45AC-A4A7-F0B5A5386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9766" name="Text Box 70">
            <a:extLst>
              <a:ext uri="{FF2B5EF4-FFF2-40B4-BE49-F238E27FC236}">
                <a16:creationId xmlns:a16="http://schemas.microsoft.com/office/drawing/2014/main" id="{9D753789-84FC-4E74-A9EF-56C58CC90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9767" name="Text Box 71">
            <a:extLst>
              <a:ext uri="{FF2B5EF4-FFF2-40B4-BE49-F238E27FC236}">
                <a16:creationId xmlns:a16="http://schemas.microsoft.com/office/drawing/2014/main" id="{21E2E48A-F7BF-4B6A-A3B0-82593BD72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9768" name="Text Box 72">
            <a:extLst>
              <a:ext uri="{FF2B5EF4-FFF2-40B4-BE49-F238E27FC236}">
                <a16:creationId xmlns:a16="http://schemas.microsoft.com/office/drawing/2014/main" id="{3EACC691-CE4B-4B51-862D-346950D72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9769" name="Text Box 73">
            <a:extLst>
              <a:ext uri="{FF2B5EF4-FFF2-40B4-BE49-F238E27FC236}">
                <a16:creationId xmlns:a16="http://schemas.microsoft.com/office/drawing/2014/main" id="{F5A11880-6A46-4229-B4D1-61C65E396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29770" name="Text Box 74">
            <a:extLst>
              <a:ext uri="{FF2B5EF4-FFF2-40B4-BE49-F238E27FC236}">
                <a16:creationId xmlns:a16="http://schemas.microsoft.com/office/drawing/2014/main" id="{35911A47-95D6-482A-AEAA-18E10F9C8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29771" name="Text Box 75">
            <a:extLst>
              <a:ext uri="{FF2B5EF4-FFF2-40B4-BE49-F238E27FC236}">
                <a16:creationId xmlns:a16="http://schemas.microsoft.com/office/drawing/2014/main" id="{B2254F64-7261-4E58-BD7D-934772A71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29772" name="Line 76">
            <a:extLst>
              <a:ext uri="{FF2B5EF4-FFF2-40B4-BE49-F238E27FC236}">
                <a16:creationId xmlns:a16="http://schemas.microsoft.com/office/drawing/2014/main" id="{9BEDE3C8-9657-4C0A-ACE7-2259583929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3" name="Text Box 77">
            <a:extLst>
              <a:ext uri="{FF2B5EF4-FFF2-40B4-BE49-F238E27FC236}">
                <a16:creationId xmlns:a16="http://schemas.microsoft.com/office/drawing/2014/main" id="{85F3B519-1E68-4937-B8EB-41855FF3B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50638" name="Group 78">
            <a:extLst>
              <a:ext uri="{FF2B5EF4-FFF2-40B4-BE49-F238E27FC236}">
                <a16:creationId xmlns:a16="http://schemas.microsoft.com/office/drawing/2014/main" id="{FA6E1539-BF84-4567-B51B-F38F67EA9A97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812" name="Text Box 118">
            <a:extLst>
              <a:ext uri="{FF2B5EF4-FFF2-40B4-BE49-F238E27FC236}">
                <a16:creationId xmlns:a16="http://schemas.microsoft.com/office/drawing/2014/main" id="{6A86AFAF-0846-480E-BC7D-5E395EDEA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708525"/>
            <a:ext cx="464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Accepting edge (E,G) would create a cycle</a:t>
            </a:r>
          </a:p>
        </p:txBody>
      </p:sp>
      <p:sp>
        <p:nvSpPr>
          <p:cNvPr id="29813" name="Slide Number Placeholder 1">
            <a:extLst>
              <a:ext uri="{FF2B5EF4-FFF2-40B4-BE49-F238E27FC236}">
                <a16:creationId xmlns:a16="http://schemas.microsoft.com/office/drawing/2014/main" id="{69A2EACA-D10B-493F-86B0-58F87CAD32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B4448B-3BA1-4D0D-A53C-2C4080B58381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hi-IN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4ECEAE32-593D-4691-8B35-87197B7AF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57846" name="Group 118">
            <a:extLst>
              <a:ext uri="{FF2B5EF4-FFF2-40B4-BE49-F238E27FC236}">
                <a16:creationId xmlns:a16="http://schemas.microsoft.com/office/drawing/2014/main" id="{619FE595-0179-4C07-BB1A-A2C91DCB2CBA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761" name="Text Box 41">
            <a:extLst>
              <a:ext uri="{FF2B5EF4-FFF2-40B4-BE49-F238E27FC236}">
                <a16:creationId xmlns:a16="http://schemas.microsoft.com/office/drawing/2014/main" id="{A69F4D0F-0E44-4D4B-89FF-BBF512DE1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30762" name="Line 42">
            <a:extLst>
              <a:ext uri="{FF2B5EF4-FFF2-40B4-BE49-F238E27FC236}">
                <a16:creationId xmlns:a16="http://schemas.microsoft.com/office/drawing/2014/main" id="{ED6DCADE-5F8F-4CE7-8804-F5AAC2B3C1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3" name="Text Box 43">
            <a:extLst>
              <a:ext uri="{FF2B5EF4-FFF2-40B4-BE49-F238E27FC236}">
                <a16:creationId xmlns:a16="http://schemas.microsoft.com/office/drawing/2014/main" id="{DA3A2B09-7F69-42BC-86DA-70D93B871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30764" name="Line 44">
            <a:extLst>
              <a:ext uri="{FF2B5EF4-FFF2-40B4-BE49-F238E27FC236}">
                <a16:creationId xmlns:a16="http://schemas.microsoft.com/office/drawing/2014/main" id="{A9ED2AD4-1803-4797-976D-231AA0762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5" name="Line 45">
            <a:extLst>
              <a:ext uri="{FF2B5EF4-FFF2-40B4-BE49-F238E27FC236}">
                <a16:creationId xmlns:a16="http://schemas.microsoft.com/office/drawing/2014/main" id="{F728931F-9603-47F5-BF7A-5B9DBF49F3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6" name="Line 46">
            <a:extLst>
              <a:ext uri="{FF2B5EF4-FFF2-40B4-BE49-F238E27FC236}">
                <a16:creationId xmlns:a16="http://schemas.microsoft.com/office/drawing/2014/main" id="{154F0A86-03C4-42B5-B3C1-4F81516E6D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7" name="Line 47">
            <a:extLst>
              <a:ext uri="{FF2B5EF4-FFF2-40B4-BE49-F238E27FC236}">
                <a16:creationId xmlns:a16="http://schemas.microsoft.com/office/drawing/2014/main" id="{3743F551-FE5E-4E72-AC1E-5D3E055E43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8" name="Line 48">
            <a:extLst>
              <a:ext uri="{FF2B5EF4-FFF2-40B4-BE49-F238E27FC236}">
                <a16:creationId xmlns:a16="http://schemas.microsoft.com/office/drawing/2014/main" id="{46632A2E-F2E6-47B5-95AD-EDB0500DA5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9" name="Line 49">
            <a:extLst>
              <a:ext uri="{FF2B5EF4-FFF2-40B4-BE49-F238E27FC236}">
                <a16:creationId xmlns:a16="http://schemas.microsoft.com/office/drawing/2014/main" id="{1BFADB7A-E217-4CA6-B535-4D4AE15ED7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0" name="Line 50">
            <a:extLst>
              <a:ext uri="{FF2B5EF4-FFF2-40B4-BE49-F238E27FC236}">
                <a16:creationId xmlns:a16="http://schemas.microsoft.com/office/drawing/2014/main" id="{992557B0-BAFD-4D0D-A867-0ECAB4A359F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1" name="Line 51">
            <a:extLst>
              <a:ext uri="{FF2B5EF4-FFF2-40B4-BE49-F238E27FC236}">
                <a16:creationId xmlns:a16="http://schemas.microsoft.com/office/drawing/2014/main" id="{429C2A30-726F-49AE-8D3D-41DE0AD07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2" name="Line 52">
            <a:extLst>
              <a:ext uri="{FF2B5EF4-FFF2-40B4-BE49-F238E27FC236}">
                <a16:creationId xmlns:a16="http://schemas.microsoft.com/office/drawing/2014/main" id="{FFD13EC0-0DF3-424F-9E30-8B07754FA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3" name="Oval 53">
            <a:extLst>
              <a:ext uri="{FF2B5EF4-FFF2-40B4-BE49-F238E27FC236}">
                <a16:creationId xmlns:a16="http://schemas.microsoft.com/office/drawing/2014/main" id="{FCE993E7-8F0E-4D73-808F-C580C7EEA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30774" name="Oval 54">
            <a:extLst>
              <a:ext uri="{FF2B5EF4-FFF2-40B4-BE49-F238E27FC236}">
                <a16:creationId xmlns:a16="http://schemas.microsoft.com/office/drawing/2014/main" id="{911ABD36-A97D-406E-8BDC-13B8CAD3B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30775" name="Oval 55">
            <a:extLst>
              <a:ext uri="{FF2B5EF4-FFF2-40B4-BE49-F238E27FC236}">
                <a16:creationId xmlns:a16="http://schemas.microsoft.com/office/drawing/2014/main" id="{C2BC4BB8-85EE-4672-8225-B50B4700A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30776" name="Oval 56">
            <a:extLst>
              <a:ext uri="{FF2B5EF4-FFF2-40B4-BE49-F238E27FC236}">
                <a16:creationId xmlns:a16="http://schemas.microsoft.com/office/drawing/2014/main" id="{C88D9E24-AA4D-4FAB-9FDB-680912C7A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30777" name="Oval 57">
            <a:extLst>
              <a:ext uri="{FF2B5EF4-FFF2-40B4-BE49-F238E27FC236}">
                <a16:creationId xmlns:a16="http://schemas.microsoft.com/office/drawing/2014/main" id="{BEB7B3D3-CB00-4C46-B9E4-A217096FC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30778" name="Oval 58">
            <a:extLst>
              <a:ext uri="{FF2B5EF4-FFF2-40B4-BE49-F238E27FC236}">
                <a16:creationId xmlns:a16="http://schemas.microsoft.com/office/drawing/2014/main" id="{F6609D65-5CE8-44A9-98B1-A9DE44BC0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30779" name="Oval 59">
            <a:extLst>
              <a:ext uri="{FF2B5EF4-FFF2-40B4-BE49-F238E27FC236}">
                <a16:creationId xmlns:a16="http://schemas.microsoft.com/office/drawing/2014/main" id="{ABD56894-E1E3-4498-8067-9E5847B99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30780" name="Oval 60">
            <a:extLst>
              <a:ext uri="{FF2B5EF4-FFF2-40B4-BE49-F238E27FC236}">
                <a16:creationId xmlns:a16="http://schemas.microsoft.com/office/drawing/2014/main" id="{38664B33-7E1A-4217-B952-DD94C7134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30781" name="Oval 61">
            <a:extLst>
              <a:ext uri="{FF2B5EF4-FFF2-40B4-BE49-F238E27FC236}">
                <a16:creationId xmlns:a16="http://schemas.microsoft.com/office/drawing/2014/main" id="{BCE17C0E-023F-4C42-80F0-B6B0D7E1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30782" name="Line 62">
            <a:extLst>
              <a:ext uri="{FF2B5EF4-FFF2-40B4-BE49-F238E27FC236}">
                <a16:creationId xmlns:a16="http://schemas.microsoft.com/office/drawing/2014/main" id="{9A05286F-0B97-40C3-9492-BA1CB9D41C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3" name="Line 63">
            <a:extLst>
              <a:ext uri="{FF2B5EF4-FFF2-40B4-BE49-F238E27FC236}">
                <a16:creationId xmlns:a16="http://schemas.microsoft.com/office/drawing/2014/main" id="{B119561D-5D44-49C8-8DFE-89D9974942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4" name="Line 64">
            <a:extLst>
              <a:ext uri="{FF2B5EF4-FFF2-40B4-BE49-F238E27FC236}">
                <a16:creationId xmlns:a16="http://schemas.microsoft.com/office/drawing/2014/main" id="{A4E0378D-91E4-4F90-9D08-633E834BC5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5" name="Text Box 65">
            <a:extLst>
              <a:ext uri="{FF2B5EF4-FFF2-40B4-BE49-F238E27FC236}">
                <a16:creationId xmlns:a16="http://schemas.microsoft.com/office/drawing/2014/main" id="{888B4B78-A455-44DA-BB64-BBB64D2F1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0786" name="Text Box 66">
            <a:extLst>
              <a:ext uri="{FF2B5EF4-FFF2-40B4-BE49-F238E27FC236}">
                <a16:creationId xmlns:a16="http://schemas.microsoft.com/office/drawing/2014/main" id="{65895D7F-B197-4EA9-A858-9706E1718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30787" name="Text Box 67">
            <a:extLst>
              <a:ext uri="{FF2B5EF4-FFF2-40B4-BE49-F238E27FC236}">
                <a16:creationId xmlns:a16="http://schemas.microsoft.com/office/drawing/2014/main" id="{B3D98102-4132-4A1D-90C3-648EB5876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0788" name="Text Box 68">
            <a:extLst>
              <a:ext uri="{FF2B5EF4-FFF2-40B4-BE49-F238E27FC236}">
                <a16:creationId xmlns:a16="http://schemas.microsoft.com/office/drawing/2014/main" id="{AEF9694A-4F9A-4464-AB2C-2F6E56BEC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30789" name="Text Box 69">
            <a:extLst>
              <a:ext uri="{FF2B5EF4-FFF2-40B4-BE49-F238E27FC236}">
                <a16:creationId xmlns:a16="http://schemas.microsoft.com/office/drawing/2014/main" id="{06C00037-185A-4826-8B1B-DB9B719E9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0790" name="Text Box 70">
            <a:extLst>
              <a:ext uri="{FF2B5EF4-FFF2-40B4-BE49-F238E27FC236}">
                <a16:creationId xmlns:a16="http://schemas.microsoft.com/office/drawing/2014/main" id="{5C82EEE1-FC23-4556-96ED-7229FE762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0791" name="Text Box 71">
            <a:extLst>
              <a:ext uri="{FF2B5EF4-FFF2-40B4-BE49-F238E27FC236}">
                <a16:creationId xmlns:a16="http://schemas.microsoft.com/office/drawing/2014/main" id="{A5C458B5-D76F-4D08-958E-25D04261A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0792" name="Text Box 72">
            <a:extLst>
              <a:ext uri="{FF2B5EF4-FFF2-40B4-BE49-F238E27FC236}">
                <a16:creationId xmlns:a16="http://schemas.microsoft.com/office/drawing/2014/main" id="{C04D13C2-9196-4F49-9BD8-2C4CD5A52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0793" name="Text Box 73">
            <a:extLst>
              <a:ext uri="{FF2B5EF4-FFF2-40B4-BE49-F238E27FC236}">
                <a16:creationId xmlns:a16="http://schemas.microsoft.com/office/drawing/2014/main" id="{67A4E945-C879-4170-8717-08477D40E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30794" name="Text Box 74">
            <a:extLst>
              <a:ext uri="{FF2B5EF4-FFF2-40B4-BE49-F238E27FC236}">
                <a16:creationId xmlns:a16="http://schemas.microsoft.com/office/drawing/2014/main" id="{DE50C83E-C053-488D-9E9C-249CC1A3B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0795" name="Text Box 75">
            <a:extLst>
              <a:ext uri="{FF2B5EF4-FFF2-40B4-BE49-F238E27FC236}">
                <a16:creationId xmlns:a16="http://schemas.microsoft.com/office/drawing/2014/main" id="{88D78033-7DA1-4A15-AAC3-887BC16BC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0796" name="Line 76">
            <a:extLst>
              <a:ext uri="{FF2B5EF4-FFF2-40B4-BE49-F238E27FC236}">
                <a16:creationId xmlns:a16="http://schemas.microsoft.com/office/drawing/2014/main" id="{BDE57DDE-AC79-4605-89D2-B3BD32DFE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7" name="Text Box 77">
            <a:extLst>
              <a:ext uri="{FF2B5EF4-FFF2-40B4-BE49-F238E27FC236}">
                <a16:creationId xmlns:a16="http://schemas.microsoft.com/office/drawing/2014/main" id="{CE66B939-53A5-4604-AF9F-636579056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57806" name="Group 78">
            <a:extLst>
              <a:ext uri="{FF2B5EF4-FFF2-40B4-BE49-F238E27FC236}">
                <a16:creationId xmlns:a16="http://schemas.microsoft.com/office/drawing/2014/main" id="{33635112-5520-4D25-8CB6-D734F4D0B0A2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836" name="Slide Number Placeholder 1">
            <a:extLst>
              <a:ext uri="{FF2B5EF4-FFF2-40B4-BE49-F238E27FC236}">
                <a16:creationId xmlns:a16="http://schemas.microsoft.com/office/drawing/2014/main" id="{71E398D1-2CFC-4FB9-B53A-18389A9739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D90378-C400-43F2-AB0A-B43B3AC9CD32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hi-IN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71A3C359-1668-4E42-AC8E-D425F23BB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58869" name="Group 117">
            <a:extLst>
              <a:ext uri="{FF2B5EF4-FFF2-40B4-BE49-F238E27FC236}">
                <a16:creationId xmlns:a16="http://schemas.microsoft.com/office/drawing/2014/main" id="{9204FDBE-CEE2-4457-AF9F-3AA931589C7C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785" name="Text Box 41">
            <a:extLst>
              <a:ext uri="{FF2B5EF4-FFF2-40B4-BE49-F238E27FC236}">
                <a16:creationId xmlns:a16="http://schemas.microsoft.com/office/drawing/2014/main" id="{99EBE8D2-9FAA-44F6-9467-3BD3A18A8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31786" name="Line 42">
            <a:extLst>
              <a:ext uri="{FF2B5EF4-FFF2-40B4-BE49-F238E27FC236}">
                <a16:creationId xmlns:a16="http://schemas.microsoft.com/office/drawing/2014/main" id="{212386CE-69D9-460C-935F-1AC1D5BBED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7" name="Text Box 43">
            <a:extLst>
              <a:ext uri="{FF2B5EF4-FFF2-40B4-BE49-F238E27FC236}">
                <a16:creationId xmlns:a16="http://schemas.microsoft.com/office/drawing/2014/main" id="{55DEBDF5-EA2A-4206-9B90-F70CBD337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31788" name="Line 44">
            <a:extLst>
              <a:ext uri="{FF2B5EF4-FFF2-40B4-BE49-F238E27FC236}">
                <a16:creationId xmlns:a16="http://schemas.microsoft.com/office/drawing/2014/main" id="{4D9DD14E-B72F-4FAC-AE81-9BE8E36CF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9" name="Line 45">
            <a:extLst>
              <a:ext uri="{FF2B5EF4-FFF2-40B4-BE49-F238E27FC236}">
                <a16:creationId xmlns:a16="http://schemas.microsoft.com/office/drawing/2014/main" id="{769E7E40-5809-43B1-8498-3769179A65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0" name="Line 46">
            <a:extLst>
              <a:ext uri="{FF2B5EF4-FFF2-40B4-BE49-F238E27FC236}">
                <a16:creationId xmlns:a16="http://schemas.microsoft.com/office/drawing/2014/main" id="{DB082374-17EC-4387-8955-BC174E1596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1" name="Line 47">
            <a:extLst>
              <a:ext uri="{FF2B5EF4-FFF2-40B4-BE49-F238E27FC236}">
                <a16:creationId xmlns:a16="http://schemas.microsoft.com/office/drawing/2014/main" id="{0640AAD1-3AE3-4EE7-AF7C-3F3BBEDB9F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2" name="Line 48">
            <a:extLst>
              <a:ext uri="{FF2B5EF4-FFF2-40B4-BE49-F238E27FC236}">
                <a16:creationId xmlns:a16="http://schemas.microsoft.com/office/drawing/2014/main" id="{FC9B18A5-11E7-45F8-A1A7-8D0B4E1A7D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3" name="Line 49">
            <a:extLst>
              <a:ext uri="{FF2B5EF4-FFF2-40B4-BE49-F238E27FC236}">
                <a16:creationId xmlns:a16="http://schemas.microsoft.com/office/drawing/2014/main" id="{30B98A4E-A0C9-4522-9AA3-8FAFC14E3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4" name="Line 50">
            <a:extLst>
              <a:ext uri="{FF2B5EF4-FFF2-40B4-BE49-F238E27FC236}">
                <a16:creationId xmlns:a16="http://schemas.microsoft.com/office/drawing/2014/main" id="{6350D7FD-6040-4255-9D55-AA22145D4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5" name="Line 51">
            <a:extLst>
              <a:ext uri="{FF2B5EF4-FFF2-40B4-BE49-F238E27FC236}">
                <a16:creationId xmlns:a16="http://schemas.microsoft.com/office/drawing/2014/main" id="{683768C2-FD30-40D3-ADFF-D35E55290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6" name="Line 52">
            <a:extLst>
              <a:ext uri="{FF2B5EF4-FFF2-40B4-BE49-F238E27FC236}">
                <a16:creationId xmlns:a16="http://schemas.microsoft.com/office/drawing/2014/main" id="{DBCE6312-99AC-4AE4-AE99-A2D0C266F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7" name="Oval 53">
            <a:extLst>
              <a:ext uri="{FF2B5EF4-FFF2-40B4-BE49-F238E27FC236}">
                <a16:creationId xmlns:a16="http://schemas.microsoft.com/office/drawing/2014/main" id="{1CB04280-9F8C-411F-9451-53348EFE7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31798" name="Oval 54">
            <a:extLst>
              <a:ext uri="{FF2B5EF4-FFF2-40B4-BE49-F238E27FC236}">
                <a16:creationId xmlns:a16="http://schemas.microsoft.com/office/drawing/2014/main" id="{1FA09591-BB45-4E55-8CCE-D6B95E60E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31799" name="Oval 55">
            <a:extLst>
              <a:ext uri="{FF2B5EF4-FFF2-40B4-BE49-F238E27FC236}">
                <a16:creationId xmlns:a16="http://schemas.microsoft.com/office/drawing/2014/main" id="{7999B5D2-DF2C-465D-9AA9-5E8D18359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31800" name="Oval 56">
            <a:extLst>
              <a:ext uri="{FF2B5EF4-FFF2-40B4-BE49-F238E27FC236}">
                <a16:creationId xmlns:a16="http://schemas.microsoft.com/office/drawing/2014/main" id="{1F1DE175-56DE-44A3-B4BB-F4A57EEDB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31801" name="Oval 57">
            <a:extLst>
              <a:ext uri="{FF2B5EF4-FFF2-40B4-BE49-F238E27FC236}">
                <a16:creationId xmlns:a16="http://schemas.microsoft.com/office/drawing/2014/main" id="{0C3574B5-62E3-4A37-B5CB-5449CBF40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31802" name="Oval 58">
            <a:extLst>
              <a:ext uri="{FF2B5EF4-FFF2-40B4-BE49-F238E27FC236}">
                <a16:creationId xmlns:a16="http://schemas.microsoft.com/office/drawing/2014/main" id="{D73274FD-2F3E-40AD-A84A-467461AD0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31803" name="Oval 59">
            <a:extLst>
              <a:ext uri="{FF2B5EF4-FFF2-40B4-BE49-F238E27FC236}">
                <a16:creationId xmlns:a16="http://schemas.microsoft.com/office/drawing/2014/main" id="{31555F02-29B3-43C5-8B89-9F4EC585F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31804" name="Oval 60">
            <a:extLst>
              <a:ext uri="{FF2B5EF4-FFF2-40B4-BE49-F238E27FC236}">
                <a16:creationId xmlns:a16="http://schemas.microsoft.com/office/drawing/2014/main" id="{7A64D8C4-DD8E-47E5-BB98-5EE67384A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31805" name="Oval 61">
            <a:extLst>
              <a:ext uri="{FF2B5EF4-FFF2-40B4-BE49-F238E27FC236}">
                <a16:creationId xmlns:a16="http://schemas.microsoft.com/office/drawing/2014/main" id="{5A8BAEE5-5C2F-4B2F-AA93-1F53398B8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31806" name="Line 62">
            <a:extLst>
              <a:ext uri="{FF2B5EF4-FFF2-40B4-BE49-F238E27FC236}">
                <a16:creationId xmlns:a16="http://schemas.microsoft.com/office/drawing/2014/main" id="{800846ED-2B60-4932-AE82-3F75BD293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7" name="Line 63">
            <a:extLst>
              <a:ext uri="{FF2B5EF4-FFF2-40B4-BE49-F238E27FC236}">
                <a16:creationId xmlns:a16="http://schemas.microsoft.com/office/drawing/2014/main" id="{2518825F-EBA1-4142-8997-A4E74205B1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8" name="Line 64">
            <a:extLst>
              <a:ext uri="{FF2B5EF4-FFF2-40B4-BE49-F238E27FC236}">
                <a16:creationId xmlns:a16="http://schemas.microsoft.com/office/drawing/2014/main" id="{C309D5E9-4AEA-4F41-BDB1-585D3F7F013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9" name="Text Box 65">
            <a:extLst>
              <a:ext uri="{FF2B5EF4-FFF2-40B4-BE49-F238E27FC236}">
                <a16:creationId xmlns:a16="http://schemas.microsoft.com/office/drawing/2014/main" id="{D181C880-D1D9-47FC-A5B5-FF4DD12CE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1810" name="Text Box 66">
            <a:extLst>
              <a:ext uri="{FF2B5EF4-FFF2-40B4-BE49-F238E27FC236}">
                <a16:creationId xmlns:a16="http://schemas.microsoft.com/office/drawing/2014/main" id="{7A01E276-7C68-46EF-B896-DFF3A026B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31811" name="Text Box 67">
            <a:extLst>
              <a:ext uri="{FF2B5EF4-FFF2-40B4-BE49-F238E27FC236}">
                <a16:creationId xmlns:a16="http://schemas.microsoft.com/office/drawing/2014/main" id="{C8D5808F-68DF-4014-ACD4-8080214BD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1812" name="Text Box 68">
            <a:extLst>
              <a:ext uri="{FF2B5EF4-FFF2-40B4-BE49-F238E27FC236}">
                <a16:creationId xmlns:a16="http://schemas.microsoft.com/office/drawing/2014/main" id="{EB345765-7713-4560-B296-8A56C88EE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31813" name="Text Box 69">
            <a:extLst>
              <a:ext uri="{FF2B5EF4-FFF2-40B4-BE49-F238E27FC236}">
                <a16:creationId xmlns:a16="http://schemas.microsoft.com/office/drawing/2014/main" id="{59E31F6B-B690-487F-A36C-45912C76A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1814" name="Text Box 70">
            <a:extLst>
              <a:ext uri="{FF2B5EF4-FFF2-40B4-BE49-F238E27FC236}">
                <a16:creationId xmlns:a16="http://schemas.microsoft.com/office/drawing/2014/main" id="{FAEA4B2E-3B4E-4B48-AB67-630860F4A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1815" name="Text Box 71">
            <a:extLst>
              <a:ext uri="{FF2B5EF4-FFF2-40B4-BE49-F238E27FC236}">
                <a16:creationId xmlns:a16="http://schemas.microsoft.com/office/drawing/2014/main" id="{DBB463D7-77EE-467A-B29D-B0E94DE9E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1816" name="Text Box 72">
            <a:extLst>
              <a:ext uri="{FF2B5EF4-FFF2-40B4-BE49-F238E27FC236}">
                <a16:creationId xmlns:a16="http://schemas.microsoft.com/office/drawing/2014/main" id="{5E3F1A2A-FAC0-481D-9F8B-6592A5DC7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1817" name="Text Box 73">
            <a:extLst>
              <a:ext uri="{FF2B5EF4-FFF2-40B4-BE49-F238E27FC236}">
                <a16:creationId xmlns:a16="http://schemas.microsoft.com/office/drawing/2014/main" id="{2BB3EE57-11B1-4DD9-8A43-3C9ECE812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31818" name="Text Box 74">
            <a:extLst>
              <a:ext uri="{FF2B5EF4-FFF2-40B4-BE49-F238E27FC236}">
                <a16:creationId xmlns:a16="http://schemas.microsoft.com/office/drawing/2014/main" id="{123CEA10-3DDF-41AF-935A-1816AE016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1819" name="Text Box 75">
            <a:extLst>
              <a:ext uri="{FF2B5EF4-FFF2-40B4-BE49-F238E27FC236}">
                <a16:creationId xmlns:a16="http://schemas.microsoft.com/office/drawing/2014/main" id="{97E81EC3-28A9-44F1-8CC3-557E3D959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1820" name="Line 76">
            <a:extLst>
              <a:ext uri="{FF2B5EF4-FFF2-40B4-BE49-F238E27FC236}">
                <a16:creationId xmlns:a16="http://schemas.microsoft.com/office/drawing/2014/main" id="{43B7F77F-E25B-4DA1-9F58-949DC31E82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1" name="Text Box 77">
            <a:extLst>
              <a:ext uri="{FF2B5EF4-FFF2-40B4-BE49-F238E27FC236}">
                <a16:creationId xmlns:a16="http://schemas.microsoft.com/office/drawing/2014/main" id="{8B98D8B0-D4EE-4A21-9034-CBB10A3DB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58830" name="Group 78">
            <a:extLst>
              <a:ext uri="{FF2B5EF4-FFF2-40B4-BE49-F238E27FC236}">
                <a16:creationId xmlns:a16="http://schemas.microsoft.com/office/drawing/2014/main" id="{DF49591D-7397-49CF-BF74-010B0B7E2B66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860" name="Slide Number Placeholder 1">
            <a:extLst>
              <a:ext uri="{FF2B5EF4-FFF2-40B4-BE49-F238E27FC236}">
                <a16:creationId xmlns:a16="http://schemas.microsoft.com/office/drawing/2014/main" id="{57E7E351-5EE1-4953-B084-EB44DFDCB7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1A2C5B-6AAD-46F1-AE20-940DC3C201C6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hi-IN"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645AA85A-5C69-4BF1-908C-885B29A74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59893" name="Group 117">
            <a:extLst>
              <a:ext uri="{FF2B5EF4-FFF2-40B4-BE49-F238E27FC236}">
                <a16:creationId xmlns:a16="http://schemas.microsoft.com/office/drawing/2014/main" id="{AFA48CF3-A34B-4457-80BF-7705F0289988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809" name="Text Box 41">
            <a:extLst>
              <a:ext uri="{FF2B5EF4-FFF2-40B4-BE49-F238E27FC236}">
                <a16:creationId xmlns:a16="http://schemas.microsoft.com/office/drawing/2014/main" id="{319290F1-766D-4B58-B7B6-075FEDBCF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32810" name="Line 42">
            <a:extLst>
              <a:ext uri="{FF2B5EF4-FFF2-40B4-BE49-F238E27FC236}">
                <a16:creationId xmlns:a16="http://schemas.microsoft.com/office/drawing/2014/main" id="{F1713404-3B0D-478F-8343-0BF707F43F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1" name="Text Box 43">
            <a:extLst>
              <a:ext uri="{FF2B5EF4-FFF2-40B4-BE49-F238E27FC236}">
                <a16:creationId xmlns:a16="http://schemas.microsoft.com/office/drawing/2014/main" id="{5613693E-E2C5-4BDD-9B95-E96B33D07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32812" name="Line 44">
            <a:extLst>
              <a:ext uri="{FF2B5EF4-FFF2-40B4-BE49-F238E27FC236}">
                <a16:creationId xmlns:a16="http://schemas.microsoft.com/office/drawing/2014/main" id="{E9DC91E4-C10E-4935-B357-5DF9FBEDA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3" name="Line 45">
            <a:extLst>
              <a:ext uri="{FF2B5EF4-FFF2-40B4-BE49-F238E27FC236}">
                <a16:creationId xmlns:a16="http://schemas.microsoft.com/office/drawing/2014/main" id="{A20572CA-E940-417F-88B7-49F14B2CC1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4" name="Line 46">
            <a:extLst>
              <a:ext uri="{FF2B5EF4-FFF2-40B4-BE49-F238E27FC236}">
                <a16:creationId xmlns:a16="http://schemas.microsoft.com/office/drawing/2014/main" id="{9280D58A-0C9F-4B8E-A55D-CA4AB1FFDA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5" name="Line 47">
            <a:extLst>
              <a:ext uri="{FF2B5EF4-FFF2-40B4-BE49-F238E27FC236}">
                <a16:creationId xmlns:a16="http://schemas.microsoft.com/office/drawing/2014/main" id="{2017CD16-D4C1-4F48-9CED-1DA7E1BC71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6" name="Line 48">
            <a:extLst>
              <a:ext uri="{FF2B5EF4-FFF2-40B4-BE49-F238E27FC236}">
                <a16:creationId xmlns:a16="http://schemas.microsoft.com/office/drawing/2014/main" id="{11DBC556-C39B-4198-AC14-33314E2951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7" name="Line 49">
            <a:extLst>
              <a:ext uri="{FF2B5EF4-FFF2-40B4-BE49-F238E27FC236}">
                <a16:creationId xmlns:a16="http://schemas.microsoft.com/office/drawing/2014/main" id="{C05B566C-1BDE-4920-A220-AEF20B4C9D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8" name="Line 50">
            <a:extLst>
              <a:ext uri="{FF2B5EF4-FFF2-40B4-BE49-F238E27FC236}">
                <a16:creationId xmlns:a16="http://schemas.microsoft.com/office/drawing/2014/main" id="{670FEE2B-B78E-42D8-BEBB-8A5D53BE6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9" name="Line 51">
            <a:extLst>
              <a:ext uri="{FF2B5EF4-FFF2-40B4-BE49-F238E27FC236}">
                <a16:creationId xmlns:a16="http://schemas.microsoft.com/office/drawing/2014/main" id="{84F22DCE-F914-4005-B7CC-B44FF6B15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0" name="Line 52">
            <a:extLst>
              <a:ext uri="{FF2B5EF4-FFF2-40B4-BE49-F238E27FC236}">
                <a16:creationId xmlns:a16="http://schemas.microsoft.com/office/drawing/2014/main" id="{5574B40E-DA22-49C4-A00B-37FF94543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1" name="Oval 53">
            <a:extLst>
              <a:ext uri="{FF2B5EF4-FFF2-40B4-BE49-F238E27FC236}">
                <a16:creationId xmlns:a16="http://schemas.microsoft.com/office/drawing/2014/main" id="{BC09188E-1695-404E-80BA-301808C5D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32822" name="Oval 54">
            <a:extLst>
              <a:ext uri="{FF2B5EF4-FFF2-40B4-BE49-F238E27FC236}">
                <a16:creationId xmlns:a16="http://schemas.microsoft.com/office/drawing/2014/main" id="{F8A6E074-E4FA-4B72-BF2E-16A633D2C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32823" name="Oval 55">
            <a:extLst>
              <a:ext uri="{FF2B5EF4-FFF2-40B4-BE49-F238E27FC236}">
                <a16:creationId xmlns:a16="http://schemas.microsoft.com/office/drawing/2014/main" id="{A7E84271-E051-47A2-9CA7-21E007E0F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32824" name="Oval 56">
            <a:extLst>
              <a:ext uri="{FF2B5EF4-FFF2-40B4-BE49-F238E27FC236}">
                <a16:creationId xmlns:a16="http://schemas.microsoft.com/office/drawing/2014/main" id="{443D2EDE-E68C-41E5-AC68-3AE695CB3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32825" name="Oval 57">
            <a:extLst>
              <a:ext uri="{FF2B5EF4-FFF2-40B4-BE49-F238E27FC236}">
                <a16:creationId xmlns:a16="http://schemas.microsoft.com/office/drawing/2014/main" id="{CE5E93C1-960B-4BD1-9C72-3C523788A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32826" name="Oval 58">
            <a:extLst>
              <a:ext uri="{FF2B5EF4-FFF2-40B4-BE49-F238E27FC236}">
                <a16:creationId xmlns:a16="http://schemas.microsoft.com/office/drawing/2014/main" id="{FB4C6654-642C-4A47-962C-4DDD23CE8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32827" name="Oval 59">
            <a:extLst>
              <a:ext uri="{FF2B5EF4-FFF2-40B4-BE49-F238E27FC236}">
                <a16:creationId xmlns:a16="http://schemas.microsoft.com/office/drawing/2014/main" id="{D523FB7C-2696-494F-A763-7ED26A73D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32828" name="Oval 60">
            <a:extLst>
              <a:ext uri="{FF2B5EF4-FFF2-40B4-BE49-F238E27FC236}">
                <a16:creationId xmlns:a16="http://schemas.microsoft.com/office/drawing/2014/main" id="{ED8DA2B1-BB2C-4210-97B1-73876CCDA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32829" name="Oval 61">
            <a:extLst>
              <a:ext uri="{FF2B5EF4-FFF2-40B4-BE49-F238E27FC236}">
                <a16:creationId xmlns:a16="http://schemas.microsoft.com/office/drawing/2014/main" id="{36322F2C-0555-46DD-92E5-E7A5D1498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32830" name="Line 62">
            <a:extLst>
              <a:ext uri="{FF2B5EF4-FFF2-40B4-BE49-F238E27FC236}">
                <a16:creationId xmlns:a16="http://schemas.microsoft.com/office/drawing/2014/main" id="{5EF36C9A-D521-4569-84A6-885510837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1" name="Line 63">
            <a:extLst>
              <a:ext uri="{FF2B5EF4-FFF2-40B4-BE49-F238E27FC236}">
                <a16:creationId xmlns:a16="http://schemas.microsoft.com/office/drawing/2014/main" id="{A8F53821-CB10-4726-9442-1E36435BD5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2" name="Line 64">
            <a:extLst>
              <a:ext uri="{FF2B5EF4-FFF2-40B4-BE49-F238E27FC236}">
                <a16:creationId xmlns:a16="http://schemas.microsoft.com/office/drawing/2014/main" id="{2E7C5B96-C329-4F9D-B932-A1E6CA05F7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3" name="Text Box 65">
            <a:extLst>
              <a:ext uri="{FF2B5EF4-FFF2-40B4-BE49-F238E27FC236}">
                <a16:creationId xmlns:a16="http://schemas.microsoft.com/office/drawing/2014/main" id="{0FAB2750-3E15-4895-AEC7-F75018BD0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2834" name="Text Box 66">
            <a:extLst>
              <a:ext uri="{FF2B5EF4-FFF2-40B4-BE49-F238E27FC236}">
                <a16:creationId xmlns:a16="http://schemas.microsoft.com/office/drawing/2014/main" id="{35F51968-9235-41EA-8E9F-80FA5DDB0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32835" name="Text Box 67">
            <a:extLst>
              <a:ext uri="{FF2B5EF4-FFF2-40B4-BE49-F238E27FC236}">
                <a16:creationId xmlns:a16="http://schemas.microsoft.com/office/drawing/2014/main" id="{AA5725CF-04C9-47FE-B344-678B193E8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2836" name="Text Box 68">
            <a:extLst>
              <a:ext uri="{FF2B5EF4-FFF2-40B4-BE49-F238E27FC236}">
                <a16:creationId xmlns:a16="http://schemas.microsoft.com/office/drawing/2014/main" id="{ECFECCB1-F30D-4371-8DD7-14BA17DF1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32837" name="Text Box 69">
            <a:extLst>
              <a:ext uri="{FF2B5EF4-FFF2-40B4-BE49-F238E27FC236}">
                <a16:creationId xmlns:a16="http://schemas.microsoft.com/office/drawing/2014/main" id="{B41B1534-4990-4B29-8425-C421E9A87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2838" name="Text Box 70">
            <a:extLst>
              <a:ext uri="{FF2B5EF4-FFF2-40B4-BE49-F238E27FC236}">
                <a16:creationId xmlns:a16="http://schemas.microsoft.com/office/drawing/2014/main" id="{943CBF91-9631-45BF-9D6E-C1BAD930B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2839" name="Text Box 71">
            <a:extLst>
              <a:ext uri="{FF2B5EF4-FFF2-40B4-BE49-F238E27FC236}">
                <a16:creationId xmlns:a16="http://schemas.microsoft.com/office/drawing/2014/main" id="{3E297CB2-761A-4966-8789-BD652423D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2840" name="Text Box 72">
            <a:extLst>
              <a:ext uri="{FF2B5EF4-FFF2-40B4-BE49-F238E27FC236}">
                <a16:creationId xmlns:a16="http://schemas.microsoft.com/office/drawing/2014/main" id="{916BAF87-9DAE-4936-91D4-AD4F72F15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2841" name="Text Box 73">
            <a:extLst>
              <a:ext uri="{FF2B5EF4-FFF2-40B4-BE49-F238E27FC236}">
                <a16:creationId xmlns:a16="http://schemas.microsoft.com/office/drawing/2014/main" id="{385673BF-F875-4E20-AFBE-9DF18BC89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32842" name="Text Box 74">
            <a:extLst>
              <a:ext uri="{FF2B5EF4-FFF2-40B4-BE49-F238E27FC236}">
                <a16:creationId xmlns:a16="http://schemas.microsoft.com/office/drawing/2014/main" id="{95403FEE-C66C-4E26-9975-AD66F94F6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2843" name="Text Box 75">
            <a:extLst>
              <a:ext uri="{FF2B5EF4-FFF2-40B4-BE49-F238E27FC236}">
                <a16:creationId xmlns:a16="http://schemas.microsoft.com/office/drawing/2014/main" id="{83CDDD48-6165-4E6E-9A2C-35623B290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2844" name="Line 76">
            <a:extLst>
              <a:ext uri="{FF2B5EF4-FFF2-40B4-BE49-F238E27FC236}">
                <a16:creationId xmlns:a16="http://schemas.microsoft.com/office/drawing/2014/main" id="{5CE81F65-636A-4682-A656-1715F7B5B4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5" name="Text Box 77">
            <a:extLst>
              <a:ext uri="{FF2B5EF4-FFF2-40B4-BE49-F238E27FC236}">
                <a16:creationId xmlns:a16="http://schemas.microsoft.com/office/drawing/2014/main" id="{CEBF8F9C-0F34-42AF-8798-0F65DB1E3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59854" name="Group 78">
            <a:extLst>
              <a:ext uri="{FF2B5EF4-FFF2-40B4-BE49-F238E27FC236}">
                <a16:creationId xmlns:a16="http://schemas.microsoft.com/office/drawing/2014/main" id="{4D441877-C72C-4218-A91C-F16204DACF32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884" name="Slide Number Placeholder 1">
            <a:extLst>
              <a:ext uri="{FF2B5EF4-FFF2-40B4-BE49-F238E27FC236}">
                <a16:creationId xmlns:a16="http://schemas.microsoft.com/office/drawing/2014/main" id="{7E477F18-BEDD-4E12-8E38-D154C4F52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1AC674-0029-42E5-8C12-6B8BDD054F6F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hi-IN"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F28DA87D-83FB-4058-8BE4-3E6C065CA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60917" name="Group 117">
            <a:extLst>
              <a:ext uri="{FF2B5EF4-FFF2-40B4-BE49-F238E27FC236}">
                <a16:creationId xmlns:a16="http://schemas.microsoft.com/office/drawing/2014/main" id="{E746179D-7B40-4410-A95C-E5103FB856E9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833" name="Text Box 41">
            <a:extLst>
              <a:ext uri="{FF2B5EF4-FFF2-40B4-BE49-F238E27FC236}">
                <a16:creationId xmlns:a16="http://schemas.microsoft.com/office/drawing/2014/main" id="{A9D321B4-E34A-4B81-88EA-3139D4246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33834" name="Line 42">
            <a:extLst>
              <a:ext uri="{FF2B5EF4-FFF2-40B4-BE49-F238E27FC236}">
                <a16:creationId xmlns:a16="http://schemas.microsoft.com/office/drawing/2014/main" id="{0F979B39-CDA8-4973-85D5-9A1E69A788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5" name="Text Box 43">
            <a:extLst>
              <a:ext uri="{FF2B5EF4-FFF2-40B4-BE49-F238E27FC236}">
                <a16:creationId xmlns:a16="http://schemas.microsoft.com/office/drawing/2014/main" id="{C611044E-D40D-4604-A4A8-9350765C6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33836" name="Line 44">
            <a:extLst>
              <a:ext uri="{FF2B5EF4-FFF2-40B4-BE49-F238E27FC236}">
                <a16:creationId xmlns:a16="http://schemas.microsoft.com/office/drawing/2014/main" id="{62CC7449-9E30-49D2-8168-C1FEFFD8B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7" name="Line 45">
            <a:extLst>
              <a:ext uri="{FF2B5EF4-FFF2-40B4-BE49-F238E27FC236}">
                <a16:creationId xmlns:a16="http://schemas.microsoft.com/office/drawing/2014/main" id="{405970CB-51BC-4514-ACF5-A0FECBF434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8" name="Line 46">
            <a:extLst>
              <a:ext uri="{FF2B5EF4-FFF2-40B4-BE49-F238E27FC236}">
                <a16:creationId xmlns:a16="http://schemas.microsoft.com/office/drawing/2014/main" id="{EA518F6C-720C-4125-BDEE-8EA47E9E8C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9" name="Line 47">
            <a:extLst>
              <a:ext uri="{FF2B5EF4-FFF2-40B4-BE49-F238E27FC236}">
                <a16:creationId xmlns:a16="http://schemas.microsoft.com/office/drawing/2014/main" id="{10CA3574-F5B6-4B8C-AA45-6094759000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0" name="Line 48">
            <a:extLst>
              <a:ext uri="{FF2B5EF4-FFF2-40B4-BE49-F238E27FC236}">
                <a16:creationId xmlns:a16="http://schemas.microsoft.com/office/drawing/2014/main" id="{68D431B3-F814-4462-98AF-5ECFD6B22A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1" name="Line 49">
            <a:extLst>
              <a:ext uri="{FF2B5EF4-FFF2-40B4-BE49-F238E27FC236}">
                <a16:creationId xmlns:a16="http://schemas.microsoft.com/office/drawing/2014/main" id="{FA9CEB0D-A45B-49FB-83E8-5BAE688856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2" name="Line 50">
            <a:extLst>
              <a:ext uri="{FF2B5EF4-FFF2-40B4-BE49-F238E27FC236}">
                <a16:creationId xmlns:a16="http://schemas.microsoft.com/office/drawing/2014/main" id="{F1021B77-6495-4853-9F99-3D2477687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3" name="Line 51">
            <a:extLst>
              <a:ext uri="{FF2B5EF4-FFF2-40B4-BE49-F238E27FC236}">
                <a16:creationId xmlns:a16="http://schemas.microsoft.com/office/drawing/2014/main" id="{3C629FF6-B43E-437D-8631-84A0DF529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4" name="Line 52">
            <a:extLst>
              <a:ext uri="{FF2B5EF4-FFF2-40B4-BE49-F238E27FC236}">
                <a16:creationId xmlns:a16="http://schemas.microsoft.com/office/drawing/2014/main" id="{3568C046-D0BC-470C-A6AC-B84B662200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5" name="Oval 53">
            <a:extLst>
              <a:ext uri="{FF2B5EF4-FFF2-40B4-BE49-F238E27FC236}">
                <a16:creationId xmlns:a16="http://schemas.microsoft.com/office/drawing/2014/main" id="{67FC70D4-59E5-4B63-8504-AEDEB1F4E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33846" name="Oval 54">
            <a:extLst>
              <a:ext uri="{FF2B5EF4-FFF2-40B4-BE49-F238E27FC236}">
                <a16:creationId xmlns:a16="http://schemas.microsoft.com/office/drawing/2014/main" id="{BD6A4EA1-CDA4-4FC9-8A70-6CA95BA8B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33847" name="Oval 55">
            <a:extLst>
              <a:ext uri="{FF2B5EF4-FFF2-40B4-BE49-F238E27FC236}">
                <a16:creationId xmlns:a16="http://schemas.microsoft.com/office/drawing/2014/main" id="{A9B47343-870E-400E-B643-55EDA30E5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33848" name="Oval 56">
            <a:extLst>
              <a:ext uri="{FF2B5EF4-FFF2-40B4-BE49-F238E27FC236}">
                <a16:creationId xmlns:a16="http://schemas.microsoft.com/office/drawing/2014/main" id="{28715CF2-AACF-4D3D-AFDF-E330AC420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33849" name="Oval 57">
            <a:extLst>
              <a:ext uri="{FF2B5EF4-FFF2-40B4-BE49-F238E27FC236}">
                <a16:creationId xmlns:a16="http://schemas.microsoft.com/office/drawing/2014/main" id="{2FB30048-6695-4634-8916-D2AB6B723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33850" name="Oval 58">
            <a:extLst>
              <a:ext uri="{FF2B5EF4-FFF2-40B4-BE49-F238E27FC236}">
                <a16:creationId xmlns:a16="http://schemas.microsoft.com/office/drawing/2014/main" id="{F62D1107-3718-4BCE-97C5-58DBCF914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33851" name="Oval 59">
            <a:extLst>
              <a:ext uri="{FF2B5EF4-FFF2-40B4-BE49-F238E27FC236}">
                <a16:creationId xmlns:a16="http://schemas.microsoft.com/office/drawing/2014/main" id="{3A1A51E1-93B3-47EB-98BE-FE84FA17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33852" name="Oval 60">
            <a:extLst>
              <a:ext uri="{FF2B5EF4-FFF2-40B4-BE49-F238E27FC236}">
                <a16:creationId xmlns:a16="http://schemas.microsoft.com/office/drawing/2014/main" id="{0F5D44E8-9126-4108-BF53-6E8299590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33853" name="Oval 61">
            <a:extLst>
              <a:ext uri="{FF2B5EF4-FFF2-40B4-BE49-F238E27FC236}">
                <a16:creationId xmlns:a16="http://schemas.microsoft.com/office/drawing/2014/main" id="{2B8C358C-3138-4CEA-98BE-91FA41FFE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33854" name="Line 62">
            <a:extLst>
              <a:ext uri="{FF2B5EF4-FFF2-40B4-BE49-F238E27FC236}">
                <a16:creationId xmlns:a16="http://schemas.microsoft.com/office/drawing/2014/main" id="{9B59FB60-4413-4C68-9EB2-EE1CF60FE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5" name="Line 63">
            <a:extLst>
              <a:ext uri="{FF2B5EF4-FFF2-40B4-BE49-F238E27FC236}">
                <a16:creationId xmlns:a16="http://schemas.microsoft.com/office/drawing/2014/main" id="{C1412D51-7EFE-411C-B3C9-35D7FC1037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6" name="Line 64">
            <a:extLst>
              <a:ext uri="{FF2B5EF4-FFF2-40B4-BE49-F238E27FC236}">
                <a16:creationId xmlns:a16="http://schemas.microsoft.com/office/drawing/2014/main" id="{079DB931-BEC9-4746-B6C1-15CE511F434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7" name="Text Box 65">
            <a:extLst>
              <a:ext uri="{FF2B5EF4-FFF2-40B4-BE49-F238E27FC236}">
                <a16:creationId xmlns:a16="http://schemas.microsoft.com/office/drawing/2014/main" id="{187195B6-4A94-46BB-9C6E-34D00FBB5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3858" name="Text Box 66">
            <a:extLst>
              <a:ext uri="{FF2B5EF4-FFF2-40B4-BE49-F238E27FC236}">
                <a16:creationId xmlns:a16="http://schemas.microsoft.com/office/drawing/2014/main" id="{845507CE-4648-4547-9350-C1ABC83CC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33859" name="Text Box 67">
            <a:extLst>
              <a:ext uri="{FF2B5EF4-FFF2-40B4-BE49-F238E27FC236}">
                <a16:creationId xmlns:a16="http://schemas.microsoft.com/office/drawing/2014/main" id="{53AC9DA7-2E60-4E1A-8104-6C8EE003C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3860" name="Text Box 68">
            <a:extLst>
              <a:ext uri="{FF2B5EF4-FFF2-40B4-BE49-F238E27FC236}">
                <a16:creationId xmlns:a16="http://schemas.microsoft.com/office/drawing/2014/main" id="{153343DD-3C2D-47D7-B179-D06BF7EF8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33861" name="Text Box 69">
            <a:extLst>
              <a:ext uri="{FF2B5EF4-FFF2-40B4-BE49-F238E27FC236}">
                <a16:creationId xmlns:a16="http://schemas.microsoft.com/office/drawing/2014/main" id="{B50D9B89-131E-40B3-8687-4B341989C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3862" name="Text Box 70">
            <a:extLst>
              <a:ext uri="{FF2B5EF4-FFF2-40B4-BE49-F238E27FC236}">
                <a16:creationId xmlns:a16="http://schemas.microsoft.com/office/drawing/2014/main" id="{FC8881BB-1695-4C4F-B7C2-CC0C5FF34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3863" name="Text Box 71">
            <a:extLst>
              <a:ext uri="{FF2B5EF4-FFF2-40B4-BE49-F238E27FC236}">
                <a16:creationId xmlns:a16="http://schemas.microsoft.com/office/drawing/2014/main" id="{BBA70D98-2829-4487-B32D-454CDBD8A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3864" name="Text Box 72">
            <a:extLst>
              <a:ext uri="{FF2B5EF4-FFF2-40B4-BE49-F238E27FC236}">
                <a16:creationId xmlns:a16="http://schemas.microsoft.com/office/drawing/2014/main" id="{57BC9320-5606-42C2-B8DD-B72DF8D41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3865" name="Text Box 73">
            <a:extLst>
              <a:ext uri="{FF2B5EF4-FFF2-40B4-BE49-F238E27FC236}">
                <a16:creationId xmlns:a16="http://schemas.microsoft.com/office/drawing/2014/main" id="{30F99C22-95AB-43F0-8CFB-59D09AC4D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33866" name="Text Box 74">
            <a:extLst>
              <a:ext uri="{FF2B5EF4-FFF2-40B4-BE49-F238E27FC236}">
                <a16:creationId xmlns:a16="http://schemas.microsoft.com/office/drawing/2014/main" id="{75CC7962-8A43-4C72-BCE0-F663936A8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3867" name="Text Box 75">
            <a:extLst>
              <a:ext uri="{FF2B5EF4-FFF2-40B4-BE49-F238E27FC236}">
                <a16:creationId xmlns:a16="http://schemas.microsoft.com/office/drawing/2014/main" id="{CC6EE00A-F5A5-43C5-AE47-8C1EF739D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3868" name="Line 76">
            <a:extLst>
              <a:ext uri="{FF2B5EF4-FFF2-40B4-BE49-F238E27FC236}">
                <a16:creationId xmlns:a16="http://schemas.microsoft.com/office/drawing/2014/main" id="{3005319B-CA3D-4464-8A22-61C4A75431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9" name="Text Box 77">
            <a:extLst>
              <a:ext uri="{FF2B5EF4-FFF2-40B4-BE49-F238E27FC236}">
                <a16:creationId xmlns:a16="http://schemas.microsoft.com/office/drawing/2014/main" id="{EB0A9E64-2858-4CC9-8871-E4C194E18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60878" name="Group 78">
            <a:extLst>
              <a:ext uri="{FF2B5EF4-FFF2-40B4-BE49-F238E27FC236}">
                <a16:creationId xmlns:a16="http://schemas.microsoft.com/office/drawing/2014/main" id="{79316C05-8AEB-4EB3-A37B-326E85068F70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908" name="Slide Number Placeholder 1">
            <a:extLst>
              <a:ext uri="{FF2B5EF4-FFF2-40B4-BE49-F238E27FC236}">
                <a16:creationId xmlns:a16="http://schemas.microsoft.com/office/drawing/2014/main" id="{36A34929-1D67-4B50-8152-F83BA99C3D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857E3E-0737-4C61-9563-09EAA00A21F7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hi-IN"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02E78D85-21F7-4714-B66C-8AED92250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61827" name="Group 3">
            <a:extLst>
              <a:ext uri="{FF2B5EF4-FFF2-40B4-BE49-F238E27FC236}">
                <a16:creationId xmlns:a16="http://schemas.microsoft.com/office/drawing/2014/main" id="{8C66963E-623B-4B72-8D4E-2F42ADC54A36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857" name="Text Box 41">
            <a:extLst>
              <a:ext uri="{FF2B5EF4-FFF2-40B4-BE49-F238E27FC236}">
                <a16:creationId xmlns:a16="http://schemas.microsoft.com/office/drawing/2014/main" id="{BCAD63D3-CF43-49A9-A077-0AC9ABEFE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34858" name="Line 42">
            <a:extLst>
              <a:ext uri="{FF2B5EF4-FFF2-40B4-BE49-F238E27FC236}">
                <a16:creationId xmlns:a16="http://schemas.microsoft.com/office/drawing/2014/main" id="{3D2FD6CA-11DD-453A-97EF-14926C6378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9" name="Text Box 43">
            <a:extLst>
              <a:ext uri="{FF2B5EF4-FFF2-40B4-BE49-F238E27FC236}">
                <a16:creationId xmlns:a16="http://schemas.microsoft.com/office/drawing/2014/main" id="{D00CB9F5-7F38-4449-AB88-2CD73F6B6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34860" name="Line 44">
            <a:extLst>
              <a:ext uri="{FF2B5EF4-FFF2-40B4-BE49-F238E27FC236}">
                <a16:creationId xmlns:a16="http://schemas.microsoft.com/office/drawing/2014/main" id="{8255C09E-9691-4426-A7B2-17473515B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1" name="Line 45">
            <a:extLst>
              <a:ext uri="{FF2B5EF4-FFF2-40B4-BE49-F238E27FC236}">
                <a16:creationId xmlns:a16="http://schemas.microsoft.com/office/drawing/2014/main" id="{61DCDD50-5836-4F55-9F5D-91D4F665F5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2" name="Line 46">
            <a:extLst>
              <a:ext uri="{FF2B5EF4-FFF2-40B4-BE49-F238E27FC236}">
                <a16:creationId xmlns:a16="http://schemas.microsoft.com/office/drawing/2014/main" id="{4102FDA7-8BF8-4689-8CCF-6F09A2FE69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3" name="Line 47">
            <a:extLst>
              <a:ext uri="{FF2B5EF4-FFF2-40B4-BE49-F238E27FC236}">
                <a16:creationId xmlns:a16="http://schemas.microsoft.com/office/drawing/2014/main" id="{9E4C775C-A4CF-4397-84F9-FFCCCF0BC0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4" name="Line 48">
            <a:extLst>
              <a:ext uri="{FF2B5EF4-FFF2-40B4-BE49-F238E27FC236}">
                <a16:creationId xmlns:a16="http://schemas.microsoft.com/office/drawing/2014/main" id="{E0F2901C-EAF2-4877-8CB2-693209B3FF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5" name="Line 49">
            <a:extLst>
              <a:ext uri="{FF2B5EF4-FFF2-40B4-BE49-F238E27FC236}">
                <a16:creationId xmlns:a16="http://schemas.microsoft.com/office/drawing/2014/main" id="{4DA7C93A-9D72-4C3E-9E25-81DA037B7F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6" name="Line 50">
            <a:extLst>
              <a:ext uri="{FF2B5EF4-FFF2-40B4-BE49-F238E27FC236}">
                <a16:creationId xmlns:a16="http://schemas.microsoft.com/office/drawing/2014/main" id="{A4A47EE7-0F1A-41AC-BC35-8BD2B062E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7" name="Line 51">
            <a:extLst>
              <a:ext uri="{FF2B5EF4-FFF2-40B4-BE49-F238E27FC236}">
                <a16:creationId xmlns:a16="http://schemas.microsoft.com/office/drawing/2014/main" id="{E38441EF-D86E-4784-829F-06E70CE50C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8" name="Line 52">
            <a:extLst>
              <a:ext uri="{FF2B5EF4-FFF2-40B4-BE49-F238E27FC236}">
                <a16:creationId xmlns:a16="http://schemas.microsoft.com/office/drawing/2014/main" id="{B1EEEE85-5BA5-4D88-9AE6-D229A8D0F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9" name="Oval 53">
            <a:extLst>
              <a:ext uri="{FF2B5EF4-FFF2-40B4-BE49-F238E27FC236}">
                <a16:creationId xmlns:a16="http://schemas.microsoft.com/office/drawing/2014/main" id="{2F426D7F-D2BF-4A52-B7D6-ECA7ED026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34870" name="Oval 54">
            <a:extLst>
              <a:ext uri="{FF2B5EF4-FFF2-40B4-BE49-F238E27FC236}">
                <a16:creationId xmlns:a16="http://schemas.microsoft.com/office/drawing/2014/main" id="{FA39BEA1-D841-4BE0-B58B-579309F1F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34871" name="Oval 55">
            <a:extLst>
              <a:ext uri="{FF2B5EF4-FFF2-40B4-BE49-F238E27FC236}">
                <a16:creationId xmlns:a16="http://schemas.microsoft.com/office/drawing/2014/main" id="{4DA1AF72-787B-45EF-A70B-65889B53C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34872" name="Oval 56">
            <a:extLst>
              <a:ext uri="{FF2B5EF4-FFF2-40B4-BE49-F238E27FC236}">
                <a16:creationId xmlns:a16="http://schemas.microsoft.com/office/drawing/2014/main" id="{15CA24CA-66FA-4022-B7B7-05F5D7DA3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34873" name="Oval 57">
            <a:extLst>
              <a:ext uri="{FF2B5EF4-FFF2-40B4-BE49-F238E27FC236}">
                <a16:creationId xmlns:a16="http://schemas.microsoft.com/office/drawing/2014/main" id="{E7611B2A-3409-4718-A44F-BF309DBA9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34874" name="Oval 58">
            <a:extLst>
              <a:ext uri="{FF2B5EF4-FFF2-40B4-BE49-F238E27FC236}">
                <a16:creationId xmlns:a16="http://schemas.microsoft.com/office/drawing/2014/main" id="{1C710188-7CD3-4EF0-920D-1AA3BD3CD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34875" name="Oval 59">
            <a:extLst>
              <a:ext uri="{FF2B5EF4-FFF2-40B4-BE49-F238E27FC236}">
                <a16:creationId xmlns:a16="http://schemas.microsoft.com/office/drawing/2014/main" id="{EE4E8C0D-A81A-4EAF-B34E-C5AD25C91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34876" name="Oval 60">
            <a:extLst>
              <a:ext uri="{FF2B5EF4-FFF2-40B4-BE49-F238E27FC236}">
                <a16:creationId xmlns:a16="http://schemas.microsoft.com/office/drawing/2014/main" id="{964CE528-0FD6-40FB-B140-B490657F0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34877" name="Oval 61">
            <a:extLst>
              <a:ext uri="{FF2B5EF4-FFF2-40B4-BE49-F238E27FC236}">
                <a16:creationId xmlns:a16="http://schemas.microsoft.com/office/drawing/2014/main" id="{C155C201-1631-497F-A74E-831056EDF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34878" name="Line 62">
            <a:extLst>
              <a:ext uri="{FF2B5EF4-FFF2-40B4-BE49-F238E27FC236}">
                <a16:creationId xmlns:a16="http://schemas.microsoft.com/office/drawing/2014/main" id="{5ACAA6DA-57A0-4A22-8F46-4D23AD693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9" name="Line 63">
            <a:extLst>
              <a:ext uri="{FF2B5EF4-FFF2-40B4-BE49-F238E27FC236}">
                <a16:creationId xmlns:a16="http://schemas.microsoft.com/office/drawing/2014/main" id="{7BA77CB1-E8CD-4D12-866A-CDD4A0D478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0" name="Line 64">
            <a:extLst>
              <a:ext uri="{FF2B5EF4-FFF2-40B4-BE49-F238E27FC236}">
                <a16:creationId xmlns:a16="http://schemas.microsoft.com/office/drawing/2014/main" id="{B12084E7-E8BF-4157-AAF2-610BC2DEA4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1" name="Text Box 65">
            <a:extLst>
              <a:ext uri="{FF2B5EF4-FFF2-40B4-BE49-F238E27FC236}">
                <a16:creationId xmlns:a16="http://schemas.microsoft.com/office/drawing/2014/main" id="{7032B124-9E5C-42C0-9F09-5A9D19C32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4882" name="Text Box 66">
            <a:extLst>
              <a:ext uri="{FF2B5EF4-FFF2-40B4-BE49-F238E27FC236}">
                <a16:creationId xmlns:a16="http://schemas.microsoft.com/office/drawing/2014/main" id="{82B69F18-6112-4E00-8237-19777E7F1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34883" name="Text Box 67">
            <a:extLst>
              <a:ext uri="{FF2B5EF4-FFF2-40B4-BE49-F238E27FC236}">
                <a16:creationId xmlns:a16="http://schemas.microsoft.com/office/drawing/2014/main" id="{42899191-7600-46CC-8B17-13DE8D069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4884" name="Text Box 68">
            <a:extLst>
              <a:ext uri="{FF2B5EF4-FFF2-40B4-BE49-F238E27FC236}">
                <a16:creationId xmlns:a16="http://schemas.microsoft.com/office/drawing/2014/main" id="{82A281C6-429A-4117-AD50-96BBDB04E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34885" name="Text Box 69">
            <a:extLst>
              <a:ext uri="{FF2B5EF4-FFF2-40B4-BE49-F238E27FC236}">
                <a16:creationId xmlns:a16="http://schemas.microsoft.com/office/drawing/2014/main" id="{D86FF4ED-AE6A-4F88-8EC8-555F821E2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4886" name="Text Box 70">
            <a:extLst>
              <a:ext uri="{FF2B5EF4-FFF2-40B4-BE49-F238E27FC236}">
                <a16:creationId xmlns:a16="http://schemas.microsoft.com/office/drawing/2014/main" id="{9C5E22DD-D077-4FB1-8838-50D6EA587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4887" name="Text Box 71">
            <a:extLst>
              <a:ext uri="{FF2B5EF4-FFF2-40B4-BE49-F238E27FC236}">
                <a16:creationId xmlns:a16="http://schemas.microsoft.com/office/drawing/2014/main" id="{0C10F9CD-A5A3-4398-999C-0E3FC6E0D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4888" name="Text Box 72">
            <a:extLst>
              <a:ext uri="{FF2B5EF4-FFF2-40B4-BE49-F238E27FC236}">
                <a16:creationId xmlns:a16="http://schemas.microsoft.com/office/drawing/2014/main" id="{E9F9127D-6EA8-423D-8484-B73602D9F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4889" name="Text Box 73">
            <a:extLst>
              <a:ext uri="{FF2B5EF4-FFF2-40B4-BE49-F238E27FC236}">
                <a16:creationId xmlns:a16="http://schemas.microsoft.com/office/drawing/2014/main" id="{BAAD45D8-7D8E-4966-85CC-F5974EF3C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34890" name="Text Box 74">
            <a:extLst>
              <a:ext uri="{FF2B5EF4-FFF2-40B4-BE49-F238E27FC236}">
                <a16:creationId xmlns:a16="http://schemas.microsoft.com/office/drawing/2014/main" id="{199B2BBE-62A4-4133-B553-FB531C604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4891" name="Text Box 75">
            <a:extLst>
              <a:ext uri="{FF2B5EF4-FFF2-40B4-BE49-F238E27FC236}">
                <a16:creationId xmlns:a16="http://schemas.microsoft.com/office/drawing/2014/main" id="{2A0FD26B-D866-4706-971C-AD89001B8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4892" name="Line 76">
            <a:extLst>
              <a:ext uri="{FF2B5EF4-FFF2-40B4-BE49-F238E27FC236}">
                <a16:creationId xmlns:a16="http://schemas.microsoft.com/office/drawing/2014/main" id="{CE148FE2-B16E-46A5-9874-40429C855C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3" name="Text Box 77">
            <a:extLst>
              <a:ext uri="{FF2B5EF4-FFF2-40B4-BE49-F238E27FC236}">
                <a16:creationId xmlns:a16="http://schemas.microsoft.com/office/drawing/2014/main" id="{B3A6F4DC-E81C-4308-AA21-9F4FA744E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61902" name="Group 78">
            <a:extLst>
              <a:ext uri="{FF2B5EF4-FFF2-40B4-BE49-F238E27FC236}">
                <a16:creationId xmlns:a16="http://schemas.microsoft.com/office/drawing/2014/main" id="{266F3E42-F183-4734-B69A-FCD80F3143FE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932" name="Slide Number Placeholder 1">
            <a:extLst>
              <a:ext uri="{FF2B5EF4-FFF2-40B4-BE49-F238E27FC236}">
                <a16:creationId xmlns:a16="http://schemas.microsoft.com/office/drawing/2014/main" id="{60600F5A-EA42-4763-A6C8-637062393A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FAC719-7262-4FF1-BED8-5BA7652747AB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hi-IN"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671D858F-6643-404C-80AF-1A18710E3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62851" name="Group 3">
            <a:extLst>
              <a:ext uri="{FF2B5EF4-FFF2-40B4-BE49-F238E27FC236}">
                <a16:creationId xmlns:a16="http://schemas.microsoft.com/office/drawing/2014/main" id="{B70F12B4-5A70-49A1-B5DF-70271BA60229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881" name="Text Box 41">
            <a:extLst>
              <a:ext uri="{FF2B5EF4-FFF2-40B4-BE49-F238E27FC236}">
                <a16:creationId xmlns:a16="http://schemas.microsoft.com/office/drawing/2014/main" id="{181EDA60-4A06-411C-803C-CC1934F9A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35882" name="Line 42">
            <a:extLst>
              <a:ext uri="{FF2B5EF4-FFF2-40B4-BE49-F238E27FC236}">
                <a16:creationId xmlns:a16="http://schemas.microsoft.com/office/drawing/2014/main" id="{8F1B6D63-41DE-44BB-82EF-DE6FED0165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3" name="Text Box 43">
            <a:extLst>
              <a:ext uri="{FF2B5EF4-FFF2-40B4-BE49-F238E27FC236}">
                <a16:creationId xmlns:a16="http://schemas.microsoft.com/office/drawing/2014/main" id="{86F1C065-A7B8-4D9E-937D-9596B4FF5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35884" name="Line 44">
            <a:extLst>
              <a:ext uri="{FF2B5EF4-FFF2-40B4-BE49-F238E27FC236}">
                <a16:creationId xmlns:a16="http://schemas.microsoft.com/office/drawing/2014/main" id="{FBFB8497-4CB1-4B2D-B6A0-8CBE37E459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5" name="Line 45">
            <a:extLst>
              <a:ext uri="{FF2B5EF4-FFF2-40B4-BE49-F238E27FC236}">
                <a16:creationId xmlns:a16="http://schemas.microsoft.com/office/drawing/2014/main" id="{375AE901-8EEA-4EF1-B6B4-5590C12721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6" name="Line 46">
            <a:extLst>
              <a:ext uri="{FF2B5EF4-FFF2-40B4-BE49-F238E27FC236}">
                <a16:creationId xmlns:a16="http://schemas.microsoft.com/office/drawing/2014/main" id="{515AEAC9-ED2F-4EDD-AA1E-1F71B01BDD0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7" name="Line 47">
            <a:extLst>
              <a:ext uri="{FF2B5EF4-FFF2-40B4-BE49-F238E27FC236}">
                <a16:creationId xmlns:a16="http://schemas.microsoft.com/office/drawing/2014/main" id="{A0F69D23-9CF7-4A70-B9F1-784F5849AB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8" name="Line 48">
            <a:extLst>
              <a:ext uri="{FF2B5EF4-FFF2-40B4-BE49-F238E27FC236}">
                <a16:creationId xmlns:a16="http://schemas.microsoft.com/office/drawing/2014/main" id="{0289272B-D79F-4F51-91EB-A43FAC6AAC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9" name="Line 49">
            <a:extLst>
              <a:ext uri="{FF2B5EF4-FFF2-40B4-BE49-F238E27FC236}">
                <a16:creationId xmlns:a16="http://schemas.microsoft.com/office/drawing/2014/main" id="{E91BA2F7-4C87-4BAF-A330-5C5911D173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0" name="Line 50">
            <a:extLst>
              <a:ext uri="{FF2B5EF4-FFF2-40B4-BE49-F238E27FC236}">
                <a16:creationId xmlns:a16="http://schemas.microsoft.com/office/drawing/2014/main" id="{A2D8B961-7F5C-4152-9592-CD8017299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1" name="Line 51">
            <a:extLst>
              <a:ext uri="{FF2B5EF4-FFF2-40B4-BE49-F238E27FC236}">
                <a16:creationId xmlns:a16="http://schemas.microsoft.com/office/drawing/2014/main" id="{FC4447B1-2B35-41BF-96C9-EDE3F90BF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2" name="Line 52">
            <a:extLst>
              <a:ext uri="{FF2B5EF4-FFF2-40B4-BE49-F238E27FC236}">
                <a16:creationId xmlns:a16="http://schemas.microsoft.com/office/drawing/2014/main" id="{046188B5-351E-478E-8624-8E913FFB2A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3" name="Oval 53">
            <a:extLst>
              <a:ext uri="{FF2B5EF4-FFF2-40B4-BE49-F238E27FC236}">
                <a16:creationId xmlns:a16="http://schemas.microsoft.com/office/drawing/2014/main" id="{3D1D7CD7-640F-4AC9-89F9-DE6622FEB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35894" name="Oval 54">
            <a:extLst>
              <a:ext uri="{FF2B5EF4-FFF2-40B4-BE49-F238E27FC236}">
                <a16:creationId xmlns:a16="http://schemas.microsoft.com/office/drawing/2014/main" id="{E576F8AF-8A95-44FD-A234-E2604D66C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35895" name="Oval 55">
            <a:extLst>
              <a:ext uri="{FF2B5EF4-FFF2-40B4-BE49-F238E27FC236}">
                <a16:creationId xmlns:a16="http://schemas.microsoft.com/office/drawing/2014/main" id="{8D040596-01FB-4868-905B-F14EFD581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35896" name="Oval 56">
            <a:extLst>
              <a:ext uri="{FF2B5EF4-FFF2-40B4-BE49-F238E27FC236}">
                <a16:creationId xmlns:a16="http://schemas.microsoft.com/office/drawing/2014/main" id="{7CEEA61D-7547-480B-AAC4-CEFEE02E6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35897" name="Oval 57">
            <a:extLst>
              <a:ext uri="{FF2B5EF4-FFF2-40B4-BE49-F238E27FC236}">
                <a16:creationId xmlns:a16="http://schemas.microsoft.com/office/drawing/2014/main" id="{CF1DA688-1B89-41BB-ADF7-854AA2E5E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35898" name="Oval 58">
            <a:extLst>
              <a:ext uri="{FF2B5EF4-FFF2-40B4-BE49-F238E27FC236}">
                <a16:creationId xmlns:a16="http://schemas.microsoft.com/office/drawing/2014/main" id="{BAB37800-7139-4172-8D9A-2985F18FF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35899" name="Oval 59">
            <a:extLst>
              <a:ext uri="{FF2B5EF4-FFF2-40B4-BE49-F238E27FC236}">
                <a16:creationId xmlns:a16="http://schemas.microsoft.com/office/drawing/2014/main" id="{BCEEB0CF-7F5F-4C35-AEBF-1712FF695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35900" name="Oval 60">
            <a:extLst>
              <a:ext uri="{FF2B5EF4-FFF2-40B4-BE49-F238E27FC236}">
                <a16:creationId xmlns:a16="http://schemas.microsoft.com/office/drawing/2014/main" id="{39459F3F-1846-442A-9460-7A23533E2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35901" name="Oval 61">
            <a:extLst>
              <a:ext uri="{FF2B5EF4-FFF2-40B4-BE49-F238E27FC236}">
                <a16:creationId xmlns:a16="http://schemas.microsoft.com/office/drawing/2014/main" id="{AE6DB421-3D35-4B32-B20C-AC61A0997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35902" name="Line 62">
            <a:extLst>
              <a:ext uri="{FF2B5EF4-FFF2-40B4-BE49-F238E27FC236}">
                <a16:creationId xmlns:a16="http://schemas.microsoft.com/office/drawing/2014/main" id="{D4C24E0E-D03F-4BD1-BF0E-95B90E4DA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3" name="Line 63">
            <a:extLst>
              <a:ext uri="{FF2B5EF4-FFF2-40B4-BE49-F238E27FC236}">
                <a16:creationId xmlns:a16="http://schemas.microsoft.com/office/drawing/2014/main" id="{8187ED36-EB12-4D49-B60C-D099BD6123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4" name="Line 64">
            <a:extLst>
              <a:ext uri="{FF2B5EF4-FFF2-40B4-BE49-F238E27FC236}">
                <a16:creationId xmlns:a16="http://schemas.microsoft.com/office/drawing/2014/main" id="{875A60EC-8B99-4A86-9631-D4DB9501C5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5" name="Text Box 65">
            <a:extLst>
              <a:ext uri="{FF2B5EF4-FFF2-40B4-BE49-F238E27FC236}">
                <a16:creationId xmlns:a16="http://schemas.microsoft.com/office/drawing/2014/main" id="{5ED11DBC-D33A-476F-996D-25435B9E4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5906" name="Text Box 66">
            <a:extLst>
              <a:ext uri="{FF2B5EF4-FFF2-40B4-BE49-F238E27FC236}">
                <a16:creationId xmlns:a16="http://schemas.microsoft.com/office/drawing/2014/main" id="{EA4D83A9-FEB9-4932-8357-D93AE1941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35907" name="Text Box 67">
            <a:extLst>
              <a:ext uri="{FF2B5EF4-FFF2-40B4-BE49-F238E27FC236}">
                <a16:creationId xmlns:a16="http://schemas.microsoft.com/office/drawing/2014/main" id="{5FAFAC62-42D2-4387-9685-391A207BF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5908" name="Text Box 68">
            <a:extLst>
              <a:ext uri="{FF2B5EF4-FFF2-40B4-BE49-F238E27FC236}">
                <a16:creationId xmlns:a16="http://schemas.microsoft.com/office/drawing/2014/main" id="{F553FB62-2502-4624-B2AA-BF0120748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35909" name="Text Box 69">
            <a:extLst>
              <a:ext uri="{FF2B5EF4-FFF2-40B4-BE49-F238E27FC236}">
                <a16:creationId xmlns:a16="http://schemas.microsoft.com/office/drawing/2014/main" id="{301887FE-0B85-4D81-888B-C404615D9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5910" name="Text Box 70">
            <a:extLst>
              <a:ext uri="{FF2B5EF4-FFF2-40B4-BE49-F238E27FC236}">
                <a16:creationId xmlns:a16="http://schemas.microsoft.com/office/drawing/2014/main" id="{27710968-5B7E-4EE0-9D57-B0108F4FC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5911" name="Text Box 71">
            <a:extLst>
              <a:ext uri="{FF2B5EF4-FFF2-40B4-BE49-F238E27FC236}">
                <a16:creationId xmlns:a16="http://schemas.microsoft.com/office/drawing/2014/main" id="{3EA4EE4A-B6EB-4882-A489-CB517646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5912" name="Text Box 72">
            <a:extLst>
              <a:ext uri="{FF2B5EF4-FFF2-40B4-BE49-F238E27FC236}">
                <a16:creationId xmlns:a16="http://schemas.microsoft.com/office/drawing/2014/main" id="{F021EBD3-CA26-4755-9645-CB77FC937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5913" name="Text Box 73">
            <a:extLst>
              <a:ext uri="{FF2B5EF4-FFF2-40B4-BE49-F238E27FC236}">
                <a16:creationId xmlns:a16="http://schemas.microsoft.com/office/drawing/2014/main" id="{E54EAB5D-73A9-4D44-99A5-D45410718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35914" name="Text Box 74">
            <a:extLst>
              <a:ext uri="{FF2B5EF4-FFF2-40B4-BE49-F238E27FC236}">
                <a16:creationId xmlns:a16="http://schemas.microsoft.com/office/drawing/2014/main" id="{25D282A5-B2F0-4970-B390-B4C98247F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5915" name="Text Box 75">
            <a:extLst>
              <a:ext uri="{FF2B5EF4-FFF2-40B4-BE49-F238E27FC236}">
                <a16:creationId xmlns:a16="http://schemas.microsoft.com/office/drawing/2014/main" id="{C2D7F335-F650-4FD7-8348-96610702C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5916" name="Line 76">
            <a:extLst>
              <a:ext uri="{FF2B5EF4-FFF2-40B4-BE49-F238E27FC236}">
                <a16:creationId xmlns:a16="http://schemas.microsoft.com/office/drawing/2014/main" id="{3F21DDFD-8588-4CD4-B4F1-C5DF8832BC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7" name="Text Box 77">
            <a:extLst>
              <a:ext uri="{FF2B5EF4-FFF2-40B4-BE49-F238E27FC236}">
                <a16:creationId xmlns:a16="http://schemas.microsoft.com/office/drawing/2014/main" id="{A13BC427-B539-4A93-BF14-C6E4F8D55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62926" name="Group 78">
            <a:extLst>
              <a:ext uri="{FF2B5EF4-FFF2-40B4-BE49-F238E27FC236}">
                <a16:creationId xmlns:a16="http://schemas.microsoft.com/office/drawing/2014/main" id="{B283007E-20DF-4C10-993D-067D4C3528D4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956" name="Slide Number Placeholder 1">
            <a:extLst>
              <a:ext uri="{FF2B5EF4-FFF2-40B4-BE49-F238E27FC236}">
                <a16:creationId xmlns:a16="http://schemas.microsoft.com/office/drawing/2014/main" id="{1B803CC5-A57B-4035-A2EA-86F4167294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C25E6A-D858-4C61-8565-457A293218AC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hi-IN"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0759E46B-05B4-4F2C-B968-4B02D9C6E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63875" name="Group 3">
            <a:extLst>
              <a:ext uri="{FF2B5EF4-FFF2-40B4-BE49-F238E27FC236}">
                <a16:creationId xmlns:a16="http://schemas.microsoft.com/office/drawing/2014/main" id="{63C3D4BE-0103-4558-9ACA-28BB57373C7E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905" name="Text Box 41">
            <a:extLst>
              <a:ext uri="{FF2B5EF4-FFF2-40B4-BE49-F238E27FC236}">
                <a16:creationId xmlns:a16="http://schemas.microsoft.com/office/drawing/2014/main" id="{82B69B63-BECB-4CE1-B1D6-5FF2C2BF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36906" name="Line 42">
            <a:extLst>
              <a:ext uri="{FF2B5EF4-FFF2-40B4-BE49-F238E27FC236}">
                <a16:creationId xmlns:a16="http://schemas.microsoft.com/office/drawing/2014/main" id="{1815BC82-71CC-43F0-BD7E-BFC540E9DD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7" name="Text Box 43">
            <a:extLst>
              <a:ext uri="{FF2B5EF4-FFF2-40B4-BE49-F238E27FC236}">
                <a16:creationId xmlns:a16="http://schemas.microsoft.com/office/drawing/2014/main" id="{8597CF03-1E91-4D73-9666-F4D93C609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36908" name="Line 44">
            <a:extLst>
              <a:ext uri="{FF2B5EF4-FFF2-40B4-BE49-F238E27FC236}">
                <a16:creationId xmlns:a16="http://schemas.microsoft.com/office/drawing/2014/main" id="{8675BBB3-4306-4F02-ABC2-15EC03903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9" name="Line 45">
            <a:extLst>
              <a:ext uri="{FF2B5EF4-FFF2-40B4-BE49-F238E27FC236}">
                <a16:creationId xmlns:a16="http://schemas.microsoft.com/office/drawing/2014/main" id="{610B4697-893F-4184-8FA3-4B14AC32E4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0" name="Line 46">
            <a:extLst>
              <a:ext uri="{FF2B5EF4-FFF2-40B4-BE49-F238E27FC236}">
                <a16:creationId xmlns:a16="http://schemas.microsoft.com/office/drawing/2014/main" id="{30E2C294-0564-4DEE-9CEA-0C4214D1215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1" name="Line 47">
            <a:extLst>
              <a:ext uri="{FF2B5EF4-FFF2-40B4-BE49-F238E27FC236}">
                <a16:creationId xmlns:a16="http://schemas.microsoft.com/office/drawing/2014/main" id="{F94E563C-06BA-407F-9678-8CC6BD5E54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2" name="Line 48">
            <a:extLst>
              <a:ext uri="{FF2B5EF4-FFF2-40B4-BE49-F238E27FC236}">
                <a16:creationId xmlns:a16="http://schemas.microsoft.com/office/drawing/2014/main" id="{A5D9968B-D76B-4BDA-B755-B292D3F2EE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3" name="Line 49">
            <a:extLst>
              <a:ext uri="{FF2B5EF4-FFF2-40B4-BE49-F238E27FC236}">
                <a16:creationId xmlns:a16="http://schemas.microsoft.com/office/drawing/2014/main" id="{5A6971B2-B2D7-481A-918D-A1036E2A8C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4" name="Line 50">
            <a:extLst>
              <a:ext uri="{FF2B5EF4-FFF2-40B4-BE49-F238E27FC236}">
                <a16:creationId xmlns:a16="http://schemas.microsoft.com/office/drawing/2014/main" id="{47CB2FA9-00EF-4DF2-BBC5-73E81D307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5" name="Line 51">
            <a:extLst>
              <a:ext uri="{FF2B5EF4-FFF2-40B4-BE49-F238E27FC236}">
                <a16:creationId xmlns:a16="http://schemas.microsoft.com/office/drawing/2014/main" id="{18C9E096-EB5C-4119-8A5E-B72A3CD36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6" name="Line 52">
            <a:extLst>
              <a:ext uri="{FF2B5EF4-FFF2-40B4-BE49-F238E27FC236}">
                <a16:creationId xmlns:a16="http://schemas.microsoft.com/office/drawing/2014/main" id="{CB61BFE2-17E5-41A8-88C0-1EC96C19A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7" name="Oval 53">
            <a:extLst>
              <a:ext uri="{FF2B5EF4-FFF2-40B4-BE49-F238E27FC236}">
                <a16:creationId xmlns:a16="http://schemas.microsoft.com/office/drawing/2014/main" id="{B9B9DDFC-6D23-41F0-BC2C-5D8BC446D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36918" name="Oval 54">
            <a:extLst>
              <a:ext uri="{FF2B5EF4-FFF2-40B4-BE49-F238E27FC236}">
                <a16:creationId xmlns:a16="http://schemas.microsoft.com/office/drawing/2014/main" id="{E47A8273-6BE1-41FB-AACA-BCA032AC0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36919" name="Oval 55">
            <a:extLst>
              <a:ext uri="{FF2B5EF4-FFF2-40B4-BE49-F238E27FC236}">
                <a16:creationId xmlns:a16="http://schemas.microsoft.com/office/drawing/2014/main" id="{4D3CD528-3AE4-42D5-8BE2-B09C43D38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36920" name="Oval 56">
            <a:extLst>
              <a:ext uri="{FF2B5EF4-FFF2-40B4-BE49-F238E27FC236}">
                <a16:creationId xmlns:a16="http://schemas.microsoft.com/office/drawing/2014/main" id="{C47A2DB9-44F9-4F92-90AD-DCE0994B3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36921" name="Oval 57">
            <a:extLst>
              <a:ext uri="{FF2B5EF4-FFF2-40B4-BE49-F238E27FC236}">
                <a16:creationId xmlns:a16="http://schemas.microsoft.com/office/drawing/2014/main" id="{8F8780F8-DFB3-448B-B65B-93DA82EE9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36922" name="Oval 58">
            <a:extLst>
              <a:ext uri="{FF2B5EF4-FFF2-40B4-BE49-F238E27FC236}">
                <a16:creationId xmlns:a16="http://schemas.microsoft.com/office/drawing/2014/main" id="{73430672-6057-4854-B5FC-7ADFD6FF6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36923" name="Oval 59">
            <a:extLst>
              <a:ext uri="{FF2B5EF4-FFF2-40B4-BE49-F238E27FC236}">
                <a16:creationId xmlns:a16="http://schemas.microsoft.com/office/drawing/2014/main" id="{5149CCEC-EE45-41C7-8705-DB550F638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36924" name="Oval 60">
            <a:extLst>
              <a:ext uri="{FF2B5EF4-FFF2-40B4-BE49-F238E27FC236}">
                <a16:creationId xmlns:a16="http://schemas.microsoft.com/office/drawing/2014/main" id="{2EC4E2DD-322A-4262-B7D7-9A9426480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36925" name="Oval 61">
            <a:extLst>
              <a:ext uri="{FF2B5EF4-FFF2-40B4-BE49-F238E27FC236}">
                <a16:creationId xmlns:a16="http://schemas.microsoft.com/office/drawing/2014/main" id="{7A8560DC-A0B8-479A-9228-1C383E382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36926" name="Line 62">
            <a:extLst>
              <a:ext uri="{FF2B5EF4-FFF2-40B4-BE49-F238E27FC236}">
                <a16:creationId xmlns:a16="http://schemas.microsoft.com/office/drawing/2014/main" id="{4EC1A8B4-0654-4F31-BF29-952325D21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7" name="Line 63">
            <a:extLst>
              <a:ext uri="{FF2B5EF4-FFF2-40B4-BE49-F238E27FC236}">
                <a16:creationId xmlns:a16="http://schemas.microsoft.com/office/drawing/2014/main" id="{2E452462-6929-4158-9013-3648FB7CA9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8" name="Line 64">
            <a:extLst>
              <a:ext uri="{FF2B5EF4-FFF2-40B4-BE49-F238E27FC236}">
                <a16:creationId xmlns:a16="http://schemas.microsoft.com/office/drawing/2014/main" id="{7E156116-65E4-449C-820E-548F3418A0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9" name="Text Box 65">
            <a:extLst>
              <a:ext uri="{FF2B5EF4-FFF2-40B4-BE49-F238E27FC236}">
                <a16:creationId xmlns:a16="http://schemas.microsoft.com/office/drawing/2014/main" id="{CAB86708-A61C-47B8-A764-945A9FC84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6930" name="Text Box 66">
            <a:extLst>
              <a:ext uri="{FF2B5EF4-FFF2-40B4-BE49-F238E27FC236}">
                <a16:creationId xmlns:a16="http://schemas.microsoft.com/office/drawing/2014/main" id="{98E61019-E9C5-49D2-9E9A-F9C944D8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36931" name="Text Box 67">
            <a:extLst>
              <a:ext uri="{FF2B5EF4-FFF2-40B4-BE49-F238E27FC236}">
                <a16:creationId xmlns:a16="http://schemas.microsoft.com/office/drawing/2014/main" id="{D0ABFC90-4FCF-465D-9B74-B2A4C5E9F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6932" name="Text Box 68">
            <a:extLst>
              <a:ext uri="{FF2B5EF4-FFF2-40B4-BE49-F238E27FC236}">
                <a16:creationId xmlns:a16="http://schemas.microsoft.com/office/drawing/2014/main" id="{744E012F-081B-491C-B665-B5CA16851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36933" name="Text Box 69">
            <a:extLst>
              <a:ext uri="{FF2B5EF4-FFF2-40B4-BE49-F238E27FC236}">
                <a16:creationId xmlns:a16="http://schemas.microsoft.com/office/drawing/2014/main" id="{D963939A-0A55-40F4-8ED9-1DD7153D8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6934" name="Text Box 70">
            <a:extLst>
              <a:ext uri="{FF2B5EF4-FFF2-40B4-BE49-F238E27FC236}">
                <a16:creationId xmlns:a16="http://schemas.microsoft.com/office/drawing/2014/main" id="{6BDC7EBF-73FF-4B6C-8DDC-AD0BFC345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6935" name="Text Box 71">
            <a:extLst>
              <a:ext uri="{FF2B5EF4-FFF2-40B4-BE49-F238E27FC236}">
                <a16:creationId xmlns:a16="http://schemas.microsoft.com/office/drawing/2014/main" id="{F3DCB52F-6498-418D-A604-1308B25F9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6936" name="Text Box 72">
            <a:extLst>
              <a:ext uri="{FF2B5EF4-FFF2-40B4-BE49-F238E27FC236}">
                <a16:creationId xmlns:a16="http://schemas.microsoft.com/office/drawing/2014/main" id="{7FE7F548-7295-4B97-BD33-3792D7E13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6937" name="Text Box 73">
            <a:extLst>
              <a:ext uri="{FF2B5EF4-FFF2-40B4-BE49-F238E27FC236}">
                <a16:creationId xmlns:a16="http://schemas.microsoft.com/office/drawing/2014/main" id="{CB2E88A3-7DB8-4388-9F5F-FF1222FFC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36938" name="Text Box 74">
            <a:extLst>
              <a:ext uri="{FF2B5EF4-FFF2-40B4-BE49-F238E27FC236}">
                <a16:creationId xmlns:a16="http://schemas.microsoft.com/office/drawing/2014/main" id="{6BC711E9-DCEC-4E1B-8548-47F62D67D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6939" name="Text Box 75">
            <a:extLst>
              <a:ext uri="{FF2B5EF4-FFF2-40B4-BE49-F238E27FC236}">
                <a16:creationId xmlns:a16="http://schemas.microsoft.com/office/drawing/2014/main" id="{D1103BF5-D0F4-432A-875F-00478961A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6940" name="Line 76">
            <a:extLst>
              <a:ext uri="{FF2B5EF4-FFF2-40B4-BE49-F238E27FC236}">
                <a16:creationId xmlns:a16="http://schemas.microsoft.com/office/drawing/2014/main" id="{5EBE005D-88E8-4B51-AB22-C018065517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1" name="Text Box 77">
            <a:extLst>
              <a:ext uri="{FF2B5EF4-FFF2-40B4-BE49-F238E27FC236}">
                <a16:creationId xmlns:a16="http://schemas.microsoft.com/office/drawing/2014/main" id="{F079651C-A2E1-46BB-A2F6-EC68C214A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63989" name="Group 117">
            <a:extLst>
              <a:ext uri="{FF2B5EF4-FFF2-40B4-BE49-F238E27FC236}">
                <a16:creationId xmlns:a16="http://schemas.microsoft.com/office/drawing/2014/main" id="{D288F2D3-C218-49D3-B852-780326B13811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980" name="Slide Number Placeholder 1">
            <a:extLst>
              <a:ext uri="{FF2B5EF4-FFF2-40B4-BE49-F238E27FC236}">
                <a16:creationId xmlns:a16="http://schemas.microsoft.com/office/drawing/2014/main" id="{3BCAA0A6-A65A-4EE2-B6BA-D8F5745DD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C06CE2-5337-458B-B4FB-93B725F71BD3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hi-IN"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2B2D10C3-C584-4FAF-804F-D83A5FD45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64899" name="Group 3">
            <a:extLst>
              <a:ext uri="{FF2B5EF4-FFF2-40B4-BE49-F238E27FC236}">
                <a16:creationId xmlns:a16="http://schemas.microsoft.com/office/drawing/2014/main" id="{78995A6B-87F4-4BF1-80D6-25687E75ED1A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7929" name="Text Box 41">
            <a:extLst>
              <a:ext uri="{FF2B5EF4-FFF2-40B4-BE49-F238E27FC236}">
                <a16:creationId xmlns:a16="http://schemas.microsoft.com/office/drawing/2014/main" id="{BB8179C2-EA68-40D0-94D0-DE52C7C3C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37930" name="Line 42">
            <a:extLst>
              <a:ext uri="{FF2B5EF4-FFF2-40B4-BE49-F238E27FC236}">
                <a16:creationId xmlns:a16="http://schemas.microsoft.com/office/drawing/2014/main" id="{09592641-91A4-4100-9317-67175A1355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1" name="Text Box 43">
            <a:extLst>
              <a:ext uri="{FF2B5EF4-FFF2-40B4-BE49-F238E27FC236}">
                <a16:creationId xmlns:a16="http://schemas.microsoft.com/office/drawing/2014/main" id="{82F2E3B3-5B52-49A0-88C7-F4D5F2AAD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37932" name="Line 44">
            <a:extLst>
              <a:ext uri="{FF2B5EF4-FFF2-40B4-BE49-F238E27FC236}">
                <a16:creationId xmlns:a16="http://schemas.microsoft.com/office/drawing/2014/main" id="{9DB0E09E-FB8B-427C-89F8-04BEBC3C4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336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3" name="Line 45">
            <a:extLst>
              <a:ext uri="{FF2B5EF4-FFF2-40B4-BE49-F238E27FC236}">
                <a16:creationId xmlns:a16="http://schemas.microsoft.com/office/drawing/2014/main" id="{FD139FC9-B077-45AA-A429-D85FCE1808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4" name="Line 46">
            <a:extLst>
              <a:ext uri="{FF2B5EF4-FFF2-40B4-BE49-F238E27FC236}">
                <a16:creationId xmlns:a16="http://schemas.microsoft.com/office/drawing/2014/main" id="{E50F15D6-4FB7-40BF-8BC8-8ACE17F145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5" name="Line 47">
            <a:extLst>
              <a:ext uri="{FF2B5EF4-FFF2-40B4-BE49-F238E27FC236}">
                <a16:creationId xmlns:a16="http://schemas.microsoft.com/office/drawing/2014/main" id="{CA7DC996-D32C-48B6-A595-588312F7FE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124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6" name="Line 48">
            <a:extLst>
              <a:ext uri="{FF2B5EF4-FFF2-40B4-BE49-F238E27FC236}">
                <a16:creationId xmlns:a16="http://schemas.microsoft.com/office/drawing/2014/main" id="{61B3D639-54FE-4677-B482-2343BD4D8A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7" name="Line 49">
            <a:extLst>
              <a:ext uri="{FF2B5EF4-FFF2-40B4-BE49-F238E27FC236}">
                <a16:creationId xmlns:a16="http://schemas.microsoft.com/office/drawing/2014/main" id="{50A06ACD-1659-4203-94CF-663C2B0126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8" name="Line 50">
            <a:extLst>
              <a:ext uri="{FF2B5EF4-FFF2-40B4-BE49-F238E27FC236}">
                <a16:creationId xmlns:a16="http://schemas.microsoft.com/office/drawing/2014/main" id="{E1CFF342-A1BF-4765-9934-909BA6A4E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590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9" name="Line 51">
            <a:extLst>
              <a:ext uri="{FF2B5EF4-FFF2-40B4-BE49-F238E27FC236}">
                <a16:creationId xmlns:a16="http://schemas.microsoft.com/office/drawing/2014/main" id="{9426935C-30F6-4AD3-B931-444625BAF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0" name="Line 52">
            <a:extLst>
              <a:ext uri="{FF2B5EF4-FFF2-40B4-BE49-F238E27FC236}">
                <a16:creationId xmlns:a16="http://schemas.microsoft.com/office/drawing/2014/main" id="{27C0E5BE-1FEC-4C5E-BBE0-7DE9145F1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1" name="Oval 53">
            <a:extLst>
              <a:ext uri="{FF2B5EF4-FFF2-40B4-BE49-F238E27FC236}">
                <a16:creationId xmlns:a16="http://schemas.microsoft.com/office/drawing/2014/main" id="{27FE4B46-5FE0-4CEF-94E8-66F207E4E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37942" name="Oval 54">
            <a:extLst>
              <a:ext uri="{FF2B5EF4-FFF2-40B4-BE49-F238E27FC236}">
                <a16:creationId xmlns:a16="http://schemas.microsoft.com/office/drawing/2014/main" id="{7B5B9E88-3493-4FCA-91CE-C19F94945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37943" name="Oval 55">
            <a:extLst>
              <a:ext uri="{FF2B5EF4-FFF2-40B4-BE49-F238E27FC236}">
                <a16:creationId xmlns:a16="http://schemas.microsoft.com/office/drawing/2014/main" id="{46D15A1B-1F78-4616-BF39-500825DF4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37944" name="Oval 56">
            <a:extLst>
              <a:ext uri="{FF2B5EF4-FFF2-40B4-BE49-F238E27FC236}">
                <a16:creationId xmlns:a16="http://schemas.microsoft.com/office/drawing/2014/main" id="{DA97BEAF-90E0-4D1D-A509-645760DC3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37945" name="Oval 57">
            <a:extLst>
              <a:ext uri="{FF2B5EF4-FFF2-40B4-BE49-F238E27FC236}">
                <a16:creationId xmlns:a16="http://schemas.microsoft.com/office/drawing/2014/main" id="{7259E7C1-1A8F-4E21-82B0-FBD3D79C7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37946" name="Oval 58">
            <a:extLst>
              <a:ext uri="{FF2B5EF4-FFF2-40B4-BE49-F238E27FC236}">
                <a16:creationId xmlns:a16="http://schemas.microsoft.com/office/drawing/2014/main" id="{8B340B81-5BFD-45FD-A5AE-4D949E2B5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37947" name="Oval 59">
            <a:extLst>
              <a:ext uri="{FF2B5EF4-FFF2-40B4-BE49-F238E27FC236}">
                <a16:creationId xmlns:a16="http://schemas.microsoft.com/office/drawing/2014/main" id="{F6F7A266-0C43-417D-A79D-D1CA023A8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37948" name="Oval 60">
            <a:extLst>
              <a:ext uri="{FF2B5EF4-FFF2-40B4-BE49-F238E27FC236}">
                <a16:creationId xmlns:a16="http://schemas.microsoft.com/office/drawing/2014/main" id="{D51F2262-6789-4AB6-8F6B-0C18FC6FF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37949" name="Oval 61">
            <a:extLst>
              <a:ext uri="{FF2B5EF4-FFF2-40B4-BE49-F238E27FC236}">
                <a16:creationId xmlns:a16="http://schemas.microsoft.com/office/drawing/2014/main" id="{859E3D32-7EDA-4670-8D52-7603F97D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37950" name="Line 62">
            <a:extLst>
              <a:ext uri="{FF2B5EF4-FFF2-40B4-BE49-F238E27FC236}">
                <a16:creationId xmlns:a16="http://schemas.microsoft.com/office/drawing/2014/main" id="{DD8A7358-F654-468F-AA10-ECD973CE3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1" name="Line 63">
            <a:extLst>
              <a:ext uri="{FF2B5EF4-FFF2-40B4-BE49-F238E27FC236}">
                <a16:creationId xmlns:a16="http://schemas.microsoft.com/office/drawing/2014/main" id="{09E3BB95-7970-49AC-B16A-0274E82942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2" name="Line 64">
            <a:extLst>
              <a:ext uri="{FF2B5EF4-FFF2-40B4-BE49-F238E27FC236}">
                <a16:creationId xmlns:a16="http://schemas.microsoft.com/office/drawing/2014/main" id="{4FED01C9-7FFF-42BB-A791-53B03B23D5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3" name="Text Box 65">
            <a:extLst>
              <a:ext uri="{FF2B5EF4-FFF2-40B4-BE49-F238E27FC236}">
                <a16:creationId xmlns:a16="http://schemas.microsoft.com/office/drawing/2014/main" id="{064A9114-B047-4681-A6AB-0CD7880BA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8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7954" name="Text Box 66">
            <a:extLst>
              <a:ext uri="{FF2B5EF4-FFF2-40B4-BE49-F238E27FC236}">
                <a16:creationId xmlns:a16="http://schemas.microsoft.com/office/drawing/2014/main" id="{3361C0A8-EE05-4A6F-8A6F-177E4C30E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37955" name="Text Box 67">
            <a:extLst>
              <a:ext uri="{FF2B5EF4-FFF2-40B4-BE49-F238E27FC236}">
                <a16:creationId xmlns:a16="http://schemas.microsoft.com/office/drawing/2014/main" id="{61A1A801-FFFE-4AD4-A230-9CE2F0762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17817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7956" name="Text Box 68">
            <a:extLst>
              <a:ext uri="{FF2B5EF4-FFF2-40B4-BE49-F238E27FC236}">
                <a16:creationId xmlns:a16="http://schemas.microsoft.com/office/drawing/2014/main" id="{E5E031F4-0557-4D1B-9E37-0B29B1904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709863"/>
            <a:ext cx="468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6</a:t>
            </a:r>
          </a:p>
        </p:txBody>
      </p:sp>
      <p:sp>
        <p:nvSpPr>
          <p:cNvPr id="37957" name="Text Box 69">
            <a:extLst>
              <a:ext uri="{FF2B5EF4-FFF2-40B4-BE49-F238E27FC236}">
                <a16:creationId xmlns:a16="http://schemas.microsoft.com/office/drawing/2014/main" id="{471B893E-08ED-43DE-AB78-309F87728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7958" name="Text Box 70">
            <a:extLst>
              <a:ext uri="{FF2B5EF4-FFF2-40B4-BE49-F238E27FC236}">
                <a16:creationId xmlns:a16="http://schemas.microsoft.com/office/drawing/2014/main" id="{9C5C758B-DCBB-41C1-8081-BB2C04E3F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7959" name="Text Box 71">
            <a:extLst>
              <a:ext uri="{FF2B5EF4-FFF2-40B4-BE49-F238E27FC236}">
                <a16:creationId xmlns:a16="http://schemas.microsoft.com/office/drawing/2014/main" id="{12F2812F-99A5-49B6-A97E-BA353C5BA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7960" name="Text Box 72">
            <a:extLst>
              <a:ext uri="{FF2B5EF4-FFF2-40B4-BE49-F238E27FC236}">
                <a16:creationId xmlns:a16="http://schemas.microsoft.com/office/drawing/2014/main" id="{50AAA9A4-90C1-4D89-BC48-2C3D08CDC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7961" name="Text Box 73">
            <a:extLst>
              <a:ext uri="{FF2B5EF4-FFF2-40B4-BE49-F238E27FC236}">
                <a16:creationId xmlns:a16="http://schemas.microsoft.com/office/drawing/2014/main" id="{67559447-B3C0-456F-96B4-0E0DF2EBB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8</a:t>
            </a:r>
          </a:p>
        </p:txBody>
      </p:sp>
      <p:sp>
        <p:nvSpPr>
          <p:cNvPr id="37962" name="Text Box 74">
            <a:extLst>
              <a:ext uri="{FF2B5EF4-FFF2-40B4-BE49-F238E27FC236}">
                <a16:creationId xmlns:a16="http://schemas.microsoft.com/office/drawing/2014/main" id="{40DB6307-DDB2-47CB-8D6D-84F65193E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48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7963" name="Text Box 75">
            <a:extLst>
              <a:ext uri="{FF2B5EF4-FFF2-40B4-BE49-F238E27FC236}">
                <a16:creationId xmlns:a16="http://schemas.microsoft.com/office/drawing/2014/main" id="{C92E9902-348F-48DB-8C82-A534F47E4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7964" name="Line 76">
            <a:extLst>
              <a:ext uri="{FF2B5EF4-FFF2-40B4-BE49-F238E27FC236}">
                <a16:creationId xmlns:a16="http://schemas.microsoft.com/office/drawing/2014/main" id="{C72F5B69-70A1-445A-9AB7-438A9B4646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1250" y="2187575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5" name="Text Box 77">
            <a:extLst>
              <a:ext uri="{FF2B5EF4-FFF2-40B4-BE49-F238E27FC236}">
                <a16:creationId xmlns:a16="http://schemas.microsoft.com/office/drawing/2014/main" id="{C74E459B-953B-4F77-8BD2-66C75C28B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10</a:t>
            </a:r>
          </a:p>
        </p:txBody>
      </p:sp>
      <p:graphicFrame>
        <p:nvGraphicFramePr>
          <p:cNvPr id="465013" name="Group 117">
            <a:extLst>
              <a:ext uri="{FF2B5EF4-FFF2-40B4-BE49-F238E27FC236}">
                <a16:creationId xmlns:a16="http://schemas.microsoft.com/office/drawing/2014/main" id="{A26BEE8A-FEB7-43A7-8081-A3A9B29FA4C5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004" name="Slide Number Placeholder 1">
            <a:extLst>
              <a:ext uri="{FF2B5EF4-FFF2-40B4-BE49-F238E27FC236}">
                <a16:creationId xmlns:a16="http://schemas.microsoft.com/office/drawing/2014/main" id="{6CC456B3-3523-4879-AEFD-9D299BDFF9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D57894-7489-489E-9DCF-5BC075FFDA64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hi-IN" sz="1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98E3FDC7-0966-4E3F-89AF-4A323526C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14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/>
              <a:t>Select first |V|</a:t>
            </a:r>
            <a:r>
              <a:rPr lang="en-US" altLang="hi-IN" sz="2000">
                <a:cs typeface="Times New Roman" panose="02020603050405020304" pitchFamily="18" charset="0"/>
              </a:rPr>
              <a:t>–1 edges which do not generate a cycle</a:t>
            </a:r>
            <a:endParaRPr lang="en-US" altLang="hi-IN" sz="2000"/>
          </a:p>
        </p:txBody>
      </p:sp>
      <p:graphicFrame>
        <p:nvGraphicFramePr>
          <p:cNvPr id="465923" name="Group 3">
            <a:extLst>
              <a:ext uri="{FF2B5EF4-FFF2-40B4-BE49-F238E27FC236}">
                <a16:creationId xmlns:a16="http://schemas.microsoft.com/office/drawing/2014/main" id="{E64DABE7-AC24-4375-B36A-87A8E1EADC8F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(E,G)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(C,D)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(G,H)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(B,C)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953" name="Text Box 41">
            <a:extLst>
              <a:ext uri="{FF2B5EF4-FFF2-40B4-BE49-F238E27FC236}">
                <a16:creationId xmlns:a16="http://schemas.microsoft.com/office/drawing/2014/main" id="{70B9A229-6DD5-49E8-AF88-2B76BC55B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5</a:t>
            </a:r>
          </a:p>
        </p:txBody>
      </p:sp>
      <p:sp>
        <p:nvSpPr>
          <p:cNvPr id="38954" name="Line 42">
            <a:extLst>
              <a:ext uri="{FF2B5EF4-FFF2-40B4-BE49-F238E27FC236}">
                <a16:creationId xmlns:a16="http://schemas.microsoft.com/office/drawing/2014/main" id="{431AC2A2-9F52-4AFE-9E0D-F6C985DF0F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3124200"/>
            <a:ext cx="3810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5" name="Text Box 43">
            <a:extLst>
              <a:ext uri="{FF2B5EF4-FFF2-40B4-BE49-F238E27FC236}">
                <a16:creationId xmlns:a16="http://schemas.microsoft.com/office/drawing/2014/main" id="{36B40286-8F52-4CDA-B2C3-28834314B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4496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1</a:t>
            </a:r>
          </a:p>
        </p:txBody>
      </p:sp>
      <p:sp>
        <p:nvSpPr>
          <p:cNvPr id="38956" name="Line 45">
            <a:extLst>
              <a:ext uri="{FF2B5EF4-FFF2-40B4-BE49-F238E27FC236}">
                <a16:creationId xmlns:a16="http://schemas.microsoft.com/office/drawing/2014/main" id="{BDB3664A-6B79-4184-B2A0-DFFD30DC05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286000"/>
            <a:ext cx="53340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7" name="Line 48">
            <a:extLst>
              <a:ext uri="{FF2B5EF4-FFF2-40B4-BE49-F238E27FC236}">
                <a16:creationId xmlns:a16="http://schemas.microsoft.com/office/drawing/2014/main" id="{B2DB26A9-117B-4162-ABE4-E741A92517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160020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8" name="Line 49">
            <a:extLst>
              <a:ext uri="{FF2B5EF4-FFF2-40B4-BE49-F238E27FC236}">
                <a16:creationId xmlns:a16="http://schemas.microsoft.com/office/drawing/2014/main" id="{6BE80DCB-1413-4985-9A2F-A8C599554A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743200"/>
            <a:ext cx="7620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9" name="Line 51">
            <a:extLst>
              <a:ext uri="{FF2B5EF4-FFF2-40B4-BE49-F238E27FC236}">
                <a16:creationId xmlns:a16="http://schemas.microsoft.com/office/drawing/2014/main" id="{0189E604-A10F-4401-84C3-DC0B3BD78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2014538"/>
            <a:ext cx="609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60" name="Line 52">
            <a:extLst>
              <a:ext uri="{FF2B5EF4-FFF2-40B4-BE49-F238E27FC236}">
                <a16:creationId xmlns:a16="http://schemas.microsoft.com/office/drawing/2014/main" id="{69C3535C-C3B0-47C3-A79C-F48FAB9A02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286000"/>
            <a:ext cx="3810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61" name="Oval 53">
            <a:extLst>
              <a:ext uri="{FF2B5EF4-FFF2-40B4-BE49-F238E27FC236}">
                <a16:creationId xmlns:a16="http://schemas.microsoft.com/office/drawing/2014/main" id="{03B5947F-5EE5-45C2-B7C8-ABE3ED165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438400"/>
            <a:ext cx="533400" cy="533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IN" altLang="hi-IN" sz="2000"/>
          </a:p>
        </p:txBody>
      </p:sp>
      <p:sp>
        <p:nvSpPr>
          <p:cNvPr id="38962" name="Oval 54">
            <a:extLst>
              <a:ext uri="{FF2B5EF4-FFF2-40B4-BE49-F238E27FC236}">
                <a16:creationId xmlns:a16="http://schemas.microsoft.com/office/drawing/2014/main" id="{3C6719CA-50AB-46EB-8A10-E99E5E387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A</a:t>
            </a:r>
          </a:p>
        </p:txBody>
      </p:sp>
      <p:sp>
        <p:nvSpPr>
          <p:cNvPr id="38963" name="Oval 55">
            <a:extLst>
              <a:ext uri="{FF2B5EF4-FFF2-40B4-BE49-F238E27FC236}">
                <a16:creationId xmlns:a16="http://schemas.microsoft.com/office/drawing/2014/main" id="{A2CCFD40-D049-4674-86E2-A44BE2CDC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H</a:t>
            </a:r>
          </a:p>
        </p:txBody>
      </p:sp>
      <p:sp>
        <p:nvSpPr>
          <p:cNvPr id="38964" name="Oval 56">
            <a:extLst>
              <a:ext uri="{FF2B5EF4-FFF2-40B4-BE49-F238E27FC236}">
                <a16:creationId xmlns:a16="http://schemas.microsoft.com/office/drawing/2014/main" id="{004C5F67-6C28-495B-AF5A-D79C2C035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B</a:t>
            </a:r>
          </a:p>
        </p:txBody>
      </p:sp>
      <p:sp>
        <p:nvSpPr>
          <p:cNvPr id="38965" name="Oval 57">
            <a:extLst>
              <a:ext uri="{FF2B5EF4-FFF2-40B4-BE49-F238E27FC236}">
                <a16:creationId xmlns:a16="http://schemas.microsoft.com/office/drawing/2014/main" id="{798B1D24-54BE-45A7-A274-452B8519E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F</a:t>
            </a:r>
          </a:p>
        </p:txBody>
      </p:sp>
      <p:sp>
        <p:nvSpPr>
          <p:cNvPr id="38966" name="Oval 58">
            <a:extLst>
              <a:ext uri="{FF2B5EF4-FFF2-40B4-BE49-F238E27FC236}">
                <a16:creationId xmlns:a16="http://schemas.microsoft.com/office/drawing/2014/main" id="{6F2EA0FD-AF43-4761-A975-2030A60D2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E</a:t>
            </a:r>
          </a:p>
        </p:txBody>
      </p:sp>
      <p:sp>
        <p:nvSpPr>
          <p:cNvPr id="38967" name="Oval 59">
            <a:extLst>
              <a:ext uri="{FF2B5EF4-FFF2-40B4-BE49-F238E27FC236}">
                <a16:creationId xmlns:a16="http://schemas.microsoft.com/office/drawing/2014/main" id="{68090495-D153-4556-9588-3B423706D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D</a:t>
            </a:r>
          </a:p>
        </p:txBody>
      </p:sp>
      <p:sp>
        <p:nvSpPr>
          <p:cNvPr id="38968" name="Oval 60">
            <a:extLst>
              <a:ext uri="{FF2B5EF4-FFF2-40B4-BE49-F238E27FC236}">
                <a16:creationId xmlns:a16="http://schemas.microsoft.com/office/drawing/2014/main" id="{16F6F009-8870-4A77-ABD5-6E16879ED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C</a:t>
            </a:r>
          </a:p>
        </p:txBody>
      </p:sp>
      <p:sp>
        <p:nvSpPr>
          <p:cNvPr id="38969" name="Oval 61">
            <a:extLst>
              <a:ext uri="{FF2B5EF4-FFF2-40B4-BE49-F238E27FC236}">
                <a16:creationId xmlns:a16="http://schemas.microsoft.com/office/drawing/2014/main" id="{A09EFE01-9F31-4794-AE03-D863DF5DA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hi-IN" sz="2400" b="1"/>
              <a:t>G</a:t>
            </a:r>
          </a:p>
        </p:txBody>
      </p:sp>
      <p:sp>
        <p:nvSpPr>
          <p:cNvPr id="38970" name="Line 64">
            <a:extLst>
              <a:ext uri="{FF2B5EF4-FFF2-40B4-BE49-F238E27FC236}">
                <a16:creationId xmlns:a16="http://schemas.microsoft.com/office/drawing/2014/main" id="{7F5C10E3-FAE7-42B8-8EEA-DD59731451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35814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71" name="Text Box 66">
            <a:extLst>
              <a:ext uri="{FF2B5EF4-FFF2-40B4-BE49-F238E27FC236}">
                <a16:creationId xmlns:a16="http://schemas.microsoft.com/office/drawing/2014/main" id="{1E4242A2-A9D3-4BBB-9B60-0102943CA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35163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2</a:t>
            </a:r>
          </a:p>
        </p:txBody>
      </p:sp>
      <p:sp>
        <p:nvSpPr>
          <p:cNvPr id="38972" name="Text Box 69">
            <a:extLst>
              <a:ext uri="{FF2B5EF4-FFF2-40B4-BE49-F238E27FC236}">
                <a16:creationId xmlns:a16="http://schemas.microsoft.com/office/drawing/2014/main" id="{68D85254-3D09-44AA-8836-2101655FC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362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8973" name="Text Box 71">
            <a:extLst>
              <a:ext uri="{FF2B5EF4-FFF2-40B4-BE49-F238E27FC236}">
                <a16:creationId xmlns:a16="http://schemas.microsoft.com/office/drawing/2014/main" id="{38DC1B3C-9CC8-4CA5-B0B2-09FBC80AA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1752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sp>
        <p:nvSpPr>
          <p:cNvPr id="38974" name="Text Box 75">
            <a:extLst>
              <a:ext uri="{FF2B5EF4-FFF2-40B4-BE49-F238E27FC236}">
                <a16:creationId xmlns:a16="http://schemas.microsoft.com/office/drawing/2014/main" id="{AB896D40-18A6-4B1C-8EB8-7D80DB2FB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7242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3</a:t>
            </a:r>
          </a:p>
        </p:txBody>
      </p:sp>
      <p:graphicFrame>
        <p:nvGraphicFramePr>
          <p:cNvPr id="465998" name="Group 78">
            <a:extLst>
              <a:ext uri="{FF2B5EF4-FFF2-40B4-BE49-F238E27FC236}">
                <a16:creationId xmlns:a16="http://schemas.microsoft.com/office/drawing/2014/main" id="{4760B0BF-7693-4692-AD38-99ED0D2B485D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968500"/>
          <a:ext cx="1600200" cy="2682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(B,E)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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(A,H)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(A,B)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(A,F)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013" name="Text Box 116">
            <a:extLst>
              <a:ext uri="{FF2B5EF4-FFF2-40B4-BE49-F238E27FC236}">
                <a16:creationId xmlns:a16="http://schemas.microsoft.com/office/drawing/2014/main" id="{F78B9D35-7E8D-4401-8298-96AEAB001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648200"/>
            <a:ext cx="28956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400" b="1"/>
              <a:t>Done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2000" b="1"/>
              <a:t>Total Cost =</a:t>
            </a:r>
            <a:r>
              <a:rPr lang="en-US" altLang="hi-IN" sz="2400" b="1"/>
              <a:t> </a:t>
            </a:r>
            <a:r>
              <a:rPr lang="en-US" altLang="hi-IN" sz="2400" b="1">
                <a:sym typeface="Symbol" panose="05050102010706020507" pitchFamily="18" charset="2"/>
              </a:rPr>
              <a:t> </a:t>
            </a:r>
            <a:r>
              <a:rPr lang="en-US" altLang="hi-IN" sz="2000" b="1" i="1"/>
              <a:t>d</a:t>
            </a:r>
            <a:r>
              <a:rPr lang="en-US" altLang="hi-IN" sz="2000" b="1" i="1" baseline="-25000"/>
              <a:t>v </a:t>
            </a:r>
            <a:r>
              <a:rPr lang="en-US" altLang="hi-IN" sz="2000" b="1" i="1"/>
              <a:t>= 21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altLang="hi-IN" sz="2000" b="1"/>
          </a:p>
        </p:txBody>
      </p:sp>
      <p:sp>
        <p:nvSpPr>
          <p:cNvPr id="39014" name="Text Box 117">
            <a:extLst>
              <a:ext uri="{FF2B5EF4-FFF2-40B4-BE49-F238E27FC236}">
                <a16:creationId xmlns:a16="http://schemas.microsoft.com/office/drawing/2014/main" id="{1BA7D6E2-C1B0-4F86-8F79-ED7C82982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888" y="2536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1400" b="1"/>
              <a:t>4</a:t>
            </a:r>
          </a:p>
        </p:txBody>
      </p:sp>
      <p:sp>
        <p:nvSpPr>
          <p:cNvPr id="39015" name="Text Box 118">
            <a:extLst>
              <a:ext uri="{FF2B5EF4-FFF2-40B4-BE49-F238E27FC236}">
                <a16:creationId xmlns:a16="http://schemas.microsoft.com/office/drawing/2014/main" id="{BEE1E319-CF4F-4FD0-8AA2-0AFC85E66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473450"/>
            <a:ext cx="4572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hi-IN" sz="6600">
                <a:cs typeface="Times New Roman" panose="02020603050405020304" pitchFamily="18" charset="0"/>
              </a:rPr>
              <a:t>}</a:t>
            </a:r>
            <a:endParaRPr lang="en-US" altLang="hi-IN" sz="6600"/>
          </a:p>
        </p:txBody>
      </p:sp>
      <p:sp>
        <p:nvSpPr>
          <p:cNvPr id="39016" name="Text Box 119">
            <a:extLst>
              <a:ext uri="{FF2B5EF4-FFF2-40B4-BE49-F238E27FC236}">
                <a16:creationId xmlns:a16="http://schemas.microsoft.com/office/drawing/2014/main" id="{BC05D696-7D44-4765-99C0-A6FEA8BF3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0050" y="3830638"/>
            <a:ext cx="990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hi-IN" sz="1400"/>
              <a:t>not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hi-IN" sz="1400"/>
              <a:t>considered</a:t>
            </a:r>
          </a:p>
        </p:txBody>
      </p:sp>
      <p:sp>
        <p:nvSpPr>
          <p:cNvPr id="39017" name="Slide Number Placeholder 1">
            <a:extLst>
              <a:ext uri="{FF2B5EF4-FFF2-40B4-BE49-F238E27FC236}">
                <a16:creationId xmlns:a16="http://schemas.microsoft.com/office/drawing/2014/main" id="{75CC675B-44C2-4DBB-B932-DFFBD7D9E8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FB4E06-D31F-4D63-A453-21B0747D68C7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hi-IN" sz="1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9732753-8822-4141-A2D3-820341D7F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57200"/>
            <a:ext cx="7599363" cy="963613"/>
          </a:xfrm>
          <a:prstGeom prst="rect">
            <a:avLst/>
          </a:prstGeom>
          <a:noFill/>
          <a:ln w="57150" cmpd="thickThin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5793" tIns="47896" rIns="95793" bIns="47896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hi-IN" sz="2000" b="1">
                <a:solidFill>
                  <a:schemeClr val="tx2"/>
                </a:solidFill>
                <a:latin typeface="Verdana" panose="020B0604030504040204" pitchFamily="34" charset="0"/>
              </a:rPr>
              <a:t>Minimum Connector Algorithms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792FC0F4-0D3A-40D8-8B27-44D5BB8ED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4122738" cy="480060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284" tIns="37714" rIns="94284" bIns="37714"/>
          <a:lstStyle>
            <a:lvl1pPr marL="479425" indent="-479425" defTabSz="957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726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7263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726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726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800" b="1">
                <a:latin typeface="Arial" panose="020B0604020202020204" pitchFamily="34" charset="0"/>
              </a:rPr>
              <a:t>Kruskal’s algorithm</a:t>
            </a:r>
          </a:p>
          <a:p>
            <a:pPr algn="ctr"/>
            <a:endParaRPr lang="en-US" altLang="hi-IN" sz="1800" b="1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hi-IN" sz="2000">
                <a:latin typeface="Arial" panose="020B0604020202020204" pitchFamily="34" charset="0"/>
              </a:rPr>
              <a:t>Select the shortest edge in a network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hi-IN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hi-IN" sz="2000">
                <a:latin typeface="Arial" panose="020B0604020202020204" pitchFamily="34" charset="0"/>
              </a:rPr>
              <a:t>Select the next shortest edge which does not create a cycle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hi-IN" sz="2000">
              <a:latin typeface="Arial" panose="020B0604020202020204" pitchFamily="34" charset="0"/>
            </a:endParaRPr>
          </a:p>
          <a:p>
            <a:pPr>
              <a:buFont typeface="Times New Roman" panose="02020603050405020304" pitchFamily="18" charset="0"/>
              <a:buAutoNum type="arabicPeriod"/>
            </a:pPr>
            <a:r>
              <a:rPr lang="en-US" altLang="hi-IN" sz="2000">
                <a:latin typeface="Arial" panose="020B0604020202020204" pitchFamily="34" charset="0"/>
              </a:rPr>
              <a:t>Repeat step 2 until all vertices have been connected</a:t>
            </a: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94B2FE8C-5E14-4308-BA34-DACE6475E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752600"/>
            <a:ext cx="4019550" cy="480060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284" tIns="37714" rIns="94284" bIns="37714"/>
          <a:lstStyle>
            <a:lvl1pPr marL="479425" indent="-479425" defTabSz="957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726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7263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726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726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800" b="1">
                <a:latin typeface="Arial" panose="020B0604020202020204" pitchFamily="34" charset="0"/>
              </a:rPr>
              <a:t>Prim’s algorithm</a:t>
            </a:r>
          </a:p>
          <a:p>
            <a:pPr algn="ctr"/>
            <a:endParaRPr lang="en-US" altLang="hi-IN" sz="1800" b="1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hi-IN" sz="2000">
                <a:latin typeface="Arial" panose="020B0604020202020204" pitchFamily="34" charset="0"/>
              </a:rPr>
              <a:t>Select any vertex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hi-IN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hi-IN" sz="2000">
                <a:latin typeface="Arial" panose="020B0604020202020204" pitchFamily="34" charset="0"/>
              </a:rPr>
              <a:t>Select the shortest edge connected to that vertex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hi-IN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hi-IN" sz="2000">
                <a:latin typeface="Arial" panose="020B0604020202020204" pitchFamily="34" charset="0"/>
              </a:rPr>
              <a:t>Select the shortest edge connected to any vertex already connected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hi-IN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hi-IN" sz="2000">
                <a:latin typeface="Arial" panose="020B0604020202020204" pitchFamily="34" charset="0"/>
              </a:rPr>
              <a:t>Repeat step 3 until all vertices have been connected</a:t>
            </a:r>
          </a:p>
        </p:txBody>
      </p:sp>
      <p:sp>
        <p:nvSpPr>
          <p:cNvPr id="39941" name="Slide Number Placeholder 1">
            <a:extLst>
              <a:ext uri="{FF2B5EF4-FFF2-40B4-BE49-F238E27FC236}">
                <a16:creationId xmlns:a16="http://schemas.microsoft.com/office/drawing/2014/main" id="{6E097D22-2A55-419A-AC88-992C507E60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557443-9A11-4AF1-831E-F867D1D15A1B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hi-IN" sz="1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1">
            <a:extLst>
              <a:ext uri="{FF2B5EF4-FFF2-40B4-BE49-F238E27FC236}">
                <a16:creationId xmlns:a16="http://schemas.microsoft.com/office/drawing/2014/main" id="{AD759F39-0DAE-4F90-BA1E-A232DC05A6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D841A2-0259-42AA-BFB3-C5DA163594C8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hi-IN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1CA1708-7008-4F6B-AF29-7D3EB4595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57200"/>
            <a:ext cx="7599363" cy="963613"/>
          </a:xfrm>
          <a:prstGeom prst="rect">
            <a:avLst/>
          </a:prstGeom>
          <a:noFill/>
          <a:ln w="57150" cmpd="thickThin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5793" tIns="47896" rIns="95793" bIns="47896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hi-IN" sz="2000" b="1">
                <a:solidFill>
                  <a:schemeClr val="tx2"/>
                </a:solidFill>
                <a:latin typeface="Verdana" panose="020B0604030504040204" pitchFamily="34" charset="0"/>
              </a:rPr>
              <a:t>Minimum Connector Algorithms</a:t>
            </a:r>
          </a:p>
        </p:txBody>
      </p:sp>
      <p:grpSp>
        <p:nvGrpSpPr>
          <p:cNvPr id="40964" name="Group 2">
            <a:extLst>
              <a:ext uri="{FF2B5EF4-FFF2-40B4-BE49-F238E27FC236}">
                <a16:creationId xmlns:a16="http://schemas.microsoft.com/office/drawing/2014/main" id="{E97C5567-3723-4FCF-A821-D2CC967A4992}"/>
              </a:ext>
            </a:extLst>
          </p:cNvPr>
          <p:cNvGrpSpPr>
            <a:grpSpLocks/>
          </p:cNvGrpSpPr>
          <p:nvPr/>
        </p:nvGrpSpPr>
        <p:grpSpPr bwMode="auto">
          <a:xfrm>
            <a:off x="277813" y="1905000"/>
            <a:ext cx="8588375" cy="4067175"/>
            <a:chOff x="277813" y="1905000"/>
            <a:chExt cx="8588375" cy="4067175"/>
          </a:xfrm>
        </p:grpSpPr>
        <p:grpSp>
          <p:nvGrpSpPr>
            <p:cNvPr id="40965" name="Group 6">
              <a:extLst>
                <a:ext uri="{FF2B5EF4-FFF2-40B4-BE49-F238E27FC236}">
                  <a16:creationId xmlns:a16="http://schemas.microsoft.com/office/drawing/2014/main" id="{4B3D021D-CB09-49C4-ABBA-0A8D1BA252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813" y="1905000"/>
              <a:ext cx="8588375" cy="4067175"/>
              <a:chOff x="278335" y="1905000"/>
              <a:chExt cx="8587329" cy="4067175"/>
            </a:xfrm>
          </p:grpSpPr>
          <p:pic>
            <p:nvPicPr>
              <p:cNvPr id="40967" name="Picture 3">
                <a:extLst>
                  <a:ext uri="{FF2B5EF4-FFF2-40B4-BE49-F238E27FC236}">
                    <a16:creationId xmlns:a16="http://schemas.microsoft.com/office/drawing/2014/main" id="{8FAC79B5-CCAB-4E0D-B998-18F30001FB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335" y="1905000"/>
                <a:ext cx="8587329" cy="406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968" name="TextBox 4">
                <a:extLst>
                  <a:ext uri="{FF2B5EF4-FFF2-40B4-BE49-F238E27FC236}">
                    <a16:creationId xmlns:a16="http://schemas.microsoft.com/office/drawing/2014/main" id="{11DF5AA7-5D8C-4609-92E4-CA99C39E0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1" y="5029200"/>
                <a:ext cx="4114800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hi-IN" sz="1400">
                    <a:latin typeface="Franklin Gothic Medium" panose="020B0603020102020204" pitchFamily="34" charset="0"/>
                    <a:cs typeface="Aparajita" panose="02020603050405020304" pitchFamily="18" charset="0"/>
                  </a:rPr>
                  <a:t>It traverses the node several times in order to get the minimum distance</a:t>
                </a:r>
                <a:endParaRPr lang="hi-IN" altLang="hi-IN" sz="1400">
                  <a:latin typeface="Franklin Gothic Medium" panose="020B0603020102020204" pitchFamily="34" charset="0"/>
                  <a:cs typeface="Aparajita" panose="02020603050405020304" pitchFamily="18" charset="0"/>
                </a:endParaRPr>
              </a:p>
            </p:txBody>
          </p:sp>
        </p:grpSp>
        <p:sp>
          <p:nvSpPr>
            <p:cNvPr id="40966" name="TextBox 1">
              <a:extLst>
                <a:ext uri="{FF2B5EF4-FFF2-40B4-BE49-F238E27FC236}">
                  <a16:creationId xmlns:a16="http://schemas.microsoft.com/office/drawing/2014/main" id="{E6C02635-2154-4DD2-A09C-AA311E0DC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7450" y="3886200"/>
              <a:ext cx="209550" cy="215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hi-IN" altLang="en-US" sz="800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7ED5E65-A85E-4340-9EDD-B092B5B49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765175"/>
            <a:ext cx="7772400" cy="1143000"/>
          </a:xfrm>
        </p:spPr>
        <p:txBody>
          <a:bodyPr/>
          <a:lstStyle/>
          <a:p>
            <a:pPr algn="l" eaLnBrk="1" hangingPunct="1"/>
            <a:r>
              <a:rPr lang="en-GB" altLang="hi-IN" sz="2000"/>
              <a:t>A cable company want to connect five villages to their network     which currently extends to the market town of Avonford. What is the minimum length of cable needed?</a:t>
            </a:r>
            <a:endParaRPr lang="en-US" altLang="hi-IN" sz="2000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BF4B2D7-C759-4EB3-8D78-6F487D608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altLang="hi-IN"/>
          </a:p>
          <a:p>
            <a:pPr eaLnBrk="1" hangingPunct="1"/>
            <a:endParaRPr lang="en-GB" altLang="hi-IN"/>
          </a:p>
          <a:p>
            <a:pPr eaLnBrk="1" hangingPunct="1"/>
            <a:endParaRPr lang="en-GB" altLang="hi-IN"/>
          </a:p>
          <a:p>
            <a:pPr eaLnBrk="1" hangingPunct="1"/>
            <a:endParaRPr lang="en-GB" altLang="hi-IN"/>
          </a:p>
          <a:p>
            <a:pPr eaLnBrk="1" hangingPunct="1"/>
            <a:endParaRPr lang="en-GB" altLang="hi-IN"/>
          </a:p>
          <a:p>
            <a:pPr eaLnBrk="1" hangingPunct="1"/>
            <a:endParaRPr lang="en-US" altLang="hi-IN"/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0F69F06D-ED22-4D87-AC57-802CA47601C4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989138"/>
            <a:ext cx="6923087" cy="4587875"/>
            <a:chOff x="431" y="1253"/>
            <a:chExt cx="4361" cy="2890"/>
          </a:xfrm>
        </p:grpSpPr>
        <p:sp>
          <p:nvSpPr>
            <p:cNvPr id="41991" name="Line 5">
              <a:extLst>
                <a:ext uri="{FF2B5EF4-FFF2-40B4-BE49-F238E27FC236}">
                  <a16:creationId xmlns:a16="http://schemas.microsoft.com/office/drawing/2014/main" id="{B733FE18-F191-45F9-8D75-1B95E68F4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1541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2" name="Line 6">
              <a:extLst>
                <a:ext uri="{FF2B5EF4-FFF2-40B4-BE49-F238E27FC236}">
                  <a16:creationId xmlns:a16="http://schemas.microsoft.com/office/drawing/2014/main" id="{DAD5C02E-ADCE-44AD-93BB-8C2905085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7" y="1541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3" name="Line 7">
              <a:extLst>
                <a:ext uri="{FF2B5EF4-FFF2-40B4-BE49-F238E27FC236}">
                  <a16:creationId xmlns:a16="http://schemas.microsoft.com/office/drawing/2014/main" id="{FAA0EE4B-48F2-4479-A0CE-3F150317C0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1" y="1541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4" name="Line 8">
              <a:extLst>
                <a:ext uri="{FF2B5EF4-FFF2-40B4-BE49-F238E27FC236}">
                  <a16:creationId xmlns:a16="http://schemas.microsoft.com/office/drawing/2014/main" id="{045D1F4F-3AD8-42B7-B6A7-56ADCA454D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5" name="Line 9">
              <a:extLst>
                <a:ext uri="{FF2B5EF4-FFF2-40B4-BE49-F238E27FC236}">
                  <a16:creationId xmlns:a16="http://schemas.microsoft.com/office/drawing/2014/main" id="{FEB4AAF6-CBF2-40E0-92B8-F386EC0B1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7" y="2645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6" name="Line 10">
              <a:extLst>
                <a:ext uri="{FF2B5EF4-FFF2-40B4-BE49-F238E27FC236}">
                  <a16:creationId xmlns:a16="http://schemas.microsoft.com/office/drawing/2014/main" id="{02908B3D-4A4B-4B03-BCFB-093533E62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7" y="1541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7" name="Line 11">
              <a:extLst>
                <a:ext uri="{FF2B5EF4-FFF2-40B4-BE49-F238E27FC236}">
                  <a16:creationId xmlns:a16="http://schemas.microsoft.com/office/drawing/2014/main" id="{98D9293A-1042-431E-B910-71E0A9EC43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7" y="1541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8" name="Line 12">
              <a:extLst>
                <a:ext uri="{FF2B5EF4-FFF2-40B4-BE49-F238E27FC236}">
                  <a16:creationId xmlns:a16="http://schemas.microsoft.com/office/drawing/2014/main" id="{716CAA22-81D2-4A6D-B1EE-55D51AAF8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9" name="Line 13">
              <a:extLst>
                <a:ext uri="{FF2B5EF4-FFF2-40B4-BE49-F238E27FC236}">
                  <a16:creationId xmlns:a16="http://schemas.microsoft.com/office/drawing/2014/main" id="{6D211F6A-8817-47D6-A813-69E156C8F2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5" y="2645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0" name="Line 14">
              <a:extLst>
                <a:ext uri="{FF2B5EF4-FFF2-40B4-BE49-F238E27FC236}">
                  <a16:creationId xmlns:a16="http://schemas.microsoft.com/office/drawing/2014/main" id="{04260551-E5DD-43FA-A329-A63490A80F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5" y="2645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1" name="Text Box 15">
              <a:extLst>
                <a:ext uri="{FF2B5EF4-FFF2-40B4-BE49-F238E27FC236}">
                  <a16:creationId xmlns:a16="http://schemas.microsoft.com/office/drawing/2014/main" id="{8411A98A-0FFE-47FA-8CE9-0BF8915F4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2568"/>
              <a:ext cx="7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Avonford</a:t>
              </a:r>
            </a:p>
          </p:txBody>
        </p:sp>
        <p:sp>
          <p:nvSpPr>
            <p:cNvPr id="42002" name="Text Box 16">
              <a:extLst>
                <a:ext uri="{FF2B5EF4-FFF2-40B4-BE49-F238E27FC236}">
                  <a16:creationId xmlns:a16="http://schemas.microsoft.com/office/drawing/2014/main" id="{3A9C4D49-6FB9-4EA5-88A8-108E6791F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2614"/>
              <a:ext cx="6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Fingley</a:t>
              </a:r>
            </a:p>
          </p:txBody>
        </p:sp>
        <p:sp>
          <p:nvSpPr>
            <p:cNvPr id="42003" name="Text Box 17">
              <a:extLst>
                <a:ext uri="{FF2B5EF4-FFF2-40B4-BE49-F238E27FC236}">
                  <a16:creationId xmlns:a16="http://schemas.microsoft.com/office/drawing/2014/main" id="{9D540ADD-5F02-4E72-8FCF-D4501058A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1298"/>
              <a:ext cx="7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Brinleigh</a:t>
              </a:r>
            </a:p>
          </p:txBody>
        </p:sp>
        <p:sp>
          <p:nvSpPr>
            <p:cNvPr id="42004" name="Text Box 18">
              <a:extLst>
                <a:ext uri="{FF2B5EF4-FFF2-40B4-BE49-F238E27FC236}">
                  <a16:creationId xmlns:a16="http://schemas.microsoft.com/office/drawing/2014/main" id="{18F76C94-2263-49FC-B772-3290169B6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" y="1344"/>
              <a:ext cx="8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Cornwell</a:t>
              </a:r>
            </a:p>
          </p:txBody>
        </p:sp>
        <p:sp>
          <p:nvSpPr>
            <p:cNvPr id="42005" name="Text Box 19">
              <a:extLst>
                <a:ext uri="{FF2B5EF4-FFF2-40B4-BE49-F238E27FC236}">
                  <a16:creationId xmlns:a16="http://schemas.microsoft.com/office/drawing/2014/main" id="{94F0DF0D-9349-4CC9-910A-BC8F8DE2C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2568"/>
              <a:ext cx="8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Donster</a:t>
              </a:r>
            </a:p>
          </p:txBody>
        </p:sp>
        <p:sp>
          <p:nvSpPr>
            <p:cNvPr id="42006" name="Text Box 20">
              <a:extLst>
                <a:ext uri="{FF2B5EF4-FFF2-40B4-BE49-F238E27FC236}">
                  <a16:creationId xmlns:a16="http://schemas.microsoft.com/office/drawing/2014/main" id="{464AD07B-43A0-48F2-96FC-0E1274502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1" y="3893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Edan</a:t>
              </a:r>
            </a:p>
          </p:txBody>
        </p:sp>
        <p:sp>
          <p:nvSpPr>
            <p:cNvPr id="42007" name="Text Box 21">
              <a:extLst>
                <a:ext uri="{FF2B5EF4-FFF2-40B4-BE49-F238E27FC236}">
                  <a16:creationId xmlns:a16="http://schemas.microsoft.com/office/drawing/2014/main" id="{A9A6863B-AD86-4D9A-9238-E0BBE14BF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7" y="331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42008" name="Text Box 22">
              <a:extLst>
                <a:ext uri="{FF2B5EF4-FFF2-40B4-BE49-F238E27FC236}">
                  <a16:creationId xmlns:a16="http://schemas.microsoft.com/office/drawing/2014/main" id="{C606F892-6031-43FA-9227-6702500C9B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5" y="269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42009" name="Text Box 23">
              <a:extLst>
                <a:ext uri="{FF2B5EF4-FFF2-40B4-BE49-F238E27FC236}">
                  <a16:creationId xmlns:a16="http://schemas.microsoft.com/office/drawing/2014/main" id="{0DCD5C8D-FFAF-4203-B1B5-9A5F0D4A1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" y="3221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42010" name="Text Box 24">
              <a:extLst>
                <a:ext uri="{FF2B5EF4-FFF2-40B4-BE49-F238E27FC236}">
                  <a16:creationId xmlns:a16="http://schemas.microsoft.com/office/drawing/2014/main" id="{08C7F9C5-7B36-4B41-BF52-E2B6D6081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1" y="3029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42011" name="Text Box 25">
              <a:extLst>
                <a:ext uri="{FF2B5EF4-FFF2-40B4-BE49-F238E27FC236}">
                  <a16:creationId xmlns:a16="http://schemas.microsoft.com/office/drawing/2014/main" id="{54E800FB-8C8E-4BE6-A39A-101DB7C08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" y="2021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42012" name="Text Box 26">
              <a:extLst>
                <a:ext uri="{FF2B5EF4-FFF2-40B4-BE49-F238E27FC236}">
                  <a16:creationId xmlns:a16="http://schemas.microsoft.com/office/drawing/2014/main" id="{25A98FFF-E079-4809-AA6D-31B966AE5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3" y="197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42013" name="Text Box 27">
              <a:extLst>
                <a:ext uri="{FF2B5EF4-FFF2-40B4-BE49-F238E27FC236}">
                  <a16:creationId xmlns:a16="http://schemas.microsoft.com/office/drawing/2014/main" id="{1273FBFC-A490-4CB6-89B7-246899CBC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7" y="187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42014" name="Text Box 28">
              <a:extLst>
                <a:ext uri="{FF2B5EF4-FFF2-40B4-BE49-F238E27FC236}">
                  <a16:creationId xmlns:a16="http://schemas.microsoft.com/office/drawing/2014/main" id="{F822157D-99CE-4520-8568-F1C85ABAF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5" y="125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42015" name="Text Box 29">
              <a:extLst>
                <a:ext uri="{FF2B5EF4-FFF2-40B4-BE49-F238E27FC236}">
                  <a16:creationId xmlns:a16="http://schemas.microsoft.com/office/drawing/2014/main" id="{92FAC109-C172-449C-9232-DB5F38C12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" y="173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42016" name="Text Box 30">
              <a:extLst>
                <a:ext uri="{FF2B5EF4-FFF2-40B4-BE49-F238E27FC236}">
                  <a16:creationId xmlns:a16="http://schemas.microsoft.com/office/drawing/2014/main" id="{568FB569-3299-4325-8039-8D734991C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9" y="235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41989" name="Rectangle 31">
            <a:extLst>
              <a:ext uri="{FF2B5EF4-FFF2-40B4-BE49-F238E27FC236}">
                <a16:creationId xmlns:a16="http://schemas.microsoft.com/office/drawing/2014/main" id="{38D9660B-2FA8-446C-AF01-94404A79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1788"/>
            <a:ext cx="143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hi-IN" sz="2000" b="1">
                <a:solidFill>
                  <a:schemeClr val="tx2"/>
                </a:solidFill>
                <a:latin typeface="Arial" panose="020B0604020202020204" pitchFamily="34" charset="0"/>
              </a:rPr>
              <a:t>Example</a:t>
            </a:r>
            <a:endParaRPr lang="en-US" altLang="hi-IN" sz="20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1990" name="Slide Number Placeholder 2">
            <a:extLst>
              <a:ext uri="{FF2B5EF4-FFF2-40B4-BE49-F238E27FC236}">
                <a16:creationId xmlns:a16="http://schemas.microsoft.com/office/drawing/2014/main" id="{E207AEE0-F000-472B-9549-95172B007F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FF924C-0374-4D60-81B9-2D6754FEBD3F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hi-I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9">
            <a:extLst>
              <a:ext uri="{FF2B5EF4-FFF2-40B4-BE49-F238E27FC236}">
                <a16:creationId xmlns:a16="http://schemas.microsoft.com/office/drawing/2014/main" id="{7D9525B2-D117-4B6A-B757-E0FAB22F4516}"/>
              </a:ext>
            </a:extLst>
          </p:cNvPr>
          <p:cNvGrpSpPr>
            <a:grpSpLocks/>
          </p:cNvGrpSpPr>
          <p:nvPr/>
        </p:nvGrpSpPr>
        <p:grpSpPr bwMode="auto">
          <a:xfrm>
            <a:off x="1408113" y="1989138"/>
            <a:ext cx="5132387" cy="4587875"/>
            <a:chOff x="887" y="1253"/>
            <a:chExt cx="3233" cy="2890"/>
          </a:xfrm>
        </p:grpSpPr>
        <p:sp>
          <p:nvSpPr>
            <p:cNvPr id="43012" name="Line 33">
              <a:extLst>
                <a:ext uri="{FF2B5EF4-FFF2-40B4-BE49-F238E27FC236}">
                  <a16:creationId xmlns:a16="http://schemas.microsoft.com/office/drawing/2014/main" id="{E49C9EC6-A26B-446F-8C40-1DA3EC1EAC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1541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3" name="Line 34">
              <a:extLst>
                <a:ext uri="{FF2B5EF4-FFF2-40B4-BE49-F238E27FC236}">
                  <a16:creationId xmlns:a16="http://schemas.microsoft.com/office/drawing/2014/main" id="{EF9109B4-7806-451A-931D-CF60F630B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7" y="1541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4" name="Line 35">
              <a:extLst>
                <a:ext uri="{FF2B5EF4-FFF2-40B4-BE49-F238E27FC236}">
                  <a16:creationId xmlns:a16="http://schemas.microsoft.com/office/drawing/2014/main" id="{BB1C8EC5-4C92-4A68-8F9D-D2F78E29F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1" y="1541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5" name="Line 36">
              <a:extLst>
                <a:ext uri="{FF2B5EF4-FFF2-40B4-BE49-F238E27FC236}">
                  <a16:creationId xmlns:a16="http://schemas.microsoft.com/office/drawing/2014/main" id="{A293596B-9BE2-4CB2-8347-00748AF9A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6" name="Line 37">
              <a:extLst>
                <a:ext uri="{FF2B5EF4-FFF2-40B4-BE49-F238E27FC236}">
                  <a16:creationId xmlns:a16="http://schemas.microsoft.com/office/drawing/2014/main" id="{1D817656-2F52-4643-A639-A8A8AA9C5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7" y="2645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7" name="Line 38">
              <a:extLst>
                <a:ext uri="{FF2B5EF4-FFF2-40B4-BE49-F238E27FC236}">
                  <a16:creationId xmlns:a16="http://schemas.microsoft.com/office/drawing/2014/main" id="{5457F8F2-DDF5-4794-A5B8-6AC984027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7" y="1541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8" name="Line 39">
              <a:extLst>
                <a:ext uri="{FF2B5EF4-FFF2-40B4-BE49-F238E27FC236}">
                  <a16:creationId xmlns:a16="http://schemas.microsoft.com/office/drawing/2014/main" id="{E0230F1B-A1DC-4416-BA22-487D8875E1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7" y="1541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9" name="Line 40">
              <a:extLst>
                <a:ext uri="{FF2B5EF4-FFF2-40B4-BE49-F238E27FC236}">
                  <a16:creationId xmlns:a16="http://schemas.microsoft.com/office/drawing/2014/main" id="{3E3CCAEE-12F9-47C0-A716-3EAF81EE5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0" name="Line 41">
              <a:extLst>
                <a:ext uri="{FF2B5EF4-FFF2-40B4-BE49-F238E27FC236}">
                  <a16:creationId xmlns:a16="http://schemas.microsoft.com/office/drawing/2014/main" id="{06D3E478-692D-43DA-8903-49C4165B7A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5" y="2645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1" name="Line 42">
              <a:extLst>
                <a:ext uri="{FF2B5EF4-FFF2-40B4-BE49-F238E27FC236}">
                  <a16:creationId xmlns:a16="http://schemas.microsoft.com/office/drawing/2014/main" id="{ADC27898-2374-4841-B402-8438B9445D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5" y="2645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2" name="Text Box 43">
              <a:extLst>
                <a:ext uri="{FF2B5EF4-FFF2-40B4-BE49-F238E27FC236}">
                  <a16:creationId xmlns:a16="http://schemas.microsoft.com/office/drawing/2014/main" id="{75F71817-1E68-4734-8ADD-15EC61411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2568"/>
              <a:ext cx="31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43023" name="Text Box 44">
              <a:extLst>
                <a:ext uri="{FF2B5EF4-FFF2-40B4-BE49-F238E27FC236}">
                  <a16:creationId xmlns:a16="http://schemas.microsoft.com/office/drawing/2014/main" id="{8736628A-8505-4DE6-9BCD-5E8D2571D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2614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43024" name="Text Box 45">
              <a:extLst>
                <a:ext uri="{FF2B5EF4-FFF2-40B4-BE49-F238E27FC236}">
                  <a16:creationId xmlns:a16="http://schemas.microsoft.com/office/drawing/2014/main" id="{5E38A571-DB75-41FA-AF2B-F23895CA5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" y="1298"/>
              <a:ext cx="2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3025" name="Text Box 46">
              <a:extLst>
                <a:ext uri="{FF2B5EF4-FFF2-40B4-BE49-F238E27FC236}">
                  <a16:creationId xmlns:a16="http://schemas.microsoft.com/office/drawing/2014/main" id="{34DB6B42-DE5C-4BF3-ADE6-FED7EABE0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" y="1344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3026" name="Text Box 47">
              <a:extLst>
                <a:ext uri="{FF2B5EF4-FFF2-40B4-BE49-F238E27FC236}">
                  <a16:creationId xmlns:a16="http://schemas.microsoft.com/office/drawing/2014/main" id="{465B2BE4-58D8-4B9C-BD06-AD61096D0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2568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43027" name="Text Box 48">
              <a:extLst>
                <a:ext uri="{FF2B5EF4-FFF2-40B4-BE49-F238E27FC236}">
                  <a16:creationId xmlns:a16="http://schemas.microsoft.com/office/drawing/2014/main" id="{5CC618F8-1EF5-4C83-A38A-68D1E7CC6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1" y="3893"/>
              <a:ext cx="2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43028" name="Text Box 49">
              <a:extLst>
                <a:ext uri="{FF2B5EF4-FFF2-40B4-BE49-F238E27FC236}">
                  <a16:creationId xmlns:a16="http://schemas.microsoft.com/office/drawing/2014/main" id="{ABDF1F8D-635B-4A39-9DEA-8B9273701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7" y="331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43029" name="Text Box 50">
              <a:extLst>
                <a:ext uri="{FF2B5EF4-FFF2-40B4-BE49-F238E27FC236}">
                  <a16:creationId xmlns:a16="http://schemas.microsoft.com/office/drawing/2014/main" id="{C0E09D35-1E05-44E4-8B2A-EF2DC53D0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5" y="269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43030" name="Text Box 51">
              <a:extLst>
                <a:ext uri="{FF2B5EF4-FFF2-40B4-BE49-F238E27FC236}">
                  <a16:creationId xmlns:a16="http://schemas.microsoft.com/office/drawing/2014/main" id="{A2DB0E10-FFCC-4800-8053-DA3D82978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" y="3221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43031" name="Text Box 52">
              <a:extLst>
                <a:ext uri="{FF2B5EF4-FFF2-40B4-BE49-F238E27FC236}">
                  <a16:creationId xmlns:a16="http://schemas.microsoft.com/office/drawing/2014/main" id="{659B608D-7A80-426D-BF70-A0A20E0BB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1" y="3029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43032" name="Text Box 53">
              <a:extLst>
                <a:ext uri="{FF2B5EF4-FFF2-40B4-BE49-F238E27FC236}">
                  <a16:creationId xmlns:a16="http://schemas.microsoft.com/office/drawing/2014/main" id="{6C5D828C-7F85-4C9D-94C3-C607F57A5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" y="2021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43033" name="Text Box 54">
              <a:extLst>
                <a:ext uri="{FF2B5EF4-FFF2-40B4-BE49-F238E27FC236}">
                  <a16:creationId xmlns:a16="http://schemas.microsoft.com/office/drawing/2014/main" id="{089B6AC2-A3F4-4ACA-A23C-30AF797D0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3" y="197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43034" name="Text Box 55">
              <a:extLst>
                <a:ext uri="{FF2B5EF4-FFF2-40B4-BE49-F238E27FC236}">
                  <a16:creationId xmlns:a16="http://schemas.microsoft.com/office/drawing/2014/main" id="{FA8FFE50-D913-4181-A3D6-94B72F40C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7" y="187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43035" name="Text Box 56">
              <a:extLst>
                <a:ext uri="{FF2B5EF4-FFF2-40B4-BE49-F238E27FC236}">
                  <a16:creationId xmlns:a16="http://schemas.microsoft.com/office/drawing/2014/main" id="{3A3029FC-AB08-4151-B0DF-276ED51F1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5" y="125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43036" name="Text Box 57">
              <a:extLst>
                <a:ext uri="{FF2B5EF4-FFF2-40B4-BE49-F238E27FC236}">
                  <a16:creationId xmlns:a16="http://schemas.microsoft.com/office/drawing/2014/main" id="{0A5A3865-3364-44B7-9ED8-EA7F181CA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" y="173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43037" name="Text Box 58">
              <a:extLst>
                <a:ext uri="{FF2B5EF4-FFF2-40B4-BE49-F238E27FC236}">
                  <a16:creationId xmlns:a16="http://schemas.microsoft.com/office/drawing/2014/main" id="{52A43633-003D-451E-9A3F-23818C5E8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9" y="235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43011" name="Slide Number Placeholder 2">
            <a:extLst>
              <a:ext uri="{FF2B5EF4-FFF2-40B4-BE49-F238E27FC236}">
                <a16:creationId xmlns:a16="http://schemas.microsoft.com/office/drawing/2014/main" id="{4B7F06CE-796A-4F0C-A4BD-70F62DE486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B561AA-0DA1-4260-A5CA-683F520233B8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>
            <a:extLst>
              <a:ext uri="{FF2B5EF4-FFF2-40B4-BE49-F238E27FC236}">
                <a16:creationId xmlns:a16="http://schemas.microsoft.com/office/drawing/2014/main" id="{AFC515B0-D8E5-4C81-8C23-85E38C8843B1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44038" name="Line 2">
              <a:extLst>
                <a:ext uri="{FF2B5EF4-FFF2-40B4-BE49-F238E27FC236}">
                  <a16:creationId xmlns:a16="http://schemas.microsoft.com/office/drawing/2014/main" id="{3575A734-C9B3-4D22-A286-060DEE6B0A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9" name="Line 3">
              <a:extLst>
                <a:ext uri="{FF2B5EF4-FFF2-40B4-BE49-F238E27FC236}">
                  <a16:creationId xmlns:a16="http://schemas.microsoft.com/office/drawing/2014/main" id="{8F89BFAA-CDBA-4C81-8B54-4B7B31EF4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0" name="Line 4">
              <a:extLst>
                <a:ext uri="{FF2B5EF4-FFF2-40B4-BE49-F238E27FC236}">
                  <a16:creationId xmlns:a16="http://schemas.microsoft.com/office/drawing/2014/main" id="{1C16E70D-6BC7-4CC7-ACE1-D53F688AD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1" name="Line 5">
              <a:extLst>
                <a:ext uri="{FF2B5EF4-FFF2-40B4-BE49-F238E27FC236}">
                  <a16:creationId xmlns:a16="http://schemas.microsoft.com/office/drawing/2014/main" id="{D6C5A661-4769-4A96-8EF6-F061AF731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2" name="Line 6">
              <a:extLst>
                <a:ext uri="{FF2B5EF4-FFF2-40B4-BE49-F238E27FC236}">
                  <a16:creationId xmlns:a16="http://schemas.microsoft.com/office/drawing/2014/main" id="{506D91E7-7C7D-4758-8434-A3A9B355F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3" name="Line 7">
              <a:extLst>
                <a:ext uri="{FF2B5EF4-FFF2-40B4-BE49-F238E27FC236}">
                  <a16:creationId xmlns:a16="http://schemas.microsoft.com/office/drawing/2014/main" id="{6267CC31-4B7C-4042-BA95-F1EF3FF73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4" name="Line 8">
              <a:extLst>
                <a:ext uri="{FF2B5EF4-FFF2-40B4-BE49-F238E27FC236}">
                  <a16:creationId xmlns:a16="http://schemas.microsoft.com/office/drawing/2014/main" id="{0C26EF78-5C43-408B-B6D7-7D8E2F08A9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5" name="Line 9">
              <a:extLst>
                <a:ext uri="{FF2B5EF4-FFF2-40B4-BE49-F238E27FC236}">
                  <a16:creationId xmlns:a16="http://schemas.microsoft.com/office/drawing/2014/main" id="{C2C7F020-AECD-4F62-B0ED-F885AF70C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6" name="Line 10">
              <a:extLst>
                <a:ext uri="{FF2B5EF4-FFF2-40B4-BE49-F238E27FC236}">
                  <a16:creationId xmlns:a16="http://schemas.microsoft.com/office/drawing/2014/main" id="{40C71B5C-2799-48CE-974D-F5E7CC8258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7" name="Line 11">
              <a:extLst>
                <a:ext uri="{FF2B5EF4-FFF2-40B4-BE49-F238E27FC236}">
                  <a16:creationId xmlns:a16="http://schemas.microsoft.com/office/drawing/2014/main" id="{8373E5BD-CF5F-43BF-A4BE-3A07C48DF7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8" name="Text Box 12">
              <a:extLst>
                <a:ext uri="{FF2B5EF4-FFF2-40B4-BE49-F238E27FC236}">
                  <a16:creationId xmlns:a16="http://schemas.microsoft.com/office/drawing/2014/main" id="{C3885411-5A9E-4E3E-810B-B6FC1BF22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A</a:t>
              </a:r>
            </a:p>
          </p:txBody>
        </p:sp>
        <p:sp>
          <p:nvSpPr>
            <p:cNvPr id="44049" name="Text Box 13">
              <a:extLst>
                <a:ext uri="{FF2B5EF4-FFF2-40B4-BE49-F238E27FC236}">
                  <a16:creationId xmlns:a16="http://schemas.microsoft.com/office/drawing/2014/main" id="{D4D5DD2B-6BE0-4BB2-9480-CDFD1CEBC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F</a:t>
              </a:r>
            </a:p>
          </p:txBody>
        </p:sp>
        <p:sp>
          <p:nvSpPr>
            <p:cNvPr id="44050" name="Text Box 14">
              <a:extLst>
                <a:ext uri="{FF2B5EF4-FFF2-40B4-BE49-F238E27FC236}">
                  <a16:creationId xmlns:a16="http://schemas.microsoft.com/office/drawing/2014/main" id="{9C6FF1A2-5A23-4B43-8241-B0921D9C7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B</a:t>
              </a:r>
            </a:p>
          </p:txBody>
        </p:sp>
        <p:sp>
          <p:nvSpPr>
            <p:cNvPr id="44051" name="Text Box 15">
              <a:extLst>
                <a:ext uri="{FF2B5EF4-FFF2-40B4-BE49-F238E27FC236}">
                  <a16:creationId xmlns:a16="http://schemas.microsoft.com/office/drawing/2014/main" id="{69061426-8E85-4FA4-8E37-B8DD84298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C</a:t>
              </a:r>
            </a:p>
          </p:txBody>
        </p:sp>
        <p:sp>
          <p:nvSpPr>
            <p:cNvPr id="44052" name="Text Box 16">
              <a:extLst>
                <a:ext uri="{FF2B5EF4-FFF2-40B4-BE49-F238E27FC236}">
                  <a16:creationId xmlns:a16="http://schemas.microsoft.com/office/drawing/2014/main" id="{6F3A9A6C-0783-4E0E-8336-C70C4A242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D</a:t>
              </a:r>
            </a:p>
          </p:txBody>
        </p:sp>
        <p:sp>
          <p:nvSpPr>
            <p:cNvPr id="44053" name="Text Box 17">
              <a:extLst>
                <a:ext uri="{FF2B5EF4-FFF2-40B4-BE49-F238E27FC236}">
                  <a16:creationId xmlns:a16="http://schemas.microsoft.com/office/drawing/2014/main" id="{A47129E9-01C7-492C-818C-55BA337DE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E</a:t>
              </a:r>
            </a:p>
          </p:txBody>
        </p:sp>
        <p:sp>
          <p:nvSpPr>
            <p:cNvPr id="44054" name="Text Box 18">
              <a:extLst>
                <a:ext uri="{FF2B5EF4-FFF2-40B4-BE49-F238E27FC236}">
                  <a16:creationId xmlns:a16="http://schemas.microsoft.com/office/drawing/2014/main" id="{C9E987CB-9A7A-4BE5-A6D5-8365A2003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44055" name="Text Box 20">
              <a:extLst>
                <a:ext uri="{FF2B5EF4-FFF2-40B4-BE49-F238E27FC236}">
                  <a16:creationId xmlns:a16="http://schemas.microsoft.com/office/drawing/2014/main" id="{D5C24F22-548C-447E-8B5C-53DC4AC01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44056" name="Text Box 21">
              <a:extLst>
                <a:ext uri="{FF2B5EF4-FFF2-40B4-BE49-F238E27FC236}">
                  <a16:creationId xmlns:a16="http://schemas.microsoft.com/office/drawing/2014/main" id="{39F1E2E7-17F4-4BE2-90B8-915671B8D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44057" name="Text Box 22">
              <a:extLst>
                <a:ext uri="{FF2B5EF4-FFF2-40B4-BE49-F238E27FC236}">
                  <a16:creationId xmlns:a16="http://schemas.microsoft.com/office/drawing/2014/main" id="{C652FE2E-6B8C-4E2E-91C5-8CBDA9F58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44058" name="Text Box 23">
              <a:extLst>
                <a:ext uri="{FF2B5EF4-FFF2-40B4-BE49-F238E27FC236}">
                  <a16:creationId xmlns:a16="http://schemas.microsoft.com/office/drawing/2014/main" id="{CC73AA13-A25A-463F-B77F-DFA931931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44059" name="Text Box 24">
              <a:extLst>
                <a:ext uri="{FF2B5EF4-FFF2-40B4-BE49-F238E27FC236}">
                  <a16:creationId xmlns:a16="http://schemas.microsoft.com/office/drawing/2014/main" id="{C4127D7D-9B57-4415-8ABA-940F837D3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44060" name="Text Box 25">
              <a:extLst>
                <a:ext uri="{FF2B5EF4-FFF2-40B4-BE49-F238E27FC236}">
                  <a16:creationId xmlns:a16="http://schemas.microsoft.com/office/drawing/2014/main" id="{582A352D-629C-4816-A399-4EBD3C989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44061" name="Text Box 26">
              <a:extLst>
                <a:ext uri="{FF2B5EF4-FFF2-40B4-BE49-F238E27FC236}">
                  <a16:creationId xmlns:a16="http://schemas.microsoft.com/office/drawing/2014/main" id="{D61DC2EE-DB30-4E82-BD0D-5762BFEDA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44062" name="Text Box 27">
              <a:extLst>
                <a:ext uri="{FF2B5EF4-FFF2-40B4-BE49-F238E27FC236}">
                  <a16:creationId xmlns:a16="http://schemas.microsoft.com/office/drawing/2014/main" id="{3903EEEA-4F68-40F1-BA4D-643AF97AB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44063" name="Text Box 28">
              <a:extLst>
                <a:ext uri="{FF2B5EF4-FFF2-40B4-BE49-F238E27FC236}">
                  <a16:creationId xmlns:a16="http://schemas.microsoft.com/office/drawing/2014/main" id="{3EEA28CB-912E-4835-82C9-85580EB51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4127" name="Text Box 31">
            <a:extLst>
              <a:ext uri="{FF2B5EF4-FFF2-40B4-BE49-F238E27FC236}">
                <a16:creationId xmlns:a16="http://schemas.microsoft.com/office/drawing/2014/main" id="{3D8BB267-7C20-4D3E-9A41-D83DA3B5B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665412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List the edges in order of size: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ED  2</a:t>
            </a: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AB  3</a:t>
            </a: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AE  4</a:t>
            </a: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CD  4</a:t>
            </a: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BC  5</a:t>
            </a: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EF  5</a:t>
            </a: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CF  6</a:t>
            </a: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AF  7</a:t>
            </a: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BF  8</a:t>
            </a: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CF  8</a:t>
            </a: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4128" name="Text Box 32">
            <a:extLst>
              <a:ext uri="{FF2B5EF4-FFF2-40B4-BE49-F238E27FC236}">
                <a16:creationId xmlns:a16="http://schemas.microsoft.com/office/drawing/2014/main" id="{D4F56125-7B2A-48C3-8D69-AEE40EB73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Kruskal’s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sp>
        <p:nvSpPr>
          <p:cNvPr id="44037" name="Slide Number Placeholder 2">
            <a:extLst>
              <a:ext uri="{FF2B5EF4-FFF2-40B4-BE49-F238E27FC236}">
                <a16:creationId xmlns:a16="http://schemas.microsoft.com/office/drawing/2014/main" id="{4610EC77-F059-486D-B616-393BD82E2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058170-B34E-4866-9857-6D4A801B82D5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7" grpId="0"/>
      <p:bldP spid="412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D4ACB17D-7D0C-42C2-9E31-1DFE00582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881312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Select the shortest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edge in the network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 b="1">
                <a:solidFill>
                  <a:srgbClr val="FF0000"/>
                </a:solidFill>
                <a:latin typeface="Arial" panose="020B0604020202020204" pitchFamily="34" charset="0"/>
              </a:rPr>
              <a:t>ED  2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B713EEDD-5970-47F0-B203-8BE22527B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Kruskal’s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45060" name="Group 5">
            <a:extLst>
              <a:ext uri="{FF2B5EF4-FFF2-40B4-BE49-F238E27FC236}">
                <a16:creationId xmlns:a16="http://schemas.microsoft.com/office/drawing/2014/main" id="{111B7F63-099F-4CFD-B906-B4F6ACDFF49F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45063" name="Line 6">
              <a:extLst>
                <a:ext uri="{FF2B5EF4-FFF2-40B4-BE49-F238E27FC236}">
                  <a16:creationId xmlns:a16="http://schemas.microsoft.com/office/drawing/2014/main" id="{DF3F8085-FC71-4748-A055-D8E7566B1F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4" name="Line 7">
              <a:extLst>
                <a:ext uri="{FF2B5EF4-FFF2-40B4-BE49-F238E27FC236}">
                  <a16:creationId xmlns:a16="http://schemas.microsoft.com/office/drawing/2014/main" id="{4DB9611A-5DBB-4B2B-A684-6567F6C55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5" name="Line 8">
              <a:extLst>
                <a:ext uri="{FF2B5EF4-FFF2-40B4-BE49-F238E27FC236}">
                  <a16:creationId xmlns:a16="http://schemas.microsoft.com/office/drawing/2014/main" id="{8D61A258-19D6-466E-BEFC-27D30C80A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6" name="Line 9">
              <a:extLst>
                <a:ext uri="{FF2B5EF4-FFF2-40B4-BE49-F238E27FC236}">
                  <a16:creationId xmlns:a16="http://schemas.microsoft.com/office/drawing/2014/main" id="{B73EDB79-9274-4502-926E-882DC6088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7" name="Line 10">
              <a:extLst>
                <a:ext uri="{FF2B5EF4-FFF2-40B4-BE49-F238E27FC236}">
                  <a16:creationId xmlns:a16="http://schemas.microsoft.com/office/drawing/2014/main" id="{97B3CC98-F71D-4BEE-9733-CF515B0A9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8" name="Line 11">
              <a:extLst>
                <a:ext uri="{FF2B5EF4-FFF2-40B4-BE49-F238E27FC236}">
                  <a16:creationId xmlns:a16="http://schemas.microsoft.com/office/drawing/2014/main" id="{25F3FAD7-D1A2-4E95-81E0-C59E082E0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9" name="Line 12">
              <a:extLst>
                <a:ext uri="{FF2B5EF4-FFF2-40B4-BE49-F238E27FC236}">
                  <a16:creationId xmlns:a16="http://schemas.microsoft.com/office/drawing/2014/main" id="{3316FB04-5B2D-4E9D-9172-A323EE05BB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0" name="Line 13">
              <a:extLst>
                <a:ext uri="{FF2B5EF4-FFF2-40B4-BE49-F238E27FC236}">
                  <a16:creationId xmlns:a16="http://schemas.microsoft.com/office/drawing/2014/main" id="{26EE5CC3-F4F1-4307-998E-C9A75AE1F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1" name="Line 14">
              <a:extLst>
                <a:ext uri="{FF2B5EF4-FFF2-40B4-BE49-F238E27FC236}">
                  <a16:creationId xmlns:a16="http://schemas.microsoft.com/office/drawing/2014/main" id="{C6491CBD-A7CA-4E49-A021-D319B6EE9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2" name="Line 15">
              <a:extLst>
                <a:ext uri="{FF2B5EF4-FFF2-40B4-BE49-F238E27FC236}">
                  <a16:creationId xmlns:a16="http://schemas.microsoft.com/office/drawing/2014/main" id="{98571B27-26A8-44EB-A33D-6958224AF2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3" name="Text Box 16">
              <a:extLst>
                <a:ext uri="{FF2B5EF4-FFF2-40B4-BE49-F238E27FC236}">
                  <a16:creationId xmlns:a16="http://schemas.microsoft.com/office/drawing/2014/main" id="{FFD42E25-71D7-4F14-AC51-51CAA56EF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A</a:t>
              </a:r>
            </a:p>
          </p:txBody>
        </p:sp>
        <p:sp>
          <p:nvSpPr>
            <p:cNvPr id="45074" name="Text Box 17">
              <a:extLst>
                <a:ext uri="{FF2B5EF4-FFF2-40B4-BE49-F238E27FC236}">
                  <a16:creationId xmlns:a16="http://schemas.microsoft.com/office/drawing/2014/main" id="{0A4FBC6D-D186-43E6-810D-E2EDD9DD7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F</a:t>
              </a:r>
            </a:p>
          </p:txBody>
        </p:sp>
        <p:sp>
          <p:nvSpPr>
            <p:cNvPr id="45075" name="Text Box 18">
              <a:extLst>
                <a:ext uri="{FF2B5EF4-FFF2-40B4-BE49-F238E27FC236}">
                  <a16:creationId xmlns:a16="http://schemas.microsoft.com/office/drawing/2014/main" id="{546EDD4A-7531-4058-BB4E-491FE4EBE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B</a:t>
              </a:r>
            </a:p>
          </p:txBody>
        </p:sp>
        <p:sp>
          <p:nvSpPr>
            <p:cNvPr id="45076" name="Text Box 19">
              <a:extLst>
                <a:ext uri="{FF2B5EF4-FFF2-40B4-BE49-F238E27FC236}">
                  <a16:creationId xmlns:a16="http://schemas.microsoft.com/office/drawing/2014/main" id="{CD495E11-F06D-4C88-839E-F4247B13ED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C</a:t>
              </a:r>
            </a:p>
          </p:txBody>
        </p:sp>
        <p:sp>
          <p:nvSpPr>
            <p:cNvPr id="45077" name="Text Box 20">
              <a:extLst>
                <a:ext uri="{FF2B5EF4-FFF2-40B4-BE49-F238E27FC236}">
                  <a16:creationId xmlns:a16="http://schemas.microsoft.com/office/drawing/2014/main" id="{50719D90-96C7-49E2-8CE9-690733DD8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D</a:t>
              </a:r>
            </a:p>
          </p:txBody>
        </p:sp>
        <p:sp>
          <p:nvSpPr>
            <p:cNvPr id="45078" name="Text Box 21">
              <a:extLst>
                <a:ext uri="{FF2B5EF4-FFF2-40B4-BE49-F238E27FC236}">
                  <a16:creationId xmlns:a16="http://schemas.microsoft.com/office/drawing/2014/main" id="{33D751F0-0C24-4BE6-A53C-F6EC9D9A8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E</a:t>
              </a:r>
            </a:p>
          </p:txBody>
        </p:sp>
        <p:sp>
          <p:nvSpPr>
            <p:cNvPr id="45079" name="Text Box 22">
              <a:extLst>
                <a:ext uri="{FF2B5EF4-FFF2-40B4-BE49-F238E27FC236}">
                  <a16:creationId xmlns:a16="http://schemas.microsoft.com/office/drawing/2014/main" id="{628CD083-3479-4B24-B00F-4FA8C19F7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45080" name="Text Box 23">
              <a:extLst>
                <a:ext uri="{FF2B5EF4-FFF2-40B4-BE49-F238E27FC236}">
                  <a16:creationId xmlns:a16="http://schemas.microsoft.com/office/drawing/2014/main" id="{28BD0ED7-793C-4464-88E5-450F74699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45081" name="Text Box 24">
              <a:extLst>
                <a:ext uri="{FF2B5EF4-FFF2-40B4-BE49-F238E27FC236}">
                  <a16:creationId xmlns:a16="http://schemas.microsoft.com/office/drawing/2014/main" id="{9CD023AA-E325-4CA1-840E-1F81259ACB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45082" name="Text Box 25">
              <a:extLst>
                <a:ext uri="{FF2B5EF4-FFF2-40B4-BE49-F238E27FC236}">
                  <a16:creationId xmlns:a16="http://schemas.microsoft.com/office/drawing/2014/main" id="{FF958837-C3A2-4B6F-952B-D083622DE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45083" name="Text Box 26">
              <a:extLst>
                <a:ext uri="{FF2B5EF4-FFF2-40B4-BE49-F238E27FC236}">
                  <a16:creationId xmlns:a16="http://schemas.microsoft.com/office/drawing/2014/main" id="{362369E5-9896-4DE4-9244-AE53044A2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45084" name="Text Box 27">
              <a:extLst>
                <a:ext uri="{FF2B5EF4-FFF2-40B4-BE49-F238E27FC236}">
                  <a16:creationId xmlns:a16="http://schemas.microsoft.com/office/drawing/2014/main" id="{058175FC-E912-4875-B552-E0F6A94DC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45085" name="Text Box 28">
              <a:extLst>
                <a:ext uri="{FF2B5EF4-FFF2-40B4-BE49-F238E27FC236}">
                  <a16:creationId xmlns:a16="http://schemas.microsoft.com/office/drawing/2014/main" id="{8D319645-973F-4096-9963-AECE566BF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45086" name="Text Box 29">
              <a:extLst>
                <a:ext uri="{FF2B5EF4-FFF2-40B4-BE49-F238E27FC236}">
                  <a16:creationId xmlns:a16="http://schemas.microsoft.com/office/drawing/2014/main" id="{351944B3-B505-4830-A217-083675C24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45087" name="Text Box 30">
              <a:extLst>
                <a:ext uri="{FF2B5EF4-FFF2-40B4-BE49-F238E27FC236}">
                  <a16:creationId xmlns:a16="http://schemas.microsoft.com/office/drawing/2014/main" id="{B18F9748-F713-4F08-8DC8-439D3EDAB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45088" name="Text Box 31">
              <a:extLst>
                <a:ext uri="{FF2B5EF4-FFF2-40B4-BE49-F238E27FC236}">
                  <a16:creationId xmlns:a16="http://schemas.microsoft.com/office/drawing/2014/main" id="{EA87B296-2632-405E-9669-B43B9C6E0F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28704" name="Line 32">
            <a:extLst>
              <a:ext uri="{FF2B5EF4-FFF2-40B4-BE49-F238E27FC236}">
                <a16:creationId xmlns:a16="http://schemas.microsoft.com/office/drawing/2014/main" id="{819D954F-BB3D-4612-94C3-50C6942913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3933825"/>
            <a:ext cx="2438400" cy="1905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2" name="Slide Number Placeholder 1">
            <a:extLst>
              <a:ext uri="{FF2B5EF4-FFF2-40B4-BE49-F238E27FC236}">
                <a16:creationId xmlns:a16="http://schemas.microsoft.com/office/drawing/2014/main" id="{B3BBE469-1EA6-4F9B-87A7-166CDF875E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18FA98-5243-42AB-9804-9FD56147588C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7" name="Text Box 29">
            <a:extLst>
              <a:ext uri="{FF2B5EF4-FFF2-40B4-BE49-F238E27FC236}">
                <a16:creationId xmlns:a16="http://schemas.microsoft.com/office/drawing/2014/main" id="{48274AF6-B5A2-48FF-AC65-6222183C2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881312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Select the next shortest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edge which does not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create a cycle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ED  2</a:t>
            </a:r>
          </a:p>
          <a:p>
            <a:pPr algn="ctr" eaLnBrk="1" hangingPunct="1"/>
            <a:r>
              <a:rPr lang="en-GB" altLang="hi-IN" sz="2000" b="1">
                <a:solidFill>
                  <a:srgbClr val="FF0000"/>
                </a:solidFill>
                <a:latin typeface="Arial" panose="020B0604020202020204" pitchFamily="34" charset="0"/>
              </a:rPr>
              <a:t>AB  3</a:t>
            </a:r>
          </a:p>
          <a:p>
            <a:pPr algn="ctr" eaLnBrk="1" hangingPunct="1"/>
            <a:endParaRPr lang="en-GB" altLang="hi-IN" sz="2000" b="1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46083" name="Text Box 30">
            <a:extLst>
              <a:ext uri="{FF2B5EF4-FFF2-40B4-BE49-F238E27FC236}">
                <a16:creationId xmlns:a16="http://schemas.microsoft.com/office/drawing/2014/main" id="{297CB84C-C434-48D1-A730-ACA483492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Kruskal’s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46084" name="Group 39">
            <a:extLst>
              <a:ext uri="{FF2B5EF4-FFF2-40B4-BE49-F238E27FC236}">
                <a16:creationId xmlns:a16="http://schemas.microsoft.com/office/drawing/2014/main" id="{08806903-61EE-4AC3-8878-B4EB8239762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grpSp>
          <p:nvGrpSpPr>
            <p:cNvPr id="46087" name="Group 38">
              <a:extLst>
                <a:ext uri="{FF2B5EF4-FFF2-40B4-BE49-F238E27FC236}">
                  <a16:creationId xmlns:a16="http://schemas.microsoft.com/office/drawing/2014/main" id="{796F95CB-69B4-4F10-A939-E740C786D2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sp>
            <p:nvSpPr>
              <p:cNvPr id="46089" name="Line 3">
                <a:extLst>
                  <a:ext uri="{FF2B5EF4-FFF2-40B4-BE49-F238E27FC236}">
                    <a16:creationId xmlns:a16="http://schemas.microsoft.com/office/drawing/2014/main" id="{F50EB3A7-452C-4A5E-A29D-EF2F106AA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" y="1359"/>
                <a:ext cx="816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0" name="Line 4">
                <a:extLst>
                  <a:ext uri="{FF2B5EF4-FFF2-40B4-BE49-F238E27FC236}">
                    <a16:creationId xmlns:a16="http://schemas.microsoft.com/office/drawing/2014/main" id="{F16B0BD1-0087-47F7-879B-D4B5DAC68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9" y="1359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1" name="Line 5">
                <a:extLst>
                  <a:ext uri="{FF2B5EF4-FFF2-40B4-BE49-F238E27FC236}">
                    <a16:creationId xmlns:a16="http://schemas.microsoft.com/office/drawing/2014/main" id="{260BD972-7BCF-45C3-84ED-96FAD724E6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" y="1359"/>
                <a:ext cx="72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2" name="Line 6">
                <a:extLst>
                  <a:ext uri="{FF2B5EF4-FFF2-40B4-BE49-F238E27FC236}">
                    <a16:creationId xmlns:a16="http://schemas.microsoft.com/office/drawing/2014/main" id="{47D1F1BC-7ACE-4C95-90BB-8F607C317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3" y="2463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3" name="Line 7">
                <a:extLst>
                  <a:ext uri="{FF2B5EF4-FFF2-40B4-BE49-F238E27FC236}">
                    <a16:creationId xmlns:a16="http://schemas.microsoft.com/office/drawing/2014/main" id="{5A9177C7-D905-4C2E-8036-BF581BE0F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9" y="2463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4" name="Line 8">
                <a:extLst>
                  <a:ext uri="{FF2B5EF4-FFF2-40B4-BE49-F238E27FC236}">
                    <a16:creationId xmlns:a16="http://schemas.microsoft.com/office/drawing/2014/main" id="{27F849A8-6F1E-4A94-9C0E-FB0D2EB376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9" y="1359"/>
                <a:ext cx="72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5" name="Line 9">
                <a:extLst>
                  <a:ext uri="{FF2B5EF4-FFF2-40B4-BE49-F238E27FC236}">
                    <a16:creationId xmlns:a16="http://schemas.microsoft.com/office/drawing/2014/main" id="{375F4CA2-9818-439C-A78E-22D35203FB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9" y="1359"/>
                <a:ext cx="624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6" name="Line 10">
                <a:extLst>
                  <a:ext uri="{FF2B5EF4-FFF2-40B4-BE49-F238E27FC236}">
                    <a16:creationId xmlns:a16="http://schemas.microsoft.com/office/drawing/2014/main" id="{77CC3DE2-87CA-46D3-BD34-2195E7553E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3" y="2463"/>
                <a:ext cx="1344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7" name="Line 11">
                <a:extLst>
                  <a:ext uri="{FF2B5EF4-FFF2-40B4-BE49-F238E27FC236}">
                    <a16:creationId xmlns:a16="http://schemas.microsoft.com/office/drawing/2014/main" id="{8D13CD1D-E120-45F3-8574-F505858EC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7" y="2463"/>
                <a:ext cx="192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8" name="Line 12">
                <a:extLst>
                  <a:ext uri="{FF2B5EF4-FFF2-40B4-BE49-F238E27FC236}">
                    <a16:creationId xmlns:a16="http://schemas.microsoft.com/office/drawing/2014/main" id="{12122302-4B33-4C47-85EE-7BF12D36A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7" y="2463"/>
                <a:ext cx="1536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9" name="Text Box 13">
                <a:extLst>
                  <a:ext uri="{FF2B5EF4-FFF2-40B4-BE49-F238E27FC236}">
                    <a16:creationId xmlns:a16="http://schemas.microsoft.com/office/drawing/2014/main" id="{9E2C646C-3C37-43D9-9566-21AF4C4964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" y="236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A</a:t>
                </a:r>
              </a:p>
            </p:txBody>
          </p:sp>
          <p:sp>
            <p:nvSpPr>
              <p:cNvPr id="46100" name="Text Box 14">
                <a:extLst>
                  <a:ext uri="{FF2B5EF4-FFF2-40B4-BE49-F238E27FC236}">
                    <a16:creationId xmlns:a16="http://schemas.microsoft.com/office/drawing/2014/main" id="{3115D399-DA92-4078-B6FC-1AE5C95FCA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9" y="2463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F</a:t>
                </a:r>
              </a:p>
            </p:txBody>
          </p:sp>
          <p:sp>
            <p:nvSpPr>
              <p:cNvPr id="46101" name="Text Box 15">
                <a:extLst>
                  <a:ext uri="{FF2B5EF4-FFF2-40B4-BE49-F238E27FC236}">
                    <a16:creationId xmlns:a16="http://schemas.microsoft.com/office/drawing/2014/main" id="{5265025D-643F-49F7-9885-136920B3C9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9" y="107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B</a:t>
                </a:r>
              </a:p>
            </p:txBody>
          </p:sp>
          <p:sp>
            <p:nvSpPr>
              <p:cNvPr id="46102" name="Text Box 16">
                <a:extLst>
                  <a:ext uri="{FF2B5EF4-FFF2-40B4-BE49-F238E27FC236}">
                    <a16:creationId xmlns:a16="http://schemas.microsoft.com/office/drawing/2014/main" id="{6B6BB87F-21EB-49DC-B515-3F0837B14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3" y="116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C</a:t>
                </a:r>
              </a:p>
            </p:txBody>
          </p:sp>
          <p:sp>
            <p:nvSpPr>
              <p:cNvPr id="46103" name="Text Box 17">
                <a:extLst>
                  <a:ext uri="{FF2B5EF4-FFF2-40B4-BE49-F238E27FC236}">
                    <a16:creationId xmlns:a16="http://schemas.microsoft.com/office/drawing/2014/main" id="{1053A041-13EF-4ACD-9957-2DF443166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3" y="241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D</a:t>
                </a:r>
              </a:p>
            </p:txBody>
          </p:sp>
          <p:sp>
            <p:nvSpPr>
              <p:cNvPr id="46104" name="Text Box 18">
                <a:extLst>
                  <a:ext uri="{FF2B5EF4-FFF2-40B4-BE49-F238E27FC236}">
                    <a16:creationId xmlns:a16="http://schemas.microsoft.com/office/drawing/2014/main" id="{8A7FAEAB-F284-4FFF-9DC4-FCCADB7DF0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3" y="371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E</a:t>
                </a:r>
              </a:p>
            </p:txBody>
          </p:sp>
          <p:sp>
            <p:nvSpPr>
              <p:cNvPr id="46105" name="Text Box 19">
                <a:extLst>
                  <a:ext uri="{FF2B5EF4-FFF2-40B4-BE49-F238E27FC236}">
                    <a16:creationId xmlns:a16="http://schemas.microsoft.com/office/drawing/2014/main" id="{6F6AD5E7-89AD-4CF9-A47A-6A17541E76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9" y="313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2</a:t>
                </a:r>
              </a:p>
            </p:txBody>
          </p:sp>
          <p:sp>
            <p:nvSpPr>
              <p:cNvPr id="46106" name="Text Box 20">
                <a:extLst>
                  <a:ext uri="{FF2B5EF4-FFF2-40B4-BE49-F238E27FC236}">
                    <a16:creationId xmlns:a16="http://schemas.microsoft.com/office/drawing/2014/main" id="{2B443E57-20A1-4F9F-8334-6BC63FEA6F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7" y="251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7</a:t>
                </a:r>
              </a:p>
            </p:txBody>
          </p:sp>
          <p:sp>
            <p:nvSpPr>
              <p:cNvPr id="46107" name="Text Box 21">
                <a:extLst>
                  <a:ext uri="{FF2B5EF4-FFF2-40B4-BE49-F238E27FC236}">
                    <a16:creationId xmlns:a16="http://schemas.microsoft.com/office/drawing/2014/main" id="{650A06FB-0317-4822-A30F-5DEC7919F6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7" y="303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4</a:t>
                </a:r>
              </a:p>
            </p:txBody>
          </p:sp>
          <p:sp>
            <p:nvSpPr>
              <p:cNvPr id="46108" name="Text Box 22">
                <a:extLst>
                  <a:ext uri="{FF2B5EF4-FFF2-40B4-BE49-F238E27FC236}">
                    <a16:creationId xmlns:a16="http://schemas.microsoft.com/office/drawing/2014/main" id="{EF0B680A-B1EA-4516-9C81-CE243CF690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3" y="284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5</a:t>
                </a:r>
              </a:p>
            </p:txBody>
          </p:sp>
          <p:sp>
            <p:nvSpPr>
              <p:cNvPr id="46109" name="Text Box 23">
                <a:extLst>
                  <a:ext uri="{FF2B5EF4-FFF2-40B4-BE49-F238E27FC236}">
                    <a16:creationId xmlns:a16="http://schemas.microsoft.com/office/drawing/2014/main" id="{024A5D55-A4B9-452B-845C-A6A80849A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5" y="183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8</a:t>
                </a:r>
              </a:p>
            </p:txBody>
          </p:sp>
          <p:sp>
            <p:nvSpPr>
              <p:cNvPr id="46110" name="Text Box 24">
                <a:extLst>
                  <a:ext uri="{FF2B5EF4-FFF2-40B4-BE49-F238E27FC236}">
                    <a16:creationId xmlns:a16="http://schemas.microsoft.com/office/drawing/2014/main" id="{560F0EBB-DF2C-42BA-BA1F-8B2A9BEA71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5" y="179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6</a:t>
                </a:r>
              </a:p>
            </p:txBody>
          </p:sp>
          <p:sp>
            <p:nvSpPr>
              <p:cNvPr id="46111" name="Text Box 25">
                <a:extLst>
                  <a:ext uri="{FF2B5EF4-FFF2-40B4-BE49-F238E27FC236}">
                    <a16:creationId xmlns:a16="http://schemas.microsoft.com/office/drawing/2014/main" id="{98D00171-C6C0-4B40-A4DB-C87E4B037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9" y="169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4</a:t>
                </a:r>
              </a:p>
            </p:txBody>
          </p:sp>
          <p:sp>
            <p:nvSpPr>
              <p:cNvPr id="46112" name="Text Box 26">
                <a:extLst>
                  <a:ext uri="{FF2B5EF4-FFF2-40B4-BE49-F238E27FC236}">
                    <a16:creationId xmlns:a16="http://schemas.microsoft.com/office/drawing/2014/main" id="{EAE9F11C-0AF6-4FE4-8A8E-9828281859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7" y="107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5</a:t>
                </a:r>
              </a:p>
            </p:txBody>
          </p:sp>
          <p:sp>
            <p:nvSpPr>
              <p:cNvPr id="46113" name="Text Box 27">
                <a:extLst>
                  <a:ext uri="{FF2B5EF4-FFF2-40B4-BE49-F238E27FC236}">
                    <a16:creationId xmlns:a16="http://schemas.microsoft.com/office/drawing/2014/main" id="{A910310D-9D90-44ED-89FD-03AA1A8B53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3" y="155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3</a:t>
                </a:r>
              </a:p>
            </p:txBody>
          </p:sp>
          <p:sp>
            <p:nvSpPr>
              <p:cNvPr id="46114" name="Text Box 28">
                <a:extLst>
                  <a:ext uri="{FF2B5EF4-FFF2-40B4-BE49-F238E27FC236}">
                    <a16:creationId xmlns:a16="http://schemas.microsoft.com/office/drawing/2014/main" id="{C1E7ED7A-1270-4CB1-BF61-BA5DFCEEAA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1" y="217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8</a:t>
                </a:r>
              </a:p>
            </p:txBody>
          </p:sp>
        </p:grpSp>
        <p:sp>
          <p:nvSpPr>
            <p:cNvPr id="46088" name="Line 33">
              <a:extLst>
                <a:ext uri="{FF2B5EF4-FFF2-40B4-BE49-F238E27FC236}">
                  <a16:creationId xmlns:a16="http://schemas.microsoft.com/office/drawing/2014/main" id="{A348C9F6-0BF0-4BE8-A55D-4F8A3B9468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7" y="2478"/>
              <a:ext cx="1536" cy="12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79" name="Line 31">
            <a:extLst>
              <a:ext uri="{FF2B5EF4-FFF2-40B4-BE49-F238E27FC236}">
                <a16:creationId xmlns:a16="http://schemas.microsoft.com/office/drawing/2014/main" id="{4D94A82F-1394-4DB4-B713-608D9DD790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8050" y="2146300"/>
            <a:ext cx="1312863" cy="1774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6" name="Slide Number Placeholder 1">
            <a:extLst>
              <a:ext uri="{FF2B5EF4-FFF2-40B4-BE49-F238E27FC236}">
                <a16:creationId xmlns:a16="http://schemas.microsoft.com/office/drawing/2014/main" id="{97370394-28FC-4EB7-B8A1-FE75D92CA8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FCD1F3-0513-4047-A030-22ABAA2C684A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FB6AC760-F110-4779-9127-DF81655CE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8813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Select the next shortest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edge which does not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create a cycle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ED  2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AB  3</a:t>
            </a:r>
          </a:p>
          <a:p>
            <a:pPr algn="ctr" eaLnBrk="1" hangingPunct="1"/>
            <a:r>
              <a:rPr lang="en-GB" altLang="hi-IN" sz="2000" b="1">
                <a:solidFill>
                  <a:srgbClr val="FF0000"/>
                </a:solidFill>
                <a:latin typeface="Arial" panose="020B0604020202020204" pitchFamily="34" charset="0"/>
              </a:rPr>
              <a:t>CD  4</a:t>
            </a:r>
            <a:r>
              <a:rPr lang="en-GB" altLang="hi-IN" sz="2000" b="1">
                <a:latin typeface="Arial" panose="020B0604020202020204" pitchFamily="34" charset="0"/>
              </a:rPr>
              <a:t> (or AE  4)</a:t>
            </a:r>
          </a:p>
          <a:p>
            <a:pPr algn="ctr" eaLnBrk="1" hangingPunct="1"/>
            <a:endParaRPr lang="en-GB" altLang="hi-IN" sz="2000" b="1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5E338681-4F31-46F4-B780-3D7DC202B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Kruskal’s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47108" name="Group 35">
            <a:extLst>
              <a:ext uri="{FF2B5EF4-FFF2-40B4-BE49-F238E27FC236}">
                <a16:creationId xmlns:a16="http://schemas.microsoft.com/office/drawing/2014/main" id="{97CE66E5-AB50-4984-B9AA-65D6B283DF7F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sp>
          <p:nvSpPr>
            <p:cNvPr id="47111" name="Line 4">
              <a:extLst>
                <a:ext uri="{FF2B5EF4-FFF2-40B4-BE49-F238E27FC236}">
                  <a16:creationId xmlns:a16="http://schemas.microsoft.com/office/drawing/2014/main" id="{216EAD68-521E-4AE4-860C-95DE76EA61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7" y="1344"/>
              <a:ext cx="816" cy="110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112" name="Group 34">
              <a:extLst>
                <a:ext uri="{FF2B5EF4-FFF2-40B4-BE49-F238E27FC236}">
                  <a16:creationId xmlns:a16="http://schemas.microsoft.com/office/drawing/2014/main" id="{DD0DFDDD-76AD-42FD-BE5A-520608AADF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sp>
            <p:nvSpPr>
              <p:cNvPr id="47114" name="Line 8">
                <a:extLst>
                  <a:ext uri="{FF2B5EF4-FFF2-40B4-BE49-F238E27FC236}">
                    <a16:creationId xmlns:a16="http://schemas.microsoft.com/office/drawing/2014/main" id="{DF3D352C-2FF4-44CC-BE2F-AF12F27D6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9" y="1359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5" name="Line 9">
                <a:extLst>
                  <a:ext uri="{FF2B5EF4-FFF2-40B4-BE49-F238E27FC236}">
                    <a16:creationId xmlns:a16="http://schemas.microsoft.com/office/drawing/2014/main" id="{C786F69A-68D3-420A-841A-FB30120FA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" y="1359"/>
                <a:ext cx="72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6" name="Line 10">
                <a:extLst>
                  <a:ext uri="{FF2B5EF4-FFF2-40B4-BE49-F238E27FC236}">
                    <a16:creationId xmlns:a16="http://schemas.microsoft.com/office/drawing/2014/main" id="{C5D960AC-20BA-4502-94D6-D30B85658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3" y="2463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7" name="Line 11">
                <a:extLst>
                  <a:ext uri="{FF2B5EF4-FFF2-40B4-BE49-F238E27FC236}">
                    <a16:creationId xmlns:a16="http://schemas.microsoft.com/office/drawing/2014/main" id="{84C13060-A4F3-4395-A471-3898E8C0D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9" y="2463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8" name="Line 12">
                <a:extLst>
                  <a:ext uri="{FF2B5EF4-FFF2-40B4-BE49-F238E27FC236}">
                    <a16:creationId xmlns:a16="http://schemas.microsoft.com/office/drawing/2014/main" id="{B51D3EDC-8C34-451A-A2EF-423CAD450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9" y="1359"/>
                <a:ext cx="72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9" name="Line 13">
                <a:extLst>
                  <a:ext uri="{FF2B5EF4-FFF2-40B4-BE49-F238E27FC236}">
                    <a16:creationId xmlns:a16="http://schemas.microsoft.com/office/drawing/2014/main" id="{473B7749-6D23-4F29-91A3-6DA7EC9C6F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9" y="1359"/>
                <a:ext cx="624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0" name="Line 14">
                <a:extLst>
                  <a:ext uri="{FF2B5EF4-FFF2-40B4-BE49-F238E27FC236}">
                    <a16:creationId xmlns:a16="http://schemas.microsoft.com/office/drawing/2014/main" id="{81E0258C-BA12-4178-A288-96C2ED976E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3" y="2463"/>
                <a:ext cx="1344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1" name="Line 15">
                <a:extLst>
                  <a:ext uri="{FF2B5EF4-FFF2-40B4-BE49-F238E27FC236}">
                    <a16:creationId xmlns:a16="http://schemas.microsoft.com/office/drawing/2014/main" id="{3AC1F853-0881-49FC-A2F8-81EBCC5BE0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7" y="2463"/>
                <a:ext cx="192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2" name="Line 16">
                <a:extLst>
                  <a:ext uri="{FF2B5EF4-FFF2-40B4-BE49-F238E27FC236}">
                    <a16:creationId xmlns:a16="http://schemas.microsoft.com/office/drawing/2014/main" id="{F2A26361-F3BD-4A87-BEDA-16A1BF6720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7" y="2463"/>
                <a:ext cx="1536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3" name="Text Box 17">
                <a:extLst>
                  <a:ext uri="{FF2B5EF4-FFF2-40B4-BE49-F238E27FC236}">
                    <a16:creationId xmlns:a16="http://schemas.microsoft.com/office/drawing/2014/main" id="{3F9F04D9-3B2F-404F-885F-5F836784BE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" y="236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A</a:t>
                </a:r>
              </a:p>
            </p:txBody>
          </p:sp>
          <p:sp>
            <p:nvSpPr>
              <p:cNvPr id="47124" name="Text Box 18">
                <a:extLst>
                  <a:ext uri="{FF2B5EF4-FFF2-40B4-BE49-F238E27FC236}">
                    <a16:creationId xmlns:a16="http://schemas.microsoft.com/office/drawing/2014/main" id="{412B680C-98E5-44CD-BF4C-3D8E488071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9" y="2463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F</a:t>
                </a:r>
              </a:p>
            </p:txBody>
          </p:sp>
          <p:sp>
            <p:nvSpPr>
              <p:cNvPr id="47125" name="Text Box 19">
                <a:extLst>
                  <a:ext uri="{FF2B5EF4-FFF2-40B4-BE49-F238E27FC236}">
                    <a16:creationId xmlns:a16="http://schemas.microsoft.com/office/drawing/2014/main" id="{A76BDB5E-916C-46B8-9104-463B4B00FA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9" y="107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B</a:t>
                </a:r>
              </a:p>
            </p:txBody>
          </p:sp>
          <p:sp>
            <p:nvSpPr>
              <p:cNvPr id="47126" name="Text Box 20">
                <a:extLst>
                  <a:ext uri="{FF2B5EF4-FFF2-40B4-BE49-F238E27FC236}">
                    <a16:creationId xmlns:a16="http://schemas.microsoft.com/office/drawing/2014/main" id="{729E87A6-137F-4C52-8349-46C827D077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3" y="116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C</a:t>
                </a:r>
              </a:p>
            </p:txBody>
          </p:sp>
          <p:sp>
            <p:nvSpPr>
              <p:cNvPr id="47127" name="Text Box 21">
                <a:extLst>
                  <a:ext uri="{FF2B5EF4-FFF2-40B4-BE49-F238E27FC236}">
                    <a16:creationId xmlns:a16="http://schemas.microsoft.com/office/drawing/2014/main" id="{6B98C232-607D-4BCB-A691-2DD63DE6A7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3" y="241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D</a:t>
                </a:r>
              </a:p>
            </p:txBody>
          </p:sp>
          <p:sp>
            <p:nvSpPr>
              <p:cNvPr id="47128" name="Text Box 22">
                <a:extLst>
                  <a:ext uri="{FF2B5EF4-FFF2-40B4-BE49-F238E27FC236}">
                    <a16:creationId xmlns:a16="http://schemas.microsoft.com/office/drawing/2014/main" id="{6033F4A1-D03B-4655-8E0A-BFECCF348D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3" y="371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E</a:t>
                </a:r>
              </a:p>
            </p:txBody>
          </p:sp>
          <p:sp>
            <p:nvSpPr>
              <p:cNvPr id="47129" name="Text Box 23">
                <a:extLst>
                  <a:ext uri="{FF2B5EF4-FFF2-40B4-BE49-F238E27FC236}">
                    <a16:creationId xmlns:a16="http://schemas.microsoft.com/office/drawing/2014/main" id="{3A2103D1-33FD-4CFD-8B96-F8B7B03D3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9" y="313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2</a:t>
                </a:r>
              </a:p>
            </p:txBody>
          </p:sp>
          <p:sp>
            <p:nvSpPr>
              <p:cNvPr id="47130" name="Text Box 24">
                <a:extLst>
                  <a:ext uri="{FF2B5EF4-FFF2-40B4-BE49-F238E27FC236}">
                    <a16:creationId xmlns:a16="http://schemas.microsoft.com/office/drawing/2014/main" id="{C2FD5FFB-73A1-42DC-A53B-632C64C82E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7" y="251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7</a:t>
                </a:r>
              </a:p>
            </p:txBody>
          </p:sp>
          <p:sp>
            <p:nvSpPr>
              <p:cNvPr id="47131" name="Text Box 25">
                <a:extLst>
                  <a:ext uri="{FF2B5EF4-FFF2-40B4-BE49-F238E27FC236}">
                    <a16:creationId xmlns:a16="http://schemas.microsoft.com/office/drawing/2014/main" id="{1CBE7A17-7FEC-4260-8DEF-B4E3CBCFC6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7" y="303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4</a:t>
                </a:r>
              </a:p>
            </p:txBody>
          </p:sp>
          <p:sp>
            <p:nvSpPr>
              <p:cNvPr id="47132" name="Text Box 26">
                <a:extLst>
                  <a:ext uri="{FF2B5EF4-FFF2-40B4-BE49-F238E27FC236}">
                    <a16:creationId xmlns:a16="http://schemas.microsoft.com/office/drawing/2014/main" id="{E9A80041-A4A2-4BC3-90E8-A693FE726F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3" y="284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5</a:t>
                </a:r>
              </a:p>
            </p:txBody>
          </p:sp>
          <p:sp>
            <p:nvSpPr>
              <p:cNvPr id="47133" name="Text Box 27">
                <a:extLst>
                  <a:ext uri="{FF2B5EF4-FFF2-40B4-BE49-F238E27FC236}">
                    <a16:creationId xmlns:a16="http://schemas.microsoft.com/office/drawing/2014/main" id="{CBA4F52F-CD5E-4409-B49A-3A38912D0D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5" y="183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8</a:t>
                </a:r>
              </a:p>
            </p:txBody>
          </p:sp>
          <p:sp>
            <p:nvSpPr>
              <p:cNvPr id="47134" name="Text Box 28">
                <a:extLst>
                  <a:ext uri="{FF2B5EF4-FFF2-40B4-BE49-F238E27FC236}">
                    <a16:creationId xmlns:a16="http://schemas.microsoft.com/office/drawing/2014/main" id="{276B5B72-1B43-42B5-8570-2C6A54FC7E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5" y="179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6</a:t>
                </a:r>
              </a:p>
            </p:txBody>
          </p:sp>
          <p:sp>
            <p:nvSpPr>
              <p:cNvPr id="47135" name="Text Box 29">
                <a:extLst>
                  <a:ext uri="{FF2B5EF4-FFF2-40B4-BE49-F238E27FC236}">
                    <a16:creationId xmlns:a16="http://schemas.microsoft.com/office/drawing/2014/main" id="{D6EC9FA6-A707-4AE6-873D-13EDE27CC2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9" y="169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4</a:t>
                </a:r>
              </a:p>
            </p:txBody>
          </p:sp>
          <p:sp>
            <p:nvSpPr>
              <p:cNvPr id="47136" name="Text Box 30">
                <a:extLst>
                  <a:ext uri="{FF2B5EF4-FFF2-40B4-BE49-F238E27FC236}">
                    <a16:creationId xmlns:a16="http://schemas.microsoft.com/office/drawing/2014/main" id="{F4D03D65-978B-47E3-9F02-55E5157DB7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7" y="107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5</a:t>
                </a:r>
              </a:p>
            </p:txBody>
          </p:sp>
          <p:sp>
            <p:nvSpPr>
              <p:cNvPr id="47137" name="Text Box 31">
                <a:extLst>
                  <a:ext uri="{FF2B5EF4-FFF2-40B4-BE49-F238E27FC236}">
                    <a16:creationId xmlns:a16="http://schemas.microsoft.com/office/drawing/2014/main" id="{40CC4D35-E25B-40C7-9FE6-8B268C1839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9" y="157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3</a:t>
                </a:r>
              </a:p>
            </p:txBody>
          </p:sp>
          <p:sp>
            <p:nvSpPr>
              <p:cNvPr id="47138" name="Text Box 32">
                <a:extLst>
                  <a:ext uri="{FF2B5EF4-FFF2-40B4-BE49-F238E27FC236}">
                    <a16:creationId xmlns:a16="http://schemas.microsoft.com/office/drawing/2014/main" id="{A84F1975-75C9-4BC4-BB38-A5D1DCA780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1" y="217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hi-IN" sz="2000"/>
                  <a:t>8</a:t>
                </a:r>
              </a:p>
            </p:txBody>
          </p:sp>
        </p:grpSp>
        <p:sp>
          <p:nvSpPr>
            <p:cNvPr id="47113" name="Line 33">
              <a:extLst>
                <a:ext uri="{FF2B5EF4-FFF2-40B4-BE49-F238E27FC236}">
                  <a16:creationId xmlns:a16="http://schemas.microsoft.com/office/drawing/2014/main" id="{086D7006-AB0F-476D-905B-9D1511EB1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7" y="2478"/>
              <a:ext cx="1536" cy="12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32" name="Line 36">
            <a:extLst>
              <a:ext uri="{FF2B5EF4-FFF2-40B4-BE49-F238E27FC236}">
                <a16:creationId xmlns:a16="http://schemas.microsoft.com/office/drawing/2014/main" id="{37941A8A-BAA4-41A9-88C1-1797D15B6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2133600"/>
            <a:ext cx="1152525" cy="18002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0" name="Slide Number Placeholder 1">
            <a:extLst>
              <a:ext uri="{FF2B5EF4-FFF2-40B4-BE49-F238E27FC236}">
                <a16:creationId xmlns:a16="http://schemas.microsoft.com/office/drawing/2014/main" id="{5B847D69-74CB-4F0E-8B06-7A7EFE2AD6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112E1D-240C-42CF-AD6C-29E66EA11285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23153685-6D24-47A9-A659-AB5879A98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881312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Select the next shortest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edge which does not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create a cycle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ED  2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AB  3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CD  4 </a:t>
            </a:r>
          </a:p>
          <a:p>
            <a:pPr algn="ctr" eaLnBrk="1" hangingPunct="1"/>
            <a:r>
              <a:rPr lang="en-GB" altLang="hi-IN" sz="2000" b="1">
                <a:solidFill>
                  <a:srgbClr val="FF0000"/>
                </a:solidFill>
                <a:latin typeface="Arial" panose="020B0604020202020204" pitchFamily="34" charset="0"/>
              </a:rPr>
              <a:t>AE  4</a:t>
            </a:r>
          </a:p>
          <a:p>
            <a:pPr algn="ctr" eaLnBrk="1" hangingPunct="1"/>
            <a:endParaRPr lang="en-GB" altLang="hi-IN" sz="2000" b="1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809D9CC0-631D-425B-ABAE-8803B61A2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Kruskal’s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48132" name="Group 34">
            <a:extLst>
              <a:ext uri="{FF2B5EF4-FFF2-40B4-BE49-F238E27FC236}">
                <a16:creationId xmlns:a16="http://schemas.microsoft.com/office/drawing/2014/main" id="{533FAC9A-6D58-42E7-B695-4FF4D3024403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grpSp>
          <p:nvGrpSpPr>
            <p:cNvPr id="48135" name="Group 4">
              <a:extLst>
                <a:ext uri="{FF2B5EF4-FFF2-40B4-BE49-F238E27FC236}">
                  <a16:creationId xmlns:a16="http://schemas.microsoft.com/office/drawing/2014/main" id="{FC9EF6E6-2B3F-4F21-AB27-81C2056123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sp>
            <p:nvSpPr>
              <p:cNvPr id="48137" name="Line 5">
                <a:extLst>
                  <a:ext uri="{FF2B5EF4-FFF2-40B4-BE49-F238E27FC236}">
                    <a16:creationId xmlns:a16="http://schemas.microsoft.com/office/drawing/2014/main" id="{FEB7B984-4EF0-47AF-A32F-3ADA638E8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7" y="1344"/>
                <a:ext cx="816" cy="110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138" name="Group 6">
                <a:extLst>
                  <a:ext uri="{FF2B5EF4-FFF2-40B4-BE49-F238E27FC236}">
                    <a16:creationId xmlns:a16="http://schemas.microsoft.com/office/drawing/2014/main" id="{F912084E-78E2-4CE7-BEE6-4ACC214003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" y="1071"/>
                <a:ext cx="3456" cy="2928"/>
                <a:chOff x="295" y="1071"/>
                <a:chExt cx="3456" cy="2928"/>
              </a:xfrm>
            </p:grpSpPr>
            <p:sp>
              <p:nvSpPr>
                <p:cNvPr id="48140" name="Line 7">
                  <a:extLst>
                    <a:ext uri="{FF2B5EF4-FFF2-40B4-BE49-F238E27FC236}">
                      <a16:creationId xmlns:a16="http://schemas.microsoft.com/office/drawing/2014/main" id="{16CBCA1B-1562-4B8A-8913-FF3C37D355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9" y="1359"/>
                  <a:ext cx="13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41" name="Line 8">
                  <a:extLst>
                    <a:ext uri="{FF2B5EF4-FFF2-40B4-BE49-F238E27FC236}">
                      <a16:creationId xmlns:a16="http://schemas.microsoft.com/office/drawing/2014/main" id="{E829A564-FC79-4C1C-8F1D-2392C1B55B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43" y="1359"/>
                  <a:ext cx="72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42" name="Line 9">
                  <a:extLst>
                    <a:ext uri="{FF2B5EF4-FFF2-40B4-BE49-F238E27FC236}">
                      <a16:creationId xmlns:a16="http://schemas.microsoft.com/office/drawing/2014/main" id="{5103DE98-B79C-4239-83FD-CDFDF284A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3" y="2463"/>
                  <a:ext cx="15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43" name="Line 10">
                  <a:extLst>
                    <a:ext uri="{FF2B5EF4-FFF2-40B4-BE49-F238E27FC236}">
                      <a16:creationId xmlns:a16="http://schemas.microsoft.com/office/drawing/2014/main" id="{55426A6A-53E7-4206-BCC8-6A128E10C6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2463"/>
                  <a:ext cx="13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44" name="Line 11">
                  <a:extLst>
                    <a:ext uri="{FF2B5EF4-FFF2-40B4-BE49-F238E27FC236}">
                      <a16:creationId xmlns:a16="http://schemas.microsoft.com/office/drawing/2014/main" id="{926AF171-2463-461F-9728-EC7201829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9" y="1359"/>
                  <a:ext cx="72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45" name="Line 12">
                  <a:extLst>
                    <a:ext uri="{FF2B5EF4-FFF2-40B4-BE49-F238E27FC236}">
                      <a16:creationId xmlns:a16="http://schemas.microsoft.com/office/drawing/2014/main" id="{E5F06109-62A3-4E96-811C-FEAC22D952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19" y="1359"/>
                  <a:ext cx="624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46" name="Line 13">
                  <a:extLst>
                    <a:ext uri="{FF2B5EF4-FFF2-40B4-BE49-F238E27FC236}">
                      <a16:creationId xmlns:a16="http://schemas.microsoft.com/office/drawing/2014/main" id="{77ADC6A2-CECF-43D5-96A9-0DDE53FD06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3" y="2463"/>
                  <a:ext cx="1344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47" name="Line 14">
                  <a:extLst>
                    <a:ext uri="{FF2B5EF4-FFF2-40B4-BE49-F238E27FC236}">
                      <a16:creationId xmlns:a16="http://schemas.microsoft.com/office/drawing/2014/main" id="{FE377507-A715-4A85-8AB3-E903D11A9E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7" y="2463"/>
                  <a:ext cx="192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48" name="Line 15">
                  <a:extLst>
                    <a:ext uri="{FF2B5EF4-FFF2-40B4-BE49-F238E27FC236}">
                      <a16:creationId xmlns:a16="http://schemas.microsoft.com/office/drawing/2014/main" id="{9366FC3E-37EF-4809-944F-C32791A07E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7" y="2463"/>
                  <a:ext cx="1536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49" name="Text Box 16">
                  <a:extLst>
                    <a:ext uri="{FF2B5EF4-FFF2-40B4-BE49-F238E27FC236}">
                      <a16:creationId xmlns:a16="http://schemas.microsoft.com/office/drawing/2014/main" id="{A231B11F-3B32-4F3C-91FE-31548792C8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" y="2367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A</a:t>
                  </a:r>
                </a:p>
              </p:txBody>
            </p:sp>
            <p:sp>
              <p:nvSpPr>
                <p:cNvPr id="48150" name="Text Box 17">
                  <a:extLst>
                    <a:ext uri="{FF2B5EF4-FFF2-40B4-BE49-F238E27FC236}">
                      <a16:creationId xmlns:a16="http://schemas.microsoft.com/office/drawing/2014/main" id="{3F687608-3C01-43CB-9661-89CF5B8ADB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9" y="2463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F</a:t>
                  </a:r>
                </a:p>
              </p:txBody>
            </p:sp>
            <p:sp>
              <p:nvSpPr>
                <p:cNvPr id="48151" name="Text Box 18">
                  <a:extLst>
                    <a:ext uri="{FF2B5EF4-FFF2-40B4-BE49-F238E27FC236}">
                      <a16:creationId xmlns:a16="http://schemas.microsoft.com/office/drawing/2014/main" id="{6C97A04A-D46E-47EC-9675-B1D61FD081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9" y="107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B</a:t>
                  </a:r>
                </a:p>
              </p:txBody>
            </p:sp>
            <p:sp>
              <p:nvSpPr>
                <p:cNvPr id="48152" name="Text Box 19">
                  <a:extLst>
                    <a:ext uri="{FF2B5EF4-FFF2-40B4-BE49-F238E27FC236}">
                      <a16:creationId xmlns:a16="http://schemas.microsoft.com/office/drawing/2014/main" id="{9459B980-21C6-4309-A28C-90952CB071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43" y="1167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C</a:t>
                  </a:r>
                </a:p>
              </p:txBody>
            </p:sp>
            <p:sp>
              <p:nvSpPr>
                <p:cNvPr id="48153" name="Text Box 20">
                  <a:extLst>
                    <a:ext uri="{FF2B5EF4-FFF2-40B4-BE49-F238E27FC236}">
                      <a16:creationId xmlns:a16="http://schemas.microsoft.com/office/drawing/2014/main" id="{9E0CBEBF-A775-4D3E-B7D0-C41AD637FE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63" y="241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D</a:t>
                  </a:r>
                </a:p>
              </p:txBody>
            </p:sp>
            <p:sp>
              <p:nvSpPr>
                <p:cNvPr id="48154" name="Text Box 21">
                  <a:extLst>
                    <a:ext uri="{FF2B5EF4-FFF2-40B4-BE49-F238E27FC236}">
                      <a16:creationId xmlns:a16="http://schemas.microsoft.com/office/drawing/2014/main" id="{6F7161E3-88FF-46AD-83F2-28990C36E4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83" y="371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E</a:t>
                  </a:r>
                </a:p>
              </p:txBody>
            </p:sp>
            <p:sp>
              <p:nvSpPr>
                <p:cNvPr id="48155" name="Text Box 22">
                  <a:extLst>
                    <a:ext uri="{FF2B5EF4-FFF2-40B4-BE49-F238E27FC236}">
                      <a16:creationId xmlns:a16="http://schemas.microsoft.com/office/drawing/2014/main" id="{2F53EFDE-A737-4CD0-8F89-8C5B8AF59D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9" y="313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2</a:t>
                  </a:r>
                </a:p>
              </p:txBody>
            </p:sp>
            <p:sp>
              <p:nvSpPr>
                <p:cNvPr id="48156" name="Text Box 23">
                  <a:extLst>
                    <a:ext uri="{FF2B5EF4-FFF2-40B4-BE49-F238E27FC236}">
                      <a16:creationId xmlns:a16="http://schemas.microsoft.com/office/drawing/2014/main" id="{13AC5B3E-C539-4FC5-A9DA-E5A440E99E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7" y="251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7</a:t>
                  </a:r>
                </a:p>
              </p:txBody>
            </p:sp>
            <p:sp>
              <p:nvSpPr>
                <p:cNvPr id="48157" name="Text Box 24">
                  <a:extLst>
                    <a:ext uri="{FF2B5EF4-FFF2-40B4-BE49-F238E27FC236}">
                      <a16:creationId xmlns:a16="http://schemas.microsoft.com/office/drawing/2014/main" id="{BB426C4B-7A4A-432C-B312-F62B888D26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67" y="3039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4</a:t>
                  </a:r>
                </a:p>
              </p:txBody>
            </p:sp>
            <p:sp>
              <p:nvSpPr>
                <p:cNvPr id="48158" name="Text Box 25">
                  <a:extLst>
                    <a:ext uri="{FF2B5EF4-FFF2-40B4-BE49-F238E27FC236}">
                      <a16:creationId xmlns:a16="http://schemas.microsoft.com/office/drawing/2014/main" id="{0512C519-40D1-4973-8212-45F5B9CB7F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23" y="2847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5</a:t>
                  </a:r>
                </a:p>
              </p:txBody>
            </p:sp>
            <p:sp>
              <p:nvSpPr>
                <p:cNvPr id="48159" name="Text Box 26">
                  <a:extLst>
                    <a:ext uri="{FF2B5EF4-FFF2-40B4-BE49-F238E27FC236}">
                      <a16:creationId xmlns:a16="http://schemas.microsoft.com/office/drawing/2014/main" id="{3CF32219-2566-4558-B552-0C84F31667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95" y="1839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8</a:t>
                  </a:r>
                </a:p>
              </p:txBody>
            </p:sp>
            <p:sp>
              <p:nvSpPr>
                <p:cNvPr id="48160" name="Text Box 27">
                  <a:extLst>
                    <a:ext uri="{FF2B5EF4-FFF2-40B4-BE49-F238E27FC236}">
                      <a16:creationId xmlns:a16="http://schemas.microsoft.com/office/drawing/2014/main" id="{0B353AEA-4953-480A-90C8-6D22869BA5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5" y="179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6</a:t>
                  </a:r>
                </a:p>
              </p:txBody>
            </p:sp>
            <p:sp>
              <p:nvSpPr>
                <p:cNvPr id="48161" name="Text Box 28">
                  <a:extLst>
                    <a:ext uri="{FF2B5EF4-FFF2-40B4-BE49-F238E27FC236}">
                      <a16:creationId xmlns:a16="http://schemas.microsoft.com/office/drawing/2014/main" id="{9C061CF2-0C6F-4E33-8524-5D23E08F27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79" y="169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4</a:t>
                  </a:r>
                </a:p>
              </p:txBody>
            </p:sp>
            <p:sp>
              <p:nvSpPr>
                <p:cNvPr id="48162" name="Text Box 29">
                  <a:extLst>
                    <a:ext uri="{FF2B5EF4-FFF2-40B4-BE49-F238E27FC236}">
                      <a16:creationId xmlns:a16="http://schemas.microsoft.com/office/drawing/2014/main" id="{9DA9D330-90C8-4E4B-B851-8A4CF9F543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7" y="107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5</a:t>
                  </a:r>
                </a:p>
              </p:txBody>
            </p:sp>
            <p:sp>
              <p:nvSpPr>
                <p:cNvPr id="48163" name="Text Box 30">
                  <a:extLst>
                    <a:ext uri="{FF2B5EF4-FFF2-40B4-BE49-F238E27FC236}">
                      <a16:creationId xmlns:a16="http://schemas.microsoft.com/office/drawing/2014/main" id="{F3BF63EF-9B80-4769-B970-EF8264CFE1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9" y="1570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3</a:t>
                  </a:r>
                </a:p>
              </p:txBody>
            </p:sp>
            <p:sp>
              <p:nvSpPr>
                <p:cNvPr id="48164" name="Text Box 31">
                  <a:extLst>
                    <a:ext uri="{FF2B5EF4-FFF2-40B4-BE49-F238E27FC236}">
                      <a16:creationId xmlns:a16="http://schemas.microsoft.com/office/drawing/2014/main" id="{DB2351FC-20C5-42D5-9783-0A7A7F64A3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51" y="217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GB" altLang="hi-IN" sz="2000"/>
                    <a:t>8</a:t>
                  </a:r>
                </a:p>
              </p:txBody>
            </p:sp>
          </p:grpSp>
          <p:sp>
            <p:nvSpPr>
              <p:cNvPr id="48139" name="Line 32">
                <a:extLst>
                  <a:ext uri="{FF2B5EF4-FFF2-40B4-BE49-F238E27FC236}">
                    <a16:creationId xmlns:a16="http://schemas.microsoft.com/office/drawing/2014/main" id="{3236116F-D077-404A-99BF-B03BB236F5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7" y="2478"/>
                <a:ext cx="1536" cy="12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8136" name="Line 33">
              <a:extLst>
                <a:ext uri="{FF2B5EF4-FFF2-40B4-BE49-F238E27FC236}">
                  <a16:creationId xmlns:a16="http://schemas.microsoft.com/office/drawing/2014/main" id="{3F42347B-45E4-4F01-80E3-3E8D84250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344"/>
              <a:ext cx="726" cy="113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55" name="Line 35">
            <a:extLst>
              <a:ext uri="{FF2B5EF4-FFF2-40B4-BE49-F238E27FC236}">
                <a16:creationId xmlns:a16="http://schemas.microsoft.com/office/drawing/2014/main" id="{6C0C8CC1-CDCB-4964-BA51-7798442B7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113" y="3860800"/>
            <a:ext cx="2159000" cy="19446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4" name="Slide Number Placeholder 1">
            <a:extLst>
              <a:ext uri="{FF2B5EF4-FFF2-40B4-BE49-F238E27FC236}">
                <a16:creationId xmlns:a16="http://schemas.microsoft.com/office/drawing/2014/main" id="{3D1FDA5B-289C-4092-A34C-D97AF0A25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045FFB-7299-486C-8FA1-E7AA8DFE52D4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528DC545-08BA-44AF-A0D1-137D900F7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881312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Select the next shortest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edge which does not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create a cycle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ED  2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AB  3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CD  4 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AE  4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BC  5 – forms a cycle</a:t>
            </a:r>
          </a:p>
          <a:p>
            <a:pPr algn="ctr" eaLnBrk="1" hangingPunct="1"/>
            <a:r>
              <a:rPr lang="en-GB" altLang="hi-IN" sz="2000" b="1">
                <a:solidFill>
                  <a:srgbClr val="FF0000"/>
                </a:solidFill>
                <a:latin typeface="Arial" panose="020B0604020202020204" pitchFamily="34" charset="0"/>
              </a:rPr>
              <a:t>EF  5</a:t>
            </a:r>
          </a:p>
          <a:p>
            <a:pPr algn="ctr" eaLnBrk="1" hangingPunct="1"/>
            <a:endParaRPr lang="en-GB" altLang="hi-IN" sz="2000" b="1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7D4AF4A0-0F8A-4589-A712-46A5CD877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Kruskal’s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49156" name="Group 36">
            <a:extLst>
              <a:ext uri="{FF2B5EF4-FFF2-40B4-BE49-F238E27FC236}">
                <a16:creationId xmlns:a16="http://schemas.microsoft.com/office/drawing/2014/main" id="{6BDA099B-0FE2-4377-8626-AB7A3FCAD2C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grpSp>
          <p:nvGrpSpPr>
            <p:cNvPr id="49159" name="Group 4">
              <a:extLst>
                <a:ext uri="{FF2B5EF4-FFF2-40B4-BE49-F238E27FC236}">
                  <a16:creationId xmlns:a16="http://schemas.microsoft.com/office/drawing/2014/main" id="{01AC971E-5EA1-4E30-ABC8-9926F76ECE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grpSp>
            <p:nvGrpSpPr>
              <p:cNvPr id="49161" name="Group 5">
                <a:extLst>
                  <a:ext uri="{FF2B5EF4-FFF2-40B4-BE49-F238E27FC236}">
                    <a16:creationId xmlns:a16="http://schemas.microsoft.com/office/drawing/2014/main" id="{5B977513-2022-4398-8A77-9B9C2DC9E7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" y="1071"/>
                <a:ext cx="3456" cy="2928"/>
                <a:chOff x="295" y="1071"/>
                <a:chExt cx="3456" cy="2928"/>
              </a:xfrm>
            </p:grpSpPr>
            <p:sp>
              <p:nvSpPr>
                <p:cNvPr id="49163" name="Line 6">
                  <a:extLst>
                    <a:ext uri="{FF2B5EF4-FFF2-40B4-BE49-F238E27FC236}">
                      <a16:creationId xmlns:a16="http://schemas.microsoft.com/office/drawing/2014/main" id="{613B7EEB-F502-472B-8E4B-601486254E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7" y="1344"/>
                  <a:ext cx="816" cy="1109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9164" name="Group 7">
                  <a:extLst>
                    <a:ext uri="{FF2B5EF4-FFF2-40B4-BE49-F238E27FC236}">
                      <a16:creationId xmlns:a16="http://schemas.microsoft.com/office/drawing/2014/main" id="{6BB313E1-A2FD-423F-980F-F0C10A10F3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5" y="1071"/>
                  <a:ext cx="3456" cy="2928"/>
                  <a:chOff x="295" y="1071"/>
                  <a:chExt cx="3456" cy="2928"/>
                </a:xfrm>
              </p:grpSpPr>
              <p:sp>
                <p:nvSpPr>
                  <p:cNvPr id="49166" name="Line 8">
                    <a:extLst>
                      <a:ext uri="{FF2B5EF4-FFF2-40B4-BE49-F238E27FC236}">
                        <a16:creationId xmlns:a16="http://schemas.microsoft.com/office/drawing/2014/main" id="{DFC2458E-B8CE-48AD-8C82-F73E3E709C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99" y="1359"/>
                    <a:ext cx="13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167" name="Line 9">
                    <a:extLst>
                      <a:ext uri="{FF2B5EF4-FFF2-40B4-BE49-F238E27FC236}">
                        <a16:creationId xmlns:a16="http://schemas.microsoft.com/office/drawing/2014/main" id="{D8F111EF-4140-49A8-8C06-413AA7F866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43" y="1359"/>
                    <a:ext cx="72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168" name="Line 10">
                    <a:extLst>
                      <a:ext uri="{FF2B5EF4-FFF2-40B4-BE49-F238E27FC236}">
                        <a16:creationId xmlns:a16="http://schemas.microsoft.com/office/drawing/2014/main" id="{435C6FFF-CA57-4E93-B532-7B9D9F8C54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83" y="2463"/>
                    <a:ext cx="15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169" name="Line 11">
                    <a:extLst>
                      <a:ext uri="{FF2B5EF4-FFF2-40B4-BE49-F238E27FC236}">
                        <a16:creationId xmlns:a16="http://schemas.microsoft.com/office/drawing/2014/main" id="{28AE0023-5B2A-4C37-B2F1-EA20C0A61A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19" y="2463"/>
                    <a:ext cx="13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170" name="Line 12">
                    <a:extLst>
                      <a:ext uri="{FF2B5EF4-FFF2-40B4-BE49-F238E27FC236}">
                        <a16:creationId xmlns:a16="http://schemas.microsoft.com/office/drawing/2014/main" id="{60F26B45-D8D0-4FC7-9AD3-846D2B0FB8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99" y="1359"/>
                    <a:ext cx="72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171" name="Line 13">
                    <a:extLst>
                      <a:ext uri="{FF2B5EF4-FFF2-40B4-BE49-F238E27FC236}">
                        <a16:creationId xmlns:a16="http://schemas.microsoft.com/office/drawing/2014/main" id="{F0FEE683-16F0-49C1-A877-565CFC1CDE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19" y="1359"/>
                    <a:ext cx="624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172" name="Line 14">
                    <a:extLst>
                      <a:ext uri="{FF2B5EF4-FFF2-40B4-BE49-F238E27FC236}">
                        <a16:creationId xmlns:a16="http://schemas.microsoft.com/office/drawing/2014/main" id="{3142A082-D4D7-4F87-8CF6-3AD194D78D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83" y="2463"/>
                    <a:ext cx="1344" cy="120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173" name="Line 15">
                    <a:extLst>
                      <a:ext uri="{FF2B5EF4-FFF2-40B4-BE49-F238E27FC236}">
                        <a16:creationId xmlns:a16="http://schemas.microsoft.com/office/drawing/2014/main" id="{7D9EAAD2-5484-44AC-B074-A173E467C2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27" y="2463"/>
                    <a:ext cx="192" cy="120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174" name="Line 16">
                    <a:extLst>
                      <a:ext uri="{FF2B5EF4-FFF2-40B4-BE49-F238E27FC236}">
                        <a16:creationId xmlns:a16="http://schemas.microsoft.com/office/drawing/2014/main" id="{AB967C09-9C30-4DAC-A9E6-6B5CE0C6BD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27" y="2463"/>
                    <a:ext cx="1536" cy="120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175" name="Text Box 17">
                    <a:extLst>
                      <a:ext uri="{FF2B5EF4-FFF2-40B4-BE49-F238E27FC236}">
                        <a16:creationId xmlns:a16="http://schemas.microsoft.com/office/drawing/2014/main" id="{BD94ED2A-D63B-4C11-A68C-1A0E83EB4C7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" y="2367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A</a:t>
                    </a:r>
                  </a:p>
                </p:txBody>
              </p:sp>
              <p:sp>
                <p:nvSpPr>
                  <p:cNvPr id="49176" name="Text Box 18">
                    <a:extLst>
                      <a:ext uri="{FF2B5EF4-FFF2-40B4-BE49-F238E27FC236}">
                        <a16:creationId xmlns:a16="http://schemas.microsoft.com/office/drawing/2014/main" id="{E68702C5-6FF2-42AD-B67C-2A7CF880648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19" y="2463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F</a:t>
                    </a:r>
                  </a:p>
                </p:txBody>
              </p:sp>
              <p:sp>
                <p:nvSpPr>
                  <p:cNvPr id="49177" name="Text Box 19">
                    <a:extLst>
                      <a:ext uri="{FF2B5EF4-FFF2-40B4-BE49-F238E27FC236}">
                        <a16:creationId xmlns:a16="http://schemas.microsoft.com/office/drawing/2014/main" id="{7A2A33BD-B077-4C7F-B06B-6F49C09F1F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59" y="107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B</a:t>
                    </a:r>
                  </a:p>
                </p:txBody>
              </p:sp>
              <p:sp>
                <p:nvSpPr>
                  <p:cNvPr id="49178" name="Text Box 20">
                    <a:extLst>
                      <a:ext uri="{FF2B5EF4-FFF2-40B4-BE49-F238E27FC236}">
                        <a16:creationId xmlns:a16="http://schemas.microsoft.com/office/drawing/2014/main" id="{5E740712-3EA7-4E08-8E3F-B9681C28752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43" y="1167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C</a:t>
                    </a:r>
                  </a:p>
                </p:txBody>
              </p:sp>
              <p:sp>
                <p:nvSpPr>
                  <p:cNvPr id="49179" name="Text Box 21">
                    <a:extLst>
                      <a:ext uri="{FF2B5EF4-FFF2-40B4-BE49-F238E27FC236}">
                        <a16:creationId xmlns:a16="http://schemas.microsoft.com/office/drawing/2014/main" id="{494D6244-2895-4B5B-9E2F-86279C6B2D8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3" y="2415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D</a:t>
                    </a:r>
                  </a:p>
                </p:txBody>
              </p:sp>
              <p:sp>
                <p:nvSpPr>
                  <p:cNvPr id="49180" name="Text Box 22">
                    <a:extLst>
                      <a:ext uri="{FF2B5EF4-FFF2-40B4-BE49-F238E27FC236}">
                        <a16:creationId xmlns:a16="http://schemas.microsoft.com/office/drawing/2014/main" id="{A188E3CC-C8E1-4385-B731-6C4C7971A9D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83" y="371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E</a:t>
                    </a:r>
                  </a:p>
                </p:txBody>
              </p:sp>
              <p:sp>
                <p:nvSpPr>
                  <p:cNvPr id="49181" name="Text Box 23">
                    <a:extLst>
                      <a:ext uri="{FF2B5EF4-FFF2-40B4-BE49-F238E27FC236}">
                        <a16:creationId xmlns:a16="http://schemas.microsoft.com/office/drawing/2014/main" id="{ED2B295C-EC98-4EF5-B874-253EA6EED22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135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2</a:t>
                    </a:r>
                  </a:p>
                </p:txBody>
              </p:sp>
              <p:sp>
                <p:nvSpPr>
                  <p:cNvPr id="49182" name="Text Box 24">
                    <a:extLst>
                      <a:ext uri="{FF2B5EF4-FFF2-40B4-BE49-F238E27FC236}">
                        <a16:creationId xmlns:a16="http://schemas.microsoft.com/office/drawing/2014/main" id="{FB263FC4-B74B-4822-A9BF-B9230FEF1B5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7" y="251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7</a:t>
                    </a:r>
                  </a:p>
                </p:txBody>
              </p:sp>
              <p:sp>
                <p:nvSpPr>
                  <p:cNvPr id="49183" name="Text Box 25">
                    <a:extLst>
                      <a:ext uri="{FF2B5EF4-FFF2-40B4-BE49-F238E27FC236}">
                        <a16:creationId xmlns:a16="http://schemas.microsoft.com/office/drawing/2014/main" id="{84DBA9C2-6765-44D8-A439-9D25067D485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7" y="3039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4</a:t>
                    </a:r>
                  </a:p>
                </p:txBody>
              </p:sp>
              <p:sp>
                <p:nvSpPr>
                  <p:cNvPr id="49184" name="Text Box 26">
                    <a:extLst>
                      <a:ext uri="{FF2B5EF4-FFF2-40B4-BE49-F238E27FC236}">
                        <a16:creationId xmlns:a16="http://schemas.microsoft.com/office/drawing/2014/main" id="{C88BA602-CDE9-48D1-AD8B-316BC57025E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23" y="2847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5</a:t>
                    </a:r>
                  </a:p>
                </p:txBody>
              </p:sp>
              <p:sp>
                <p:nvSpPr>
                  <p:cNvPr id="49185" name="Text Box 27">
                    <a:extLst>
                      <a:ext uri="{FF2B5EF4-FFF2-40B4-BE49-F238E27FC236}">
                        <a16:creationId xmlns:a16="http://schemas.microsoft.com/office/drawing/2014/main" id="{333DEA15-CA9D-4C3F-8BAD-13ABFCCED99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95" y="1839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8</a:t>
                    </a:r>
                  </a:p>
                </p:txBody>
              </p:sp>
              <p:sp>
                <p:nvSpPr>
                  <p:cNvPr id="49186" name="Text Box 28">
                    <a:extLst>
                      <a:ext uri="{FF2B5EF4-FFF2-40B4-BE49-F238E27FC236}">
                        <a16:creationId xmlns:a16="http://schemas.microsoft.com/office/drawing/2014/main" id="{1D77FA3A-B005-4596-B02B-F51464AD255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55" y="179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6</a:t>
                    </a:r>
                  </a:p>
                </p:txBody>
              </p:sp>
              <p:sp>
                <p:nvSpPr>
                  <p:cNvPr id="49187" name="Text Box 29">
                    <a:extLst>
                      <a:ext uri="{FF2B5EF4-FFF2-40B4-BE49-F238E27FC236}">
                        <a16:creationId xmlns:a16="http://schemas.microsoft.com/office/drawing/2014/main" id="{7DE59701-C3E4-4A5B-96F2-471D4B92D12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79" y="1695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4</a:t>
                    </a:r>
                  </a:p>
                </p:txBody>
              </p:sp>
              <p:sp>
                <p:nvSpPr>
                  <p:cNvPr id="49188" name="Text Box 30">
                    <a:extLst>
                      <a:ext uri="{FF2B5EF4-FFF2-40B4-BE49-F238E27FC236}">
                        <a16:creationId xmlns:a16="http://schemas.microsoft.com/office/drawing/2014/main" id="{5529570F-2D93-4A5C-8C83-84DE8A557B8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7" y="107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5</a:t>
                    </a:r>
                  </a:p>
                </p:txBody>
              </p:sp>
              <p:sp>
                <p:nvSpPr>
                  <p:cNvPr id="49189" name="Text Box 31">
                    <a:extLst>
                      <a:ext uri="{FF2B5EF4-FFF2-40B4-BE49-F238E27FC236}">
                        <a16:creationId xmlns:a16="http://schemas.microsoft.com/office/drawing/2014/main" id="{BAC60B47-BFB0-4EFE-8469-D9B6675BACD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39" y="1570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3</a:t>
                    </a:r>
                  </a:p>
                </p:txBody>
              </p:sp>
              <p:sp>
                <p:nvSpPr>
                  <p:cNvPr id="49190" name="Text Box 32">
                    <a:extLst>
                      <a:ext uri="{FF2B5EF4-FFF2-40B4-BE49-F238E27FC236}">
                        <a16:creationId xmlns:a16="http://schemas.microsoft.com/office/drawing/2014/main" id="{57F5D23F-EF50-4FF9-A626-B4F6326D053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51" y="2175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GB" altLang="hi-IN" sz="2000"/>
                      <a:t>8</a:t>
                    </a:r>
                  </a:p>
                </p:txBody>
              </p:sp>
            </p:grpSp>
            <p:sp>
              <p:nvSpPr>
                <p:cNvPr id="49165" name="Line 33">
                  <a:extLst>
                    <a:ext uri="{FF2B5EF4-FFF2-40B4-BE49-F238E27FC236}">
                      <a16:creationId xmlns:a16="http://schemas.microsoft.com/office/drawing/2014/main" id="{FE170E02-7143-4977-98AC-3136C2A21A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7" y="2478"/>
                  <a:ext cx="1536" cy="120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162" name="Line 34">
                <a:extLst>
                  <a:ext uri="{FF2B5EF4-FFF2-40B4-BE49-F238E27FC236}">
                    <a16:creationId xmlns:a16="http://schemas.microsoft.com/office/drawing/2014/main" id="{A352CE38-026C-4D4E-B678-8EB6B26723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1344"/>
                <a:ext cx="726" cy="113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60" name="Line 35">
              <a:extLst>
                <a:ext uri="{FF2B5EF4-FFF2-40B4-BE49-F238E27FC236}">
                  <a16:creationId xmlns:a16="http://schemas.microsoft.com/office/drawing/2014/main" id="{4F6A4867-258F-4858-BD19-1A775FEA3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2432"/>
              <a:ext cx="1360" cy="122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81" name="Line 37">
            <a:extLst>
              <a:ext uri="{FF2B5EF4-FFF2-40B4-BE49-F238E27FC236}">
                <a16:creationId xmlns:a16="http://schemas.microsoft.com/office/drawing/2014/main" id="{CD4B6070-6920-47E4-9DD9-1BCE47D089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9113" y="3933825"/>
            <a:ext cx="288925" cy="18716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8" name="Slide Number Placeholder 1">
            <a:extLst>
              <a:ext uri="{FF2B5EF4-FFF2-40B4-BE49-F238E27FC236}">
                <a16:creationId xmlns:a16="http://schemas.microsoft.com/office/drawing/2014/main" id="{16521001-D089-44B4-BF9E-F555B71E3F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56F364-1E3F-4841-B233-8A9EC42C995A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6B1D3281-96EE-47C0-BFD6-9DD53DE90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881312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Times New Roman" panose="02020603050405020304" pitchFamily="18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All vertices have been</a:t>
            </a:r>
          </a:p>
          <a:p>
            <a:pPr algn="ctr">
              <a:buFont typeface="Times New Roman" panose="02020603050405020304" pitchFamily="18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connected.</a:t>
            </a:r>
          </a:p>
          <a:p>
            <a:pPr algn="ctr">
              <a:buFont typeface="Times New Roman" panose="02020603050405020304" pitchFamily="18" charset="0"/>
              <a:buNone/>
            </a:pPr>
            <a:endParaRPr lang="en-GB" altLang="hi-IN" sz="2000">
              <a:latin typeface="Arial" panose="020B0604020202020204" pitchFamily="34" charset="0"/>
            </a:endParaRPr>
          </a:p>
          <a:p>
            <a:pPr algn="ctr">
              <a:buFont typeface="Times New Roman" panose="02020603050405020304" pitchFamily="18" charset="0"/>
              <a:buNone/>
            </a:pPr>
            <a:r>
              <a:rPr lang="en-GB" altLang="hi-IN" sz="2000">
                <a:latin typeface="Arial" panose="020B0604020202020204" pitchFamily="34" charset="0"/>
              </a:rPr>
              <a:t>The solution is</a:t>
            </a:r>
            <a:endParaRPr lang="en-US" altLang="hi-IN" sz="2000">
              <a:latin typeface="Arial" panose="020B0604020202020204" pitchFamily="34" charset="0"/>
            </a:endParaRPr>
          </a:p>
          <a:p>
            <a:pPr algn="ctr">
              <a:buFont typeface="Verdana" panose="020B0604030504040204" pitchFamily="34" charset="0"/>
              <a:buNone/>
            </a:pPr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ED  2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AB  3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CD  4 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AE  4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EF  5</a:t>
            </a:r>
          </a:p>
          <a:p>
            <a:pPr algn="ctr" eaLnBrk="1" hangingPunct="1"/>
            <a:endParaRPr lang="en-GB" altLang="hi-IN" sz="2000" b="1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Total weight of tree: 18</a:t>
            </a: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96975812-577B-40C7-8D88-1C9D961F7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Kruskal’s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50180" name="Group 38">
            <a:extLst>
              <a:ext uri="{FF2B5EF4-FFF2-40B4-BE49-F238E27FC236}">
                <a16:creationId xmlns:a16="http://schemas.microsoft.com/office/drawing/2014/main" id="{DD7D7B78-0536-41C3-ADB8-CC85CB2F950A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grpSp>
          <p:nvGrpSpPr>
            <p:cNvPr id="50182" name="Group 4">
              <a:extLst>
                <a:ext uri="{FF2B5EF4-FFF2-40B4-BE49-F238E27FC236}">
                  <a16:creationId xmlns:a16="http://schemas.microsoft.com/office/drawing/2014/main" id="{E1F1550A-C7B1-41F5-9448-3FF2001BF2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grpSp>
            <p:nvGrpSpPr>
              <p:cNvPr id="50184" name="Group 5">
                <a:extLst>
                  <a:ext uri="{FF2B5EF4-FFF2-40B4-BE49-F238E27FC236}">
                    <a16:creationId xmlns:a16="http://schemas.microsoft.com/office/drawing/2014/main" id="{D3003939-C96E-4C66-B172-9C715D94B6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" y="1071"/>
                <a:ext cx="3456" cy="2928"/>
                <a:chOff x="295" y="1071"/>
                <a:chExt cx="3456" cy="2928"/>
              </a:xfrm>
            </p:grpSpPr>
            <p:grpSp>
              <p:nvGrpSpPr>
                <p:cNvPr id="50186" name="Group 6">
                  <a:extLst>
                    <a:ext uri="{FF2B5EF4-FFF2-40B4-BE49-F238E27FC236}">
                      <a16:creationId xmlns:a16="http://schemas.microsoft.com/office/drawing/2014/main" id="{B2E837A0-EEDF-47D5-8EFE-03FF36C816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5" y="1071"/>
                  <a:ext cx="3456" cy="2928"/>
                  <a:chOff x="295" y="1071"/>
                  <a:chExt cx="3456" cy="2928"/>
                </a:xfrm>
              </p:grpSpPr>
              <p:sp>
                <p:nvSpPr>
                  <p:cNvPr id="50188" name="Line 7">
                    <a:extLst>
                      <a:ext uri="{FF2B5EF4-FFF2-40B4-BE49-F238E27FC236}">
                        <a16:creationId xmlns:a16="http://schemas.microsoft.com/office/drawing/2014/main" id="{A4335AF7-4429-44C0-A5FF-D4FB405C23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67" y="1344"/>
                    <a:ext cx="816" cy="1109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50189" name="Group 8">
                    <a:extLst>
                      <a:ext uri="{FF2B5EF4-FFF2-40B4-BE49-F238E27FC236}">
                        <a16:creationId xmlns:a16="http://schemas.microsoft.com/office/drawing/2014/main" id="{F6E37A3B-710A-4376-B355-93EAECB7474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5" y="1071"/>
                    <a:ext cx="3456" cy="2928"/>
                    <a:chOff x="295" y="1071"/>
                    <a:chExt cx="3456" cy="2928"/>
                  </a:xfrm>
                </p:grpSpPr>
                <p:sp>
                  <p:nvSpPr>
                    <p:cNvPr id="50191" name="Line 9">
                      <a:extLst>
                        <a:ext uri="{FF2B5EF4-FFF2-40B4-BE49-F238E27FC236}">
                          <a16:creationId xmlns:a16="http://schemas.microsoft.com/office/drawing/2014/main" id="{415EE714-FDAA-4314-AEF9-5A10E58D48D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99" y="1359"/>
                      <a:ext cx="13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192" name="Line 10">
                      <a:extLst>
                        <a:ext uri="{FF2B5EF4-FFF2-40B4-BE49-F238E27FC236}">
                          <a16:creationId xmlns:a16="http://schemas.microsoft.com/office/drawing/2014/main" id="{9C63C696-7573-4883-84D3-26C263224B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43" y="1359"/>
                      <a:ext cx="72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193" name="Line 11">
                      <a:extLst>
                        <a:ext uri="{FF2B5EF4-FFF2-40B4-BE49-F238E27FC236}">
                          <a16:creationId xmlns:a16="http://schemas.microsoft.com/office/drawing/2014/main" id="{2D9D4FA8-CF0D-4363-B654-A452F1AA98C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83" y="2463"/>
                      <a:ext cx="153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194" name="Line 12">
                      <a:extLst>
                        <a:ext uri="{FF2B5EF4-FFF2-40B4-BE49-F238E27FC236}">
                          <a16:creationId xmlns:a16="http://schemas.microsoft.com/office/drawing/2014/main" id="{C310B8A5-4576-47AA-A190-2CA24D64CAC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9" y="2463"/>
                      <a:ext cx="13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195" name="Line 13">
                      <a:extLst>
                        <a:ext uri="{FF2B5EF4-FFF2-40B4-BE49-F238E27FC236}">
                          <a16:creationId xmlns:a16="http://schemas.microsoft.com/office/drawing/2014/main" id="{FF6FCE5A-15B2-4127-970B-2E3DD21E265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99" y="1359"/>
                      <a:ext cx="72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196" name="Line 14">
                      <a:extLst>
                        <a:ext uri="{FF2B5EF4-FFF2-40B4-BE49-F238E27FC236}">
                          <a16:creationId xmlns:a16="http://schemas.microsoft.com/office/drawing/2014/main" id="{29027C40-F7B7-4148-81E3-70AD293F6C2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19" y="1359"/>
                      <a:ext cx="624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197" name="Line 15">
                      <a:extLst>
                        <a:ext uri="{FF2B5EF4-FFF2-40B4-BE49-F238E27FC236}">
                          <a16:creationId xmlns:a16="http://schemas.microsoft.com/office/drawing/2014/main" id="{FED16322-A76A-4D57-B523-375F91BD8A7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83" y="2463"/>
                      <a:ext cx="1344" cy="1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198" name="Line 16">
                      <a:extLst>
                        <a:ext uri="{FF2B5EF4-FFF2-40B4-BE49-F238E27FC236}">
                          <a16:creationId xmlns:a16="http://schemas.microsoft.com/office/drawing/2014/main" id="{4E75ADCB-10CD-4D65-B4C6-5A2F5A567D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927" y="2463"/>
                      <a:ext cx="192" cy="1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199" name="Line 17">
                      <a:extLst>
                        <a:ext uri="{FF2B5EF4-FFF2-40B4-BE49-F238E27FC236}">
                          <a16:creationId xmlns:a16="http://schemas.microsoft.com/office/drawing/2014/main" id="{6D8B374B-5B17-4689-8AC2-556DB1FA337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927" y="2463"/>
                      <a:ext cx="1536" cy="1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200" name="Text Box 18">
                      <a:extLst>
                        <a:ext uri="{FF2B5EF4-FFF2-40B4-BE49-F238E27FC236}">
                          <a16:creationId xmlns:a16="http://schemas.microsoft.com/office/drawing/2014/main" id="{3D446E84-0EF5-4B03-90FB-CE706E0C6FF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5" y="2367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A</a:t>
                      </a:r>
                    </a:p>
                  </p:txBody>
                </p:sp>
                <p:sp>
                  <p:nvSpPr>
                    <p:cNvPr id="50201" name="Text Box 19">
                      <a:extLst>
                        <a:ext uri="{FF2B5EF4-FFF2-40B4-BE49-F238E27FC236}">
                          <a16:creationId xmlns:a16="http://schemas.microsoft.com/office/drawing/2014/main" id="{AF255F12-3ACC-4958-AFAE-29C1958C0A8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19" y="2463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F</a:t>
                      </a:r>
                    </a:p>
                  </p:txBody>
                </p:sp>
                <p:sp>
                  <p:nvSpPr>
                    <p:cNvPr id="50202" name="Text Box 20">
                      <a:extLst>
                        <a:ext uri="{FF2B5EF4-FFF2-40B4-BE49-F238E27FC236}">
                          <a16:creationId xmlns:a16="http://schemas.microsoft.com/office/drawing/2014/main" id="{DD0E7634-4A10-457E-BF2B-656938031AD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59" y="107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B</a:t>
                      </a:r>
                    </a:p>
                  </p:txBody>
                </p:sp>
                <p:sp>
                  <p:nvSpPr>
                    <p:cNvPr id="50203" name="Text Box 21">
                      <a:extLst>
                        <a:ext uri="{FF2B5EF4-FFF2-40B4-BE49-F238E27FC236}">
                          <a16:creationId xmlns:a16="http://schemas.microsoft.com/office/drawing/2014/main" id="{E6A30C81-E3D8-4E5E-8BF4-4357DF1794B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743" y="1167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C</a:t>
                      </a:r>
                    </a:p>
                  </p:txBody>
                </p:sp>
                <p:sp>
                  <p:nvSpPr>
                    <p:cNvPr id="50204" name="Text Box 22">
                      <a:extLst>
                        <a:ext uri="{FF2B5EF4-FFF2-40B4-BE49-F238E27FC236}">
                          <a16:creationId xmlns:a16="http://schemas.microsoft.com/office/drawing/2014/main" id="{35773356-C71D-4CDF-9E16-E278ACCB03E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63" y="2415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D</a:t>
                      </a:r>
                    </a:p>
                  </p:txBody>
                </p:sp>
                <p:sp>
                  <p:nvSpPr>
                    <p:cNvPr id="50205" name="Text Box 23">
                      <a:extLst>
                        <a:ext uri="{FF2B5EF4-FFF2-40B4-BE49-F238E27FC236}">
                          <a16:creationId xmlns:a16="http://schemas.microsoft.com/office/drawing/2014/main" id="{A770BF42-B247-4D8B-AD96-43196610246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783" y="371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E</a:t>
                      </a:r>
                    </a:p>
                  </p:txBody>
                </p:sp>
                <p:sp>
                  <p:nvSpPr>
                    <p:cNvPr id="50206" name="Text Box 24">
                      <a:extLst>
                        <a:ext uri="{FF2B5EF4-FFF2-40B4-BE49-F238E27FC236}">
                          <a16:creationId xmlns:a16="http://schemas.microsoft.com/office/drawing/2014/main" id="{FC904B40-0269-4B9D-880D-0B7B742B692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99" y="3135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2</a:t>
                      </a:r>
                    </a:p>
                  </p:txBody>
                </p:sp>
                <p:sp>
                  <p:nvSpPr>
                    <p:cNvPr id="50207" name="Text Box 25">
                      <a:extLst>
                        <a:ext uri="{FF2B5EF4-FFF2-40B4-BE49-F238E27FC236}">
                          <a16:creationId xmlns:a16="http://schemas.microsoft.com/office/drawing/2014/main" id="{EF84094D-C813-4740-96BB-5E8D27EE46A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7" y="251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7</a:t>
                      </a:r>
                    </a:p>
                  </p:txBody>
                </p:sp>
                <p:sp>
                  <p:nvSpPr>
                    <p:cNvPr id="50208" name="Text Box 26">
                      <a:extLst>
                        <a:ext uri="{FF2B5EF4-FFF2-40B4-BE49-F238E27FC236}">
                          <a16:creationId xmlns:a16="http://schemas.microsoft.com/office/drawing/2014/main" id="{AF49B30C-9C1F-4FA1-9C3A-D10A9A85414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67" y="3039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4</a:t>
                      </a:r>
                    </a:p>
                  </p:txBody>
                </p:sp>
                <p:sp>
                  <p:nvSpPr>
                    <p:cNvPr id="50209" name="Text Box 27">
                      <a:extLst>
                        <a:ext uri="{FF2B5EF4-FFF2-40B4-BE49-F238E27FC236}">
                          <a16:creationId xmlns:a16="http://schemas.microsoft.com/office/drawing/2014/main" id="{DA36F112-3BF1-484F-A025-6BF751F1E05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23" y="2847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5</a:t>
                      </a:r>
                    </a:p>
                  </p:txBody>
                </p:sp>
                <p:sp>
                  <p:nvSpPr>
                    <p:cNvPr id="50210" name="Text Box 28">
                      <a:extLst>
                        <a:ext uri="{FF2B5EF4-FFF2-40B4-BE49-F238E27FC236}">
                          <a16:creationId xmlns:a16="http://schemas.microsoft.com/office/drawing/2014/main" id="{F226C02D-D539-4DA0-81A2-85920C65511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495" y="1839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8</a:t>
                      </a:r>
                    </a:p>
                  </p:txBody>
                </p:sp>
                <p:sp>
                  <p:nvSpPr>
                    <p:cNvPr id="50211" name="Text Box 29">
                      <a:extLst>
                        <a:ext uri="{FF2B5EF4-FFF2-40B4-BE49-F238E27FC236}">
                          <a16:creationId xmlns:a16="http://schemas.microsoft.com/office/drawing/2014/main" id="{86325A69-5A94-4AFB-85CF-EE8C215FAEC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55" y="179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6</a:t>
                      </a:r>
                    </a:p>
                  </p:txBody>
                </p:sp>
                <p:sp>
                  <p:nvSpPr>
                    <p:cNvPr id="50212" name="Text Box 30">
                      <a:extLst>
                        <a:ext uri="{FF2B5EF4-FFF2-40B4-BE49-F238E27FC236}">
                          <a16:creationId xmlns:a16="http://schemas.microsoft.com/office/drawing/2014/main" id="{D325CEB0-95C2-4160-AFD5-86E3C3289C6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79" y="1695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4</a:t>
                      </a:r>
                    </a:p>
                  </p:txBody>
                </p:sp>
                <p:sp>
                  <p:nvSpPr>
                    <p:cNvPr id="50213" name="Text Box 31">
                      <a:extLst>
                        <a:ext uri="{FF2B5EF4-FFF2-40B4-BE49-F238E27FC236}">
                          <a16:creationId xmlns:a16="http://schemas.microsoft.com/office/drawing/2014/main" id="{6CE19FFF-1C9D-40EE-829F-A3171D365CB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927" y="107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5</a:t>
                      </a:r>
                    </a:p>
                  </p:txBody>
                </p:sp>
                <p:sp>
                  <p:nvSpPr>
                    <p:cNvPr id="50214" name="Text Box 32">
                      <a:extLst>
                        <a:ext uri="{FF2B5EF4-FFF2-40B4-BE49-F238E27FC236}">
                          <a16:creationId xmlns:a16="http://schemas.microsoft.com/office/drawing/2014/main" id="{7137EFB3-3B71-418E-9C91-984F8D25253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39" y="1570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3</a:t>
                      </a:r>
                    </a:p>
                  </p:txBody>
                </p:sp>
                <p:sp>
                  <p:nvSpPr>
                    <p:cNvPr id="50215" name="Text Box 33">
                      <a:extLst>
                        <a:ext uri="{FF2B5EF4-FFF2-40B4-BE49-F238E27FC236}">
                          <a16:creationId xmlns:a16="http://schemas.microsoft.com/office/drawing/2014/main" id="{ABC30242-FA51-4260-AA59-70C8167C48D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51" y="2175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</a:pPr>
                      <a:r>
                        <a:rPr lang="en-GB" altLang="hi-IN" sz="2000"/>
                        <a:t>8</a:t>
                      </a:r>
                    </a:p>
                  </p:txBody>
                </p:sp>
              </p:grpSp>
              <p:sp>
                <p:nvSpPr>
                  <p:cNvPr id="50190" name="Line 34">
                    <a:extLst>
                      <a:ext uri="{FF2B5EF4-FFF2-40B4-BE49-F238E27FC236}">
                        <a16:creationId xmlns:a16="http://schemas.microsoft.com/office/drawing/2014/main" id="{E33A0AAF-E966-4DDC-8F4B-8B5C47BEDD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27" y="2478"/>
                    <a:ext cx="1536" cy="120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0187" name="Line 35">
                  <a:extLst>
                    <a:ext uri="{FF2B5EF4-FFF2-40B4-BE49-F238E27FC236}">
                      <a16:creationId xmlns:a16="http://schemas.microsoft.com/office/drawing/2014/main" id="{FDD847CA-EA6F-408D-8B88-5FF25F2476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44" y="1344"/>
                  <a:ext cx="726" cy="113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0185" name="Line 36">
                <a:extLst>
                  <a:ext uri="{FF2B5EF4-FFF2-40B4-BE49-F238E27FC236}">
                    <a16:creationId xmlns:a16="http://schemas.microsoft.com/office/drawing/2014/main" id="{7EAC55EE-260B-47AD-950E-2FB660CFA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" y="2432"/>
                <a:ext cx="1360" cy="1225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183" name="Line 37">
              <a:extLst>
                <a:ext uri="{FF2B5EF4-FFF2-40B4-BE49-F238E27FC236}">
                  <a16:creationId xmlns:a16="http://schemas.microsoft.com/office/drawing/2014/main" id="{C8AD0D9C-F5BB-473C-AC69-DA7E18AA6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2478"/>
              <a:ext cx="182" cy="117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181" name="Slide Number Placeholder 1">
            <a:extLst>
              <a:ext uri="{FF2B5EF4-FFF2-40B4-BE49-F238E27FC236}">
                <a16:creationId xmlns:a16="http://schemas.microsoft.com/office/drawing/2014/main" id="{B8D58A6F-271E-4717-89EB-8F9E06B7CF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AF80EF-CF2D-4730-8BA4-7D8F432BD41B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>
            <a:extLst>
              <a:ext uri="{FF2B5EF4-FFF2-40B4-BE49-F238E27FC236}">
                <a16:creationId xmlns:a16="http://schemas.microsoft.com/office/drawing/2014/main" id="{3DC883B5-A3D3-414A-8B9F-B695DA3676E5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51207" name="Line 3">
              <a:extLst>
                <a:ext uri="{FF2B5EF4-FFF2-40B4-BE49-F238E27FC236}">
                  <a16:creationId xmlns:a16="http://schemas.microsoft.com/office/drawing/2014/main" id="{8523A64A-6ACF-41E6-91DB-AE98F42813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08" name="Line 4">
              <a:extLst>
                <a:ext uri="{FF2B5EF4-FFF2-40B4-BE49-F238E27FC236}">
                  <a16:creationId xmlns:a16="http://schemas.microsoft.com/office/drawing/2014/main" id="{5ADFCED0-0C5D-4F40-A7BF-EE4B7DDD0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09" name="Line 5">
              <a:extLst>
                <a:ext uri="{FF2B5EF4-FFF2-40B4-BE49-F238E27FC236}">
                  <a16:creationId xmlns:a16="http://schemas.microsoft.com/office/drawing/2014/main" id="{8F6729CB-8084-4EF4-B08F-73C5A0BA0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0" name="Line 6">
              <a:extLst>
                <a:ext uri="{FF2B5EF4-FFF2-40B4-BE49-F238E27FC236}">
                  <a16:creationId xmlns:a16="http://schemas.microsoft.com/office/drawing/2014/main" id="{3D960CA4-3638-4B33-9800-C6D78AE63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1" name="Line 7">
              <a:extLst>
                <a:ext uri="{FF2B5EF4-FFF2-40B4-BE49-F238E27FC236}">
                  <a16:creationId xmlns:a16="http://schemas.microsoft.com/office/drawing/2014/main" id="{413ABB70-9CF9-4F23-AFA4-B5CE0775C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2" name="Line 8">
              <a:extLst>
                <a:ext uri="{FF2B5EF4-FFF2-40B4-BE49-F238E27FC236}">
                  <a16:creationId xmlns:a16="http://schemas.microsoft.com/office/drawing/2014/main" id="{1C2FEA37-C653-4AE4-81E4-72741ACAC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3" name="Line 9">
              <a:extLst>
                <a:ext uri="{FF2B5EF4-FFF2-40B4-BE49-F238E27FC236}">
                  <a16:creationId xmlns:a16="http://schemas.microsoft.com/office/drawing/2014/main" id="{207C6420-C061-4A7D-8A95-F8B00E1BF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4" name="Line 10">
              <a:extLst>
                <a:ext uri="{FF2B5EF4-FFF2-40B4-BE49-F238E27FC236}">
                  <a16:creationId xmlns:a16="http://schemas.microsoft.com/office/drawing/2014/main" id="{32B026EE-9993-4348-B977-286883DDD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5" name="Line 11">
              <a:extLst>
                <a:ext uri="{FF2B5EF4-FFF2-40B4-BE49-F238E27FC236}">
                  <a16:creationId xmlns:a16="http://schemas.microsoft.com/office/drawing/2014/main" id="{04351E02-A405-469B-8510-0613E0703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6" name="Line 12">
              <a:extLst>
                <a:ext uri="{FF2B5EF4-FFF2-40B4-BE49-F238E27FC236}">
                  <a16:creationId xmlns:a16="http://schemas.microsoft.com/office/drawing/2014/main" id="{D6E09BC2-8C93-4084-A5CD-51CCD7CCCE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7" name="Text Box 13">
              <a:extLst>
                <a:ext uri="{FF2B5EF4-FFF2-40B4-BE49-F238E27FC236}">
                  <a16:creationId xmlns:a16="http://schemas.microsoft.com/office/drawing/2014/main" id="{F148C3F2-4332-4FBF-819A-C7ABCBEB6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A</a:t>
              </a:r>
            </a:p>
          </p:txBody>
        </p:sp>
        <p:sp>
          <p:nvSpPr>
            <p:cNvPr id="51218" name="Text Box 14">
              <a:extLst>
                <a:ext uri="{FF2B5EF4-FFF2-40B4-BE49-F238E27FC236}">
                  <a16:creationId xmlns:a16="http://schemas.microsoft.com/office/drawing/2014/main" id="{EA3F75E6-207E-4ABF-9EE0-20D745A51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F</a:t>
              </a:r>
            </a:p>
          </p:txBody>
        </p:sp>
        <p:sp>
          <p:nvSpPr>
            <p:cNvPr id="51219" name="Text Box 15">
              <a:extLst>
                <a:ext uri="{FF2B5EF4-FFF2-40B4-BE49-F238E27FC236}">
                  <a16:creationId xmlns:a16="http://schemas.microsoft.com/office/drawing/2014/main" id="{2E4AB0D3-D65D-40EE-905E-96168D4C7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B</a:t>
              </a:r>
            </a:p>
          </p:txBody>
        </p:sp>
        <p:sp>
          <p:nvSpPr>
            <p:cNvPr id="51220" name="Text Box 16">
              <a:extLst>
                <a:ext uri="{FF2B5EF4-FFF2-40B4-BE49-F238E27FC236}">
                  <a16:creationId xmlns:a16="http://schemas.microsoft.com/office/drawing/2014/main" id="{EE966569-89A4-4DF6-80A9-A810C552B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C</a:t>
              </a:r>
            </a:p>
          </p:txBody>
        </p:sp>
        <p:sp>
          <p:nvSpPr>
            <p:cNvPr id="51221" name="Text Box 17">
              <a:extLst>
                <a:ext uri="{FF2B5EF4-FFF2-40B4-BE49-F238E27FC236}">
                  <a16:creationId xmlns:a16="http://schemas.microsoft.com/office/drawing/2014/main" id="{1536F386-F75D-4AFC-A79C-C81B9FC12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D</a:t>
              </a:r>
            </a:p>
          </p:txBody>
        </p:sp>
        <p:sp>
          <p:nvSpPr>
            <p:cNvPr id="51222" name="Text Box 18">
              <a:extLst>
                <a:ext uri="{FF2B5EF4-FFF2-40B4-BE49-F238E27FC236}">
                  <a16:creationId xmlns:a16="http://schemas.microsoft.com/office/drawing/2014/main" id="{3A6512E0-2F41-4AF5-8427-B33721CB2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E</a:t>
              </a:r>
            </a:p>
          </p:txBody>
        </p:sp>
        <p:sp>
          <p:nvSpPr>
            <p:cNvPr id="51223" name="Text Box 19">
              <a:extLst>
                <a:ext uri="{FF2B5EF4-FFF2-40B4-BE49-F238E27FC236}">
                  <a16:creationId xmlns:a16="http://schemas.microsoft.com/office/drawing/2014/main" id="{63EB0C9A-B975-42D2-9AE3-EE737FB5F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51224" name="Text Box 20">
              <a:extLst>
                <a:ext uri="{FF2B5EF4-FFF2-40B4-BE49-F238E27FC236}">
                  <a16:creationId xmlns:a16="http://schemas.microsoft.com/office/drawing/2014/main" id="{9CAC34D3-7A74-4B26-A546-11AF72456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51225" name="Text Box 21">
              <a:extLst>
                <a:ext uri="{FF2B5EF4-FFF2-40B4-BE49-F238E27FC236}">
                  <a16:creationId xmlns:a16="http://schemas.microsoft.com/office/drawing/2014/main" id="{DFD25CF6-10C2-40EE-A01F-1F8339C2A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1226" name="Text Box 22">
              <a:extLst>
                <a:ext uri="{FF2B5EF4-FFF2-40B4-BE49-F238E27FC236}">
                  <a16:creationId xmlns:a16="http://schemas.microsoft.com/office/drawing/2014/main" id="{44A1C5DC-C83A-457B-8A02-30E60084EF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1227" name="Text Box 23">
              <a:extLst>
                <a:ext uri="{FF2B5EF4-FFF2-40B4-BE49-F238E27FC236}">
                  <a16:creationId xmlns:a16="http://schemas.microsoft.com/office/drawing/2014/main" id="{B26F953B-75BD-496D-9076-964AF74B9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51228" name="Text Box 24">
              <a:extLst>
                <a:ext uri="{FF2B5EF4-FFF2-40B4-BE49-F238E27FC236}">
                  <a16:creationId xmlns:a16="http://schemas.microsoft.com/office/drawing/2014/main" id="{4178AC75-3BDE-49EF-B7F2-3AF2D8512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51229" name="Text Box 25">
              <a:extLst>
                <a:ext uri="{FF2B5EF4-FFF2-40B4-BE49-F238E27FC236}">
                  <a16:creationId xmlns:a16="http://schemas.microsoft.com/office/drawing/2014/main" id="{733E6B95-4D3D-4138-A21C-780ABE1C1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1230" name="Text Box 26">
              <a:extLst>
                <a:ext uri="{FF2B5EF4-FFF2-40B4-BE49-F238E27FC236}">
                  <a16:creationId xmlns:a16="http://schemas.microsoft.com/office/drawing/2014/main" id="{003F06BD-A224-4EB4-8C3D-CBA10A061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1231" name="Text Box 27">
              <a:extLst>
                <a:ext uri="{FF2B5EF4-FFF2-40B4-BE49-F238E27FC236}">
                  <a16:creationId xmlns:a16="http://schemas.microsoft.com/office/drawing/2014/main" id="{F9C14410-357F-4686-AC05-7BCD8ACED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51232" name="Text Box 28">
              <a:extLst>
                <a:ext uri="{FF2B5EF4-FFF2-40B4-BE49-F238E27FC236}">
                  <a16:creationId xmlns:a16="http://schemas.microsoft.com/office/drawing/2014/main" id="{DB57D6B6-4D41-48BB-9BDB-73BB014F7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33821" name="Text Box 29">
            <a:extLst>
              <a:ext uri="{FF2B5EF4-FFF2-40B4-BE49-F238E27FC236}">
                <a16:creationId xmlns:a16="http://schemas.microsoft.com/office/drawing/2014/main" id="{B09BC960-AE44-4C2D-B8E3-D47FB805D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665412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hi-IN" sz="2000">
                <a:latin typeface="Arial" panose="020B0604020202020204" pitchFamily="34" charset="0"/>
              </a:rPr>
              <a:t>Select any vertex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A</a:t>
            </a: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hi-IN" sz="2000">
                <a:latin typeface="Arial" panose="020B0604020202020204" pitchFamily="34" charset="0"/>
              </a:rPr>
              <a:t>Select the shortest edge connected to that vertex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>
                <a:solidFill>
                  <a:srgbClr val="FF0000"/>
                </a:solidFill>
                <a:latin typeface="Arial" panose="020B0604020202020204" pitchFamily="34" charset="0"/>
              </a:rPr>
              <a:t>AB  3</a:t>
            </a: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51204" name="Text Box 30">
            <a:extLst>
              <a:ext uri="{FF2B5EF4-FFF2-40B4-BE49-F238E27FC236}">
                <a16:creationId xmlns:a16="http://schemas.microsoft.com/office/drawing/2014/main" id="{778ACFB7-9DF1-461E-826E-EA1176DCC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Prim’s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sp>
        <p:nvSpPr>
          <p:cNvPr id="33823" name="Line 31">
            <a:extLst>
              <a:ext uri="{FF2B5EF4-FFF2-40B4-BE49-F238E27FC236}">
                <a16:creationId xmlns:a16="http://schemas.microsoft.com/office/drawing/2014/main" id="{EB8C8EB5-8835-4BDA-9BA4-F52FD39E23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6" name="Slide Number Placeholder 1">
            <a:extLst>
              <a:ext uri="{FF2B5EF4-FFF2-40B4-BE49-F238E27FC236}">
                <a16:creationId xmlns:a16="http://schemas.microsoft.com/office/drawing/2014/main" id="{1510342F-EE68-484F-8B8B-71FCC606DF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9825A6-01E8-44D6-AEF6-315D3FFB24E8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2">
            <a:extLst>
              <a:ext uri="{FF2B5EF4-FFF2-40B4-BE49-F238E27FC236}">
                <a16:creationId xmlns:a16="http://schemas.microsoft.com/office/drawing/2014/main" id="{95E5F827-596D-4593-BB68-1F4FD1D32F62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52232" name="Line 3">
              <a:extLst>
                <a:ext uri="{FF2B5EF4-FFF2-40B4-BE49-F238E27FC236}">
                  <a16:creationId xmlns:a16="http://schemas.microsoft.com/office/drawing/2014/main" id="{D1DF0879-F5F6-4BF8-AE59-96526F2B0A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3" name="Line 4">
              <a:extLst>
                <a:ext uri="{FF2B5EF4-FFF2-40B4-BE49-F238E27FC236}">
                  <a16:creationId xmlns:a16="http://schemas.microsoft.com/office/drawing/2014/main" id="{671E0B9D-5831-474D-8EF0-B1FBBC4F7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4" name="Line 5">
              <a:extLst>
                <a:ext uri="{FF2B5EF4-FFF2-40B4-BE49-F238E27FC236}">
                  <a16:creationId xmlns:a16="http://schemas.microsoft.com/office/drawing/2014/main" id="{A601E72B-B8D6-4C62-8772-73B848CD7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5" name="Line 6">
              <a:extLst>
                <a:ext uri="{FF2B5EF4-FFF2-40B4-BE49-F238E27FC236}">
                  <a16:creationId xmlns:a16="http://schemas.microsoft.com/office/drawing/2014/main" id="{216BF42F-BD6B-4CA5-8C84-462B31566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6" name="Line 7">
              <a:extLst>
                <a:ext uri="{FF2B5EF4-FFF2-40B4-BE49-F238E27FC236}">
                  <a16:creationId xmlns:a16="http://schemas.microsoft.com/office/drawing/2014/main" id="{A9FEA155-1BEC-4672-B4FA-135D82D27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7" name="Line 8">
              <a:extLst>
                <a:ext uri="{FF2B5EF4-FFF2-40B4-BE49-F238E27FC236}">
                  <a16:creationId xmlns:a16="http://schemas.microsoft.com/office/drawing/2014/main" id="{DA937939-BE3F-4022-8D4C-3EA945A11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8" name="Line 9">
              <a:extLst>
                <a:ext uri="{FF2B5EF4-FFF2-40B4-BE49-F238E27FC236}">
                  <a16:creationId xmlns:a16="http://schemas.microsoft.com/office/drawing/2014/main" id="{5AB4484B-A19B-46B6-9D45-FA0E294CE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9" name="Line 10">
              <a:extLst>
                <a:ext uri="{FF2B5EF4-FFF2-40B4-BE49-F238E27FC236}">
                  <a16:creationId xmlns:a16="http://schemas.microsoft.com/office/drawing/2014/main" id="{4D94FBA4-F125-42B0-9B66-7BFC4A24C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0" name="Line 11">
              <a:extLst>
                <a:ext uri="{FF2B5EF4-FFF2-40B4-BE49-F238E27FC236}">
                  <a16:creationId xmlns:a16="http://schemas.microsoft.com/office/drawing/2014/main" id="{1979F76C-9172-4F94-AB3A-5D667F93F2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1" name="Line 12">
              <a:extLst>
                <a:ext uri="{FF2B5EF4-FFF2-40B4-BE49-F238E27FC236}">
                  <a16:creationId xmlns:a16="http://schemas.microsoft.com/office/drawing/2014/main" id="{459E4E1E-FEB1-4E5E-BD70-A2066C4AF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2" name="Text Box 13">
              <a:extLst>
                <a:ext uri="{FF2B5EF4-FFF2-40B4-BE49-F238E27FC236}">
                  <a16:creationId xmlns:a16="http://schemas.microsoft.com/office/drawing/2014/main" id="{07BEB12E-8D3F-4F21-9621-55BBDD62C4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A</a:t>
              </a:r>
            </a:p>
          </p:txBody>
        </p:sp>
        <p:sp>
          <p:nvSpPr>
            <p:cNvPr id="52243" name="Text Box 14">
              <a:extLst>
                <a:ext uri="{FF2B5EF4-FFF2-40B4-BE49-F238E27FC236}">
                  <a16:creationId xmlns:a16="http://schemas.microsoft.com/office/drawing/2014/main" id="{B737102B-D61B-47B4-AD95-DE41E684B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F</a:t>
              </a:r>
            </a:p>
          </p:txBody>
        </p:sp>
        <p:sp>
          <p:nvSpPr>
            <p:cNvPr id="52244" name="Text Box 15">
              <a:extLst>
                <a:ext uri="{FF2B5EF4-FFF2-40B4-BE49-F238E27FC236}">
                  <a16:creationId xmlns:a16="http://schemas.microsoft.com/office/drawing/2014/main" id="{EC13FCB0-74E9-4342-9F75-244B8E9B4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B</a:t>
              </a:r>
            </a:p>
          </p:txBody>
        </p:sp>
        <p:sp>
          <p:nvSpPr>
            <p:cNvPr id="52245" name="Text Box 16">
              <a:extLst>
                <a:ext uri="{FF2B5EF4-FFF2-40B4-BE49-F238E27FC236}">
                  <a16:creationId xmlns:a16="http://schemas.microsoft.com/office/drawing/2014/main" id="{72307D70-9F4F-406B-AE45-3D045D1E0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C</a:t>
              </a:r>
            </a:p>
          </p:txBody>
        </p:sp>
        <p:sp>
          <p:nvSpPr>
            <p:cNvPr id="52246" name="Text Box 17">
              <a:extLst>
                <a:ext uri="{FF2B5EF4-FFF2-40B4-BE49-F238E27FC236}">
                  <a16:creationId xmlns:a16="http://schemas.microsoft.com/office/drawing/2014/main" id="{A1B7D63F-02B9-4E83-8F4A-F0D728430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D</a:t>
              </a:r>
            </a:p>
          </p:txBody>
        </p:sp>
        <p:sp>
          <p:nvSpPr>
            <p:cNvPr id="52247" name="Text Box 18">
              <a:extLst>
                <a:ext uri="{FF2B5EF4-FFF2-40B4-BE49-F238E27FC236}">
                  <a16:creationId xmlns:a16="http://schemas.microsoft.com/office/drawing/2014/main" id="{27330455-7D62-4B68-B9DB-0CF5F1D23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E</a:t>
              </a:r>
            </a:p>
          </p:txBody>
        </p:sp>
        <p:sp>
          <p:nvSpPr>
            <p:cNvPr id="52248" name="Text Box 19">
              <a:extLst>
                <a:ext uri="{FF2B5EF4-FFF2-40B4-BE49-F238E27FC236}">
                  <a16:creationId xmlns:a16="http://schemas.microsoft.com/office/drawing/2014/main" id="{12C6B28B-EBC8-40C2-986A-76A9408E9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52249" name="Text Box 20">
              <a:extLst>
                <a:ext uri="{FF2B5EF4-FFF2-40B4-BE49-F238E27FC236}">
                  <a16:creationId xmlns:a16="http://schemas.microsoft.com/office/drawing/2014/main" id="{81BC9A5C-0B9E-4014-87ED-30DF01EC0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52250" name="Text Box 21">
              <a:extLst>
                <a:ext uri="{FF2B5EF4-FFF2-40B4-BE49-F238E27FC236}">
                  <a16:creationId xmlns:a16="http://schemas.microsoft.com/office/drawing/2014/main" id="{5378D34F-7E41-405B-9EA7-167CF8A18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2251" name="Text Box 22">
              <a:extLst>
                <a:ext uri="{FF2B5EF4-FFF2-40B4-BE49-F238E27FC236}">
                  <a16:creationId xmlns:a16="http://schemas.microsoft.com/office/drawing/2014/main" id="{F56C52B3-33C3-4A91-BBA6-4CA06EE43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2252" name="Text Box 23">
              <a:extLst>
                <a:ext uri="{FF2B5EF4-FFF2-40B4-BE49-F238E27FC236}">
                  <a16:creationId xmlns:a16="http://schemas.microsoft.com/office/drawing/2014/main" id="{87D4E12E-EC62-487A-AD4D-211E723F3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52253" name="Text Box 24">
              <a:extLst>
                <a:ext uri="{FF2B5EF4-FFF2-40B4-BE49-F238E27FC236}">
                  <a16:creationId xmlns:a16="http://schemas.microsoft.com/office/drawing/2014/main" id="{9FB3DB15-90D2-4362-8FBB-01BAC7357A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52254" name="Text Box 25">
              <a:extLst>
                <a:ext uri="{FF2B5EF4-FFF2-40B4-BE49-F238E27FC236}">
                  <a16:creationId xmlns:a16="http://schemas.microsoft.com/office/drawing/2014/main" id="{EC6735C5-BAD0-40B9-B543-7E037481D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2255" name="Text Box 26">
              <a:extLst>
                <a:ext uri="{FF2B5EF4-FFF2-40B4-BE49-F238E27FC236}">
                  <a16:creationId xmlns:a16="http://schemas.microsoft.com/office/drawing/2014/main" id="{3DF1CCFE-B308-4ECA-8D57-E6332C6308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2256" name="Text Box 27">
              <a:extLst>
                <a:ext uri="{FF2B5EF4-FFF2-40B4-BE49-F238E27FC236}">
                  <a16:creationId xmlns:a16="http://schemas.microsoft.com/office/drawing/2014/main" id="{23DDB0EE-5C46-41F8-BE6E-0E6E6DE5F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52257" name="Text Box 28">
              <a:extLst>
                <a:ext uri="{FF2B5EF4-FFF2-40B4-BE49-F238E27FC236}">
                  <a16:creationId xmlns:a16="http://schemas.microsoft.com/office/drawing/2014/main" id="{5D7AFB36-D773-4892-B645-26F2BFBC4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34845" name="Text Box 29">
            <a:extLst>
              <a:ext uri="{FF2B5EF4-FFF2-40B4-BE49-F238E27FC236}">
                <a16:creationId xmlns:a16="http://schemas.microsoft.com/office/drawing/2014/main" id="{CC46B0F1-F907-43F0-BB9A-C0887E88B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665412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Select the shortest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edge connected to 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any vertex already 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connected.</a:t>
            </a:r>
          </a:p>
          <a:p>
            <a:pPr algn="ctr">
              <a:buFont typeface="Verdana" panose="020B0604030504040204" pitchFamily="34" charset="0"/>
              <a:buNone/>
            </a:pPr>
            <a:endParaRPr lang="en-GB" altLang="hi-IN" sz="2000">
              <a:latin typeface="Arial" panose="020B0604020202020204" pitchFamily="34" charset="0"/>
            </a:endParaRPr>
          </a:p>
          <a:p>
            <a:pPr algn="ctr">
              <a:buFont typeface="Verdana" panose="020B0604030504040204" pitchFamily="34" charset="0"/>
              <a:buNone/>
            </a:pPr>
            <a:r>
              <a:rPr lang="en-GB" altLang="hi-IN" sz="2000">
                <a:solidFill>
                  <a:srgbClr val="FF0000"/>
                </a:solidFill>
                <a:latin typeface="Arial" panose="020B0604020202020204" pitchFamily="34" charset="0"/>
              </a:rPr>
              <a:t>AE  4</a:t>
            </a:r>
            <a:endParaRPr lang="en-US" altLang="hi-IN" sz="20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52228" name="Text Box 30">
            <a:extLst>
              <a:ext uri="{FF2B5EF4-FFF2-40B4-BE49-F238E27FC236}">
                <a16:creationId xmlns:a16="http://schemas.microsoft.com/office/drawing/2014/main" id="{31BC2B54-A0E5-49F0-954E-A0664AC14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Prim’s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sp>
        <p:nvSpPr>
          <p:cNvPr id="52229" name="Line 34">
            <a:extLst>
              <a:ext uri="{FF2B5EF4-FFF2-40B4-BE49-F238E27FC236}">
                <a16:creationId xmlns:a16="http://schemas.microsoft.com/office/drawing/2014/main" id="{A9A8B7D2-D698-4E5D-A0EB-C619B64E27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9" name="Line 33">
            <a:extLst>
              <a:ext uri="{FF2B5EF4-FFF2-40B4-BE49-F238E27FC236}">
                <a16:creationId xmlns:a16="http://schemas.microsoft.com/office/drawing/2014/main" id="{3756E00B-0650-4F65-A0D8-CE0B02515B7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1" name="Slide Number Placeholder 1">
            <a:extLst>
              <a:ext uri="{FF2B5EF4-FFF2-40B4-BE49-F238E27FC236}">
                <a16:creationId xmlns:a16="http://schemas.microsoft.com/office/drawing/2014/main" id="{DAB85825-5FFA-4706-881D-980DAA94F2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0D5760-C068-4D32-97F9-2D19C5491C9D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A8CFD6B0-CA35-4391-A33A-FFE38A91E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665412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Select the shortest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edge connected to 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any vertex already 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connected.</a:t>
            </a:r>
          </a:p>
          <a:p>
            <a:pPr algn="ctr">
              <a:buFont typeface="Verdana" panose="020B0604030504040204" pitchFamily="34" charset="0"/>
              <a:buNone/>
            </a:pPr>
            <a:endParaRPr lang="en-GB" altLang="hi-IN" sz="2000">
              <a:latin typeface="Arial" panose="020B0604020202020204" pitchFamily="34" charset="0"/>
            </a:endParaRPr>
          </a:p>
          <a:p>
            <a:pPr algn="ctr">
              <a:buFont typeface="Verdana" panose="020B0604030504040204" pitchFamily="34" charset="0"/>
              <a:buNone/>
            </a:pPr>
            <a:r>
              <a:rPr lang="en-GB" altLang="hi-IN" sz="2000">
                <a:solidFill>
                  <a:srgbClr val="FF0000"/>
                </a:solidFill>
                <a:latin typeface="Arial" panose="020B0604020202020204" pitchFamily="34" charset="0"/>
              </a:rPr>
              <a:t>ED  2</a:t>
            </a:r>
            <a:endParaRPr lang="en-US" altLang="hi-IN" sz="20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9308C7DF-6544-44C1-963F-8D15452E4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Prim’s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53252" name="Group 5">
            <a:extLst>
              <a:ext uri="{FF2B5EF4-FFF2-40B4-BE49-F238E27FC236}">
                <a16:creationId xmlns:a16="http://schemas.microsoft.com/office/drawing/2014/main" id="{9C70F1EC-5579-40EF-A9DB-2AEE59EB0FEA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53257" name="Line 6">
              <a:extLst>
                <a:ext uri="{FF2B5EF4-FFF2-40B4-BE49-F238E27FC236}">
                  <a16:creationId xmlns:a16="http://schemas.microsoft.com/office/drawing/2014/main" id="{20FE4CBF-5D77-4113-BF6C-79C91DA5E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8" name="Line 7">
              <a:extLst>
                <a:ext uri="{FF2B5EF4-FFF2-40B4-BE49-F238E27FC236}">
                  <a16:creationId xmlns:a16="http://schemas.microsoft.com/office/drawing/2014/main" id="{AF8A3A13-731F-44CC-9B06-DDE4379BD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9" name="Line 8">
              <a:extLst>
                <a:ext uri="{FF2B5EF4-FFF2-40B4-BE49-F238E27FC236}">
                  <a16:creationId xmlns:a16="http://schemas.microsoft.com/office/drawing/2014/main" id="{43D43F81-88F0-4A3F-AE0E-E0667600F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0" name="Line 9">
              <a:extLst>
                <a:ext uri="{FF2B5EF4-FFF2-40B4-BE49-F238E27FC236}">
                  <a16:creationId xmlns:a16="http://schemas.microsoft.com/office/drawing/2014/main" id="{00101861-FE31-484D-9E68-FC25225DD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1" name="Line 10">
              <a:extLst>
                <a:ext uri="{FF2B5EF4-FFF2-40B4-BE49-F238E27FC236}">
                  <a16:creationId xmlns:a16="http://schemas.microsoft.com/office/drawing/2014/main" id="{72B81CD2-1D6E-4504-A3D0-58271AFF5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2" name="Line 11">
              <a:extLst>
                <a:ext uri="{FF2B5EF4-FFF2-40B4-BE49-F238E27FC236}">
                  <a16:creationId xmlns:a16="http://schemas.microsoft.com/office/drawing/2014/main" id="{8ECCFCF0-72B0-4B8F-9A22-1D0DBFB575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3" name="Line 12">
              <a:extLst>
                <a:ext uri="{FF2B5EF4-FFF2-40B4-BE49-F238E27FC236}">
                  <a16:creationId xmlns:a16="http://schemas.microsoft.com/office/drawing/2014/main" id="{0BBA2CCF-F1C1-42CB-9954-182F1BFD4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4" name="Line 13">
              <a:extLst>
                <a:ext uri="{FF2B5EF4-FFF2-40B4-BE49-F238E27FC236}">
                  <a16:creationId xmlns:a16="http://schemas.microsoft.com/office/drawing/2014/main" id="{245F634B-AC4C-4AEA-94DE-5D5B72716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5" name="Line 14">
              <a:extLst>
                <a:ext uri="{FF2B5EF4-FFF2-40B4-BE49-F238E27FC236}">
                  <a16:creationId xmlns:a16="http://schemas.microsoft.com/office/drawing/2014/main" id="{8CCE0542-2C58-4C6D-9F11-90F39EDD1C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6" name="Line 15">
              <a:extLst>
                <a:ext uri="{FF2B5EF4-FFF2-40B4-BE49-F238E27FC236}">
                  <a16:creationId xmlns:a16="http://schemas.microsoft.com/office/drawing/2014/main" id="{C3604F70-B4B0-4B50-9776-3EFFAA7908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7" name="Text Box 16">
              <a:extLst>
                <a:ext uri="{FF2B5EF4-FFF2-40B4-BE49-F238E27FC236}">
                  <a16:creationId xmlns:a16="http://schemas.microsoft.com/office/drawing/2014/main" id="{5CAA594B-A40F-4FEC-9956-18B3435C6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A</a:t>
              </a:r>
            </a:p>
          </p:txBody>
        </p:sp>
        <p:sp>
          <p:nvSpPr>
            <p:cNvPr id="53268" name="Text Box 17">
              <a:extLst>
                <a:ext uri="{FF2B5EF4-FFF2-40B4-BE49-F238E27FC236}">
                  <a16:creationId xmlns:a16="http://schemas.microsoft.com/office/drawing/2014/main" id="{B2A22312-C709-4FDE-A3CE-404725FDF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F</a:t>
              </a:r>
            </a:p>
          </p:txBody>
        </p:sp>
        <p:sp>
          <p:nvSpPr>
            <p:cNvPr id="53269" name="Text Box 18">
              <a:extLst>
                <a:ext uri="{FF2B5EF4-FFF2-40B4-BE49-F238E27FC236}">
                  <a16:creationId xmlns:a16="http://schemas.microsoft.com/office/drawing/2014/main" id="{C501C9D8-D276-48B2-92F3-6A2657216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B</a:t>
              </a:r>
            </a:p>
          </p:txBody>
        </p:sp>
        <p:sp>
          <p:nvSpPr>
            <p:cNvPr id="53270" name="Text Box 19">
              <a:extLst>
                <a:ext uri="{FF2B5EF4-FFF2-40B4-BE49-F238E27FC236}">
                  <a16:creationId xmlns:a16="http://schemas.microsoft.com/office/drawing/2014/main" id="{00C7DFB0-CCF5-4C2D-8C86-580030BF4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C</a:t>
              </a:r>
            </a:p>
          </p:txBody>
        </p:sp>
        <p:sp>
          <p:nvSpPr>
            <p:cNvPr id="53271" name="Text Box 20">
              <a:extLst>
                <a:ext uri="{FF2B5EF4-FFF2-40B4-BE49-F238E27FC236}">
                  <a16:creationId xmlns:a16="http://schemas.microsoft.com/office/drawing/2014/main" id="{E0D409A3-4611-4744-9093-6CA7362B8B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D</a:t>
              </a:r>
            </a:p>
          </p:txBody>
        </p:sp>
        <p:sp>
          <p:nvSpPr>
            <p:cNvPr id="53272" name="Text Box 21">
              <a:extLst>
                <a:ext uri="{FF2B5EF4-FFF2-40B4-BE49-F238E27FC236}">
                  <a16:creationId xmlns:a16="http://schemas.microsoft.com/office/drawing/2014/main" id="{51B02E0D-2EEF-454D-A9DD-7A279A5B9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E</a:t>
              </a:r>
            </a:p>
          </p:txBody>
        </p:sp>
        <p:sp>
          <p:nvSpPr>
            <p:cNvPr id="53273" name="Text Box 22">
              <a:extLst>
                <a:ext uri="{FF2B5EF4-FFF2-40B4-BE49-F238E27FC236}">
                  <a16:creationId xmlns:a16="http://schemas.microsoft.com/office/drawing/2014/main" id="{843B3B2B-36D1-41FC-BC20-BEC0B605C7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53274" name="Text Box 23">
              <a:extLst>
                <a:ext uri="{FF2B5EF4-FFF2-40B4-BE49-F238E27FC236}">
                  <a16:creationId xmlns:a16="http://schemas.microsoft.com/office/drawing/2014/main" id="{59327E8A-4559-45E9-A697-00D517975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53275" name="Text Box 24">
              <a:extLst>
                <a:ext uri="{FF2B5EF4-FFF2-40B4-BE49-F238E27FC236}">
                  <a16:creationId xmlns:a16="http://schemas.microsoft.com/office/drawing/2014/main" id="{7CE83236-24E4-4CE5-BF4E-CD442D021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3276" name="Text Box 25">
              <a:extLst>
                <a:ext uri="{FF2B5EF4-FFF2-40B4-BE49-F238E27FC236}">
                  <a16:creationId xmlns:a16="http://schemas.microsoft.com/office/drawing/2014/main" id="{20AF59D2-ABF3-49F6-BB6F-99BB8B950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3277" name="Text Box 26">
              <a:extLst>
                <a:ext uri="{FF2B5EF4-FFF2-40B4-BE49-F238E27FC236}">
                  <a16:creationId xmlns:a16="http://schemas.microsoft.com/office/drawing/2014/main" id="{8BFA409B-F33B-44C0-ACB8-0A174CCDC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53278" name="Text Box 27">
              <a:extLst>
                <a:ext uri="{FF2B5EF4-FFF2-40B4-BE49-F238E27FC236}">
                  <a16:creationId xmlns:a16="http://schemas.microsoft.com/office/drawing/2014/main" id="{ED459C99-A9C8-4760-9382-DC9E844DB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53279" name="Text Box 28">
              <a:extLst>
                <a:ext uri="{FF2B5EF4-FFF2-40B4-BE49-F238E27FC236}">
                  <a16:creationId xmlns:a16="http://schemas.microsoft.com/office/drawing/2014/main" id="{8CC7F470-AE73-4015-BC1A-40732A457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3280" name="Text Box 29">
              <a:extLst>
                <a:ext uri="{FF2B5EF4-FFF2-40B4-BE49-F238E27FC236}">
                  <a16:creationId xmlns:a16="http://schemas.microsoft.com/office/drawing/2014/main" id="{DCA5AE32-7327-4F59-A72F-75D2B36E7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3281" name="Text Box 30">
              <a:extLst>
                <a:ext uri="{FF2B5EF4-FFF2-40B4-BE49-F238E27FC236}">
                  <a16:creationId xmlns:a16="http://schemas.microsoft.com/office/drawing/2014/main" id="{E7EC72D8-D132-481C-86D2-D42CD1712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53282" name="Text Box 31">
              <a:extLst>
                <a:ext uri="{FF2B5EF4-FFF2-40B4-BE49-F238E27FC236}">
                  <a16:creationId xmlns:a16="http://schemas.microsoft.com/office/drawing/2014/main" id="{3467BF6A-E009-46A6-9C4D-B6069B388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53253" name="Line 36">
            <a:extLst>
              <a:ext uri="{FF2B5EF4-FFF2-40B4-BE49-F238E27FC236}">
                <a16:creationId xmlns:a16="http://schemas.microsoft.com/office/drawing/2014/main" id="{EC4C8F25-79DD-46B8-838A-27DEDCB233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4" name="Line 37">
            <a:extLst>
              <a:ext uri="{FF2B5EF4-FFF2-40B4-BE49-F238E27FC236}">
                <a16:creationId xmlns:a16="http://schemas.microsoft.com/office/drawing/2014/main" id="{9B29AC6F-A26B-4F2D-994C-A6E7E9779C4A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5" name="Line 35">
            <a:extLst>
              <a:ext uri="{FF2B5EF4-FFF2-40B4-BE49-F238E27FC236}">
                <a16:creationId xmlns:a16="http://schemas.microsoft.com/office/drawing/2014/main" id="{369036EE-2AEC-4898-AA96-AFB2E1DC0D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3908425"/>
            <a:ext cx="2452687" cy="18970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6" name="Slide Number Placeholder 1">
            <a:extLst>
              <a:ext uri="{FF2B5EF4-FFF2-40B4-BE49-F238E27FC236}">
                <a16:creationId xmlns:a16="http://schemas.microsoft.com/office/drawing/2014/main" id="{1EF94BB8-17C1-4BD0-BF26-855C73C63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9441BA-ED72-45B1-AE50-D8FF8827DEB6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CAB20CB0-35CA-485F-B5A3-AEBC80C0D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665412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Select the shortest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edge connected to 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any vertex already 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connected.</a:t>
            </a:r>
          </a:p>
          <a:p>
            <a:pPr algn="ctr">
              <a:buFont typeface="Verdana" panose="020B0604030504040204" pitchFamily="34" charset="0"/>
              <a:buNone/>
            </a:pPr>
            <a:endParaRPr lang="en-GB" altLang="hi-IN" sz="2000">
              <a:latin typeface="Arial" panose="020B0604020202020204" pitchFamily="34" charset="0"/>
            </a:endParaRPr>
          </a:p>
          <a:p>
            <a:pPr algn="ctr">
              <a:buFont typeface="Verdana" panose="020B0604030504040204" pitchFamily="34" charset="0"/>
              <a:buNone/>
            </a:pPr>
            <a:r>
              <a:rPr lang="en-GB" altLang="hi-IN" sz="2000">
                <a:solidFill>
                  <a:srgbClr val="FF0000"/>
                </a:solidFill>
                <a:latin typeface="Arial" panose="020B0604020202020204" pitchFamily="34" charset="0"/>
              </a:rPr>
              <a:t>DC  4</a:t>
            </a:r>
            <a:endParaRPr lang="en-US" altLang="hi-IN" sz="20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54275" name="Text Box 3">
            <a:extLst>
              <a:ext uri="{FF2B5EF4-FFF2-40B4-BE49-F238E27FC236}">
                <a16:creationId xmlns:a16="http://schemas.microsoft.com/office/drawing/2014/main" id="{304035EA-EA68-4F06-90D3-9EA47C107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Prim’s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54276" name="Group 6">
            <a:extLst>
              <a:ext uri="{FF2B5EF4-FFF2-40B4-BE49-F238E27FC236}">
                <a16:creationId xmlns:a16="http://schemas.microsoft.com/office/drawing/2014/main" id="{A49468F8-5D5E-4628-9BB1-9D9E7F84A8FB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54282" name="Line 7">
              <a:extLst>
                <a:ext uri="{FF2B5EF4-FFF2-40B4-BE49-F238E27FC236}">
                  <a16:creationId xmlns:a16="http://schemas.microsoft.com/office/drawing/2014/main" id="{E0615145-C817-4E79-8968-7284934C6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3" name="Line 8">
              <a:extLst>
                <a:ext uri="{FF2B5EF4-FFF2-40B4-BE49-F238E27FC236}">
                  <a16:creationId xmlns:a16="http://schemas.microsoft.com/office/drawing/2014/main" id="{FB0E56ED-49CD-4395-8FDF-8595E7E4D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4" name="Line 9">
              <a:extLst>
                <a:ext uri="{FF2B5EF4-FFF2-40B4-BE49-F238E27FC236}">
                  <a16:creationId xmlns:a16="http://schemas.microsoft.com/office/drawing/2014/main" id="{09D64CA5-9021-49FC-AD46-F3352ED53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5" name="Line 10">
              <a:extLst>
                <a:ext uri="{FF2B5EF4-FFF2-40B4-BE49-F238E27FC236}">
                  <a16:creationId xmlns:a16="http://schemas.microsoft.com/office/drawing/2014/main" id="{01E17E15-2B2F-45D0-87CB-AF7C42786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6" name="Line 11">
              <a:extLst>
                <a:ext uri="{FF2B5EF4-FFF2-40B4-BE49-F238E27FC236}">
                  <a16:creationId xmlns:a16="http://schemas.microsoft.com/office/drawing/2014/main" id="{8830EEA0-AA47-4313-B166-4F1A44B9A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7" name="Line 12">
              <a:extLst>
                <a:ext uri="{FF2B5EF4-FFF2-40B4-BE49-F238E27FC236}">
                  <a16:creationId xmlns:a16="http://schemas.microsoft.com/office/drawing/2014/main" id="{7FB89412-FADA-43D0-AB5C-34A98C949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8" name="Line 13">
              <a:extLst>
                <a:ext uri="{FF2B5EF4-FFF2-40B4-BE49-F238E27FC236}">
                  <a16:creationId xmlns:a16="http://schemas.microsoft.com/office/drawing/2014/main" id="{8A9DCAF9-1AF8-4998-A56D-D633186FC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9" name="Line 14">
              <a:extLst>
                <a:ext uri="{FF2B5EF4-FFF2-40B4-BE49-F238E27FC236}">
                  <a16:creationId xmlns:a16="http://schemas.microsoft.com/office/drawing/2014/main" id="{F7B74C46-844E-4E61-A0D1-A84D3A226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90" name="Line 15">
              <a:extLst>
                <a:ext uri="{FF2B5EF4-FFF2-40B4-BE49-F238E27FC236}">
                  <a16:creationId xmlns:a16="http://schemas.microsoft.com/office/drawing/2014/main" id="{4A1FD2E4-7D75-4585-8F0F-7F8363BCBD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91" name="Line 16">
              <a:extLst>
                <a:ext uri="{FF2B5EF4-FFF2-40B4-BE49-F238E27FC236}">
                  <a16:creationId xmlns:a16="http://schemas.microsoft.com/office/drawing/2014/main" id="{EA736BC4-9300-4A28-856A-8B65355179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92" name="Text Box 17">
              <a:extLst>
                <a:ext uri="{FF2B5EF4-FFF2-40B4-BE49-F238E27FC236}">
                  <a16:creationId xmlns:a16="http://schemas.microsoft.com/office/drawing/2014/main" id="{B64E0082-7C23-4667-ACFE-3278F2ADB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A</a:t>
              </a:r>
            </a:p>
          </p:txBody>
        </p:sp>
        <p:sp>
          <p:nvSpPr>
            <p:cNvPr id="54293" name="Text Box 18">
              <a:extLst>
                <a:ext uri="{FF2B5EF4-FFF2-40B4-BE49-F238E27FC236}">
                  <a16:creationId xmlns:a16="http://schemas.microsoft.com/office/drawing/2014/main" id="{7F4FDA56-643F-406D-831A-42A3DAC9B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F</a:t>
              </a:r>
            </a:p>
          </p:txBody>
        </p:sp>
        <p:sp>
          <p:nvSpPr>
            <p:cNvPr id="54294" name="Text Box 19">
              <a:extLst>
                <a:ext uri="{FF2B5EF4-FFF2-40B4-BE49-F238E27FC236}">
                  <a16:creationId xmlns:a16="http://schemas.microsoft.com/office/drawing/2014/main" id="{9E30AEBD-BD7D-487A-B8F7-342E68C2C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B</a:t>
              </a:r>
            </a:p>
          </p:txBody>
        </p:sp>
        <p:sp>
          <p:nvSpPr>
            <p:cNvPr id="54295" name="Text Box 20">
              <a:extLst>
                <a:ext uri="{FF2B5EF4-FFF2-40B4-BE49-F238E27FC236}">
                  <a16:creationId xmlns:a16="http://schemas.microsoft.com/office/drawing/2014/main" id="{CFB72AA3-666A-4CEC-AC6C-F015A36EF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C</a:t>
              </a:r>
            </a:p>
          </p:txBody>
        </p:sp>
        <p:sp>
          <p:nvSpPr>
            <p:cNvPr id="54296" name="Text Box 21">
              <a:extLst>
                <a:ext uri="{FF2B5EF4-FFF2-40B4-BE49-F238E27FC236}">
                  <a16:creationId xmlns:a16="http://schemas.microsoft.com/office/drawing/2014/main" id="{923582BE-B1C2-4A07-A6D1-5D681E13A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D</a:t>
              </a:r>
            </a:p>
          </p:txBody>
        </p:sp>
        <p:sp>
          <p:nvSpPr>
            <p:cNvPr id="54297" name="Text Box 22">
              <a:extLst>
                <a:ext uri="{FF2B5EF4-FFF2-40B4-BE49-F238E27FC236}">
                  <a16:creationId xmlns:a16="http://schemas.microsoft.com/office/drawing/2014/main" id="{94EC968A-A209-4A6F-B36E-28DEDAD51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E</a:t>
              </a:r>
            </a:p>
          </p:txBody>
        </p:sp>
        <p:sp>
          <p:nvSpPr>
            <p:cNvPr id="54298" name="Text Box 23">
              <a:extLst>
                <a:ext uri="{FF2B5EF4-FFF2-40B4-BE49-F238E27FC236}">
                  <a16:creationId xmlns:a16="http://schemas.microsoft.com/office/drawing/2014/main" id="{6BC169B5-250B-4B81-B2F9-1ABFB5608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54299" name="Text Box 24">
              <a:extLst>
                <a:ext uri="{FF2B5EF4-FFF2-40B4-BE49-F238E27FC236}">
                  <a16:creationId xmlns:a16="http://schemas.microsoft.com/office/drawing/2014/main" id="{106AB3AA-BBC8-4197-9E50-76BF48505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54300" name="Text Box 25">
              <a:extLst>
                <a:ext uri="{FF2B5EF4-FFF2-40B4-BE49-F238E27FC236}">
                  <a16:creationId xmlns:a16="http://schemas.microsoft.com/office/drawing/2014/main" id="{D4EC24A6-B9C9-43AC-8189-73DEC680E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4301" name="Text Box 26">
              <a:extLst>
                <a:ext uri="{FF2B5EF4-FFF2-40B4-BE49-F238E27FC236}">
                  <a16:creationId xmlns:a16="http://schemas.microsoft.com/office/drawing/2014/main" id="{81F8A24F-06C9-4247-BA88-637846CA15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4302" name="Text Box 27">
              <a:extLst>
                <a:ext uri="{FF2B5EF4-FFF2-40B4-BE49-F238E27FC236}">
                  <a16:creationId xmlns:a16="http://schemas.microsoft.com/office/drawing/2014/main" id="{E98A0081-4347-4AB7-A2A7-D0D84FEB4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54303" name="Text Box 28">
              <a:extLst>
                <a:ext uri="{FF2B5EF4-FFF2-40B4-BE49-F238E27FC236}">
                  <a16:creationId xmlns:a16="http://schemas.microsoft.com/office/drawing/2014/main" id="{9114E485-57EF-45E2-AE6F-7D76E6CB8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54304" name="Text Box 29">
              <a:extLst>
                <a:ext uri="{FF2B5EF4-FFF2-40B4-BE49-F238E27FC236}">
                  <a16:creationId xmlns:a16="http://schemas.microsoft.com/office/drawing/2014/main" id="{1D69A0CC-6E3D-4359-BA32-B26A7D0F8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4305" name="Text Box 30">
              <a:extLst>
                <a:ext uri="{FF2B5EF4-FFF2-40B4-BE49-F238E27FC236}">
                  <a16:creationId xmlns:a16="http://schemas.microsoft.com/office/drawing/2014/main" id="{CB0069D3-E945-4929-B027-F306CFA3E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4306" name="Text Box 31">
              <a:extLst>
                <a:ext uri="{FF2B5EF4-FFF2-40B4-BE49-F238E27FC236}">
                  <a16:creationId xmlns:a16="http://schemas.microsoft.com/office/drawing/2014/main" id="{08F07682-FF88-445D-B10F-8B662B023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54307" name="Text Box 32">
              <a:extLst>
                <a:ext uri="{FF2B5EF4-FFF2-40B4-BE49-F238E27FC236}">
                  <a16:creationId xmlns:a16="http://schemas.microsoft.com/office/drawing/2014/main" id="{43ADE245-5D1E-4041-A396-B83C87F8F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54277" name="Line 38">
            <a:extLst>
              <a:ext uri="{FF2B5EF4-FFF2-40B4-BE49-F238E27FC236}">
                <a16:creationId xmlns:a16="http://schemas.microsoft.com/office/drawing/2014/main" id="{C7EF4AC3-C51E-4ABC-B774-02C98CA182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8" name="Line 39">
            <a:extLst>
              <a:ext uri="{FF2B5EF4-FFF2-40B4-BE49-F238E27FC236}">
                <a16:creationId xmlns:a16="http://schemas.microsoft.com/office/drawing/2014/main" id="{A343ABEE-308B-4709-8108-266C2AF89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9" name="Line 40">
            <a:extLst>
              <a:ext uri="{FF2B5EF4-FFF2-40B4-BE49-F238E27FC236}">
                <a16:creationId xmlns:a16="http://schemas.microsoft.com/office/drawing/2014/main" id="{274A4929-1D45-4720-BBF2-8280D12806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3908425"/>
            <a:ext cx="2452687" cy="18970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1" name="Line 37">
            <a:extLst>
              <a:ext uri="{FF2B5EF4-FFF2-40B4-BE49-F238E27FC236}">
                <a16:creationId xmlns:a16="http://schemas.microsoft.com/office/drawing/2014/main" id="{2C022C2A-0F1B-433A-AF2A-5B59CB8D79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56100" y="2133600"/>
            <a:ext cx="1155700" cy="1778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1" name="Slide Number Placeholder 1">
            <a:extLst>
              <a:ext uri="{FF2B5EF4-FFF2-40B4-BE49-F238E27FC236}">
                <a16:creationId xmlns:a16="http://schemas.microsoft.com/office/drawing/2014/main" id="{48A76C20-60EC-42B6-BB6D-A7DF36AD14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DFFD50-4DB6-4DC3-A49F-13E86F1DC226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81F57E88-5DD9-4588-A594-9A5DDF844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665412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Select the shortest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edge connected to 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any vertex already </a:t>
            </a:r>
          </a:p>
          <a:p>
            <a:pPr algn="ctr">
              <a:buFont typeface="Verdana" panose="020B0604030504040204" pitchFamily="34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connected.</a:t>
            </a:r>
            <a:endParaRPr lang="en-GB" altLang="hi-IN" sz="2000">
              <a:latin typeface="Arial" panose="020B0604020202020204" pitchFamily="34" charset="0"/>
            </a:endParaRPr>
          </a:p>
          <a:p>
            <a:pPr algn="ctr">
              <a:buFont typeface="Verdana" panose="020B0604030504040204" pitchFamily="34" charset="0"/>
              <a:buNone/>
            </a:pPr>
            <a:endParaRPr lang="en-GB" altLang="hi-IN" sz="2000">
              <a:latin typeface="Arial" panose="020B0604020202020204" pitchFamily="34" charset="0"/>
            </a:endParaRPr>
          </a:p>
          <a:p>
            <a:pPr algn="ctr">
              <a:buFont typeface="Verdana" panose="020B0604030504040204" pitchFamily="34" charset="0"/>
              <a:buNone/>
            </a:pPr>
            <a:r>
              <a:rPr lang="en-GB" altLang="hi-IN" sz="2000">
                <a:solidFill>
                  <a:srgbClr val="FF0000"/>
                </a:solidFill>
                <a:latin typeface="Arial" panose="020B0604020202020204" pitchFamily="34" charset="0"/>
              </a:rPr>
              <a:t>EF  5</a:t>
            </a:r>
            <a:r>
              <a:rPr lang="en-GB" altLang="hi-IN" sz="2000">
                <a:latin typeface="Arial" panose="020B0604020202020204" pitchFamily="34" charset="0"/>
              </a:rPr>
              <a:t>  </a:t>
            </a:r>
            <a:endParaRPr lang="en-US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55299" name="Text Box 3">
            <a:extLst>
              <a:ext uri="{FF2B5EF4-FFF2-40B4-BE49-F238E27FC236}">
                <a16:creationId xmlns:a16="http://schemas.microsoft.com/office/drawing/2014/main" id="{8E4D41C4-5431-4AB7-AC0A-F5A356319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Prim’s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55300" name="Group 7">
            <a:extLst>
              <a:ext uri="{FF2B5EF4-FFF2-40B4-BE49-F238E27FC236}">
                <a16:creationId xmlns:a16="http://schemas.microsoft.com/office/drawing/2014/main" id="{0715CA82-7D35-406E-A121-B71D3149B1D0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55307" name="Line 8">
              <a:extLst>
                <a:ext uri="{FF2B5EF4-FFF2-40B4-BE49-F238E27FC236}">
                  <a16:creationId xmlns:a16="http://schemas.microsoft.com/office/drawing/2014/main" id="{A0005494-4B12-425C-924D-AADD479306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08" name="Line 9">
              <a:extLst>
                <a:ext uri="{FF2B5EF4-FFF2-40B4-BE49-F238E27FC236}">
                  <a16:creationId xmlns:a16="http://schemas.microsoft.com/office/drawing/2014/main" id="{454138DB-1CE3-4A05-A2ED-3D791AF41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09" name="Line 10">
              <a:extLst>
                <a:ext uri="{FF2B5EF4-FFF2-40B4-BE49-F238E27FC236}">
                  <a16:creationId xmlns:a16="http://schemas.microsoft.com/office/drawing/2014/main" id="{DC8916FF-2958-43D8-A82A-9B06C0CDF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0" name="Line 11">
              <a:extLst>
                <a:ext uri="{FF2B5EF4-FFF2-40B4-BE49-F238E27FC236}">
                  <a16:creationId xmlns:a16="http://schemas.microsoft.com/office/drawing/2014/main" id="{F88E1413-06DB-4A4B-AE4A-863FC5C4D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1" name="Line 12">
              <a:extLst>
                <a:ext uri="{FF2B5EF4-FFF2-40B4-BE49-F238E27FC236}">
                  <a16:creationId xmlns:a16="http://schemas.microsoft.com/office/drawing/2014/main" id="{E08651F0-696E-409E-A60B-A08F17EC5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2" name="Line 13">
              <a:extLst>
                <a:ext uri="{FF2B5EF4-FFF2-40B4-BE49-F238E27FC236}">
                  <a16:creationId xmlns:a16="http://schemas.microsoft.com/office/drawing/2014/main" id="{508427B0-0950-4BB6-A624-D5007BA91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3" name="Line 14">
              <a:extLst>
                <a:ext uri="{FF2B5EF4-FFF2-40B4-BE49-F238E27FC236}">
                  <a16:creationId xmlns:a16="http://schemas.microsoft.com/office/drawing/2014/main" id="{F4708D96-67DE-4077-9CC3-F92A1972DA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4" name="Line 15">
              <a:extLst>
                <a:ext uri="{FF2B5EF4-FFF2-40B4-BE49-F238E27FC236}">
                  <a16:creationId xmlns:a16="http://schemas.microsoft.com/office/drawing/2014/main" id="{B7FBB460-9303-4877-8DF6-FB1CD619F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5" name="Line 16">
              <a:extLst>
                <a:ext uri="{FF2B5EF4-FFF2-40B4-BE49-F238E27FC236}">
                  <a16:creationId xmlns:a16="http://schemas.microsoft.com/office/drawing/2014/main" id="{BAF65DA4-7F3F-4B67-BC9A-05ED657B37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Line 17">
              <a:extLst>
                <a:ext uri="{FF2B5EF4-FFF2-40B4-BE49-F238E27FC236}">
                  <a16:creationId xmlns:a16="http://schemas.microsoft.com/office/drawing/2014/main" id="{C90365CC-5F29-41DF-AD6C-4F89378421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Text Box 18">
              <a:extLst>
                <a:ext uri="{FF2B5EF4-FFF2-40B4-BE49-F238E27FC236}">
                  <a16:creationId xmlns:a16="http://schemas.microsoft.com/office/drawing/2014/main" id="{DC65FA22-2489-4736-97AB-8FA6D57CD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A</a:t>
              </a:r>
            </a:p>
          </p:txBody>
        </p:sp>
        <p:sp>
          <p:nvSpPr>
            <p:cNvPr id="55318" name="Text Box 19">
              <a:extLst>
                <a:ext uri="{FF2B5EF4-FFF2-40B4-BE49-F238E27FC236}">
                  <a16:creationId xmlns:a16="http://schemas.microsoft.com/office/drawing/2014/main" id="{AB3DED8D-E0A3-4BB2-AB8F-B3E1C92CF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F</a:t>
              </a:r>
            </a:p>
          </p:txBody>
        </p:sp>
        <p:sp>
          <p:nvSpPr>
            <p:cNvPr id="55319" name="Text Box 20">
              <a:extLst>
                <a:ext uri="{FF2B5EF4-FFF2-40B4-BE49-F238E27FC236}">
                  <a16:creationId xmlns:a16="http://schemas.microsoft.com/office/drawing/2014/main" id="{3CE44C0F-ED32-44DB-B1CA-3BF5F5B8DB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B</a:t>
              </a:r>
            </a:p>
          </p:txBody>
        </p:sp>
        <p:sp>
          <p:nvSpPr>
            <p:cNvPr id="55320" name="Text Box 21">
              <a:extLst>
                <a:ext uri="{FF2B5EF4-FFF2-40B4-BE49-F238E27FC236}">
                  <a16:creationId xmlns:a16="http://schemas.microsoft.com/office/drawing/2014/main" id="{7D685783-9AA8-4A58-A004-FEC080D9F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C</a:t>
              </a:r>
            </a:p>
          </p:txBody>
        </p:sp>
        <p:sp>
          <p:nvSpPr>
            <p:cNvPr id="55321" name="Text Box 22">
              <a:extLst>
                <a:ext uri="{FF2B5EF4-FFF2-40B4-BE49-F238E27FC236}">
                  <a16:creationId xmlns:a16="http://schemas.microsoft.com/office/drawing/2014/main" id="{641520A8-B535-4C44-94C3-948808092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D</a:t>
              </a:r>
            </a:p>
          </p:txBody>
        </p:sp>
        <p:sp>
          <p:nvSpPr>
            <p:cNvPr id="55322" name="Text Box 23">
              <a:extLst>
                <a:ext uri="{FF2B5EF4-FFF2-40B4-BE49-F238E27FC236}">
                  <a16:creationId xmlns:a16="http://schemas.microsoft.com/office/drawing/2014/main" id="{42D90DAC-7CC3-48DC-A80A-CD4A9DCF5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E</a:t>
              </a:r>
            </a:p>
          </p:txBody>
        </p:sp>
        <p:sp>
          <p:nvSpPr>
            <p:cNvPr id="55323" name="Text Box 24">
              <a:extLst>
                <a:ext uri="{FF2B5EF4-FFF2-40B4-BE49-F238E27FC236}">
                  <a16:creationId xmlns:a16="http://schemas.microsoft.com/office/drawing/2014/main" id="{89C07567-C7B8-4632-BA56-8DE024829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55324" name="Text Box 25">
              <a:extLst>
                <a:ext uri="{FF2B5EF4-FFF2-40B4-BE49-F238E27FC236}">
                  <a16:creationId xmlns:a16="http://schemas.microsoft.com/office/drawing/2014/main" id="{67FD4443-98C5-47C7-B3B1-E2C4909BA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55325" name="Text Box 26">
              <a:extLst>
                <a:ext uri="{FF2B5EF4-FFF2-40B4-BE49-F238E27FC236}">
                  <a16:creationId xmlns:a16="http://schemas.microsoft.com/office/drawing/2014/main" id="{0189C742-97C8-41BD-A2F7-7B323A77E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5326" name="Text Box 27">
              <a:extLst>
                <a:ext uri="{FF2B5EF4-FFF2-40B4-BE49-F238E27FC236}">
                  <a16:creationId xmlns:a16="http://schemas.microsoft.com/office/drawing/2014/main" id="{153FD2B5-85F2-46E2-8424-98846879F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5327" name="Text Box 28">
              <a:extLst>
                <a:ext uri="{FF2B5EF4-FFF2-40B4-BE49-F238E27FC236}">
                  <a16:creationId xmlns:a16="http://schemas.microsoft.com/office/drawing/2014/main" id="{CC413C3F-3E4E-42F9-801C-FCF5A19AF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55328" name="Text Box 29">
              <a:extLst>
                <a:ext uri="{FF2B5EF4-FFF2-40B4-BE49-F238E27FC236}">
                  <a16:creationId xmlns:a16="http://schemas.microsoft.com/office/drawing/2014/main" id="{469B7982-DB00-464B-8E0F-8A690621C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55329" name="Text Box 30">
              <a:extLst>
                <a:ext uri="{FF2B5EF4-FFF2-40B4-BE49-F238E27FC236}">
                  <a16:creationId xmlns:a16="http://schemas.microsoft.com/office/drawing/2014/main" id="{45BC92F9-6B25-4E9C-AB33-2CC197F89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5330" name="Text Box 31">
              <a:extLst>
                <a:ext uri="{FF2B5EF4-FFF2-40B4-BE49-F238E27FC236}">
                  <a16:creationId xmlns:a16="http://schemas.microsoft.com/office/drawing/2014/main" id="{F21595F5-FB0B-474C-AF42-CBFFA0C70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5331" name="Text Box 32">
              <a:extLst>
                <a:ext uri="{FF2B5EF4-FFF2-40B4-BE49-F238E27FC236}">
                  <a16:creationId xmlns:a16="http://schemas.microsoft.com/office/drawing/2014/main" id="{1B81E112-0E43-459C-9EAA-7FA3108FE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55332" name="Text Box 33">
              <a:extLst>
                <a:ext uri="{FF2B5EF4-FFF2-40B4-BE49-F238E27FC236}">
                  <a16:creationId xmlns:a16="http://schemas.microsoft.com/office/drawing/2014/main" id="{5938CA23-D8FF-417C-AEA8-344623280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55301" name="Line 40">
            <a:extLst>
              <a:ext uri="{FF2B5EF4-FFF2-40B4-BE49-F238E27FC236}">
                <a16:creationId xmlns:a16="http://schemas.microsoft.com/office/drawing/2014/main" id="{FD17C491-8509-4080-AB85-9DF4D62463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2" name="Line 41">
            <a:extLst>
              <a:ext uri="{FF2B5EF4-FFF2-40B4-BE49-F238E27FC236}">
                <a16:creationId xmlns:a16="http://schemas.microsoft.com/office/drawing/2014/main" id="{EA05AB58-429D-4EE1-ACB8-97CF3BF7B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3" name="Line 42">
            <a:extLst>
              <a:ext uri="{FF2B5EF4-FFF2-40B4-BE49-F238E27FC236}">
                <a16:creationId xmlns:a16="http://schemas.microsoft.com/office/drawing/2014/main" id="{52D6059D-3596-40C7-8CC4-9BD1EC681B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3908425"/>
            <a:ext cx="2452687" cy="18970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4" name="Line 43">
            <a:extLst>
              <a:ext uri="{FF2B5EF4-FFF2-40B4-BE49-F238E27FC236}">
                <a16:creationId xmlns:a16="http://schemas.microsoft.com/office/drawing/2014/main" id="{C90DD43F-7C92-417B-9967-61CD91E0BE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56100" y="2133600"/>
            <a:ext cx="1155700" cy="1778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7" name="Line 39">
            <a:extLst>
              <a:ext uri="{FF2B5EF4-FFF2-40B4-BE49-F238E27FC236}">
                <a16:creationId xmlns:a16="http://schemas.microsoft.com/office/drawing/2014/main" id="{5DB08C92-03DE-4DA8-9582-CF8EFD4CE8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3921125"/>
            <a:ext cx="301625" cy="1884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6" name="Slide Number Placeholder 1">
            <a:extLst>
              <a:ext uri="{FF2B5EF4-FFF2-40B4-BE49-F238E27FC236}">
                <a16:creationId xmlns:a16="http://schemas.microsoft.com/office/drawing/2014/main" id="{601108F3-63BE-4B6D-85FE-24AE647946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53DB58-73AC-49DB-8AA0-AC422C6AC356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3">
            <a:extLst>
              <a:ext uri="{FF2B5EF4-FFF2-40B4-BE49-F238E27FC236}">
                <a16:creationId xmlns:a16="http://schemas.microsoft.com/office/drawing/2014/main" id="{D4623306-58E5-4041-806A-F3D27E42F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hi-IN" sz="2000" b="1">
                <a:latin typeface="Arial" panose="020B0604020202020204" pitchFamily="34" charset="0"/>
              </a:rPr>
              <a:t>Prim’s Algorithm</a:t>
            </a:r>
            <a:endParaRPr lang="en-US" altLang="hi-IN" sz="2000" b="1">
              <a:latin typeface="Arial" panose="020B0604020202020204" pitchFamily="34" charset="0"/>
            </a:endParaRPr>
          </a:p>
        </p:txBody>
      </p:sp>
      <p:grpSp>
        <p:nvGrpSpPr>
          <p:cNvPr id="56323" name="Group 8">
            <a:extLst>
              <a:ext uri="{FF2B5EF4-FFF2-40B4-BE49-F238E27FC236}">
                <a16:creationId xmlns:a16="http://schemas.microsoft.com/office/drawing/2014/main" id="{B5A290AF-1FDE-4F2F-86D4-632683F8F20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56331" name="Line 9">
              <a:extLst>
                <a:ext uri="{FF2B5EF4-FFF2-40B4-BE49-F238E27FC236}">
                  <a16:creationId xmlns:a16="http://schemas.microsoft.com/office/drawing/2014/main" id="{E9B637AF-2ED5-4BF8-BB54-297C84E6D4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32" name="Line 10">
              <a:extLst>
                <a:ext uri="{FF2B5EF4-FFF2-40B4-BE49-F238E27FC236}">
                  <a16:creationId xmlns:a16="http://schemas.microsoft.com/office/drawing/2014/main" id="{FEFEFE8F-0A4A-4D6C-917F-103F718730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33" name="Line 11">
              <a:extLst>
                <a:ext uri="{FF2B5EF4-FFF2-40B4-BE49-F238E27FC236}">
                  <a16:creationId xmlns:a16="http://schemas.microsoft.com/office/drawing/2014/main" id="{5E0C41F1-B27B-4C52-9BF5-AC05C425C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34" name="Line 12">
              <a:extLst>
                <a:ext uri="{FF2B5EF4-FFF2-40B4-BE49-F238E27FC236}">
                  <a16:creationId xmlns:a16="http://schemas.microsoft.com/office/drawing/2014/main" id="{7229A8FE-F074-442D-8D50-019A63967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35" name="Line 13">
              <a:extLst>
                <a:ext uri="{FF2B5EF4-FFF2-40B4-BE49-F238E27FC236}">
                  <a16:creationId xmlns:a16="http://schemas.microsoft.com/office/drawing/2014/main" id="{75C6AD06-FC22-47DC-BBBB-580D34E61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36" name="Line 14">
              <a:extLst>
                <a:ext uri="{FF2B5EF4-FFF2-40B4-BE49-F238E27FC236}">
                  <a16:creationId xmlns:a16="http://schemas.microsoft.com/office/drawing/2014/main" id="{3B5A045F-F7B8-4E7B-96E2-755146D4DA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37" name="Line 15">
              <a:extLst>
                <a:ext uri="{FF2B5EF4-FFF2-40B4-BE49-F238E27FC236}">
                  <a16:creationId xmlns:a16="http://schemas.microsoft.com/office/drawing/2014/main" id="{15C4EC85-1301-4B60-9A7F-82481974B6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38" name="Line 16">
              <a:extLst>
                <a:ext uri="{FF2B5EF4-FFF2-40B4-BE49-F238E27FC236}">
                  <a16:creationId xmlns:a16="http://schemas.microsoft.com/office/drawing/2014/main" id="{25673196-94B0-4F37-935B-2A0395685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39" name="Line 17">
              <a:extLst>
                <a:ext uri="{FF2B5EF4-FFF2-40B4-BE49-F238E27FC236}">
                  <a16:creationId xmlns:a16="http://schemas.microsoft.com/office/drawing/2014/main" id="{A69229BA-E4B1-4893-A839-5D95B3232B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0" name="Line 18">
              <a:extLst>
                <a:ext uri="{FF2B5EF4-FFF2-40B4-BE49-F238E27FC236}">
                  <a16:creationId xmlns:a16="http://schemas.microsoft.com/office/drawing/2014/main" id="{6E14C056-8604-4579-A6FB-1CE16C3232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1" name="Text Box 19">
              <a:extLst>
                <a:ext uri="{FF2B5EF4-FFF2-40B4-BE49-F238E27FC236}">
                  <a16:creationId xmlns:a16="http://schemas.microsoft.com/office/drawing/2014/main" id="{986EF46E-C3CD-4885-B2D1-6FF757841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A</a:t>
              </a:r>
            </a:p>
          </p:txBody>
        </p:sp>
        <p:sp>
          <p:nvSpPr>
            <p:cNvPr id="56342" name="Text Box 20">
              <a:extLst>
                <a:ext uri="{FF2B5EF4-FFF2-40B4-BE49-F238E27FC236}">
                  <a16:creationId xmlns:a16="http://schemas.microsoft.com/office/drawing/2014/main" id="{5BA5A8B6-20C4-44B0-BFD8-6DEA6B583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F</a:t>
              </a:r>
            </a:p>
          </p:txBody>
        </p:sp>
        <p:sp>
          <p:nvSpPr>
            <p:cNvPr id="56343" name="Text Box 21">
              <a:extLst>
                <a:ext uri="{FF2B5EF4-FFF2-40B4-BE49-F238E27FC236}">
                  <a16:creationId xmlns:a16="http://schemas.microsoft.com/office/drawing/2014/main" id="{A42AE36C-DC17-47D2-ABEE-BE027EF48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B</a:t>
              </a:r>
            </a:p>
          </p:txBody>
        </p:sp>
        <p:sp>
          <p:nvSpPr>
            <p:cNvPr id="56344" name="Text Box 22">
              <a:extLst>
                <a:ext uri="{FF2B5EF4-FFF2-40B4-BE49-F238E27FC236}">
                  <a16:creationId xmlns:a16="http://schemas.microsoft.com/office/drawing/2014/main" id="{BBF8F64D-F626-409B-81EF-FF3D26D5D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C</a:t>
              </a:r>
            </a:p>
          </p:txBody>
        </p:sp>
        <p:sp>
          <p:nvSpPr>
            <p:cNvPr id="56345" name="Text Box 23">
              <a:extLst>
                <a:ext uri="{FF2B5EF4-FFF2-40B4-BE49-F238E27FC236}">
                  <a16:creationId xmlns:a16="http://schemas.microsoft.com/office/drawing/2014/main" id="{74FC979A-0173-4F33-A5A9-16FFC00A8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D</a:t>
              </a:r>
            </a:p>
          </p:txBody>
        </p:sp>
        <p:sp>
          <p:nvSpPr>
            <p:cNvPr id="56346" name="Text Box 24">
              <a:extLst>
                <a:ext uri="{FF2B5EF4-FFF2-40B4-BE49-F238E27FC236}">
                  <a16:creationId xmlns:a16="http://schemas.microsoft.com/office/drawing/2014/main" id="{45165D52-2C9E-4E27-B219-C6CCE2B1B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E</a:t>
              </a:r>
            </a:p>
          </p:txBody>
        </p:sp>
        <p:sp>
          <p:nvSpPr>
            <p:cNvPr id="56347" name="Text Box 25">
              <a:extLst>
                <a:ext uri="{FF2B5EF4-FFF2-40B4-BE49-F238E27FC236}">
                  <a16:creationId xmlns:a16="http://schemas.microsoft.com/office/drawing/2014/main" id="{7DD3D5DE-740F-4126-86F8-419DA223B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2</a:t>
              </a:r>
            </a:p>
          </p:txBody>
        </p:sp>
        <p:sp>
          <p:nvSpPr>
            <p:cNvPr id="56348" name="Text Box 26">
              <a:extLst>
                <a:ext uri="{FF2B5EF4-FFF2-40B4-BE49-F238E27FC236}">
                  <a16:creationId xmlns:a16="http://schemas.microsoft.com/office/drawing/2014/main" id="{7CC4F9DF-0B2A-4321-904E-16BEC1B7F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7</a:t>
              </a:r>
            </a:p>
          </p:txBody>
        </p:sp>
        <p:sp>
          <p:nvSpPr>
            <p:cNvPr id="56349" name="Text Box 27">
              <a:extLst>
                <a:ext uri="{FF2B5EF4-FFF2-40B4-BE49-F238E27FC236}">
                  <a16:creationId xmlns:a16="http://schemas.microsoft.com/office/drawing/2014/main" id="{14E47DC4-8966-426D-A1E1-9394B363F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6350" name="Text Box 28">
              <a:extLst>
                <a:ext uri="{FF2B5EF4-FFF2-40B4-BE49-F238E27FC236}">
                  <a16:creationId xmlns:a16="http://schemas.microsoft.com/office/drawing/2014/main" id="{279CC863-3CCC-491B-B271-916A9D7B1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6351" name="Text Box 29">
              <a:extLst>
                <a:ext uri="{FF2B5EF4-FFF2-40B4-BE49-F238E27FC236}">
                  <a16:creationId xmlns:a16="http://schemas.microsoft.com/office/drawing/2014/main" id="{EBB5A3CC-7F10-4658-A20C-7777D2ABC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  <p:sp>
          <p:nvSpPr>
            <p:cNvPr id="56352" name="Text Box 30">
              <a:extLst>
                <a:ext uri="{FF2B5EF4-FFF2-40B4-BE49-F238E27FC236}">
                  <a16:creationId xmlns:a16="http://schemas.microsoft.com/office/drawing/2014/main" id="{CD1C950F-3377-48FC-A9A7-934BAD405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6</a:t>
              </a:r>
            </a:p>
          </p:txBody>
        </p:sp>
        <p:sp>
          <p:nvSpPr>
            <p:cNvPr id="56353" name="Text Box 31">
              <a:extLst>
                <a:ext uri="{FF2B5EF4-FFF2-40B4-BE49-F238E27FC236}">
                  <a16:creationId xmlns:a16="http://schemas.microsoft.com/office/drawing/2014/main" id="{E1261B2D-C74B-44A3-A093-098386BEE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4</a:t>
              </a:r>
            </a:p>
          </p:txBody>
        </p:sp>
        <p:sp>
          <p:nvSpPr>
            <p:cNvPr id="56354" name="Text Box 32">
              <a:extLst>
                <a:ext uri="{FF2B5EF4-FFF2-40B4-BE49-F238E27FC236}">
                  <a16:creationId xmlns:a16="http://schemas.microsoft.com/office/drawing/2014/main" id="{29A4CCBC-AD7A-406B-A500-15F790721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5</a:t>
              </a:r>
            </a:p>
          </p:txBody>
        </p:sp>
        <p:sp>
          <p:nvSpPr>
            <p:cNvPr id="56355" name="Text Box 33">
              <a:extLst>
                <a:ext uri="{FF2B5EF4-FFF2-40B4-BE49-F238E27FC236}">
                  <a16:creationId xmlns:a16="http://schemas.microsoft.com/office/drawing/2014/main" id="{2CF20A52-06F1-463A-B1F8-9E7955D68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3</a:t>
              </a:r>
            </a:p>
          </p:txBody>
        </p:sp>
        <p:sp>
          <p:nvSpPr>
            <p:cNvPr id="56356" name="Text Box 34">
              <a:extLst>
                <a:ext uri="{FF2B5EF4-FFF2-40B4-BE49-F238E27FC236}">
                  <a16:creationId xmlns:a16="http://schemas.microsoft.com/office/drawing/2014/main" id="{A288C6A4-9A26-4A25-BA4E-4E27BCC5C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hi-IN" sz="2000"/>
                <a:t>8</a:t>
              </a:r>
            </a:p>
          </p:txBody>
        </p:sp>
      </p:grpSp>
      <p:sp>
        <p:nvSpPr>
          <p:cNvPr id="38953" name="Text Box 41">
            <a:extLst>
              <a:ext uri="{FF2B5EF4-FFF2-40B4-BE49-F238E27FC236}">
                <a16:creationId xmlns:a16="http://schemas.microsoft.com/office/drawing/2014/main" id="{1915B249-B36D-4423-A75D-8D0647534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881312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Times New Roman" panose="02020603050405020304" pitchFamily="18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All vertices have been</a:t>
            </a:r>
          </a:p>
          <a:p>
            <a:pPr algn="ctr">
              <a:buFont typeface="Times New Roman" panose="02020603050405020304" pitchFamily="18" charset="0"/>
              <a:buNone/>
            </a:pPr>
            <a:r>
              <a:rPr lang="en-US" altLang="hi-IN" sz="2000">
                <a:latin typeface="Arial" panose="020B0604020202020204" pitchFamily="34" charset="0"/>
              </a:rPr>
              <a:t>connected.</a:t>
            </a:r>
          </a:p>
          <a:p>
            <a:pPr algn="ctr">
              <a:buFont typeface="Times New Roman" panose="02020603050405020304" pitchFamily="18" charset="0"/>
              <a:buNone/>
            </a:pPr>
            <a:endParaRPr lang="en-GB" altLang="hi-IN" sz="2000">
              <a:latin typeface="Arial" panose="020B0604020202020204" pitchFamily="34" charset="0"/>
            </a:endParaRPr>
          </a:p>
          <a:p>
            <a:pPr algn="ctr">
              <a:buFont typeface="Times New Roman" panose="02020603050405020304" pitchFamily="18" charset="0"/>
              <a:buNone/>
            </a:pPr>
            <a:r>
              <a:rPr lang="en-GB" altLang="hi-IN" sz="2000">
                <a:latin typeface="Arial" panose="020B0604020202020204" pitchFamily="34" charset="0"/>
              </a:rPr>
              <a:t>The solution is</a:t>
            </a:r>
            <a:endParaRPr lang="en-US" altLang="hi-IN" sz="2000">
              <a:latin typeface="Arial" panose="020B0604020202020204" pitchFamily="34" charset="0"/>
            </a:endParaRPr>
          </a:p>
          <a:p>
            <a:pPr algn="ctr">
              <a:buFont typeface="Verdana" panose="020B0604030504040204" pitchFamily="34" charset="0"/>
              <a:buNone/>
            </a:pPr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AB 3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AE 4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ED 2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DC 4</a:t>
            </a:r>
          </a:p>
          <a:p>
            <a:pPr algn="ctr" eaLnBrk="1" hangingPunct="1"/>
            <a:r>
              <a:rPr lang="en-GB" altLang="hi-IN" sz="2000" b="1">
                <a:latin typeface="Arial" panose="020B0604020202020204" pitchFamily="34" charset="0"/>
              </a:rPr>
              <a:t>EF 5</a:t>
            </a:r>
          </a:p>
          <a:p>
            <a:pPr algn="ctr" eaLnBrk="1" hangingPunct="1"/>
            <a:endParaRPr lang="en-GB" altLang="hi-IN" sz="2000" b="1">
              <a:latin typeface="Arial" panose="020B0604020202020204" pitchFamily="34" charset="0"/>
            </a:endParaRPr>
          </a:p>
          <a:p>
            <a:pPr algn="ctr" eaLnBrk="1" hangingPunct="1"/>
            <a:endParaRPr lang="en-GB" altLang="hi-IN" sz="2000">
              <a:latin typeface="Arial" panose="020B0604020202020204" pitchFamily="34" charset="0"/>
            </a:endParaRPr>
          </a:p>
          <a:p>
            <a:pPr algn="ctr" eaLnBrk="1" hangingPunct="1"/>
            <a:r>
              <a:rPr lang="en-GB" altLang="hi-IN" sz="2000">
                <a:latin typeface="Arial" panose="020B0604020202020204" pitchFamily="34" charset="0"/>
              </a:rPr>
              <a:t>Total weight of tree: 18</a:t>
            </a:r>
          </a:p>
          <a:p>
            <a:pPr algn="ctr" eaLnBrk="1" hangingPunct="1"/>
            <a:endParaRPr lang="en-US" altLang="hi-IN" sz="2000">
              <a:latin typeface="Arial" panose="020B0604020202020204" pitchFamily="34" charset="0"/>
            </a:endParaRPr>
          </a:p>
        </p:txBody>
      </p:sp>
      <p:sp>
        <p:nvSpPr>
          <p:cNvPr id="56325" name="Line 42">
            <a:extLst>
              <a:ext uri="{FF2B5EF4-FFF2-40B4-BE49-F238E27FC236}">
                <a16:creationId xmlns:a16="http://schemas.microsoft.com/office/drawing/2014/main" id="{55BAFFFC-AD89-450D-BE78-CF9D8D33A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6" name="Line 43">
            <a:extLst>
              <a:ext uri="{FF2B5EF4-FFF2-40B4-BE49-F238E27FC236}">
                <a16:creationId xmlns:a16="http://schemas.microsoft.com/office/drawing/2014/main" id="{5A084301-F7E0-4066-B847-3F5A40F78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7" name="Line 44">
            <a:extLst>
              <a:ext uri="{FF2B5EF4-FFF2-40B4-BE49-F238E27FC236}">
                <a16:creationId xmlns:a16="http://schemas.microsoft.com/office/drawing/2014/main" id="{89A29B97-3634-4E39-90F5-5E97B642D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3908425"/>
            <a:ext cx="2452687" cy="18970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8" name="Line 45">
            <a:extLst>
              <a:ext uri="{FF2B5EF4-FFF2-40B4-BE49-F238E27FC236}">
                <a16:creationId xmlns:a16="http://schemas.microsoft.com/office/drawing/2014/main" id="{4348AD46-F5A4-43F8-B2B6-FD0738ADB4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56100" y="2133600"/>
            <a:ext cx="1155700" cy="1778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9" name="Line 46">
            <a:extLst>
              <a:ext uri="{FF2B5EF4-FFF2-40B4-BE49-F238E27FC236}">
                <a16:creationId xmlns:a16="http://schemas.microsoft.com/office/drawing/2014/main" id="{EF2F6623-83CD-4337-BEFD-26BFABFAEC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3921125"/>
            <a:ext cx="301625" cy="18843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0" name="Slide Number Placeholder 1">
            <a:extLst>
              <a:ext uri="{FF2B5EF4-FFF2-40B4-BE49-F238E27FC236}">
                <a16:creationId xmlns:a16="http://schemas.microsoft.com/office/drawing/2014/main" id="{83454296-7B78-4A03-B045-2429AF8A3C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62AD26-5F01-40A5-B02A-0D07289E370A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hi-I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5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>
            <a:extLst>
              <a:ext uri="{FF2B5EF4-FFF2-40B4-BE49-F238E27FC236}">
                <a16:creationId xmlns:a16="http://schemas.microsoft.com/office/drawing/2014/main" id="{68B8D39B-AD22-48D7-A8E3-60FB8E72E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71600"/>
            <a:ext cx="809307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hi-IN" sz="2000">
                <a:latin typeface="Verdana" panose="020B0604030504040204" pitchFamily="34" charset="0"/>
              </a:rPr>
              <a:t>Both algorithms will always give solutions with the same length.</a:t>
            </a:r>
          </a:p>
          <a:p>
            <a:pPr eaLnBrk="1" hangingPunct="1"/>
            <a:endParaRPr lang="en-GB" altLang="hi-IN" sz="2000">
              <a:latin typeface="Verdana" panose="020B0604030504040204" pitchFamily="34" charset="0"/>
            </a:endParaRPr>
          </a:p>
          <a:p>
            <a:pPr eaLnBrk="1" hangingPunct="1"/>
            <a:r>
              <a:rPr lang="en-GB" altLang="hi-IN" sz="2000">
                <a:latin typeface="Verdana" panose="020B0604030504040204" pitchFamily="34" charset="0"/>
              </a:rPr>
              <a:t>They will usually select edges in a different order – you must show this in your workings.</a:t>
            </a:r>
          </a:p>
          <a:p>
            <a:pPr eaLnBrk="1" hangingPunct="1"/>
            <a:endParaRPr lang="en-GB" altLang="hi-IN" sz="2000">
              <a:latin typeface="Verdana" panose="020B0604030504040204" pitchFamily="34" charset="0"/>
            </a:endParaRPr>
          </a:p>
          <a:p>
            <a:pPr eaLnBrk="1" hangingPunct="1"/>
            <a:r>
              <a:rPr lang="en-GB" altLang="hi-IN" sz="2000">
                <a:latin typeface="Verdana" panose="020B0604030504040204" pitchFamily="34" charset="0"/>
              </a:rPr>
              <a:t>Occasionally they will use different edges – this may happen when you have to choose between edges with the same length. In this case there is more than one minimum connector for the network.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5A8D4693-DA21-4FD8-874F-F93F72DA9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1000"/>
            <a:ext cx="586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hi-IN" sz="2000">
                <a:latin typeface="Verdana" panose="020B0604030504040204" pitchFamily="34" charset="0"/>
              </a:rPr>
              <a:t>Some points to note</a:t>
            </a:r>
          </a:p>
        </p:txBody>
      </p:sp>
      <p:sp>
        <p:nvSpPr>
          <p:cNvPr id="57348" name="Slide Number Placeholder 1">
            <a:extLst>
              <a:ext uri="{FF2B5EF4-FFF2-40B4-BE49-F238E27FC236}">
                <a16:creationId xmlns:a16="http://schemas.microsoft.com/office/drawing/2014/main" id="{BA55F8B4-2E76-4791-A518-991528E836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E4383B-EE90-4C4A-9705-3C48BF4A5D10}" type="slidenum">
              <a:rPr lang="en-US" altLang="hi-IN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hi-I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2289</TotalTime>
  <Words>3606</Words>
  <Application>Microsoft Office PowerPoint</Application>
  <PresentationFormat>On-screen Show (4:3)</PresentationFormat>
  <Paragraphs>2204</Paragraphs>
  <Slides>54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Times New Roman</vt:lpstr>
      <vt:lpstr>Arial</vt:lpstr>
      <vt:lpstr>Calibri</vt:lpstr>
      <vt:lpstr>Mangal</vt:lpstr>
      <vt:lpstr>Symbol</vt:lpstr>
      <vt:lpstr>Verdana</vt:lpstr>
      <vt:lpstr>Franklin Gothic Medium</vt:lpstr>
      <vt:lpstr>Aparajita</vt:lpstr>
      <vt:lpstr>Default Design</vt:lpstr>
      <vt:lpstr>Minimum Spanning Trees</vt:lpstr>
      <vt:lpstr>Definition</vt:lpstr>
      <vt:lpstr>Algorithm Characteristics</vt:lpstr>
      <vt:lpstr>Prim’s Algorithm</vt:lpstr>
      <vt:lpstr>Walk-Through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cable company want to connect five villages to their network     which currently extends to the market town of Avonford. What is the minimum length of cable needed?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Supriya</dc:creator>
  <cp:lastModifiedBy>Supriya M</cp:lastModifiedBy>
  <cp:revision>100</cp:revision>
  <dcterms:created xsi:type="dcterms:W3CDTF">1601-01-01T00:00:00Z</dcterms:created>
  <dcterms:modified xsi:type="dcterms:W3CDTF">2021-04-27T15:50:37Z</dcterms:modified>
</cp:coreProperties>
</file>