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91" r:id="rId23"/>
    <p:sldId id="277" r:id="rId24"/>
    <p:sldId id="278" r:id="rId25"/>
    <p:sldId id="281" r:id="rId26"/>
    <p:sldId id="279" r:id="rId27"/>
    <p:sldId id="280" r:id="rId28"/>
    <p:sldId id="282" r:id="rId29"/>
    <p:sldId id="283" r:id="rId30"/>
    <p:sldId id="284" r:id="rId31"/>
    <p:sldId id="285" r:id="rId32"/>
    <p:sldId id="286" r:id="rId33"/>
    <p:sldId id="287" r:id="rId34"/>
    <p:sldId id="288" r:id="rId35"/>
    <p:sldId id="28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6T04:55:40.498"/>
    </inkml:context>
    <inkml:brush xml:id="br0">
      <inkml:brushProperty name="width" value="0.05292" units="cm"/>
      <inkml:brushProperty name="height" value="0.05292" units="cm"/>
      <inkml:brushProperty name="color" value="#FF0000"/>
    </inkml:brush>
  </inkml:definitions>
  <inkml:trace contextRef="#ctx0" brushRef="#br0">11477 7633 0,'0'0'16,"0"0"0,0 0-16,0-9 0,-9-10 15,-1 10 1,1-9-16,-10-1 16,-9 1-1,-10-1-15,1 10 16,-1 0-1,0 9 1,1 9-16,-10 0 16,9 10-1,-9 18-15,9-1 16,1 11-16,8-1 16,11 0-16,8-9 15,10-9 1,0-10-16,10-9 15,-1 0-15,10-9 16,9 0 0,0-9-16,1-9 15,-1-1 1,0 1-16,0-1 16,-9 1-16,0 9 15,-10-1-15,1 1 31,-1 9-15,0 0-16,1 0 16,-1 9-16,10 10 0,9 9 31,19 18-31,10 9 16,18-9-16,19-9 15,19-18 1,-113-19-16</inkml:trace>
  <inkml:trace contextRef="#ctx0" brushRef="#br0" timeOffset="803.21">13716 7347 0,'0'0'0,"0"0"16,0 18-16,0 19 15,0 37 1,0 18-16,0 1 16,9-10-1,1 9-15,-10-27 16,9-19-16,-9 0 16,0-28-16,0 10 15,0-19 1,0-9-16,0 0 15,0 0 1,0 0-16,0 0 16,0 0-16,10-18 15,18-19-15,0 0 16,0 0 0,10 9-16,-10 1 15,0 8-15,1 10 16,-11 0-1,1 9 1,0 0-16,0 9 16,-10 9-1,1 10-15,-1 0 16,-9 0 0,0-1-16,0 1 15,-9-10 1,-10 1-16,0-1 0,-9-9 15,9 1 1,-9-1-16,0-9 16,28 0-1</inkml:trace>
  <inkml:trace contextRef="#ctx0" brushRef="#br0" timeOffset="1390.1">16877 7430 0,'0'0'0,"-10"-9"16,-8 9-1,-20 0-15,-9 0 16,-19 9 0,-9 19-16,0 8 15,-1 20-15,20-1 16,9-9-16,9 1 15,10 8 1,19-9-16,18-9 16,10 18-16,9-27 15,19-9 1,38-1-16,37-18 31,-9-18-31,19-19 16,-132 37-1</inkml:trace>
  <inkml:trace contextRef="#ctx0" brushRef="#br0" timeOffset="2175.33">18994 7891 0,'0'0'0,"0"0"16,0 0-16,0 0 16,0 0-16,0 0 15,0-9-15,0 0 16,-10 0 0,-9-1-16,-18-8 15,-1 9 1,0 0-16,-9 9 0,10 0 15,-1 9 17,1 18-32,8-8 0,10 9 31,10 9-31,9-10 16,9 1-16,1-10 15,9-8-15,9-1 16,10 0-1,-1-18-15,1-10 16,-1-8 0,1-10-16,9-19 15,-9-8-15,-1-1 16,-8-18-16,-11 18 16,1 1-1,0-1-15,-10 28 16,1 0-16,-1 19 15,-9-1 1,0 10-16,0 9 31,0 0-31,0 0 16,10 9-16,-1 28 16,0 37-1,10 19-15,0-20 16,0 1-1,9 0-15,0-19 16,19-8-16,-47-47 16</inkml:trace>
  <inkml:trace contextRef="#ctx0" brushRef="#br0" timeOffset="2877.55">21693 7679 0,'0'0'0,"0"0"15,0 0 1,0 0-16,0 0 15,0 0 1,0 0-16,0 0 16,10 0-1,9-9-15,9 0 16,10-19 0,-10-9-16,0 9 15,-9 1-15,0-1 16,-10 0-1,0 10-15,-9 9 16,0-1-16,0 1 16,-9 0-16,0 9 15,-20 0 1,-8 9-16,-10 10 16,0 8-1,0 19-15,9-9 16,0 9-1,10 1 1,9 8-16,19-18 16,10 0-16,27 9 15,39-9-15,37-19 16,46-45 0,-17-10-16,-11-46 15,-131 83 1</inkml:trace>
  <inkml:trace contextRef="#ctx0" brushRef="#br0" timeOffset="4381.37">2709 10651 0,'0'0'16,"0"0"-16,0 0 16,10-18-1,9-19-15,18-37 16,20-9-16,37-56 15,37-18 1,-8 10-16,-39 17 16,-8 29-16,-29 27 15,-10-9 1,-8 28-16,-20 18 16,-9 9-1,-9 19-15,-10 9 16,-28 18-1,-19 28 1,-9 28-16,18 19 16,10 8-1,28-27-15,19-9 16,19-10 0,19 0-16,18 1 15,1-10-15,-1-9 16,0 9-16,-8-9 15,-20-9 1,0-1-16,-9-8 16,-10-1-16,-9 1 15,0-1 1,0-9 0,-9 1-1,-1-1-15,10-9 16,0 0-16,0 0 15,0-19 1,10-8-16,18-29 16,10 1-1,-1 9-15,-9 9 0,1 9 16,-10 19 0,9 0-16,-9 18 15,-1 9 1,1 10-16,9 18 15,-9-9 1,0 0-16,0-9 0,0-10 16,-1-9-1,11-9-15,-1 0 16,0-18 0,0-10-16,-9 10 15,-9-10-15,-1 0 31,-9 1-31,-9-1 16,-10-9 0,-19 9-16,-18 1 15,-1 17-15,-9 10 16,10 10 0,0 27-16,18 9 15,19 0-15,19-46 16</inkml:trace>
  <inkml:trace contextRef="#ctx0" brushRef="#br0" timeOffset="5252.68">4252 10079 0,'0'0'0,"0"0"16,19 0-1,9 9-15,19 9 16,10 19-16,-20 0 16,1 9-16,-19 1 15,-10-10 1,-9-1-16,0-8 15,0-19 1,0 1 0,0-10-16,0 0 15,0 0 1,0-19-16,0-36 16,19-28-1,9 0-15,10-37 16,-1 9-1,-8-9-15,-1 28 0,-9 27 16,-10-9 0,1 28-16,-10 9 15,0 19 1,0 8-16,0 10 16,0 0-16,0 10 15,9 27-15,0 55 16,1 0-1,-1 19-15,-9 0 16,10-10-16,8-9 16,1-27-1,0-19-15,0-9 32,9-9-32,0-19 15,10-9-15,0-9 16,9-19-1,-10 0-15,-9-8 16,1-1-16,-11 9 16,-8-9-1,-1 0-15,-9 9 16,0 10-16,0 18 16,0 0-16,0 0 15,0 0 1,-9 18-16,-1 1 15,10 9 1,10 8 0,-1-8-1,10 0-15,9-10 16,19 1 0,0-10-16,0-18 15,-9-10-15,-10-18 16,-28 37-1</inkml:trace>
  <inkml:trace contextRef="#ctx0" brushRef="#br0" timeOffset="5469.05">4694 9977 0,'0'0'0,"19"-9"15,19 0-15,37-19 16,28 0 0,10-9-16,28 1 15,1-1-15,-142 37 32</inkml:trace>
  <inkml:trace contextRef="#ctx0" brushRef="#br0" timeOffset="5988.09">6040 9719 0,'0'0'0,"0"0"15,0 0-15,-10 9 16,-9 10-16,-9 8 16,-10 10-1,-9 9-15,0 10 16,10-1-1,9 0-15,9-8 16,9-11 0,10-8-1,10-9-15,9-10 16,28-9 0,28-37-16,-9-9 15,-10 9 1,1-19-16,-20 10 15,-9-9 1,1-19-16,-11-18 16,-8-28-16,-10 9 0,-10-18 15,10 37 1,0 27-16,-9 10 16,0 18-1,9 18 1,0 19-16,0 0 15,0 19 1,0 36-16,18 56 16,1 36-1,0 10-15,9 10 16,-9-38 0,9-9-16,10-28 0,0-37 15,-38-55 1</inkml:trace>
  <inkml:trace contextRef="#ctx0" brushRef="#br0" timeOffset="6720.95">7140 9820 0,'0'10'0,"-9"17"16,-1 29 0,1 17-16,9-8 0,9-10 15,10-27 1,0-9-16,9-1 15,19-18 1,19-28-16,9-18 16,-18-9-16,-1-1 31,-18 1-31,0-28 16,-20 9-1,-8 10-15,-10 17 16,-19 11-16,-9 17 15,-10 1 1,-18 18-16,-1 18 16,-9 37-16,10 1 15,18 18-15,19-28 16,19-9 0,0-37-16</inkml:trace>
  <inkml:trace contextRef="#ctx0" brushRef="#br0" timeOffset="7122.13">7723 9700 0,'0'0'15,"0"0"-15,10-9 16,-1 9 0,1-9-16,-1 9 15,10 0 1,0 0-1,0 0-15,9 9 16,0 10 0,0 8-16,-9 1 15,0 0-15,-10-1 16,1 1 0,-10 0-16,0-10 15,0 1-15,0-10 16,0-9-16,0 0 15,0 0 1,-10 0-16,1-19 16,-1-18-1,10-9 1,10-9-16,9 0 16,18-1-1,20 1-15,-57 55 16</inkml:trace>
  <inkml:trace contextRef="#ctx0" brushRef="#br0" timeOffset="8176.69">8598 9433 0,'0'0'15,"0"0"1,0 0-16,0 0 16,0 0-16,0 0 15,-9 9 1,-10 0-16,-18 10 31,-1-1-31,-9 10 16,0-1-16,-10 20 15,20-10 1,9 9-16,9 0 16,9-9-1,20-10-15,9 1 16,9-9-16,19-10 15,9-18-15,10-19 16,0-18 0,-10-10-16,-18 1 15,-10 0 1,0-10-16,-9-9 16,0-27-16,-10 18 15,1 9-15,-10 28 16,0 9-1,0 9-15,0 10 16,0 18-16,0 0 16,0 0-1,-10 18 1,1 19 0,0 46-16,-1-9 15,10 18-15,10-9 16,-1 0-1,0-18-15,10-1 16,0-8 0,0-28-16,9-1 15,10-8-15,9-1 16,9-18-16,1-18 16,-10-10-1,0-9-15,0-9 16,-10 0-1,-8 0 1,-11 9-16,-8 0 16,-10 0-1,0 9-15,0 0 16,-10 10 0,1 9-16,0 0 15,-10 9 1,0 9-16,-9 9 0,9 10 15,0 9 1,19 18-16,0-9 16,19 1-16,19-11 15,18-8 1,19-19-16,10-18 16,0-19-16,-29-8 15,1-11 1,-20 10-1,-18 10-15,0-1 16,-10 0-16,1 19 16,-10 0-1,0 9 1,0 0-16,0 0 16,0 0-16,0 0 15,0 9 1,0 10-16,9 18 15,0 9 1,20 0-16,-29-46 16</inkml:trace>
  <inkml:trace contextRef="#ctx0" brushRef="#br0" timeOffset="8376.79">10452 9747 0,'0'0'16,"0"0"-16,0 0 15,0 0 1,0 0-16,0 0 0</inkml:trace>
  <inkml:trace contextRef="#ctx0" brushRef="#br0" timeOffset="8555.12">10216 9184 0,'0'0'0,"0"0"15,10 9 1,18 9-16,-28-18 16</inkml:trace>
  <inkml:trace contextRef="#ctx0" brushRef="#br0" timeOffset="10332.29">12333 9303 0,'0'0'16,"0"0"-16,-9-9 15,-1 0 1,1 0-16,-10-10 0,-9 10 15,0 0 1,-1 0-16,-8 9 16,-10 0-1,0 0-15,0 18 16,0 10-16,0 9 31,9 0-31,10 9 16,9 0-16,10 9 15,9-9 1,9-9-16,10-9 16,9-9-1,19-10-15,9-9 16,1-28-16,-10 10 16,0-10-16,-9-9 15,-10 0 1,-9 9-16,-1-9 15,-8 19 1,-1 0-16,-9-1 16,0 10-1,0 0 1,0 9-16,0 0 16,0 0-1,10 9-15,-1 0 16,0 10-16,10 8 15,10 10 1,-1 0-16,0 0 16,10 0-16,9 0 15,9-9-15,-56-28 16</inkml:trace>
  <inkml:trace contextRef="#ctx0" brushRef="#br0" timeOffset="10602.3">13264 9811 0,'0'0'16,"0"0"-1,0 0-15,-9 9 16,-10 19-16,-18 37 16,-10 8-1,-19 20-15,19-29 16,9-8-16,38-56 16</inkml:trace>
  <inkml:trace contextRef="#ctx0" brushRef="#br0" timeOffset="11921.74">14403 9562 0,'0'0'16,"0"0"-16,0 0 16,-10-9-16,1-1 31,0-8-31,-10 0 0,0-10 16,-9 0-1,-1 0-15,-8 10 16,-1 0-1,1 8-15,-1 10 16,-9 0 0,0 19-16,9-1 15,1 19 1,8 0-16,11 18 16,-1 10-1,19-19-15,0 10 0,9-19 16,1-19-1,8 10-15,1-10 16,0-18-16,9-9 16,10-10-1,-1-17-15,11-29 32,-1 10-32,-10-19 15,1-9 1,9-10-16,-10 10 15,-8 9-15,-1-9 16,-9 10 0,0-1-16,-10 28 15,0-1-15,-9 10 16,0 10 0,0 18-1,0-1-15,0 10 16,0 0-16,0 0 15,-9 19-15,0 18 16,-1 18-16,1 10 16,-10 9-16,10 18 15,-1 9 1,10-36-16,0 9 16,10 9-1,8-19-15,1-8 16,0-19-1,9 0 1,0-10-16,-28-27 16</inkml:trace>
  <inkml:trace contextRef="#ctx0" brushRef="#br0" timeOffset="12176.42">15089 9710 0,'0'0'15,"0"0"-15,0 0 32,0 9-32,0 9 15,-9 19 1,0 19-16,-10 27 15,0-10 1,-9-8-16,28-65 16</inkml:trace>
  <inkml:trace contextRef="#ctx0" brushRef="#br0" timeOffset="13141.12">15748 8879 0,'0'0'0,"0"0"16,9 18 0,1 1-16,-1 18 15,10 18-15,-10 19 16,10 18 0,-9 1-16,-1-20 15,0-8-15,1 0 16,-10-28-1,0-10-15,0-8 32,0-1-32,0-9 15,0 1-15,0-10 16,0 0 0,0 0-16,0 0 15,0 0 1,9-10-16,1-8 15,9-10-15,9-9 16,9 0-16,10 0 16,10 1-1,-10 17-15,0 1 16,-9 8 0,-10 10-1,0 10-15,-9-1 16,-10 9-1,1 1-15,-10-1 16,-10 19-16,-9-18 16,-9 8-1,-19 1-15,10-10 16,-11 1-16,11-10 16,-1 0-1,1 1-15,-1-10 16,38 0-16</inkml:trace>
  <inkml:trace contextRef="#ctx0" brushRef="#br0" timeOffset="13409.88">16689 9645 0,'0'0'0,"0"0"15,-10 9 1,-18 28-16,0 9 16,-19 10-16,-10 17 15,1 11 1,0-11-16,18-17 15,19-29-15,19-27 16</inkml:trace>
  <inkml:trace contextRef="#ctx0" brushRef="#br0" timeOffset="14381.91">17592 9220 0,'0'0'0,"0"0"16,0 0-16,0 0 15,-10 0 1,-8 10-16,-11-1 16,1 9-1,-9 10 1,-10 0-16,-10 9 16,1 9-1,9-9-15,9 0 16,10 0-1,9-1-15,10-8 16,9 9-16,9 9 16,10-9-16,28 0 15,19-18 1,28-1-16,9-27 16,-9-19-1,-18 10-15,-1-10 16,-75 28-16</inkml:trace>
  <inkml:trace contextRef="#ctx0" brushRef="#br0" timeOffset="14613.97">18269 9802 0,'0'0'16,"-9"18"-16,-19 19 15,-10 9 1,-19 10-16,-8 18 16,18-19-16,18-18 15,29-37-15</inkml:trace>
  <inkml:trace contextRef="#ctx0" brushRef="#br0" timeOffset="15262.27">19097 9174 0,'0'0'16,"0"0"0,0 0-16,0 0 15,0 0-15,0 10 16,9-1-1,1 0-15,-1 0 0,10 0 16,0-9 0,9 0-16,-9-9 15,9 0 1,-9 0-16,0-10 16,-10 10-16,1 0 31,-1 0-31,-9-1 15,0 1-15,0 0 16,-9 0 0,-10-1-16,0 1 15,-19 9 1,1 0-16,-1 9 16,10 10-16,-10-1 15,10 10-15,0 18 16,9 10-1,10-10-15,9 0 16,9-9-16,19 0 16,10-10-1,9 1 1,28-19 0,19 1-16,10-29 15,-1-9 1,10-9-16,-113 37 15</inkml:trace>
  <inkml:trace contextRef="#ctx0" brushRef="#br0" timeOffset="16319.27">13377 11749 0,'0'0'0,"0"0"16,0-9-16,0 9 31,0 0-31,0 0 16,0 0-1,0 0-15,0 19 16,0 17-16,-9 38 16,9 28-1,0 9-15,0 46 16,9 9-16,1 18 15,-1 19 1,19 19-16,1 9 16,8-1-16,1 10 15,-1 19 1,-8-38-16,8 19 31,-18-18-31,0-1 16,-19-55-16,0-36 15,-9-1 1,-1-28-16,-9-27 16,1 0-1,-1 0-15,9-19 16,-9 1-16,1 27 16,-1-10-16,0 1 15,10 0 1,-1 9-16,1-18 15,-1-10-15,1-9 16,0 0 0,-1-9-16,1-9 15,9-28-15</inkml:trace>
  <inkml:trace contextRef="#ctx0" brushRef="#br0" timeOffset="17785.08">13406 16346 0,'0'0'15,"0"0"-15,0 0 16,0 0-1,0 0 1,0 0-16,0 0 16,0 0-16,0 0 15,0 0 1,0 0-16,0 0 16,0 0-1,0 0-15,0 0 16,0 0-1,9 18-15,0 19 16,1 0-16,-10 0 16,9 18-1,-9 10-15,10 0 16,-1 8-16,0-8 16,1-10-16,-10 1 15,9-10 1,-9-9-16,0-10 15,0-8 1,0-1-16,0 1 16,0-10-16,0 0 15,0-9-15,0 10 16,0-10 0,0 0-16,0 0 15,0 9-15,0-9 16,0 0-1,0 0 1,0 0 0,0 0-16,0 0 15,0 0 1,0 0-16,0 0 16,0 0-16,0 0 15,0 0 1,0 0-16,0 0 15,0 0-15,0 0 16,10 9-16,-1 0 16,10 0-1,9 1-15,19-1 16,10 0-16,18 0 31,28-9-31,10 10 16,9-10-1,10 0-15,28-10 16,-9 1 0,18-9-16,10-1 15,18-8-15,38 17 16,-28-17-16,19 8 16,9 1-1,1-10-15,-1 10 16,9 8-1,10-17-15,10 17 16,18-17-16,-9 8 16,-10-8-16,10 8 15,-10-9 1,10 10-16,-28-10 16,28 10-16,-29-10 15,29 10 1,9 8-16,-9-8 31,9 9-31,-28 9 16,29-9-16,-11 9 15,1-10 1,9 1-16,-9 0 16,-19 0-1,28-1-15,-37 1 16,28-9-16,-10 8 15,-9 1-15,10-9 16,-39-1 0,29 10-16,-28 9 15,38-9 1,-48 0-16,19 9 16,-28 0-1,19 0 1,-19-28-16,-10 19 15,-27-19 1,-1 28-16,-37-18 16,-19-1-16,-29 10 15,-18 0 1,-19-1-16,-9 10 16,-10 0-16,-9 0 15,-10 0-15,-9 0 16,0 0-1,0 0-15,0 0 16</inkml:trace>
  <inkml:trace contextRef="#ctx0" brushRef="#br0" timeOffset="18756.73">13575 17472 0,'0'0'0,"0"0"15,-10 0-15,1 0 16,0 0-16,-1 0 16,1 0-1,-10 0-15,0 9 16,-9 19-16,0 9 16,9 9-1,0 9-15,19-9 31,0-9-31,10 0 16,-1-9-16,10-10 16,18 1-1,1-10-15,0-9 16,9-19 0,0 1-16,9-10 15,-9-18-15,-19 9 16,1 0-16,-20 10 15,0-1 1,-9 0-16,-9 1 16,0 8-1,-10 1-15,-9 8 16,-19 10-16,-10 19 16,1 18-16,-1 18 15,20 1 1,37-56-16</inkml:trace>
  <inkml:trace contextRef="#ctx0" brushRef="#br0" timeOffset="19142.53">15061 17047 0,'0'0'0,"0"0"16,0 0-1,0 9-15,-9 10 16,-1 27-16,1 28 16,9 18-1,9 19-15,10 0 16,-19-111-16</inkml:trace>
  <inkml:trace contextRef="#ctx0" brushRef="#br0" timeOffset="19427.48">15334 17804 0,'0'0'15,"0"0"1,0 0-16,0 0 16,-9 9-16,-1 19 15,1 37 1,9 27-16,9 0 15,1-18 1,8-9-16,-18-65 0</inkml:trace>
  <inkml:trace contextRef="#ctx0" brushRef="#br0" timeOffset="19697.18">16143 16899 0,'0'0'15,"0"0"-15,0 10 16,0 8-16,0 28 15,10 47 1,8 17-16,11-8 16,8 18-1,1-28-15,-38-92 16</inkml:trace>
  <inkml:trace contextRef="#ctx0" brushRef="#br0" timeOffset="20276.93">16623 17832 0,'0'0'16,"0"0"-16,0 0 0,0 0 16,0 0-1,0-19-15,9-8 16,10-1 0,0 0-16,0 0 15,0 1 1,9 8-1,-9 10-15,-1 0 16,-8 9 0,-1 0-16,1 9 15,-1 0 1,0 10-16,-9 8 16,-9 10-16,-10 10 15,0-11-15,1 11 16,-1-10-1,9-19-15,1-9 16,0 0-16,9 1 16,0-1-1,0-9-15,0 0 32,18 9-32,11-9 15,18 0 1,28-9-16,19-10 15,9-8-15,-103 27 16</inkml:trace>
  <inkml:trace contextRef="#ctx0" brushRef="#br0" timeOffset="20578.06">18025 16715 0,'0'0'16,"0"0"-16,0 0 15,0 0 1,0 18-1,0 29-15,0 45 16,18 37 0,11 0-16,-1 19 15,-28-148 1</inkml:trace>
  <inkml:trace contextRef="#ctx0" brushRef="#br0" timeOffset="21265.05">17968 17592 0,'0'0'0,"0"0"15,0 0-15,10 0 16,8-10-16,20 1 16,0 0-1,9 0 1,0 9-16,-19 0 15,0 0-15,-9 0 16,0 9 0,-10 0-1,1 0-15,-10 19 16,0 0-16,-10-10 16,1 10-1,-1 0-15,1-10 16,0 1-1,9-10-15,0 0 16,0 0-16,0-9 16,9 10-16,0-1 15,10 0 1,0 0-16,0 0 16,0 1-16,-10-10 15,0 9-15,1 0 16,-1 0-1,-9-9-15,0 10 16,-9 17 0,-19 10-16,-10 0 15,-18 9-15,-1-9 32,10-9-32,9-10 15,10-8 1,9-10-16,19 0 15</inkml:trace>
  <inkml:trace contextRef="#ctx0" brushRef="#br0" timeOffset="21555.2">19473 16567 0,'0'0'0,"0"0"15,0 0-15,0 9 16,0 28-1,-9 37-15,9 28 0,0 8 16,9 20-16,-9-130 16</inkml:trace>
  <inkml:trace contextRef="#ctx0" brushRef="#br0" timeOffset="22205.65">19360 17555 0,'0'0'0,"0"0"15,0 0-15,-9 9 16,0 19 0,-10 18-16,0 9 15,0 1-15,10-10 16,-10 0 0,10-9-16,-1-9 15,10-1-15,0-8 16,0-10-1,10 0-15,18 0 16,9 1 0,10-10-1,10 0-15,-1-10 16,1 1 0,-10 0-16,0-10 15,-10 1 1,1-10-16,-19 1 15,-10-1-15,-9 19 16,0-10-16,-9 1 16,0 9-1,-10-1-15,0 1 16,0 0-16,10 9 16,-10 0-1,9 0 1,-8 9-1,8 10-15,1 27 16,9 64-16,9-17 16,19 17-1,-9-26-15,19 8 16,37 92 0</inkml:trace>
  <inkml:trace contextRef="#ctx0" brushRef="#br0" timeOffset="22533.12">20734 16512 0,'0'0'16,"0"0"-16,9 18 15,10 38 1,9 54-16,1 57 15,8-20-15,1-8 32,-38-139-32</inkml:trace>
  <inkml:trace contextRef="#ctx0" brushRef="#br0" timeOffset="23039.34">21026 17518 0,'0'0'0,"0"0"15,0 0 1,-10 9-16,-9 10 15,-9 8 1,0 10-16,0 0 16,18 9-16,1-18 31,9 0-31,9-10 16,19 10-1,1-10-15,8 1 16,10-1-16,10 1 15,-20-10 1,1 9-16,-10 1 16,-9-10-16,0 9 15,-10 1 1,-9 9-16,-9-10 16,-10 10-16,-9-10 15,-10 1 1,1-10-16,-10-9 15,-10-19-15,57 19 16</inkml:trace>
  <inkml:trace contextRef="#ctx0" brushRef="#br0" timeOffset="23224.48">20997 17712 0,'0'0'0,"0"0"15,19 0-15,9-10 16,19 1 0,19-18-16,19-1 15,0-18-15,18-10 16,-103 56 0</inkml:trace>
  <inkml:trace contextRef="#ctx0" brushRef="#br0" timeOffset="23572.6">22277 16521 0,'0'9'0,"9"28"31,1 37-31,8 46 16,1 9-16,0-9 15,0-18 1,-19-102-16</inkml:trace>
  <inkml:trace contextRef="#ctx0" brushRef="#br0" timeOffset="24127.1">22531 17444 0,'0'0'0,"0"0"15,0 0 1,0 0-16,-10 18 16,-27 47-1,-1 0 1,-9 27-16,0 19 16,9 0-1,20-38-15,8-8 16,10-10-1,0-27-15,10 0 16,8-19 0,20 9-16,18-18 0,1 0 15,-1-27 1,1-10-16,-20 9 16,1-9-1,-19 10-15,0-1 16,-10 9-16,-9 10 31,-9 0-31,-10 0 16,-9-1-1,-10 1-15,-9 9 16,-9 19-16,-1 8 16,19 1-1,10 0-15,28-28 16</inkml:trace>
  <inkml:trace contextRef="#ctx0" brushRef="#br0" timeOffset="24443.57">23678 16133 0,'0'0'0,"0"0"16,0 0-1,10 19-15,-1 27 16,10 56-1,9 27-15,1 37 16,-1-18 0,0-10-16,-9-36 0,-19-102 15</inkml:trace>
  <inkml:trace contextRef="#ctx0" brushRef="#br0" timeOffset="24906.17">23942 17675 0,'0'0'0,"0"0"16,0 0 0,0 0-16,9 0 15,19-9 1,20-10-16,8-9 16,0 1-16,1 8 15,-10 1 16,0 9-31,-9-1 0,-10 10 16,0 0-16,0 10 16,0 26-1,-9 29-15,-9 46 16,-20 18 0,-9 0-16,1-9 15,-11 9 1,11-36-16,8-56 15,-46 110 1</inkml:trace>
  <inkml:trace contextRef="#ctx0" brushRef="#br0" timeOffset="25206.44">25240 16244 0,'0'0'0,"0"0"16,9 28-16,20 46 15,-1 46 1,0 37-16,-9-19 16,0 19-1,0-65-15,-19-92 16</inkml:trace>
  <inkml:trace contextRef="#ctx0" brushRef="#br0" timeOffset="25830.27">26068 17832 0,'0'0'16,"0"0"-16,0 0 15,0 0-15,-9-10 16,-10-17 0,-28-10-16,-10 9 15,-18-9-15,9 10 16,10 8-1,9 28 1,18 10 0,11 18-16,18 18 15,18 19-15,29 18 16,10-27 0,9-1-16,-10-17 15,1-20 1,-1 1-16,-28-10 0,1-8 15,-11-1 1,-8 0-16,-10-9 16,-10 19-1,-18-1-15,-19 10 16,-9-10 0,-1 1-1,10-10-15,0-9 16,19 0-1,0 0-15,9-19 16,9-18 0,20-36-16,18-57 15,19 20-15,-47 110 16</inkml:trace>
  <inkml:trace contextRef="#ctx0" brushRef="#br0" timeOffset="26116.05">27056 16235 0,'0'0'0,"9"18"15,1 29-15,8 63 16,11 38 0,8 27-16,-9-9 15,19 56 1</inkml:trace>
  <inkml:trace contextRef="#ctx0" brushRef="#br0" timeOffset="26711.48">27724 17712 0,'0'0'16,"0"0"-16,0-10 15,-19-17 1,-9-10-16,-29-19 15,-9 1 1,10 9-16,-1 18 16,1 19-1,9 9 1,9 9-16,1 19 16,8 18-1,11 19-15,18-10 16,0-9-1,9-9-15,10-9 16,18 0-16,1-28 16,19-19-16,-1-18 15,0-18 1,-9 9-16,-18 18 16,-1 0-16,-9 10 15,0 9 1,-10 9-16,19 27 15,10 47-15,-19 37 16,-1 46 0,-8-46-16,-10-38 15,0-27-15,0-46 16</inkml:trace>
  <inkml:trace contextRef="#ctx0" brushRef="#br0" timeOffset="27196.59">27084 16346 0,'0'0'0,"0"0"16,0 0-16,0 0 16,19 0-1,9 0-15,28 9 16,38 0-1,38-9-15,9-9 16,19 9-16,10-28 16,-29 10-16,19-10 15,-10 0 1,-9 1-16,0-10 16,-9 9-1,-28 19-15,-10 9 16,-19-9-16,-19 9 15,-9 0-15,-18 9 16,-11-9 15,-8 0-31,-10 0 0</inkml:trace>
  <inkml:trace contextRef="#ctx0" brushRef="#br0" timeOffset="27419.83">28448 15921 0,'0'0'0,"9"19"16,10 18-1,19 36-15,18 66 16,-9-10-1,0 19-15,0-10 16,-47-138 0</inkml:trace>
  <inkml:trace contextRef="#ctx0" brushRef="#br0" timeOffset="27698.42">28627 17379 0,'0'0'16,"0"10"-1,9 27 1,10 55-16,0 9 16,0-8-1,-1-19-15,-18-74 16</inkml:trace>
  <inkml:trace contextRef="#ctx0" brushRef="#br0" timeOffset="28122.21">29031 17324 0,'0'0'0,"0"9"16,0 28-1,0 28-15,10 46 16,-1-10-1,10 1-15,0-29 16,9-26 0,10 8-1,-1-37-15,20 1 16,-1-19 0,1-19-1,-1-17-15,-9-1 16,-19 0-16,0-9 15,-9-10-15,-9 10 16,-10 0-16,-10 9 16,-9 0-16,-18 9 15,-10 1 1,-28 8-16,-20 1 16,-8 8-1,-1-8-15,104 18 31</inkml:trace>
  <inkml:trace contextRef="#ctx0" brushRef="#br0" timeOffset="29104.68">11778 15829 0,'0'0'0,"0"0"16,0 0 0,0 0-16,0 0 15,0 9-15,-9 19 16,9 46-1,0 18-15,9-9 32,10 28-32,0-47 15,-10-27-15,-9-18 16,0-19 0,0 0-16,0 0 15</inkml:trace>
  <inkml:trace contextRef="#ctx0" brushRef="#br0" timeOffset="29543.42">11675 15930 0,'0'0'15,"0"0"-15,0 0 16,9 10-16,10 17 16,0-8-1,9 18-15,9 0 16,1-10-16,0-8 15,-10-10 1,0-9-16,10 0 16,-10-9-16,10-10 15,-10-8 1,0-1 0,-9 0-1,0-9-15,-10 10 16,10-10-16,-10 9 15,1 10 1,-1 8-16,1 1 16,-10 9-1,0 0-15,9 0 16,10 0-16,9 19 16,19 27-16,10 9 15,8 28 1,1 0-16,0 0 15,-19-27 1,-47-56 0</inkml:trace>
  <inkml:trace contextRef="#ctx0" brushRef="#br0" timeOffset="29774.98">12841 15690 0,'0'0'0,"0"0"16,0 10 0,0 17-16,0 38 15,10 27-15,18 28 31,9 28-31,-37-148 0</inkml:trace>
  <inkml:trace contextRef="#ctx0" brushRef="#br0" timeOffset="37217.54">13641 15607 0,'0'0'0,"0"0"0,0 0 16,0 0-1,9 0-15,10 0 16,9 0-16,10 0 16,9 0-16,9-9 15,20 0 1,18-10-1,0 10-15,0-9 16,19 9 0,-19-10-16,0 1 15,0 8 1,19-8-16,0 9 16,0-10-1,9 10-15,10 0 16,-1-10-16,-18 10 15,19 0-15,18 9 16,-27-9 0,-1-1-16,10 1 15,-1 0 1,-18 9-16,0 0 31,0-9-31,0 18 16,0-18-16,0 18 15,9 0-15,-19-18 16,-8 18 0,-1-9-16,9 0 15,-18-9 1,-10 0-16,-19 9 16,-8 0-16,-11-10 15,-9 10-15,1 0 16,-11 0-1,1 0-15,-9 0 16,-1 0 0,0 0-16,1 0 15,-1 0-15,-9 0 16,0 0-16,10 0 16,-10 0-1,0 0-15,9 10 16,0 8-1,1 1-15,-1 8 16,10 1 0,-9 9-1,-1 9-15,0-9 16,1 9-16,-1 9 16,1-8-1,-1 8-15,0 10 16,1-19-1,-1-9-15,1 0 16,-1 0-16,-9-10 16,0-8-16,0 8 15,0-8 1,0-10-16,0 0 16,0 1-1,0-1 1,0 0-16,0 0 15,0 0 1,0-9-16,0 0 16,0 10-1,0-1-15,0-9 16,-9 9-16,-1 0 16,1 1-16,-10-1 15,0 9 1,-9 1-16,0-10 15,-1 0-15,-18 10 16,-9-1 0,-10 1-16,0-1 31,-9 0-31,-10 1 16,1-1-16,-10 1 15,-19-10 1,19 0-16,0 10 15,-19-10 1,9 0-16,1 0 16,-1 1-16,1-1 15,-20-9-15,29 9 16,0-9 0,-9 0-16,9 0 15,-19 0 1,19 0-16,0 0 15,-10 0-15,10 0 16,0 0-16,0 0 16,9 0-1,1 9-15,-10-9 16,18 0-16,11 10 16,-11-10-1,1 9 1,9-9-1,-9 0-15,9 0 16,0 0-16,10 0 16,9 0-1,0 0-15,0 0 16,0 0 0,9 0-16,-9 0 0,0 0 15,9 0 1,-9 0-16,10 0 15,-1 0-15,0 9 16,10-9 0,0 0-16,0 0 31,-1 0-31,1 0 16,9 0-1,-9 0-15,9 0 16,1 0-1,8 0-15,1 0 16,-10 0-16,10 0 16,-1 0-16,1 0 15,-1 0-15,-9 0 16,-37-18 0,56 18-1</inkml:trace>
  <inkml:trace contextRef="#ctx0" brushRef="#br0" timeOffset="38727.49">15729 15921 0,'0'0'0,"0"0"15,0 0 1,0-9-16,0 0 15,0-10 1,-9 1-16,-1-1 16,1-8-16,-10-1 15,0 0-15,1 1 16,-1 8 0,-10 1-16,1-1 15,0 19 1,0-9-16,0 9 15,-1 9 1,-8 10 0,-1 8-16,10 1 15,0 18 1,9-9-16,0 9 16,10-9-16,9 0 15,0-9 1,9-1-16,0-8 15,10-10-15,9 10 16,10-10-16,-10-9 16,10-9-1,-10-1-15,10-8 16,-10-10 0,0 1-1,-9 8-15,0 1 16,-10 8-1,1-8-15,-1 9 16,-9-1 0,0 1-16,0 9 15,0-9 1,0 0-16,0 9 0,0 0 16,0 0-16,10 0 15,8 18 1,1 10-16,9 9 15,1 0 1,8 0-16,10 0 16,10 0-16,9-19 15,28-18 1,9-18-16,-103 18 16</inkml:trace>
  <inkml:trace contextRef="#ctx0" brushRef="#br0" timeOffset="74031.61">15560 13605 0,'0'0'0,"0"0"0,0 0 15,0 0 1,0 0-16,0 0 16,0 0-1,0 0-15,0 0 32,0 0-32,-10 18 15,1 0 1,0 29-16,-1 8 15,1 19 1,-1 18-16,1 0 16,9-9-1,0-9-15,9 0 16,-9 0-16,10-19 16,-1-18-16,-9 0 15,10 0 1,-1-9-16,-9-1 15,0-17-15,0-10 16</inkml:trace>
  <inkml:trace contextRef="#ctx0" brushRef="#br0" timeOffset="77352.11">11496 14029 0,'0'0'0,"0"0"0,0 0 16,0 19-1,0 17 1,-10 29-16,1 9 16,9 9-1,0 9-15,0-36 16,0-10 0,0-28-16,0-18 15</inkml:trace>
  <inkml:trace contextRef="#ctx0" brushRef="#br0" timeOffset="77869.23">11383 14121 0,'0'0'16,"0"0"-1,0 0-15,0 0 16,0 0-16,0 0 15,0 0 1,0 10-16,0 8 16,9 1-1,1 8-15,9-8 0,-1 8 16,11-8 0,8-10-16,10-9 15,0-9 1,10-10-16,-10-8 15,0-10 1,-10 0 0,-8 0-16,-1-9 15,-9 18 1,-10 10-16,1-1 16,-1 10-1,-9 0-15,0-1 16,0 10-1,0 0-15,0 0 0,0 0 16,9 19-16,1 36 16,-1 19-1,10 0-15,0 9 16,9 9 0,0-18-16,10 0 31,-10-37-31,-28-37 15</inkml:trace>
  <inkml:trace contextRef="#ctx0" brushRef="#br0" timeOffset="78402.13">12267 14048 0,'0'0'0,"0"0"16,0 0-1,0 0-15,0 0 16,0 0-16,10-10 16,-1 1-16,10 0 15,0 0 1,0-1-16,9 10 15,0 0 1,0 0 0,-9 0-16,0 10 15,0 8 1,-10 19-16,0 0 16,-9 9-1,0 0-15,0 10 16,0-19-16,-9-10 15,9-8-15,0-1 16,0-9 0,0 1-16,0-10 15,0 0 1,9 0-16,10 0 16,19-10-16,18-8 31,20-10-31,8 1 15,29-1 1,-113 28-16</inkml:trace>
  <inkml:trace contextRef="#ctx0" brushRef="#br0" timeOffset="101244.3">15654 13678 0,'0'0'0,"0"0"0,0 0 16,0 0 0,9-9-16,20-9 15,18-1 1,9 1-16,0-1 0,10 1 15,10 9-15,18-10 16,19 10 0,9-10-16,28 1 15,20-10 1,-10 1-16,18-1 31,1 0-31,28 19 16,-9 0-16,-20 0 15,29-10 1,-28 10-16,19-10 16,-10 10-1,19-9-15,-10-10 16,1 10-16,-1-1 16,-8 1-16,27 8 15,-47 1 1,10 0-16,0 0 15,-29 9-15,10 0 16,0-10 0,-28 1-16,0 9 15,-1-9-15,-8 9 16,8-9-16,-8 0 16,-1 9-1,-9-10-15,0 10 16,-1 0-1,1 0 1,-19 0 0,10 0-16,18 0 15,1 10-15,-11-1 16,11 0 0,27-9-16,-27 9 15,8-9 1,1 9-16,-19-9 0,-10 0 15,1 0 1,9 0-16,9 0 16,-19 0-1,-8-9-15,17 0 16,-18 9-16,1-9 31,-30 0-31,1-1 16,-9 10-1,-10 0-15,-10 0 16,1 0-16,-10 0 16,0 0-1,1 0-15,-11 0 16,11 0-16,-1 0 16,-9 0-16,9 0 15,0 10 1,-9-10-16,0 9 15,0 0 1,-1 0-16,1-9 16,0 9-1,-10 1 1,1-10-16,-1 9 16,1 0-1,9 0-15,-10 1 16,10 8-1,0 1-15,-1 8 16,1 1-16,0 9 16,9 9-1,0 9-15,1 19 16,8 28-16,1-1 16,-10 1-1,10 9-15,9-1 16,-10-8-16,-8-28 15,-1 9-15,-9-9 16,-10-19-16,1-9 16,-1-9-1,0 0-15,1-9 16,-10-10 0,9 1-1,-9-10-15,0 0 16,0 0-1,0-9-15,0 0 16,0 9 0,0-9-16,-9 0 15,-10 10-15,-19-1 16,-28 0-16,-37-18 16,-10 9-1,10 0-15,-20 9 16,-8-9-16,-1 0 15,0 0 1,-18 0-16,18 0 31,-28 0-31,-9 0 16,18-9-16,-28 0 16,-9 9-1,10-10-15,-29 10 16,37-9-1,-8 9-15,8 0 16,1 0-16,-38 0 16,28 0-16,-18 0 15,18 0 1,-19 0-16,20 0 16,-1-9-1,-19 0-15,10 9 16,-19 0-16,10 0 15,-1 0-15,-18 0 16,28 0 0,-10 0-16,29 0 15,-10 0-15,-9 9 16,18-9 0,-18-9-1,19 9 1,0 0-1,-1 0-15,20 9 16,-20-9-16,1 0 0,37 18 16,-18 1-1,18-19-15,19 9 16,0 0-16,0-9 16,1 0-1,27 0-15,0 0 16,1 0-1,-10 0-15,9 0 16,19 0-16,0 0 31,0 0-31,10 0 16,-1 0 0,1 0-16,0 0 15,8 0 1,1 0-16,0 0 15,10 0-15,-1 0 16,10 0-16,0 0 16,9 0-1,0 0-15,10 0 16,-10 0-16,9 0 16,1 0-1,9 0-15</inkml:trace>
  <inkml:trace contextRef="#ctx0" brushRef="#br0" timeOffset="121492.31">20668 13964 0,'0'0'0,"0"0"0,0-9 15,-9 0 1,-1 0-16,1 0 16,-1-10-1,1 1-15,0 8 0,-10 1 16,-9 0-16,-1 0 16,-18 9-1,-9 9-15,-1 9 16,1 10-1,0 9-15,9 9 16,9-9 0,10 0-1,9-9-15,9 9 16,10-10 0,10-8-16,9-1 15,18 1 1,1-19-16,9-10 15,19-17-15,-10-10 16,10-19-16,-9 1 16,-1-10-1,0-18-15,-9 10 16,-9-1-16,-10 9 16,-9 10-1,-9-1 1,-1 10-1,-9 9-15,0 0 0,0 10 16,0 8-16,0 10 16,0 0-1,0 0-15,0 9 16,0 0 0,0 0-16,0 9 15,-9 28 1,-1 37-16,10 18 15,10 19 1,8-19-16,1-9 16,9 0-1,1-28-15,8 1 0,10-19 16,29-10 0,55-27-16,-131 0 15</inkml:trace>
  <inkml:trace contextRef="#ctx0" brushRef="#br0" timeOffset="-195568.64">19379 15247 0,'0'0'0,"0"0"0,0 0 16,0 0-1,0 0-15,0 0 0,0 0 16,0 0-16,0 0 16,0 0-1,0 0-15,0 0 16,0 0-16,0 19 16,0 9-1,0 8 1,10 20-1,-1 8-15,0 10 16,-9 0 0,10 0-16,-1-9 15,1-10-15,-10-9 16,0-9 0,0-9-16,0-10 0,0 1 15,0-10 1,0 0-16,0 0 15,0 1 1,0-1-16,0-9 16</inkml:trace>
  <inkml:trace contextRef="#ctx0" brushRef="#br0" timeOffset="-192233.17">19304 15340 0,'0'0'0,"0"0"31,0 0-31,0 0 16,0 0-1,0 0-15,0 0 16,0 0-16,0 0 16,0 0-1,0 0-15,19 0 16,9 0-16,10 0 16,9 0-1,19 0-15,9 0 16,19 0-16,0 0 15,0 9 1,0-9-16,19 0 31,0 0-31,-10 0 16,10 0-16,0-9 16,-9 9-1,-1-10-15,-9 10 16,0-9-1,10 0-15,-1 0 16,-9 0-16,0-1 16,19 1-16,-9 0 15,-10 9 1,0 0-16,0-9 16,0 9-1,0 0-15,0-10 16,-9 10-16,-10 0 15,19 0-15,0 0 16,-9 0-16,9 0 16,0 10-1,10-10-15,-1 0 16,-9 0 0,0 9-1,10 0-15,9-9 16,-1 0-1,-17 0-15,17-9 16,1 9 0,-9 0-16,-10-9 15,0-1 1,19 1-16,-10-9 0,-9 8 16,-9-8-1,0 18-15,9-9 16,-19 9-1,10-19-15,-10 19 16,-19-9-16,1 9 31,-10 0-31,0 0 16,0 0-16,0 0 16,-9 0-1,-10 0-15,0 0 16,-9 0-1,-10 0-15,1 0 16,-1 0-16,-9 0 16,10 9-16,-10-9 15,9 10 1,0-1-16,1 9 16,-1 10-1,1 0-15,-1 9 16,0 9-1,-9 0 1,10 18-16,-10-17 16,0-10-1,0 9-15,0-9 16,9 9-16,-9-9 16,0-10-1,0-8-15,0-1 16,0-9-16,0 1 15,0-1 1,0 0-16,0 0 16,-9 10-16,-10-1 15,0 1 1,-9-1-16,-19 1 0,-10-1 16,1 1-1,-19-1-15,-19 1 16,-10-10-1,10 0-15,0 0 16,-19 0 0,-9-9-1,9 10-15,19-10 16,-28 9 0,-1-9-16,20 0 15,-1 0 1,10 0-16,-9 0 0,-1 0 15,29-9 1,-10-1-16,1 1 16,-1 9-16,0-9 15,10 0 1,9 0-16,0 9 16,1 0-1,-1 0-15,0 0 31,0 0-31,0-10 16,10 10-16,-1 0 16,-9 0-1,1 0-15,-11-9 16,1 9 0,0 0-16,9 0 15,-9 0-15,-19 0 16,0 0-16,9 0 15,10 0 1,-10 0-16,-9 0 16,9 9-1,1-9-15,-11 0 16,1 10-16,0-10 16,-9 9-16,9-9 15,0 9-15,0-9 31,0 9-15,-10-9-16,10 9 16,9 1-1,10-1-15,-10-18 0,10 9 16,0 0 0,9 0-16,0 0 15,0 0 1,10 0-16,-1 0 15,1 0 1,0 0-16,18 0 0,0 0 16,1 0-1,8 9-15,1-9 16,0 0 0,9 0-16,0 0 15,-9 9-15,28-9 31</inkml:trace>
  <inkml:trace contextRef="#ctx0" brushRef="#br0" timeOffset="-191084.61">21449 15146 0,'0'0'0,"0"0"16,0 0 0,0 0-16,0 18 15,0 10-15,0 18 16,0 19-16,9 27 15,-9-9 1,0-18-16,0 27 16,0-27-1,0-1-15,0-18 16,0-9 0,0-9-1,0-10-15,0-8 16,0-1-1,0 0-15,0-9 16,0 0-16,0 0 16,0 0-1,0 0-15,0 0 16,0 0-16,0 0 16,10-9-1,-1-10-15,10-8 16,0-1-16,18-9 15,10 0 1,10 10-16,-1-1 16,1 9-16,-1 10 15,-9 9-15,0 0 16,-9 9 0,-10 1-16,0-1 15,-9 0 1,0 0-1,-10 1-15,-9-1 16,0 0 0,-9 0-16,-10 10 15,-9 8 1,-19 1-16,0 0 16,-10-1-1,1 1-15,0-19 0,8 1 16,1-1-1,10-9-15,37 0 16</inkml:trace>
  <inkml:trace contextRef="#ctx0" brushRef="#br0" timeOffset="-181614.51">11421 12515 0,'0'0'0,"0"0"0,0 10 16,0 17 0,9 10-16,0 19 15,10 27 1,-9 0-16,-1-19 16,0-17-16,1-11 15,-10-8 1,0-28-16</inkml:trace>
  <inkml:trace contextRef="#ctx0" brushRef="#br0" timeOffset="-181114.05">11270 12645 0,'0'0'0,"0"0"16,0 0 0,9 0-16,10 9 15,10 0 1,-1 10-16,9-1 16,1-9-16,9 0 15,0-9-15,10-9 16,-1-18-16,0-10 15,1-28 1,-10 10-16,-9-1 16,-10 1-1,-9 9 1,-10 9 0,0 9-16,1 10 15,-10 8-15,0 1 16,0 9-1,0 0-15,0 0 16,9 19 0,1 8-16,-1 29 0,10 18 15,0-1 1,-1-8-16,11 18 16,-1-28-1,0-8-15,0-20 16,-28-27-1</inkml:trace>
  <inkml:trace contextRef="#ctx0" brushRef="#br0" timeOffset="-180480.92">12211 12119 0,'0'0'16,"0"0"-16,0 0 15,0 0 1,0 0-16,0 0 16,9 0-16,19-10 15,1-8-15,8 9 16,1-1-1,-10 1-15,0 9 16,1 0 0,-11 0-16,1 9 15,-9 1 1,-1 8 0,0 1-16,1-1 15,-1 10-15,1-1 16,-1-8-1,0-1-15,1 1 16,9-1 0,0-9-16,-1 10 15,1-10-15,0 10 16,9-1 0,-9-9-16,0 10 15,0-1-15,-1 1 16,1-1-1,-9 1-15,-1 8 16,-9 10-16,-9-9 16,-1 0-16,-9 8 15,1-8 1,-1-9-16,0-1 16,-9 1-1,9-10 1,10 0-16,-1-9 15,10 0 1</inkml:trace>
  <inkml:trace contextRef="#ctx0" brushRef="#br0" timeOffset="-21032.54">21599 11334 0,'0'0'0,"0"0"0,0 0 16,0 0-1,0 0-15,0 0 16,0 0 0,-9 9-1,0 0-15,-1 10 16,1-1-1,-1 10-15,1 0 16,0 18-16,-1 9 16,1 19-1,-1 9-15,1 37 16,9-9-16,0-19 16,0-18-16,0 9 15,0-9 1,0-19-16,0-8 15,0-20 1,0 1 0,-9-10-16,9-8 15,-10-1 1,10-9-16,0 0 16</inkml:trace>
  <inkml:trace contextRef="#ctx0" brushRef="#br0" timeOffset="-19293.07">21665 11519 0,'0'0'16,"10"0"-16,18 9 15,38 9-15,28-8 16,19-1-1,0-9-15,-1 0 16,20-9 0,0-1-16,0 1 15,-1-9-15,29-1 16,-28 10-16,0 0 16,-1-1-1,1 10-15,-10-9 16,10 0-16,0 9 15,-10 0 1,-9 0 0,9 0-1,-9 0-15,-19 0 16,10 0-16,-10-9 0,9 0 16,-18 9-1,-10 9-15,0-9 16,-18 0-1,-1 0-15,1 9 16,-10 0 0,0 10-16,-10-10 15,1 0 1,0-9-16,-10 0 16,10 9-16,-10-9 15,9 0-15,1 0 16,-10 0-1,10 0-15,9 0 16,-9-9 0,9 0-16,0 9 15,-10-9-15,1 9 32,0-10-32,-1 10 15,-9 0 1,1-9-16,-1 9 15,-9 0-15,-1 0 16,1 0 0,0 0-16,-10 0 15,1 0-15,-1 0 16,1 0-16,-1 0 16,1 0-1,-10 0-15,9 0 16,0 9-1,-9-9-15,10 19 32,-1-10-32,1 10 15,8 8-15,-8 1 16,18 27 0,-9 1-16,0 8 15,9 19 1,0 10-16,0-1 15,1 10-15,-1 8 16,-9-17-16,-1-10 16,-8 0-1,-1-9-15,1-28 16,-10 0-16,0-18 16,0-10-1,0-9-15,0 10 16,0-10-16,0 0 15,0-9 1,0 0-16,0 0 31,-10 9-31,1 1 0,-1-10 32,-8 9-32,-20-9 15,-19 0 1,-8 0-16,-11 0 0,1-9 15,-19 9 1,-19-10-16,0 1 16,0 9-1,-18-9-15,8 0 0,-8 9 16,8-10 0,-8 10-16,-1-9 15,10 0 1,-10 9-16,0-9 15,1 0-15,18-1 32,-19-8-32,-9 18 15,9 0 1,0 0-16,1-9 16,-1 9-16,19 0 15,-9 0 1,9 0-16,19 0 15,0-10-15,9 10 16,-9-9 0,19 0-16,0 0 15,9-1-15,9 1 16,10 9 0,0 0-16,10-9 31,-1 9-31,10 0 15,9 0-15,0 0 16,10 0 0,-1 0-16,1 0 15,9 0 1,0 0-16</inkml:trace>
  <inkml:trace contextRef="#ctx0" brushRef="#br0" timeOffset="-18675.54">24027 11823 0,'0'0'0,"0"0"16,0 0 0,0 0-16,0 0 31,-10 0-31,-9 0 15,-9 9-15,-10 1 16,-18 8 0,0 1-16,9-1 15,9 0 1,0 10-16,10 0 16,9 0-16,0 8 15,19 11-15,10-10 16,9-10-1,46 1-15,48-10 16,19-18 0,-10-9-16,-9-19 15,-9 1-15,-104 27 16</inkml:trace>
  <inkml:trace contextRef="#ctx0" brushRef="#br0" timeOffset="-17544.14">13471 10771 0,'0'0'0,"0"0"15,0 0-15,0 0 16,0 0-1,0 0-15,0 0 16,0 0-16,-9 0 16,0 9-1,-10 10 1,0 8 0,-9 29-16,-10 45 15,19 10 1,-9 55-16,19 0 15,9 10-15,0 27 16,18-19 0,11-18-16,8-18 15,-8-56-15,-29-92 16</inkml:trace>
  <inkml:trace contextRef="#ctx0" brushRef="#br0" timeOffset="-16991.95">11402 10780 0,'0'0'15,"0"0"-15,0 0 16,0 0-1,0 9-15,0 10 16,9 18 0,1 55-16,8 0 15,-8-18-15,-1 0 16,1-19-16,-1-8 16,0-20-1,-9-27-15,0 0 16</inkml:trace>
  <inkml:trace contextRef="#ctx0" brushRef="#br0" timeOffset="-16521.57">11270 10946 0,'0'0'16,"0"0"-16,0 0 15,0 10 1,0 17-16,0-8 16,9 18-16,1-10 15,9-8 1,9-1-16,-9-9 16,9 1-16,10-20 15,9-17-15,0-10 16,9-18-1,-9 8-15,-19 10 16,1 1 0,-11 8-16,1 0 15,-9 10 1,-1-1 0,0 10-16,1 0 15,-10 9 1,9 9-16,1 9 15,-1 10 1,10 18-16,9 47 16,-9-10-16,0 0 15,9-9-15,0-28 16,0 0 0,-28-46-16</inkml:trace>
  <inkml:trace contextRef="#ctx0" brushRef="#br0" timeOffset="-16067.28">12145 10596 0,'0'0'0,"0"0"16,0 0-1,0 18-15,0 10 16,0 9-16,0 0 31,0 27-31,0-8 16,9 8-1,1-8-15,-1-10 16,10-9-16,0-10 16,0 1-1,9-10-15,0 1 16,0-1-16,19-8 16,10-10-16,-10 0 15,0 0 1,-10-10-16,1 1 15,-10 0 1,1 0-16,-11-10 16,-18 19-16</inkml:trace>
  <inkml:trace contextRef="#ctx0" brushRef="#br0" timeOffset="-15835.26">12493 10909 0,'0'0'0,"0"0"15,0 0-15,0 0 16,0 0 0,0 28-16,9 46 15,1 37 1,18 46-16,19 18 0,0 10 15,10 36 1</inkml:trace>
  <inkml:trace contextRef="#ctx0" brushRef="#br0" timeOffset="-7697">23227 10106 0,'0'0'0,"0"0"0,0 0 0,0 0 16,0 0 0,0 0-16,0 0 15,0 0 1,0 0-16,0 0 15,0 0-15,0 0 32,0 10-32,0-1 15,0 19 1,9 36-16,-9 1 16,0 27-16,0 28 15,0-9 1,0 0-16,0-19 15,0-9-15,0-28 16,0-18 0,0-37-16</inkml:trace>
  <inkml:trace contextRef="#ctx0" brushRef="#br0" timeOffset="-5510.9">23377 9996 0,'0'0'0,"0"0"15,0 0 1,0 0 0,0 0-16,10 9 15,9 0 1,-1 0-16,20 1 16,9-1-1,10 0-15,18 0 16,19-9-1,9 10-15,1-10 0,-1-10 16,20 20 0,8-1-16,-8-9 15,8 0 1,1 0-16,0-9 16,-1-10-16,-8 19 31,-1-9-31,0 0 15,-9 9 1,19-10-16,-19 1 16,0 9-16,0-18 15,-1 18 1,-8 0-16,-10-10 16,0 1-16,-9 9 15,9 0-15,-19-9 16,0 9-1,-9-9-15,0 0 16,0 9 0,-10 0-16,1 0 15,-10-10-15,-10 1 16,1 9-16,-10 0 16,1 0-1,-11 0-15,1 0 16,-9 0-1,-1 0-15,0 0 16,1 0 0,-10 0-1,0 0-15,9 9 16,-9-9 0,10 10-16,-10-10 15,9 9-15,0 0 16,-9-9-1,0 0-15,0 0 16,10 9-16,-1-9 16,1 0-16,-1 0 15,0 0 1,-9 0-16,10 0 16,-1 9-1,1-9 1,9 0-16,-1 0 15,1 0 1,0 0-16,0 0 16,0 0-1,-10 0-15,0 0 16,10 0 0,0 0-16,0-9 0,9 9 15,-9 0 1,0 0-16,0 0 15,-10 0-15,0 0 16,1 0 0,-1 0-16,-9 0 15,0 0-15,10 0 16,-1 0 0,-9 0-16,9 9 15,1 1-15,-1-1 16,1 0-1,-1 10-15,0-1 32,1 10-32,-1 9 15,1 0-15,-1 18 16,0 0 0,1 1-16,-1 8 15,-9 10 1,0 0-16,10 0 15,-10-10-15,0-8 16,9 8-16,-9-17 16,9 8-1,-9-27-15,0 9 16,0 0 0,0-19-16,0 0 15,0 1 1,-9-1-1,0-8-15,-1-1 16,1 9 0,-10-9-16,0 1 15,-9 8-15,0-9 16,-19 1 0,-10-1-16,-9-9 15,1 9 1,-11 0-16,-18-9 0,-19 0 15,19 10 1,0-10-16,-9 9 16,-20-9-1,11-9-15,-1-1 16,-10 10-16,1 0 16,0-9-16,9 0 15,-9 9 1,-1-9-16,10-1 15,19 1 1,-19 0 0,1 0-16,8 9 15,10 0 1,-9 0-16,-1 0 16,10-10-16,0 1 15,19 9 1,-10-18-16,0 9 15,-9-1-15,19-8 16,0 9 0,9-10-16,-9 10 15,-1 0-15,10 0 16,1-1 0,-1-8-16,9 9 31,1-1-31,9 10 15,0 0-15,0 0 16,9 0 0,1 0-16,8 0 15,10 0 1,1 0-16,-1 0 16,0 10-16,19-10 15</inkml:trace>
  <inkml:trace contextRef="#ctx0" brushRef="#br0" timeOffset="-4962.48">21816 12552 0,'0'0'0,"0"0"16,0 0-16,0 0 16,0 0-16,0 0 15,0 0-15,0 0 16,-19-9-1,0 0-15,19 9 16</inkml:trace>
  <inkml:trace contextRef="#ctx0" brushRef="#br0" timeOffset="-4724.07">21552 12460 0,'0'0'0,"0"0"16,-9 9-16,-10 0 16,10 1-1,-1 8-15,1-9 31,0 1-31,-1-1 16,1 0-16,9 0 16,0-9-1,9 10-15,19-1 16,19 0-16,19 0 16,28 0-1,10 1-15,18-1 16,0 0-1,10 19-15,-132-28 0</inkml:trace>
  <inkml:trace contextRef="#ctx0" brushRef="#br0" timeOffset="-3502.45">25569 10568 0,'0'0'16,"0"0"0,0 0-16,0 0 15,10 9-15,-1 0 16,10 1-1,9 8-15,0-9 16,19-9 0,-9 0-16,0-9 0,9-9 15,-10-1 1,-8 1-16,-11-1 16,1 1-1,0-1-15,-10 1 16,-9 9-16,0-1 31,-9 1-31,0 0 16,-10 0-1,-9 0-15,-10 9 16,0 0-16,-9 9 16,0 9-1,10 10-15,-1 9 16,10 9-16,9 0 15,10-9-15,9 18 16,18-8 0,29-1-16,38-9 15,28-19 1,47-27-16,-10-19 31,-8-27-31,-11-28 16,-131 83-16</inkml:trace>
  <inkml:trace contextRef="#ctx0" brushRef="#br0" timeOffset="-2183.58">3932 14140 0,'-9'18'0,"-1"28"16,-8 47-1,-11 64 1,-8 46-16,-1-65 15,1 56 1,8-74-16,1 9 16,0-37-16,9-36 15,0-10 1,10-18-16,-1-10 16,10-9-16,0-9 15,0 0 1,10-9-16,9-9 15,9-19-15,19 0 16,0-9 0,19 0-1,18-10 1,1 10-16,-10 0 16,1 9-16,-1 0 15,0 9 1,-9 10-16,-10 18 15,-8-9 1,-11-1-16,-18 1 16,-10-9-16,-9 18 15</inkml:trace>
  <inkml:trace contextRef="#ctx0" brushRef="#br0" timeOffset="-1930.31">3961 14823 0,'0'0'0,"0"0"16,0 0-1,0 0-15,0 9 16,9 10-16,19 36 31,19 28-31,19 37 16,0-9-1,0 18-15,0 0 16,9-27-16,-9-19 16,-10-9-1,-56-74-15</inkml:trace>
  <inkml:trace contextRef="#ctx0" brushRef="#br0" timeOffset="-1149.95">5607 13863 0,'0'0'0,"0"0"15,0 0 1,0 0-16,0 0 0,0 0 31,-10 9-15,-18 19-16,-9 9 15,-20 27 1,10 19-16,9 1 16,1-11-16,18 1 15,19 18-15,9 1 16,20-10-1,8-19-15,29-8 16,-9-19 0,18-19-16,19-18 15,9-37-15,-9-18 16,-9-37-16,-38 27 16,0-9-1,-19 0-15,-18 1 16,-1 8-16,-9 0 15,-9 38 1,9-1-16,0 19 31,0 9-31,0 0 16,0 0-16,9 27 16,19 29-1,10 27-15,9 18 16,10 29-1,-10-20-15,0 10 16,0 0-16,-10-9 16,-8-9-16,-1-19 15,-9-19 1,-10-36-16,-9-19 16,0-9-1</inkml:trace>
  <inkml:trace contextRef="#ctx0" brushRef="#br0" timeOffset="-811.4">6002 14020 0,'0'0'0,"0"0"16,0-9-1,0 9-15,9-28 16,10 9 0,0 1-16,9 9 15,10 9 1,-1 9-16,1 9 0,-10 19 16,10 19-1,-10 8-15,-9 10 16,-10-9-1,1 9-15,-1-10 16,1-27-16,-10-37 31</inkml:trace>
  <inkml:trace contextRef="#ctx0" brushRef="#br0" timeOffset="-410.44">6773 13826 0,'0'0'0,"0"0"15,0 0 1,0 9-16,10 10 16,-1 27-1,10 9-15,9 28 16,0-9-1,1-9 1,-1-19-16,0-18 16,0-10-1,1-9-15,8-9 16,-9-18-16,19-19 16,-18-9-1,-1-10-15,-9-8 16,-10-10-16,-9-18 15,-9 9-15,-1 18 16,-9 10 0,1-1-16,-1 10 15,9 9-15,10 37 16</inkml:trace>
  <inkml:trace contextRef="#ctx0" brushRef="#br0" timeOffset="205.48">7714 14214 0,'0'0'0,"0"0"16,0 0-1,0 0-15,0 0 16,9-10-16,10-17 16,0-38-1,9-18-15,10-55 16,-10 8-16,-9 20 16,0-1-1,-10 0-15,1 10 31,-10 27-31,-10 0 16,1 28-16,-1 9 16,1 18-1,0 19-15,-1 0 16,-9 10 0,1 8-16,8 19 15,1 9-15,9 10 16,9-20-16,10 11 15,0-10 1,9-1-16,10 1 16,9 0-1,-10-9-15,1 0 16,-10-1-16,0 10 16,1 9-16,-11 1 15,1-1 1,-9-9-16,-10 0 15,0-1-15,-10 1 16,1-9 0,-10-9-1,19-19 1</inkml:trace>
  <inkml:trace contextRef="#ctx0" brushRef="#br0" timeOffset="401.7">7319 12894 0,'0'0'16,"0"0"-16,0 0 15,0 0-15,-9 9 31,9-9-31,0 0 16</inkml:trace>
  <inkml:trace contextRef="#ctx0" brushRef="#br0" timeOffset="1425.16">7498 12737 0,'0'0'0,"0"0"0,0 0 31,0 0-31,0 0 0,0 0 16,-10 9 0,1-9-16,-10 19 15,0-1 1,0 10-1,1-1-15,-11 29 16,1 18 0,28-74-16</inkml:trace>
  <inkml:trace contextRef="#ctx0" brushRef="#br0" timeOffset="3115.93">2935 14251 0,'0'0'0,"0"0"16,0 0-16,0 0 16,10 27-1,8 19-15,11 37 16,27 47-1,10 17-15,-10 20 0,20 17 16,-11 1 0,11 64-16,-10-46 15,-1 9-15,1-18 16,0-9 0,-19-65-16,0-10 15,-9-17-15,-10-19 16,0-19-1,-9-18-15,0-9 16,0-10-16,-1-9 16,11-9-1,8-9-15,29-9 32,9-29-32,10 1 15,28-18-15,19-10 16,18 0-1,1-9-15,9 9 16,-19 0 0,19 0-16,18-9 15,-8 0-15,27 0 16,-27 19-16,37-10 16,-10-9-1,10 0-15,0 0 16,-19 18-1,38-18-15,-47 18 16,37-9 0,-18-9-1,-10-9-15,-9 0 16,-29 18-16,-9 9 16,-18 10-1,-1-19-15,-19 19 16,-9-1-1,-18 10-15,-11 9 0,-8 0 16,-19 10 0,-10-1-16,-9 0 15,-1 1 1,-8-10-16,-1-19 16,-18-18-1,-1-9 1,-18 0-16,-19-27 15,0 8 1,0 0-16,0 1 16,-9-19-1,-1-18-15,1 18 16,-1 0-16,1-10 16,9 1-16,0 28 15,9-10 1,10 28-16,0 9 15,-1 9-15,1 10 16,9 18 0,1 9-16,-1 1 15,-9 8-15,-1 1 16,-18-1-16,-9 10 16,-10 9-1,-9 9-15,-19 10 16,-10-1-1,-9 1-15,-9 18 16,-10 0 0,-18 18-1,9-18-15,-29 18 16,-8 10 0,8-10-16,-46 19 15,9 9-15,0 9 16,9-18-1,20-9-15,-29 18 16,19 9-16,-1 10 16,29-19-16,-9 0 31,0-19-31,18 20 16,-9 8-1,10-18-15,9-1 16,9-8-16,10-10 15,9 10 1,9-19-16,20 10 16,27-19-1,1-1-15,9-8 16,9-9-16,19-10 16,10-9-16,0 9 15,9-9 1</inkml:trace>
</inkml:ink>
</file>

<file path=ppt/ink/ink2.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6T05:02:56.280"/>
    </inkml:context>
    <inkml:brush xml:id="br0">
      <inkml:brushProperty name="width" value="0.05292" units="cm"/>
      <inkml:brushProperty name="height" value="0.05292" units="cm"/>
      <inkml:brushProperty name="color" value="#FF0000"/>
    </inkml:brush>
  </inkml:definitions>
  <inkml:trace contextRef="#ctx0" brushRef="#br0">13481 7614 0,'0'0'0,"0"0"0,0 0 16,0 0-1,0 0 1,0-9-16,0 0 16,0-19-1,-10 1-15,1-1 16,-10-18-16,-9 18 16,-10 0-1,-9 10-15,-9 9 16,-10 18-16,0 9 15,10 19-15,-1 19 16,20-1 0,18 10-16,19-19 15,9-9 1,19-10-16,29-8 16,9-10-1,9-27 1,-19-10-16,1-9 15,-1-9 1,-9 0-16,-18 18 16,-11 0-1,1 10-15,-9 18 16,-1 0-16,10 9 16,18 37-16,1 10 15,9 18 1,19 18-16,0-18 15,19-19-15,-85-55 16</inkml:trace>
  <inkml:trace contextRef="#ctx0" brushRef="#br0" timeOffset="685.54">15532 7218 0,'0'0'0,"0"0"16,0 0 0,0 9-16,0 0 15,0 19 1,9 9-16,0 18 31,10 37-31,-9-18 16,8 18-16,-8 1 15,-1-29 1,1 1-16,-10-28 16,9-9-1,-9-10-15,0-9 16,0 1-16,10-10 16,8-10-16,11-8 15,8-1 1,10-18-16,10 1 15,9 8 1,9 0 0,-28 19-16,0 9 15,-10 0-15,-8 9 0,-20 0 16,1 1 0,-10-1-16,-19 19 15,-10-1-15,-18 10 16,-9-9-1,-19 0 1,9-10 0,9-9-16,10-9 15,19 0-15,9-9 16,19 9 0</inkml:trace>
  <inkml:trace contextRef="#ctx0" brushRef="#br0" timeOffset="1187.08">18881 7494 0,'0'0'15,"0"0"1,0 0-16,-10 0 16,-18 0-1,-10 0 1,-18 10-16,-10 8 16,10 1-1,-1 8-15,20 1 16,8 0-16,11-1 15,8 1 1,10 0-16,19 9 16,19 0-16,37 0 15,28-10 1,20-18-16,-123-9 16</inkml:trace>
  <inkml:trace contextRef="#ctx0" brushRef="#br0" timeOffset="1974.06">21054 7651 0,'0'0'0,"0"0"31,0 0-31,-10-9 0,1 0 16,-10 0-16,0 9 16,-18 9-1,-1 0-15,-18 10 16,9 8-16,9 1 15,10 9 1,0 9 0,18 0-16,10 0 15,10-18-15,8 0 16,20-10 0,18-9-16,10-18 15,19-28 1,0-27-16,-1-29 15,-27 1 1,-20 0 0,-8 9-16,-11 0 15,-8 9 1,-1 18-16,-9 20 16,0 8-16,0 0 15,0 10-15,0 8 16,0 10-1,0 0-15,0 0 16,-9 19 0,9 36-16,0 28 15,9 28 1,10 0-16,9-19 0,10 0 16,9-18-1,19-9-15,18-19 16,-84-46-1</inkml:trace>
  <inkml:trace contextRef="#ctx0" brushRef="#br0" timeOffset="2545.04">23594 7559 0,'0'0'15,"0"0"1,0 9-16,0 10 16,9-1-16,1 1 15,8-1 1,11-9-16,8 1 16,1-20-1,0-8-15,9-19 16,-10-9-16,-18 0 15,0 0 1,-19 9-16,0 9 16,-10 9-16,-8 10 15,-20 0 1,0 18-16,-18 10 0,-1 18 16,1 27-1,18 1-15,10 9 16,19-10-1,9 10-15,19-9 16,9-28-16,28 9 31,38-18-31,38-28 16,-132 0 0</inkml:trace>
  <inkml:trace contextRef="#ctx0" brushRef="#br0" timeOffset="3062.7">26171 7347 0,'0'0'0,"10"-9"16,-1-19-1,10 0-15,-10 1 16,-9 8-16,10-18 15,-10 19-15,0 8 16,0 1 0,-10 0-16,1 9 15,9 0 1,-9 9 0,-1 10-16,1 18 15,-1 27 1,10 47-16,0 9 15,0-9 1,0-1-16,-9-8 16,0-10-16,9-36 15,-10-19-15,10-28 16,0-9 0,0 0-16</inkml:trace>
  <inkml:trace contextRef="#ctx0" brushRef="#br0" timeOffset="3263.19">25899 7799 0,'9'0'15,"29"-9"-15,65-19 16,19-9-1,29 0 1,-1-9-16,-150 46 16</inkml:trace>
  <inkml:trace contextRef="#ctx0" brushRef="#br0" timeOffset="4034.42">28570 7771 0,'0'0'0,"0"0"16,0 0-1,0-18-15,0-10 0,0-18 16,-9 0 0,-10-19-16,-9 10 15,-10 0 1,-9 18-16,0 9 15,10 19-15,-1 9 16,0 9-16,10 9 16,0 19-1,9 19-15,10 8 16,18-18-16,19 1 16,10-20-1,18-27-15,10-9 31,0-19-31,-10 1 16,1-1 0,-19 0-16,-20 10 15,-8 9 1,-1 9-16,1 18 16,-1 19-1,0 37-15,-9 37 0,-9 9 16,0 0-16,-1-19 15,1 1 1,-1-38-16,1-8 16,0-19-1,-1-19-15,1 0 16,-1-8 0,1-10-1,-10 0-15,-9-10 16,-10-17-1,1-10-15,-1-19 16,19-8-16,10-10 16,18 0-1,19 0-15,-28 74 16</inkml:trace>
  <inkml:trace contextRef="#ctx0" brushRef="#br0" timeOffset="4620.34">30367 7227 0,'0'0'0,"0"0"15,0 9-15,0 19 16,-9 9 0,-1 55-16,-9 28 15,1-9-15,-1-1 16,9 10-16,1-46 15,0-9 1,9-28-16,0-10 16,0-17-1,0-10-15,0 0 16,9 0 0,0-19-1,10-27-15,0-9 16,9-1-1,-9 19-15,0 1 16,0 17 0,0 1-16,-1 8 15,-8 10-15,9 10 16,9 27-16,0 18 16,0 0-1,-9-18-15,19-9 16,18-28-16,-56 0 15</inkml:trace>
  <inkml:trace contextRef="#ctx0" brushRef="#br0" timeOffset="5539.04">6002 8870 0,'0'0'0,"0"0"31,0 0-31,0 0 16,0 0-16,0 9 0,-9 9 31,-1 19-31,-9 19 16,0 27-16,1 9 15,8-9-15,10-9 16,0-19-1,10-18-15,8-9 16,11-19 0,18-9-16,-47 0 15</inkml:trace>
  <inkml:trace contextRef="#ctx0" brushRef="#br0" timeOffset="5915.64">6087 8676 0,'0'0'0,"0"0"16,0 0-1,0 0-15,0 0 16,0 9-1,0 0-15,0 10 16,9-10-16,0 0 16,10-9-16,9 0 15,1-9 1,-1-9-16,-9-1 16,0-9-1,-10 10 1,-9-10-16,0 19 15,-9 0 1,-20 18-16,-8 9 16,-20 38-1,-9 18-15,66-74 16</inkml:trace>
  <inkml:trace contextRef="#ctx0" brushRef="#br0" timeOffset="7619.89">2230 11703 0,'0'0'15,"28"-37"-15,47-73 16,29-38 0,37-28-16,9-8 0,-37 9 15,9-1 1,-37 65-16,-29 28 15,-18 0-15,-29 46 16,-9 10 0,-9 17-1,-19 10 1,-19 19-16,-19 27 16,-9 28-16,9 18 15,28-18 1,29-19-16,9-18 15,9 0 1,10-9-16,19 0 16,18-1-16,10-8 15,-10 8-15,-18 1 16,-10 9 0,-9 9-16,-19 10 15,-19 8 1,-9 1-16,0-10 15,9-18-15,0-18 16,0-10-16,19-9 16,-9-9-1,9-10-15,9-36 16,29-19 0,9 0-16,0 19 15,-9 18 1,-1 9-1,-8 19-15,-1 9 16,0 9 0,0 19-16,0-1 15,1-8-15,-1 9 16,0-10 0,0-9-16,1-9 15,-1 0-15,9-18 16,10-10-16,-18 0 15,-11 19 1,-8-9-16,-10-1 16,-28 1-1,-29-1 1,-18 29-16,-10 17 16,1 10-1,8 9-15,20 0 16,28-18-1,9-9-15,19-19 16</inkml:trace>
  <inkml:trace contextRef="#ctx0" brushRef="#br0" timeOffset="8444.4">3754 11020 0,'0'0'16,"18"-9"-16,11 0 15,18-10-15,18 1 16,11 9-16,-10 9 16,-10 9-1,-18 9-15,-10 1 16,-9 8 0,-10 20-16,1 8 15,-10 0 1,-19-9-1,9-27-15,1-1 16,-1-8 0,10-10-16,0 0 15,0-37 1,19-46-16,19-28 16,9-18-16,9-28 15,1 28-15,-10 9 16,-19 27-1,-9 29-15,-10 8 16,1 19-16,-10 19 16,0 9-1,0 9 1,9 9-16,1 19 16,8 18-1,1 37-15,9 46 16,-9-9-16,0-9 15,0 18-15,9-27 16,-9-19 0,0-28-1,0-18-15,-1-9 16,11-1-16,-1-8 16,9-19-1,1-10-15,-10-8 16,0 0-16,-9-10 31,0 0-31,-9 0 16,-10 1-1,-10-1-15,1 10 16,-1 8 0,1 1-16,-1 9 15,1 0-15,9 0 16,-9 9-16,9 1 15,9 17 1,10 1-16,9 0 16,10-10-16,9-9 15,-10-9 1,10-18-16,-18-10 16,-29 28-16</inkml:trace>
  <inkml:trace contextRef="#ctx0" brushRef="#br0" timeOffset="8644.74">4440 10900 0,'0'0'0,"0"0"15,29 0 1,36-18-16,48-19 15,38-19-15,-1-8 16,-46 18 0,-10 9-16,-94 37 15</inkml:trace>
  <inkml:trace contextRef="#ctx0" brushRef="#br0" timeOffset="9177.1">5654 10540 0,'0'0'0,"0"0"16,9 0-1,1 0 1,-1 9-16,0 1 16,-9-1-1,0 0-15,-9 10 16,-10 18 0,-9-1-16,-28 38 15,9-18 1,0 18-16,9 9 0,10-10 15,18-26 1,10-11-16,10 1 16,8-18-16,20-19 15,28-37 1,28-46-16,0-28 16,-28 0-16,-28 1 15,-10-1 1,-9-37-16,-19 28 15,-10 19-15,1 27 16,-10 0 0,0 37-16,10 9 31,-1 19-31,1 9 16,0 0-16,-1 9 15,-9 47 1,10 55-16,9 9 15,9 73 1,20-54-16,18 36 16,0-46-16,9-18 15,19-37-15,19-19 16,-94-55 0</inkml:trace>
  <inkml:trace contextRef="#ctx0" brushRef="#br0" timeOffset="9863.02">7187 10374 0,'0'0'0,"0"0"16,0 0-16,-9 0 15,-1 0 1,1 0-16,0 0 15,-1 0 1,1 0-16,-1 0 16,1 0-16,9 0 15,-9 0-15,-1 0 16,1 0 0,-1 9-16,1 1 15,0-10 1,-1 0-16,10 0 15,0 0 1,0 0 0,0 0-16,0 0 15,0 0 1,0 0-16,-9 0 16,9 0-16,0 0 15,0 0 1,-10 0-16,10 0 15</inkml:trace>
  <inkml:trace contextRef="#ctx0" brushRef="#br0" timeOffset="10126.14">6961 11020 0,'0'0'0,"0"0"15,0 0-15,0 0 16,0 0-16,0 0 15,0 0 1</inkml:trace>
  <inkml:trace contextRef="#ctx0" brushRef="#br0" timeOffset="11437.9">6980 10993 0,'0'0'0,"0"0"16,0 0-16,0 0 15,0 0-15,0 0 16,0 0 0,0 0-16,10 9 15,-1 0 1,1 0-1,-10-9 1,0 0-16,0 0 16,0 0-16,9 0 15,0 0 1,1 0-16,-10 0 16</inkml:trace>
  <inkml:trace contextRef="#ctx0" brushRef="#br0" timeOffset="13242.83">8438 10171 0,'0'0'0,"0"0"16,0 0-16,0-9 15,0 0 1,-9-1-16,0-8 16,-10-1-16,-9 1 15,-1 9 16,-18-10-31,0 19 0,-19 10 16,10 8 0,9 10-16,9-1 15,10 20-15,9-1 16,0 0 0,19-9-16,10 0 15,9 0 1,9-10-16,10-8 15,18-19-15,10-9 16,0-10 0,-10-18-16,-9-9 15,0-9 1,-9-1 0,-19 19-16,-10 0 15,0 19 1,-9 9-16,0-1 15,0 10 1,0 0-16,0 0 16,0 19-16,0 18 15,10 9-15,-1 9 16,10 10-16,0-10 16,9 1-1,10-10-15,-1-9 16,1-19-1,9-18-15,-47 0 16</inkml:trace>
  <inkml:trace contextRef="#ctx0" brushRef="#br0" timeOffset="13490.4">9304 10337 0,'0'0'0,"0"0"15,0 9-15,0 19 16,0 9-16,-9 37 16,-1 0-1,-9 0-15,0-19 16,-9 10-16,28-65 15</inkml:trace>
  <inkml:trace contextRef="#ctx0" brushRef="#br0" timeOffset="14246.71">9774 9433 0,'0'0'0,"0"0"15,0 0 1,0 0-16,0 0 16,0 0-16,0 0 15,-9 9-15,-1 0 16,1 0 0,0 10-16,-1-10 15,1 0-15,-1 1 16,1-1-1,9-9-15</inkml:trace>
  <inkml:trace contextRef="#ctx0" brushRef="#br0" timeOffset="14980.49">10057 9857 0,'0'0'0,"0"0"15,-10-9 1,1-9-1,-1-1-15,-9-9 16,-9 10-16,0 0 16,-10 8-1,1 1-15,-1 18 16,1 10 0,-1 8-16,10 10 0,-1 9 15,11 10 1,8-1-16,1 10 15,18 9 1,1-28-16,8-9 16,1-10-1,9-17-15,10-10 0,0-19 16,9-18 0,-10-9-16,-8-9 15,-1-28 1,-9-19-16,-19-9 15,-10 10-15,-9-10 32,-9 0-32,9 19 15,1 18 1,-1 28-16,9 18 16,1 10-16,9 9 15,0 9 1,0 0-16,0 27 15,9 29-15,10 27 16,0 9-16,9 28 16,10-9-1,-10-28-15,10-9 16,9-19 0,9-9-16,10-9 15,9-18 1,10-19-1,-85 0-15</inkml:trace>
  <inkml:trace contextRef="#ctx0" brushRef="#br0" timeOffset="15297.04">10847 9839 0,'0'0'15,"0"0"-15,0 0 16,0 9-1,0 9-15,0 19 16,0 37-16,-10 19 16,-8-1-16,-11-9 15,-8 9 1,37-92-16</inkml:trace>
  <inkml:trace contextRef="#ctx0" brushRef="#br0" timeOffset="16616.41">11242 8833 0,'0'0'16,"0"0"-16,0 0 16,0 18-1,0 28-15,9 19 16,1 37-1,-1 27-15,10-19 16,0-8-16,0-10 16,-1 1-16,-8-29 15,-1-18 1,1-18-16,-10-9 16,0-10-16,0 0 15,0-9 1,0 0-16,0 0 31,0 0-31,9-18 16,19-10-1,0-9-15,1 9 16,-11 1-16,1 8 16,0 1-1,0 8-15,0 1 16,0 0-16,-1 9 15,1 9-15,9 0 16,1 10 0,-1 9-16,0 8 15,0-8 1,0 0-16,1-10 16,-10 1-16,9-10 15,9-9-15,10-18 16,-47 18-1</inkml:trace>
  <inkml:trace contextRef="#ctx0" brushRef="#br0" timeOffset="16885.89">12427 9543 0,'0'0'16,"0"0"-16,0 0 16,0 0-1,-9 19-15,-1 18 16,-27 46-1,-20 28 1,-9 9-16,66-120 16</inkml:trace>
  <inkml:trace contextRef="#ctx0" brushRef="#br0" timeOffset="18737.32">13001 8657 0,'0'0'15,"0"0"1,0 0-16,0 10 15,9 8-15,1 28 16,-1 19 0,10 9-16,0 18 15,-10-18-15,1 18 16,-1 0-16,1-18 16,-10-18-1,0-19-15,0-10 16,0-8-1,0-10 1,0 0 0,0-9-16,0 0 15,0 0-15,0 0 16,0 0 0,9-9-16,10-19 15,9-9 1,10 0-16,9-9 0,-10 9 15,10 10 1,0-1-16,0 10 16,-9 8-1,0 10-15,-10 0 16,0 10-16,-9-1 31,-10 9-31,1 1 16,-1 8-1,-18 10-15,-1 0 16,-18 0-16,-10 0 16,1-9-1,9-10-15,-1 1 16,1-10-16,0 0 16,0 0-16,9-9 15,9 0 1,1-9-16,0 0 15,9 9 1</inkml:trace>
  <inkml:trace contextRef="#ctx0" brushRef="#br0" timeOffset="20480.66">14215 9414 0,'0'0'0,"0"0"0,0 0 16,0 9-1,0 10-15,-19 27 16,-19 37 0,-9 0-16,0 10 15,-9-1-15,56-92 31</inkml:trace>
  <inkml:trace contextRef="#ctx0" brushRef="#br0" timeOffset="21329.44">14741 8860 0,'0'0'0,"0"0"16,0 0-16,0 0 15,0 0 1,0 0-16,0 0 16,-9 0-16,0 0 15,-10 0-15,-19 0 16,1 10-1,-11 8-15,11 10 16,-1 0-16,1 18 16,8 0-1,20 9-15,0 19 32,18 0-32,10 0 15,9-28-15,0-9 16,10-10-1,-1-8-15,11-10 16,8-9 0,0-9-16,1-10 15,-10 1-15,-9 0 16,-1-1-16,-9 1 16,1-1-1,-29 19-15</inkml:trace>
  <inkml:trace contextRef="#ctx0" brushRef="#br0" timeOffset="22047.55">15588 9202 0,'0'0'0,"0"0"15,0 0-15,0 0 16,0 0-1,0 9-15,0 19 16,-9 18-16,-10 19 16,-19 27-16,-9 37 15,0-18 1,47-111-16</inkml:trace>
  <inkml:trace contextRef="#ctx0" brushRef="#br0" timeOffset="23834.81">16021 8934 0,'0'0'0,"0"0"16,0 0-16,9 10 15,10-1 1,9 0-16,0 0 15,1 0-15,8-9 16,1-9-16,0-9 16,-10-1-1,-9-8-15,-1 8 16,-8 1 0,-1-10-16,-9 10 15,-9-1 1,-1 1-1,-8-1-15,-20 10 16,0 9-16,-9 9 16,0 10-1,0 8-15,10 1 16,8 9 0,1 9-16,9-9 15,10 9-15,9 0 16,9-9-16,20 19 15,8-19 1,20-1-16,-1-17 16,19-10-1,-9-18-15,-9-10 0,-1-8 16,-9-1 0,0 0-16,0 1 15,-47 27 1</inkml:trace>
  <inkml:trace contextRef="#ctx0" brushRef="#br0" timeOffset="24120.06">17009 9202 0,'0'0'0,"0"0"15,0 0-15,0 18 16,-10 19 0,-9 37-16,-9 28 15,-9 36 1,-1-27-1,-19 0-15,57-111 16</inkml:trace>
  <inkml:trace contextRef="#ctx0" brushRef="#br0" timeOffset="25942.17">17949 8980 0,'0'0'0,"0"0"15,0 0 1,0 0-16,0-9 16,0 9-16,-9-18 15,0-10-15,-10 0 16,0-9 0,-9 10-16,-1-1 15,-8 0 1,-1 10-16,1 9 31,-10 9-31,9 9 16,-9 28-16,19 0 15,9 18 1,9-18-16,20 0 16,-1-19-1,19 1-15,10-1 16,9-8-16,-9-20 15,-10-8-15,0-1 16,0 1 0,-9 0-16,-9 8 15,8 1-15,-8 0 16,-10 9 0,0 0-16,0 0 15,9 9-15,1 10 16,-1 17-16,0 1 15,1 19 1,-1 18-16,1-10 16,-1-8-1,-9-10 1,0 0-16,-9-18 16,-1-1-1,1-8-15,-1-1 16,-8-9-1,-1 1-15,-9-1 16,-10 0-16,10-9 16,-10 0-16,10-9 15,9 0 1,10-1-16,9 10 16</inkml:trace>
  <inkml:trace contextRef="#ctx0" brushRef="#br0" timeOffset="26158.52">18533 9405 0,'0'0'15,"0"0"-15,0 0 16,0 0-16,-10 9 15,-9 10-15,-37 36 16,-29 37 0,-9 19-16,10-28 15,84-83-15</inkml:trace>
  <inkml:trace contextRef="#ctx0" brushRef="#br0" timeOffset="27834.07">19191 8907 0,'0'0'16,"0"0"-16,0 0 16,0 0-1,0 0-15,0 0 16,-9 9 0,-1 9-1,1 10 1,-1 18-16,1 10 15,0 17-15,-1 1 16,10-28 0,10 0-16,8-9 15,1-9 1,10-9-16,8-10 0,-9-9 16,-28 0-1</inkml:trace>
  <inkml:trace contextRef="#ctx0" brushRef="#br0" timeOffset="28335.01">19238 8362 0,'0'0'16,"0"0"-16,0 0 15,0 19 1,0 8-16,0 10 16,0 0-1,10 0-15,-1-9 16,0-10-1,1-9 1,9 1-16,-1-10 16,11 0-1,8 0-15,-9-10 16,-9 1 0,10-9-16,-11 8 15,-8-8-15,-10 0 16,0-1-16,-10 1 15,1-1 1,-19 1-16,-10-1 16,0 10-16,1 9 15,-10 9 1,0 10-16,9 8 16,0 1-16,20 0 15,18-28-15</inkml:trace>
  <inkml:trace contextRef="#ctx0" brushRef="#br0" timeOffset="28951.81">19859 9313 0,'0'0'0,"0"0"15,0 0-15,0 9 16,-9 9-1,-20 19-15,-18 37 16,-18 28 0,-1 8-1,19-17-15,9-19 16,10-19 0,28-55-16</inkml:trace>
  <inkml:trace contextRef="#ctx0" brushRef="#br0" timeOffset="30071.64">21073 8722 0,'0'0'0,"0"0"15,0 0-15,-10 0 16,1 0-1,-19 0-15,-10 0 16,0-9-16,1 9 16,-1 0-1,10 0-15,9 9 16,0 0-16,10 10 16,-1 8-16,10 29 15,10 27 1,9 0-16,-1 37 15,-8-9 1,-1-10-16,1-18 0,-10-27 16,0-10-1,-10-19-15,1-17 16,9-10 0</inkml:trace>
  <inkml:trace contextRef="#ctx0" brushRef="#br0" timeOffset="30224.23">20555 9303 0,'0'0'0,"0"0"15,0 0-15,10 0 16,8 10 0,29-10-16,19-10 15,28-8-15,38-28 16,-132 46-16</inkml:trace>
  <inkml:trace contextRef="#ctx0" brushRef="#br0" timeOffset="35325.25">13086 10937 0,'0'0'0,"0"0"0,9 9 16,10 28-1,0 28-15,0 27 16,-1 19 0,1 18-16,-9 19 15,-10 18 1,9 0-16,-9 46 15,0 38 1,0-57-16,0 10 16,-9 10-1,-1 27-15,10-65 16,-9 47-16,9-38 16,0 10-16,0-19 15,9 28 1,10-18-16,-10-10 15,1 10-15,-1-19 16,-9-9 0,10 18-1,-1-45 1,0 8-16,1 0 16,-1 10-16,1-19 15,-1 1 1,0-20-16,1-8 15,-1-28 1,-9 0-16,0-1 0,0-8 16,0 0-1,-9-1-15,9-8 16,0-1 0,0 10-16,9-1 15,1 10-15,-1 0 16,1-10-16,8 10 15,1-9 1,0-1-16,-10-8 16,10 8-16,0-8 15,-10-10 1,1 9-16,-10-55 31</inkml:trace>
  <inkml:trace contextRef="#ctx0" brushRef="#br0" timeOffset="36546.33">13396 17656 0,'0'0'0,"0"0"16,0 0-16,0 0 16,0 0-1,0 0-15,0 0 16,0 0-16,0 0 15,10 10 1,-1-1-16,10 0 0,18 0 16,1 0-1,18 10-15,10-10 16,0 0 0,19 1-16,9-10 15,0 0 1,0-10-16,19 1 0,19 9 15,-1-9 17,-8 9-32,27-9 0,10 9 15,0 0-15,19-10 16,-10 1 0,29 0-1,-10 0-15,0 0 16,10-1-1,-29 1-15,28 0 16,-27-10 0,8 10-16,11 0 15,-20-10-15,29 10 16,-20 0-16,-8-9 16,18 8-16,-19-8 15,10-1 1,9 10-16,-19 0 15,29-10 1,-29 10-16,29 9 16,-10 0-1,19 0 1,-10 0-16,-18 0 16,28 0-1,-9 0-15,9-9 16,0 9-1,-10 9-15,1-18 16,27 9-16,-8-9 16,-10 0-16,19 9 15,-10-19-15,-9 1 16,0 8 0,19-8-16,-19 9 15,18-10 1,-8-8-1,18 8-15,-37 1 16,37-1 0,-28 19-16,28 0 15,-38 0 1,29 0-16,-28 0 16,9 0-1,-19 0-15,-9 0 0,18 0 16,-28 0-1,10-9-15,-9 0 16,-1 9 0,-9-19-16,-10 1 15,20-1-15,-1 10 16,-18-19-16,-1 10 31,10 0-31,-38 8 0,-9-8 31,-9 9-31,-29-1 16,-19 1-16,-18 9 0,-19 0 31,-19 0-31,0 0 16</inkml:trace>
  <inkml:trace contextRef="#ctx0" brushRef="#br0" timeOffset="38036.03">13481 17832 0,'0'0'0,"-10"9"16,-8 0-1,-11 19-15,-8 27 0,9 1 16,9 8 0,0 10-16,9 18 15,10-18 1,10-28-16,-1-9 16,1-9-1,9-19-15,9-9 0,19-18 16,9-19-1,19-46-15,-9-19 16,-9 1 0,-20-1-16,-8 1 15,-20 27-15,-18 18 32,-10 19-32,-9 19 15,-1 9-15,-18 18 16,-9 28-1,-1 37-15,10 18 16,19 10 0,19-10-16,9-92 15</inkml:trace>
  <inkml:trace contextRef="#ctx0" brushRef="#br0" timeOffset="38352.68">14657 17601 0,'0'0'16,"0"0"-16,0 0 15,0 0 1,0 9-16,0 28 16,0 37-1,0 46-15,0 9 16,0-129-16</inkml:trace>
  <inkml:trace contextRef="#ctx0" brushRef="#br0" timeOffset="38668.61">15014 18385 0,'0'0'0,"0"0"16,0 0-16,0 0 15,0 19 1,0 18-16,0 18 16,10 74-1,-10-55-15,-10 37 16</inkml:trace>
  <inkml:trace contextRef="#ctx0" brushRef="#br0" timeOffset="39000.4">15663 17758 0,'0'0'0,"0"0"16,0 0 0,0 0-16,0 18 0,0 19 15,10 19 1,9 36-16,9 9 15,-9-27 1,-19-74-16</inkml:trace>
  <inkml:trace contextRef="#ctx0" brushRef="#br0" timeOffset="39485.25">15889 18469 0,'0'0'16,"0"0"-16,0 0 15,0 0 1,0 0-16,19-19 15,0 1-15,0 8 16,-1 1-16,1 0 16,0 0-1,-10 9-15,1 0 16,-1 9 0,1 0-16,-10 19 15,0 9 1,-19 74-1,0-56-15,0-9 16,10-18 0,9-19-16,0 0 15,0-9-15,0 0 16,9 0 0,38 9-16,38-9 0,18-36 15,1-11 1,-10 1-16,9-9 15</inkml:trace>
  <inkml:trace contextRef="#ctx0" brushRef="#br0" timeOffset="39871.31">17159 17564 0,'0'0'15,"0"0"-15,0 0 16,0 9 0,19 28-16,9 28 15,19 64 1,10 37-1,8 56-15</inkml:trace>
  <inkml:trace contextRef="#ctx0" brushRef="#br0" timeOffset="40572.06">17677 18321 0,'0'0'0,"0"0"16,0 0-16,0 0 16,0 0-16,9-9 15,10-1 1,9-8-16,10-1 16,9 1-1,-10 9-15,1 0 16,0 9-16,-10 0 15,-9 0-15,-10 9 16,0 0 0,-9 9-16,0 1 15,-9 9-15,0-1 16,-1 1 0,1-10-16,-1 1 31,10-1-31,0-8 15,10-1-15,-1 9 16,38 10 0,-9-10-1,-10-8-15,0-1 0,-9 0 16,-10-9-16,-9 9 16,0 10-1,-18 9-15,-20 18 16,-9-9-1,-9 0-15,-10-1 16,0 1 0,9-27-16,10-1 15,19-9 1,0 0 0,0-9-16,28 9 15</inkml:trace>
  <inkml:trace contextRef="#ctx0" brushRef="#br0" timeOffset="41021.1">18956 17435 0,'0'0'15,"0"9"-15,9 19 16,20 36-1,-1 19-15,19 37 16,-47-120-16</inkml:trace>
  <inkml:trace contextRef="#ctx0" brushRef="#br0" timeOffset="41506.61">19492 18109 0,'0'0'0,"0"0"16,0 0-1,0 0-15,0 0 16,-19 9-16,1 9 16,-20 10-1,0 9-15,1 0 16,-1 18-16,10-9 15,9 0-15,10-18 16,9-9 0,9-1-16,19 19 15,10-9 1,28-10-16,18-18 16,-8 0-16,-1-9 15,-9-10-15,-10-8 16,-18-1-1,-19 10-15,-19 18 16</inkml:trace>
  <inkml:trace contextRef="#ctx0" brushRef="#br0" timeOffset="41707.98">19643 18450 0,'0'0'0,"0"0"16,0 19-16,9 17 15,0 20-15,1 27 16,9 18-16,-10-8 16,1-38-1,8 93-15</inkml:trace>
  <inkml:trace contextRef="#ctx0" brushRef="#br0" timeOffset="42131.25">20847 17121 0,'0'0'16,"0"0"-16,0 0 16,0 28-16,0 27 15,9 28 1,1 9-16,-1 38 15,0-29-15,-9 1 16,0-102 0</inkml:trace>
  <inkml:trace contextRef="#ctx0" brushRef="#br0" timeOffset="42632.54">21298 18182 0,'0'0'0,"0"0"16,0 0-16,0 0 15,-18 0 1,-20 0-16,0 10 16,1-1-16,8 0 15,1 0 1,19 1-16,9-1 31,0 0-31,19 9 16,18 1-16,20 9 15,9-1 1,-1 1-16,-8-10 16,-20 1-1,1 9-15,-19-1 16,9 29-16,-28-19 16,-19 9-16,-9-9 15,-19-10 1,-9-17-16,-1-1 15,1-18 1,9-10-16,-47-27 16</inkml:trace>
  <inkml:trace contextRef="#ctx0" brushRef="#br0" timeOffset="42848.57">21317 18219 0,'0'0'0,"0"0"16,0 0-1,0 0-15,0 0 16,19 0 0,19-9-16,37-19 15,28-9 1,-103 37-16</inkml:trace>
  <inkml:trace contextRef="#ctx0" brushRef="#br0" timeOffset="43230.25">22888 17287 0,'0'9'16,"10"19"-1,-10 27-15,9 38 16,0 8-16,-9-101 15</inkml:trace>
  <inkml:trace contextRef="#ctx0" brushRef="#br0" timeOffset="43834.92">23076 17998 0,'0'0'0,"0"0"16,0 0-1,-9 0-15,-10 0 16,-9 9-16,-10 10 16,1 17-1,-1 20-15,10 18 16,9 18-1,10 19 1,18-10-16,29 28 16,-1-45-1,20-29-15,-10-37 16,9-18-16,1-18 16,-1-19-1,-9 0-15,-19-9 16,-9 0-1,-9 0-15,-10-1 16,-19 20-16,0-1 16,-19 19-16,10 9 15,-10 0 1,-18 28-16,-47 27 16,55-18-1,20-9-15,28-28 16</inkml:trace>
  <inkml:trace contextRef="#ctx0" brushRef="#br0" timeOffset="44198.43">24365 17149 0,'0'0'0,"0"0"15,0 0-15,0 0 16,0 0-16,0 0 15,0 0 1,0 27-16,0 20 31,10 26-31,-1 20 16,19 36 0,-18-18-16,-10-111 15</inkml:trace>
  <inkml:trace contextRef="#ctx0" brushRef="#br0" timeOffset="44653.62">24356 18099 0,'0'0'0,"0"0"16,0 0-1,0 0-15,19 0 0,9 0 16,9-9-1,10 0-15,10 0 16,-10-1 0,0 1-16,0-9 15,-19 9-15,-9 9 16,0 0-16,-10 0 16,1 9-1,-1 18-15,1 38 16,-10 9-1,-19 37-15,-10 18 16,11-18-16,-20 101 31</inkml:trace>
  <inkml:trace contextRef="#ctx0" brushRef="#br0" timeOffset="45053.75">26011 17047 0,'0'0'0,"0"0"16,0 0-16,0 0 15,0 0-15,0 9 16,-9 28 0,9 46-16,9 28 15,1 18 1,18 1-16,-28-130 0</inkml:trace>
  <inkml:trace contextRef="#ctx0" brushRef="#br0" timeOffset="45685.28">26472 18256 0,'0'0'0,"0"0"16,0 0-16,0 0 16,-9-18-1,-10-19-15,-9 0 31,-10-9-31,1 0 16,-1 18-16,0 10 16,1 18-1,9 9-15,9 18 16,9 10 0,10 9-16,29 28 15,8 9-15,10-18 16,10-10-16,-10-8 15,47 26 1,-57-45-16,-18-9 16,-9-1-1,-10 0-15,-10 1 16,-27-1-16,-10 1 16,-29-10-16,1 0 15,19-18 1,18 0-16,10-10 15,9 1-15,10-19 16,18-9 0,29-28-1,37-18 1,-28 36-16,38-18 16,-85 74-1</inkml:trace>
  <inkml:trace contextRef="#ctx0" brushRef="#br0" timeOffset="46038.25">27592 16899 0,'0'0'0,"0"10"15,0 8-15,0 38 16,0 17-1,0 29-15,9 27 16,1-9-16,-1-18 16,-9-102-1</inkml:trace>
  <inkml:trace contextRef="#ctx0" brushRef="#br0" timeOffset="46754.24">27874 18201 0,'0'0'16,"0"0"-16,0 0 15,0 0 1,0 0-1,-9-9-15,-10-10 16,-9 1 0,-1-1-16,-18-8 15,0 8 1,0 1-16,0 8 16,10 10-1,-1 10-15,0 17 0,10 1 16,9 18-1,10-9-15,9 0 16,9 0 0,10-9-16,9-10 15,1 1-15,8-10 16,1-9-16,9-19 16,0-8-1,-9 8-15,-1-9 16,1-8-1,-10 8-15,0 9 16,-9 1-16,-9 9 31,-10 9-31,9 0 16,0 18 0,10 28-16,-9 19 15,-1 18-15,-9 19 16,9 54-1,-9-36 1,0 10-16</inkml:trace>
  <inkml:trace contextRef="#ctx0" brushRef="#br0" timeOffset="47856.62">11430 16244 0,'0'0'0,"0"0"16,0 0-1,0 0-15,0 9 16,0 19-16,0 27 16,9 38-16,1 8 15,9 10 1,-1 0-16,-8-37 16,-1-28-1,1-19-15,-10-27 16,0 0-1</inkml:trace>
  <inkml:trace contextRef="#ctx0" brushRef="#br0" timeOffset="48342.83">11289 16253 0,'0'0'0,"0"0"16,0 0-16,0 0 15,9 10 1,20 27-16,8 18 16,10 19-16,0 0 15,0-10 1,0-18 0,0-9-1,0-27-15,0-10 16,-9-10-16,0-8 15,-1-19 1,-18 9-16,0 1 16,0-10-1,0 0-15,-10 9 16,0 0-16,1 10 16,-10 9-16,0 9 15,0 0 1,0 0-16,0 0 15,9 9-15,10 9 16,9 19-16,10 19 16,-1 8-1,1 1-15,0-10 16,-1-18 0,-8-18-16,-11-10 15,-18-9-15</inkml:trace>
  <inkml:trace contextRef="#ctx0" brushRef="#br0" timeOffset="48590.55">12578 16207 0,'0'0'16,"0"0"0,0 0-16,0 0 15,0 0 1,0 0-16,0 0 15,0 0-15,0 0 16,0 9 0,0 10-16,0 27 15,9 19-15,1 27 16,8 19 0,11 9-1,-1 9-15,-28-129 16</inkml:trace>
  <inkml:trace contextRef="#ctx0" brushRef="#br0" timeOffset="50798.16">14676 15967 0,'0'0'0,"0"0"16,0 0-16,0 0 15,0 0 1,0 0-16,0 0 16,0 0-1,0 10 1,0 17-16,-10 19 16,1 37-1,-1 47-15,10-1 16,0 19-1,10-1-15,-1-36 16,1-10 0,-10-27-16,0-28 0,0-27 15,0-19 1,0 0-16</inkml:trace>
  <inkml:trace contextRef="#ctx0" brushRef="#br0" timeOffset="51631.77">14497 16235 0,'0'0'0,"0"0"16,0 0-16,0 0 15,0 0 1,19 0-16,18 0 15,20 0-15,37-9 16,19-1 0,0 1-16,-1 0 15,11 0 1,-10 0-16,0-1 16,-1-8-16,-18 9 15,1-1-15,-20 10 16,-9-9-1,-10 9-15,1 0 16,-10 0-16,-10 9 16,-9 1-1,-9-1 1,-9 0 0,-1 10-16,0-1 15,-9 19-15,0 9 16,0 9-1,-9 1-15,0 8 16,-1 1-16,10-10 16,0-8-16,0-1 15,0-9 1,-9 0-16,-1 0 16,1-1-1,0 1-15,9-9 16,-10-10-1,10-8 1,-9-1-16,9 0 16,-10 0-1,1 1-15,0-1 16,-10 0 0,-9 0-16,-10 1 15,-19-1-15,-8 0 16,-1 0-16,-19-9 15,-18 0 1,-10 9-16,19-9 16,0 0-16,18 0 15,1 0 1,9 0-16,10 0 16,18 0-16,1 0 15,8 0-15,10 0 16,10 0-1,0-9-15,9 9 16</inkml:trace>
  <inkml:trace contextRef="#ctx0" brushRef="#br0" timeOffset="52302.3">15438 16595 0,'0'0'0,"0"0"31,0 0-31,-10-9 16,1-1-1,-10-17-15,-9-1 16,-1 0 0,1 10-16,0 9 15,9-1-15,0 10 16,1 0-16,-1 10 15,9 8 1,1 10-16,0 18 16,9 0-16,9 10 15,0-1 1,10-27-16,0-1 16,0-8-16,0-10 15,9-9-15,0-9 16,0 0-1,-9-10-15,0 1 16,-10-1 0,1 1-16,-1-1 31,1 10-31,-1 0 16,-9 0-16,0 9 15,0 0 1,0 0-16,0 0 15,19 9 1,9 18-16,0 20 16,19 8-16,0-9 15,10-9-15,-57-37 16</inkml:trace>
  <inkml:trace contextRef="#ctx0" brushRef="#br0" timeOffset="54979.11">14610 14980 0,'0'0'0,"0"0"0,0 0 15,0 0 1,0 0-16,0 0 15,0 0 1,0 0-16,0 0 16,0 0-1,0 0-15,0 0 16,0 0-16,0 0 16,0 0-1,0 0-15,-10 0 16,1 9-1,-1 9-15,1 19 16,0 19-16,9 18 16,0 36-16,0-8 15,9-1-15,0-27 16,1 0 0,-1-19-16,-9-8 15,0-20 1,0-27-1</inkml:trace>
  <inkml:trace contextRef="#ctx0" brushRef="#br0" timeOffset="56329.94">14534 15054 0,'0'0'0,"0"0"16,0 0-1,10 0-15,18 0 31,19 0-31,28-10 16,19 1-16,-9 0 16,0 0-1,-1-10-15,11 1 16,17-19-16,-8 18 16,9 1-1,0-1-15,0 1 16,-1 0-1,1 8-15,0 1 16,0 0-16,-19 0 16,-9-1-16,-10 1 15,0 9 1,-9-9-16,-9 0 16,-1 9-1,-9 0-15,0 0 16,-9 0-1,-1 0 1,1 0-16,-10 0 16,1 0-16,-1 0 15,-9 0 1,-1 0-16,-8 0 16,-1 0-1,10 9-15,-10-9 16,1 0-16,-1 0 15,1 0-15,-1 0 16,0 9 0,1-9-16,-1 0 15,1 0 1,-1 0 0,0 0-16,1 9 15,-1 1 1,1-1-16,-1 9 15,10 1 1,0-1-16,0 10 16,-10 9-1,0 0-15,10 18 0,-9 10 16,-1 9 0,0-1-16,1-8 15,-10 0-15,0-19 16,0-9-1,0 0-15,0-10 16,0 1-16,0-10 31,0 1-31,0-10 0,0 0 16,-10 10 0,1-10-16,0 0 15,-1 0 1,1 1-16,-1-1 15,-8 0 1,-11 0-16,-8 1 16,-1-10-1,-9 0-15,-9 9 16,-20 0 0,1 0-16,-19-9 15,0 0-15,9 0 16,-18 0-16,-10 10 15,0-10 1,0 0-16,-9-10 16,0 1-16,9 0 15,0-10 1,0 10 0,0 0-16,0 0 15,19-1 1,0 1-16,9 0 15,1 9 1,8 0-16,10-9 16,10 9-1,18-9-15,1 9 0,9 0 16,9 0 0,0 0-16,19 0 15</inkml:trace>
  <inkml:trace contextRef="#ctx0" brushRef="#br0" timeOffset="57101.21">15833 15330 0,'0'0'0,"0"0"15,0 0 1,-10-9-16,-9 0 16,1 0-16,-11 0 15,1 9 1,-9 9 0,-1 0-1,0 9-15,10 10 16,9 0-16,0 0 15,10 8 1,0-8-16,9 0 16,9 0-1,10-10-15,0-9 0,18-9 16,10-18 0,0-19-16,0-9 15,0 0 1,-9-1-16,-19 1 15,0 9-15,-10 0 32,1 0-32,-10 10 15,0 8 1,0 1-16,0 9 16,0-1-16,0 10 15,0 0 1,0 0-16,0 0 15,0 0-15,0 0 16,0 10 0,0 8-16,9 10 15,0 18-15,10 28 16,9 18 0,1-9-16,8 9 15,1-36-15,-38-56 16</inkml:trace>
  <inkml:trace contextRef="#ctx0" brushRef="#br0" timeOffset="57718.7">11411 14869 0,'0'0'15,"0"0"-15,0 0 16,0 9 0,0 19-16,0 36 15,10 29 1,-1 8-16,0 19 16,1-9-16,-1-46 15,1-28-15,-10-28 16,0-9-1</inkml:trace>
  <inkml:trace contextRef="#ctx0" brushRef="#br0" timeOffset="58188.1">11439 14887 0,'0'0'16,"0"0"-16,0 10 15,0 8 1,0 19 0,10 0-16,-1 9 15,10-9 1,0-9-16,9-10 16,10-9-1,9-18-15,9-19 16,-9-18-16,0 0 15,-19 9-15,1 0 16,-10 10 0,-10 8-16,0 1 15,1 9-15,-10 9 16,0 0 0,0 0-16,0 0 31,9 9-31,1 28 15,-1 18 1,10 19-16,0 0 16,-1 9-16,11-19 15,-1-8 1,0-19-16,0-10 16,-28-27-16</inkml:trace>
  <inkml:trace contextRef="#ctx0" brushRef="#br0" timeOffset="58619.74">12239 15118 0,'0'0'0,"0"0"16,0 0-16,0 0 16,0 0-1,0 0-15,0 0 16,0 0-16,9-9 15,10 0 1,0-10 0,9 1-1,-9 9-15,-9 9 16,8 0 0,-8 0-16,-1 9 15,1 9-15,-10 1 16,0 18-1,0 9-15,-10 0 16,1-9-16,9 0 16,0-19-16,0 1 15,0-10 1,9 0-16,10-9 16,37-9-1,29-10 1,19-27-16,18-9 15,-122 55 1</inkml:trace>
  <inkml:trace contextRef="#ctx0" brushRef="#br0" timeOffset="59437.28">15917 14749 0,'0'0'0,"0"0"31,0 0-31,0 0 16,0 0-16,0 0 15,0 0 1,0 0-16,0 0 15,0 9 1,-9 10-16,0 8 16,-1 20-16,10 17 15,0 19-15,0-9 16,0-74 0</inkml:trace>
  <inkml:trace contextRef="#ctx0" brushRef="#br0" timeOffset="66615.36">14431 13724 0,'0'0'0,"0"0"0,0 0 15,0 0 1,0-9 0,9 0-16,-9 0 15,10-10-15,-10 10 16,0 0-1,0 0-15,0-1 16,0 10 0,0-9-16,0 9 15,0-9 1,0 9 0,0 0-16,0 0 15,0 0 1,0 0-16,-10 9 15,1 19-15,0 9 16,-10 18 0,0 19-16,10 0 15,-10 18-15,9-18 16,10 0-16,0-19 16,0 10-1,0-19-15,0-18 16,10-1-1,-10-27-15</inkml:trace>
  <inkml:trace contextRef="#ctx0" brushRef="#br0" timeOffset="68351.28">14393 13577 0,'0'0'0,"0"0"16,0 0-1,0 0-15,10 0 16,9 0 0,9 0-16,9 0 31,20 9-31,9 0 16,28-9-1,19 10-15,0-10 16,9 0-16,10-10 15,9 1 1,0 0-16,9 0 16,-9-1-16,-18 1 15,8 0-15,1-10 16,0 10 0,0 0-16,-1-9 15,1 8-15,-29 1 16,10 0-1,0 0-15,0-1 16,-28 1-16,9 0 16,0 0-1,-9-1-15,-10 1 16,0 9-16,-9-9 16,9 0-1,-9 0 1,0-1-1,0 1-15,-10 9 16,-9 0-16,0 0 16,-9 0-16,0 0 31,-1-9-31,1 9 16,-1 0-16,-8 0 0,8-9 15,-9-1 1,-9 10-16,10 0 15,-11 0 1,1 0-16,-9 0 16,-1 0-16,10 0 31,0 0-31,-1 0 16,1-9-1,0 0-15,-10 9 16,10 0-16,-9 0 15,8 0-15,1 0 16,0 0 0,0 0-16,-10 0 15,1 0-15,-1 0 16,1 0 0,-1 0-16,0 0 15,1 0 1,-1 9-16,1 0 15,-1 1 1,0 8 0,1 10-16,9-1 15,-1 29 1,1-1-16,-9 10 16,-1-1-16,0 10 15,1-9 1,-10-10-16,0 1 15,-10-19-15,1-1 16,0 1 0,9-9-16,-10 0 15,1-1-15,-1 1 16,1-9 0,0-1-16,-1-9 15,1 10-15,-1-10 16,1 9-16,-10 1 15,-9-1 1,-10 1-16,-18-1 16,-10 1-1,-9-1 1,9 1-16,-9-1 16,-19 1-1,-10-1-15,-9-9 16,0 10-1,0-10-15,-18 9 16,8-8-16,11-1 16,-20 0-16,-9 0 15,18-9 1,-8 10-16,-10-10 16,9 0-16,-19 0 15,1 9 1,-1-9-16,10 0 31,-9 9-31,18-9 16,0 0-1,1 0-15,-1 0 16,19 9-16,10-9 16,-10 0-1,9-9-15,10 0 16,9 0-16,10-1 15,0 1-15,0 0 16,9 9 0,0 0-16,19 0 15,9 0 1,1 0-16,18 0 16,9 0-16,1 0 15,0 0-15,9 0 16,0 0-1</inkml:trace>
  <inkml:trace contextRef="#ctx0" brushRef="#br0" timeOffset="69223.89">15955 13706 0,'0'0'0,"0"0"16,0 0-16,0 9 15,0 10 1,0 18-16,0 0 16,9 9-1,1 9-15,-10 0 16,0 10 0,9-10-16,-9 10 15,0-19 1,0-9-16,0 0 15,0-9 1,0-10-16,0-9 16,0 1-16,0-1 15,0-9 1,0 0-16,0 0 16,0 0-16,0 0 15,0 0-15,0 0 16,10-9-1,-1-1-15,0-8 16,1-10 0,9 1-16,-1 8 15,1 1-15,9-1 16,-9 10-16,10 0 16,-1 0-1,0 9-15,0 0 16,0 0-1,-9 9 1,0 0-16,0 0 16,0 0-1,-1 1-15,-8-1 16,9 0 0,0 0-16,9-9 15,9-9 1,20-19-16,-57 28 0</inkml:trace>
  <inkml:trace contextRef="#ctx0" brushRef="#br0" timeOffset="70656.64">15786 14075 0,'0'0'16,"0"0"-16,0 0 15,9-9 1,10 0-16,9-10 31,19-8-31,10-10 16,8-9-16,1-10 15,-9-8 1,-20 17-16,-8-8 16,-11 18-1,-8 9-15,-1 1 16,-9-1-16,0 10 16,0-1-16,-9 1 15,-1 8 1,1 1-16,0 9 15,-10 0 1,0 0-16,0 9 16,0 1-1,0 17 1,-9 10-16,9 9 16,1 10-1,8 8-15,10 10 16,10 9-16,-10 10 15,9-10 1,0-9-16,1-1 16,9 10-16,-19-83 15</inkml:trace>
  <inkml:trace contextRef="#ctx0" brushRef="#br0" timeOffset="71746.17">11628 13494 0,'0'0'0,"0"0"16,0 0-16,0 0 0,-10 9 16,1 0-1,-1 10-15,1 18 16,-10 27 0,10 19-16,-1 0 15,10 10-15,0-29 31,0-18-31,10-27 16,-10-19 0</inkml:trace>
  <inkml:trace contextRef="#ctx0" brushRef="#br0" timeOffset="72248.75">11468 13438 0,'0'0'15,"0"0"-15,0 0 16,9 10 0,0-1-1,10 9-15,19 1 16,9-1-1,9 1-15,-9-10 16,10-9 0,-1-9-16,1-10 15,-10-8-15,0-20 0,0-8 16,-10 9 0,-18 18-16,-9 0 15,-1 10-15,1 0 16,-10 8-1,0 10-15,0 0 16,0 0 0,0 19-16,0 8 15,9 10-15,0 19 16,1 18 0,-1 9-16,10-9 15,0 9 1,0-28-1,-1-18-15,1-9 16,-19-28 0</inkml:trace>
  <inkml:trace contextRef="#ctx0" brushRef="#br0" timeOffset="72819.16">12408 13346 0,'0'0'15,"0"0"-15,0 0 16,0 0 0,0 0-16,10-9 15,-1 0-15,10-1 16,0-8-1,0 9-15,9-1 16,0 1 0,-9 9-16,0 0 15,-10 0-15,1 9 16,-1 10-16,0 9 16,-9-1-1,0 10-15,0-9 16,0-10-16,0 1 15,0-1 1,0-8 0,10-1-1,-1 0-15,1 0 16,18 0 0,0 1-16,0-1 15,0 0-15,1 0 16,-1 10-1,-9-1-15,-10 1 16,1 8-16,-10 10 16,-10 0-16,-9 0 15,-9-9 1,-10 0-16,-9-1 16,47-27-1</inkml:trace>
  <inkml:trace contextRef="#ctx0" brushRef="#br0" timeOffset="75371.84">16717 13835 0,'0'0'0,"-9"0"16,9 0-16</inkml:trace>
  <inkml:trace contextRef="#ctx0" brushRef="#br0" timeOffset="77093.22">15673 14158 0,'0'0'0,"0"0"16,0 0-16,0 0 15,0 0 1,0 0-16,9-9 16,1 0-16,-1-10 15,10 1-15,9-1 16,0-8 0,10-10-16,-1 0 15,11 0 1,-1-9-16,0 0 15,0 0 1,-19 9 0,0 0-16,0 9 15,-9 0-15,-9 10 16,-1-1 0,0 1-16,-9 9 15,0 0 1,0-1-16,0 1 0,0 0 15,0 0 1,-9-1-16,0 1 16,-1 0-1,1 9-15,-1 0 16,1 0 0,-1 0-16,-8 9 0,-1 0 15,0 10 1,0 9-16,0 8 15,10 1 1,0 9-16,-1 10 16,1-10-1,-1 9 1,10 1-16,0-10 16,0 19-1,0-19-15,0 9 16,0-9-1,0 0-15,0-9 16,0 9-16,0-9 16,0-9-16,0 0 15,0-10 1,0 1-16,0-10 16,0 0-16,0-9 15,0 9 1,0-9-16,0 0 15,0 0 1,0 0 0,0 0-16,0 0 15,0 0 1,0 0-16,0 0 16,0 0-1,10-9-15,-1 0 16,10-19-16,9-9 15,0-9-15,1 9 16,-1 10 0,-9-1-16,0 9 15,-1 1-15,-8 9 16,-1-1 0,10 10-16,0 0 15,0 10-15,-1-1 31,1 9-31,0 1 16,0 9-16,0-10 0,-1 10 16,1-10-1,-9 1 1,9-10-16,-10 0 16,10-9-1,9-9-15,-28 9 16</inkml:trace>
  <inkml:trace contextRef="#ctx0" brushRef="#br0" timeOffset="82466.28">16011 16336 0,'0'0'0,"0"0"0,0 0 16,0 0 0,0 0-16,0 0 15,0 0 1,0 0-16,0 0 15,10 0-15,-1 0 16,1 0-16,18-9 16,9 9-1,1 0-15,9-9 16,10 0-16,-1 0 16,19-1-1,1 1-15,-1 0 0,9 9 16,-8-9-1,-10 9-15,9-10 16,10 10 0,-1-9-16,1 9 15,-10 0 1,10-9 0,9 9-16,-9 0 15,-10-9 1,0 9-16,10 0 15,-10-10 1,19 1-16,0 0 16,0 0-1,-19 0-15,1 9 0,8-10 16,1 10 0,0-9-16,-10 0 15,-9 9 1,9-9-16,0-1 15,1 1-15,8 0 32,-8 9-32,-11-9 15,11 0-15,-1-1 16,0 1 0,0 0-16,1 0 15,-1-1 1,-9 1-16,0 9 15,9-9-15,-9 0 16,0-1-16,-10 10 16,-9 0-1,-9-9-15,-1 0 16,-8 9 0,-11 0-16,1 0 15,0 0 1,0 0-1,9 0-15,0 0 16,0 0-16,1 0 16,-1 0-1,0 0-15,0 0 16,-9 0 0,0 0-16,-10 0 15,1 0-15,-1 9 16,1-9-16,-1 9 15,0 1 1,1-1-16,-1 0 16,1 0-1,-1 10-15,0 9 0,1-1 32,-1 10-32,1 0 15,-1 0-15,1 9 16,-1 0-1,-9 0-15,0 1 16,0-1 0,0-9-16,0 9 15,9-9 1,-9 0-16,0-10 16,0 10-16,0-9 15,0 0 1,-9-10-16,0 1 15,-1-1-15,1 0 16,-1 1-16,-9-1 31,1 1-31,-11-1 16,1 1 0,0-10-16,-10 0 15,-9 0-15,-9 1 16,-10-1-1,-9 0-15,-19-9 16,9 0 0,-9-9-16,0 9 15,-19 0-15,0-9 16,10 9 0,-10 0-16,-19 0 15,19 0-15,0-10 16,0 10-1,0 0-15,10-9 16,9 9-16,-19-9 16,0 9-1,10 0 1,9 0-16,0-9 16,-1 9-1,1 0-15,0-10 16,0 1-1,10 0-15,-11 0 16,1 0 0,0-1-16,19 1 0,0 0 15,0 0 1,-1 9-16,1 0 16,9-10-1,10 10-15,-1 0 16,10 0-1,-9 10-15,-1-10 0,10 9 16,0-9 0,0 9-16,0-9 15,10 9 1,8 1-16,1-10 16,9 0-16,-9 0 31,28 0-31</inkml:trace>
  <inkml:trace contextRef="#ctx0" brushRef="#br0" timeOffset="83469.45">18241 16253 0,'0'0'16,"0"0"-16,0 0 15,0 0-15,0 0 16,0 0 0,0 0-16,0 0 15,9 10-15,-9-1 16,10 9 0,-1 10-16,1 9 31,-1 0-31,-9 9 15,0 0-15,0-9 16,0 9 0,0-9-16,9-9 15,-9 0 1,0-10-16,0-9 16,0 0-16,0 1 15,0-10-15,0 0 16,0 0-1,0 0-15,0 0 16,10-10 0,-1-8-16,10-10 15,0 1 1,0-1 0,9 0-16,0 1 15,10 8 1,9 1-16,0 8 15,0 10-15,0 10 16,0-1 0,0 9-16,-19 1 15,0-1-15,-9 1 16,-9-1 0,-10 1-16,0-10 15,-10 9-15,-18 10 16,-19 0-1,-19-1 1,-9 1-16,0-9 16,9-10-1,9 0-15,10-9 16,0 0 0,10-9-16,-1 0 15,10-10 1,28 19-16</inkml:trace>
  <inkml:trace contextRef="#ctx0" brushRef="#br0" timeOffset="89551.09">17197 14897 0,'0'0'0,"0"0"0,0 0 16,0 0 0,0 0-16,0 0 15,0 0 1,0 0-16,0 0 16,9 0-1,1 9-15,-1-9 0,10 9 16,0-9-1,-1 0-15,11 9 16,-1 1 0,9-10-16,1 0 15,19 9-15,-1 0 32,-9-9-32,9 0 15,1 0 1,-1 0-16,10 9 15,0-9-15,9 0 16,-9 0 0,0-9-16,-10 9 15,20-9-15,-10 9 16,9 0-16,0 0 16,-9 0-1,9 0-15,19 0 16,-18 0-1,18 0-15,-19-9 16,10 9-16,-10-10 16,9 10-16,11-9 15,-20 0 1,0 9-16,0 0 16,1 0-1,18-9-15,0 9 16,0-10-1,0 1 1,0 0-16,9 0 16,-8 0-1,-20-1-15,0 1 16,0 0-16,1 0 16,8-10-1,-9 10-15,1 0 16,-10-1-16,-1 1 15,11 0-15,-10 0 16,-1 0 0,1-1-16,-9 10 15,-10-9 1,0 0 0,-10 9-16,1 0 15,0 0 1,-1-9-16,1 9 15,0 0 1,-1-10-16,1 10 16,-10-9-16,10 9 15,-1 0-15,-8-9 16,-1 0 0,0-1-16,0 10 15,0-9-15,10 0 16,0 0-1,-1 0-15,1-1 16,9 1-16,0 0 31,0 0-31,-9-1 16,9-8-16,-10 9 0,10-1 31,-9 1-15,18-9-16,-9 9 0,1-1 15,-11 1 1,10 0-16,0 0 16,-9-1-1,-1 1-15,1 0 16,0 0 0,-1-1-16,1 1 0,0 9 15,-1-9 1,1 0-16,0 0 15,-10-1 1,0 10-16,0 0 16,-9-9-16,9 9 15,0-9 1,1 0 0,-1 9-1,0-10-15,10 10 16,-10 0-16,0 0 15,0-9 1,1 9-16,-1 0 16,0 0-1,-9 0-15,0 0 0,0 0 16,-1 0 0,-8 0-16,-1 0 15,1-9 1,-1 9-16,0 0 15,-9 0-15,0 0 32,0 0-32,10 0 15,-10 0 1,9 0-16,-9 0 16,10 0-1,-1 0-15,0 0 16,1 0-16,-1 0 15,-9 0-15,10 0 16,-1 0 0,0 9-16,1-9 15,-1 9-15,10 1 16,0-1 0,0 9-16,0 10 15,-1 0-15,1 9 16,0 18-16,-10 0 15,1 1 1,-1 8-16,-9 10 16,0 19-1,-9-10-15,-1-10 16,1 10 0,0-9-1,-1 0-15,1-9 16,-1-10-1,1-9-15,0-9 16,9-9-16,0 0 16,0-19-1,0 0-15,0 0 16,0 1-16,0-10 16,0 9-16,0-9 15,0 0 1,-10 9-16,10 0 15,-9 0 1,-1 1 0,1-10-16,-1 9 15,-8 0 1,-11 0-16,-8 1 16,-10-1-1,0 0-15,-19 0 16,0 0-16,-9 1 15,-19-10-15,-10 9 16,1-9 0,9 0-16,-19 9 15,0 0 1,0-9-16,0 10 16,0-10-16,-18 0 31,-1 0-31,10 0 15,-10 0 1,0-10-16,10 10 16,-10 0-16,-9-9 15,9 9 1,1 0-16,-29 0 16,19 0-16,9 0 15,-9 0-15,-10 0 16,20 9-1,8-9-15,-8 0 16,-1 0-16,10 0 16,-10 0-1,0 0-15,10 0 16,0 0-16,-10 0 16,19 0-1,0 10-15,0-1 16,-9-9-1,9 0-15,19 9 16,-10 0 0,10-9-1,0 10-15,0-10 16,19 0 0,9 0-16,0 0 15,0 0-15,10 0 16,-1 0-1,20 0-15,-1 0 16,10 0-16,9 0 16,10 0-16,-1 0 15,1 0 1,9 0-16</inkml:trace>
  <inkml:trace contextRef="#ctx0" brushRef="#br0" timeOffset="90421.34">21129 15035 0,'0'0'0,"0"0"31,0 0-31,0 0 15,0 0 1,0 0-16,0 0 16,0 0-1,-9 0-15,-10 0 16,-19 0-16,1 9 16,-10 1-16,-1-1 15,1 9 1,0 1-16,10 8 15,-1 1 1,10 9-16,9 0 16,10 0-16,-1 0 31,10-10-31,10 1 16,18-9-16,0-1 15,10 1-15,-1-10 16,10 0-1,10-9-15,-1 0 16,1-9 0,-1-10-16,10 1 15,-66 18-15</inkml:trace>
  <inkml:trace contextRef="#ctx0" brushRef="#br0" timeOffset="96222.15">18768 13328 0,'0'0'0,"0"0"0,0 0 16,0 0 0,9 0-16,10 9 15,19 0 1,9 0-16,9-9 16,19 0-1,29 10-15,9-20 16,18 1-1,1 0-15,19 0 16,9-10 0,9 1-16,10-1 15,-10 1-15,29-1 16,-1 1-16,-9 9 16,10-10-1,-19 10-15,37 0 16,-28-1-16,0-8 15,-9 9 1,-10-10-16,29 19 31,-29 0-31,1 0 16,8 0-16,-27 0 16,9-9-1,-19 9-15,-9-9 16,-1 9-1,1 0-15,-10-9 16,-9 9-16,19-10 16,0 10-16,-20 0 15,1-9 1,19 0-16,-19 0 16,-19-1-1,0 1-15,10 0 16,-10 0-1,-10 0 1,-8-1-16,-1 1 16,0 0-1,-9 0-15,0-1 16,-10 1-16,1 0 16,-10 9-1,0 0-15,-10 0 16,1-9-16,9 0 15,0-1-15,-9 1 16,9 0 0,-10 0-16,10 9 15,0-10 1,-9 1-16,0 0 0,-1 0 16,1 9-1,9-10-15,-9 1 31,9 0-31,-10 9 0,1-9 32,0 0-32,-1-1 15,1 10-15,-10-9 16,0 9 0,0 0-16,1-9 15,-1 9 1,0 0-16,0 0 15,-9 0-15,0 0 16,0 0-16,0 0 16,-1 0-1,-8 0-15,-1 0 16,1 0-16,-1 0 16,0 0-1,1 0-15,-1 0 31,1 0-31,-1 0 16,0 9-16,1 0 16,9 1-1,0 8-15,-1 10 16,-8-1 0,9 10-16,-1 19 15,1 17-15,0 20 16,-10 18-16,1-19 15,-10 19 1,0 9-16,0-19 16,-10-9-16,1-9 15,9-18 1,0-10 0,-9-18-1,9-9-15,0-9 16,0-10-1,0 0-15,0 0 16,0 0-16,0 1 16,-10-1-1,1 0-15,-1 0 0,1 1 16,-10-10 0,-9 0-16,-10 0 15,-18 0 1,-10 0-16,-9 0 15,-19-10 1,-10 10-16,1 0 0,9 0 16,-19 0-1,-19 0-15,19 0 16,0-9 0,-9 9-16,-10 0 15,19 0-15,0-9 31,-18 9-31,-1 0 16,10-9 0,-10 9-16,-9 0 15,9 0 1,1 9-16,-1-9 16,19 0-16,0 0 15,-19 0-15,1 0 16,8-9-1,10 9-15,-18 0 16,-1-10-16,19 10 16,-19 0-1,1-9-15,27 0 32,-9 9-32,-18-9 15,8 0-15,11-1 16,-11 1-1,-8 0-15,18 0 16,0-1 0,-19 1-16,0-9 15,1 8-15,-1 10 16,0-9-16,1 9 16,-1-9-1,0 9 1,0 0-16,1 0 0,-10 9 15,-10-9-15,19 19 16,1-1 0,-1 1-16,0-10 15,19 0 1,0 0-16,1 1 16,-11-1-16,29 0 15,0 0 1,-9 0-1,9 1 1,9-1-16,10 0 16,9 0-16,0 1 15,19-1 1,9 0-16,1 0 16,-1 1-16,10-1 15,9-9-15,19 0 16</inkml:trace>
  <inkml:trace contextRef="#ctx0" brushRef="#br0" timeOffset="97494.51">23001 13771 0,'0'0'15,"10"0"-15,8 0 16,11 0-16,8-10 16,10 1-16,10-9 15,-1-10 1,-9 0-16,0-9 16,-19 10-1,1-10-15,-11 9 0,1 10 16,-9-10-1,-1 0-15,-9 10 16,-9-1 0,-1 10-16,-9 0 15,-9 0-15,-9-1 32,-10 10-32,0 10 15,-1 8 1,11 1-16,-1 8 15,1 10 1,8 9-16,11 10 16,8-1-16,10 0 15,19-8-15,0-10 16,9-10 0,28 1-16,20-19 15,46-9-15,29-37 16,27-37-1,-27-9-15,-151 83 32</inkml:trace>
  <inkml:trace contextRef="#ctx0" brushRef="#br0" timeOffset="113871.81">20489 15967 0,'0'0'0,"0"0"0,0 0 15,0 0 1,0 0-16,0 0 16,0 0-1,0 0-15,0 0 16,0 0-16,0 0 16,0 0-1,0 0-15,0 0 16,0 0-1,0 10-15,10 8 16,-1 0-16,10 1 16,19-1-16,27 1 15,11-1 1,-1 1-16,19-1 16,19-9-16,-10-9 15,10 10 1,0-10-16,9 0 31,-9 0-31,10-10 16,-10 1-16,18 0 15,-8 9 1,-11 0-16,1-9 16,0 0-1,-9-1-15,-10-8 16,0 9-16,-19-1 15,0 1-15,1 0 16,-29 0 0,0-1-16,-10 1 15,-8 9 1,-11 0-16,-8 0 16,-1 0-16,1 0 15,-10 0-15,0 0 16,0 0-1,0 0-15,0 0 16,0 0-16,0 0 16,0 0-1,0 0 1,0 0-16,0 9 16,-10 10-1,10-1-15,0 10 16,-9 0-1,9 9-15,0 9 16,-10 0 0,10-9-16,0 0 0,-9 0 15,9 0 1,0-10-16,0 1 16,0-10-1,0 1-15,0-1 16,0 1-1,0-1 1,-9-8-16,9-1 16,-10 0-1,10 0-15,-9 0 16,-1 1-16,1-1 16,0 0-1,-1 0-15,1 1 16,-1-1-16,-18 0 15,9 0-15,-9 10 16,-10-10 0,-9 9-16,-9 1 15,-1-1 1,-18 1-16,0-10 16,0 0-1,-1 10 1,-18-10-16,-9 0 15,9-9 1,0 0-16,-10 0 16,1-9-1,-10 9-15,9 0 16,10-9-16,0 9 16,0 0-16,10 0 15,-1 0 1,10 0-16,-10 0 15,10 0-15,-10 0 16,19 0 0,0 0-16,0 0 15,10 0-15,9 0 16,9 9-16,1 0 16,8 0-1,1 1-15,9-10 16,10 0-1,0 0 1,9 0 0</inkml:trace>
  <inkml:trace contextRef="#ctx0" brushRef="#br0" timeOffset="114935.18">21778 16336 0,'0'0'0,"0"0"16,0 0 0,0 0-16,0 0 15,0 0-15,0-9 16,-9 0-1,-1-9 1,1-1 0,-10 1-16,-9-1 15,-10 1 1,1-1-16,-10 10 16,9 9-16,0 0 15,1 9 1,-1 0-16,10 10 15,0-1-15,9 10 16,9 0-16,1-1 16,9 1-1,0-9-15,0-10 16,9 0 0,10 0-1,9-9-15,10 0 16,0-9-1,-1 0-15,1-10 16,-10 10 0,0 0-16,-9 0 15,0-1-15,-10 10 16,1 0-16,-10 0 16,0 0-1,9 10-15,1-1 16,-10 9-16,9 19 15,-9 0 1,0 0-16,0 9 16,9 10-16,1-1 15,-10-18 1,0 0-16,9-9 16,-9-10-16,0-9 15,0 1 1,0-1-16,0 0 31,-9 0-31,-10 0 16,-9 1-16,-10-1 15,-9-9 1,-9-9-16,-1-10 16,57 19-1</inkml:trace>
  <inkml:trace contextRef="#ctx0" brushRef="#br0" timeOffset="126421.24">22841 16060 0,'0'0'0,"0"0"16,0 0-1,0 0-15,0 0 16,0 0 0,10 0-1,8 0-15,11 9 16,8 0 0,10 0-16,19 1 15,0-10 1,19 9-16,9-9 15,9 0-15,-9 0 16,10-9-16,18-1 16,10 1-1,-1 0-15,1-10 16,19 10-16,-10-9 16,9-1-1,10 1-15,-19-1 31,10-18-31,-10 10 16,-9-1 0,-1 10-16,-18-1 15,-9 1-15,-10-1 16,-9 10 0,-10 0-1,-9-1-15,-19 10 0,-10 0 16,-8 0-16,-11 0 15,-8 0 1,-1 0-16,1 0 16,-10 0-1,0 0-15,9 10 16,-9-1-16,9 0 31,1 10-31,-1 8 0,-9 1 31,10 9-31,-1 9 16,-9 9-16,0-8 0,0-1 31,9 9-31,-9 10 16,0-10-16,0-9 16,0-9-1,0 9-15,-9-9 16,9 0-16,-9-9 15,-1 0 1,1-1-16,-1-8 16,1-1-16,0 1 15,-1-1-15,-9 1 16,1-10 0,-11 0-16,-8 9 15,-10-8 1,-19-1-1,-28 0 1,0 0-16,-10 1 16,-9-1-16,-18 0 15,8 0 1,-8 10-16,-20-10 16,19 0-1,1-9-15,-29 0 0,19-9 16,-1 0-1,-8-10-15,18 10 16,1 9 0,-11-9-16,11-10 15,8 10-15,11 0 32,-1 0-32,9 9 15,10 0 1,19 0-16,18 0 15,1 0 1,9 0-16,0 0 16,19 0-16,-1 0 15,20 0-15,9 0 16,0 0 0</inkml:trace>
  <inkml:trace contextRef="#ctx0" brushRef="#br0" timeOffset="127049.24">25014 16327 0,'0'0'0,"0"0"16,0 0-16,0 0 15,0 9-15,-9 1 16,-1 8 0,-8 10-16,8 0 15,1-1-15,-1 1 16,1 0-1,0-10-15,9 10 16,0-10-16,9 10 31,19-10-31,19-8 0,-47-10 16</inkml:trace>
  <inkml:trace contextRef="#ctx0" brushRef="#br0" timeOffset="127554.38">25315 16106 0,'0'0'15,"0"0"-15,0 0 16,0 0 0,-9 0-16,0 0 15,-10 0 1,9 0 0,1 0-1,-10 9-15,0 0 16,10 0-16,-1 1 15,10-1 1,0 0-16,0 0 16,10 1-1,9-1-15,-1 0 0,1-9 16,0 0 0,-9 0-16,-1 0 15,0-9 1,-9 9-16,10-9 15,-10 9-15,0 0 16,-10-19-16,-8 10 16,-20 9-1,10 9-15,28-9 16</inkml:trace>
  <inkml:trace contextRef="#ctx0" brushRef="#br0" timeOffset="133008.51">23773 14481 0,'0'0'0,"0"0"15,0 0-15,0 0 16,0 0-1,0 0-15,0 0 16,0 0 0,0 0-16,0 0 15,9 0 1,19 0-16,10 0 0,18 0 16,19 0-1,20 0-15,17-9 16,1 9-1,0-9-15,0 9 16,19-9 0,-10 9-16,10 0 0,0 0 31,-1 0-31,1 0 16,0-10-1,9 10-15,-19 0 16,-9-9-16,0 9 15,0 0 1,-10 9-16,-9 1 16,0-10-1,0 9-15,0 0 16,-9 0-16,-10 1 16,1-10-1,-1 9-15,0 0 16,-9-9-16,-10 0 15,1 9 1,-10 0-16,-9-9 16,-1 0-16,1 10 15,-10-10 1,0 0-16,-9 0 16,0 9-1,0 0 1,-10 0-16,1 1 15,-1-1 1,0 0-16,1 10 16,-1 8-1,1 1-15,-1 0 16,0 9-16,-9 9 16,0 0-16,0 0 15,0 0 1,0 0-16,0-9 15,-9 0-15,0 0 16,-1-9 0,1-10-16,-1 10 15,-8 0-15,8-10 16,-9 10-16,1-10 16,-11 1-1,1-10-15,-10 9 16,1-8-1,-10 8 1,0-9-16,-19 0 16,9 1-1,-18-1-15,-9 0 16,-11-9 0,-8 9-16,-1 1 15,-8-1 1,-20-9-16,19 9 0,-9 0 15,-10-9 1,0 0-16,1 0 16,-11-9-1,-8 9-15,28-9 16,-10 9-16,10-9 31,9 9-31,19-10 16,-10 10-1,10-9-15,-9 0 16,-1 0-16,10-1 16,0 1-1,0 0-15,0 9 16,19 0-16,9 0 16,19 0-16,0 0 15,9 9 1,10 0-16,9-9 15,10 0 1,-1 0-16,10 0 16</inkml:trace>
  <inkml:trace contextRef="#ctx0" brushRef="#br0" timeOffset="133609.64">25438 14592 0,'0'0'15,"0"0"-15,0 0 16,0 0-1,0 0-15,0 0 16,-10 0 0,-9 0-16,1 9 15,-11 1-15,1 8 16,9 0-16,1 1 16,-1-1-1,0 10-15,0 18 16,10 0-1,-10 28-15,9 0 16,1 0-16,0 0 16,-1-19-1,1 0 1,-1-8-16,1-20 16,0 1-1,-1 0-15,1-10 16,-1-9-1,1-9-15,9 0 16</inkml:trace>
  <inkml:trace contextRef="#ctx0" brushRef="#br0" timeOffset="133857.01">24854 15155 0,'0'0'0,"0"0"15,0 0 1,0 0-16,10 0 16,9 0-1,9 0-15,19 0 16,28-9 0,19 0-1,19-28 1,-113 37-16</inkml:trace>
  <inkml:trace contextRef="#ctx0" brushRef="#br0" timeOffset="139922.12">3772 14832 0,'0'0'0,"0"0"0,-9 0 15,0 0-15,-1 0 16,1 0 0,-1 0-16,1-9 15,0 0 1,9-1-16,9-17 16,10-19-1,9-28-15,10 18 16,9 1-16,0 27 15,0 1 1,-10 17-16,1 20 16,9 26-1,-9 29 1,-10 18-16,-9 28 16,-19 9-1,0-9-15,0-47 16,0-8-1,0-19-15,0-10 16,0-18-16,0-9 16,0 0-16,9 0 15,10-9-15,9-9 16,19-19 0,0 0-16,0 9 15,-9 10 1,-10 9-16,0 9 15,-9 9 1,0 18 0,-10 20-16,-27 17 15,-20 56 1,-9 0-16,0-27 16,-19-1-1,-9-18-15,9-10 16,-9-18-16,-1-9 15,20-18-15,9-19 16,9 0 0,10-9-16,0-10 15,28 19-15</inkml:trace>
  <inkml:trace contextRef="#ctx0" brushRef="#br0" timeOffset="140677.31">5522 14186 0,'0'0'16,"0"0"-16,-9 0 15,-19 0 1,-1 0-16,-8 9 31,-10 10-31,-10 18 16,1 18-16,-1 19 15,1 27 1,18 10-16,19-9 16,10-1-1,18 1-15,10-19 16,19-9-16,-1-28 15,20-19-15,18-8 16,19-28 0,19-47-16,19-45 15,-10-38 1,-28 1-16,-37 27 16,-20 28-16,-18 37 15,-9 18-15,-1 10 16,0 8-1,1 1-15,-10 9 16,9 9-16,10 28 16,9 28-1,10 27 1,-1 10 0,1 27-16,0 0 15,-10-9 1,10 0-16,-1-9 15,-9-19-15,-9-36 16,0-19 0,-10-19-16,-9-18 0,0 0 15,0 0 1</inkml:trace>
  <inkml:trace contextRef="#ctx0" brushRef="#br0" timeOffset="140979.13">5880 14491 0,'0'0'0,"0"-10"16,0-8-16,9-10 16,10-9-1,9 0-15,0 0 16,10 10-16,9 8 15,0 10 1,0 9-16,0 0 16,-9 19-16,-10 8 15,-9 19 1,0 47-16,-19-1 16,-10 9-1,1-27 1,-1-18-16,10-56 15</inkml:trace>
  <inkml:trace contextRef="#ctx0" brushRef="#br0" timeOffset="141512.03">6529 14241 0,'0'0'0,"0"0"16,0 0 0,0 10-16,9 8 15,10 10-15,9 27 16,10 19-16,-1 9 16,10-9-1,-18-28-15,-1-9 31,0-19-31,-9 1 16,9-10-16,-9-18 16,9-19-1,0-27-15,1-1 16,-11-8 0,-8-1-16,-10 1 15,0-10-15,-10 9 16,10 10-16,-9 9 15,9 9 1,0 18-16,0 10 16,0 0-16,0 9 15,0 0 1,9 9-16,10 28 31,0 18-31,9 19 16,10 0-16,9-9 15,9-10 1,1-27-16,-1-19 16,-56-9-1</inkml:trace>
  <inkml:trace contextRef="#ctx0" brushRef="#br0" timeOffset="142024.87">7789 14527 0,'0'0'16,"0"0"-16,0 0 15,0 0 1,10-18-16,9-28 15,9-37 1,19-65-16,0-9 0,0 10 16,-9 8-1,-20 47-15,-8 18 16,-10 28 0,-10 9-16,1 9 15,0 19 1,-1 9-16,10 0 0,-9 9 15,9 0 1,0 19-16,19 9 16,18 18-1,1 1-15,-1-10 16,1 9-16,-10-9 31,0 1-31,-9 8 16,-9 19-1,-20-10-15,1-17 16,-19-10-16,28-37 16</inkml:trace>
  <inkml:trace contextRef="#ctx0" brushRef="#br0" timeOffset="142252.54">7479 13189 0,'0'0'0,"0"0"16,0 0-16,0 0 16,-10 19-1,-8 36-15,-11 28 16,11 28-16,-1 18 15,0-37 1,19-92-16</inkml:trace>
  <inkml:trace contextRef="#ctx0" brushRef="#br0" timeOffset="144003.13">2916 14103 0,'0'0'0,"0"0"16,0 0-16,0 0 15,10 28 1,9 36-16,-1 75 16,1 73-1,0 0 1,0 56-16,0 9 16,-1-46-1,1 27-15,0-46 16,9-36-16,0-10 15,1-56 1,8-8-16,-8-19 16,-11-18-16,11-10 15,-11-18 1,1 0-16,9-19 16,1 1-16,8-19 15,20-9 1,9-19-1,18-18 1,1-10-16,9-8 16,19-10-16,9-9 15,-9 0 1,9 0-16,29 0 16,-19 9-1,28 0-15,9 0 0,-9-9 16,0 18-1,9 10-15,-18 0 16,18-1 0,-19 19-16,10 10 15,10-1-15,-20 0 16,20 1-16,-1-1 16,0 10-1,1 8-15,-1-8 16,0-1-16,10-8 15,-10-1 1,-28-9-16,10 0 31,-29 0-31,-18 0 16,-20 10 0,20-10-16,-20 9 15,-8 0-15,-20 1 16,1-1-1,-10 0-15,-10 1 16,10-10-16,0 0 16,-9 0-16,9-9 15,-9 9 1,-10 0-16,0 0 16,0-9-1,-9-10-15,0 1 16,-10-10-1,1-8 1,-20-1-16,1-9 16,0 0-16,-10-10 0,0 1 15,0-10 1,-9-8-16,0-10 16,-1 9-1,-18-64 1,0 27-16,0-9 15,-9-18-15,9 18 16,-10 28 0,1 9-16,18 27 15,10 19 1,0 19-16,0 9 0,-1 9 16,1 9 15,-9 10-31,-20-1 15,-18 10 1,-10 9-16,-9 19 16,-19 8-16,-9 1 15,-19 18-15,9 0 16,-9 10 0,-19-10-16,19 0 15,-38 0 1,10 9-16,-29 10 15,1 0-15,-10 9 16,-28-1-16,28 1 16,-19-18-1,28 17-15,-18 1 16,18 9-16,10-9 16,10 0-1,18-19-15,-10 1 31,20 8-31,9 1 16,-10 9-16,19-19 16,29-9-1,-10 0-15,0 1 16,29-20 0,-1 1-16,28-10 15,1 1-15,18-10 16,10 0-16,9 1 15,19-10 1</inkml:trace>
</inkml:ink>
</file>

<file path=ppt/ink/ink3.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6T05:05:26.533"/>
    </inkml:context>
    <inkml:brush xml:id="br0">
      <inkml:brushProperty name="width" value="0.05292" units="cm"/>
      <inkml:brushProperty name="height" value="0.05292" units="cm"/>
      <inkml:brushProperty name="color" value="#FF0000"/>
    </inkml:brush>
  </inkml:definitions>
  <inkml:trace contextRef="#ctx0" brushRef="#br0">3782 9931 0,'0'0'0,"0"0"0,0 0 15,0 0 1,0 0-16,0 0 16,0 0-1,0 0 1,0 0-16,0 0 15,0 0 1,9 0-16,29-9 16,37-10-16,29-18 15,-20 10 1,10-10-16,19 0 16,-19 0-16,-18 9 15,-20 10-15,-9-1 16,-19 10-1,-9-9-15,-19 18 16</inkml:trace>
  <inkml:trace contextRef="#ctx0" brushRef="#br0" timeOffset="384.94">4215 9839 0,'0'0'0,"-10"18"16,-9 10-16,10 0 16,-1-1-1,1-8-15,9 8 16,0 1 0,9 0-16,1 0 15,-1-1-15,10 1 16,-9 0-16,-1-1 15,0 1-15,-9 0 16,0-1 0,-9-8-16,0-1 15,-10 1 1,-19-1-16,-9 1 16,0-10-1,0 0 1,9 0-16,1 1 15,8-1 1,11 0-16,18-9 16</inkml:trace>
  <inkml:trace contextRef="#ctx0" brushRef="#br0" timeOffset="654.09">4713 10125 0,'0'0'0,"0"0"16,0 0-16,0 0 16,0 0-16,0 9 15,0 19 1,0 18-16,-9 28 15,-1 9 1,1 28-16,9-10 0,0-101 16</inkml:trace>
  <inkml:trace contextRef="#ctx0" brushRef="#br0" timeOffset="1510.29">7460 9866 0,'0'0'0,"9"0"16,20 0-16,27-9 15,38 9 1,0-9-16,10 0 0,-10-10 16,-9 1-1,-20 9-15,-27-1 16,-10 1 0,-9 0-16,-19 9 15,0 0 1,-9 0-1,-10 0-15,-9 0 16,-1 9 0,11 0-16,-11 10 15,1-1 1,0 10-16,0 9 0,9 0 16,9 0-1,1 0-15,0 0 16,-1 0-16,10-1 15,0 1 1,0 0-16,-9-9 16,-1 0-1,1-1-15,0 1 16,-1-9-16,-9 8 16,1-8-16,-1-1 15,-9 1 1,-10-1-16,0-9 15,1 1 1,-1-10-16,38 0 16</inkml:trace>
  <inkml:trace contextRef="#ctx0" brushRef="#br0" timeOffset="1989.86">8373 10263 0,'0'0'16,"0"0"-16,0 0 15,0 0 1,0 0-1,9-9-15,0 9 16,10-9 0,9 0-16,1 9 15,-11 0 1,1 0-16,-9 0 16,-1 9-16,-9 0 15,0 19-15,-19 0 16,-9 8-1,9-8-15,0 0 16,1 0-16,8-10 16,1-9-1,9 0-15,0 1 32,19-1-32,28-9 15,37-19-15,29-8 16,19-10-1,0-9-15,-132 46 16</inkml:trace>
  <inkml:trace contextRef="#ctx0" brushRef="#br0" timeOffset="2631.49">10179 9848 0,'0'0'0,"0"0"16,0 0-16,0 0 15,0 0 1,0 0-1,9 0 1,19 0-16,38 0 16,10 0-16,8 0 15,1-9-15,0-10 16,-20 1 0,-18-1-16,-18 10 15,-11 0-15,-18 9 16,0 0-1,-9 0-15,-10 0 16,0 0 0,-9 9-16,9 10 15,1-1-15,-1 10 32,0-1-32,10 1 15,9 18 1,0 0-16,0 1 15,0 8 1,0-9-16,0 0 16,0-9-16,0-9 15,-10 0-15,1-10 16,-10 10 0,0-10-16,-9 1 15,0-1-15,-1-9 16,1 1-1,0-1-15,9-9 16,19 0-16</inkml:trace>
  <inkml:trace contextRef="#ctx0" brushRef="#br0" timeOffset="3293.66">11176 10236 0,'0'0'0,"0"0"15,0 0-15,0 0 16,0 0-16,0 0 15,0 0-15,9-10 16,10-8 0,9 0-16,1-1 15,-1 10 1,-9 0 0,0 9-16,-10 0 15,0 0 1,-9 9-16,0 9 15,-9 10-15,0 9 16,-1 0 0,1 0-16,-1-10 15,10 1-15,0-9 16,10-10 0,-1 0-16,19 0 15,1 1 1,8-10-16,10 0 15,10 0-15,-20 0 32,-18 0-32,-9 0 15,-1 9-15,-9 18 16,-19 10 0,-19 9-16,-18 10 15,-10-10 1,10-9-16,-1 0 15,1-19-15,18-8 16,10-1-16,9-9 16,10-9-1,9-10-15,0 19 16</inkml:trace>
  <inkml:trace contextRef="#ctx0" brushRef="#br0" timeOffset="3732.89">14083 9765 0,'0'0'15,"9"0"-15,10 0 32,19-9-32,28 0 15,37-1 1,10-8-16,0-1 16,-19 1-16,-19-1 15,-18 10-15,-20 0 16,-18 0-1,-19 9-15</inkml:trace>
  <inkml:trace contextRef="#ctx0" brushRef="#br0" timeOffset="4055.38">14572 9866 0,'0'10'0,"0"17"16,0 1-16,0 0 15,0 9 1,0 0-16,-9 18 16,-1-9-1,-9 0-15,1 10 16,-1-19 0,-19 9-1,10-19-15,-19 10 16,9-18-1,-9-1-15,0-8 16,-19 8-16,19-18 16,0 0-1,10 0-15,27 0 16,10 0-16</inkml:trace>
  <inkml:trace contextRef="#ctx0" brushRef="#br0" timeOffset="4381.31">15089 10042 0,'0'0'0,"0"0"15,-9 18 1,0 10-16,-10 9 15,-9 9-15,9-9 16,0 18 0,0-8-16,10-11 15,-1-8-15,10 0 16,10-10 0,18 1-16,10-1 31,18-9-31,19-18 15,1-9-15,-11-10 16,-65 28 0</inkml:trace>
  <inkml:trace contextRef="#ctx0" brushRef="#br0" timeOffset="4597.63">15174 10310 0,'0'0'0,"0"0"16,-9 9-16,-1 9 16,1 10-1,-10 18-15,10 0 16,9 19-16,0-10 16,9-9-1,10 0-15,9-9 16,-28-37-16</inkml:trace>
  <inkml:trace contextRef="#ctx0" brushRef="#br0" timeOffset="5352.46">17131 9774 0,'0'0'0,"0"0"16,0 0-16,0 0 15,0 0 1,9 0-16,10 0 16,19 0-16,18-9 15,19 0-15,29-19 16,-1 0-1,-9 1-15,-18 8 16,-20 1-16,-18 9 16,-19-1-1,-10 10-15,-9 0 16,0 0-16,-19 0 16,-18 10-1,-1-1-15,-9 9 16,0 10-1,9 0-15,10-10 16,9 10 0,10-1-1,-1 1-15,1 0 16,9 9 0,0 0-16,0 0 15,-9 9-15,-1 0 16,1-9-1,-1 0-15,-8 9 16,-1-9-16,0-10 16,-9 1-16,-1 0 15,-8 0 1,-10-10-16,9-9 16,1 0-1,8-9 1,11-9-16,18 9 15</inkml:trace>
  <inkml:trace contextRef="#ctx0" brushRef="#br0" timeOffset="5752.89">18090 10134 0,'0'0'0,"0"0"16,0 0-16,-9 9 15,0 10 1,-10-10 0,0 10-16,10-10 15,-1 9 1,10 1-16,0-1 15,10 1 1,18-1-16,0 1 16,0-1-16,0 0 15,-9 1-15,0-1 16,-9 10 0,-10 0-16,-10-1 15,-9 1 1,-9 0-16,-10-1 15,1-17-15,37-10 16</inkml:trace>
  <inkml:trace contextRef="#ctx0" brushRef="#br0" timeOffset="5937.6">17987 10134 0,'0'0'0,"0"0"15,9 0 1,10 0-16,19 9 16,37 1-1,38-1-15,47-9 16,9-28 0,57-9-16</inkml:trace>
  <inkml:trace contextRef="#ctx0" brushRef="#br0" timeOffset="6824">20546 9996 0,'0'0'0,"0"0"31,0 0-31,19-10 16,18 1-16,38-9 15,20-1 1,17 1-16,11-10 16,-10 10-1,-38-10-15,-9 0 16,-29 10 0,-8-1-16,-20 1 0,0 9 15,-9 9 1,-9-9-16,0 9 15,-20 9 1,1 9-16,0 1 16,-10 18-16,1-1 31,8 11-31,11-10 16,8-1-1,1 11-15,-1 8 16,10-18-1,0 0-15,0 0 16,0 0-16,0 0 16,0-10-16,0 1 15,-9-10 1,0 10-16,-20 9 16,1-18-16,-9 8 15,-1-8 1,-19-1-16,1 1 15,9-10-15,0-9 16,19 9-16,-1-18 16,20 9-1,0-9-15,9-1 32,9-8-32,-9 18 0</inkml:trace>
  <inkml:trace contextRef="#ctx0" brushRef="#br0" timeOffset="7256.94">21458 10254 0,'0'0'0,"0"0"15,0 9 1,0-9-16,0 10 15,-9 8 1,-10 10-16,0 27 16,-9 1-1,0-1 1,0 19 0,18-19-16,10-18 15,0-9-15,10-10 16,18 1-1,9-10-15,1-9 16,0 0 0,-10-9-16,-9-1 0,-10 1 15,-9 0 1,0 9-16,-9-9 16,-19-1-1,-10 1-15,-19 9 16,10 0-16,10 0 31,18 0-31,19 0 16</inkml:trace>
  <inkml:trace contextRef="#ctx0" brushRef="#br0" timeOffset="8045.05">23979 9811 0,'0'0'15,"0"0"-15,0 0 16,19 0-1,10 0-15,18 0 16,28 0-16,19-9 16,19 9-16,-19-9 15,0 9 1,-19-10-16,-9 10 16,-28-9-16,-1 9 15,-18 0 1,-19 0-16,0 0 31,0 0-31,0 0 16,-19 0-1,-9 9-15,0 1 16,-10 8-16,-9 10 16,10 9-1,-1-10-15,10 10 16,9-9-16,0 0 15,10 9-15,-1 9 16,10 0 0,0 9-16,10-18 15,-1-9 1,-9 9-16,0-9 16,-9-1-1,-10 1 1,-9-10-16,-10 1 15,-9-10 1,-9 10-16,-10-10 16,19-9-1,0 0-15,18-9 16,11-1-16,18 10 16</inkml:trace>
  <inkml:trace contextRef="#ctx0" brushRef="#br0" timeOffset="8409.59">24789 10383 0,'0'0'0,"0"0"16,0 0-16,0 0 15,0 0 1,9 0-16,29 0 16,9-9-1,18 0-15,1 0 16,0-1-16,-19 1 16,-9 0-1,-10 0-15,-9 9 16,-10 0-16,-9 0 15,0 18-15,-9 28 16,-19 47 0,-10 8-16,0 19 15,38-120 1</inkml:trace>
  <inkml:trace contextRef="#ctx0" brushRef="#br0" timeOffset="10078.12">3227 12728 0,'0'0'0,"0"0"16,0 0-1,0 0-15,0 0 16,0 0-16,0 0 31,0 0-31,0 0 0,0 0 31,19-19-31,37-36 16,66-65 0,19-19-16,10-17 0,-1 8 15,-27 28 1,-48 46-16,-19 19 15,-27 27 1,-20 9-16,-9 19 16,0 0-1,-28 10-15,-29 45 16,-8 10-16,18-1 16,18-8-16,10-10 15,10 0-15,18-9 16,10 0-1,19 0-15,9-10 16,9 10 0,-18-9-1,-10 9 1,0 9-16,-18-9 16,-10 0-16,0 9 15,-10-9 1,-8-9-16,-1-10 15,9-9 1,1-9-16,9 0 0,0-9 16,9-28-1,10-18-15,9-10 16,10 19 0,-10 18-16,-9 10 15,0 9 1,0 9-1,0 9-15,9 9 16,0 10 0,0 0-16,10-1 15,0-8-15,-1-10 16,1-9 0,9-9-16,9-19 15,-9-9-15,-9 0 16,-19 10-16,-10-1 15,-9 0 1,-9 10-16,-10-1 16,-28 1-1,-19 18-15,0 9 16,10 10-16,9 8 31,18-8-31,29-19 0</inkml:trace>
  <inkml:trace contextRef="#ctx0" brushRef="#br0" timeOffset="10653.02">4788 12266 0,'0'0'16,"10"-9"-16,18 0 15,19-10 1,9 1-16,1 9 15,-1 9 1,-9 0-16,-9 9 0,0 9 16,-20 1-1,-8 8-15,-1 10 16,-9 0 0,-9 0-16,-1-9 15,1-10 1,0 1-1,9-19-15,0 0 16,0-9 0,0-19-16,9-37 15,19-27 1,10-19-16,-10 19 16,0 9-16,-9 18 15,-9 10-15,-1 18 16,0 9-1,-9 10-15,0-1 16,0 10-16,0 9 31,0 0-31,10 9 0,9 19 32,9 18-32,0 19 15,0 9 1,1 9-16,-1 9 15,-9-18-15,-10-10 16,0-17 0,-9-29-16,0-9 15,0-9-15</inkml:trace>
  <inkml:trace contextRef="#ctx0" brushRef="#br0" timeOffset="10853.65">5259 12275 0,'0'0'16,"0"0"-16,0 0 16,0 0-16,28-9 15,28-28 1,20 10-16,27-20 16,48-26-1,-1-10-15,-18 18 16,-132 65-1</inkml:trace>
  <inkml:trace contextRef="#ctx0" brushRef="#br0" timeOffset="11538.91">6802 11528 0,'0'0'0,"0"0"16,0 9 0,0 19-16,0 9 15,0 18-15,0 10 16,0 18 0,9 9-16,-9 0 15,0-18-15,0-9 16,0-1-1,0-17-15,0-11 16,0-17-16,0-10 16,0-9-16,0 0 15,19-18 1,18-19-16,10-9 31,10-1-31,-10 11 0,9 8 16,-9 0-1,-9 19 1,-10 9-16,-9 9 16,0 0-1,-10 19-15,-9 9 16,-9 9 0,-10 0-16,-9 0 15,0-9-15,-1-18 16,1-10-16,0-9 15,0-9 1,9 0-16,0-10 16,0 1-16,10-19 15,9 37 1</inkml:trace>
  <inkml:trace contextRef="#ctx0" brushRef="#br0" timeOffset="13072.45">7968 11943 0,'0'0'0,"0"0"0,0 0 16,9-9 0,-9 9-16,0-9 15,0-1 1,-9 1-16,-10 0 15,-9-9-15,-28 8 16,-10 10-16,0 19 16,9-1-1,1 19-15,9 9 16,19 0-16,9 10 16,10-1-1,18 1-15,10-10 31,0-19-31,9-8 16,19-19 0,9-28-16,1-9 15,-10 0-15,-10-9 16,-8-9 0,-1 9-16,-19 18 15,1 10-15,-1-1 16,-9 19-16,0 0 15,0 0 1,0 19-16,9-1 16,1 28-1,-1 10-15,1-1 16,-1 0 0,10-9-1,0-18-15,0-19 16,9 1-1,9-20-15,20-17 16,-10-10 0,0-9-16,-9-1 15,9-26-15,-19 17 16,0 10-16,-9 9 16,0 9-16,-10 10 15,0 0 1,-9 18-16,0 0 15,0 0 1,10 0 0,-1 18-16,10 0 15,9 29 1,1 8-16,8-9 16,1 0-1,-1-18-15,10-10 16,10-8-1,-1-20-15,20-17 0,-11-10 16,-8-19 0,-19 1-16,-10 9 15,-9 9 1,-10 9-16,-9 1 16,0 17-1,0 1-15,-9 0 0,-10 18 16,-9 0-1,-10 19-15,0 18 16,10 0 0,19 10-16,9-10 15,18 0-15,20-9 32,19-9-32,18-19 15,38-18 1,0-28-16,-19-19 15,-10 1-15,-8 9 16,-20 9 0,-18 18-16,-1-8 15,-18 8-15,0 10 16,-10 0-16,-9 9 16,0 0-1,-9 0-15,-10 18 16,-9 10-1,0 9-15,-1 0 16,1-9 0,0 8-1,9 1-15,19-9 16,0 0 0,19-10-16,9-9 15,19-9 1,28-27-16,10-38 15,0-36-15,-29-1 16,-28 1-16,-9-10 16,-19 0-16,-9 19 15,-1 27 1,1 19-16,0 18 16,-1 10-1,1 18-15,-1 0 16,-8 28-16,-11 55 31,11 46-31,18 9 16,18 28-16,29-27 15,0-38 1,19-8-16,0-38 16,19-18-1,-85-37-15</inkml:trace>
  <inkml:trace contextRef="#ctx0" brushRef="#br0" timeOffset="14020.53">11261 11869 0,'0'0'0,"0"0"15,0 0-15,-10 0 16,-9 0 0,-9 10-16,0 8 15,-19 19 1,9 0-16,1 9 15,8-9-15,11 0 16,-1 9-16,19-9 16,9 0-1,10-9-15,28-1 16,38-18 0,28-27-16,28-28 15,-19-10-15,-18-27 16,-48 19-16,-18-1 15,-10 1 1,-28 17-16,-19-8 16,-9 9-1,-19 9-15,-19 19 16,-9 8 0,-10 20-1,10 26-15,9 1 16,19 0-16,19 0 15,18 0 1,10 0-16,19-9 16,19-10-1,18 1-15,19-10 16,38-18-16,19-10 16,-19 10-16,-38 0 15,-9-1 1,-10 20-16,-9 8 15,-9 10 1,-10 0 0,-9 8-16,0 11 15,-10-10 1,-9-10-16,0 1 16,0-10-1,0-8-15,0-10 16,0 0-16,10-19 15,27-36-15,20-38 16,-10 20 0,0 17-16,-9 1 15,-20 27 1,1 0-16,0 19 16,9 9-16,0 9 15,1 19-15,8 28 16,1 8-1,0-8-15,-10-1 16,0 0-16,-28-55 16</inkml:trace>
  <inkml:trace contextRef="#ctx0" brushRef="#br0" timeOffset="14723.98">14055 11491 0,'0'0'16,"0"-9"-16,-10-10 15,-9 1 1,1-1-16,-11 10 16,1 0-16,0 18 15,-10 10-15,10 8 16,0 19-1,0 28-15,9-9 16,9 55-16,1-9 16,9 18-1,0-9-15,0 0 16,0-19-16,0-18 16,0-27-16,0-19 15,0-28 1,0-9-16</inkml:trace>
  <inkml:trace contextRef="#ctx0" brushRef="#br0" timeOffset="15078.29">13255 12285 0,'0'0'0,"9"-10"0,10 1 16,47-18 0,19-1-16,18 0 15,-18 0-15,0 10 16,-1 0 0,-8 8-16,-20 1 31,-9 9-31,-9 0 15,-10 9-15,0 1 16,0 8 0,1 19-16,-1 28 15,-9 8 1,-1 1-16,-8-9 16,-1-28-16,1-19 15,-10-18-15</inkml:trace>
  <inkml:trace contextRef="#ctx0" brushRef="#br0" timeOffset="15309.78">14186 11759 0,'0'0'0,"0"0"15,0 0-15,0 0 16,10 9 0,9 0-16,9 9 15,0-8-15,0-10 16,-28 0-16</inkml:trace>
  <inkml:trace contextRef="#ctx0" brushRef="#br0" timeOffset="15949.46">14572 11971 0,'0'0'0,"9"9"0,1 19 16,-1-1 0,1 20-16,9 17 15,-1 19 1,-8-9-16,-10 9 16,0-9-1,0-19 1,0-27-16,0-9 15,0-10 1,0-9-16,0-9 16,0-38-1,9-26-15,1-1 16,-1 0-16,10 9 16,0 10-16,-1 0 15,1 18 1,0 9-16,0 19 15,9-1-15,0 10 16,-9 10 0,9 8-16,1 10 31,-1 18-31,-9 9 16,9 10-16,-9-28 15,-1 0 1,1-28-16,0 0 15,9-18 1,10-9-16,0-10 16,-1-18-16,1 0 15,-10 18-15,-9 0 16,-10 10 0,1 9-16,-1-1 15,-9 10-15,0 0 16,0 0-1,0 10 1,0 17 0,0 10-16,0 0 15,0 0-15,9-9 16,1-10-16,9 1 16,-19-19-1</inkml:trace>
  <inkml:trace contextRef="#ctx0" brushRef="#br0" timeOffset="16129.66">15325 11685 0,'0'0'16,"0"0"-16,0 0 0,0 0 15,0 9-15,9 0 16,-9-9 0</inkml:trace>
  <inkml:trace contextRef="#ctx0" brushRef="#br0" timeOffset="16613.84">16190 11888 0,'0'0'15,"0"0"-15,0 0 16,0 0 0,0 0-16,-9 0 15,-19 9-15,-20 0 16,-17 10-1,-1-1 1,9-9 0,20 10-16,8-10 15,20 0 1,9-9-16,9 10 16,10 8-16,19 0 15,9 1 1,0-1-16,-9 1 15,-10-1-15,-9 1 16,-10-1 0,0 10-16,-9-10 15,-9 10-15,-19 9 16,-19 0 0,-10-9-16,1-10 15,9 1-15,9-10 16,10-9-16,9-9 15,19 9 1</inkml:trace>
  <inkml:trace contextRef="#ctx0" brushRef="#br0" timeOffset="17369.68">16181 11251 0,'0'0'16,"0"0"-16,0 0 15,9 9-15,1 28 16,-1 18 0,0 38-16,1-1 15,-10 0 1,0 38-16,9-29 15,1-27 1,-1 0 0,-9-28-16,9 0 15,-9-18 1,0-10-16,0-9 16,0 1-1,0-10-15,0 0 16,10 0-16,9-10 15,-1 1-15,11-18 16,8-20-16,1 10 16,-19 10-1,0 8-15,-10 10 16,0 9 0,1 0-1,-1 19 1,10 8-16,0 19 15,0-9-15,-1 0 16,1 0 0,0-9-16,0-19 15,9 0 1,10-18-16,-10 0 0,0-10 16,0-8-1,-9-1-15,0 0 16,0 1-1,-10 17-15,1 1 16,-10 9-16,0 0 16,0 0-16,0 0 15,0 0 1,0 9-16,0 10 16,0 18-16,9-10 15,10 1 1,0-9-16,-19-19 31</inkml:trace>
  <inkml:trace contextRef="#ctx0" brushRef="#br0" timeOffset="18202.12">16915 11583 0,'0'0'0,"0"0"16,0 0 0,0 0-16,9 9 15,0 1-15,20 17 16,8 10 0,1 9-1,-1 1 1,-8-1-16,-1-9 15,-9 0-15,0 9 16,-10-9 0,0-19-16,1 1 15,-1-1 1,1-9-16,8-9 16,1 0-16,0-9 15,0-9-15,0-1 16,-1 1-1,1 8-15,-9 1 16,-1 0 0,10 0-16,0 9 15,9 9-15,10 9 16,27 10-16,11-9 16,-1-10-1,19-28-15,0-18 16,-28-9-16,-19 0 31,-9 0-31,-20 0 16,-18 0-1,0 9-15,-9 18 16,0 10 0,-10 9-16,0 9 15,-9 10-15,0 27 16,9 18-16,9 1 15,10-10 1,19 10-16,0-10 16,0 1-16,0-1 15,-1 1 1,1-1-16,-9 0 31,-10 10-31,-10 0 16,-9-1-16,1-8 15,-1-1 1,0-18-16,10-19 16,-1 1-1,1-10-15,9-9 16,0 0-16,0-37 16,9-37-16,-9 74 15</inkml:trace>
  <inkml:trace contextRef="#ctx0" brushRef="#br0" timeOffset="18534.02">18994 11316 0,'0'0'0,"0"0"15,0 0-15,0 27 16,0 29 0,0 54-16,0 1 15,-10 18 1,1 1-16,-1-1 0,1-37 15,0-18 1,-1-28-16,1-18 16,9-28-1</inkml:trace>
  <inkml:trace contextRef="#ctx0" brushRef="#br0" timeOffset="18787.66">18768 11897 0,'9'0'15,"19"-9"-15,19 0 16,10-1-16,-1 10 16,1 10-16,-1 8 15,-9 10 1,0 18-16,-18 0 15,-11-9 1,1 9-16,-9-18 16,-10-10-1,0-18 1</inkml:trace>
  <inkml:trace contextRef="#ctx0" brushRef="#br0" timeOffset="18956.93">19332 11648 0,'0'0'0,"0"0"16,0 0 0,0 0-16,0 0 15,0 0 1</inkml:trace>
  <inkml:trace contextRef="#ctx0" brushRef="#br0" timeOffset="19836.39">19492 12091 0,'10'9'16,"-1"10"-16,0 8 15,10 10-15,0 19 16,-10-10-16,1-9 16,-1-10-1,-9-8-15,0-10 16,0-9-16,0-18 16,-9-38-1,-1-8-15,10-10 16,10 9-16,-10 19 15,9 9 1,1 19-16,-1-1 31,0 10-31,10 9 16,0 9 0,9 10-16,1 17 15,-1-8-15,-9 0 16,-1 0-1,1-10-15,-9-9 16,-1-9-16,0 0 16,10 0-16,0-18 15,9-1 1,10-27-16,0-9 16,-1-1-1,-9 10-15,1 9 16,-11 10-16,-8 8 15,-1 10-15,1 9 16,-1 0-16,0 9 16,10 28-1,0 0-15,0 9 16,0-9 0,9-9-1,0-1 1,10-8-16,-1-10 15,1-9-15,0-18 16,-10-1 0,10-27-16,-10 0 15,-9 0 1,-10 0-16,-9 9 16,0 9-16,0 10 15,-9-1-15,-1 10 16,1 0-1,-10 9-15,0 0 16,0 9 0,10 19-1,9 8-15,9 38 16,20-28 0,18-9-16,28-9 15,19-9 1,-94-19-16</inkml:trace>
  <inkml:trace contextRef="#ctx0" brushRef="#br0" timeOffset="20106.14">21411 12155 0,'0'0'0,"0"0"16,0 0-1,0 0-15,0 0 16,0 0-16,0 0 15,0 0 1</inkml:trace>
  <inkml:trace contextRef="#ctx0" brushRef="#br0" timeOffset="20360.66">21505 11731 0,'0'0'16,"0"0"-16,0 0 15,0 0 1,10 0-16,18-19 15,-28 19-15</inkml:trace>
  <inkml:trace contextRef="#ctx0" brushRef="#br0" timeOffset="21126.17">21722 12174 0,'0'0'16,"0"0"-16,0 0 15,-10 9 1,1 0-16,9 1 16,0-10-1,0 0-15,0 0 16,0 0-16,9 0 15,1 0 1,-10 0-16</inkml:trace>
  <inkml:trace contextRef="#ctx0" brushRef="#br0" timeOffset="24736.43">22540 11445 0,'0'0'0,"0"0"0,0 0 16,0 0 0,0 0-1,0 0-15,0 0 16,0 0-1,19 0-15,19-9 16,18-1 0,38-17-16,0-1 15,-9 9 1,-19 1 0,0 0-16,-19 8 15,-10 1 1,-18 0-16,-10 0 15,-9 9-15,0 0 16,0 0 0,-9 0-16,-29 9 15,-18 9-15,0 10 16,8 0-16,11-1 16,9 1-1,-1 0-15,20-1 16,0 1-1,9 9-15,0-9 0,0 9 16,9 0 15,0 9-31,1 0 0,-1-9 16,-9 18 0,0 1-16,0-20 15,0 11 1,-9-1-16,-1-9 15,-8-10 1,-11 1-16,-8 0 16,-20-1-1,-27 1-15,8-9 16,1-10-16,19-9 16,-1 0-16,20-9 15,8-1 1,1 1-16,28 9 15</inkml:trace>
  <inkml:trace contextRef="#ctx0" brushRef="#br0" timeOffset="25205.34">23246 11759 0,'0'0'16,"0"0"0,0 0-16,0 0 15,0 0-15,0 18 16,0 10-1,-10 9-15,-9 9 16,1 0-16,-1-9 16,-9 0-16,9-10 15,0-8 1,10-1-16,-1-8 16,10-10-1,0 9 1,0 0-16,19 0 15,0 1 1,18-1-16,10 0 16,1-9-1,-1 0-15,-10 0 16,1 0 0,-10-9-16,-9 0 0,-19 9 15</inkml:trace>
  <inkml:trace contextRef="#ctx0" brushRef="#br0" timeOffset="25421.5">23293 12100 0,'0'0'0,"0"0"15,0 0 1,0 0-16,0 9 15,0 1 1,9 26-16,1 20 16,-1 8-16,0-8 15,-9-10-15,0-46 16</inkml:trace>
  <inkml:trace contextRef="#ctx0" brushRef="#br0" timeOffset="25707.24">23782 12386 0,'0'0'0,"0"0"16,0 0-16,0 0 16,0 9-1,-9 19-15,-1 18 16,-18 28 0,-10 18-16,-18 1 0,18-29 15,38-64 1</inkml:trace>
  <inkml:trace contextRef="#ctx0" brushRef="#br0" timeOffset="28887.45">24196 11583 0,'0'0'0,"0"0"0,0 0 16,0 0-1,0 0-15,0 0 0,-10-9 16,10 9-1,0 0-15,0 0 16,0 0 0,29-9-16,37-10 15,28 1-15,18-1 32,11 10-32,-10 0 15,-19 0 1,-28-1-16,-19 1 15,-10 0-15,-18 0 16,-10 0 0,-9 9-16</inkml:trace>
  <inkml:trace contextRef="#ctx0" brushRef="#br0" timeOffset="29234.77">24525 11463 0,'0'0'0,"-9"19"16,-10 8-1,9 1-15,1 0 16,0-1-16,9 10 16,0 0-16,0 9 15,0 10 1,9 8-16,-9 1 16,0-10-1,0-18-15,0 0 16,0-9-1,0-10 1,-9 10-16,-1-9 16,1-1-1,-10 0-15,-9 1 16,0-1-16,-10-8 16,0-1-1,1 0-15,-1-9 16,10 0-16,9-9 15,19 9-15</inkml:trace>
  <inkml:trace contextRef="#ctx0" brushRef="#br0" timeOffset="29804.04">24845 12137 0,'0'0'0,"0"0"16,0 0-16,0 0 15,0 0-15,9-9 16,10-10-1,9 1-15,10-1 16,0 10-16,9 0 16,-10 9-1,1 0-15,-10 9 16,0 0 0,-9 1-16,-9 8 15,-1 1-15,-9 8 31,-19 19-31,-9 10 16,-10-1-16,-9-9 16,10 0-1,8-27-15,11-1 16,-1-8 0,9-1-16,10-9 15,0 0-15,0 0 16,29 0-16,8 0 15,39-9 1,8-10-16,-18-9 16,-9 10-1,-1 0-15,-56 18 16</inkml:trace>
  <inkml:trace contextRef="#ctx0" brushRef="#br0" timeOffset="30120.2">26059 12331 0,'0'0'15,"0"0"1,0 0-16,0 9 0,-10 10 16,-9 8-1,-9 19-15,-28 10 16,-1-1 0,-9-9-16,10-9 15,18-18-15,10-10 31,28-9-31</inkml:trace>
  <inkml:trace contextRef="#ctx0" brushRef="#br0" timeOffset="31068.3">26030 11500 0,'0'0'0,"0"0"16,0 0-16,0 0 15,0 0 1,10 0-1,18 0-15,28 0 16,20-9 0,-1 0-16,0-1 15,-9 1-15,-10 0 16,-18 0 0,-10 0-16,-9 9 15,-9 0-15,-10 0 16,0 0-1,0 0-15,0 0 16,-10 9-16,-9 0 16,-9 9-1,0 1-15,0-1 32,9 10-32,0-9 15,10-1-15,-1 0 16,1 1-1,-1 9-15,10-1 16,0 1 0,0 9-16,0 0 15,0 0-15,-9 9 16,0-9-16,-1 9 16,1-9-1,-10 0-15,0-10 16,0-8-1,-9-1-15,0 1 16,-10-1 0,1-8-1,-1-1-15,10-9 16,0 0 0,9-9-16,19 9 15</inkml:trace>
  <inkml:trace contextRef="#ctx0" brushRef="#br0" timeOffset="31591.08">26990 11795 0,'0'0'16,"0"0"0,0 0-16,0 0 15,0 0-15,0 0 32,-10 19-32,1 9 15,-10 18 1,0 0-16,-9 9 15,0 1-15,9-1 16,10-18-16,9 0 16,9 0-1,1-9-15,8-1 16,11-8 0,18-1-16,0-9 15,-10-9-15,1-9 16,-10 0-1,-9 0-15,-10-1 32,1 1-32,-10 9 15,-10-9-15,-8 0 16,-20 0 0,-9-1-16,0 10 15,0 0 1,9 0-16,38 0 15</inkml:trace>
  <inkml:trace contextRef="#ctx0" brushRef="#br0" timeOffset="31822.88">27611 12266 0,'0'0'16,"0"0"-16,0 0 16,-10 19-1,-8 18-15,-30 18 16,-8 10 0,-29 8-1,-9-8-15,94-65 16</inkml:trace>
  <inkml:trace contextRef="#ctx0" brushRef="#br0" timeOffset="36986.07">27695 11436 0,'0'0'0,"0"0"0,-9-10 16,0 1 0,-10-9-16,0-1 15,10 1 1,-1 8-16,1 1 16,-1 0-1,10 0-15,0 0 16,10-1-1,9 1-15,37-9 16,19 8 0,29 1-1,-1 0-15,-9 0 16,-9-1 0,-10 1-16,-9 0 15,-19 0 1,-19 9-16,-9 0 15,-9 0-15,-10 0 16,0 0-16,0 0 16,-10 0-1,-9 0-15,-18 9 16,-1 0-16,0 0 16,10 10-1,0-10-15,9 10 16,0-10-16,1 9 31,8 1-31,1-1 16,-1 10-1,1 9-15,9 9 16,0 9-16,0 1 16,0-10-16,0 0 15,0-9 1,-9 9-16,-1-9 15,1 0 1,-10-9-16,0-1 16,-9 1-1,0-10-15,-10 1 16,10-10-16,-10 0 16,10-9-16,9 0 15,0 0 1,10-9-16,9 9 15</inkml:trace>
  <inkml:trace contextRef="#ctx0" brushRef="#br0" timeOffset="37470.49">28580 11731 0,'0'0'0,"0"0"16,0 0 0,0 0-16,0 0 15,0 0 1,-10 0-16,-9 9 0,1 0 15,-1 1 1,9-1-16,1 0 16,9 0-16,0-9 15,9 9 1,10 10-16,9-1 31,10 10-31,9 9 16,-19-9-1,-9-1-15,0 1 16,-10-9 0,1-1-16,-10 0 15,-10 1-15,-8-1 16,-1 1-16,-9-1 16,-10 1-16,0-10 15,10-9 1,28 0-16</inkml:trace>
  <inkml:trace contextRef="#ctx0" brushRef="#br0" timeOffset="37740.97">28655 11795 0,'0'0'0,"0"0"16,0 0-16,0 0 0,0 0 16,9 0-1,10-9-15,19 0 16,18-9 0,20-10-16,-11 9 15,-8-8 1,-1 8-1,-9 1-15,-47 18 16</inkml:trace>
  <inkml:trace contextRef="#ctx0" brushRef="#br0" timeOffset="38010.58">29379 11897 0,'0'0'0,"0"0"15,0 0-15,0 0 16,0 9-16,-9 19 16,-19 18-16,-1 0 15,-18 19 1,0-1-16,0 1 15,0-19 1,10-9-16,37-37 16</inkml:trace>
  <inkml:trace contextRef="#ctx0" brushRef="#br0" timeOffset="41237.68">29539 11232 0,'0'0'0,"0"0"0,0 0 15,0 0 1,0 0-16,0 0 15,0 0-15,0 0 0,0 0 16,0 0 0,10 0-16,18 0 15,28-9 1,29-9-16,9 9 16,-19 9-1,-9-10 1,-19 1-16,-9 9 15,-10 0 1,-9 0-16,-10 0 16,1 0-1,-10 0-15,0 0 0,0 0 16,0 0 0,0 0-16,-10 0 15,-9 9 1,10 1-16,-10 8 15,10 0-15,-1 1 16,1 9 0,-10-1-16,10 10 31,-1 9-31,1 10 16,0-10-16,-1 0 15,1-9 1,-1 0-16,1-9 15,0-1 1,-10 1-16,0-10 16,0 1-16,-9-1 15,0 1-15,-1-10 16,1 0 0,0 0-16,9 1 15,0-10 1,10 0-16,0 0 15,9 0-15</inkml:trace>
  <inkml:trace contextRef="#ctx0" brushRef="#br0" timeOffset="41685.21">30113 11666 0,'0'0'0,"0"0"16,0 0 0,0 0-16,10 0 0,18 0 15,28 0 1,10-9-16,-10 0 15,1 9 1,-10 0-16,-9-9 16,-10 9-1,-9 0 1,-10 0-16,0 0 16,-9 0-1,0 0-15,0 9 16,0 9-1,-9 10-15,-10 9 16,0 0-16,1 0 16,-1 9-16,0-9 15,0 9 1,10-28-16,-1 1 16,10-19-16</inkml:trace>
  <inkml:trace contextRef="#ctx0" brushRef="#br0" timeOffset="41970.38">30885 12045 0,'0'0'0,"0"0"16,0 0 0,0 9-16,0 9 15,-19 19-15,-19 19 16,-28 8 0,-28 10-16,-9-18 0,-1-10 15,104-46 1</inkml:trace>
  <inkml:trace contextRef="#ctx0" brushRef="#br0" timeOffset="43226.84">30969 11279 0,'0'0'0,"0"0"0,0 0 16,0 0 0,0 0-16,0 0 15,0 0 1,10 0-16,8 0 15,20 0 1,18 0 0,1 9-16,9-9 15,-19 0 1,0 0-16,-10 0 16,1 0-1,-10 0-15,1 0 16,-11 0-16,1 0 15,-9 0-15,-10 0 16,0 0 0,0 0-16,0 0 15,0 0-15,0 0 16,0 0 0,-10 0-16,1 9 15,-1 0-15,1 1 16,0-1-1,-1 9 1,-9 10 0,10 0-16,0 9 15,-1 9 1,10 0-16,-9 0 16,9 0-16,-10 0 15,10-9-15,0 0 16,-9-9-1,-1-1-15,1 1 16,0-9 0,-1-1-16,1 1 0,-10-1 15,-9 0 1,0 1-16,-1-1 16,-8-8-1,-1-10-15,19 0 16,10-10-16,9 10 31</inkml:trace>
  <inkml:trace contextRef="#ctx0" brushRef="#br0" timeOffset="43527.78">31750 11869 0,'0'0'16,"0"0"-16,0 0 15,0 0 1,0 10-16,0 8 16,0 10-1,-9 9 1,-10 9-16,0-9 15,0 0 1,10-19-16,-1-9 16,1 1-1,9-10-15</inkml:trace>
  <inkml:trace contextRef="#ctx0" brushRef="#br0" timeOffset="43791.44">32211 12045 0,'0'0'15,"0"0"-15,0 0 16,0 9-16,-9 19 31,-20 18-31,-27 28 16,-29 27-1,1-9-15,8-27 16,76-65-16</inkml:trace>
  <inkml:trace contextRef="#ctx0" brushRef="#br0" timeOffset="45868.09">32051 11196 0,'0'0'0,"0"0"16,9 0 0,10 0-16,9-10 15,10 10-15,9 0 16,10 0-16,18-9 15,0 9 1,-9 0-16,-10-9 16,-9 0-16,-18 9 15,-1 0 1,-9 0-16,-10 0 16,-9 0-16,0 0 31,0 0-31,0 0 0,0 0 15,-9 0-15,-10 9 16,0 0 0,0 0-1,10 1-15,-1 8 16,1 0 0,0 10-16,-1 0 15,10 18 1,0 9-16,0 1 15,0-10 1,0-9-16,0 0 0,-9-10 16,-1 1-1,1-9-15,-10-1 16,0 1-16,-9-1 16,0-9-1,-10 0-15,1 1 31,-1-10-31,19-10 16,19 10-16</inkml:trace>
  <inkml:trace contextRef="#ctx0" brushRef="#br0" timeOffset="46517.23">32813 11657 0,'0'0'0,"0"0"16,0 0-16,0 0 15,0 0 1,9-9-16,1 0 16,9-1-1,9 10-15,10 0 0,-1 0 16,-9 0 0,1 0-16,-11 10 15,1-1 1,0 0-16,-10 0 15,1 1 1,-10 8-16,-10 0 0,1 1 16,0-1-1,-1 1-15,-9-10 16,10 0 0,0 0-16,-1 1 15,10-10-15,0 0 31,0 0-31,10 9 16,8 0 0,1 10-16,9-1 15,-9 1-15,-9-10 16,-1 9 0,-9-9-16,-9 10 15,-10-1-15,-28 10 16,-10 0-16,-8-10 15,-1 1 1,0-10-16,66-9 16</inkml:trace>
  <inkml:trace contextRef="#ctx0" brushRef="#br0" timeOffset="68769.17">10903 16687 0,'0'0'0,"0"0"0,0 0 16,0 0-16,0 0 15,0 0-15,0 0 16,0 0 0,0 0-16,0 0 15,0 0-15,0 0 16,10 0 0,-1 0-1,0 0 1,1 0-16,9 0 15,9 0-15,0 0 16,10 0 0,9 0-16,9 0 15,10-9 1,9 0-16,1 0 0,8 9 16,10-10-1,19 1-15,0 9 16,9-9-1,10 9-15,0-9 16,-1-1 0,11-8-16,-1-1 0,-10 1 15,39 0 1,-20-1-16,-9 1 16,29-1-1,-1-9-15,-9 10 31,9-10-31,1 1 16,-1-1-16,10 9 16,-10-8-1,0 8-15,10 1 16,-10-1-16,20 1 16,-11 9-1,10-10-15,-9-8 16,0 8-16,9-9 15,-19 19-15,29-9 16,-19-1 0,-1 1-16,11 18 15,-20-9 1,29-1-16,-20 10 16,-8-9-1,27 9 1,-28 9-16,20-9 15,-1 0 1,-9-9-16,-1 9 16,-8-9-1,-1 9-15,0 0 16,-9-19-16,10 19 16,-1-9-16,-19 0 15,29 0 1,-19 9-16,0 0 15,9 0-15,-18 0 16,-10 0 0,28 9-1,-18-9 1,9 18-16,0-8 16,-29-10-16,29 9 15,-19 0 1,-9-9-16,19 0 15,-20 0 1,-8 0-16,-1 0 0,10 0 16,-10-9-1,-28 9-15,9 0 16,-8 0 0,-30 0-16,1 0 15,-28 0-15,-10 0 16,-9 0-16,-10 0 15,-9 0 1,0 0-16,0 0 16</inkml:trace>
  <inkml:trace contextRef="#ctx0" brushRef="#br0" timeOffset="69703.42">10884 17010 0,'0'0'0,"0"0"15,0 0 1,0 0-16,-9 0 31,0 0-31,-1-9 16,-9 0-16,10 9 15,0 0 1,-10 0-16,9 0 16,-9 9-1,10 9-15,-10 10 16,10 9-16,9 18 16,19 10-16,9 0 15,10-19 1,9 0-16,9-18 31,10-10-31,0-18 16,0-9-1,-1-19-15,-18-9 16,-9-9-16,-19 18 16,0-8-16,-10-1 15,-9 9 1,-9 0-16,-1 1 15,-9-1 1,-9 9-16,-9-8 16,-1 17-16,-9 10 15,-19 10-15,0 8 16,19 10 0,47-28-16</inkml:trace>
  <inkml:trace contextRef="#ctx0" brushRef="#br0" timeOffset="70072.92">12333 16475 0,'0'0'0,"0"0"15,0 0 1,0 0-16,0 18 16,10 10-1,-1 27 1,0 29-16,1 8 16,-10-92-1</inkml:trace>
  <inkml:trace contextRef="#ctx0" brushRef="#br0" timeOffset="70691.05">12700 17149 0,'0'0'0,"0"0"15,0 0 1,0 0-16,-9 9 16,-1 9-1,1 1-15,-1 9 32,1-1-32,0 1 15,9-10-15,0 1 16,0-1-1,9 1-15,10-1 16,0-9 0,9 10-16,9-10 15,1 0-15,0 1 16,-1-1-16,-8 0 16,-1 0-1,-9 0-15,-10 10 16,0 9-16,-9 9 15,-9 9 1,-10 9-16,0-9 16,1-9-16,-11 0 15,1-18 1,0-10-16,0-9 16,28 0-16</inkml:trace>
  <inkml:trace contextRef="#ctx0" brushRef="#br0" timeOffset="70913.92">12662 17186 0,'0'0'0,"0"0"15,0 0-15,10 0 16,9 0-1,18-10-15,29-8 16,28-10 0,38-9-16,-19 0 15,9-18-15,-122 55 32</inkml:trace>
  <inkml:trace contextRef="#ctx0" brushRef="#br0" timeOffset="72395.89">12211 15515 0,'0'0'16,"0"0"0,0 0-16,0 0 15,0 0-15,0 0 16,0 0-1,0 0-15,0 0 16,0 9-16,0 10 16,0-1-16,0 19 15,0 9 1,9 37-16,1 28 16,-1 0-1,0 9-15,10 9 16,0-27-16,-10-10 15,1-28-15,-1-8 16,1-19 0,-10-37-16</inkml:trace>
  <inkml:trace contextRef="#ctx0" brushRef="#br0" timeOffset="73952.89">12211 15626 0,'0'0'0,"0"0"15,0 0-15,0 0 16,9 0 0,1 0-1,18 0-15,9 0 16,29-9 0,19-1-16,0 1 15,9 0-15,0 0 16,0-1-1,0-8-15,9 9 16,10-10-16,0 1 16,0 9-1,9-10-15,-9 10 16,0 0-16,9-1 16,1 1-1,-10 0 1,0 0-1,-1 0-15,1-10 16,-19 10-16,0 0 16,10-1-1,-10 1-15,-19 0 16,1 9 0,-1 0-16,0 0 0,0 0 15,-9-9 1,0 9-16,0 9 15,-10-9 1,1 0 0,-1 0-16,10 0 15,0 0-15,0 9 0,0-9 16,-10 0 0,1 0-16,-1 0 15,0 0 1,10 0-16,0 0 15,0 0-15,0 0 32,-10 0-32,1 0 15,-1 0 1,1 0-16,-10 0 16,0 0-16,-19 9 15,-9-9 1,-10 0-16,1 0 15,-1 0-15,0 0 16,1 0-16,-10 0 16,9 10-1,-9-10-15,10 9 16,-10 9 0,9 1-16,0 8 15,-9 10 1,0 0-1,0 19-15,0-10 16,10 18 0,-1-8-16,1 8 15,-1 1 1,-9-28-16,0-9 16,0-10-16,0 10 15,0-19-15,0 0 16,0 0-16,0 1 15,0-10 1,0 0-16,0 0 16,-9 9-1,-10 0-15,-9 0 16,-10 10-16,-9-1 31,-10-8-31,-18 8 16,-19 0-1,-9 1-15,-1-1 16,-9 1-16,-18-1 16,-1 1-16,0-1 15,-18-9 1,9 1-16,-1 8 16,-18-9-1,19 1-15,0-1 16,-28 0-16,18-9 15,-9 0-15,-9 0 16,19 0 0,9 9-16,-10 0 15,-9 1-15,28-1 16,-18 9 0,-1 1-16,29-1 31,9 1-31,0-1 15,0-9-15,0 10 16,19-1 0,19-8-16,0-1 15,9 0 1,0-9-16,29 0 16,-1 0-16,19 0 15,19 0-15</inkml:trace>
  <inkml:trace contextRef="#ctx0" brushRef="#br0" timeOffset="74453.7">14478 16281 0,'0'0'0,"0"0"15,0 0 1,0 0-16,0 0 16,9 19-16,20 17 15,-1 29 1,9 18-16,11 19 16,-48-102-16</inkml:trace>
  <inkml:trace contextRef="#ctx0" brushRef="#br0" timeOffset="74998.6">16623 16069 0,'0'0'0,"0"0"16,0 0-16,0 0 16,9 9-16,10 19 31,19 46-31,9 18 15,-19-9-15,-28-83 0</inkml:trace>
  <inkml:trace contextRef="#ctx0" brushRef="#br0" timeOffset="76825.66">13782 15506 0,'0'0'15,"0"0"-15,0 0 16,0 0-1,0 0 1,0 0 0,0 0-16,0 0 15,0 0 1,0 0-16,0 0 16,0 0-16,19 9 15,28 0-15,28-9 16,19 0-1,0-9-15,-19 0 16,1 9-16,-11-9 16,1-1-1,-19 1-15,-18 9 16,-11 0 0,-8 0-16,-1 0 0,-9 0 15,0 0 1,-9 9-16,-10 1 15,0-1 1,-9 0-16,-10 10 16,10-1-1,0-9 1,0 0-16,9 1 16,0-1-1,10 0-15,-1 10 16,10-10-1,0 18-15,0 1 16,0 9-16,0 18 16,0 10-16,0-19 15,0 10 1,-9-19-16,-1-1 16,1-8-16,-10-9 15,0-1 1,-9 1-16,0-1 31,-10 0-31,10-8 16,-10-1-16,10 0 15,0-9 1,9 0-16,0 0 16,10 0-1,9 0-15,0 0 16</inkml:trace>
  <inkml:trace contextRef="#ctx0" brushRef="#br0" timeOffset="77305.86">14751 15617 0,'0'0'0,"0"0"16,0 0-1,0 0-15,0 0 16,0 0-16,0 0 16,0 9-1,0 0-15,-10 9 16,1 10-1,0 9-15,-1-9 16,10-1 0,0 1-16,0 0 0,0-10 15,10 1 1,-1-1-16,10-9 16,9 10-1,10-10-15,-1 0 16,1 1-16,0-10 31,-1 0-31,1 0 16,-1 0-16,-8 0 15,-11-10 1,-18 10-16</inkml:trace>
  <inkml:trace contextRef="#ctx0" brushRef="#br0" timeOffset="77528.39">14930 15866 0,'0'0'0,"0"0"15,0 0 1,0 0-16,0 0 16,0 0-1,0 0 1,0 18-16,0 10 15,9 9 1,0 18-16,10 1 16,9 8-16,-28-64 15</inkml:trace>
  <inkml:trace contextRef="#ctx0" brushRef="#br0" timeOffset="78131.62">16275 16890 0,'0'0'16,"0"0"-16,0 0 15,0 0 1,0 0-16,0 0 16,0 0-16,0 0 15,0 9 1,0 19-16,0 9 16,0 18-16,0 10 15,9 9-15,1-19 16,-1-9-1,0-9-15,1-18 16,-10-19 0</inkml:trace>
  <inkml:trace contextRef="#ctx0" brushRef="#br0" timeOffset="78568.62">16792 16826 0,'0'0'0,"0"0"16,0 0-1,0 0-15,-9 9 16,-10 0-16,0 0 16,10 10-1,-1-1-15,1 1 16,0-1-16,9-9 15,0 1-15,9 8 16,0 1 0,10-1-16,0 0 15,0 1 1,0-1-16,-1 1 16,1-1-1,0 10 1,0 0-16,-10 9 15,1 0 1,-10 9-16,0-9 16,-10 0-1,-9-10-15,1-18 16,-1 1 0,-9-10-16,28 0 15</inkml:trace>
  <inkml:trace contextRef="#ctx0" brushRef="#br0" timeOffset="78795.61">16764 16909 0,'0'0'0,"0"0"16,0 0-16,9 0 15,10-10 1,0 1-16,19-9 15,9-10 1,9 0-16,10 1 0,0-1 16,9-9-1,-18 9-15,-10 10 16,-47 18 0</inkml:trace>
  <inkml:trace contextRef="#ctx0" brushRef="#br0" timeOffset="81905.3">22597 11020 0,'0'0'0,"0"0"0,0 0 31,0 0-31,0 0 16,0 0-16,0 0 15,0 0 1,9 9-16,0 1 15,1-1-15,-1 0 16,1 0 0,-1-9-1,0 10-15,1-10 16,9 0 0,-1 0-16,11-10 15,8-8-15,20-10 16,-1-9-1,19-9-15,-18 9 0,-1 10 16,-18-1 0,0 0-16,-38 28 15</inkml:trace>
  <inkml:trace contextRef="#ctx0" brushRef="#br0" timeOffset="85400.07">24789 10743 0,'0'0'0,"0"0"0,0 0 16,0 0-1,0 0-15,0 0 16,0 0 0,0 0-16,0 0 15,-10 10-15,-18 17 16,-10 10 0,-9 9-16,0 10 15,-19 8 1,10 1-16,9-10 15,0-9 1,9-9 0,10-9-16,0-10 15,28-18 1</inkml:trace>
  <inkml:trace contextRef="#ctx0" brushRef="#br0" timeOffset="85716.59">24215 10891 0,'0'0'0,"0"0"16,0 0-1,0 0-15,0 0 16,9 9 0,10 0-16,9 19 15,19 0-15,19 18 16,19 9-16,18 1 16,10-10-1,-19-9-15,-94-37 16</inkml:trace>
  <inkml:trace contextRef="#ctx0" brushRef="#br0" timeOffset="89195.15">26821 10540 0,'0'0'0,"0"0"0,0 0 16,0 0-16,9 0 16,-9 0-16,0 0 15,0 0 1,0 0-16,0 0 16,0 9-1,-9 10-15,-20 9 16,-18 27-16,-19 0 15,1 1 1,-1 8-16,9-8 16,20-19-16,8-10 15,11-8 1,-1-10 0,9-9-1,10 0-15</inkml:trace>
  <inkml:trace contextRef="#ctx0" brushRef="#br0" timeOffset="89443.03">26378 10642 0,'0'0'16,"0"0"-16,0 0 15,0 0-15,10 0 16,18 18-16,28 10 16,20 27-1,-1-9-15,10 10 16,18 8-16,-103-64 16</inkml:trace>
  <inkml:trace contextRef="#ctx0" brushRef="#br0" timeOffset="91834.68">27761 10614 0,'0'0'0,"0"0"16,0 0 0,0 0-16,0 0 15,0 0 1,0 0-1,0 0-15,0 0 16,0 0 0,0 0-16,0 0 15,0 0-15,0 9 16,0 1 0,10-1-16,-1 0 15,0 0 1,1 0-16,-1-9 15,10 0-15,19-9 16,9-9 0,9-10-16,10-9 15,0 0 1,-10 0-16,10-9 16,0 0-1,0-9-15,0-1 16,-66 56-1</inkml:trace>
  <inkml:trace contextRef="#ctx0" brushRef="#br0" timeOffset="92835.73">18589 15921 0,'0'0'16,"0"0"-16,0 0 15,0 0-15,0 0 16,0 0-1,0 0-15,0 0 16,0 0 0,0 0-16,0 19 15,0 18 1,0 18 0,9 19-16,1 18 15,-10-92 1</inkml:trace>
  <inkml:trace contextRef="#ctx0" brushRef="#br0" timeOffset="93221.57">19915 15949 0,'0'0'0,"0"0"16,10 0-16,9 0 15,0 0-15,-10 0 16,0 0 0,1 0-16,-10 0 15,9 0 1,1 9-16,-1 0 16,0 19-16,1 27 15,9 19-15,-19-74 16</inkml:trace>
  <inkml:trace contextRef="#ctx0" brushRef="#br0" timeOffset="95010.36">16962 15257 0,'0'0'16,"0"0"-16,0 0 15,0 0 1,0 0-16,0 0 16,0 0-16,-10 0 15,1 0-15,-1 0 16,1 0-1,-10 0-15,10 0 16,-1 0 0,-9 9-16,10-9 15,0 0 1,-1 0 0,1 9-16,9-9 15,0 0 1,0 0-16,9 9 15,10 1 1,28-1-16,28-9 16,38 0-16,10-9 15,36-1-15,11-8 32,-10-1-32,18 1 0,-8-1 15,18 1 1,-19 0-16,1 8 15,-1-8 1,0-1 0,1 10-16,-1-9 15,-19 8 1,-18-8-16,0 9 16,-19 0-16,0-1 15,-29 1 1,-8 0-16,-1 9 15,-19 0-15,-9 0 16,-9 0-16,-10 0 16,-9 0-1,-10 0-15,1 0 16,-1 0 0,-9 0-16,10 9 0,-10-9 15,9 9 1,-9 1-16,0 8 15,9 10 1,-9 9-16,0 0 16,0 9-16,0 18 31,0 10-31,0 9 16,0-9-1,-9-9-15,0-1 16,-1 1-16,10-10 15,-9-9 1,-1-9-16,10-9 16,0 0-16,-9-1 15,9-8 1,0-10-16,0 0 16,0 1-16,0-1 15,0 0 1,0 0-16,0 0 31,-9 1-31,-1-1 16,1-9-16,-1 0 15,-8 9 1,-11-9-16,1 9 16,-10-9-1,-18 0-15,-10 10 16,-18-10-16,-1 9 15,0-9-15,-9 0 16,0 9 0,-19-9-16,19 0 15,0 0-15,-9 0 16,-1 0 0,-9 0-1,19 0-15,0-9 16,0 0-1,-19 9-15,19-10 16,0 10 0,0-9-16,0 9 15,-19-9 1,19 0-16,0-1 0,0 1 16,-19 0-1,19 9-15,0 0 16,9 0-1,-9 0-15,0 9 16,9 0-16,10 1 16,9-10-16,-9 0 15,-1 0 1,1 0-16,9 0 16,10 0-1,-10 0-15,10 0 16,9 0-16,-10 9 31,10-9-31,47 0 16</inkml:trace>
  <inkml:trace contextRef="#ctx0" brushRef="#br0" timeOffset="96415.88">17949 15303 0,'0'0'15,"0"0"-15,0 0 16,0 0 0,0 0-16,0 0 15,0 0 1,0 0-16,0 0 0,0 0 16,0 0-1,10 0-15,18 9 16,19-9-1,9 0-15,20 0 16,8-9 0,1 0-1,0-1-15,-19 1 16,-1 0 0,-18 0-16,-9-1 15,-10 1-15,-9 9 16,-9 0-1,-1 0-15,-9 0 16,0 0-16,0 0 16,-9 0-16,-10 9 15,-10 1 1,1-1-16,-9 0 16,8 0-1,1 1-15,9-1 16,1 0-16,-1 0 31,9 0-31,1 1 16,0 8-16,9 10 0,0 18 15,9 0 1,0 10-16,1-1 16,-1 0-1,1 10 1,-10-19-16,0 0 15,0-9 1,0-9-16,-10 9 16,1-10-16,-1-8 15,1-1 1,0 1-16,-10-10 16,0 0-16,-9 0 15,-1-9-15,1 0 16,0 0-1,0 0-15,9 0 16,0-9 0,0 0-1,1 0-15,18 9 16</inkml:trace>
  <inkml:trace contextRef="#ctx0" brushRef="#br0" timeOffset="96967.52">19012 15561 0,'0'0'0,"0"0"15,0 0 1,0 0-16,0 0 16,0 0-1,-9 0-15,0 9 16,-10 10 0,0-1-16,0 1 15,0-1-15,10 1 16,-1-1-1,10-9 1,0 1-16,10 8 0,9 1 0,28-1 16,9 0-1,-9-8-15,-9-1 16,-1 0 0,-8 0-16,-10 1 15,-10-1 1,0 0-16,-9 0 15,0 10-15,-9-1 16,-10 19 0,-9-9-1,0 0 1,-10-10-16,0 10 16,10-19-16,0 0 15,9-9 1,19 0-16</inkml:trace>
  <inkml:trace contextRef="#ctx0" brushRef="#br0" timeOffset="97202.8">18937 15663 0,'0'0'15,"0"0"-15,0 0 31,0 0-31,0 0 16,10 0 0,8-10-16,11 1 15,18-18-15,37-20 16,39-17 0,-1-10-16,-9 19 15,-113 55-15</inkml:trace>
  <inkml:trace contextRef="#ctx0" brushRef="#br0" timeOffset="98020.8">19793 16715 0,'0'0'0,"0"0"16,0 0 0,0 0-16,0 0 15,19-9-15,9-1 16,0-8-1,10 0-15,-10 8 16,1 10-16,-1 0 16,-9 0-1,-1 10-15,-8-1 16,-1 9 0,-9 28-1,-9 1-15,-10 8 16,0 0-1,-9 1-15,0-10 16,9-19-16,0 1 16,10-9-1,-1-10-15,1 0 16,9-9-16,0 0 16,0 0-1,9 0-15,19 0 16,20 0-16,17-9 15,11-10 1,-11 1-16,-8-1 16,-57 19-16</inkml:trace>
  <inkml:trace contextRef="#ctx0" brushRef="#br0" timeOffset="98505.22">20630 16456 0,'0'0'0,"0"0"16,0 0-16,0 0 15,-9 10-15,0 8 16,-10 1-1,0 8-15,0 1 16,10-10 0,-1 1-16,10-1 15,0 1-15,10 9 32,9-1-32,9 10 15,19 0 1,-10-9-16,1-1 15,-10 1-15,1 0 16,-11-10 0,1 1-16,-9 8 15,-10 10-15,-10-9 16,-9 9-16,1-9 16,-11-1-1,1-17-15,-10-10 16,1-19-1,-10-27-15,47 46 16</inkml:trace>
  <inkml:trace contextRef="#ctx0" brushRef="#br0" timeOffset="98705.66">20583 16493 0,'0'0'0,"0"0"16,0 0-1,0 0 1,0 0-16,0 0 16,19 0-1,19-9-15,28-19 16,28-27-16,9-10 16,-103 65-1</inkml:trace>
  <inkml:trace contextRef="#ctx0" brushRef="#br0" timeOffset="100395.92">30104 10236 0,'0'0'0,"0"0"15,0 0 1,0 0-16,0 0 16,0 0-1,0 0-15,0 0 16,0 0 0,0 0-16,0 9 0,-10 9 15,-9 10 1,-9 18-16,-9 10 15,8 8-15,-8 1 16,-1-1 0,10-27-16,28-37 15</inkml:trace>
  <inkml:trace contextRef="#ctx0" brushRef="#br0" timeOffset="100643.61">29671 10393 0,'0'0'16,"9"0"-16,20 0 15,8 9-15,48 19 16,37 8-1,29 29-15,-1 9 16,10 0-16,57 18 16</inkml:trace>
  <inkml:trace contextRef="#ctx0" brushRef="#br0" timeOffset="102403.64">31411 9996 0,'0'0'0,"0"0"15,10-10 1,-1 10-16,1 0 16,-10 0-1,0 0-15,0 0 16,9 10-16,-9 8 31,-9 19-31,-10 37 16,-19 0-1,0 0-15,1-1 16,9-17-16,-1-10 16,29-46-1</inkml:trace>
  <inkml:trace contextRef="#ctx0" brushRef="#br0" timeOffset="102635.52">31073 10162 0,'0'0'15,"0"0"-15,0 0 16,0 0 0,9 9-16,19 10 15,29 17-15,37 29 16,28 0-1,10 9 1,-132-74 0</inkml:trace>
  <inkml:trace contextRef="#ctx0" brushRef="#br0" timeOffset="104486.1">32324 10199 0,'0'0'0,"0"0"0,0 0 15,0 0 1,0 0-16,0 0 16,0 0-1,0 0-15,9 9 16,1 9 0,-1 1-1,10 9-15,9-10 16,0 1-1,1-1-15,8 0 16,1-18 0,9 0-16,9-18 15,1-19-15,9-9 16,18-9-16,-8-1 16,18-18-1,9 10-15,48-10 16,56-18-1</inkml:trace>
  <inkml:trace contextRef="#ctx0" brushRef="#br0" timeOffset="106416.53">21844 15866 0,'0'0'16,"0"0"-1,0 0-15,0 0 0,0 9 16,9 9-1,1 19-15,9 19 16,-1 27-16,1 9 16,0-27-1,-19-65-15</inkml:trace>
  <inkml:trace contextRef="#ctx0" brushRef="#br0" timeOffset="106864.52">23566 15921 0,'0'0'0,"0"0"0,0 0 16,0 0 0,0 0-16,0 0 15,0 0 1,0 9-16,0 19 16,0 27-1,0 29-15,-10 26 0,1-8 16,9-102-1</inkml:trace>
  <inkml:trace contextRef="#ctx0" brushRef="#br0" timeOffset="108099.62">20292 14934 0,'0'0'0,"0"0"16,0 0-16,0 0 16,0 0-1,9 0 1,10 0-16,9-10 15,10 1 1,18 0-16,20 0 16,27-10-1,10 10-15,19 0 16,9 0-16,9 9 16,10 0-16,10-19 15,-1 19 1,0-18-16,1 8 15,-11 20-15,-17-10 16,8 0 0,-9 0-16,0 0 15,-9-10-15,-10 10 16,-18-9 0,-10 9-16,-9 0 15,-10 0-15,-19 0 16,-9 9-1,-19 1-15,1-10 32,-10 0-32,-10 9 15,0 0-15,1 0 16,-1 1 0,1 8-16,-1 28 15,-9 0 1,9 28-16,-9-9 15,0 9-15,10 18 16,-1-9-16,1-18 16,-1-1-1,-9-8-15,0-20 16,0 1-16,0-9 16,0 0-1,0-1 1,-9-8-1,-1-1-15,1 10 16,-10 0-16,10-1 16,-1-17-1,1-1-15,-1 0 16,1 0 0,-10 1-16,0-10 0,-9 9 15,-10-9 1,1 0-16,-10 0 15,0 0 1,-10 0-16,-9 0 16,-28 0-16,0 9 31,-19 0-31,-18 10 16,-1-1-1,-28 1-15,-19-1 16,-37 10-16,-19-1 15</inkml:trace>
  <inkml:trace contextRef="#ctx0" brushRef="#br0" timeOffset="109286.21">21261 15164 0,'0'0'0,"0"0"15,0 0-15,0 0 16,0 0 0,0 0-16,0 0 15,0 0 1,0 0-16,0 0 15,19 0-15,9 0 16,19 0-16,28-9 16,38 0-1,-10-10-15,-18 10 16,-10 0 0,-18-10-16,-1 10 15,-18 0 1,-10 9-1,-9 0-15,-10-9 16,-9 9 0,0 0-16,0 0 15,-9 0-15,-19 9 16,-10 0 0,10 0-16,0 1 15,-1-1-15,11 0 16,8-9-16,1 0 15,-1 0 1,1 9-16,0 1 16,-1-1-16,10 0 31,0 19-31,0 9 16,0 0-1,-9 27-15,9 10 16,0-9-1,0-10-15,0-9 16,0-9 0,0 0-16,-10-9 0,1-10 15,0 1 1,-1-1-16,-9-9 16,0 1-1,-9-1-15,0-9 16,-10 0-16,1 0 15,-1 0-15,1 0 16,8 0 0,1-9-16,9-1 15,19 10-15</inkml:trace>
  <inkml:trace contextRef="#ctx0" brushRef="#br0" timeOffset="109957.01">22107 15506 0,'0'0'15,"0"0"-15,0 0 16,0 0-1,0 0-15,0 0 16,10-9-16,9-1 16,9-8-1,9-1 1,1 1 0,-10 0-16,1 8 15,-1 1 1,-9 0-16,-1 9 15,-8 0-15,-1 9 16,1 0 0,-10 10-16,0 8 15,0 10-15,-10 0 16,1-9-16,-1-10 16,10-8-1,0-1-15,0 0 16,0 0-1,0-9 1,0 0-16,10 10 16,9-1-1,-1 0-15,11 0 16,-1 0 0,0 10-16,-9-1 15,-10 1 1,1 9-16,-10-1 0,-10 1 15,-18 9 1,-10 0-16,-18 9 16,-29 0-1,1-18-15,-1-10 16,10-9-16,18-9 16,1 0-16,56 0 15</inkml:trace>
  <inkml:trace contextRef="#ctx0" brushRef="#br0" timeOffset="111293.96">25579 15506 0,'0'0'15,"0"0"-15,0 0 16,0 0-16,0 0 16,0-19-1,19 1-15,28-19 16,18 0-16,20 0 15,-19 19 1,0 8-16,0 1 16,-19 9-16,-10 9 15,-8 19 1,-11 18-16,-18 19 31,-18 9-31,-20 9 16,-9-9-16,9-10 15,1-18 1,8-9-16,11-9 16,8-10-16,1-8 15,9-10 1,0 0-16,28 0 16,19-10-16,19 1 15,0 0 1,-10 18-16,1 0 15,-20 1 1,1 8-16,-19 1 16,0 18-1,-10-1 1,-18 11-16,-20 26 16,-27 20-16,-19-1 15,-1-18 1,1-10-16,0-17 15,-10-10 1,19-19-16,10-9 0,-1-9 16,20-18-1,9-38-15,18-54 16,10 110 0</inkml:trace>
  <inkml:trace contextRef="#ctx0" brushRef="#br0" timeOffset="111995.99">26830 15321 0,'0'0'16,"0"0"-16,0 0 15,9-9 1,29 0-16,37-28 16,19 0-1,10-9-15,-10 9 16,9-19-16,-27 20 16,-11 8-16,-18 9 15,-28 10 1,0 0-16,-19 9 15,0 0 1,0 0-16,-9 9 16,-1 0-1,-9 10 1,-9 9-16,0 8 16,0 20-1,0-10-15,9 0 16,0 10-16,10-1 15,-1 0 1,1 10-16,-1 18 16,10-18-16,0 27 15,0 0-15,0-18 16,10-9 0,-10-10-16,0-18 15,0 0 1,0-9-16,-10-1 0,-8 1 15,-1-10 1,-10 1-16,-27-1 16,0 1-1,-1-10-15,20-9 16,-1-9 0,10-10-1,-1-18-15,20-27 16,18-29-1,20-8-15,18-10 16,-47 111-16</inkml:trace>
  <inkml:trace contextRef="#ctx0" brushRef="#br0" timeOffset="113314.82">27479 15377 0,'0'0'0,"19"0"16,9 0-16,0 0 16,1 0-1,-11 9-15,1 0 16,0 19-16,-10 9 15,1 9 1,-1 9-16,1 1 31,-1 8-31,0-8 16,10-10-16,0-19 16,9 1-1,0-19-15,10-9 16,9-9-1,-9-9-15,-1-10 16,-8 0-16,-11 1 16,1-10-16,-9 0 15,-20 0 1,1 0-16,-19 0 16,-1 9-16,1 10 15,0 9 1,0-1-1,9 10 1,0 0-16,10 0 16,9 0-16,0 0 15,0 0-15,37 0 16,29 0 0,19-18-16,9-19 15,0 0 1,0-18-16,-19-1 15,-18 1-15,-10 9 16,-10-10 0,1 1-16,-19 9 15,-10 0 1,-9 9-16,0 9 0,-9 0 16,-19 1-1,-10 8-15,0 10 16,-9 9-1,10 9-15,-1 10 32,0 18-32,1 18 15,9 28 1,18 9-16,10 38 0,19-1 16,9-9-16,10-9 15,-10-56 1,0-18-16,1-19 15,-11-8 1,11-10-16,-11-10 16,1-8-1,0-1-15,0-8 16,0-10-16,-1 0 16,1 0-1,-9 19-15,-1-1 31,1 1-31,-1 8 16,0 1-16,1 9 16,-1 0-1,10 9-15,0 1 16,9-1-16,0 0 16,19 0-1,0-9-15,19-9 16,0-9-16,19-29 15,-1-8-15,-27 18 16,-1-9 0,-9 0-16,-19 9 15,1-9 1,-10 0-16,-10 18 16,-9 9-16,-9 1 15,-10 0 1,0 8-16,-9 10 15,-1 10-15,11-1 16,-1 9 0,9 10-1,1 0 1,9 9-16,19 9 16,0 9-16,9-9 15,0 10 1,-9-10-16,0-9 15,-10-10 1,1 10-16,-10-9 0,0-10 16,-10 1-1,1-10-15,9-9 16,0 0 0,0 0-16</inkml:trace>
  <inkml:trace contextRef="#ctx0" brushRef="#br0" timeOffset="114586.64">30047 14851 0,'0'0'0,"0"0"15,0 0 1,0 9-16,0 0 16,0 28-1,10 18-15,-10 19 16,0-28 0,0-9-1,0-9-15,0-10 16,0-8-16,0-10 15,0 0 1,0 0-16,0-10 16,-10-8-1,10-19-15,0-9 16,0 9-16,10 0 16,-1-9-16,0 18 15,10-9 1,-9 19-16,9-1 15,-10 10 1,0 9-16,10 0 0,0 9 16,0 1-1,0 8-15,-1 28 16,1 9 0,-9-18-16,-1-9 15,0-9 1,-9-10-1,10 0-15,-1 0 16,-9-9 0,10-9-16,-1-9 15,10-10 1,0-9-16,0-9 16,9-10-16,-9 20 15,-1-1-15,1 18 16,0-9-1,0 10-15,0 9 16,-10 9-16,10 0 16,0 9-1,-1 9-15,1 10 32,10 18-32,-1 10 15,0-1-15,-9-9 16,9-9-1,-9-28-15,9-9 16,10-9 0,9-19-16,0-9 15,9-27-15,-9 9 16,-9-1-16,-1 1 16,1-1-1,-10 10-15,-9 19 16,-9 8-1,-1 10-15,0 0 16,-9 9-16,0 0 16,-18 0-16,-11 18 15,-18 10 1,10-1-16,-1 10 16,10 0-16,0 9 15,18-18 1,10-9-1,10-1 1,18-9-16,9-9 16,10-9-16,10-19 15,-19 10 1,-1-10-16,-18 10 16,0-1-1,-10 10-15,1 0 0,-1 0 16,-9-1-1,0 10-15,0 0 16,0 0 0,0 0-16,0 0 15,9 10 1,10 17 0,9 10-16,10 0 15,-38-37 1</inkml:trace>
  <inkml:trace contextRef="#ctx0" brushRef="#br0" timeOffset="114897.9">32098 14260 0,'0'0'0,"0"0"31,0 9-31,-9 10 16,-10 17 0,-19 38-16,-9 37 15,-9 0-15,9 0 0,0-1 31,0-17-31,9-47 16,19-19 0,0-17-16,19-10 15</inkml:trace>
  <inkml:trace contextRef="#ctx0" brushRef="#br0" timeOffset="115118.16">31656 14297 0,'9'9'0,"1"0"15,-1 0-15,10 10 32,28 18-32,38 64 15,18 19 1,10 0-16,-9 0 15,-1-9 1,-103-111-16</inkml:trace>
  <inkml:trace contextRef="#ctx0" brushRef="#br0" timeOffset="115788.04">24365 15220 0,'0'0'0,"0"0"15,0 0 1,0 9-16,0 19 15,19 36 1,19 47-16,-1 18 16,20 74-1,-1-9-15,-9 28 0,-9-29 16,-10-8 0,-9-19-16,-10-9 15,1-55 1,-10-47-16,-10-18 15,1-9 1,9-19 0,-10-9-16,-18-37 15,28 37 1</inkml:trace>
  <inkml:trace contextRef="#ctx0" brushRef="#br0" timeOffset="117025.17">24215 15312 0,'0'0'0,"0"0"15,0 0-15,0 0 16,9 0 0,29 0-16,28 0 15,28 0-15,37 0 16,39-28-16,18-9 15,28-9 1,1-9-16,27-10 16,1 10-1,37-19-15,-9 19 16,0 9 0,46-1-1,-36 10-15,8 1 16,29-20-1,-47 10-15,37-9 16,-9-1-16,-18 1 16,-11 9-1,1 0-15,-19 9 16,10 0-16,-29 0 16,0 0-16,-19 0 15,1 9 1,-10-18-16,-10 9 15,-27 10 1,-1 17 0,-9-8-16,-28 18 15,-19-9 1,-1-1-16,-18-8 16,-9 18-1,-19 0-15,-10 9 16,-18 0-1,-10 1-15,-9-1 0,0 9 16,0 10 0,-10 9-16,-9 9 15,0 9 1,-9 29-16,-1 17 16,-8 19-16,-1-18 15,9-1-15,-9 10 31,10-19-31,0 0 0,-1-18 16,-9-9-16,1 9 16,-1 0-1,-9-1-15,-10 1 32,0 0-32,-9-9 15,-9-1-15,-19 10 16,-10-9-1,-19-1-15,-18-8 16,-28 8 0,-20 1-16,-8-19 15,-48-9-15,9 0 16,-37 27-16,29-27 16,-58 10-1,29-1-15,-9 0 16,-38-18-16,28 8 15,-9-8 1,-10 9 0,19 0-1,-18 0-15,18 9 16,-9-9-16,-10 0 16,19 18-1,10 1-15,28-19 16,-10 9-1,19-19-15,1 1 16,27 9-16,-9-9 16,28-10-16,-18 1 15,37-1 1,28 1-16,0-1 16,20-9-1,36 0 1,1 1-16,19-1 15,18 0-15,10-9 16,0 0 0,-1 0-16,29 0 15</inkml:trace>
  <inkml:trace contextRef="#ctx0" brushRef="#br0" timeOffset="118984.77">20376 6368 0,'0'0'0,"0"0"16,0 0-16,-9 0 15,0 0-15,9 0 16,-10 0 0,10 0-16,0 0 15,0 0-15,0 0 16,0 0 0,10 0-16,8 0 15,11 10-15,18-10 16,37 0-1,20 9 1,9-9 0,9 18-16,10-18 15,18 0-15,1 10 16,28-10 0,-10-10-16,0 20 15,38-10 1,-38 0-16,20 0 0,-20 0 15,29-10 1,-10 10-16,-19 10 16,29-10-1,-29 0-15,0 9 16,10 9 0,-10-18-16,-9 10 0,0-10 15,-9 18 1,18-9-16,0-9 15,-9-9-15,10 9 16,-10 0 0,9 0-16,0-9 31,-28 0-31,29-10 16,-1 19-16,-9-9 15,9 0 1,1-10-16,-1 10 15,0-10 1,-28 10-16,29 0 16,-1 0-16,-18 0 15,-1 18-15,1-18 16,-10-1 0,0 1-16,-10 18 15,1-18 1,-19 9-16,0 0 15,0-9 1,-19-10 0,-19 10-16,-9 0 15,9 9 1,-18 0-16,-10-9 16,-10-1-16,-8 10 15,-11 0 1,-8 0-16,-1-9 15,-9 9-15,0 0 16</inkml:trace>
  <inkml:trace contextRef="#ctx0" brushRef="#br0" timeOffset="119870.14">23133 4153 0,'0'0'0,"9"-9"15,1 0 1,-1-10-16,-9 19 15,9-9 1,-9 9 0,0 0-16,0 0 15,0 0 1,0 9-16,0-9 16,-9 19-16,-10 9 15,0 27 1,1 0-16,-1 19 15,19 18-15,9-36 16,10 8-16,9-8 16,19-1-1,19-9-15,28-9 16,10-28 0,9-18-1,-1-9-15,1-38 16,-28 10-1,-10-28-15,-18 19 16,-10-10 0,-10 19-16,-18 9 15,-9 19 1,-1-1-16,0 10 0,-9 9 16,0 0-1,0 0-15,0 0 16,0 19-1,-9 27-15,0 37 16,-1-28-16,1 19 16,-1 18-16,1 19 15,9-19 1,0 1-16,0-29 16,0 10-16,0-18 15,0-19 1,0-19-16,0-9 31,0-9-31</inkml:trace>
  <inkml:trace contextRef="#ctx0" brushRef="#br0" timeOffset="120218.24">23782 4643 0,'0'0'15,"0"-10"-15,9-8 16,1-1 0,27-36-16,20 0 15,9 8-15,9-8 16,28 9 0,-9 18-1,-18 10 1,-20 18-16,-9 0 15,-9 9-15,-1 28 16,-18 0 0,0 27-16,-19-17 15,-9-1 1,-20 18-16,1-8 0,-9-1 16,8-9-1,11-27-15,18-19 16</inkml:trace>
  <inkml:trace contextRef="#ctx0" brushRef="#br0" timeOffset="120687.72">24873 4338 0,'0'0'16,"0"0"-16,0 0 15,0 9 1,0 19-16,10 18 16,-1 19-1,0-1-15,10-8 16,0-10-16,9 18 15,0-27-15,20 0 16,8-9 0,19-19-16,10-9 15,-10-9 1,-9-19-16,-19-9 16,-9 10-1,-1-20 1,-18 11-16,-9-1 15,-10-10 1,-10 1-16,-9-9 16,0 27-16,-9-18 15,0 18 1,-10 10-16,1 9 16,37 9-16</inkml:trace>
  <inkml:trace contextRef="#ctx0" brushRef="#br0" timeOffset="122260.61">23876 4116 0,'0'-9'16,"0"9"-16,-9-9 15,-1 0-15,1 0 16,-1-1-16,1 1 15,0 0 1,-10-10-16,0 1 16,0-1-16,-9 1 15,9 0 1,-9 8-16,0 1 16,-19 0-16,-10 9 15,-18 18-15,-19 19 16,9 19-1,10-1-15,9-9 16,66-46 0</inkml:trace>
</inkml:ink>
</file>

<file path=ppt/ink/ink4.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6T05:07:36.234"/>
    </inkml:context>
    <inkml:brush xml:id="br0">
      <inkml:brushProperty name="width" value="0.05292" units="cm"/>
      <inkml:brushProperty name="height" value="0.05292" units="cm"/>
      <inkml:brushProperty name="color" value="#FF0000"/>
    </inkml:brush>
  </inkml:definitions>
  <inkml:trace contextRef="#ctx0" brushRef="#br0">21308 5335 0,'0'0'0,"0"0"0,0 0 16,9 27-1,1 10-15,-1 28 16,10 0 0,0 27-1,-10-18 1,0 0-16,1-10 15,-1-36 1,-9 0-16,0-19 16,0 0-16,0-9 15,0 0 1,0 0-16,0-18 16,0-10-16,0-28 15,10-17 1,18-1-16,10-19 15,9 20-15,18-1 16,1 9 0,-19 38-16,-9 8 0,0 10 15,-10 18 1,9 28-16,1 28 16,-10-1-1,0 47-15,-9-10 16,0 1-16,0-47 31,9 1-31,-9-29 16,19-8-1,9-19-15,28-28 16,0-27 0,0-28-16,-9 0 15,0-10-15,-9-17 16,-10-20-16,-19 29 15,-9 18 1,-1-9-16,-8 27 16,-20 0-16,1 10 15,0 27 1,-10 1-16,0 8 16,0 10-1,0 9 1,-9 28-16,-9 36 15,8 19 1,10 28-16,1 27 16,18-8-1,0 8-15,18-27 16,1-28-16,10-28 16,18 1-16,0-29 15,9-8 1,0-28-16,20-19 15,-1-18 1,-19-10-16,1-8 16,-10 8-1,-19 10 1,-9 19-16,-10-1 16,1 0-16,-10 28 15,0 0 1,0 0-16,0 9 15,-10 10 1,1 18-16,9 18 0,0 1 16,9-10-1,10-19-15,0-8 16,28-1 0,28-18-16,10-27 15,0-10-15,-10-19 16,-28 10-16,-9 0 15,-20-19 17,-8 1-32,-29 8 0,-9 20 15,-19 8-15,-10 0 16,1 10 0,-1 27-1,10 9-15,0 10 16,19 0-1,9-1-15,10-8 16,9 18-16,9-10 16,38 10-1,57-9-15,27-19 16,39-27-16,-10-10 16,-38-9-16,0-27 15,-37 8 1,-10 10-16,-37 28 15,0-28 1,-20 27-16,-8 10 16,-10 0-1,0-1 1,-10 10-16,-18 0 16,-10 19-1,-9 18-15,10 9 16,9-9-16,9-9 15,9-1 1,10 1-16,10 9 16,9 0-16,9 0 15,9 9-15,10 9 16,10 28 0,-10-18-16,0 18 15,-9-9 1,-20-10-1,-8 1 1,-10 9-16,-10-19 16,-8-9-16,-11 0 15,1-18 1,0-9-16,-10-1 16,1-18-1,-1-18-15,38 18 0</inkml:trace>
  <inkml:trace contextRef="#ctx0" brushRef="#br0" timeOffset="501.75">24629 5196 0,'0'0'16,"9"10"-16,0 26 15,10 11 1,0 8-16,0 10 16,-10-1-1,-9-8 1,0-29-16,0 1 16,0-19-1,0 0-15,0-9 16,0 0-16,-9-9 15,9-9 1,0-19-16,0-28 16,9 1-16,19-19 15,10 9 1,0 18-16,9 1 16,0 18-16,-10 28 15,1 9 1,0 9-1,-1 19 1,1 36-16,-10-8 16,-9 36-16,0-18 15,-10-10 1,1 10-16,18-18 16,9-19-1,-37-37-15</inkml:trace>
  <inkml:trace contextRef="#ctx0" brushRef="#br0" timeOffset="934.01">26218 4089 0,'0'0'16,"0"0"-16,0 0 15,-18 27 1,-20 10-16,-28 28 16,10 18-16,9 0 15,-10 37-15,20 0 16,-1 55 0,10-45-16,18-20 15,10 20 1,19-10-1,9-19 1,38 19-16,28-55 16,-94-65-1</inkml:trace>
  <inkml:trace contextRef="#ctx0" brushRef="#br0" timeOffset="1889.16">26595 5095 0,'0'0'0,"0"-9"16,0-1 0,19-27-16,18-9 15,20-9-15,8-28 16,-8 18-16,-1 10 16,-18 18-1,0-9-15,-20 27 16,1 10-1,0 9-15,0 9 16,0 19-16,0 37 16,-1 27-16,1 0 15,0-18 1,-10-19-16,10-18 16,0-18-1,19-19-15,18-19 16,10-45-1,0-1 1,0-36-16,-1-10 16,-17 28-1,-11-10-15,-9 20 16,-9 8-16,-9 19 16,-10 37-1,0-1-15,0 10 16,0 0-16,0 0 15,-19 28-15,-9 37 16,-1 18 0,1 18-16,19 19 15,-1 46 1,20-46 0,18 0-16,19 10 15,0-20 1,-9-8-16,-1-19 15,1-28 1,-10-18-16,0-18 16,1-1-1,-11-9-15,11-18 0,8-9 16,1-28 0,-10 9-16,-9-19 15,-10-8 1,-18 17-16,-19-17 15,-19 18-15,-19 0 32,9 18-32,-18 0 15,0 19 1,0-9-16,-1 8 16,20 1-1,-10-9-15,10-38 16,56 56-16</inkml:trace>
  <inkml:trace contextRef="#ctx0" brushRef="#br0" timeOffset="2067.56">26999 4366 0,'0'0'15,"0"0"-15,-9 0 16,-1 9-16,10 0 15,0 0 1,19 10-16,28-10 16,-47-9-1</inkml:trace>
  <inkml:trace contextRef="#ctx0" brushRef="#br0" timeOffset="3322.65">28768 4661 0,'0'0'0,"0"0"16,0 0-16,0 0 15,0 0 1,0 0-16,-10 9 16,1 19-1,0 9-15,-1 9 16,1 9-16,9-18 15,0 0-15,0-9 16,9 0 0,1-19-16,8 0 15,1 0 1,19 0-16,18-9 16,1-27-16,-10-1 15,0-9-15,-10 0 16,1-9-1,-10 9-15,-9 9 16,-9 10-16,-1 9 16,-9 0-1,0 9-15,0 0 32,0 0-32,0 0 15,0 0-15,0 0 16,-9 18-1,9 0-15,0 10 16,0-9 0,9 8-16,10 1 15,18 0-15,1-10 16,18-9-16,10 1 16,-9-20-1,9-8-15,-1-19 16,-8 9-1,-10 1-15,0-20 16,-19 11 0,-9 8-1,-10 0-15,1 1 16,-1-1-16,-9 9 16,0 1-1,-9 9-15,-1-1 16,-8 1-1,8 9-15,1 0 16,-1 9-16,1 1 16,0 8-16,9 1 15,9 8 1,10 19-16,9 1 16,10-1-1,-10 9-15,0-9 0,-9 0 16,0 10-1,-10-19-15,1 0 16,-10-10 0,0-8-16,0-1 15,0 1-15,0-19 32,0 0-32,0 0 15,0 0 1,0-10-16,0-26 15,9-11 1,19-26-16,19 17 16,10 10-16,-1 9 15,-18 19-15,-1 8 16,-8 10 0,-11 10-16,1 8 15,0 10-15,-10 18 16,1-9-1,-10 9-15,0-18 32,0-10-32,0-9 15,0-9-15</inkml:trace>
  <inkml:trace contextRef="#ctx0" brushRef="#br0" timeOffset="3523.12">30066 4467 0,'0'0'0,"0"0"16,0 0-16,0 0 16,19-9-1,9 9-15,0-9 16,-28 9-16</inkml:trace>
  <inkml:trace contextRef="#ctx0" brushRef="#br0" timeOffset="4508.64">30377 4412 0,'0'0'16,"0"0"-16,9 9 15,0 0 1,10 19 0,0 18-16,9 0 15,10 10 1,-1 17-16,1-17 15,0 18 1,-19-37-16,-1 9 16,1-19-1,-9-8-15,-1-1 0,0-18 16,1-9 0,9 0-16,-1-28 15,1 0 1,9-9-16,-9 9 15,9-18-15,1-1 32,-1 19-32,10 0 15,-1 10-15,1 8 16,-10 10 0,10 18-16,-1 0 15,1 10 1,0 18-16,-10-9 15,9 8-15,1-8 16,9 0 0,19-10-16,9-9 15,19-9-15,0-27 16,-18-1 0,-20-9-16,0 0 15,-18 0-15,-10 0 16,-18 10-16,-10 8 15,-10 10 1,-8 0-16,-11 0 31,-27 9-31,-10 18 0,-9 1 32,18 8-32,20-8 15,-1 8-15,19-17 16,10-1-1,9-9-15,0 0 16,28 9-16,10-18 16,-1 9-1,1 0-15,-10 0 16,0 9-16,1 0 16,-1 10-16,-9-1 15,9 47 1,0 36-16,-9 1 15,-19-28 1,0 36 0,-19 1-1,-9-9-15,0-28 16,-10-1-16,0-8 16,1-19-1,9-18-15,-1-10 16,10-8-1,1-10-15,-1-10 0,0-8 16,0-19 0,0-55-16,38-38 15,19 38 1,18-19 0,20 38-16,27-11 15,10 38 1,-113 46-16</inkml:trace>
  <inkml:trace contextRef="#ctx0" brushRef="#br0" timeOffset="6399.94">26360 6987 0,'0'0'0,"0"0"15,0 0-15,9-9 16,19-1 0,38-27-16,47-18 15,37-65 1,-18-18-16,-28 8 16,-20-26-16,-46 36 31,-10-10-31,-18 20 15,-20 17 1,1 29-16,-10 18 16,0 18-16,-9 9 15,-10 19 1,1 19-16,-1 18 16,0 27-16,10 10 15,0 19-15,19 17 16,18-17-1,10-1-15,0-9 16,9 0 0,0-18-16,0-19 15,-9 0 1,0-9 0,0-19-16,-1-9 15,1-9 1,0-9-16,0-9 15,0-10-15,0-9 16,-1 0 0,1 0-16,-9 10 15,-1 8-15,10 1 16,-10 9 0,10-1-16,9 10 15,0 10-15,10-1 16,0 9-1,9 10-15,0 9 16,-10-9-16,10-1 16,1-8-16,8-19 15,10-10 1,0-8-16,0-28 16,-10 9-1,-9-9 1,-9 0-16,-20 9 15,-8 9 1,-10 10-16,0 8 16,-10 1-1,1 9-15,-19 9 16,-10 1-16,-9 17 16,10 1-16,-1 18 15,10 0 1,18-18-16,10 0 15,10 9-15,18-10 16,28 1 0,38-10-16,19-27 31,-9-9-31,-1-28 16,1-1-16,-20 1 15,-27 9 1,-10 0-16,-19 19 15,-9-1 1,-10 10-16,-9 9 16,0 0-16,-18 0 15,-20 9-15,-9 10 16,-10 9 0,10-1-16,0 10 15,19-9 1,19-19-16,-1 10 15,10-19 1,10 0 0,27-10-16,20-8 15,-1-19 1,-9 9-16,-9 1 16,-10 8-16,0 1 15,-9 8 1,-9 10-16,-1 0 0,0 10 15,1 8 1,-1 1-16,1 8 16,8 10-1,1 0-15,9 0 16,19-9 0,10-19-16,18-9 0,10-18 15,-10-29 1,-9 10-16,0-18 15,-19 9 1,-10 0-16,-18 18 16,-9 10-16,-1 8 31,-9 10-31,0 0 16,0 0-16,-9 19 15,-1 9 1,-9 27-16,1 10 15,-11 36 1,11-27-16,8 0 16,-9 18-16,10 0 15,0 1-15,9-38 16,0 37 0,0-27-16,9-19 15,-9-18 1,0-19-16,0-9 15</inkml:trace>
  <inkml:trace contextRef="#ctx0" brushRef="#br0" timeOffset="6701.16">29201 6424 0,'0'0'0,"28"-19"16,28-8-16,10-1 16,0 19-1,9-10-15,-9 10 16,0 18 0,-10 10-16,-18-1 0,-10 1 15,-18 8 1,-10 10-16,-10 9 15,-18 19 1,0-28-16,9-9 16,19-28-1</inkml:trace>
  <inkml:trace contextRef="#ctx0" brushRef="#br0" timeOffset="7218.07">30668 6313 0,'0'0'0,"0"0"16,0 0-16,0 0 15,-9 0 1,-19 0 0,-10 0-16,0 9 15,1 1 1,8-1-16,1 0 16,9 0-1,10 10-15,9-1 16,9 1-16,29 18 15,47 27-15,18 19 16,-18-27 0,-29-10-16,-28-19 15,-9 10-15,-19 0 16,-19 9 0,-37 10-1,-19-10 1,-29 9-16,10-27 15,0 0-15,19-28 16,9-10 0,19-8-16,19 0 15,18-19 1,10 37-16</inkml:trace>
  <inkml:trace contextRef="#ctx0" brushRef="#br0" timeOffset="7635.01">31091 6562 0,'0'0'16,"0"10"-16,0 8 15,-9 10 1,0 18-16,9-19 16,0 20-1,0-20-15,9-8 16,19 8-16,29 1 31,18-19-31,38-9 16,0-27-16,-38-10 15,-28 0 1,-9-19-16,-29 20 16,-28-20-1,-18 1-15,-20 9 16,-9 36-16,-47-8 15,19 9-15,10 27 16,18 1 0,19 8-16,9 10 15,29-18 1,9-10-16,28 9 16,66-8-1,28-38 1,-122 28-16</inkml:trace>
  <inkml:trace contextRef="#ctx0" brushRef="#br0" timeOffset="8220.7">31816 6332 0,'0'0'0,"0"0"16,9 9-1,1 0-15,18 19 16,19-1-16,9 10 15,20-9 1,-1 9-16,0 9 16,-9-9-16,-38-19 15,-9 1 1,-10-10-16,-9 0 16,0 10-1,0-19-15,0 0 16,0 0-1,-9 0 1,0-9-16,9-1 16,0-17-1,9-10-15,10-28 16,28-9-16,19-9 16,0-18-1,-29 36-15,1 10 16,-10-10-16,-9-9 15,-10 47 1,1-1-16,-10 0 16,0 28-16,0 0 15,0 0 1,0 0-16,-10 19 31,10 18-31,0 27 16,0 19-16,10 0 15,-10-9 1,0 18-16,0-27 16,0 0-1,0-28-15,0-19 16,0-9-16,0-9 16</inkml:trace>
  <inkml:trace contextRef="#ctx0" brushRef="#br0" timeOffset="8421.11">32446 6442 0,'-9'-9'16,"-1"0"-16,-18-10 15,9 10 1,10 0-16,-1 0 16,10 9-1,0 0 1,10 0-16,37 0 16,75-19-1,57-18-15,-10 0 16,-37-9-16,-38-18 15,-19-19 1,76-74-16</inkml:trace>
  <inkml:trace contextRef="#ctx0" brushRef="#br0" timeOffset="8684.49">32945 5584 0,'0'0'0,"0"0"15,0 0 1,0 28-16,19 18 0,18 9 15,1 10 1,18 9-16,10-10 16,9 10-1,1 9-15,18 46 16,-47-46-16,-28-9 31,-19 37-31,-47 18 16,-29-9-1,-27 37-15,-20-37 16,-46 9-16,-19 10 16</inkml:trace>
  <inkml:trace contextRef="#ctx0" brushRef="#br0" timeOffset="10973.01">10988 7264 0,'0'0'16,"0"0"-16,19-9 16,9 9-1,0 9-15,19 0 0,10 19 16,-1 9-1,-9 9-15,10 46 16,-29-9 0,0 46-16,-9 37 15,-19 10-15,-19 27 16,0 18-16,0-27 16,1 18-1,18-18-15,0 0 16,9-28-16,19-18 15,10-10 1,9-27-16,9-19 31,1-18-31,18-18 16,19-19 0,0-19-16,0-18 15,0 0-15,-28-9 16,-28 0-1,-10 9-15,-9 9 16,-10 0-16,-18 28 16,-29 28-16,-18 36 15,-20 28 1,-8 28-16,-1 0 16,10 18-1,0 19-15,18-28 16,20 19-1,8-19 1,1 0-16,9-27 16,0 18-1,1-19-15,-1 1 16,9-1-16,1-27 16,0-1-1,9 10-15,0-18 16,0-10-16,9 1 15,10-10 1,0 0-16,-1 0 16,1 9-16,9 0 15,-9-18 1,0 0-16,0 9 0,-10-18 16,-9 9-1,0-10-15,-9 1 16,0-1-1,-10-8-15,-10 8 16,-8 10 0,-20-9-1,-8-1-15,-11 10 16,-27 0 0,-19 9-16,-20 0 15,-8-9 1,-1 0-16,-18-19 15,28 10-15,-10-28 16,1-10-16,28-8 16,18-1-1,1 1-15,103-19 16</inkml:trace>
  <inkml:trace contextRef="#ctx0" brushRef="#br0" timeOffset="12115.65">12672 10697 0,'-10'9'0,"-8"38"0,-11 17 16,1 65 0,9 1-16,10-20 15,18 1-15,20-9 16,-1-38-1,9-18-15,1-27 32,9-19-32,47-37 15,28-55-15,-18-10 16,-19-27 0,-38 37-16,-29 9 15,-8 27 1,-10 1-16,-19 9 15,-19 9-15,-18 18 16,-29 19-16,-9 19 16,10 8-1,-1 10-15,10 19 16,28-19 0,47-37-16</inkml:trace>
  <inkml:trace contextRef="#ctx0" brushRef="#br0" timeOffset="12394.99">13340 10051 0,'0'0'16,"-10"28"-16,-18 36 15,-10 38 1,1 18-16,18 18 16,10-8-1,18-1-15,10-28 16,28 19-16,19-37 16,28-37-16,19-36 15,18-29 1,-131 19-16</inkml:trace>
  <inkml:trace contextRef="#ctx0" brushRef="#br0" timeOffset="12865.1">13951 10346 0,'0'0'0,"0"10"15,-9 8 1,-1 10-16,10 18 15,-9 19-15,9 8 16,9 1-16,1-9 16,-10-19-1,0-9-15,0-9 16,0-10 0,0-9-16,0-9 15,0 0-15,0-9 31,0-28-31,0-27 16,9-29 0,1 10-16,8 9 15,1 10-15,0 8 16,9 10-16,0 19 16,-9 17-1,0 1-15,9 9 16,1 9-1,-1 10-15,0 8 16,10 20-16,-10 8 16,0 28-1,0-9-15,-9-19 0,0-18 16,0-18 0,-19-19-16</inkml:trace>
  <inkml:trace contextRef="#ctx0" brushRef="#br0" timeOffset="13165.78">14412 9691 0,'0'0'0,"0"0"16,28 0-1,19 9-15,38 19 16,9 18 0,0 10-16,-19 8 15,1 38-15,-29 8 16,-10 10 0,-27-9-16,-10 18 31,-10-36-31,1-19 15,-10-19 1,19-55-16</inkml:trace>
  <inkml:trace contextRef="#ctx0" brushRef="#br0" timeOffset="13984.18">15927 11906 0,'0'0'16,"28"-9"-16,57-9 0,28-1 15,-1 10 1,1-10-16,-113 19 16</inkml:trace>
  <inkml:trace contextRef="#ctx0" brushRef="#br0" timeOffset="14238.72">16096 12322 0,'0'0'0,"0"0"31,0 0-31,0 0 15,0 0-15,0 0 16,28 0 0,29-19-16,27 1 15,20-10 1,18-9-16,-122 37 16</inkml:trace>
  <inkml:trace contextRef="#ctx0" brushRef="#br0" timeOffset="15773.48">17601 11251 0,'0'0'0,"0"0"16,0 0-16,0 0 15,0 0-15,0 0 16,0 0-1,0 0-15,0 0 16,0 0 0,0 0-16,-19 9 15,-9 19-15,-19 27 16,10 19-16,-1 18 16,10 19-1,18 18-15,20-9 16,18-9-1,28 9 1,-9-55-16,19-10 16,0-36-1,38-47-15,46-74 16,-37-36 0,-38 9-16,-28-1 15,-18 10 1,-29 28-16,-19-9 0,-10 45 15,-27 1 1,-10 18-16,-18 9 16,-1 37-16,-9 19 15,0 18 1,18 10-16,20 18 31,37-19-31,19-18 16,10-19-16,-10-18 15</inkml:trace>
  <inkml:trace contextRef="#ctx0" brushRef="#br0" timeOffset="16090.27">18975 10393 0,'0'0'15,"0"0"-15,-19 18 16,-38 47 0,-8 36-16,-11 19 15,-8 83-15,8-9 16,29 18 0,29-18-16,18 9 15,28-37-15,38 10 16,0-56-1,18-37 1,20-46 0,18-47-16,0-45 15,-122 55-15</inkml:trace>
  <inkml:trace contextRef="#ctx0" brushRef="#br0" timeOffset="17664.14">19511 11251 0,'0'0'16,"0"0"-16,0 9 31,-9 19-31,-10 18 16,0 19-1,10 8-15,-1 11 16,1-20-16,9-18 16,0-18-1,0-19-15,0-9 16,0 0-16,0-9 16,19-19-1,-1-46-15,11-9 16,-1 10-16,9-1 15,1 18 1,0 1-16,-1 18 16,10 19-16,-9 8 15,9 20-15,-9 8 16,-1 10 0,10 18-16,-9 18 15,-10 20-15,-9-1 16,0-28-1,-10 0 1,1-27 0,8-9-16,1-19 15,19-10-15,18-36 16,10-37 0,-19-9-16,0-19 15,-9-18 1,-1 9-16,1-37 15,-19 28-15,0-1 16,-10 29-16,-9 27 16,0 28-1,-9 18-15,-1 19 16,1 9 0,-10 9-1,-19 37-15,1 65 16,-1 28-1,10 27-15,19 0 16,9 0 0,9-18-16,10-47 15,9-27 1,10-28-16,-1-27 0,10-10 16,19-28-1,9-36-15,-9-28 16,-19 9-1,-9 0-15,-10 19 16,-9 0-16,-10 27 31,-9 19-31,0 9 16,0 0-16,-9 9 16,-10 37-1,0 19-15,10 36 16,9-9-1,9-27-15,10-19 16,9-9-16,10-18 16,28-19-16,9-37 15,19-46 1,-28 0-16,-19-10 16,-19 1-1,-18 18-15,-20 0 16,1 37-16,-19 0 15,-10 19-15,-9 18 16,-9 18-16,-10 19 16,9 9-1,10 1-15,10-1 16,18 9 0,19-18-1,19-9 1,18-10-16,39-9 15,74-27-15,29-28 16,-29-10 0,-18-8-16,-38-1 15,-28 10-15,-19 9 16,-9 0 0,-20 18-1,-8 9-15,-10 10 0,-10 0 16,-8 9-16,-20 9 15,0 10 1,-9 18-16,0 9 31,19 0-31,9 9 16,10 19 0,18 18-16,19 28 15,1-18 1,8-1-16,1 10 15,0-9-15,-10-28 16,-9-10-16,-10 1 16,0-1-16,-9-27 15,-9 0 1,0-9-16,-1 0 16,1-10-1,-10-9-15,10-9 16,-10-18-16,0-38 31,19 56-31</inkml:trace>
  <inkml:trace contextRef="#ctx0" brushRef="#br0" timeOffset="18081.29">22070 11149 0,'0'0'16,"9"10"-16,10-1 15,0 19 1,9 8-16,0 20 16,-9 18-16,0-19 15,-10-9 1,1 0-16,-10-18 16,0-19-16,0-9 15,0 0-15,9-18 16,10-38-1,0 1-15,9-28 16,0 9 0,0 0-1,1 28-15,-11 18 16,1 10 0,9 9-16,1 18 15,8 9 1,10 29-16,0 17 15,-9 10 1,-10 0-16,-9 0 0,-10-47 16,1 1-1,-10-28-15</inkml:trace>
  <inkml:trace contextRef="#ctx0" brushRef="#br0" timeOffset="18413.34">22371 10522 0,'0'0'15,"9"-9"-15,38-10 16,47 1-16,38 36 15,19 28 1,-1 28-16,-37 18 16,-28 1-16,-29-1 15,-9 37 1,-28-18-16,-19 18 16,-19 0-16,-19 1 15,-9-10 1,0-28-16,10-28 15,37-64-15</inkml:trace>
  <inkml:trace contextRef="#ctx0" brushRef="#br0" timeOffset="18698.34">24262 10393 0,'0'0'16,"0"0"0,0 18-16,9 56 15,1 55-15,-1 0 31,0 37-31,10 1 16,-9-29 0,-10-46-16,9-36 15,-9-56-15</inkml:trace>
  <inkml:trace contextRef="#ctx0" brushRef="#br0" timeOffset="18936.43">23979 11029 0,'10'0'0,"9"0"31,28-9-31,56-18 16,29 8-1,9-18-15,-9-9 16,-10 9-16,10-28 0,-132 65 31</inkml:trace>
  <inkml:trace contextRef="#ctx0" brushRef="#br0" timeOffset="19400.4">25475 10531 0,'0'0'0,"0"0"16,-9 9 0,-10 10-16,-9 18 15,-10 18 1,10 0-1,0 1-15,9 8 16,19 1 0,9-10-16,10-18 15,19-9 1,28-19-16,47-46 16,9-27-16,-38-1 15,-18 0-15,-19 1 16,-18-1-1,-11 10-15,-18 9 16,-9 9-16,0 18 16,-29 1-1,-28 18-15,-9 18 32,0 19-32,28-9 15,9 0-15,29-19 16,9-9-1,0 0-15</inkml:trace>
  <inkml:trace contextRef="#ctx0" brushRef="#br0" timeOffset="19717.59">26755 9580 0,'0'0'16,"0"0"-16,-29 19 16,-46 45-16,-28 20 15,-20 35-15,1 38 32,9 19-32,19-1 15,19 0-15,37-27 16,29-37-1,9 18-15,28-55 16,47 9 0,48-28-16,37-55 15,-1-46 1,67-9-16</inkml:trace>
  <inkml:trace contextRef="#ctx0" brushRef="#br0" timeOffset="20186.66">26830 10356 0,'0'0'0,"0"9"32,-9 19-32,-1 9 15,1 36-15,-1 1 16,1-18-1,-1-10-15,10-19 16,0-8 0,0-19-16,0 0 15,10-19-15,9-54 16,9-29-16,0 1 16,10-19-1,-1 27-15,1 19 16,0 37-1,-10 19-15,0 9 16,10 18 0,-1 19-1,10 27-15,-9 10 16,0 27 0,-10-18-16,10 18 15,-10-18-15,-9-37 16,9-9-1,9-19-15,10-18 16,19-56-16,-66 65 16</inkml:trace>
  <inkml:trace contextRef="#ctx0" brushRef="#br0" timeOffset="20471.55">27517 9396 0,'0'0'0,"0"0"15,0 0-15,0 0 16,18 9 0,20 9-16,28 10 15,28 9 1,19 18 0,0 19-16,-29 0 15,-18 18 1,-9 1-16,-10 17 15,-19 38 1,-28 18-16,-19 0 16,-28 19-16,-37 18 15,27-83-15,57-120 16</inkml:trace>
  <inkml:trace contextRef="#ctx0" brushRef="#br0" timeOffset="20641.07">28260 10743 0,'0'0'15,"0"0"1,0 0-16,0 0 15</inkml:trace>
  <inkml:trace contextRef="#ctx0" brushRef="#br0" timeOffset="21041.89">19360 13401 0,'0'0'0,"10"0"15,27-9-15,48-9 16,37-1-1,-18-8-15,-104 27 32</inkml:trace>
  <inkml:trace contextRef="#ctx0" brushRef="#br0" timeOffset="21275.31">19680 13928 0,'0'0'15,"0"0"-15,0 0 16,19 0-16,19 0 16,37-10-1,47-36 1,-122 46-1</inkml:trace>
  <inkml:trace contextRef="#ctx0" brushRef="#br0" timeOffset="21791.14">21073 13152 0,'0'0'16,"0"0"0,-19 9-16,-19 19 15,-18 28-15,9 27 16,-10 18-1,10 47-15,28-19 32,10 0-32,18-18 15,10-37-15,9-28 16,10-28 0,28-18-16,47-55 15,9-37 1,-18-28-16,-29 0 15,-19-9-15,-28 18 16,-28 0-16,-9 28 16,-29 18-1,1 28-15,-20 19 16,-18 27 0,-10 19-16,-9 37 15,19 18 1,19 9-1,27-9-15,29-83 16</inkml:trace>
  <inkml:trace contextRef="#ctx0" brushRef="#br0" timeOffset="22145.18">22296 12525 0,'0'0'0,"-19"18"16,-28 37 0,-29 65-16,-8 28 15,9-19 1,18 19-16,19 0 15,10-19-15,19 0 32,9-18-32,19-37 15,18 9 1,20-19-16,18-17 16,28-29-1,1-27-15,-1-47 16,-103 56-16</inkml:trace>
  <inkml:trace contextRef="#ctx0" brushRef="#br0" timeOffset="23596.32">22662 13309 0,'0'0'0,"0"9"15,0 19 1,10 27-1,-10 19-15,9 9 16,-9 19 0,0-38-16,0-27 15,0-18 1,0-19-16,0 0 16,0-19-16,10-27 15,-1-28-15,0-18 31,1 0-31,9 0 16,0 18-16,9 9 16,0 28-16,10 9 15,-10 10 1,9 18 0,10 18-16,1 10 15,-11 9 1,1 18-16,9 19 15,-19-9-15,0-10 16,0-9 0,1-18-16,-1-19 15,19-18-15,28-37 16,0-37-16,1-28 16,-20 19-1,1-28-15,-1-9 16,-18 9-16,-1 0 15,-18 9-15,-9 19 16,-1 36 0,-9 19-16,-9 10 15,-1 17 1,1 1-16,-10 9 16,-9 19-16,-1 27 31,-8 28-31,9 36 15,9 10 1,19 0-16,9 28 16,19-19-16,1-46 15,8-9 1,1-37-16,18-9 16,-9-28-16,10-19 15,-10-18-15,0-9 16,-9 9-1,-10 0-15,-9 0 16,-10 10 0,0 8-16,1 10 15,-10 9 1,0 0 0,0 0-16,0 0 15,0 9 1,9 10-16,10 8 15,19 10 1,18-9-16,29-19 16,-1-18-16,20-28 15,-10-9-15,-9-19 16,-19 1 0,-19-10-16,-19 19 15,-19 18-15,-9 0 16,-19 9-1,-28 0-15,-9 10 16,-19 18-16,9 9 16,0 10-16,19-1 15,9 1 1,19-1-16,10 0 16,9-8-1,19-1 1,47 0-16,56 0 15,19-27 1,-19-19-16,-18 0 16,-19 0-16,-20 0 15,-18 19 1,-18 9-16,-11-1 16,-18 10-16,0 0 15,0 0 1,-9 10-16,0 26 15,-10 20-15,9 8 16,10 56 0,10-9-16,18 9 31,10 0-31,-10 9 16,0 1-16,0-29 15,-18-9 1,-1-18-16,-9-46 15,0 9 1,-9-28-16,-1 0 16,-8 1-16,-11-20 15,1-17-15,28 27 16</inkml:trace>
  <inkml:trace contextRef="#ctx0" brushRef="#br0" timeOffset="24051.07">25955 12940 0,'0'0'0,"0"9"16,9 19-16,1 18 15,9 19-15,-10-10 16,0-18-16,1-9 16,-10-19-16,0-9 15,0 0 1,9-28-16,1-9 16,9-37-16,-1-9 15,1 0 1,9 9-16,10 1 15,0 36 1,-1 9-16,1 10 16,-10 18-16,10 9 31,-1 9-31,1 28 16,0 19-1,-10 0-15,0 18 16,-19-28-16,1-18 15,-10-28 1,0-9-16</inkml:trace>
  <inkml:trace contextRef="#ctx0" brushRef="#br0" timeOffset="24330.1">26510 11980 0,'0'0'0,"19"0"16,28 0-16,38 19 15,9 27 1,9 37-16,1 18 16,-20 47-16,-27 0 15,-20 27 1,-8-9-16,-29 37 15,-29-37-15,-18 19 16,-19-19-16,-18-18 16,-29-19-1,113-129-15</inkml:trace>
  <inkml:trace contextRef="#ctx0" brushRef="#br0" timeOffset="25085.57">22126 15146 0,'0'0'16,"0"0"-16,0 0 16,19 0-16,37 0 15,114-9-15,56-28 16,75 0 0,9-28-16,10 10 15,0-1 1,-19-8-16,-19-10 15,0-9 1,-37 9 0,-19 9-16,-66 29 15,-29 8 1,-37 9-16,-37 1 16,-29 18-1,-28 0-15,-9 9 16,-57 28-16,-94 37 15,-85 18-15,-18-18 16,-38 37 0,84-28-16,-356 92 15,488-147-15,-113 55 16,-9 19 0,66-29-1,28-17 1,57-19-16,18-19 15,10 1-15,19-10 16,9-9 0,47 0-16,84-28 15,105-18 1,18-19-16,9 10 0,10-19 16,-10 10-1,-9 8-15,-28 1 16,-19 9-1,-47 18-15,-28 9 16,-1-8 0,-27 18-16,-38 9 0,-66 0 15</inkml:trace>
</inkml:ink>
</file>

<file path=ppt/ink/ink5.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8:25:55.75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4920 9331 0,'0'0'0,"0"0"16,0 0 0,0-9-16,0 0 15,-9-10 1,-1 1-16,-9-1 15,-18 1 1,-10 9-16,-28 9 16,-10 18-16,0 19 15,19 9 1,10 10-16,9-1 16,9 0-1,10 19-15,19-9 16,9-10-16,18-9 15,1-18 1,19-10-16,18-27 16,29-18-1,18-29-15,-18-18 16,-28 0 0,-20 19-16,-18 0 15,-10 18 1,-9 9-16,0 28 15,0 0-15,-9 19 16,0 17 0,9 57-16,18 45 15,11 1 1,27 36-16,19-27 16,19-19-16,10-9 15,9-28 1,-113-92-16</inkml:trace>
  <inkml:trace contextRef="#ctx0" brushRef="#br0" timeOffset="590.02">4741 10753 0,'0'0'0,"0"9"15,10 18-15,9 29 16,-1 55-1,1-1-15,-9-8 16,-10 9 0,0-1-16,0-27 15,0-27-15,0-19 16,0-10 0,0-17-16,0-10 15,9-10 1,10-17-16,28-19 15,19-19-15,9 19 16,-19 9 0,-9 18-16,-9 10 15,-10 18 1,-9 1-16,-9 8 16,-10 28-1,-19 19-15,-28 36 16,-10-17-16,-18-11 15,9-17 1,0-10-16,10-18 16,9-10-1,9-9-15,1-9 16,8-9 0,29 9-16</inkml:trace>
  <inkml:trace contextRef="#ctx0" brushRef="#br0" timeOffset="1132.8">5193 12885 0,'0'0'0,"0"0"16,0 0-1,-10-10-15,1 1 16,-19 0-16,-10 0 16,-9 9-1,-9 18-15,9 10 16,-10 9-1,1 18-15,18 0 16,10 10 0,9 0-16,10-1 15,18 1-15,10-10 16,19 1 0,9-29-16,37 1 15,29-28 1,28-37-16,-141 37 15</inkml:trace>
  <inkml:trace contextRef="#ctx0" brushRef="#br0" timeOffset="3520.84">7244 8205 0,'0'0'15,"0"0"-15,0 0 16,0 0 0,0 0-16,0 0 15,0 0 1,0 0-16,0 19 15,0 8 1,0 29-16,9 8 16,-9 10-16,10 18 15,-1 10 1,-9 27-16,0-27 16,0-10-1,0-18-15,0-10 16,0-27-1,-9-9-15,9-28 16</inkml:trace>
  <inkml:trace contextRef="#ctx0" brushRef="#br0" timeOffset="3882.27">6839 8390 0,'0'0'15,"10"-19"1,18-8-16,19-10 16,28 0-16,19 9 15,19 10 1,-19 8-16,-19 10 15,-28 0 1,-9 10-16,-19-1 16,-10 0-16,-9 19 15,0 9 1,-19 9-16,1 0 16,-11 0-1,11-9-15,8-9 16,10-28-16</inkml:trace>
  <inkml:trace contextRef="#ctx0" brushRef="#br0" timeOffset="4200.72">7780 8713 0,'0'0'0,"0"0"16,0 0-16,0 9 15,-9 19 1,-1 9-16,1 0 15,-1 9 1,1 9-16,9-18 16,0 0-16,9-19 15,1-8 1,-10-10-16</inkml:trace>
  <inkml:trace contextRef="#ctx0" brushRef="#br0" timeOffset="4403.68">7855 8417 0,'0'0'0,"0"0"15,0 0-15,0 0 16</inkml:trace>
  <inkml:trace contextRef="#ctx0" brushRef="#br0" timeOffset="5817.19">8420 8113 0,'0'9'0,"-10"28"15,-9 65-15,1 27 16,-11 18 0,1 20-16,9-11 15,1-17 1,-1-10-16,0-18 15,9-37-15,1-28 16,0-18 0,9-19-16,0-9 15,0 0 1</inkml:trace>
  <inkml:trace contextRef="#ctx0" brushRef="#br0" timeOffset="6348.78">8815 8039 0,'0'0'16,"0"18"-1,0 29-15,0 45 16,0 19-16,0-1 16,0 1-1,0-9-15,0-19 16,0-19 0,0-17-16,0-20 15,0-18 1,0-9-16,0 0 15,0 0-15,19-18 16,-1-10 0,20-9-16,9 0 15,0 10 1,0-1-16,0 10 16,-19 8-16,1 10 15,-11 10 1,-8 8-16,-1 1 15,-9 17 1,-28 20-16,-28 8 16,-10-8-1,19-19-15,0-10 16,18-17-16,1-20 16,28 10-1</inkml:trace>
  <inkml:trace contextRef="#ctx0" brushRef="#br0" timeOffset="6589.61">9436 8482 0,'0'0'0,"0"9"16,0 19-1,0 9-15,0 9 16,0 9 0,9-8-16,0-11 15,10-8 1,0-19-16,-19-9 16</inkml:trace>
  <inkml:trace contextRef="#ctx0" brushRef="#br0" timeOffset="6763.66">9567 7984 0,'0'0'15,"0"0"-15,0 9 16,10 9-16,-10-18 15</inkml:trace>
  <inkml:trace contextRef="#ctx0" brushRef="#br0" timeOffset="8557.73">8025 9663 0,'0'0'0,"0"0"15,-10 19 1,1 18-16,-1 37 16,-9 27-1,1 28-15,8 19 16,10-19-1,0-18-15,0-19 16,10-46 0,-1-27-16,-9-19 15</inkml:trace>
  <inkml:trace contextRef="#ctx0" brushRef="#br0" timeOffset="9035.81">8401 9866 0,'0'0'16,"0"0"-16,-10 19 15,1 18 1,0 27-16,9 10 15,9 9 1,0-9-16,10-18 16,9-10-16,10-19 15,9-8 1,19-10-16,9-18 16,10-19-1,-10-18-15,-9-9 16,-19 9-16,-9-10 15,-20 1 1,-8-10-16,-20 10 16,-18-1-1,-19 1-15,-19 9 16,-28 27 0,-19 19-16,10 19 15,9 18-15,9 9 16,10 28-1,28 0-15,28-19 16,19-55 0</inkml:trace>
  <inkml:trace contextRef="#ctx0" brushRef="#br0" timeOffset="10268.51">11383 8390 0,'0'0'16,"0"0"-16,0 0 15,0 0 1,0 0-16,0 0 16,0 0-1,0 18-15,-9 19 16,-1 19 0,1 17-16,9 38 15,0-9 1,9-10-16,1-27 15,8-10-15,1-27 16,0-10 0,9-9-16,0-9 15,-9-9 1,0-19-16,9-9 16,-9 1-1,0-1-15,0 0 16,-10 9-16,1 10 15,-1 8 1,0 1-16,-9 9 16,10 0-1,-1 19-15,10 8 16,9 1-16,10 0 16,-1-10-1,1 1-15,0-19 16,-1-10-1,-8-8-15,-1-10 16,0-9 0,-9 0-16,-10 0 15,-9 0-15,0 1 16,0 8 0,0 0-16,0 10 15,0 8 1,0 1-16,0 0 15,0 9-15</inkml:trace>
  <inkml:trace contextRef="#ctx0" brushRef="#br0" timeOffset="10532.84">12399 8657 0,'0'0'0,"0"0"16,0 0-16,0 10 16,-9 8-1,-1 10-15,1 9 16,-1 18-16,1 0 16,9 1-1,0-19-15,9 0 16,1-10-1,9-17-15,18-20 16,-37 10-16</inkml:trace>
  <inkml:trace contextRef="#ctx0" brushRef="#br0" timeOffset="10712.9">12597 8214 0,'0'0'0,"0"0"15,0 0 1,9 10-16,-9-10 16</inkml:trace>
  <inkml:trace contextRef="#ctx0" brushRef="#br0" timeOffset="12049.47">11731 9940 0,'0'0'0,"0"0"16,0 0-1,9-9-15,10-9 16,9-1-1,10-9-15,0 1 16,28-1-16,-1 10 16,1 8-1,-19 10-15,-9 10 16,-10 8 0,-9 1-16,-10 8 15,1 19-15,-20 19 16,-8 9-1,-11 0-15,1-10 16,0-18 0,9-9-16,0 0 15,10-18 1,9-10-16,0-9 16,9 0-16,29 0 15,37-18 1,29-19-16,9-10 15,-1 11 1,-17-1-16,-11 9 16,-84 28-1</inkml:trace>
  <inkml:trace contextRef="#ctx0" brushRef="#br0" timeOffset="16704.64">7930 10697 0,'0'0'0,"0"0"0,0 0 16,10 0-16,9-9 16,-1 0-1,11-1-15,-1 1 16,0 9-1,10-9-15,-1 9 16,10 0-16,0 0 16,10 9-1,-1-9-15,10 9 16,19-9 0,0-9-16,-10 9 15,9-9-15,-8 9 16,18-9-1,-10 0-15,-18-1 16,0 1 0,-19 0-16,0 9 15,-9 0 1,0 0-16,-10-9 16,0 9-16,-9 0 15,-10 0 1,1 0-16,-10 0 15,0 0 1,0 0-16,0 0 16,-29 0-16,-18 0 15,-28 0 1,75 0-16</inkml:trace>
  <inkml:trace contextRef="#ctx0" brushRef="#br0" timeOffset="21594.16">11910 10706 0,'0'0'0,"0"0"16,0 0-16,0 0 15,0 0-15,0 0 16,0 0 0,0 0-16,0 0 15,0 0 1,0 0-16,0 0 16,0 0-1,0 0-15,9 0 16,10 0-16,19 0 15,9 0 1,9-9-16,10 0 16,0 0-1,0-1-15,0 1 16,-10 0 0,-9 0-16,-9 0 15,-10-1-15,0 1 16,-9 9-1,-10 0-15,1 0 16,-10 0 0,0 0-16,0 0 15,0 0-15,0 0 16,-10 0 0,10 0-16</inkml:trace>
  <inkml:trace contextRef="#ctx0" brushRef="#br0" timeOffset="22647.16">7855 10716 0,'0'0'0,"0"0"16,0 0 0,0 0-16,0 0 15,0 0 1,19 0-16,9 0 16,10 0-16,18 0 15,10-10 1,9 1-16,10 0 15,9 0 1,10-1-16,-10 1 16,0-9-16,0-1 15,0 1 1,-19 9-16,-9-1 16,0 1-1,-28 0-15,-1 0 16,-9-1-1,-18 10-15,-10 0 16</inkml:trace>
  <inkml:trace contextRef="#ctx0" brushRef="#br0" timeOffset="26407.81">8448 11196 0,'0'0'0,"0"0"0,0 0 16,0 0-16,0 0 15,0 0 1,0 0-16,0 0 16,0 0-16,-10 9 15,1 0 1,0 9-16,-1 1 15,1 18 1,-1 0-16,10 18 16,-9 19-16,9 0 15,-9 0 1,-1-10-16,1 10 16,9-9-1,0-19-15,0-9 16,0-10-1,0-17-15,0-10 16,0 0-16</inkml:trace>
  <inkml:trace contextRef="#ctx0" brushRef="#br0" timeOffset="26920.09">8881 11196 0,'0'0'0,"0"0"16,0 0-16,0 0 15,-10 9 1,-9 9-16,-9 10 15,0 0 1,0 9-16,-1 9 16,11-9-16,-1 0 15,9-10 1,10 1-16,0-19 16,10 10-1,18-1-15,10-9 16,18 1-1,10 8-15,0-9 16,0 10 0,-19-1-16,-10 1 15,-18-1-15,-9 1 16,-1 8 0,-9 10-16,-19-9 15,-9 18-15,0-9 16,-10-9-1,0-1-15,10-18 16,0-9 0,28 0-16</inkml:trace>
  <inkml:trace contextRef="#ctx0" brushRef="#br0" timeOffset="27149.72">8843 11325 0,'0'0'16,"9"0"-16,20-19 15,36-8 1,30-1-16,17-9 16,48-9-1,10-10-15,27 1 16,-18 9-1,47-19-15</inkml:trace>
  <inkml:trace contextRef="#ctx0" brushRef="#br0" timeOffset="27883.9">12277 11168 0,'0'0'0,"0"0"16,0 0-16,0 0 16,0 0-1,-10 9-15,1 0 16,-10 1-16,-9 8 15,0 0 1,-1 1-16,1-1 16,9 1-1,1-10-15,8 0 16,1 1 0,-1-1-16,10 0 15,0-9-15,10 9 16,18 0-1,28 1-15,10-10 16,9 0 0,10 0-16,0 0 15,-19 9 1,-10 0-16,-18 0 16,-10 10-16,0-1 15,-9 10 1,-19 9-16,0 0 15,-19 9 1,0 0-16,-9 0 16,-19 0-16,9-9 15,1-9 1,-1 0-16,1-10 16,8 1-1,-8-10-15,9-18 16,28 9-16</inkml:trace>
  <inkml:trace contextRef="#ctx0" brushRef="#br0" timeOffset="28232.71">12352 11214 0,'0'0'0,"0"0"0,0 0 16,0 0-1,0 0-15,9-9 16,10 0 0,19-1-16,9-8 15,19-10 1,9-9-16,0 0 15,0 10-15,-9-1 16,-19 10 0,-9-1-16,0 1 15,-10 8 1,-9 1-16,-1 9 16,1 0-1,-19 0-15</inkml:trace>
  <inkml:trace contextRef="#ctx0" brushRef="#br0" timeOffset="31118.65">12615 12589 0,'0'0'0,"0"0"0,0 0 15,0 0 1,0 0-16,0 0 15,0 0 1,-9 0-16,0 0 16,-10 9-16,0 1 15,-9-1 1,-1 9-16,-8 10 16,-1 9-1,-18 18-15,-1 10 16,1 0-1,9-1-15,9-8 16,10-1-16,0-9 16,0 0-1,9-9-15,0-9 16,9-10 0,1 1-16,0-10 15,9 0-15,0-9 16,0 0-1,0 0-15,0 0 16,9 9 0,0 1-16,10-10 15,19 9 1,9-9-16,0 0 16,9-9-16,1-1 15,9 1 1,0 0-16,-1 0 15,1 0 1,0-1-16,-9 1 16,-1 0-16,-9 9 15,-9 0 1,-10 0-16,-9 0 16,-10 0-1,10-9-15,-19 9 16</inkml:trace>
  <inkml:trace contextRef="#ctx0" brushRef="#br0" timeOffset="31600">12502 12922 0,'0'0'0,"0"0"15,0 0-15,-9 9 16,0 0 0,-1 0-16,1 10 15,-1-1 1,1 10-16,0 9 15,9 0 1,0 18-16,0 10 16,0-10-16,0 10 15,0-10 1,0 10-16,-10-1 16,10-8-1,0-10-15,0-9 16,0 0-16,0-19 15,0 0 1,0-8-16,0-1 16,0 0-1,0-9-15,-9 9 16,-1-9 0,-18 0-16,28 0 15</inkml:trace>
  <inkml:trace contextRef="#ctx0" brushRef="#br0" timeOffset="32654.79">8542 13106 0,'0'0'0,"0"0"16,0 0-16,0 0 15,-9-9 1,-1 0-16,1-10 16,-1 1-16,10-1 15,0-8 1,10-1-16,9 0 15,9 1 1,0 8-16,0 10 16,0 0-1,-9 9-15,0 9 16,0 0-16,0 10 16,-1 8-1,-8 19-15,-10 19 16,-10 9-1,-8-10-15,-1 1 16,0-10-16,0 1 16,0-19-1,1-10-15,-1 1 16,9-9 0,1-10-16,0 0 15,9-9 1,0 9-16,0-9 15,0 0-15,9 0 16,19 0 0,10-9-16,9 0 15,0 0 1,9-10-16,1 10 16,-1 0-16,1-10 15,-1 1 1,1-1-16,-10 1 15,9-10 1,-56 28-16</inkml:trace>
  <inkml:trace contextRef="#ctx0" brushRef="#br0" timeOffset="33399.21">9605 12802 0,'0'0'0,"0"0"16,0 0 0,0 0-16,0 0 15,-9 0 1,-10 9-16,0 0 15,-9 9-15,-1 1 16,1-1 0,0 1-16,0 9 15,0-1 1,9 1-16,0 9 16,0 0-16,10 0 15,9 9 1,0 0-16,0 0 15,9 0 1,10 0-16,0-9 16,0 0-16,-1-9 15,11-10 1,-1 1-16,0-1 16,10-8-1,-1-1-15,1-9 16,0 0-1,-1-9-15,1-1 16,9 1 0,-9 0-16,-1-10 15,-9 1-15,1-10 16,-1 1 0,-9-1-16,-1 0 15,1-9 1,-9 0-16,-1 0 15,-9 0-15,0-9 16,-9 0 0,-1 0-16,-9-9 15,1 9 1,-1 9-16,-9 0 16,-1 9-16,-8 0 15,-20 10 1,-9 18-16,-37 28 15,103-28 1</inkml:trace>
  <inkml:trace contextRef="#ctx0" brushRef="#br0" timeOffset="40425.98">15137 7291 0,'0'0'0,"0"0"0,9 0 16,10 0 0,18 10-16,20-1 15,9-9 1,9 0-16,19-9 15,0-1 1,10 10-16,-1-9 16,-9 9-16,-9-9 15,-1 9 1,-8 0-16,-10 0 16,-10 0-1,-9 0-15,-9 0 16,-10 9-1,-9-9-15,-10 0 16,-9 0-16,0 0 16,0 0-1</inkml:trace>
  <inkml:trace contextRef="#ctx0" brushRef="#br0" timeOffset="40772.68">15306 7236 0,'0'0'0,"0"0"16,0 0 0,19 0-16,18 0 15,20 0 1,18-9-16,19 0 16,19-1-1,0 1-15,0 0 16,-10 9-1,-28 0-15,-75 0 16</inkml:trace>
  <inkml:trace contextRef="#ctx0" brushRef="#br0" timeOffset="42493.75">20640 7541 0,'0'0'0,"0"0"15,0 0-15,0 0 16,0 0 0,0 0-16,0 0 15,0 0 1,9 0-16,19 0 15,10 0-15,19 0 16,-1 0 0,19 0-16,19-10 15,19 10 1,0 0-16,-9 0 16,8 0-16,-8 0 15,-10 0 1,-9 10-16,-10-1 15,-9 0 1,-10-9-16,-9 9 16,0 1-1,-9-10-15,-10 0 16,-9 0-16,-10 0 16,-9 0-1,0 0-15,0 0 16</inkml:trace>
  <inkml:trace contextRef="#ctx0" brushRef="#br0" timeOffset="42977.77">20179 7725 0,'0'0'0,"0"0"16,0 0-16,0 0 15,9 0 1,20 0-16,8 0 15,29 0 1,19-9-16,18 0 16,10-10-1,9 1-15,1-1 16,-1-8-16,10-1 16,-10 10-1,-9-1-15,0 1 16,0 8-1,-38 1-15,0 9 16,-28 0 0,-9 0-16,-10 0 15,-9 9-15,-10 1 16,-9-1 0,-28 9-16,28-18 15</inkml:trace>
  <inkml:trace contextRef="#ctx0" brushRef="#br0" timeOffset="47278.61">3039 9885 0,'0'0'0,"0"0"15,9 0-15,19 0 16,10-9-1,18-1-15,20 1 16,-1 0-16,19 0 16,-19 9-1,10 0-15,-10-9 16,-9-1 0,0 1-16,-19 0 15,-10 0 1,-8-1-16,-29 10 15,0 0-15,0 0 16</inkml:trace>
  <inkml:trace contextRef="#ctx0" brushRef="#br0" timeOffset="47622.61">3575 9691 0,'0'0'0,"0"0"15,0 0 1,9-9-16,10 0 16,9-1-1,10 1-15,9 0 16,0 9-16,0 9 16,-9 0-1,-1 10 1,-18-1-16,0 10 15,-19 18-15,-10 0 16,1 10-16,-10-1 16,-9-9-1,-10 0-15,1-9 16,-1 0 0,10-18-16,0-1 15,-1-9 1,29-9-16</inkml:trace>
  <inkml:trace contextRef="#ctx0" brushRef="#br0" timeOffset="48249.64">2549 9783 0,'0'0'0,"0"0"15,0 0 1,-9 10-16,0 17 16,-10 10-16,-9 37 15,-1 9 1,1-9-16,-10 9 16,10-18-1,9-10-15,19-55 16</inkml:trace>
  <inkml:trace contextRef="#ctx0" brushRef="#br0" timeOffset="48520.01">2183 9903 0,'0'0'16,"18"0"-16,20 10 15,37 17 1,48 29-16,46 36 15,28 28-15</inkml:trace>
  <inkml:trace contextRef="#ctx0" brushRef="#br0" timeOffset="62098.31">4647 14546 0,'0'0'0,"0"0"0,0 0 16,0 0-1,0 0-15,10-9 16,-1-1 0,19-8-16,19-10 15,19-18-15,9-9 16,10-10 0,0-9-16,9-9 15,0 0 1,0 9-16,-9 10 15,-19 8 1,-10 10-16,-9 9 16,-9 10-1,-10 8-15,-19 10 16,1 9-16,-10 0 16,0 0-1</inkml:trace>
  <inkml:trace contextRef="#ctx0" brushRef="#br0" timeOffset="62417.1">4892 14961 0,'0'0'0,"0"0"15,0 0-15,0 0 16,9-18 0,19-19-16,29-46 15,18-28 1,0 10-16,10-1 16,-10 10-16,19-10 15,-28 19 1,10 19-16,8-1 15,1 19 1,18 9-16,-103 37 16</inkml:trace>
  <inkml:trace contextRef="#ctx0" brushRef="#br0" timeOffset="66438.87">17742 7882 0,'0'0'15,"0"0"-15,0 0 16,0 0-16,0 0 16,0 0-1,0 0-15,0 0 16,0 0-16,0 0 15,0 0 1,0 0-16,0 0 16,0 0-1,0 0-15,0 0 16,0 0 0,0 0-16,0 0 15,-9 0-15,0 0 16,-1 0-1,1 0-15,-1 0 16,1 0 0,0 0-16,-10 0 15,0 9-15,-9 1 16,-1 8 0,1 1-16,9-1 15,1 0 1,-1 1-16,0-1 15,10-8 1,-1-1-16,10 0 16,0 0-16,0 10 15,10-1 1,-1 1-16,0-1 16,1 1-1,-1-1-15,-9-9 16,10 10-16,-10-1 15,0 1 1,9-1-16,-9 10 16,0-10-1,0 10-15,0 0 16,0-1 0,-9 1-16,-1 0 15,1-1-15,-10 1 16,-9 0-1,0-1-15,9-8 16,-10-1 0,11-8-16,-1-10 15,19 0 1</inkml:trace>
  <inkml:trace contextRef="#ctx0" brushRef="#br0" timeOffset="67605.57">17611 7956 0,'0'0'16,"0"0"-16,0 0 15,0 0 1,0 0-16,0 0 15,0 0 1,0 0-16,-10 9 16,-9 0-1,-9 10-15,0-1 16,0 1 0,0-1-16,-1 1 15,11-1-15,8 1 16,1-1-1,9-9-15,0 10 16,9-1-16,1 1 16,8 8-1,-8 1-15,9 0 16,-10 9 0,-9 0-16,0 0 15,-9-1 1,-1 11-16,1-10 15,-10-10 1,10 1-16,-10 0 16,9-10-16,-9 0 15,-9-8 1,0-1-16,-10-9 16,10 0-1,0 0-15,9-9 16,10 9-16,-1-10 15,10 10 1,0 0-16,0 0 16,10 0-1,18 0-15,0 10 16,0-1-16,-9 9 16,0 10-1,0 9-15,0 18 16,-10 1-1,10 8-15,-10-8 16,1 8 0,-1-8-16,1-1 15,8-18-15,1 0 16,9-19 0,29 1-16,-57-19 15</inkml:trace>
  <inkml:trace contextRef="#ctx0" brushRef="#br0" timeOffset="68402.61">19022 8150 0,'0'0'15,"0"0"-15,0-9 16,9-1-16,1-8 16,8-1-1,11-8-15,8-1 16,10 0 0,0 1-16,10 8 15,-10 19 1,0 0-16,-10 19 15,-8 8-15,-10 10 16,-10 9 0,-9 28-16,0 9 15,-9 10 1,-1-20-16,1-8 16,9-10-16,0-8 15,0-11 1,9-8-16,1 0 15,18-10 1,19 10-16,19-19 16,37 0-16,-9-9 15,-19-9 1,-18 0-16,-19 0 16,-20 9-1,-8 0-15,-10 0 16,0 0-1,0 0-15,-10 18 16,-18 10 0,-10 9-16,1 9 15,9 0-15,9 0 16,0 0 0,10-9-16,-1 0 15,10 0 1,0 19-16,-9 8 15,-19 10-15,28-74 16</inkml:trace>
  <inkml:trace contextRef="#ctx0" brushRef="#br0" timeOffset="75617.13">17771 9894 0,'0'0'0,"0"0"0,0 0 16,0 0-16,0 0 15,-10 0 1,-9 0-16,-18 9 15,-1 1 1,-9 8-16,0 10 16,0-1-1,9 1-15,10 0 16,9-10-16,10 1 16,9-1-1,0 1-15,19 8 16,18 10-1,1-9-15,0 9 16,-1-9-16,-9-1 16,-9 1-1,0 0-15,-9 9 16,-10 18 0,-19 10-16,-10 8 15,-8 1 1,-1-18-16,1-1 15,8-18-15,11-9 16,-1-10 0,9-9-16,1 1 15,9-10 1,0 0-16,0 0 16,9-10-1,1 1-15,9 0 16,-1 0-16,1-1 15,-9 10 1,-1 0-16,10 0 16,0 10-1,-1 8-15,1 10 16,9 9-16,-9 9 16,0 9-1,0 1-15,-10-1 16,1-9-1,-1 0-15,1 0 16,-1 1 0,0-11-16,1-8 15,-1-9-15,1-1 16,-1-9 0,10 1-16,0-10 15,-19 0 1</inkml:trace>
  <inkml:trace contextRef="#ctx0" brushRef="#br0" timeOffset="76634.47">18683 10706 0,'0'0'15,"0"0"-15,0 0 16,0 0 0,0 0-16,0 0 15,0 0 1,0-9-16,0 0 15,-9-10-15,-10-8 16,0-1 0,-9-9-16,0 9 15,-1 1 1,1 8-16,0 1 16,0 9-1,0-1-15,-1 10 16,10 0-16,-9 10 15,9-1 1,1 9-16,-1 1 16,0 8-1,0 1-15,10 9 16,-1 0-16,1 0 16,9 9-1,0 0-15,9-9 16,1 9-1,-1-9-15,10 9 16,0-9 0,0-9-16,-1-10 15,11 1-15,-1-10 16,0-9 0,10-9-16,-1-19 15,-8-9 1,-1-9-16,-9 0 15,-1 0-15,-8 9 16,-1 0 0,1 9-16,-1 10 15,-9 9 1,0-1-16,0 10 16,0 0-16,0 0 15,0 0 1,0 0-16,0 0 15,0 10 1,0 17-16,9 1 16,1 0-1,-1 9-15,1 0 16,9-10-16,-1 1 16,11-10-1,18-8-15,9-20 16,-56 10-1</inkml:trace>
  <inkml:trace contextRef="#ctx0" brushRef="#br0" timeOffset="77550.64">19069 10070 0,'0'0'0,"0"0"16,0 0-16,0 0 15,0 0 1,0 0-16,0 0 16,19 0-1,18 0-15,1 0 16,0 0-16,-1 0 16,-9 9-1,-9 0-15,0 0 16,0 10-1,0 8-15,-10 10 16,0 9-16,1 10 16,-1 8-1,-9 1-15,10 9 16,-10-10 0,9-8-16,0-10 15,1-9-15,-1-9 16,1-10-1,9 1-15,-1-10 16,1 0 0,0-9-16,0 0 15,0 0 1,-10 0-16,0 0 16,1 0-1,-1 0-15,-9 0 16,0 0-16,10 0 15,-1 9 1,-9-9-16,0 9 16,0 10-1,0-1-15,0 10 16,9 0-16,1-1 16,-10 1-1,9 0-15,1 9 16,-1-10-1,0 1-15,1 0 16,-10-10 0,0 1-16,0-1 15,0 1-15,0-10 16,0 9 0,0 1-16,0-1 15,-10 1 1,-8 8-16,-20 10 15,-18 0-15,-29 9 16,-28 1 0,113-47-16</inkml:trace>
  <inkml:trace contextRef="#ctx0" brushRef="#br0" timeOffset="80925.85">18147 12035 0,'0'0'0,"0"0"16,-10 10 0,-8 8-16,-11 19 15,-8 9 1,-1 10-16,1-1 16,8-9-16,11 0 15,8-18 1,1 0-16,9-1 15,9-8 1,1-1-16,8 1 16,1 8-1,0 1-15,-10 9 16,-9 18-16,-9 28 16,-10 1-1,-9-11-15,-10 1 16,10-9-1,0-19-15,0-9 16,9-19-16,9 1 16,1-10-1,9-9-15,0 0 16,0 0 0,0 0-16,0 0 15,0 0 1,0 0-16,9 0 15,1 0-15,-1 0 16,1 9 0,8 10-16,1 8 15,0 1 1,-10 9-16,10 9 16,-9-9-16,9-9 15,-10-1 1,10 1-16,9-9 15,0-1 1,10-9-16,-1-9 16,-37 0-16</inkml:trace>
  <inkml:trace contextRef="#ctx0" brushRef="#br0" timeOffset="81633.81">18655 12229 0,'0'0'16,"0"0"0,0 10-16,0 8 15,9 19-15,1 28 16,-1 8 0,1 20-16,8 17 15,-8 1 1,-1-9-16,1-10 15,-1-18 1,0-10-16,-9-17 16,0-20-16,0-8 15,0-10 1,0-9-16,0 0 16,0 0-1,0 0-15,10-9 16,9-19-1,-1 0-15,11-9 16,8 0-16,10 1 16,0 8-1,-9 9-15,-10 10 16,0 0 0,1 9-16,-11 0 15,-8 0 1,-1 9-16,1 10 15,-1-1-15,-9 19 16,-9 0 0,-20 9-16,-8 0 15,-1-9 1,1-9-16,-1 0 16,10-10-16,-1-18 15,1-9 1,28 9-16</inkml:trace>
  <inkml:trace contextRef="#ctx0" brushRef="#br0" timeOffset="82424.89">19257 12183 0,'0'0'0,"0"0"16,0 0-1,0 0-15,9 0 16,10 0 0,19 0-16,-1 0 15,1 9 1,-10 1-16,1-1 16,-11 0-16,1 10 15,0-1 1,0 10-16,0 18 15,-10 0 1,0 19-16,-9-1 16,0 1-16,10 9 15,-10-1 1,9-17-16,1-10 16,-1-9-1,0-9-15,1-10 16,-1 1-1,10-10-15,0 0 16,9 0-16,0-9 16,-9 0-1,0 0-15,-10 0 16,1 0 0,-1 9-16,1 1 15,-10-10-15,0 9 16,0 9-1,0 1-15,9 8 16,0 1 0,1 0-16,-1 9 15,-9 0 1,10-10-16,-10 1 16,0 9-16,0-9 15,0-1 1,-10 1-16,1 0 15,-1-1 1,-18 20-16,-19 8 16,47-55-1</inkml:trace>
  <inkml:trace contextRef="#ctx0" brushRef="#br0" timeOffset="84283.85">18344 14177 0,'0'0'0,"0"0"16,-9 0-16,-10 0 15,-9 9 1,-19 9-16,0 1 16,0 9-1,0-1-15,0 10 16,19-9-16,9 0 16,9-10-1,1 0-15,9 1 16,19-1-1,9 1-15,10 9 16,-1-1 0,1 19-16,-10 10 15,-18 8-15,-10 19 16,-19 10 0,-19-1-16,-9-18 15,0-10 1,0-8-16,9-28 15,10-1 1,9-18-16,0 1 16,10-1-16,0 0 15,9-9 1,0 0-16,0 0 16,0 0-1,0 0-15,0 0 16,9 9-16,0 10 15,1 9 1,-1-1-16,10 19 16,0 10-1,0-1-15,-10 1 16,10-1 0,0-9-16,9 0 15,0-9-15,-9-18 16,9-1-1,0-9-15,-28-9 16</inkml:trace>
  <inkml:trace contextRef="#ctx0" brushRef="#br0" timeOffset="84717.9">19144 14860 0,'0'0'16,"0"0"-16,0 0 15,0 0 1,0 0-16,-19 0 16,-18 18-1,-10 10-15,-10 18 16,10 0 0,-9 19-16,18-10 15,10 1-15,9 8 16,10 1-1,18-10-15,19 1 16,29-1 0,18-18-16,0-9 15,0-28-15,1-10 16,8-27 0,-84 37-16</inkml:trace>
  <inkml:trace contextRef="#ctx0" brushRef="#br0" timeOffset="85437.68">19389 14592 0,'0'0'0,"0"0"16,0 0-1,0 0-15,0 0 16,9-9-16,0-10 16,20 1-1,-1-1-15,0 10 16,10 0-1,-10 0-15,0 9 16,0 0-16,1 9 16,-11 19-1,1 9-15,-9 9 16,-1 28 0,1-1-16,-10 20 15,9-1 1,-9-18-16,9-10 15,1-8-15,-1-19 16,1-10 0,-1 1-16,0-9 15,1-10 1,-1 0-16,1 0 16,8 1-1,1-1-15,0 0 16,-10-9-16,10 9 15,0 0 1,0 1-16,0 8 16,0 1-1,-1 8-15,1 1 16,-9 0-16,-1-1 16,0 10-1,1 0-15,-1 0 16,1 0-1,-10 0-15,0 0 16,-10 9 0,-9 0-16,-9 0 15,28-46-15</inkml:trace>
  <inkml:trace contextRef="#ctx0" brushRef="#br0" timeOffset="87267.62">24074 7716 0,'0'0'15,"0"0"-15,9-9 16,-9 9-1,0 0-15,0 0 16,-9 0 0,-20 0-16,-27 18 15,-29 10-15,1 9 16,8 0 0,20 0-16,28-10 15,9 1 1,19 0-16,9 9 15,19 0 1,19 18-16,10 0 16,-1 1-16,-18-10 15,-10 9 1,-9 1-16,-19-1 16,-9 0-1,-10 1-15,-9-10 16,-10-9-1,0-10-15,1 1 16,8-9-16,11-10 16,-1 0-1,9-9-15,10 0 16,0 0 0,0 0-16,0 0 15,19 0 1,9 9-16,10 10 15,0 8-15,-10 1 16,0 18 0,0 0-16,-9 1 15,0 8 1,0-9-16,0-9 16,9 0-16,19-9 15,-9-19 1,27-18-16,-65 9 15</inkml:trace>
  <inkml:trace contextRef="#ctx0" brushRef="#br0" timeOffset="87855.54">25014 8205 0,'0'0'15,"0"-9"-15,0 0 16,0-10 0,-9 1-16,-1-1 15,-8 1-15,-11 9 16,-8 9-1,-10 0-15,0 9 16,-10 9 0,10 10-16,10 9 15,8 0 1,1 9-16,19 9 16,9-8-16,9-1 15,10-9 1,19-10-16,27-8 15,20-28 1,-19-10-16,-10-9 16,-9-9-1,-18 1-15,-10-1 16,-10 9-16,0 9 16,-9 10-1,0 9-15,0 0 16,0 0-1,0 19-15,0 18 16,10 36 0,9 1-16,9 9 15,9 0-15,10-27 16,0-19 0,-9-19-16,-38-18 15</inkml:trace>
  <inkml:trace contextRef="#ctx0" brushRef="#br0" timeOffset="88084.5">25701 8501 0,'0'0'0,"0"9"16,9 9 0,1 28-16,-1 19 15,-9 18 1,-9-9-16,-10 18 15,-9-9 1,-10-9-16,1-19 16,8-18-1,1-18-15,9-19 16,19 0-16</inkml:trace>
  <inkml:trace contextRef="#ctx0" brushRef="#br0" timeOffset="88672.83">26228 7891 0,'0'0'0,"0"0"16,0 0 0,0 19-16,0 18 15,0 18 1,-10 19-16,10 18 16,0-9-1,0-9-15,-9-9 16,9-28-16,0-19 15,0 1 1,0-10-16,0-9 16,0 0-16,0 0 15,0 0 1,0 0-16,9-9 16,10-10-1,0-9-15,19 1 16,-1 8-1,-8 1-15,-1 9 16,0 9-16,0 0 16,-9 9-1,-10 0-15,1 10 16,-10 8 0,-10 1-16,-8 9 15,-20 0 1,-9-10-16,0-8 15,0-10-15,0-27 16,9-19 0,38 37-16</inkml:trace>
  <inkml:trace contextRef="#ctx0" brushRef="#br0" timeOffset="89273.93">26501 7707 0,'0'0'0,"9"0"15,10-9 1,9-1-16,10 1 16,-1 0-1,-8 9-15,-1 0 16,-9 0-1,9 9-15,-9 10 16,-1 8-16,1 10 16,0 28-1,0 9-15,0-1 16,-10 1 0,10-9-16,0-10 15,0 1 1,-1-19-16,1-19 15,9-9-15,10-9 16,0 0 0,-10-9-16,-9 0 15,-10 0 1,1-1-16,-10 10 16,0 0-16,0 0 15,0 10 1,0 26-16,9 38 15,0 19 1,1-20-16,-1 20 16,-9-19-16,0 9 15,-9-19 1,-1-8-16,-8-10 16,-11 0-1,-8-9-15,-29 9 16,-9 0-1,-38 0-15,113-46 16</inkml:trace>
  <inkml:trace contextRef="#ctx0" brushRef="#br0" timeOffset="90217.49">24422 9811 0,'0'0'0,"0"0"15,0 0-15,-19 9 16,-19 1-1,-18 8-15,-10 10 16,0-1 0,10 10-16,18-9 15,10 0-15,18-10 16,10 1 0,0 8-16,19 1 15,19 18 1,9 0-16,-10 0 15,1 10-15,-10-1 16,-9 10 0,-19 9-16,-19-1 15,-18 1 1,-1-9-16,-18-10 16,9-18-1,9-9-15,10-19 16,9 0-16,9 1 15,10-10 1,0 0-16,0 0 16,19 0-1,10 0-15,8 9 16,1 0-16,-10 10 16,0-1-1,0 0-15,1 1 16,-1 18-1,0 0-15,-9 0 16,0 0 0,9-1-16,0 1 15,0-9-15,10-9 16,9-10 0,-47-9-16</inkml:trace>
  <inkml:trace contextRef="#ctx0" brushRef="#br0" timeOffset="90788.74">24930 10051 0,'0'0'16,"0"0"-1,0 0-15,0 9 16,9 19-16,0 37 16,1 8-1,-1 20-15,1 8 16,-1 10-1,-9-19-15,0-27 16,0-28 0,0-9-16,0-10 15,0-9-15,0-9 16,0 0 0,0 0-16,9-9 15,10-9 1,19-10-16,9 0 15,0 10-15,0-1 16,-9 10 0,-10 9-16,-9 0 15,-10 9 1,1 0-16,-10 10 16,-10 9-1,-9-1-15,-9 10 16,0-9-16,0-10 15,-1-8 1,1-10-16,28 0 16</inkml:trace>
  <inkml:trace contextRef="#ctx0" brushRef="#br0" timeOffset="91066.51">25720 10669 0,'0'0'0,"0"10"16,0-1 0,-10 19-16,-8 9 15,-11-1 1,1 11-16,-9 8 15,-1-9 1,0 0-16,10-18 16,9-10-16,10-8 15,9-10 1</inkml:trace>
  <inkml:trace contextRef="#ctx0" brushRef="#br0" timeOffset="91418.07">26294 10374 0,'0'0'15,"0"0"-15,0 0 16,0 0-1,0 0-15,-10 0 16,-9 9-16,-18 19 16,-10 18-1,9 19-15,1 9 16,8-19 0,11 10-16,18-19 15,18 0 1,1-18-16,28-1 15,28-27-15,20-27 16,-95 27 0</inkml:trace>
  <inkml:trace contextRef="#ctx0" brushRef="#br0" timeOffset="92016.81">26585 10116 0,'0'0'0,"0"-10"15,0 1 1,10-9-16,9-10 16,-1 0-1,1 1-15,9 8 16,1 10-1,-11 9-15,11 9 16,-1 10-16,0 18 16,0 27-1,1 10-15,-11 0 16,1 0 0,0-10-16,0-8 15,9-1 1,0-9-16,0-18 15,10-10-15,19 1 16,-10-19 0,-10 0-16,-9 0 15,-9 0 1,0 0-16,-10 0 16,-9 0-16,0 0 15,0 9 1,-9 19-16,0 9 15,-1 0 1,1 18-16,-1 0 16,1 1-1,9-10-15,0 0 16,-9 0-16,-1-9 16,1 0-1,-19 9-15,-10 10 16,-9-1-1,47-55-15</inkml:trace>
  <inkml:trace contextRef="#ctx0" brushRef="#br0" timeOffset="92842.64">24450 12515 0,'0'0'0,"-19"0"16,-19 10-16,-18 8 16,9 1-1,9 8-15,10 1 16,19 0 0,9-1-16,9 10 15,0 0-15,10 9 16,0 0-1,0 1-15,0-1 16,-19-9 0,0 18-16,-10 0 15,-8 1 1,-11-10-16,1 0 16,-10-9-16,1 0 15,18-19 1,0 1-16,10-10 15,-1 0 1,10-9-16,0 0 16,0 0-16,10 10 15,-1-1 1,1 0-16,8 9 16,-8 10-1,-1 0-15,1 9 16,-1 0-16,0 18 15,-9 0 1,0-8 0,10-1-16,9 0 15,-1-9-15,11-10 16,8 1 0,-37-28-16</inkml:trace>
  <inkml:trace contextRef="#ctx0" brushRef="#br0" timeOffset="93417.77">25174 13152 0,'0'0'0,"0"0"16,0-9-16,-9 0 15,-10-10 1,0 1-16,-9-1 16,-19 10-1,-10 0-15,-8 9 16,-1 18-1,0 1-15,19 18 16,0 9-16,9 9 16,19 10-1,10 0-15,18-1 16,20-18 0,8-9-16,20-18 15,-1-19-15,1-19 16,-1-8-1,0-1-15,-18 0 16,-10 0 0,-9 10-16,0 9 15,-10 0 1,1-1-16,-1 10 16,1 10-16,8 8 15,1 19 1,9 9-16,1 0 15,8 0 1,-8-18-16,-29-28 16</inkml:trace>
  <inkml:trace contextRef="#ctx0" brushRef="#br0" timeOffset="93650.92">25861 13365 0,'0'0'16,"9"9"-16,1 0 16,-10 9-1,0 10-15,-10 9 16,-8 18 0,-20 10-16,-19 9 15,10-28-15,0-9 16,10-19-1,9-8-15,28-10 16</inkml:trace>
  <inkml:trace contextRef="#ctx0" brushRef="#br0" timeOffset="94083.76">26454 12728 0,'0'0'0,"0"0"16,0 0-16,0 0 15,0 0 1,-10 9-16,-9 0 16,-18 19-1,-20 18-15,1 0 16,9-9 0,9 0-16,10 0 15,9-9-15,10-1 16,-1 1-1,10 0-15,19-1 16,19 1 0,18-10-16,10 1 15,28-19-15,-19-28 16,-75 28 0</inkml:trace>
  <inkml:trace contextRef="#ctx0" brushRef="#br0" timeOffset="94636.09">26670 12414 0,'0'0'0,"0"0"15,19 0 1,9 0-16,10 0 15,-1 0 1,1 9-16,-10 0 16,-9 1-1,0 8-15,-10 0 16,1 19 0,-10 10-16,0 8 15,-10 10-15,1 8 16,9 1-1,9 0-15,10-19 16,0-8 0,9-11-16,19 1 15,-9-18-15,-10-1 16,0-8 0,-9-1-16,-10-9 15,1 0 1,-10 0-16,0 0 15,0 18-15,0 1 16,0 18 0,9 18-16,1-9 15,-1 10 1,0-1-16,-9 10 16,-9-1-1,-10 10-15,-28-9 16,-9-10-16,56-55 15</inkml:trace>
  <inkml:trace contextRef="#ctx0" brushRef="#br0" timeOffset="95500.36">24619 14638 0,'0'0'16,"0"0"-16,0 0 15,0 0 1,-19 9-16,-9 10 16,-9 9-1,-1 9-15,10-1 16,9 20-1,9-10-15,10 9 16,10-9-16,9 10 16,-1-1-1,1-9-15,-9 1 16,-1 17 0,-18 1-16,-20 18 15,-18-9 1,-9-10-16,0-8 15,-1-10-15,19-19 16,10-8 0,9-10-16,10 0 15,9-9 1,0 0-16,0 0 16,9 10-16,20-1 15,-1 9 1,10 10-16,9 9 15,-10 9 1,1 9-16,-10 1 16,0-1-1,0 1-15,-9-1 16,0-9-16,9-9 16,10-9-1,0-10-15,-38-18 16</inkml:trace>
  <inkml:trace contextRef="#ctx0" brushRef="#br0" timeOffset="96034.16">25372 15414 0,'0'0'0,"0"0"16,0 0-16,0-10 15,0 1 1,-10-9-16,-8-1 16,-11 10-16,-18 9 15,-9 9 1,-10 19-16,0 18 15,10 19 1,18-10-16,10 0 16,18 1-16,10-19 15,10-10 1,18-8-16,10-19 16,18-9-1,19-19-15,-18 0 16,-10-9-1,-19 10-15,0 8 16,-18 10-16,-1 0 16,-9 9-1,10 0-15,-1 9 16,0 9 0,1 19-16,9 9 15,-1 10 1,1-10-16,0 0 15,0-18-15,-19-28 16</inkml:trace>
  <inkml:trace contextRef="#ctx0" brushRef="#br0" timeOffset="96234.76">25974 15847 0,'0'0'0,"0"0"15,0 19 1,0 8-16,-10 10 16,-8 10-1,-11 8-15,-8 0 16,-1-9 0,10-18-16,0-9 15,28-19-15</inkml:trace>
  <inkml:trace contextRef="#ctx0" brushRef="#br0" timeOffset="96801.75">26275 14869 0,'0'0'15,"0"0"-15,9 9 16,1 10 0,9 27-16,-1 28 15,-8 27 1,-1 19-16,1-9 16,-10-28-16,0-28 15,0-18 1,0-9-16,0-10 15,0 1 1,0-10-16,0 0 16,0-9-16,9 0 15,10 0 1,18-18-16,39-10 16,-1 1-1,-9 8-15,-10 19 16,-9 0-1,-9 9-15,-19 1 16,0 8-16,-19 0 16,-10 10-1,-18 9-15,-19 9 16,-10-9 0,-8 0-16,8-19 15,10-8-15,9-10 16,10-19-1,9-18-15,19-9 16,19-18 0,-19 64-16</inkml:trace>
  <inkml:trace contextRef="#ctx0" brushRef="#br0" timeOffset="97000.95">27187 15414 0,'10'9'16,"9"18"-16,9 20 15,0 8 1,-19 10-16,-9 8 16,-9 20-1,-10-10-15,-28 18 16,-19-27-16,-9 0 16,19-28-1,9-18-15,47-28 16</inkml:trace>
  <inkml:trace contextRef="#ctx0" brushRef="#br0" timeOffset="97368.25">28025 14860 0,'0'0'0,"0"0"15,0 0-15,0 0 16,-19 9 0,-19 19-16,-18 18 15,-1 18 1,1 10-16,18 0 15,10 0 1,9-9-16,10-29 16,9-8-16,9 0 15,19-10 1,10-8-16,19-10 16,-1-10-1,0-17-15,-56 27 16</inkml:trace>
  <inkml:trace contextRef="#ctx0" brushRef="#br0" timeOffset="98118.48">28260 14324 0,'0'0'0,"0"0"15,0 0-15,0 0 16,9 0 0,10 0-16,9 10 15,10-1 1,0 0-16,9 10 15,-19-1 1,0 0-16,-9 10 16,0 9-16,-10 9 15,0 19 1,-9 9-16,0 18 16,-9 0-1,0 19-15,-1-28 16,10-18-16,0-19 15,10-9 1,-1-10-16,0-8 16,1-1-1,9-8-15,0-1 16,-10 0 0,0 0-16,1 1 15,-1-10-15,-9 0 16,0 0-1,0 0-15,0 0 16,0 0 0,10 9-16,-1 0 15,0 0 1,1 10-16,-1 8 16,10 10-16,-10 9 15,1 1 1,-1-1-16,1-9 15,-1 0 1,-9-1-16,0 1 16,-9 0-1,-1 0-15,-9 0 16,-9 0-16,-9 0 16,-48 18-1,-47-8-15,132-47 16</inkml:trace>
  <inkml:trace contextRef="#ctx0" brushRef="#br0" timeOffset="101900.67">15353 8759 0,'0'0'0,"0"0"0,0 0 15,0 0-15,0 0 16,0 0 0,9 0-16,10 0 15,0 0-15,0 0 16,9-9 0,10-1-16,-1 1 15,20 0 1,9 0-16,9-10 15,0 1 1,19-1-16,-28 1 16,9 9-16,10-10 15,-10 1 1,-9 9-16,-19-10 16,0 1-1,-9-1-15,-10 1 16,0-10-16,-9 0 15,-19 28 1</inkml:trace>
  <inkml:trace contextRef="#ctx0" brushRef="#br0" timeOffset="102320.58">16256 8150 0,'0'0'16,"0"0"0,0 0-16,0 0 15,0 0-15,0 0 16,9 9 0,1 0-16,18 10 15,10-1 1,9 10-16,9 0 15,1-10 1,-10 0-16,-10 1 16,1-1-16,-10 1 15,-9-1 1,0 1-16,-10-10 16,1 9-1,-1 1-15,-9-1 16,-9 10-1,-20 9-15,-27 18 16,-19 10-16,-1-10 16,-8 10-1,-1-10-15,85-55 16</inkml:trace>
  <inkml:trace contextRef="#ctx0" brushRef="#br0" timeOffset="108597.82">15306 10946 0,'0'0'0,"0"0"0,0 0 16,0 0 0,9 10-16,10-1 15,19 0-15,9-9 16,0 0-1,19 0-15,9 0 16,10-9 0,-1 0-16,-9-1 15,29-8 1,-1-1-16,1 1 16,9 0-16,-10-1 15,1 1 1,-10-1-16,-9 1 15,-20 8 1,-18 1-16,-9 0 16,-10 0-16,0 0 15,-9 9 1,0-10-16,-9 1 16,-10 9-1</inkml:trace>
  <inkml:trace contextRef="#ctx0" brushRef="#br0" timeOffset="109084.02">16416 10337 0,'0'0'0,"0"0"16,0 0 0,0 0-16,0 0 15,0 9-15,9 10 16,10-1 0,9 10-16,10 0 15,18-1 1,10 1-16,0 0 15,-9-10-15,-10-9 16,-10 1 0,1-1-16,-10 0 15,0 0 1,-9 1-16,-9-1 16,-1 0-1,0 10-15,-9 8 16,-18 1-16,-20 27 15,-19 10 1,-18 0-16,0-1 16,9-8-1,10-1-15,-1-9 16,57-46 0</inkml:trace>
  <inkml:trace contextRef="#ctx0" brushRef="#br0" timeOffset="109850.77">15626 13309 0,'0'0'0,"0"0"15,0 0 1,0 0-16,19 0 16,18-9-16,38 0 15,10-10 1,9 1-16,19-10 15,0 0 1,-19 1-16,0 8 16,-19 1-1,10-1-15,-10-8 16,-9-1-16,-9-18 16,-57 46-1</inkml:trace>
  <inkml:trace contextRef="#ctx0" brushRef="#br0" timeOffset="110155.66">16557 12746 0,'0'0'15,"0"0"-15,0 0 16,0 0-1,9 9-15,10 1 16,9 8 0,10 19-16,0 9 15,-1 10 1,-8 8-16,-1 28 16,-19 1-16,-9 8 15,-28-8 1,0-10-16,-10 0 15,-9-19 1,47-64-16</inkml:trace>
  <inkml:trace contextRef="#ctx0" brushRef="#br0" timeOffset="110600.39">15682 15487 0,'0'0'0,"0"0"15,0 0 1,0 0-16,0 0 16,19 10-16,19-1 15,9-9 1,18-9-16,1-1 15,19 1 1,9 0-16,0 0 16,-19 9-1,-9 0-15,0 0 16,0-10-16,-19 10 16,-47 0-1</inkml:trace>
  <inkml:trace contextRef="#ctx0" brushRef="#br0" timeOffset="111131.56">16548 15275 0,'0'0'15,"0"0"-15,0 0 16,9 0 0,10 9-16,18 1 15,11 8-15,-11 0 16,1 1 0,-1-1-16,-8-8 15,-11-1 1,-8 0-16,-1 0 15,-9 10 1,0-1-16,-19 10 16,-18 18-16,-20 0 15,-8 10 1,-1-1-16,0-9 16,0 9-1,0-8-15,10-1 16,18-19-1,10-8-15,9-10 16,0 0-16,10 1 16,-1-1-1,1-9-15,9 0 16,0 0 0,0 0-16,0 0 15,0-9-15,9-10 16,-9 19-1</inkml:trace>
  <inkml:trace contextRef="#ctx0" brushRef="#br1" timeOffset="143301.72">25823 978 0,'0'0'0,"-9"0"15,-10 0-15,-19 10 16,1 17 0,-1 1-16,-9 37 15,10 8 1,8 20-16,11 8 15,8 10-15,10 18 16,10 0 0,8 10-16,11 27 15,-11 0 1,1 19-16,0 9 16,0-28-16,0 27 15,-10-26 1,0-38-16,-9-9 15,0-46 1,0-37-16,-9-28 16,9-9-1</inkml:trace>
  <inkml:trace contextRef="#ctx0" brushRef="#br1" timeOffset="144834.75">25043 2760 0,'9'-10'15,"29"-17"-15,46-38 16,29-18 0,19 0-16,37 0 15,10-9-15,-19 18 16,-10 9-1,-18 19-15,-19 0 16,-19 9 0,-19 9-16,-28 1 15,-9 8 1,-10 1-16,-9 8 16,-10 1-16,-9 9 15,0 0 1,0 0-16,-18 9 15,-11 10 1,-8 9-16,-1 9 16,0 9-1,1 18-15,9 1 16,18-10-16,1 10 16,18-1-1,1-8-15,18-10 16,19 0-1,19-18-15,9-10 16,28-27 0,20-19-16,8-27 15,-8-10-15,-29-8 16,-10-1 0,-18 9-16,-28 10 15,0-1 1,-20 10-16,-8 9 15,-10 10-15,0 8 16,-10 10 0,-8 0-16,-11 9 15,-8 9 1,-10 9-16,0 1 16,0 9-16,9 8 15,19 1 1,10 0-16,9 0 15,9-9 1,1-10-16,8-8 16,11-10-1,-1-10-15,9-17 16,1-1-16,0 0 16,-1 1-1,1-10-15,-10 18 16,-9 1-1,0 9-15,0-1 16,-10 10-16,0 0 16,10 10-1,0 8-15,0 10 16,9 18 0,0 0-16,1 9 15,8-9 1,-9-18-16,19 0 15,10-10 1,18-18-16,0-27 16,1-29-16,-1-18 15,0-18 1,-9-28-16,-9 9 16,-10 10-1,-19 18-15,-9 18 16,-19 10-16,-10 18 15,-9 9 1,-9 10-16,-9 9 16,-1 9-1,10 9-15,-10 9 16,10 1-16,9 8 16,10 1-1,9 0-15,18-1 16,20 20-1,18-1-15,10 9 16,-9 0 0,-1-8-16,-9-1 15,-9 0-15,-10 0 16,-9 0 0,-10 0-16,1-9 15,-10 0 1,0-9-16,0-10 15,0-8-15,0-10 16,0 0 0,0-10-16,19-17 15,18-38 1,29-18-16,9-9 16,-18 18-1,-10 18-15,-19 29 16,-9 8-16,-10 19 15,10 0 1,0 19-16,0 8 16,-10 10-1,0-9-15,-9-9 16,0-19-16</inkml:trace>
  <inkml:trace contextRef="#ctx0" brushRef="#br1" timeOffset="145020.53">28871 1089 0,'0'-9'0,"10"-19"15,-10 28-15</inkml:trace>
  <inkml:trace contextRef="#ctx0" brushRef="#br1" timeOffset="145485.37">29248 748 0,'0'0'16,"9"27"-16,10 38 15,0 46 1,9 18-16,0 28 16,-9-28-1,-10 0-15,1 0 16,-10-27-16,0-37 16,0-19-1,0-19-15,0-8 16,0-10-1,0-9-15,0 0 16,0 0-16,19-18 16,18-19-1,10-9-15,19-10 16,9 10 0,1 18-16,-11 1 15,-18 8 1,-9 19-16,-10 0 15,-9 9-15,-9 1 16,-20 17 0,-18 19-16,-29 10 15,-8-19 1,18-10-16,0-17 16,9-20-16,38 10 15</inkml:trace>
  <inkml:trace contextRef="#ctx0" brushRef="#br1" timeOffset="146103.5">30179 674 0,'0'0'16,"0"0"-1,0 0-15,9 9 16,1 28-16,-1 0 16,-9 55-1,-9 0-15,-1 19 16,1 18 0,0-9-16,9-9 15,9-19 1,10-8-16,18-1 15,1-28-15,18 0 16,10-27 0,28-10-16,0-36 15,-18-19 1,-1-9-16,-19-9 16,-18-1-1,-10-8-15,-18 17 16,-1 1-16,-9 19 15,-9 8 1,-1 1-16,1 8 16,-1 1-1,1 9-15,0 0 16,-1 9-16,1 10 16,-1-1-1,10 10-15,10 0 16,9 9-1,9 0-15,19-10 16,19 1 0,0-10-16,9-8 15,-19-20-15,-18 1 16,-10-9 0,-18 9-16,-10 9 15</inkml:trace>
  <inkml:trace contextRef="#ctx0" brushRef="#br1" timeOffset="146657.44">25494 4126 0,'9'-10'0,"48"-8"16,93-47-1,86-18-15,36-9 16,67 0 0,-19-1-16,9-17 15,29-10 1,-10 18-16,9-9 15,-9 1-15,-28 8 16,28 10 0,-56 9-16,-10 18 15,-9 10 1,-57 9-16,-18-1 16,-66 29-1,-29 0-15,-28 8 16,-28 10-16,-18-9 15,-20 9 1,-9 0-16</inkml:trace>
  <inkml:trace contextRef="#ctx0" brushRef="#br1" timeOffset="152085.43">17507 9580 0,'0'0'0,"0"0"16,0 0-16,10 0 16,8-9-1,11 9-15,-1 0 16,9 0-16,1-9 15,0 0 1,-1-1-16,1 1 16,9 0-1,9 0-15,1 0 16,9-1-16,0 1 16,-1 0-1,1-10-15,10 10 16,-1 0-1,10-10-15,-20 1 16,1 9-16,0 0 16,9-10-1,1 10-15,-1 0 16,-9-1 0,-10 1-16,1 0 15,-10 0 1,0-1-16,-10 1 15,1 0-15,-10 9 16,-9 0 0,0 0-16,-10 0 15,1 0 1,-10 0-16,0 0 16</inkml:trace>
  <inkml:trace contextRef="#ctx0" brushRef="#br1" timeOffset="153564.78">20085 8344 0,'0'0'16,"0"0"-16,0 0 15,0 0 1,0 0-16,0 0 16,0 0-16,0 0 15,9 0 1,1 9-16,-1-9 16,19 0-1,0 0-15,10 0 16,0 0-1,-1 0-15,-8 0 16,-1 0-16,-9 0 16,-1 0-1,-18 0-15</inkml:trace>
  <inkml:trace contextRef="#ctx0" brushRef="#br1" timeOffset="153869.44">19981 8556 0,'0'0'16,"0"0"-16,0 0 15,0 0 1,10 0-16,18 0 16,10 0-16,9 0 15,18-9 1,1-10-16,0 1 16,-9-10-1,-57 28-15</inkml:trace>
  <inkml:trace contextRef="#ctx0" brushRef="#br1" timeOffset="154273.29">20179 8187 0,'0'0'0,"0"0"16,0 0-1,0 0-15,0 0 16,9 0 0,20-10-16,18 1 15,9-9-15,-9 9 16,-9 9 0,-10 0-16,0 0 15,0 0 1,-9 9-16,0 0 15,0 0 1,0 10-16,-10 8 16,0 10-16,-9 9 15,-9 10 1,-10 8-16,-9 10 16,-19 0-1,-10 0-15,-8-9 16,-1-10-1,66-55-15</inkml:trace>
  <inkml:trace contextRef="#ctx0" brushRef="#br1" timeOffset="156451.91">21233 8214 0,'0'0'0,"0"0"16,0 0-16,0 0 15,0 0 1,0 0-16,0 0 16,0 0-16,0 0 15,0 0 1,-10-9-16,1 0 15,-1 0 1,1 9-16,-10-10 16,0 10-16,0 0 15,1 0 1,-1 10-16,0-1 16,-9 0-1,9 10-15,0-1 16,0 1-1,10 8-15,0 1 16,-1 0-16,1 9 16,9-1-1,0 1-15,0 0 16,0 0 0,9-9-16,1 0 15,-1-1-15,10 1 16,0-10-1,9 1-15,-9-10 16,9 0 0,0 1-16,10-1 15,-1-9 1,-8 0-16,-1 0 16,-9-9-16,9-1 15,-9-8 1,-1-1-16,1-8 15,0-1 1,-10-9-16,1 0 16,-1 0-16,1 10 15,-10-1 1,0 0-16,0 10 16,-10-1-1,1 1-15,-1 9 16,-8-10-1,-11 1-15,1 8 16,-9 1-16,-20 0 16,-9 18-1,-9 0-15,75-9 16</inkml:trace>
  <inkml:trace contextRef="#ctx0" brushRef="#br1" timeOffset="157935.47">21910 8667 0,'0'0'15,"0"0"-15,0 0 16,0 0 0,0 9-16,-10 9 15,-8 10 1,-11 27-16,-8 19 15,-1-9-15,-9-1 16,9-8 0,10-19-16,28-37 15</inkml:trace>
  <inkml:trace contextRef="#ctx0" brushRef="#br1" timeOffset="158551.24">22183 8196 0,'0'0'15,"0"0"-15,0 0 16,0 0-16,0 9 16,-10 0-1,1 10-15,-1 9 16,10-1 0,-9 10-16,9 0 15,0 0 1,0-9-16,0 9 15,9-10-15,1 1 16,-1 0 0,10-10-16,9 1 15,1-1 1,-1-9-16,0 0 16,10-9-1,-10 0-15,0-9 16,0-9-16,0-1 15,1-8 1,-10-1-16,-1-9 16,-8 9-1,-1-9-15,-9 1 16,-9-1 0,-1 0-16,-8 0 15,-1 9-15,-10 0 16,-8 10-1,-1 9-15,-28 18 16,-28 28-16,94-37 16</inkml:trace>
  <inkml:trace contextRef="#ctx0" brushRef="#br1" timeOffset="164192.74">19840 10430 0,'0'0'0,"0"0"0,0 0 15,0 0 1,0 0-16,0 0 16,0 0-1,0 0-15,0 0 16,0 0 0,0 0-16,10 0 15,8 0 1,11-10-16,8 1 15,1 0-15,0 0 16,-1-1 0,-9 1-16,-9 9 15,-19 0 1</inkml:trace>
  <inkml:trace contextRef="#ctx0" brushRef="#br1" timeOffset="164485.46">19699 10642 0,'0'0'16,"0"0"-1,0 0-15,0 0 16,0 0-1,0 0-15,10 0 16,18 0-16,9 0 16,20-9-1,9-1-15,0 1 16,-10-9 0,0-1-16,-9-9 15,-47 28-15</inkml:trace>
  <inkml:trace contextRef="#ctx0" brushRef="#br1" timeOffset="164985.7">20038 10162 0,'0'0'0,"0"0"16,0 0-16,0 0 16,0 0-1,9 9-15,1 0 16,8 1-16,11-1 15,8 0 1,1 0-16,0 0 16,-1 1-1,-9-1-15,1 0 16,-11 0 0,1 1-16,-9-1 15,-1 0-15,0 0 16,-9 1-1,0 8-15,-9 10 16,-10 9 0,-18 18-16,-20 19 15,-9 9 1,-9 18-16,-19 19 16,0 0-16,94-120 15</inkml:trace>
  <inkml:trace contextRef="#ctx0" brushRef="#br1" timeOffset="167485.57">20339 7070 0,'0'0'15,"0"0"-15,0 0 16,0 0 0,0 0-16,0 9 15,0 0-15,9 10 16,1 18-1,-1 0-15,0 9 16,1 9 0,9 1-16,-10-1 15,10-9-15,0-18 16,0-10 0,-1-9-16,1-9 15,0-9 1,9-18-16,0-1 15,-9 0 1,0 0-16,-10 10 16,1 0-16,-1 8 15,-9 10 1,0 0-16,0 0 16,0 0-1,0 0-15,0 0 16,0 10-1,10-1-15,-1 9 16,10 1-16,0-1 16,9 1-1,0-10-15,19-9 16,0-9 0,10-10-16,-10-9 15,-10 1-15,-8-10 16,-11 0-1,1 0-15,-9 9 16,-10-9 0,0 10-16,-10 8 15,1 1-15,-10-1 16,10 10 0,-1 0-16,10 9 15</inkml:trace>
  <inkml:trace contextRef="#ctx0" brushRef="#br1" timeOffset="168590.76">22352 7107 0,'0'0'0,"0"0"15,0 0 1,0 0-16,0 0 16,0 9-1,9 10-15,1 17 16,-1 11-1,1 17-15,-10 10 16,0 18 0,0-18-16,0 0 15,0-19-15,0-8 16,9-29 0,-9-18-16</inkml:trace>
  <inkml:trace contextRef="#ctx0" brushRef="#br1" timeOffset="169005.47">22249 7088 0,'0'0'0,"0"0"16,0 0-16,0 0 15,0 0 1,0 0-16,9-9 16,10 0-16,28-10 15,19 1 1,18-10-16,1 10 16,-19 9-1,-10-1-15,1 10 16,-20 0-16,-8 10 15,-1 8 1,-9 10-16,-10-1 16,-9 10-1,-19 19-15,-18-1 16,-10 1 0,-10 8-16,-9 1 15,0-19-15,10-9 16,56-37-1</inkml:trace>
  <inkml:trace contextRef="#ctx0" brushRef="#br1" timeOffset="180072.11">20941 10116 0,'0'0'0,"0"0"0,0 0 16,0 0-1,0 0-15,0 0 16,0 0-1,0 0-15,-10 0 16,1-10 0,0 1-16,-1 0 15,1 0-15,-1 0 16,1-1 0,9 10-16,0-9 15,0 0 1,0 0-16,9-1 15,10-8 1,0-1-16,0 10 16,0 0-1,9 0-15,-9 0 16,0-1-16,-1 10 16,1 0-1,0 0-15,0 10 16,0-1-1,-1 0-15,-8 0 16,-1 10-16,1 8 16,-1 10-1,-9 0-15,-9 9 16,-1 1 0,-9 8-16,-9-9 15,-9 0-15,-1 0 16,0 1-1,1-11-15,-1 1 16,0 0 0,10-9-16,0-10 15,9 1 1,0-10-16,10 0 16,0 1-16,9-10 15,0 0 1,0 0-16,9 0 15,10 0 1,9 0-16,10-10 16,-1 1-16,10 0 15,0 0 1,0-1-16,-9 1 16,0 0-1,-1 0-15,1-1 16,-10 1-16,0 9 15,-9-9 1,9 9-16,1 0 16,-11-9-1,11 9-15,-29 0 16</inkml:trace>
  <inkml:trace contextRef="#ctx0" brushRef="#br1" timeOffset="183269.1">21769 10549 0,'0'0'0,"0"0"0,0 0 15,0 0 1,0 0-16,0 0 15,0 0-15,0 0 16,0 0 0,0 0-16,0 0 15,0 0 1,0 10-16,-19 27 16,-19 27-1,-46 47-15,-20 37 16,-37 18-16,-9 9 15</inkml:trace>
  <inkml:trace contextRef="#ctx0" brushRef="#br1" timeOffset="191012.37">21806 10033 0,'0'0'0,"0"0"15,0 0-15,0 0 16,0 0 0,0 0-16,0 0 15,0 0-15,0 0 16,0 0 0,0 0-16,0 0 15,0 0 1,0 9-16,0 9 15,0 19-15,0 19 16,-9 8 0,0 1-16,-1 18 15,-9-9 1,10 0-16,0-19 16,-1-18-1,10-9-15,0-19 16,0-9-16,0 0 15</inkml:trace>
  <inkml:trace contextRef="#ctx0" brushRef="#br1" timeOffset="191556.59">22286 9866 0,'0'0'0,"0"0"15,0 0-15,0 10 16,0-1 0,-9 9-16,-1 10 15,-8 18 1,-1 10-16,-10 17 15,1 1 1,9-18-16,1-1 16,8 0-16,1-8 15,9-10 1,9-10-16,1-8 16,8-1-1,1-9-15,9-9 16,1 0-1,-1 0-15,-9-9 16,9-9-16,-9-10 16,0 0-1,-1-9-15,1-18 16,-9 9 0,-10-10-16,-10 10 15,1 9-15,-10 10 16,0-1-1,-9 10-15,-10 8 16,-18 10 0,-48 46-16,104-46 15</inkml:trace>
  <inkml:trace contextRef="#ctx0" brushRef="#br1" timeOffset="193178.41">19850 12552 0,'0'0'0,"0"0"16,0 0-16,9 0 15,0 0 1,10 0-16,9-9 16,10 0-1,9 0-15,10-1 16,-10 1-1,0-9-15,-10 8 16,-18 1-16,-9 0 16,-10 9-1</inkml:trace>
  <inkml:trace contextRef="#ctx0" brushRef="#br1" timeOffset="193454.47">19915 12700 0,'0'0'0,"0"0"16,0 0-16,0 0 16,10 0-16,9 0 15,9 0 1,10 0-16,-1 0 15,10-9 1,10-10-16,-10 1 16,-10-1-1,1-8-15,-10-1 16,-28 28-16</inkml:trace>
  <inkml:trace contextRef="#ctx0" brushRef="#br1" timeOffset="193868.87">20160 12137 0,'0'0'0,"0"0"15,0 0-15,9 0 16,10 9 0,10 0-16,18 10 15,-10-1-15,10 1 16,-9-1 0,-1 1-16,1 8 15,0 1 1,-1 0-16,-8 0 15,-11 8 1,1 1-16,-9 0 16,-10 9-16,-10 1 15,-18 17 1,-19 28-16,-19 1 16,-19-1-1,-9 10-15,94-102 16</inkml:trace>
  <inkml:trace contextRef="#ctx0" brushRef="#br1" timeOffset="197372.4">21054 11971 0,'0'0'0,"0"0"16,0 0-16,0 0 16,0 0-1,0 0-15,0 0 16,0 0 0,0 0-16,0 0 15,0 0 1,0 0-16,-10 0 15,1 9-15,0 0 16,-10 10 0,0 8-16,-9 20 15,-1 8 1,1 10-16,9-10 16,1 0-16,8-18 15,1 0 1,9-18-16,0-10 15,9 0 1,1 0-16,8-9 16,1 0-1,9 0-15,1 0 16,8 0-16,-8 0 16,-1 10-1,0-1-15,0 9 16,-9 1-1,0-1-15,-10 10 16,-9 9 0,0 9-16,-9 0 15,-1 9-15,-8-8 16,-1-10 0,0-19-16,0 0 15,10-8 1,9-10-16</inkml:trace>
  <inkml:trace contextRef="#ctx0" brushRef="#br1" timeOffset="197707.4">20903 12155 0,'0'0'16,"0"0"-16,0 0 16,10-9-1,8-9-15,20-1 16,19-8-1,18-10-15,9-9 16,-8 9 0,-1 0-16,-19 9 15,1 10-15,-19 8 16,-38 10 0</inkml:trace>
  <inkml:trace contextRef="#ctx0" brushRef="#br1" timeOffset="199602.26">21835 12682 0,'0'0'0,"0"0"16,0 0 0,0 0-16,0 0 15,0 0 1,-19 9-16,-19 28 15,-18 27-15,-20 29 16,-18 27 0,10 27-16,8-18 15,11-9 1,8-18-16,20-47 16,37-55-1</inkml:trace>
  <inkml:trace contextRef="#ctx0" brushRef="#br1" timeOffset="200004.61">21891 12229 0,'0'0'16,"0"0"0,0 0-16,0 0 15,0 0-15,0 10 16,0 17-1,0 10-15,0 9 16,9 10 0,-9 8-16,0 1 15,0 9 1,0 0-16,0-19 16,0-18-16,0-19 15,0-8 1,0-10-16</inkml:trace>
  <inkml:trace contextRef="#ctx0" brushRef="#br1" timeOffset="200485.33">22258 12248 0,'0'0'0,"0"0"15,0 0-15,-9 9 16,-1 9 0,1 10-16,-1 0 15,-9 9-15,10-10 16,0 1-1,9 0-15,0-10 16,9-9 0,10 1-16,0-10 15,9 0 1,0 0-16,0 0 16,1 0-16,-1 9 15,-9 0 1,-1 0-16,-8 19 15,-1 0 1,-9 18-16,-9 9 16,-1 1-1,-8-10-15,8-9 16,-9-10-16,1-8 16,-11-1-1,29-18-15</inkml:trace>
  <inkml:trace contextRef="#ctx0" brushRef="#br1" timeOffset="200769.31">22230 12377 0,'0'0'0,"0"0"16,0 0-16,19-9 15,37-19-15,19-9 16,29 0 0,-1-9-16,1 0 15,-20 0 1,10 0-16,-37 18 15,-57 28 1</inkml:trace>
  <inkml:trace contextRef="#ctx0" brushRef="#br1" timeOffset="202346.66">20339 15063 0,'0'0'15,"0"0"-15,9 0 16,10-9-1,9-1-15,0 1 16,1 0 0,-1 0-16,0-1 15,0 1-15,1-9 16,-11 8 0,-18 10-16</inkml:trace>
  <inkml:trace contextRef="#ctx0" brushRef="#br1" timeOffset="202610.91">20414 15284 0,'0'0'16,"0"0"-16,0 0 15,0 0 1,9 0-16,10 0 16,10-9-1,-1 0-15,9-10 16,1 1-16,9-10 16,-19-9-1,-28 37-15</inkml:trace>
  <inkml:trace contextRef="#ctx0" brushRef="#br1" timeOffset="202985.93">20499 14804 0,'0'0'0,"0"0"16,0 0 0,9 0-16,10 0 15,19 0 1,9 0-16,0 10 16,9-1-16,-9 9 15,-9 1 1,-1 8-16,-8 10 15,-1 0 1,-9 9-16,-10 1 16,0-1-16,-9 0 15,-18 0 1,-11 9-16,-18 10 16,-9 9-1,56-74-15</inkml:trace>
  <inkml:trace contextRef="#ctx0" brushRef="#br1" timeOffset="205286.31">21496 14334 0,'0'0'0,"0"0"16,0 0-1,0 0-15,0 0 16,0 0 0,0 9-16,-9 9 15,-1 1 1,1 8-16,-10 10 16,-9 10-16,-1 17 15,1 10 1,-9 0-16,8 0 15,1 0 1,0-10-16,9-18 16,0 0-16,10-18 15,-1-9 1,10-10-16,0 0 16,0-9-1,0 0-15,0 0 16,10 0-1,9 0-15,18-9 16,1 0-16,9-1 16,0 1-1,9-9-15,10 8 16,-19 1 0,0 0-16,0 9 15,-9-9 1,-10 9-16,-9 0 15,0 0-15,-10-10 16,-9 10 0</inkml:trace>
  <inkml:trace contextRef="#ctx0" brushRef="#br1" timeOffset="205586.06">21552 14694 0,'0'0'16,"0"0"-16,0 9 15,0 0 1,0 10-16,-9 17 16,0 20-1,-1 18-15,1 27 16,-1 10-1,10 27-15,0 1 16,10-28-16,-1-19 16,1-9-1,-10-37-15,0-18 16,0-28 0</inkml:trace>
  <inkml:trace contextRef="#ctx0" brushRef="#br1" timeOffset="206575.41">22154 15266 0,'0'0'0,"0"0"16,0 0-16,-9 9 15,0 0-15,-1 19 16,-9 27-1,-9 19-15,-9 46 16,-1 28 0,0 9-16,10-19 15,0-18 1,28-120-16</inkml:trace>
  <inkml:trace contextRef="#ctx0" brushRef="#br1" timeOffset="207258.51">22371 14638 0,'0'0'0,"0"0"16,0 0-16,0 0 15,0 0-15,9-9 16,1-9-1,8-1-15,11-9 16,8 1 0,-8 8-16,8 1 15,-9 9 1,-9-1-16,0 10 16,0 10-16,-10 8 15,1 19 1,-20 18-16,-18 28 15,-19 19 1,0-1-16,9-27 16,1-18-16,8-19 15,11-10 1,-1 1-16,9-10 16,1-8-1,0-1-15,9-9 16,0 0-1,0 0-15,0 0 16,0 0-16,9 0 16,19-9-1,19-1-15,19 1 16,0 9 0,-10 0-16,1 0 15,-10-9 1,0 0-16,-47 9 15</inkml:trace>
  <inkml:trace contextRef="#ctx0" brushRef="#br1" timeOffset="207719.39">23001 14518 0,'0'0'0,"0"0"0,0 0 16,0 0 0,-9 9-16,-1 10 15,1 9 1,-1 9-16,-8 9 16,8 0-1,1 9-15,-1 10 16,10-10-16,0 1 15,10-10 1,9-9-16,-1-10 16,11-8-1,-1-10-15,10-9 16,-10-9 0,0-10-16,10-8 15,-10-1-15,0-18 16,-9 0-1,-10 0-15,-9-1 16,0 10 0,-9 1-16,-10-1 15,-9 9-15,-29 9 16,57 19 0</inkml:trace>
  <inkml:trace contextRef="#ctx0" brushRef="#br1" timeOffset="208862.55">27686 8021 0,'0'0'0,"0"0"15,0 0 1,0 0-16,0 0 16,0 0-1,9 0-15,20-10 16,18 1-1,9-9-15,10-1 16,-10 1-16,-9 9 16,-9-10-1,-10 10-15,-9 0 16,0-1 0,-10 10-16,-9 0 15,0 0-15</inkml:trace>
  <inkml:trace contextRef="#ctx0" brushRef="#br1" timeOffset="209103.22">27630 8150 0,'0'0'0,"0"0"16,0 0-16,9 0 15,10 0 1,28 0-16,9 0 16,10-9-16,0-10 15,0 1 1,-10-19-16,1-9 16,-57 46-1</inkml:trace>
  <inkml:trace contextRef="#ctx0" brushRef="#br1" timeOffset="209473.37">27921 7633 0,'0'0'0,"0"0"15,0 0-15,10 9 16,8 0 0,20 10-16,18-1 15,1 1-15,-10-10 16,0 0 0,-9 0-16,-1 1 15,-9 8 1,-9 1-16,0-1 15,-9 19 1,-1 0-16,-18 18 16,-1 1-16,-18 8 15,-19 1 1,-19 9-16,-28 18 16,94-92-1</inkml:trace>
  <inkml:trace contextRef="#ctx0" brushRef="#br1" timeOffset="213095.3">28956 7661 0,'0'0'0,"0"0"0,0 0 16,0 0-16,0 0 16,0 0-1,0 0-15,0 0 16,0 0-1,0 0-15,0 0 16,0 0-16,0 0 16,0 0-1,-9-10-15,9 1 16,0 0 0,0 0-16,0-1 15,0 1-15,9 0 16,0 0-1,10 0-15,19-1 16,18 1 0,20 0-16,-1 0 15,0-1 1,-9 1-16,-10 0 16,-18 0-16,-10-1 15,0 1 1,-9 0-16,0 0 15,-10 0 1,-9 9-16,0 0 16,0 0-1,0 0-15,0 0 16,0 0-16,0 0 16,0 9-1,0 0-15,0 9 16,0 1-1,-9 9-15,0 9 16,-1 9 0,1 0-16,-1 9 15,10 1-15,0-10 16,0 0 0,-9 0-16,0-9 15,9-9 1,0-1-16,-10-8 15,10-1-15,0-9 16,0 1 0,0-1-16,0 0 15,0-9 1,0 0-16,0 0 16,0 0-16</inkml:trace>
  <inkml:trace contextRef="#ctx0" brushRef="#br1" timeOffset="213402.57">30198 8011 0,'0'0'0,"0"0"15,0 0-15,0 0 16,0 10 0,-10 8-16,-8 19 15,-11 37 1,-27 55-16,-38 93 15,-57 119-15,57-147 16</inkml:trace>
  <inkml:trace contextRef="#ctx0" brushRef="#br1" timeOffset="-206927.1">30781 7679 0,'0'0'0,"0"0"0,0 0 15,0 0 1,0 0-16,0 0 16,0 0-1,9 0-15,10-9 16,9 0-16,1-1 15,8 1 1,-8 0-16,8 9 16,-9 9-1,1 0-15,-1 10 16,-9 9 0,-10 8-16,-9 11 15,-9 8-15,-20 0 16,-8 1-1,-1-10 1,1-9-16,8-10 16,11-8-16,-1-1 15,0-8-15,9-1 16,10-9 0,0 0-16,0 0 15,19 9 1,19 0-16,37 1 15,19-20 1,10 1-16,-1-9 16,1-10-16,-1-9 15,-103 37 1</inkml:trace>
  <inkml:trace contextRef="#ctx0" brushRef="#br1" timeOffset="-206423.99">32004 7467 0,'0'0'0,"-9"0"15,-10 9-15,-9 9 16,-1 10 0,-8 0-16,-1 9 15,10-10-15,9 1 16,10 0 0,-1-10-16,10-8 15,10 8 1,8 0-16,20 1 15,19 9 1,8-1-16,-8 1 16,-10 0-16,-19-10 15,-9 10 1,0 0-16,-10-1 16,-9 10-1,-9 0-15,-10 0 16,-19-9-1,1-1-15,-10-8 16,-10-19-16,10-9 16,-9-10-1,18 1-15,38 18 16</inkml:trace>
  <inkml:trace contextRef="#ctx0" brushRef="#br1" timeOffset="-206210.09">31891 7614 0,'0'0'0,"0"0"16,28-18 0,29-19-16,37 0 15,19 0 1,18 0-16,1 10 15,28-1-15,66-9 16</inkml:trace>
</inkml:ink>
</file>

<file path=ppt/ink/ink6.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8:29:59.748"/>
    </inkml:context>
    <inkml:brush xml:id="br0">
      <inkml:brushProperty name="width" value="0.05292" units="cm"/>
      <inkml:brushProperty name="height" value="0.05292" units="cm"/>
      <inkml:brushProperty name="color" value="#002060"/>
    </inkml:brush>
  </inkml:definitions>
  <inkml:trace contextRef="#ctx0" brushRef="#br0">27535 10116 0,'0'0'0,"0"0"16,0 0-16,10 0 15,18 0 1,19-10-16,19 1 15,19-9-15,-1-1 16,1 1 0,-10 9-16,-9-10 15,-9 1 1,-10 8-16,-10 1 16,-9 0-1,-9 0-15,-19 9 16</inkml:trace>
  <inkml:trace contextRef="#ctx0" brushRef="#br0" timeOffset="258.75">27658 10254 0,'0'0'0,"0"9"15,0 1-15,0-10 16,0 9-1,0-9-15,0 9 16,9 0 0,10-9-16,28 0 15,9-9-15,20-9 16,-10-1 0,-10-9-16,0 1 15,10-10 1,-66 37-16</inkml:trace>
  <inkml:trace contextRef="#ctx0" brushRef="#br0" timeOffset="661.27">28043 9747 0,'0'0'16,"0"0"-1,0 0-15,19 9 16,10 9-16,18 1 16,9-1-1,0 1-15,1-1 16,-10 0-1,-9 1-15,-1-1 16,-18 1 0,0-1-16,-10 10 15,1 0 1,-20 9-16,-18 27 16,-19 1-16,-19-1 15,0 1 1,0-19-16,1-9 15,18-18 1,47-19-16</inkml:trace>
  <inkml:trace contextRef="#ctx0" brushRef="#br0" timeOffset="4913.71">29916 9783 0,'0'0'0,"0"0"0,0 0 16,9-9 0,0 0-16,1 0 15,-1-10 1,1-8-16,-1-10 15,-9 0-15,-9-9 16,-1 9 0,-9-9-16,-9 9 15,-9 9 1,-11 9-16,-8 1 16,9 18-16,0 0 15,0 18 1,9 1-16,10 9 15,0 9 1,0 9-16,9 0 16,9-9-1,20 0-15,-1-10 16,19-8-16,19-1 16,10-8-1,9-20-15,-10-8 16,-9-1-1,-9 1-15,-10-1 16,0 1 0,-9 0-16,0-1 15,-10 10-15,1 0 16,-1 9 0,-9 0-16,0 0 15,0 0 1,0 0-16,10 18 15,-1 1 1,0 17-16,1 20 16,-1 8-16,-9 1 15,0 0 1,-9 8-16,9-8 16,0-19-16,0-9 15,0-9 1,0-19-16,0 0 15,0-9 1,0 0-16</inkml:trace>
  <inkml:trace contextRef="#ctx0" brushRef="#br0" timeOffset="5180.42">30442 10153 0,'0'0'0,"0"0"16,0 0 0,0 9-16,-9 19 15,-10 8 1,-9 20-16,-19 18 15,-19 18 1,-9 9-16,-10-17 16,85-84-16</inkml:trace>
  <inkml:trace contextRef="#ctx0" brushRef="#br0" timeOffset="6928.38">30659 9617 0,'0'0'0,"0"0"15,0 0-15,0 0 16,0 0-1,0 0-15,0 0 16,0 0 0,0 0-16,0 0 15,0 0-15,0 0 16,0-9 0,0 0-16,9-10 15,10 1 1,9-1-16,10-8 15,9 8 1,9 1-16,-9 9 16,0 9-1,0 0-15,-9 9 16,-10 0-16,-9 10 16,0-1-1,-10 0-15,-9 19 16,-9 10-1,-10 8-15,0-9 16,0 0-16,1-9 16,8-9-1,1-10-15,9 1 16,0-10 0,9 0-16,10 0 15,19 1 1,-1-1-16,10 0 15,-9 0-15,0 10 16,-10-1 0,-9 1-16,-10-1 15,0 10 1,-9 9-16,-18 18 16,-20 1-16,-9 8 15,-9-8 1,-1-1-16,10-18 15,9-9 1,10-10-16,9-9 16,19-9-16</inkml:trace>
  <inkml:trace contextRef="#ctx0" brushRef="#br0" timeOffset="7441.82">31703 9525 0,'0'0'0,"0"0"15,0 0-15,0 0 16,-9 9 0,-1 10-16,-9 8 15,1 10-15,-1 0 16,9-9 0,10 0-16,0-1 15,10-8 1,9-1-16,18 1 15,29-1 1,28 10-16,-9-10 16,-10 1-16,-9-1 15,-29 1 1,1 8-16,-19 1 16,0 9-1,-10-9-15,-9 9 16,-19 9-1,-18 0-15,-20 0 16,1-9-16,-10-9 16,-9-19-1,75-9-15</inkml:trace>
  <inkml:trace contextRef="#ctx0" brushRef="#br0" timeOffset="7692.56">31496 9673 0,'0'0'0,"0"0"16,9-10-16,10-8 15,28-10 1,29 1-16,27-20 15,48 1 1,-10-9-16,-10 18 16,1-9-16,-132 46 15</inkml:trace>
  <inkml:trace contextRef="#ctx0" brushRef="#br0" timeOffset="8875.48">27583 12746 0,'0'0'0,"0"0"16,9-9-1,19 0-15,29-10 16,27 1 0,10-10-16,-18 10 15,-11-1-15,1 1 16,-9-1 0,-20 1-16,-8-1 15,-29 19 1</inkml:trace>
  <inkml:trace contextRef="#ctx0" brushRef="#br0" timeOffset="9147.34">27724 12912 0,'0'0'0,"0"0"15,0 0 1,0 0-16,9 0 16,10 0-1,28-9-15,28-9 16,10-10-16,-1 0 16,-8 1-1,18-10-15,-10-10 16,-18-8-1,-66 55-15</inkml:trace>
  <inkml:trace contextRef="#ctx0" brushRef="#br0" timeOffset="9659.16">28241 12312 0,'0'0'0,"0"0"15,0 0 1,0 0-16,9 0 16,20 0-1,27 0-15,19 0 16,1 0-16,-1 0 15,0 0 1,-9 0-16,-10 0 16,-18 0-1,0 10-15,-10-1 16,-9 0-16,0 10 16,-10 8-1,-9 10-15,-9 9 16,-20 19-1,-18-1-15,-9 10 16,9-9 0,0-19-16,9-9 15,1-9-15,8-10 16,10 1 0,10-10-16,0 0 15,-1-9 1,10 0-16,0 0 15,0 0-15,0 0 16</inkml:trace>
  <inkml:trace contextRef="#ctx0" brushRef="#br0" timeOffset="11192.39">30028 11574 0,'0'0'0,"0"0"16,0 0-16,0 0 16,0 0-1,0 9-15,-9 10 16,0 8-1,-1 1-15,-9 9 16,-18 18 0,-1 19-16,-9 9 15,0 0-15,9 0 16,1 0 0,9 1-16,9-1 15,9-10 1,1-8-16,9-10 15,19-8-15,0-11 16,9-8 0,19 0-16,9-10 15,1-8 1,9-1-16,-1-18 16,1-1-16,-9-8 15,-10-1 1,-10-8-16,-8-1 15,-1 0 1,-19 1-16,1-10 16,-10 9-1,-10 0-15,1 10 16,-19-1-16,-10 1 16,-9 9-1,-9 9-15,-10 18 16,0 10-1,0 9-15,19-10 16,9-8 0,10-1-16,28-18 15</inkml:trace>
  <inkml:trace contextRef="#ctx0" brushRef="#br0" timeOffset="11575.84">31073 12506 0,'0'0'16,"0"0"-16,-10 9 16,1 1-1,-1 8-15,-8 1 16,-1 8-1,-19 19-15,-9 10 16,-28 45 0,-19 10-16,-28 64 15,-20 19-15</inkml:trace>
  <inkml:trace contextRef="#ctx0" brushRef="#br0" timeOffset="13684.55">31374 11989 0,'0'0'0,"0"0"16,0 0-16,0 0 16,0 0-1,0 0-15,0 0 16,9-9-1,1 0-15,18-10 16,9-8-16,10-1 16,0 0-1,10 1-15,-29 17 16,0 1 0,-9 9-16,0 0 15,-10 9 1,1 1-16,-10 17 15,-10 10-15,-8 19 16,-11-1 0,-8 0-16,8-8 15,1-11 1,9-8-16,10-9 16,0-1-1,9-9-15,9 1 16,10-1-16,18-9 15,20 0 1,-10 9-16,9 0 16,-9 0-1,-9 10-15,-10-1 16,-9 10-16,-9 9 16,-10 9-1,-10 0-15,-18 10 16,-10-1-1,-9-9-15,0-9 16,10-28 0,-1-9-16,38 0 15</inkml:trace>
  <inkml:trace contextRef="#ctx0" brushRef="#br0" timeOffset="14259.31">32343 11888 0,'0'0'0,"0"0"16,0 0-16,0 0 15,-10 9 1,1 9-16,-1 10 16,-8 18-1,-1 0-15,0 10 16,10-10-16,-1 9 16,10 1-1,0-10-15,10-18 16,8-1-1,11-8-15,8-10 16,29-9-16,9-9 16,1-10-1,-1-8-15,0-10 16,-18 0 0,-20 9-16,-9 0 15,-9 1-15,0-1 16,-10-9-1,-9 0-15,-9 0 16,-19 0 0,-10 0-16,-9 0 15,-19 10 1,-37 8-16,-1 19 16,1 19-16,-1 8 15,10 20 1,94-47-16</inkml:trace>
  <inkml:trace contextRef="#ctx0" brushRef="#br0" timeOffset="15202.77">29229 14684 0,'0'0'15,"0"0"-15,0 0 16,0 0 0,19 0-16,9 0 15,19 0 1,9-9-16,1 0 16,-1 0-16,-9-1 15,0 1 1,-9 0-16,-10 0 15,-9 9 1,-19 0-16,0 0 16,0 0-1,-19 9-15,19-9 16</inkml:trace>
  <inkml:trace contextRef="#ctx0" brushRef="#br0" timeOffset="15442.63">29201 14934 0,'0'0'15,"0"0"-15,0 0 16,0 0 0,0 9-16,9 0 15,0-9-15,20 0 16,8 0 0,20 0-16,-1 0 15,-9 0 1,0 0-16,0-9 15,10-10-15,-10-8 16,0-10 0,-10-9-16,-37 46 15</inkml:trace>
  <inkml:trace contextRef="#ctx0" brushRef="#br0" timeOffset="15922.17">29596 14398 0,'0'0'15,"0"0"-15,0 0 16,0 0-16,0 0 16,0 0-1,19 9-15,9 1 16,0 8-1,0 1-15,0-1 16,10 1 0,-10-1-16,-9 0 15,0 1-15,0-1 16,-10 1 0,1-1-16,-1 1 15,-9 8 1,-9 1-16,-10 9 15,0 0-15,-19 9 16,10-9 0,-10 0-16,1 0 15,9-9 1,-1-10-16,1 0 16,9-8-1,10-1-15,-1 0 16,1 0-16,9-9 15,0 0 1,0 0-16,0 0 16</inkml:trace>
  <inkml:trace contextRef="#ctx0" brushRef="#br0" timeOffset="17170.71">30555 14168 0,'0'0'0,"0"9"16,0 0-1,0 9-15,0 10 16,0 9 0,0 18-16,10 10 15,-10 18 1,0 9-16,-10 1 16,1-10-1,-1-9-15,10-10 16,-9-18-16,9-18 15,0-19 1,0-9-16,0 0 16</inkml:trace>
  <inkml:trace contextRef="#ctx0" brushRef="#br0" timeOffset="17535.14">30885 14029 0,'0'0'0,"0"0"16,0 0-16,0 0 15,0 9-15,0 10 16,9 18-1,0 0-15,1 27 16,-10 1 0,0 18-16,0 18 15,0-8 1,0-19-16,0-10 16,0-18-16,0-18 15,0-10 1,0-8-16,9-1 15,-9-9 1,0 0-16</inkml:trace>
  <inkml:trace contextRef="#ctx0" brushRef="#br0" timeOffset="17826.14">31505 14740 0,'0'0'16,"0"0"-16,0 9 15,0 0-15,0 19 16,-9 9-1,-19 18-15,-19 37 16,-10 19 0,-27 9-16,-10 19 15,94-139 1</inkml:trace>
  <inkml:trace contextRef="#ctx0" brushRef="#br0" timeOffset="22126.37">32192 14029 0,'0'0'0,"0"0"0,0 0 16,0-9-1,0 0-15,0-1 16,0-8-16,0 9 16,0-1-1,0 10-15,0 0 16,0 0-1,-9 10-15,-1 17 16,-18 38 0,-10 18-16,-9 0 15,0 19 1,10-19-16,-1 0 16,10-9-16,9-19 15,10-18 1,-1-9-16,10-1 15,10-8-15,18-1 16,28-9 0,10 1-16,-19-10 15,0-10 1,10-8-16,-20 0 16,-8-10-1,-11 0-15,-18 28 16</inkml:trace>
  <inkml:trace contextRef="#ctx0" brushRef="#br0" timeOffset="22343.72">32098 14463 0,'0'0'16,"0"0"-16,0 0 16,0 9-1,-9 10-15,-1 17 16,10 11-1,0 8-15,10 19 16,-1 18 0,0 0-16,10-27 15,-9-28-15,-1-9 16,-9-28 0</inkml:trace>
  <inkml:trace contextRef="#ctx0" brushRef="#br0" timeOffset="22809.12">32606 14149 0,'0'0'0,"0"0"16,0 0-16,0 9 16,-9 1-1,-1 8-15,-9 10 16,10-1-16,0 1 16,9 0-1,0-1-15,9 1 16,0 0-1,10-1-15,0 1 16,9 0 0,10 0-16,0-1 15,-1 1-15,-9 0 16,1-1 0,-11 1-16,-8 9 15,-1 9-15,-18 0 16,-10 10-1,-9-10-15,0-9 16,-1-28 0,29-9-16</inkml:trace>
  <inkml:trace contextRef="#ctx0" brushRef="#br0" timeOffset="23009.05">32493 14260 0,'0'0'0,"0"0"15,19 0 1,19-19-16,46-27 16,48-18-1,19-19-15,-151 83 16</inkml:trace>
</inkml:ink>
</file>

<file path=ppt/ink/ink7.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8:31:18.64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002060"/>
    </inkml:brush>
    <inkml:brush xml:id="br3">
      <inkml:brushProperty name="width" value="0.05292" units="cm"/>
      <inkml:brushProperty name="height" value="0.05292" units="cm"/>
      <inkml:brushProperty name="color" value="#FFC000"/>
    </inkml:brush>
    <inkml:brush xml:id="br4">
      <inkml:brushProperty name="width" value="0.05292" units="cm"/>
      <inkml:brushProperty name="height" value="0.05292" units="cm"/>
      <inkml:brushProperty name="color" value="#7030A0"/>
    </inkml:brush>
  </inkml:definitions>
  <inkml:trace contextRef="#ctx0" brushRef="#br0">30508 15977 0,'0'0'0,"0"0"0,0 0 16,0 0-1,0 0-15,0 0 16,0 0 0,0 0-16,0 0 15,0 0 1,10 0-16,8 0 16,11 0-16,-1 0 15,10 0 1,18 0-16,0-10 15,20 1 1,8 0-16,10 0 16,0-1-1,-18 1-15,-1 9 16,0-9-16,1 0 16,8-1-1,-9 1-15,-9 0 16,-9 0-16,-1 0 15,10-1 1,0 1-16,0 0 16,0 0-1,-10-1-15,-9 10 16,10 0 0,-1 0-16,-9-9 15,0 9-15,0 0 16,0-9-1,-9 9-15,-1 0 16,1-9 0,-10-1-16,0 1 15,-9 9 1,0 0-16,0 0 16,0 0-16,0-9 15,-10 9 1,0-9-16,-9 9 15</inkml:trace>
  <inkml:trace contextRef="#ctx0" brushRef="#br0" timeOffset="716.47">30828 16097 0,'0'0'0,"0"0"15,0 0 1,0 0-16,9 0 16,10 0-1,10 0-15,8 0 16,10 0-16,10 0 15,18 0 1,0-10-16,0 1 16,19 0-1,10-10-15,9 1 16,-10 9-16,10-10 16,0 1-1,-9-1-15,-10 1 16,0-1-1,9 1-15,-9-1 16,-9 10 0,-19 0-16,-10 0 15,-9 0-15,-9-1 16,-10 1 0,-9 9-16,-19 0 15</inkml:trace>
  <inkml:trace contextRef="#ctx0" brushRef="#br1" timeOffset="30366.99">24309 11629 0,'0'0'0,"0"0"16,0 0-16,0 0 16,9 0-16,10 0 15,0 0 1,9 10-16,10-10 16,-1 0-1,10 0-15,10 0 16,9-10-1,9 1-15,10-9 16,9-1-16,0-8 16,37-1-1,-18 0-15,10 0 16,8 1 0,1-1-16,-10 10 15,-9-1-15,19 1 16,0-10-1,-20 10-15,1-1 16,10 1 0,-10 8-16,-10-8 15,10 9 1,-10-1-16,1 1 16,-10 0-16,-19 0 15,10 0 1,0-1-16,-10 1 15,0 0 1,0 9-16,1-9 16,-1-1-16,0 10 15,19-9 1,-19 0-16,1 0 16,-10-1-1,28 1-15,-19 0 16,10 0-1,-10 0-15,9-10 16,-8 10-16,8 0 16,1-1-1,0 1-15,-10 0 16,0 0 0,0 0-16,10 9 15,0-10-15,-1 10 16,-8 0-1,-1 0-15,10-9 16,-1 9 0,-8-9-16,-1 9 15,0 0 1,10 0-16,-10 0 16,0 0-16,1-9 15,-1-1 1,0 10-16,0 0 15,10-9 1,-10 9-16,1 0 16,-1-9-1,-9 0-15,9 9 16,10-10-16,9 1 16,-10 0-1,-8 0-15,18 0 16,0-1-1,-10 1-15,1 0 16,-19 9-16,9-9 16,-9-1-1,-10 1-15,-9 0 16,1 9 0,-11-9-16,1-1 15,-1 1-15,1-9 16,-10-1-1,10-8-15,0-10 16,-1-9 0,1-1-16,-10-8 15,0 0 1,0-10-16,10-9 16,-10-9-16,1 0 15,-1 0 1,-9-9-16,-1-10 15,1 1 1,0 8-16,0 10 16,-10-9-1,1 0-15,-10 18 16,0 9-16,0 19 16,0 9-1,-10 0-15,1 10 16,-1 8-1,1 1-15,0 8 16,-1 1-16,1 0 16,-1 0-1,1 0-15,-10-1 16,0 1 0,1 0-16,-11 9 15,1 0 1,-19-9-16,-19-1 15,-28 1 1,-9 9-16,-10 0 16,-19 0-16,-18 0 15,-1 9 1,-18-9-16,-19 10 16,-1-1-16,-8 9 15,9 1 1,-19-1-16,9 10 15,1 0 1,-1-1-16,-9 1 16,-9 0-1,18 9-15,1-1 16,-10 1-16,9 0 16,10-9-1,9 0-15,-9-1 16,19 1-1,-1-9-15,20-1 16,-1-9 0,-9 0-16,19 10 15,-9-1-15,9-8 16,0-10 0,9 0-16,0 9 15,0-9 1,20 0-16,-1 0 15,0 0-15,-10 0 16,11 0 0,8 0-16,-9 9 15,0-9 1,0 9-16,19 1 16,0-1-1,0 0-15,0 0 16,19 0-16,0 10 15,9-1 1,0 1-16,0-1 16,10 1-1,-1-1-15,10 10 16,10-10-16,-1 10 16,10-10-1,9 10-15,0 0 16,0 9-1,10 0-15,-1 18 16,10 0 0,10 10-16,9 0 15,-1 9-15,11 9 16,8 9 0,1 0-16,-10-18 15,0 9 1,1-9-16,-1 0 15,-9 0 1,-1-19-16,1-9 16,-9-9-16,-1-9 15,0-1 1,1-8-16,-1-1 16,1 1-1,-1 8-15,10 1 16,-19-28-16</inkml:trace>
  <inkml:trace contextRef="#ctx0" brushRef="#br1" timeOffset="31298.2">23688 14324 0,'0'0'15,"0"0"-15,0 0 16,-10 19 0,1 18-16,0 37 15,9 18 1,0 37-16,0 10 15,9 27 1,0 0-16,20 18 16,-1-8-16,10 27 15,9 9 1,0-27-16,0-10 16,0-46-1,-10-27-15,-8-1 16,-11-36-1,1-10-15,-9-18 16,-1-18-16,-9-10 16,0-9-1,0 0-15</inkml:trace>
  <inkml:trace contextRef="#ctx0" brushRef="#br1" timeOffset="33431.35">23669 14620 0,'0'0'0,"0"0"15,9 0 1,20-9-16,27-1 16,38 10-16,28 10 15,20-1 1,27-9-16,0 0 16,38 0-1,-28-9-15,66-28 16,-29 0-16,38-9 15,19-1 1,-10 1-16,29-9 16,-38 9-1,28 9-15,-47 0 16,10 9 0,-10 1-16,10-1 15,-10 0-15,0 0 16,-9 1-1,-1 8-15,-8-8 16,-1-1 0,-28 0-16,19 1 15,-28 8-15,9-9 16,-9 1 0,-10 8-16,10-8 15,-10 8 1,1 1-16,-1-10 15,-18 9-15,18 10 16,-9 0 0,-19 9-16,28 0 15,-28-9 1,-9 9-16,0 9 16,-19-9-1,-10 9-15,-28 0 16,1 1-16,-20-1 15,1 0 1,-10 0-16,0 10 16,0-1-1,-10 1-15,10 8 16,-9 10 0,9 10-16,-9 17 15,-1 10 1,-9 18-16,1 1 15,-10 17-15,-1 1 16,1-9 0,-9-10-16,-10-18 15,0 0-15,0-1 16,0 1 0,-10-9-16,1-1 15,-1 1 1,1 0-16,0-1 15,-10 10 1,0 9-16,0-18 16,-19 9-16,-9-10 15,-9 1 1,-10-1-16,-9-8 16,-29-1-1,-27 1-15,-10-10 16,-19 0-16,-38 0 15,29 0 1,-57 10-16,28-10 16,-37 9-1,9 0-15,-28 1 16,19-1 0,-28-18-16,18 0 15,-9-9 1,-19-10-16,10 1 15,-19 8-15,0 1 16,-1 0 0,-8-1-16,18 20 15,-19-10 1,29 9-16,-10-19 16,-9 1-16,37 0 15,-28-10 1,38-9-16,-9 1 15,27-10 1,-18 0-16,38 0 16,-20 0-1,38-10-15,-18 1 16,28 0-16,18-10 16,19 1-1,1 0-15,8-1 16,10 1-1,19-1-15,19 1 16,9-1-16,19 10 16,10 0-1,8 0-15,11 9 16,8 0 0,1 0-16,-1 0 15,10 0-15,0 0 16,0 0-1,0 0-15,0 0 16,0 0 0,10-10-16,18 1 15,28-19-15,20 10 16,18-10 0,19-9-16,18 0 15,1-9 1,37-9-16,1-10 15,8 1 1,39-10-16,-10 9 16,28-9-1,-19 10-15,38-10 16,-9-9-16,28 9 16,-10 9-1,19-8-15,10-1 16,-19 0-1,37 0-15,-18 0 16,-10 10-16,29-1 16,-10 0-1,0-18-15,9 10 16,-28 8 0,10 0-16,0 1 15,-20-10-15,-8 0 16,-1 0-1,-28 0-15,10 1 16,-47 8 0,27 10-16,-37 8 15,10-8 1,-19 9-16,-10 0 16,10 0-16,-29 9 15,-18 0 1,-19 9-16,-19 10 15,47-10 1,-94 19-16,-28-1 16,-19 10-1,0 0-15,0 0 16</inkml:trace>
  <inkml:trace contextRef="#ctx0" brushRef="#br1" timeOffset="34178.53">23998 14647 0,'0'0'16,"-9"-9"-16,-1 0 15,10 9 1,0 0-16,10 0 16,46 9-1,67 19-15,46 27 16,57-9-16,9 19 15,28 9 1,1 9-16,65 9 16,-9-18-1,28 9-15,9-18 16,20 27 0,18 0-16,-9 1 15,-10-1-15,19-9 16,0 0-1,-19 0-15,1-9 16,-48-9 0,10-10-16,-20-9 15,-18 9-15,-37-8 16,-10-1 0,-57-19-16,-18 10 15,-28-9 1,-38-9-16,-19-1 15,-29-9-15,-27 0 16,-19-9 0,-10 0-16,-9 0 15,0 0 1</inkml:trace>
  <inkml:trace contextRef="#ctx0" brushRef="#br1" timeOffset="35019.39">32032 9276 0,'0'0'0,"0"0"16,-9 9-16,-10 9 15,-9 19 1,-19 10-16,-10-1 16,-27 0-1,-39 0-15,-27-9 16,-29-9-16,-47-19 16,-18-18-1,-10 9-15,-38 9 16,-9 9-1,19 10-15,-66 37 16,56 8 0,-37 20-16,9 8 15,28 1-15,-9 18 16,0 0 0,28-28-16,-9 10 15,9-10 1,38-9-16,-28 0 15,37-28 1,0 10-16,38-10 16,19 1-16,9-10 15,19 0 1,37-18-16,1 9 16,28-10-1,28-17-15,9-1 16,10-9-16,18 0 15,1-19 1,9 19-16</inkml:trace>
  <inkml:trace contextRef="#ctx0" brushRef="#br1" timeOffset="35600.18">24723 10088 0,'0'0'0,"0"0"15,0 0-15,18 0 16,39 0-1,37 18-15,28 1 16,48 9 0,8 9-16,39-1 15,27 1 1,29-9-16,9-9 16,10-1-16,28-9 15,-29 0 1,39 1-16,-10-1 15,9 9 1,-9 1-16,0 9 16,18 18-1,-56 0-15,38 18 16,-28-8-16,-19 8 16,-29-17-1,-8-11-15,-30 1 16,-36-9-1,-20-9-15,-27-10 16,-39 0-16,-18 0 16,-19-9-1,-9 0-15,-19 0 16,-10 0 0,-9 0-16,0 0 15,0 0 1</inkml:trace>
  <inkml:trace contextRef="#ctx0" brushRef="#br2" timeOffset="52320.67">15278 7255 0,'0'0'0,"0"0"0,0 0 15,0-10-15,0 1 16,0-9 0,0-1-16,0-18 15,-10 0 1,1 0-16,-1-9 15,1-9-15,0-1 16,-1 10 0,1-9-16,-1 0 15,1-1 1,0 10-16,-1 0 16,10 9-1,0-9-15,0 9 16,0 0-16,0 9 15,0 1 1,10-1-16,-1 0 16,19 1-1,0-1-15,19 0 16,0 10-16,1 8 16,-1 1-1,9 0-15,10 9 16,0 0-1,0 0-15,-10 0 16,-18 0 0,-1 0-16,-9 0 15,1 0-15,-1 0 16,-9 9 0,0 0-16,-1 1 15,1-1 1,-9 9-16,-1 1 15,10-1-15,-10 1 16,10 8 0,0 1-16,-10 9 15,1 0 1,-10 9-16,0 10 16,0-1-1,0-9-15,0 0 16,0 0-16,0 0 15,0-9 1,0 0-16,0 0 16,0-9-1,-10 0-15,10-1 16,0-8-16,0 8 16,0-8-1,-9-1-15,-1 1 16,1-1-1,0 1-15,-10-10 16,0 9 0,-9 1-16,0-1 15,-29 1-15,-9-10 16,66-9 0</inkml:trace>
  <inkml:trace contextRef="#ctx0" brushRef="#br2" timeOffset="63368.98">32587 886 0,'0'0'0,"0"0"16,0 0-16,0 0 15,0 0 1,0 0-16,0 0 16,0 0-1,0 0-15,0 0 16,0 0-16,-9 9 16,-1 1-1,-8 26-15,-11-8 16,-8 27-1,-20 29-15,1 26 16,-1 10-16,10-9 16,0 18-1,10 10-15,18-29 16,10-17 0,9-10-16,9-9 15,19-19 1,10 0-16,28 1 15,18-29-15,10-17 16,0-20 0,-9-8-16,-19-10 15,-19-9 1,-9-9-16,-20 0 16,-8-9-1,-20-1-15,-18 1 16,-19 0-16,-19 8 15,-28 11 1,-19 8-16,10 19 16,9 18-1,9 19-15,10 8 16,18 1-16,29-9 16,9-9-1,19-10-15,19-9 16,-19 0-1</inkml:trace>
  <inkml:trace contextRef="#ctx0" brushRef="#br2" timeOffset="64470.92">33029 628 0,'0'0'0,"0"0"16,0 0-16,0 0 15,0 0 1,0 0-16,0 0 16,-18-19-16,-11 10 15,-18-10 1,-75-8-16,28 8 16,-10 19-1,1 19-15,9-10 16,19 9-1,-10 29-15,47-38 16,-18 28-16,-19 9 16,9 0-1,9 19-15,1-1 16,9 1 0,9-1-16,-9 10 15,0 19 1,0 8-16,0-9 15,9 1-15,-9 18 16,19-10 0,0 1-16,19-10 15,-1-18 1,10 9-16,10-9 16,-1-1-16,0-17 15,10-1 1,0 1-16,0-10 15,9 0 1,10 9-16,-1 1 16,1-1-1,0-9-15,18 0 16,0-9-16,29-9 16,9-19-1,0-9-15,0-18 16,0-10-1,-9-9-15,-10 0 16,1-9-16,-11 9 16,1-9-1,0 9-15,-9-9 16,-1-10 0,1 1-16,-10 0 15,-10-1-15,1 1 16,-1 0-1,-8-10-15,-1 0 16,0 1 0,0-10-16,1 9 15,-1-9 1,0-9-16,10-64 16,-10 27-16,-28 18 15,0 19 1,-19-9-16,-19 0 15,1 18 1,9 37-16,-19 0 16,-29-9-1,-27 9-15,-1 9 16,-27 19-16,-39 9 16,-46 28-1,-19-19-15</inkml:trace>
  <inkml:trace contextRef="#ctx0" brushRef="#br2" timeOffset="67305">26134 4375 0,'0'0'16,"0"0"-16,0 0 16,-10-9-1,1-1-15,0 10 16,-10 0-16,-9 0 15,-1 10 1,-8-1-16,-1 9 16,0 10-1,1 9-15,9 9 16,9 9 0,9-8-16,1 17 15,18 1-15,10-10 16,19 1-1,-1-29-15,29 1 16,0-19 0,9-27-16,1-19 15,-11-19-15,-8 1 16,-19 0 0,-10-1-16,-9-8 15,-10 18 1,-9 9-16,-9 9 15,-10 0 1,0 10-16,-9 9 16,-19-1-16,0 10 15,0 10 1,0 8-16,18 0 16,1 1-1,19-10-15,9 0 16,0-9-1,9 0-15,29-9 16,46-19-16,20-18 16,-1 0-1,-27 0-15,-10 9 16,-19 19 0,-10-1-16,-9 10 15,-9 9-15,0 9 16,0 10-1,9 18-15,0 18 16,1 28 0,-11 9-16,1-9 15,-9 19 1,-1 9-16,0-1 16,-9-17-16,10 8 15,-10-18 1,0-18-16,0-10 15,0-18 1,0-18-16,0-10 16,0-9-16,-10-9 15,10 9 1</inkml:trace>
  <inkml:trace contextRef="#ctx0" brushRef="#br2" timeOffset="67620.89">26736 4144 0,'9'-9'15,"29"0"-15,28-10 16,28 10-1,-28 18-15,-10 10 16,-28 8 0,1 19-16,-20 19 15,-28 27-15,-28 19 16,-19-19 0,10-18-16,-10 0 15,19-28 1,9-18-16,38-28 15</inkml:trace>
  <inkml:trace contextRef="#ctx0" brushRef="#br2" timeOffset="67955.66">27244 3516 0,'0'0'0,"0"0"16,9 19-16,10 18 15,9 27-15,1 29 16,-1 27-1,0 9-15,-9-18 16,9 18 0,-9-9-16,0-28 15,-10-27 1,10-19-16,-10-28 16,-9-18-16</inkml:trace>
  <inkml:trace contextRef="#ctx0" brushRef="#br2" timeOffset="68270.58">27272 4310 0,'0'0'16,"9"-9"-16,29-19 15,37-9 1,10 0-16,-10 19 16,-9 9-1,-9 0-15,-1 18 16,0 9-16,-18 1 16,0 18-1,-1 9-15,-8 0 16,-11 0-1,1-9-15,-9-19 16,-10-18 0</inkml:trace>
  <inkml:trace contextRef="#ctx0" brushRef="#br2" timeOffset="68451.55">27921 3756 0,'0'0'0,"0"0"15,0 0 1,10 10-16,-10-10 16</inkml:trace>
  <inkml:trace contextRef="#ctx0" brushRef="#br2" timeOffset="69136.03">28467 4384 0,'0'9'15,"-10"28"-15,1 19 16,0 17-16,-1-17 16,1-10-1,9-18-15,0-19 16,0-9 0,9-37-16,1-65 15,-10-27 1,0 0-16,0 18 15,9 37-15,0 28 16,1 9 0,-1 19-16,1 9 15,-1 9 1,10 18-16,18 28 16,1 10-16,0 17 15,-10 11 1,0-1-16,-9-19 15,0-8 1,-10-29-16,1 1 16,-1-19-1,0-9-15,10-18 16,9-28-16,1-28 16,-10 0-1,-1 0-15,1 19 16,-9 18-1,-1 18-15,0 10 16,1 0 0,-1 9-16,10 9 15,9 28-15,10 18 16,-1 10 0,-8-10-16,-1-8 15,0-11 1,-9-17-16,9-10 15,-28-9-15</inkml:trace>
  <inkml:trace contextRef="#ctx0" brushRef="#br2" timeOffset="70051.07">29615 3969 0,'0'0'0,"0"0"15,0 0 1,-10 0-16,1 0 16,-10 0-1,0 9-15,-9 0 16,0 19-1,-1 0-15,1 9 16,9-1-16,10 1 16,9-9-1,0-10 1,0-8-16,9-1 16,1-9-16,18-9 15,0-10 1,0-18-16,-9 10 15,0-1-15,0 0 16,-10 10 0,1 9-16,-1-1 15,-9 10 1,0 0-16,0 0 16,0 0-1,10 10-15,-1 8 16,10 1-16,0-1 15,-1 10 1,11-1-16,8-8 16,-9-1-1,10-9-15,0-9 16,-1 0-16,1-9 16,0-18-1,-1-20-15,1-17 16,-10-1-1,-9-27-15,0 0 16,0-1 0,-10 1-16,0 27 15,-9-8-15,0 17 16,0 19 0,0 10-16,0 8 15,-9 10 1,0 0-16,-1 9 15,-9 0-15,0 9 16,1 0 0,-1 10-16,0 8 15,0 10 1,0 9-16,10 0 16,9 10-1,9 8-15,20 10 16,18 28-16,0-10 15,9 0 1,10-8-16,9-1 16,10 9-1,-85-92-15</inkml:trace>
  <inkml:trace contextRef="#ctx0" brushRef="#br3" timeOffset="90462.4">23773 12035 0,'0'0'0,"0"0"0,0 0 16,0 10 0,-10 8-16,1 19 15,-1 9 1,-9 19-16,10 18 15,0 9 1,-1 10-16,1 18 16,9 9-16,0 0 15,0 0 1,0 19-16,9-19 16,1 0-1,-1 1-15,0-20 16,1-17-1,-1-19-15,1-19 16,-1-9-16,-9-9 16,0-9-1,0-19-15,0 0 16,0-9 0,10-18-16,-10 18 15</inkml:trace>
  <inkml:trace contextRef="#ctx0" brushRef="#br3" timeOffset="92069.24">23622 12017 0,'0'0'15,"0"0"1,0 0-16,0 0 16,0 0-16,0 9 15,9 10 1,10 8-16,28 10 16,47 0-1,0-18-15,19-10 16,38 0-1,18-9-15,-28-9 16,47 0-16,10-10 16,0 10-1,18-9-15,19-1 16,0 1 0,10-1-16,-10 10 15,19-10-15,-19-8 16,29 8-1,-39-8-15,39-1 16,-29 0 0,10 1-16,-20-1 15,11 0 1,-11 0-16,1 1 16,-19-1-16,0-9 15,-9 10 1,9-10-16,-19 9 15,19-9 1,-29 0-16,11 0 16,-1 0-1,-19 10-15,19-1 16,-28 9-16,-9 1 16,9-1-1,-29 1-15,1 9 16,-10 0-1,1-1-15,-20 1 16,-9 0-16,0 9 16,0-9-1,-18 9-15,-11 0 16,-8 0 0,-10 0-16,0 0 15,-9 9-15,-1 0 16,1 0-1,-1 1-15,-8 8 16,8 0 0,-9 1-16,1 9 15,-1 18 1,0 9-16,-9 1 16,0 8-16,0 10 15,-1 0 1,1 18-16,0 0 15,-10-9 1,1-9-16,-10 0 16,9 0-1,-9 0-15,0-19 16,0-9-16,0-9 16,0-9-1,-9 9-15,9-9 16,-10-10-1,1 0-15,0 10 16,-10 0-16,-9-10 16,-19 10-1,-10 0-15,-18 9 16,-10-10 0,-28 10-16,-9 0 15,-10-9 1,-18 0-16,-20-1 15,11 1-15,-30 9 16,20-10 0,-47 1-16,9 9 15,-10-9 1,1 9-16,-10 0 16,0 0-16,1-10 15,8 10 1,-27-9-16,8-10 15,-8 10 1,18-10-16,-18 1 16,8-1-1,-8 10-15,9-9 16,-10-1-16,19 10 16,-9-1-1,19-8-15,-20 9 16,20-10-1,0 10-15,18-10 16,-9 10 0,10-1-16,18 1 15,0 0-15,10 0 16,-1-10 0,11 10-16,27-10 15,-19 1 1,20-10-16,18 0 15,19 0-15,9 1 16,10-1 0,9 0-16,9-9 15,-18 28 1,75-28-16</inkml:trace>
  <inkml:trace contextRef="#ctx0" brushRef="#br0" timeOffset="95736.22">30941 3821 0,'0'0'0,"0"0"15,0 0 1,0 0-16,9 9 15,29 10 1,9-1-16,19 1 16,9 8-1,10-8-15,-10-10 16,0 0-16,-9-9 16,-19 0-1,-9-9-15,-38 9 16</inkml:trace>
  <inkml:trace contextRef="#ctx0" brushRef="#br0" timeOffset="96212.88">32343 3360 0,'0'0'16,"0"0"-16,0 0 16,0 0-16,0 9 15,0 19 1,0 18-16,9 18 16,-9 10-1,-9 0-15,-1 18 16,1-18-1,-1 9-15,-8-18 16,-1-10-16,9-18 16,1-9-1,9-19-15,0-9 16,0 0 0,0 0-16,0 0 15</inkml:trace>
  <inkml:trace contextRef="#ctx0" brushRef="#br0" timeOffset="97338.87">32860 3166 0,'0'0'16,"0"0"-16,0 0 16,0 0-1,0-9-15,0-1 16,0 1-1,0 9-15,0-9 16,0 9-16,0-9 16,0-1-1,-9 1-15,-1 0 16,-9 0 0,-9-1-16,0 1 15,-10 9-15,1 0 16,-20 9-1,1 1-15,-10 8 16,0 1 0,10-1-16,-1 1 15,1 8 1,9 1-16,-10 9 16,1 0-16,-1 0 15,1 18 1,0 0-16,9 1 15,-1-1 1,11-9-16,-1 0 16,10-9-16,0 0 15,9-9 1,0 9-16,0-9 16,1 9-1,8-10-15,1 10 16,-1 0-1,-9 9-15,10-9 16,0 0-16,9 0 16,0-9-1,9-1-15,0-8 16,10 8 0,10-8-16,8 9 15,20-1-15,18-8 16,19-1-1,0-9-15,0 1 16,10-1 0,8-9-16,-8 0 15,-10-9 1,-19-1-16,-9-8 16,-9 9-16,-1-10 15,-18 1 1,9-19-16,0-9 15,0-10 1,-10 1-16,-8 0 16,-1-1-1,0 1-15,0-10 16,-9 10-16,-10 0 16,1-1-1,-10 1-15,-10 9 16,-18-1-1,-9 1-15,-29 0 16,-19 0-16,-18 18 16,-1 10-1,10 9-15,0 9 16,19 9 0,-1 19-16,76-28 15</inkml:trace>
  <inkml:trace contextRef="#ctx0" brushRef="#br0" timeOffset="100754.23">4327 15773 0,'0'0'15,"-9"-9"-15,-10 0 16,-9 0-16,-10 0 16,-28 18-16,-37 37 15,0 19 1,27 8-16,10-8 15,29-19 1,18-9-16,19-9 16,9-10-1,20-9-15,27 1 16,57-10-16,-19 0 16,0 9-1,-19 0-15,-18 10 16,-20 17-1,-8 20-15,-29 27 16,-29 0 0,-27 28-16,-38 9 15,-10-19-15,10-18 16,0-18 0,10-10-16,18-27 15,9-10 1,20-8-16,18-20 15,19 10-15</inkml:trace>
  <inkml:trace contextRef="#ctx0" brushRef="#br0" timeOffset="101236.03">4581 16226 0,'0'0'0,"0"0"16,0 0-1,0 9-15,0 19 16,0 18-16,0 18 16,0 1-1,10-10-15,-1-8 16,1-20-1,8-8-15,11-10 16,18-18-16,9-28 16,19-37-1,-28 0-15,-9 0 16,-19 10 0,-10-1-16,-18 19 15,-10 0 1,-9 18-16,-19 0 15,-10 19-15,1 18 16,-1 19 0,20 0-16,9-1 15,18-8 1,10-10-16,0-9 16,19-9-16,47-37 15,19-28 1,-85 74-16</inkml:trace>
  <inkml:trace contextRef="#ctx0" brushRef="#br0" timeOffset="101453.82">5240 15506 0,'0'0'15,"0"0"-15,0 0 16,9 9-16,10 19 16,0 27-1,0 37-15,0 38 16,-10 27-1,-9 18-15,0 0 16,-9-27 0,9 9-16,0-37 15,9-46-15,0-37 16,-9-37 0</inkml:trace>
  <inkml:trace contextRef="#ctx0" brushRef="#br0" timeOffset="101937.12">5541 15303 0,'0'0'16,"0"0"-16,0 9 15,0 28 1,0 28-16,0 36 16,9-9-1,1 1-15,-1-20 16,-9-17-16,0-19 16,0-19-1,0-18-15,0 0 16,0-9-1,0-19-15,0-36 16,10-19 0,8-10-16,1 20 15,0 8-15,9 19 16,10 9 0,-10 18-16,10 10 15,9 18 1,0 19-16,9 37 15,-9 27-15,0 9 16,-9 10 0,-10-18-16,0-10 15,-28-83 1</inkml:trace>
  <inkml:trace contextRef="#ctx0" brushRef="#br0" timeOffset="102369.11">6341 16383 0,'0'0'0,"9"0"16,19-10-16,29-8 15,18-1-15,0 1 16,-9 0 0,-19 8-16,-9 1 15,-29 9 1,-9 0-16</inkml:trace>
  <inkml:trace contextRef="#ctx0" brushRef="#br0" timeOffset="102602.2">6247 16789 0,'0'0'0,"0"0"15,28-19 1,19-8-16,28-10 16,10 0-1,9-9-15,-19 9 16,0-9 0,-18-1-16,-10-8 15,-47 55-15</inkml:trace>
  <inkml:trace contextRef="#ctx0" brushRef="#br0" timeOffset="102991.6">6707 15940 0,'0'0'0,"0"0"16,-9 9-16,9-9 15,0 9 1,0 0-16,0 1 15,9-1 1,20 9-16,18 1 16,9-1-1,10-9-15,9 1 16,-9-1-16,-9 9 16,-1 1-1,-9-1-15,-9 10 16,-10 0-16,-9 18 15,-10 18 1,-18 10-16,-10 0 16,-9 0-1,-10 0-15,0-10 16,1-8 0,9-19-16,9-10 15,0-8-15,10-19 16,9 0-1</inkml:trace>
  <inkml:trace contextRef="#ctx0" brushRef="#br0" timeOffset="103935.18">8184 14970 0,'0'0'0,"0"0"15,0 0-15,-9-9 16,-19 18 0,-19 19-16,-10 28 15,-9 8 1,10 10-16,0 18 15,18-9-15,19-9 16,10-9 0,18-10-16,10 1 15,0 8 1,9 10-16,0 0 16,-9 9-1,0-9-15,0 18 16,-10 0-16,-9 10 15,-9-19 1,-10-9-16,0-19 16,0-18-1,0-9-15,10-10 16,0-9-16,-1 1 16,1-10-1,-1 0-15,10 0 16,0 0-1,0 0-15,0 0 16,0 0 0,10 9-16,9 0 15,9 19-15,9 18 16,20 28 0,-10 0-16,0 9 15,-9 0 1,-1-9-16,1-19 15,-10-18 1,-9-19-16,0-8 16,0-10-16,9-19 15,-28 19 1</inkml:trace>
  <inkml:trace contextRef="#ctx0" brushRef="#br0" timeOffset="104502.25">8824 16004 0,'0'0'0,"0"-9"15,0-19-15,-9 1 16,-10-10-1,-9 0-15,-10 0 16,-9 9 0,0 19-16,0 9 15,0 9-15,0 19 16,9 9 0,1 27-16,8 1 15,20 18 1,0 9-16,18 1 15,10-38 1,0-9-16,9-18 16,0-19-16,29-18 15,-1-19 1,-9-9-16,0-9 16,-9 0-1,-10 0-15,-9 9 16,-10 9-16,1 10 15,-1 9 1,-9-1-16,0 10 16,9 0-1,1 10-15,9 17 16,9 29-16,0 17 16,0-8-1,10 0-15,-1-19 16,-18-19-1,-19-27-15</inkml:trace>
  <inkml:trace contextRef="#ctx0" brushRef="#br0" timeOffset="104752.07">9586 16346 0,'0'0'16,"0"9"-16,-9 19 15,-10 18 1,-19 28-16,-9 27 16,-9 10-1,-1 9-15,10-19 16,10-27-16,37-74 15</inkml:trace>
  <inkml:trace contextRef="#ctx0" brushRef="#br0" timeOffset="105171.04">9897 15700 0,'0'0'0,"0"0"16,0 0-16,0 0 15,0 0-15,-10 18 16,-9 10-1,-18 18-15,-1 19 16,0 8 0,1 1-16,9 0 15,9-9 1,9 18-16,10-9 16,10-10-16,9 1 15,18-10 1,10-18-16,29-9 15,-1-19 1,0-18-16,0-28 16,-9-19-1,-66 56-15</inkml:trace>
  <inkml:trace contextRef="#ctx0" brushRef="#br0" timeOffset="105851.95">9962 15266 0,'0'0'15,"0"0"-15,0 0 16,10-9-1,-1-1-15,10 1 16,9 9 0,10 9-16,0 1 15,9 17 1,0 10-16,9 19 16,-9 8-16,0 19 15,0 10 1,-9 17-16,-1 10 15,-8-18 1,-1-10-16,0-18 16,-9-28-1,9 0-15,-9-18 16,9-10-16,-9-8 16,0-1-1,-10 0-15,1-9 16,-1 9-1,0-9-15,1 10 16,-1 8-16,1 10 16,-1-1-1,10 20-15,0-1 16,-10-9 0,1 0-16,-1-1 15,0 11 1,-9-10-16,0 18 15,-9 0-15,-10 1 16,-9-10 0,0 0-16,-1-9 15,11-9 1,-1-10-16,0-18 16,-9-9-16,0-19 15,28 28 1</inkml:trace>
  <inkml:trace contextRef="#ctx0" brushRef="#br0" timeOffset="106208.72">11101 15838 0,'0'0'16,"0"0"-16,0 0 15,0 0 1,0 0-16,19-9 15,9 0-15,28-10 16,19-9 0,-9 10-16,-9-10 15,-10 10 1,-19-1-16,0 1 16,-28 18-16</inkml:trace>
  <inkml:trace contextRef="#ctx0" brushRef="#br0" timeOffset="106469.19">11073 16216 0,'0'0'15,"0"0"-15,18-9 16,20-9-16,28-1 16,9-8-1,-9-1-15,-10 0 16,1-9 0,-20 10-16,-37 27 15</inkml:trace>
  <inkml:trace contextRef="#ctx0" brushRef="#br0" timeOffset="107076.62">11270 15626 0,'0'0'0,"0"0"16,0 0-16,0 0 15,0 0 1,9 0-16,1 0 16,18 0-16,0 0 15,19 9 1,0 0-16,0 0 16,0 1-1,1-1-15,-11 0 16,1 0-16,-1 1 15,1-1 1,-10 9-16,0 1 16,1-1-1,-1 1-15,0 8 16,-9 1 0,0-9-16,-10-1 15,1 0-15,-1-8 16,0-1-1,1 0-15,-1 0 16,-9 1 0,0-10-16,0 0 15,0 9-15,0 0 16,0 0 0,-9 10-16,-1 8 15,-18 10 1,-19 28-16,-19 27 15,-9 19 1,9-19-16,0-9 16,10 0-16,9-18 15,0-19 1,9-18-16,38-28 16</inkml:trace>
  <inkml:trace contextRef="#ctx0" brushRef="#br0" timeOffset="107918.81">12286 15607 0,'0'0'0,"0"0"15,0 0 1,0 0-16,0 0 15,0 0 1,0 0-16,0 0 16,0 0-16,9-9 15,1 0 1,-1-10-16,10 1 16,0 0-1,9-1-15,-9 10 16,0 9-1,0 0-15,-1 9 16,1 10-16,-9 8 16,-10 19-1,-10 10-15,-9 18 16,-9-1 0,-9-8-16,-1-10 15,19-18-15,0-9 16,10-10-1,-1-8-15,10-1 16,0-9 0,10 0-16,9 0 15,18 0 1,10 0-16,10 9 16,-10 0-16,-10 1 15,1-1 1,-10 0-16,-9 10 15,0 8 1,-10 10-16,-9 28 16,-9 9-16,-19-1 15,0 1 1,-1-28-16,-8 1 16,8-11-1,1-8-15,9-9 16,10-10-1,0-9-15,-10-9 16,0-28-16,10-19 16,9 56-1</inkml:trace>
  <inkml:trace contextRef="#ctx0" brushRef="#br0" timeOffset="108554.32">13001 15598 0,'0'0'0,"0"0"15,0 0 1,0 0-16,0 0 15,0 0 1,0 0-16,-9 0 16,-10 9-16,-9 10 15,-1-1 1,-8 10-16,9 9 16,-1 9-1,1 19-15,9 8 16,10 29-16,18 0 15,10 8 1,9-8-16,10-28 16,9-10-1,0-18-15,9-9 16,1-18 0,-1-10-16,-9-18 15,0-10-15,-9 1 16,-10-1-1,0-8-15,-9-10 16,-9-9 0,-10-19-16,-10-18 15,1-19-15,-10 10 16,0 9 0,-9 18-16,0 1 15,0 8 1,-1 20-16,-18-11 15,0 10 1,-19 1-16,-18 8 16,-39 19-16,-46 18 15,-66 9 1</inkml:trace>
  <inkml:trace contextRef="#ctx0" brushRef="#br0" timeOffset="120285.88">14506 16503 0,'0'0'0,"0"0"16,0 0-16,0 0 15,-28 9 1,-38 19-16,-37 8 15,-48 29 1,-9 9-16,-9 0 16,0 9-1,18-9-15,1-10 16,-1 1-16,19-1 16,10 1-1,19 9-15,8-9 16,11-10-1,18-9-15,28-9 16,1 0-16,37-37 16</inkml:trace>
  <inkml:trace contextRef="#ctx0" brushRef="#br0" timeOffset="120720.27">14732 16909 0,'0'0'0,"0"0"16,0 0-16,-19-10 15,-9 1 1,-28-9-16,-20-1 16,-18 10-1,0 9-15,-28 9 16,-10 10-1,-18 18-15,-10 9 16,-10 18-16,-27 38 16,-1 18-1,29-18-15,0-1 16,9 10 0,19-10-16,141-101 15</inkml:trace>
  <inkml:trace contextRef="#ctx0" brushRef="#br0" timeOffset="172504.81">2907 15238 0,'0'0'0,"0"0"15,0 0-15,-10 9 16,1 19-16,0 18 16,-1 19-1,1 18-15,-1 9 16,1 19-1,0 18-15,-1 0 16,10 10 0,0 45-16,0-27 15,10 0-15,-1 9 16,0-9 0,10-9-16,0-37 15,-10-37 1,-9-19-16,0-27 15,0-28 1</inkml:trace>
  <inkml:trace contextRef="#ctx0" brushRef="#br0" timeOffset="174653.97">2747 15349 0,'0'0'0,"9"0"16,29 9 0,18 0-16,20 1 15,37-10-15,9-10 16,0-8 0,10-1-16,0-8 15,-1-1 1,10-9-16,-9 9 15,0 1 1,9 8-16,19 1 16,-10-1-16,20 10 15,-1 9 1,0 0-16,1 0 16,18 0-16,0 0 15,10 9 1,-10-9-16,28 0 15,-37 0 1,37 0-16,-28-9 16,19 0-1,0 0-15,10-1 16,-10-8-16,9 0 16,0 8-1,-18 1-15,28 0 16,-10 0-1,19-10-15,-28 10 16,19 0-16,-19-1 16,19 1-1,-19 0-15,18-9 16,-18-10 0,19-9-16,-19 0 15,-9 0 1,9-9-16,-38 0 15,10-10-15,-29 10 16,1 9 0,-10 0-16,-19 10 15,-9 8 1,0 10-16,-19 0 16,10 9-1,-10 9-15,-10 0 16,1 10-16,0 8 15,-1 10 1,-8 10-16,-11-1 16,1 9-1,0 10-15,-9 18 16,-1 9-16,-9 10 16,0-1-1,0 10-15,-9 9 16,-1-9-1,1-10-15,0 1 16,-10-1 0,0 1-16,0-10 15,0 0-15,1 10 16,-1-10 0,-9 10-16,0-29 15,-1 38 1,1-9-16,-9-1 15,-1-8-15,-9-1 16,-9 0 0,-1-18-16,-9-9 15,1-19 1,-11-9-16,1 0 16,-10-10-1,-9-8-15,-9-1 16,-10 1-16,0-10 15,0 0 1,-9-9-16,0 0 16,-19 0-1,9 0-15,1 0 16,-1 0 0,-9 0-16,0 0 15,0 0-15,0 0 16,-1 9-1,-17-9-15,-1 10 16,0-10 0,0 0-16,0 0 15,-9 0 1,-10 0-16,10 0 16,-10 0-16,0 0 15,10 0 1,-10 0-16,-18 9 15,18-9 1,0 0-16,-9 9 16,10 0-16,-1-9 15,-9 0 1,0 9-16,18-9 16,-18 0-1,0 0-15,9 0 16,-9 0-16,-9 0 15,18 0 1,0 0-16,-18-9 16,18 9-1,0 0-15,1 0 16,-10 0 0,9 0-16,-9 0 15,0 9-15,9-9 16,0 10-1,-9-10-15,-9 9 16,18 0 0,0-9-16,1 0 15,-20 0 1,10 0-16,0 0 16,9 0-16,-18 0 15,18 9 1,0-9-16,1 10 15,-11-10 1,1 9-16,19-9 16,-10 0-16,1 9 15,-1-9 1,0 0-16,10 0 16,0 0-1,-1 0-15,1 0 16,-10 0-16,19 0 15,-18 9 1,8-9-16,-8 10 16,18-10-1,0 0-15,-9 0 16,9 0 0,9 0-16,10 0 15,0 0-15,0 0 16,19 0-1,9 9-15,9 0 16,57-9 0</inkml:trace>
  <inkml:trace contextRef="#ctx0" brushRef="#br4" timeOffset="-201087.97">16811 16983 0,'0'0'0,"0"0"0,0 0 15,0 0 1,0 0-16,-9 0 16,-1 0-1,-18 0-15,0 0 16,-10 9-16,-9 0 16,-9 9-1,9 1-15,0 9 16,0-1-1,-10 19-15,1 10 16,9-1-16,9 10 16,0 9-1,10-10-15,9 1 16,10-1 0,9-8-16,0-1 15,9 1 1,1-19-16,9-10 15,-1 1-15,1 0 16,0-1 0,9-8-16,0 8 15,10-8 1,0-1-16,-1 1 16,10-10-1,0 0-15,10-9 16,-1-9-16,1 0 15,-10-10 1,0-8-16,-19-1 16,0-9-1,0-18-15,1-1 16,-10-8-16,-10-1 16,-9 10-1,0-1-15,0 1 16,-9 0-1,-1-1-15,-9 1 16,0 18-16,1 0 16,-1 0-1,0 9-15,-9 10 16,0-1 0,-1 1-16,-8 9 15,-1 9 1,0 9-16,1 9 15,-1 19-15,10 0 16,9 0 0,19-37-16</inkml:trace>
  <inkml:trace contextRef="#ctx0" brushRef="#br4" timeOffset="-200572.6">17855 16807 0,'0'0'16,"0"0"-16,0 0 16,0 0-1,-9-9-15,-1 0 16,-8 9 0,-20 0-16,-18 9 15,-10 19 1,0 9-16,0-1 15,10 11-15,9 8 16,-1 28 0,11 9-16,9 1 15,9 8 1,9 10-16,10 9 16,0-28-1,10-9-15,9-9 16,9-18-16,0-20 15,10-8 1,9-9-16,9-10 16,19-9-1,-75 0-15</inkml:trace>
  <inkml:trace contextRef="#ctx0" brushRef="#br4" timeOffset="-199905.73">18034 17462 0,'0'0'16,"0"0"-16,0 0 15,0 0 1,-9-9-16,9 0 16,0-9-16,0-1 15,9-9 1,10-8-16,9-1 15,10 0 1,-10 18-16,0 10 16,0 9-16,1 9 15,-1 10 1,-9 18-16,-1 18 16,-8 19-1,-20 18-15,1-9 16,-19-9-1,0-9-15,9-19 16,0-9-16,-9 0 16,9-10-1,9-8-15,1-10 16,0 0 0,-1 0-16,10-9 15,0 0-15,0 0 16,10 0-1,18 0-15,19 0 16,19-9 0,9 0-16,19-9 15,-19 8 1,1-8-16,-20-10 16,-9 0-16,-47 28 15</inkml:trace>
  <inkml:trace contextRef="#ctx0" brushRef="#br4" timeOffset="-199320.93">18636 16881 0,'0'0'0,"0"0"15,0 0-15,0 9 16,0 10 0,0 18-16,9 18 15,1 10-15,-1-10 16,1-9-1,-10-18-15,0-10 16,0 1 0,0-19-16,0 0 15,0 0 1,0-9-16,0-10 16,0-18-16,0-9 15,0-9 1,9 8-16,1 1 15,-1 19 1,10-1-16,-10 9 16,10 10-1,0 0-15,0 9 16,9 9-16,9 10 16,1 8-1,0 10-15,-1 9 16,-8 1-1,-1 8-15,-9-9 16,-10-18-16,0-10 16,1-8-1,-10-10-15</inkml:trace>
  <inkml:trace contextRef="#ctx0" brushRef="#br4" timeOffset="-198773.08">18947 16641 0,'0'0'0,"0"0"16,0 0-16,0 0 15,0 0 1,0 0-16,0 0 16,0 0-16,0 0 15,9 0 1,0 0-16,10-9 16,0 9-1,9-9-15,0 9 16,10 0-1,0 0-15,-1 0 16,10 9-16,10 9 16,9 19-1,-10 0-15,10 9 16,-19 0 0,-9-9-16,-1 9 15,-9 1-15,-9-1 16,-9 0-1,-1 19-15,0 8 16,-9 10 0,-9 19-16,0 9 15,-10 9-15,-9-19 16,-10-8 0,-28 8-16,-19-9 15,85-92 1</inkml:trace>
  <inkml:trace contextRef="#ctx0" brushRef="#br4" timeOffset="-197292.5">15569 16632 0,'0'0'16,"-9"-9"-16,-1-10 15,1 1-15,0-1 16,-1 1 0,1 9-16,-1-1 15,1 1 1,0 0-16,9 9 15,0 0 1,-10 9-16,1 10 16,-1 27-16,10 64 15,0 29 1,0 45-16,0 20 16,19-11-1,-19-8-15,0 0 16,0-38-1,-9-45-15,-1-38 16,1-18-16,0-9 16,-1-18-1,1-10-15,-1-9 16,-8 0 0,18 0-16</inkml:trace>
  <inkml:trace contextRef="#ctx0" brushRef="#br4" timeOffset="-195873.96">14995 16540 0,'0'0'16,"0"0"-16,0 0 15,10 0 1,18 0-16,28 0 16,20-10-1,37 10-15,0-9 16,18 0-16,20-10 15,-10-8 1,28-10-16,29-9 16,-38-1-1,37-8-15,-27 18 16,27 0-16,19 0 16,-18 10-1,18 8-15,-18 1 16,0-1-1,-20 10-15,1 0 16,0 0 0,-19 9-16,9 0 15,-18 0-15,-20 0 16,1-10 0,-10 10-16,-9-9 15,0 0 1,-10-10-16,10 10 15,-37 0 1,-1 0-16,-9 0 16,0-1-16,-1 10 15,-8 0 1,-10 10-16,-9-1 16,-1 0-1,1 9-15,-1 10 16,1 9-16,-10 18 15,1 28 1,-1 19-16,-9 9 16,-1 0-1,1-1-15,-9 1 16,-1 0 0,-9-19-16,0 0 15,0-9-15,0-9 16,0-9-1,0 9-15,-9-10 16,9 1 0,-10 0-16,10-1 15,-9 1-15,-1-1 16,10-8 0,-9-1-16,0-9 15,-1-9 1,1 0-16,-1 0 15,-8-9 1,-11 9-16,1-10 16,-10 10-16,1 0 15,-1-9 1,1 0-16,-10-1 16,-1 1-1,-8 0-15,0-10 16,-20 10-16,1-10 15,-10-9 1,-9 1-16,0-1 16,-19 0-1,0 0-15,-9 1 16,-10-10 0,-9 9-16,10-9 15,-10 9-15,-38 0 16,28 1-1,20-10-15,-1 9 16,0 0 0,10 0-16,-10 0 15,-9 1-15,0-1 16,0 0 0,0-9-16,0 0 15,9 9 1,-9-9-16,9 0 15,10-9-15,-10 9 16,-9 0 0,19-9-16,9 9 15,9-9 1,20-1-16,8 1 16,1 0-1,19 0-15,9-10 16,0 1-16,47 18 15</inkml:trace>
  <inkml:trace contextRef="#ctx0" brushRef="#br4" timeOffset="-187089.58">7977 6184 0,'0'0'0,"0"0"0,0 0 16</inkml:trace>
  <inkml:trace contextRef="#ctx0" brushRef="#br4" timeOffset="-185471.15">7375 6119 0,'0'0'16,"-18"0"-16,-11 0 16,1 0-16,0 0 15,0 9 1,-1 1-16,11-1 16,-1 0-16,9 0 15,10-9 1,0 10-16,19 8 15,38 1 1,18-1-16,57-9 16,18-9-16,20 0 15,18-9 1,0-9-16,0-1 16,10-9-1,-20 1-15,20-1 16,-38 10-1,-10 8-15,-18 1 16,-38 9 0,-19 9-16,-18 1 15,-20-1-15,-8 0 16,-11 0 0,-8 0-16,-10-9 15,0 0-15,-19 10 16,-37-1-1,-39 9-15,-27-8 16,-28-1 0,-1 0-16,1 10 15,-10-10 1,9 9-16,10-9 16,-9 1-1,-1-1-15,29 0 16,-10-9-16,19 0 15,0 0 1,29 0-16,-1 0 16,19 0-16,10 0 15,9 0 1,18 0-16,11 0 16,8 0-1,10 0-15,0 0 16,10 0-1,18 0-15,38 9 16,47-9-16,28 0 16,9 0-1,10 0-15,9 0 16,-18 0 0,9-9-16,-19 9 15,-9 0 1,9 0-16,-28 0 15,0 0-15,-19 9 16,-19 1 0,-19-10-16,-9 0 15,-9 0 1,-19 0-16,0 0 16,-10 0-16,-9 0 15,0 0 1,-28 0-16,-29 0 15,-46 0 1,-29 0-16,-9 0 16,-28 0-1,18 0-15,10 0 16,-9 0-16,-10 0 16,28 9-1,10 0-15,-1 0 16,20 1-1,28-1-15,9 0 16,9 0-16,20 0 16,8 1-1,11-10-15,8 0 16,10 0 0,0 0-16,0 0 15,38 0 1,37 0-16,47 0 15,10 0-15,47 0 16,-10 0 0,-9 0-16,9 0 15,-27 9 1,8 0-16,-18 0 16,-19 1-1,-19-1-15,-19-9 16,-9 9-16,-19-9 15,-19 0 1,-9 0-16,-10 0 16,1 0-1,-10 0-15,0 0 16,-19-9-16,-19 0 16,-37-1-1,-28 1-15,-10 9 16,-19 0-1,0 0-15,10 9 16,9-9 0,10 0-16,9 0 15,18 0-15,20 0 16,18-9 0,10 9-16,19 0 15,-1-9 1,10 9-16,10-9 15,18-10-15,9 1 16,-37 18 0</inkml:trace>
  <inkml:trace contextRef="#ctx0" brushRef="#br4" timeOffset="-182875.93">9765 4559 0,'0'0'16,"0"0"-16,0 0 15,0 0 1,0 0-16,9-9 16,10 0-1,9-9-15,10-1 16,9 1-16,-9 8 15,-1 10 1,-9 10-16,-9-1 16,-9 9-1,-10 19-15,-19 19 16,-19 17 0,-18 10-16,9-18 15,0 0 1,19-19-16,9-9 15,0-10-15,9-8 16,10-10 0,0-9-16,10 9 15,28 1 1,27-10-16,29-10 16,1-8-16,17-10 15,-18-18 1,-9-9-16,-85 55 15</inkml:trace>
  <inkml:trace contextRef="#ctx0" brushRef="#br4" timeOffset="-182308.42">10198 3840 0,'0'0'0,"0"0"16,0-10-1,9 1-15,19 0 16,29 0-1,-1-1-15,1 10 16,-10 10 0,-10-1-16,-9 0 15,-9 10-15,-9 8 16,-1 10 0,-9 9-16,-9 10 15,-10-1 1,0-9-16,0-9 15,10-18 1,-1-1-16,10-9 16,10 0-16,-1 1 15,10-10 1,19 9-16,9 0 16,-10-9-1,-8 9-15,-11 1 16,-8 8-1,-1 1-15,-18 17 16,-1 11-16,-18 17 16,0-18-1,0-9-15,28-37 16</inkml:trace>
  <inkml:trace contextRef="#ctx0" brushRef="#br4" timeOffset="-182025.98">11101 4559 0,'0'0'0,"19"-9"16,18-9 0,20-10-16,-1 10 15,1-1 1,-10 1-16,0-1 16,-10 1-1,-37 18-15</inkml:trace>
  <inkml:trace contextRef="#ctx0" brushRef="#br4" timeOffset="-181828.75">11336 4882 0,'0'0'0,"0"0"16,9 0-1,20 0-15,8 0 16,29-9-16,19-9 16,-85 18-1</inkml:trace>
  <inkml:trace contextRef="#ctx0" brushRef="#br4" timeOffset="-181208.41">12794 4209 0,'0'0'0,"0"0"16,9-10-16,1 1 15,-1-9 1,-9 9-16,-9-10 15,-1 1 1,-8-1-16,-11 1 16,-8 9-16,-10 9 15,-10 0 1,20 9-16,-1 0 16,10 9-1,9 1-15,10 9 16,9-1-1,9 1-15,19 9 16,29 0 0,18 0-16,0 0 15,-9-10-15,9 10 16,-18-9 0,-20 0-16,-8 9 15,-11-1 1,-8 11-16,-10-1 15,-10 9-15,-8 0 16,-1-18 0,0-9-16,0-9 15,0-10 1,1-9-16,-11-19 16,11-8-1,-1-29-15,19-36 16,19-28-16,56-28 15,47-27 1,38 0-16,-9-1 16</inkml:trace>
  <inkml:trace contextRef="#ctx0" brushRef="#br4" timeOffset="-177890.46">15588 4227 0,'0'0'0,"0"9"0,9 19 16,10 18-16,0 10 15,0 8 1,-10 10-16,1-9 16,-1-10-1,1 0-15,-10-18 16,0-9 0,0-10-16,0-8 15,0-1 1,0-9-16,0 0 15,0 0-15,0 0 16,0-9 0,0-19-16,9-9 15,0-9-15,10-19 16,9 1 0,1 8-16,8 10 15,1 0 1,-10 18-16,0 10 15,10 9 1,0 9-16,-1 0 16,1 18-16,9 19 15,0 18 1,-9 29-16,-1 8 16,-9 9-1,1 1-15,-29-102 16</inkml:trace>
  <inkml:trace contextRef="#ctx0" brushRef="#br4" timeOffset="-177342.08">17131 4218 0,'0'0'0,"0"0"16,0 0-1,9-9-15,1-1 16,-1 10-16,19-9 16,10 0-1,9 0-15,9 0 16,10-1-1,-19 1-15,-9 0 16,-19 0 0,-19 9-16</inkml:trace>
  <inkml:trace contextRef="#ctx0" brushRef="#br4" timeOffset="-177104.64">17197 4762 0,'0'0'0,"0"0"16,9 0-16,29-9 16,18-9-16,19-19 15,10-18 1,-10-10-16,-9-9 15,-19-9 1,-47 83-16</inkml:trace>
  <inkml:trace contextRef="#ctx0" brushRef="#br4" timeOffset="-176708.5">17677 3923 0,'0'0'16,"9"0"-16,19 0 15,29 9 1,8 9-16,-8 10 15,-1 9-15,-9 0 16,-9 0 0,-10 0-16,-9 9 15,-19-9 1,-9 18-16,-10 0 16,-9 1-16,-10-10 15,0 0 1,1-9-16,-1-9 15,10-10 1,9-9-16,19-9 16,0 0-1</inkml:trace>
  <inkml:trace contextRef="#ctx0" brushRef="#br4" timeOffset="-176091.55">18824 4153 0,'0'0'0,"0"0"15,0 0-15,0 0 16,0 0 0,0 0-16,0 0 15,10-9 1,8 0-16,11-10 16,18 1-16,0 9 15,9 0 1,-9 9-16,-9 9 15,-10 9 1,0 10-16,-9 9 16,-19 18-1,-9 10-15,-20 9 16,-8-1-16,-20 1 16,1-9-1,9-19-15,9-9 16,19-19-1,10-8-15,0-1 16,9-9-16,0 0 16,37 0-1,29-9-15,9-1 16,29-8 0,9 9-16,-19 0 15,0-1 1,-19 1-16,0 0 15,1-10-15,-10-18 16,-66 37 0</inkml:trace>
  <inkml:trace contextRef="#ctx0" brushRef="#br4" timeOffset="-175406.61">19784 3720 0,'0'0'0,"0"0"16,0 0-16,0 18 15,0 10 1,9 18-16,1 9 16,-1 10-1,0-10-15,-9-18 16,0-9 0,0 0-16,0-10 15,0 0 1,-9 1-16,0-10 15,-1 0-15,1-9 16,-1 0 0,1 0-16,0-9 15,-1 0 1,1-19-16,-1 1 16,1-10-16,9 0 15,9 0 1,1 9-16,18-9 15,0 0 1,10 0-16,18 0 16,-9 10-1,0-1-15,0 10 16,-9 8-16,-10 1 16,0 9-1,-9 0-15,0 9 16,0 10-1,-10 8-15,1 10 16,-1 28-16,1 9 16,-10-10-1,9-8-15,0-10 16,10-9 0,19-9-16,-38-28 15</inkml:trace>
  <inkml:trace contextRef="#ctx0" brushRef="#br4" timeOffset="-172867.88">15400 18044 0,'0'0'0,"0"0"0,0 9 16,0 0-16,0 10 16,0 9-1,0 8-15,0 1 16,0 10 0,0-11-16,-9-8 15,9-9-15,-10-1 16,1-9-1,9-9-15</inkml:trace>
  <inkml:trace contextRef="#ctx0" brushRef="#br4" timeOffset="-162641.15">22860 8916 0,'0'0'0,"0"0"16,9 0-16,10-9 15,19-1 1,37 1-16,29 0 16,27 0-1,10-10-15,-141 19 16</inkml:trace>
  <inkml:trace contextRef="#ctx0" brushRef="#br4" timeOffset="-161639.12">23133 8547 0,'0'0'0,"9"9"16,1 19-16,27 18 16,10 9-1,19 10-15,-9-10 16,8-18-1,-8 0-15,-10-9 16,-9-1-16,-20-17 16,-8 8-1,-1 0-15,-9 10 16,-9 9 0,-19 37-16,-29 27 15,1-8-15,56-93 16</inkml:trace>
  <inkml:trace contextRef="#ctx0" brushRef="#br4" timeOffset="-161141.78">23114 10503 0,'0'0'16,"0"0"-16,0 0 15,9 0-15,29 0 16,18 0-1,20-9-15,18 0 16,-19 0 0,-18-1-16,8-8 15,-27-10-15,0-9 16,-20 10 0,-8-10-16,-10 9 15,0 28 1</inkml:trace>
  <inkml:trace contextRef="#ctx0" brushRef="#br4" timeOffset="-160871.59">23471 10199 0,'0'0'16,"0"0"-1,10 0-15,9 0 16,9 0-16,0 9 15,0 0 1,-9 0-16,0 1 16,0-1-1,0 9-15,-10 10 16,0 0-16,-9 9 16,-9 18-1,-19 19-15,0-10 16,-10 1-1,38-65-15</inkml:trace>
  <inkml:trace contextRef="#ctx0" brushRef="#br4" timeOffset="-160225.02">23114 12682 0,'0'0'0,"0"0"15,0 0-15,0 0 16,0 0 0,0 0-16,0 0 15,0 0 1,9 9-16,10 0 16,19-9-16,18 0 15,1 0 1,-1-9-16,-9 0 15,0-1 1,-47 10-16</inkml:trace>
  <inkml:trace contextRef="#ctx0" brushRef="#br4" timeOffset="-159906.41">23274 12442 0,'0'0'15,"0"0"-15,0 0 16,9 9 0,20 0-16,8 9 15,10 1-15,0 9 16,0-10-1,-9 10-15,-10-10 16,0 1 0,-9 8-16,-9 10 15,-10 0 1,-10 28-16,-18 9 16,-19 27-16,47-101 15</inkml:trace>
  <inkml:trace contextRef="#ctx0" brushRef="#br4" timeOffset="-159157.18">22832 16078 0,'0'0'16,"0"0"-16,0 0 16,0 0-1,0 0-15,28-9 16,28 0-1,29-10-15,0 1 16,-1-1 0,-8 1-16,-1-1 15,-9 1-15,-29-10 16,1-9 0,-38 37-16</inkml:trace>
  <inkml:trace contextRef="#ctx0" brushRef="#br4" timeOffset="-158824.16">23274 15653 0,'0'0'0,"0"0"16,0 0-16,0 0 15,0 0 1,0 0-16,9 10 15,1-10 1,-1 9-16,1 0 16,-1 0-1,0 1-15,1 8 16,-1 10-16,1 9 16,-10 0-1,0 0-15,0-1 16,0 1-1,-10-9-15,1 0 16,-10-1-16,-19 10 16,-18 0-1,56-37-15</inkml:trace>
  <inkml:trace contextRef="#ctx0" brushRef="#br4" timeOffset="-92001.71">20931 17638 0,'0'0'0,"0"0"16,0 0-16,0 0 15,0 0 1,10 0-16,18 0 16,10 0-1,28 0-15,9 0 16,19 0-1,19-9-15,-10-1 16,10 1-16,-9 0 16,-20 0-1,-8-1-15,-11-8 16,-8 9 0,-19 0-16,-10-1 15,-9 10-15,-19 0 16,0 0-1</inkml:trace>
  <inkml:trace contextRef="#ctx0" brushRef="#br4" timeOffset="-91638.28">21138 17887 0,'0'0'0,"0"0"15,0 0-15,-9 0 16,9 0 0,0 0-16,0 0 15,0 0 1,28-9-16,29-10 16,18 1-1,0-10-15,29 1 16,9-1-16,-10 0 15,-18 10 1,-1-1-16,1 1 16,-19-1-1,-19-8-15,-9-1 16,-20 0 0,1-9-16,-9-18 15,-20 9-15,10 46 16</inkml:trace>
  <inkml:trace contextRef="#ctx0" brushRef="#br4" timeOffset="-91133.64">21872 17130 0,'0'0'15,"0"0"-15,0 0 16,0 0 0,0 0-16,0 0 15,0 9 1,0 1-16,0 8 15,10 10 1,18 9-16,0 0 16,19 0-16,0 0 15,10-1 1,-1 1-16,-9-9 16,0 0-1,0-1-15,-9-8 16,-1 9-1,-8-10-15,-1 0 16,-9 1-16,-1-10 16,-8 0-1,-1 1-15,-9-1 16,0 9 0,0 10-16,-9-10 15,-10 19-15,-9 0 16,-10 0-1,1 0-15,-10 9 16,0-9 0,9-9-16,0 0 15,10-1-15,0-8 16,9-10 0,10 0-16,-1 0 15,10-9 1,0 0-16</inkml:trace>
  <inkml:trace contextRef="#ctx0" brushRef="#br4" timeOffset="-61058.05">9972 3341 0,'0'0'0,"0"0"0,9 0 15,10 0-15,19 0 16,-1 0 0,10 0-16,0 0 15,0 9 1,10 1-16,-1-10 15,1 0-15,9 9 16,9 0 0,19-9-16,9 9 15,1-9 1,-1 10-16,10-1 16,0 0-1,0 9-15,0-8 16,0-1-16,9 9 15,0 1 1,-9-10-16,10 9 16,-10 1-1,9-1-15,0 1 16,10-1-16,-10-8 16,10-1-1,47-9-15,-10-9 16,-28-1-1,10-8-15,-10-1 16,-19 10 0,19-9-16,-9-1 15,-10 10-15,-18 0 16,8 0 0,-27 9-16,-19 0 15,-10 0 1,-18 0-16,0 9 15,-20-9-15,1 0 16,-19 0 0,0 0-16,-9 0 15,-29-9 1,38 9-16</inkml:trace>
  <inkml:trace contextRef="#ctx0" brushRef="#br4" timeOffset="-60083.2">10160 628 0,'0'0'0,"0"0"15,-19 0 1,-9 27-16,-10 10 16,-18 19-1,-10 17-15,-9 11 16,9 8-1,9 0-15,10 0 16,0 10-16,29-19 16,8 0-1,20-9-15,18 0 16,28 0 0,10-19-16,28-18 15,19-28-15,28-27 16,-9-10-1,-47-9-15,-29 0 16,-18 0 0,-20 0-16,-18 0 15,-18 0-15,-20 1 16,-18-1 0,-1 9-16,1 9 15,18 1 1,10 9-16,18 0 15,10-1 1,10-8-16,27-10 16,39-18-16,18 18 15,-28 19 1,-1 18-16,-8 19 16,-10 27-1,-9 38-15,-10 8 16,-19 19-16,-9-9 15,0-37 1,0-37-16,0-19 16,0-18-1</inkml:trace>
  <inkml:trace contextRef="#ctx0" brushRef="#br4" timeOffset="-58186.92">10790 1495 0,'0'0'0,"10"0"15,18-9 1,19 0-16,19-10 16,9 1-16,19-1 15,0 10 1,-19 9-16,-9 9 15,-9 19 1,-20 0-16,-8 9 16,-11 0-16,-8 9 15,-10 0 1,-10-9-16,1-10 16,0-8-1,9-19-15,0 0 16,0 0-16,0-9 15,18-28 1,11-19-16,18-17 16,19 8-1,-1 0-15,-8 10 16,-1 27 0,1 1-16,-10 17 15,-10 10-15,1 10 16,9-1-1,-9 0-15,-1 0 16,1-9 0,0-9-16,-1-9 15,10-19 1,-9-9-16,-10-1 16,-18 1-16,-10 0 15,-10 18 1,-9 1-16,0 17 15,-18 10 1,-20 19-16,1 27 16,-10 37-16,10 28 15,18 9 1,10 0-16,18-9 16,20-38-1,18-8-15,28-19 16,29-37-1,47-27-15,37-37 16,-47-19-16,-27-9 16,-30 18-1,-18-9-15,-18 19 16,-20 18 0,-9 9-16,0 10 15,-9 9-15,-1 9 16,-9 9-1,-9 19-15,-9 18 16,8 18 0,1 10-16,19 0 15,18-9 1,19-10-16,19-18 16,38-19-16,47-36 15,37-38 1,-37-8-16,-38-10 15,-9-9 1,-29 9-16,-18 10 16,-10 17-16,-19 20 15,-9 8 1,0 19-16,0 0 16,-19 0-1,-9 9-15,-9 10 16,-10 18-1,9 0-15,0 18 16,10 1-16,9-1 16,10-9-1,18 0-15,10-18 16,9 0 0,19-10-16,19-18 15,0-18 1,0-19-16,-10-28 15,-9-36-15,-18-19 16,-20-10 0,-9 1-16,0 9 15,0 19 1,0-19-16,9 27 16,1 38-16,-1-10 15,1 10 1,-10 55-16,0 0 15,9 9 1,0 65-16,1 46 16,-10-28-1,0 47-15,0 18 16,19 9-16,-1-37 16,20-18-1,0-37-15,-1-19 16,1-18-1,0-19-15,-1-8 16,1-20-16,18-17 16,-9-10-1,0-9-15,-9-10 16,-10 1 0,-9 18-16,-10 18 15,1 1-15,-1 9 16,1 9-1,9 9-15,18 28 16,1 9 0,9 0-16,-10-9 15,10-9 1,10-10-16,9-27 16,0-19-16,-10-27 15,-18-10 1,-10 10-16,-19 9 15,1 9 1,-10 28-16,0 9 16,0 0-16,9 18 15,19 47 1,10 46-16,0 18 16,-1 9-1,-18-9-15,-10-9 16,-18-9-1,-10-19-15,-9-18 16,0-28-16,-10-9 16,1-18-1,-1-10-15,38-9 16</inkml:trace>
  <inkml:trace contextRef="#ctx0" brushRef="#br4" timeOffset="-57406.4">16087 1569 0,'0'0'16,"0"19"-16,0 17 16,0 29-16,9 0 15,-9-19 1,0-19-16,0-8 16,0-19-1,0 0-15,9-19 16,10-27-1,10-18-15,8-10 16,1 0-16,-1 19 16,-8 27-1,8 10-15,-9 18 16,10 18 0,9 19-16,0 28 15,-9 8 1,-10 1-16,0-28 15,-9-18-15,0-19 16,9-9 0,10-27-16,9-29 15,0-18 1,-19 10-16,0-1 16,-9 28-16,-10 19 15,-9 18 1,0 0-16,10 18 15,9 19 1,9 28-16,19 9 16,0-19-16,0-18 15,9-19 1,1-18-16,9-18 16,0-19-1,-19-18-15,-19-19 16,-28-19-1,-19 1-15,-19 9 16,-18 18-16,-19 19 16,-1 19-1,11 17-15,18 20 16,0-1 0,28 0-16,19-9 15</inkml:trace>
  <inkml:trace contextRef="#ctx0" brushRef="#br4" timeOffset="-57141.82">17742 655 0,'0'0'0,"10"37"16,9 74-16,9 55 16,0 0-16,0 19 15,-9-37 1,0-38-16,-10-36 16,-9-46-1,0-28-15,0 0 16</inkml:trace>
  <inkml:trace contextRef="#ctx0" brushRef="#br4" timeOffset="-56951.57">17451 1080 0,'0'0'0,"0"0"15,19 9-15,28 10 16,28-10-1,47 9-15,47-45 16,57-29 0,-38-18-16,29-18 15</inkml:trace>
  <inkml:trace contextRef="#ctx0" brushRef="#br4" timeOffset="-56438.26">19022 1329 0,'0'0'15,"0"0"-15,19 0 16,18 9-16,29 10 15,19-1 1,18 10 0,-18 9-16,-29-9 15,-18 8-15,-19-8 16,-10 9 0,-9 0-16,-9 0 15,-10-9-15,10-10 16,-1-18-1,1 0-15,-1-9 16,10-19 0,10-27-16,27-19 15,10-28-15,29 10 16,8 9 0,1 28-16,-10 18 15,-18 18 1,-20 19-16,1 28 15,0 27 1,-20 38-16,-8-1 16,-10-9-16,0-37 15,0-46 1</inkml:trace>
  <inkml:trace contextRef="#ctx0" brushRef="#br4" timeOffset="-56291.91">19897 877 0,'0'0'15,"0"0"-15,9 18 16,10 1 0,-19-19-16</inkml:trace>
  <inkml:trace contextRef="#ctx0" brushRef="#br4" timeOffset="-54940.36">20866 1071 0,'0'0'16,"0"0"-16,0 0 15,0 0 1,0 0-16,0 0 16,0 0-16,-10 0 15,-18 0 1,-19 9-16,0 0 16,0 10-1,9 8-15,10-27 16,9 9-16,10 1 15,9-10 1,0 0-16,9 0 16,10 0-1,9 0-15,10 0 16,0 9 0,9 9-16,9 29 15,-9 17-15,0 38 16,-19-1-1,-9 28-15,-19 1 16,-9-10 0,-1-10-16,-9-8 15,1-28-15,-1-19 16,9-18 0,-8-9-16,-1-10 15,0 1 1,-9-10-16,0-9 15,-1-19 1,-8-18-16,8-9 16,-8-18-16,18-10 15,10-18 1,27-1-16,29-17 16,19-1-1,19-18-15,18-1 16,1 1-16,-1 0 15,-18 0 1,-19 0-16,-19 18 16,-19 9-1,-18 19-15,-20 28 16,-9-47 0,10 84-16,9 18 15,0 0 1,-19 46-16,0 37 15,19 37-15,0-46 16,10 37 0,-1 9-16,10-10 15,9-27 1,-9-27-16,0-29 16,-10 1-16,1-19 15,-10-9 1,0 0-16,18-9 15,1-19 1,0 1-16,9-10 16,1 9-16,-11 10 15,11-1 1,8 19-16,1 0 16,9 19-1,0 8-15,0 1 16,0 0-1,0-10-15,0-9 16,10-27-16,8-28 16,11-46-1,-20-28-15,-18-28 16,-10 9 0,-19 10-16,1-37 15,-1 74-15,-9 36 16,0 38-1,0 18-15,0 0 16,-9 18 0,-1 38-16,1 64 15,9 0-15,0 0 16,0-28 0,9 28-16,1-9 15,9-19 1,-1-18-16,1-37 15,0-19 1,0-8-16,0-20 16,-1-17-16,-8-20 15,-10 47 1</inkml:trace>
  <inkml:trace contextRef="#ctx0" brushRef="#br4" timeOffset="-54799.89">22136 821 0,'0'0'0,"0"0"15,0 0 1,9 0-16,38 19 16,47 9-1,47-47-15,57-9 16,37 1 0</inkml:trace>
  <inkml:trace contextRef="#ctx0" brushRef="#br4" timeOffset="-53499.7">23660 720 0,'0'0'0,"-10"0"16,-18 0-16,-10 9 16,-9 19-1,-19 18-15,10 19 16,0-10-1,9 19-15,9 0 16,10-1-16,18 1 16,10-18-1,19-10-15,9-9 16,38-10 0,47-27-16,38-36 15,-10-29-15,-28-27 16,-10-28-1,-28 0-15,-28-10 16,-9 10 0,-29 0-16,-9-46 15,-18 37-15,-1 55 16,0 28 0,-9 0-16,9 46 15,0-9 1,0 18-16,0 9 15,-9 38 1,19 64-16,-1 18 16,10 10-16,0-28 15,0 9 1,0 0-16,0 1 16,0-38-1,0-18-15,0-28 16,0-18-16,10-10 15,-1-9 1,1-9-16,18-18 16,10-28-1,9-19-15,9-9 16,-9 10 0,-9 8-16,-10 19 15,-9 19 1,0 9-16,-1 18 15,11 9-15,8 28 16,-9 1 0,1-11-16,-1 1 15,0-18 1,0-19-16,10-9 16,9-28-16,-9-9 15,-1-19 1,-9 0-16,-9 28 15,-9 1 1,-1 26-16,-9 10 16,0 0-16,9 19 15,10 27 1,19 28-16,-10-10 16,19 10-1,-9-18-15,-10-10 16,0-28-1,-9-9-15,0-9 16,-10-9-16,1-28 16,-10-18-1,-19-37-15,-19-1 16,1 19 0,8 1-16,11 26 15,8 1-15,10 28 16,19 9-1,9-19-15,19 28 16,38 0 0,0 28-16,-10 18 15,-28-9 1,-9 9-16,-10 18 16,-9-27-16,-10 0 15,-9-37 1,0 0-16,0 0 15</inkml:trace>
  <inkml:trace contextRef="#ctx0" brushRef="#br4" timeOffset="-53362.89">25419 461 0,'0'0'15,"0"0"-15,19 28 16,9 9-16,0-9 15,-28-28 1</inkml:trace>
  <inkml:trace contextRef="#ctx0" brushRef="#br4" timeOffset="-52857.28">26030 378 0,'0'0'16,"0"10"-16,0 8 15,0 10 1,-9-10-16,-19 19 16,-1 9-16,1-9 15,9 0 1,10-18-16,9 8 15,9 1 1,10 9-16,28 9 16,38-9-16,9-9 15,19-28 1,19-28-16,-29-18 16,-9-19-1,-28 1-15,-10-10 16,1-46-16,-38 64 15,-19 19 1,0 28-16,0 9 16,0 0-1,-19 0-15,0 46 16,10 28 0,18-18-16,29 17 15,46-17-15,-18-38 16,94-27-1,47-28-15,28-9 16</inkml:trace>
  <inkml:trace contextRef="#ctx0" brushRef="#br4" timeOffset="10097.44">23114 17786 0,'0'0'0,"0"0"15,0 0-15,0 0 16,9 0-1,1 0-15,18-10 16,19-17 0,10-10-16,-1-19 15,0 10 1,1-9-16,-20 9 16,-8-1-16,-10 11 15,-10 8 1,0 9-16,-9 1 15,-9 9 1,0 0-16,-20 9 16,-18 18-16,-9 19 15,-1 18 1,10 19-16,0 28 16,19-10-1,19 0-15,9-9 16,9-27-1,19-29-15,29-8 16,9-19-16,28-28 16,9-18-1,-18-9-15,-1-10 16,1-9 0,-19 10-16,0 8 15,-19 10-15,-19 18 16,0 10-1,-9 9-15,-9-1 16,-1 10 0,0 10-16,1 17 15,-10 38 1,-10 27-16,-8 1 16,-1-1-16,-9-9 15,9-28 1,-10-18-16,11-18 15,-1-10 1,0-9-16,0-19 16,0-8-16,1-19 15,8-1 1,1 1-16,9 9 16,9 0-1,1 10-15,-1 8 16,10 10-1,9 0-15,19 18 16,10 19-16,18 18 16,9 9-1,1 1-15,-10-19 16,-9-19 0,-19-18-16,10-18 15,-10-38-15,0-27 16,0-28-1,-10 1-15,-8 27 16,-11 18 0,1 28-16,0 9 15,-9 10 1,-1 9-16,0 9 16,10 18-16,0 37 15,0 56 1,-10 37-16,-9 18 15,-9-9 1,-1-28-16,1-18 16,0-37-1,9-19-15,-10-18 16,1 0-16,9-37 16,0 0-1,0 0-15</inkml:trace>
  <inkml:trace contextRef="#ctx0" brushRef="#br4" timeOffset="10413.51">24770 17509 0,'0'0'0,"0"0"15,9-10-15,1 1 16,8-9 0,11-1-16,-1 10 15,9 9 1,-8 9-16,-1 0 16,0 10-16,0 18 15,-9 9 1,-9 19-16,-10 8 15,-10 1 1,-9-9-16,0-19 16,19-46-16</inkml:trace>
  <inkml:trace contextRef="#ctx0" brushRef="#br4" timeOffset="12362.13">25438 17675 0,'0'0'0,"0"0"15,0 9-15,-10 19 16,1 27-1,-1 19-15,10 18 16,10-18 0,-1-9-16,10-19 15,0-19 1,9-8-16,19-19 16,10-28-16,-1-9 15,0-18 1,-18 9-16,-10-19 15,-9-9 1,-19-18-16,-19 18 16,-18 0-16,-10 19 15,9 27 1,0 10-16,10 18 16,0 18-1,0 10-15,-1 18 16,11 10-1,18-1-15,9-9 16,10-9-16,19-9 16,18-10-1,10 1-15,-10-1 16,-9-9 0,0 10-16,-9-1 15,-10 1-15,-9 18 16,0 0-1,-10-1-15,1-8 16,-1 0 0,-9-19-16,0 0 15,0-9 1,9 0-16,10-9 16,9-19-16,10-18 15,0-9 1,9 9-16,-10 9 15,1 0 1,0 9-16,-10 10 16,0 8-16,0 10 15,1 10 1,-1 17-16,0 1 16,10 18-1,-10-9-15,0-9 16,0-10-1,1 1-15,8-1 16,1-9-16,-1-18 16,10-9-1,0-10-15,10-18 16,-1-28 0,-18-9-16,-10 0 15,-9 9 1,-10 19-16,1 18 15,-10 9-15,-10 19 16,1 9 0,0 0-16,-10 18 15,0 28 1,0 28-16,0 9 16,10-9-16,9-18 15,9-10 1,1-9-16,9-10 15,18-8 1,10-10-16,10-9 16,-10-9-1,0 0-15,-10-1 16,1 10-16,-10 10 16,0 8-1,1 10-15,-10 9 16,-1 18-1,-8-9-15,-1-9 16,1-9-16,-10-10 16,0-9-1,0-9-15,9-9 16,10-37 0,18-37-16,1-9 15,0-1 1,-10 29-16,0 8 15,0 20-15,1 17 16,-1 10 0,0 9-16,10 18 15,9 10 1,9 27-16,1 1 16,-10-1-16,0-18 15,-19-18 1,9-10-16,1-18 15,19-28 1,-1-19-16,0-36 16,1-28-16,-19 0 15,-1-28 1,-9 19-16,-9 18 16,-9 19-1,-1 27-15,0 19 16,1 19-1,-10 8-15,0 10 16,0 9-16,0 0 16,0 9-1,9 28-15,1 28 16,8 36 0,1 10-16,0-19 15,9 19 1,1 0-16,8-19 15,1-9-15,-1-9 16,1-19 0,0-9-16,-10-18 15,10-9 1,-10-19-16,-9-10 16,9-17-16,0-29 15,-9 10 1,-10 18-16,1 1 15,-1 18 1,0-1-16,1 10 16,-1 0-1,1 10-15,8-1 16,-8 0-16,-1 9 16,1-8-1,-1-10-15,-9 0 16</inkml:trace>
  <inkml:trace contextRef="#ctx0" brushRef="#br4" timeOffset="12594.55">28297 17573 0,'0'0'0,"0"0"16,10-9 0,28-19-16,37-18 15,0-9 1,0 9-16,1-10 16,-76 56-16</inkml:trace>
  <inkml:trace contextRef="#ctx0" brushRef="#br4" timeOffset="13316.03">29596 17287 0,'0'0'0,"0"0"16,0 0-16,-10 9 15,-9 10 1,-18 18-16,-20 18 16,-8 10-1,27-1-15,10 1 16,9-19 0,9-18-16,20-10 15,9-9-15,9-18 16,19-28-1,0-9-15,-9-9 16,-1-1 0,-9 19-16,-9 10 15,0 8-15,0 10 16,-10 9 0,1 0-16,-1 0 15,19 19 1,-9-1-16,9 0 15,1 1 1,8-1-16,1-8 16,0-10-16,-1-10 15,1-8 1,9-19-16,9-37 16,-9-18-1,0-10-15,-9-18 16,-19-18-1,-10 27-15,1 10 16,-10 27-16,0 18 16,0 20-1,0 8-15,-10 9 16,10 19 0,0 0-16,-9 19 15,-1 27-15,-8 83 16,18 19-1,9 0-15,19-19 16,10-37 0,9-27-16,28-19 15,29-28 1,-104-18-16</inkml:trace>
</inkml:ink>
</file>

<file path=ppt/ink/ink8.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8:42:35.986"/>
    </inkml:context>
    <inkml:brush xml:id="br0">
      <inkml:brushProperty name="width" value="0.05292" units="cm"/>
      <inkml:brushProperty name="height" value="0.05292" units="cm"/>
      <inkml:brushProperty name="color" value="#002060"/>
    </inkml:brush>
  </inkml:definitions>
  <inkml:trace contextRef="#ctx0" brushRef="#br0">16463 18616 0,'0'0'0,"0"0"0,0 0 16,0 0-16,0 0 16,0 0-16,0 0 15,0 0 1,0 0-16,0 0 16,19 9-1,0 1-15,9-10 16,0 0-1,19 0-15,-9-10 16,18 1-16,1 0 16,-1 0-1,0 9-15,10 0 16,10-9 0,18 9-16,-28-10 15,-1 1 1,1-9-16,0 8 15,19-8-15,-19 9 16,-1-1 0,11 10-16,-10-9 15,-1 0 1,20 9-16,0 0 16,-10 0-16,10 0 15,-19 0 1,18 0-16,-9 0 15,1 0 1,-20-9-16,10 0 16,-19 9-1,9-10-15,-8 10 16,-11 0-16,10 0 16,0 0-1,0 0-15,-9 0 16,56 10-1</inkml:trace>
  <inkml:trace contextRef="#ctx0" brushRef="#br0" timeOffset="49014.68">12060 10679 0,'0'0'0,"0"0"0,0 0 16,0 0 0,-9-10-16,9 10 15,0 0 1,0 0-16,-10-9 16,10 9-16,0 0 15,0 0 1,0 0-16,0 0 15,0 0 1,19 0-16,19 0 16,18-9-1,10 0-15,0-10 16,19 1 0,-10-10-16,-9 10 15,-19-1-15,-19 1 16,0 9-1,-9-1-15,-9 10 16,-10 0-16,0 0 16,0 0-1,0 0-15,-19 0 16,-19 0 0,-9 10-16,-9-1 15,-1 0 1,1 0-16,-1 10 15,10-1-15,10-9 16,18 1 0,0-1-16,10-9 15,9 0 1,0 0-16,9 0 16,19 0-1,19 0-15,10 0 16,9 0-16,-66 0 15</inkml:trace>
  <inkml:trace contextRef="#ctx0" brushRef="#br0" timeOffset="50331.68">7987 10485 0,'0'0'15,"0"0"-15,0 0 16,0 0 0,0 0-16,0 0 15,0 0 1,0 0-16,0 0 16,9 9-1,1-9-15,18 0 16,10 0-16,9 0 15,0 0 1,0 0-16,9 0 16,1 0-1,8-9-15,1 0 16,0-1 0,0 1-16,-10 9 15,-18 0-15,0-9 16,-10 0-1,-9 9-15,-10 0 16,1 0 0,-10 0-16,0 0 15,0 0-15,0 0 16,-10 0 0,-18 9-16,-10 9 15,-9 1 1,-9 9-16,-1-1 15,1-8-15,-10 8 16,10-8 0,-1-1-16,1 1 15,9-1 1,18-9-16,1 1 16,9-1-1,10 0-15,9-9 16,0 0-16,9 9 15,20 1 1,27-1-16,10-9 16,28 0-1,-9-9-15,-29 9 16,-56 0-16</inkml:trace>
</inkml:ink>
</file>

<file path=ppt/ink/ink9.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8:43:05.268"/>
    </inkml:context>
    <inkml:brush xml:id="br0">
      <inkml:brushProperty name="width" value="0.05292" units="cm"/>
      <inkml:brushProperty name="height" value="0.05292" units="cm"/>
      <inkml:brushProperty name="color" value="#002060"/>
    </inkml:brush>
  </inkml:definitions>
  <inkml:trace contextRef="#ctx0" brushRef="#br0">12032 3969 0,'0'0'0,"19"0"16,28 0-16,28 0 15,19 0-15,10 0 16,9 0 0,0-9-16,-1-1 15,11 1 1,8-9-16,1 8 15,9-8 1,10-1-16,-1 10 16,10-9-1,10 9-15,-1-1 16,28 1-16,-8-9 16,-1-1-1,19 10-15,-19 0 16,38-1-1,-29 1-15,10 0 16,-9 9-16,9-9 16,-29 0-1,-18 9-15,-9-10 16,-19 1 0,-20 0-16,-18 0 15,1 9-15,-20 0 16,-9 0-1,0 0-15,-10 0 16,-56 0 0</inkml:trace>
  <inkml:trace contextRef="#ctx0" brushRef="#br0" timeOffset="86754.07">12333 4144 0,'0'0'0,"10"0"0,27 0 16,10-9-16,19 0 15,9-1 1,1-8-16,18 0 16,9-1-16,1 1 15,-1-1 1,-9 1-16,19-1 16,0 1-1,0-1-15,0 1 16,-10-1-1,29 10-15,-10 0 16,-9 9-16,0 0 16,9 0-1,-9 9-15,0-9 16,9 9 0,10 1-16,-19-1 15,-10 0 1,29-9-16,-19 0 15,0-9-15,0 0 16,9-1 0,10 1-16,-19 0 15,0-10 1,9 1-16,0 9 16,-28-10-16,10 1 15,-1 9 1,-9-1-16,-28 1 15,-9 9 1,-20 0-16,-37 0 16</inkml:trace>
  <inkml:trace contextRef="#ctx0" brushRef="#br0" timeOffset="90653.29">5390 9294 0,'0'0'0,"0"0"0,0 0 16,0 0-16,0 0 15,0 0 1,0 0-16,0 0 15,0 0 1,0 0-16,0 0 16,0 0-16,0 0 15,0 0 1,0 0-16,0 0 16,0 0-1,0 0-15,0 9 16,0 1-1,0-10-15,0 0 16,0 0-16,0 0 16,0 0-1,0 0-15</inkml:trace>
  <inkml:trace contextRef="#ctx0" brushRef="#br0" timeOffset="91700.15">5569 9470 0,'0'0'0,"0"0"16,0 0 0,0 0-16,-9-10 15,-1 10 1,-8 0-16,-20 0 16,-19 10-16,-27 17 15,-10 19 1,-10 10-16,1 27 15,28-9 1,9 9-16,19-9 16,18-1-1,20-8-15,9-10 16,9-18-16,20-9 16,36-19-1,30-27-15,55-47 16,1-9-1,-57 1-15,-19-11 16,-19 1 0,-18 10-16,-10-1 15,-18 28-15,-10-1 16,0 20 0,0 8-16,0 10 15,0 9 1,0 0-16,-10 9 15,10 10-15,10 45 16,8 38 0,20 9-16,19-1 15,37 10 1,18-18-16,11-28 16,-20-19-1,-103-55-15</inkml:trace>
  <inkml:trace contextRef="#ctx0" brushRef="#br0" timeOffset="92553.42">5174 11371 0,'0'0'0,"0"0"15,0 0 1,0 0-16,0 0 16,0 18-16,0 19 15,9 37 1,1 28-16,-1 27 16,1 9-1,-1-8-15,-9-10 16,0 0-16,0-28 15,0-18 1,0-19-16,-9-27 16,9-10-1,0 1-15,0-10 16,0-9 0,0 0-16,28-19 15,38-27 1,9-9-16,10 0 15,-29 18-15,1 9 16,-20 9 0,-9 10-16,1 0 15,-11 9-15,-8 9 16,-10 0 0,0 28-16,0 0 15,-10 9 1,-8 10-16,-11-19 15,-8 0 1,-1-10-16,-9-8 16,0-10-16,0 0 15,9-9 1,1-9-16,37 9 16</inkml:trace>
  <inkml:trace contextRef="#ctx0" brushRef="#br0" timeOffset="93167.15">5353 14297 0,'0'0'16,"0"0"-16,0 0 16,0 0-16,0 0 15,-10-9 1,-8-1-16,-11 1 15,-18 0 1,-28 18-16,-19 10 16,9 8-1,19 19-15,10 0 16,9 19-16,9 9 16,29 0-1,9-10-15,9 1 16,20-10-1,8-8-15,20-11 16,37-8 0,37-28-16,29-18 15,0-19-15,66-9 16</inkml:trace>
  <inkml:trace contextRef="#ctx0" brushRef="#br0" timeOffset="94374.54">8156 8297 0,'0'0'16,"0"0"-16,0 0 15,0 19 1,10 18-16,-1 27 16,10 29-1,-10 27-15,10 9 16,-10-18-16,1-10 16,-1-8-1,1-29-15,-10-27 16,0-9-1,0-28-15,0 0 16,0 0 0</inkml:trace>
  <inkml:trace contextRef="#ctx0" brushRef="#br0" timeOffset="94740.97">7893 8537 0,'0'0'15,"0"0"1,9-9-16,19-9 16,29-1-16,28-8 15,37-1 1,-28 9-16,0 10 15,-19 0 1,-9 9-16,-19 9 16,-19 10-1,-9-1-15,-9 1 16,-10 8 0,-19 10-16,-19 9 15,-18 10-15,9-10 16,0-9-1,0-10-15,47-27 16</inkml:trace>
  <inkml:trace contextRef="#ctx0" brushRef="#br0" timeOffset="96371.26">8081 10088 0,'0'0'0,"0"0"16,0 18-16,0 19 15,-9 37 1,-1 19-16,10 36 16,0 9-1,0-9-15,10-18 16,8-19-1,1-36-15,0-28 16,-19-28-16</inkml:trace>
  <inkml:trace contextRef="#ctx0" brushRef="#br0" timeOffset="96783.4">8739 10217 0,'0'0'16,"0"9"-16,-18 19 15,-11 28-15,-8 36 16,-1 28 0,10 9-16,19-18 15,9-19 1,18-27-16,1-28 15,9-19 1,19-18-16,38-28 16,28-45-16,-19-29 15,-37 0 1,-20 19-16,-9 0 16,-18 10-1,-20 8-15,-18 10 16,-19 18-16,-9 18 15,-29 19 1,-18 28-16,8 18 16,20 19-1,75-65-15</inkml:trace>
  <inkml:trace contextRef="#ctx0" brushRef="#br0" timeOffset="97134.07">8184 12220 0,'0'0'0,"0"0"15,0 0 1,0 19-16,0 17 16,-9 38-1,9 28-15,0 18 16,0 18-16,9-18 15,10-27 1,-9-38-16,-10-55 16</inkml:trace>
  <inkml:trace contextRef="#ctx0" brushRef="#br0" timeOffset="97534.15">8881 11943 0,'0'0'0,"-10"9"16,-9 10 0,-9 18-16,-9 18 15,-1 1 1,10-1-16,18 0 15,10-9 1,19 1-16,9-10 16,10-10-16,18 10 15,1-9 1,-1-1-16,-9 1 16,-9 0-1,-10 9-15,-9 9 16,-10 19-16,-18-1 15,-10 1 1,-9-10-16,0-18 16,-1-18-1,-18-19-15,47 0 16</inkml:trace>
  <inkml:trace contextRef="#ctx0" brushRef="#br0" timeOffset="97734.31">8589 12128 0,'0'0'16,"0"0"-16,9-9 16,29-10-1,28 1-15,37-1 16,29 1 0,19-1-16,-29 10 15,-9 0 1,-38 0-16,-9-1 15,-66 10-15</inkml:trace>
  <inkml:trace contextRef="#ctx0" brushRef="#br0" timeOffset="98317.64">8025 14131 0,'0'0'15,"9"-10"-15,19-8 16,19-10-16,28 10 16,-9 9-1,0 9-15,0 9 16,-19 9 0,-9 10-16,-10 9 15,-9 9-15,-10 9 16,-18 19-1,-20 28-15,-8 8 16,-10-8 0,0-19-16,0-18 15,-10 9 1,20-28-16,8-9 16,11-19-16,8 0 15,1-8 1,9-10-16,9 0 15,19 0 1,38-19-16,28-8 16,29-10-1,-10-9-15,-10-1 16,10-17-16,-28 8 16,-85 56-1</inkml:trace>
  <inkml:trace contextRef="#ctx0" brushRef="#br0" timeOffset="98751.6">9323 14195 0,'0'0'0,"0"0"16,-10 9-16,1 1 15,-10 17 1,-19 29-16,1 18 15,-1 18-15,10 9 16,9-8 0,10-10-16,18-19 15,10-8 1,9-19-16,0-19 16,29-9-16,18-18 15,19-28 1,-19-18-16,-9-10 15,-9-9 1,-10 1-16,-19-1 16,-19 0-1,-9 0-15,-18 0 16,-29 0-16,-10 19 16,-28 18-1,1 9-15,-1 19 16,0 28-1,10 8-15,28-8 16,47-19 0</inkml:trace>
  <inkml:trace contextRef="#ctx0" brushRef="#br0" timeOffset="99934.09">10668 8491 0,'0'0'0,"0"0"16,0 0-16,0 0 15,9 19 1,1 8-16,-1 10 16,10 19-1,0 8-15,0 19 16,9 0-16,0-18 15,0-19 1,-9-9-16,0-9 16,0-19-1,0 0-15,9-18 16,0-9-16,0-10 16,0-9-1,1-9-15,-1 0 16,-9 0-1,0 9-15,-10 9 16,0 9 0,1 1-16,-1 9 15,1 0-15,-10 9 16,0 0 0,9 0-16,0 9 15,10 9 1,0 10-16,9 9 15,0 0-15,1-10 16,8 1 0,-8-9-16,-1-10 15,9-9 1,1-19-16,0-8 16,-1-19-1,-8-10-15,-11 10 16,-8-9-16,-1-1 15,-9 1 1,-9 18-16,-10 0 16,0 9-1,0 10-15,-9-1 16,0 10 0,28 9-16</inkml:trace>
  <inkml:trace contextRef="#ctx0" brushRef="#br0" timeOffset="102203.78">11110 10439 0,'0'0'15,"0"0"-15,0 0 16,0 0 0,10 0-16,8 0 15,11 9 1,8-9-16,10 0 15,0 0 1,10-9-16,-20 9 16,1 0-1,-10 0-15,0 9 16,-9 0-16,-9 10 16,-1 8-1,-9 29-15,-9 8 16,-10 1-1,-9 0-15,-10 8 16,0 1-16,1-18 16,9-10-1,9-19-15,9-8 16,1-1 0,9-8-16,0-10 15,19 9-15,18-9 16,29-9-1,19-10-15,9-9 16,-9 10 0,-1 0-16,-8-1 15,-11 10-15,-8 0 16,-20 9 0,1 0-16,-10 0 15,-28 0 1</inkml:trace>
  <inkml:trace contextRef="#ctx0" brushRef="#br0" timeOffset="103353.59">11628 12146 0,'0'0'16,"0"0"-16,0 0 15,-10 0 1,-9 9-16,1 10 15,-11 9 1,-8 9-16,8 9 16,11 0-16,-1 0 15,19-18 1,9-1-16,10 1 16,19 0-1,28-1-15,9-8 16,0-1-16,-19 1 15,-18-1 1,-10 1-16,1 8 16,-11 1-1,-18 18-15,-9 19 16,-19 18 0,-10-9-16,-9-10 15,0-8-15,0-19 16,9-19-1,38-18-15</inkml:trace>
  <inkml:trace contextRef="#ctx0" brushRef="#br0" timeOffset="103586.3">11345 12165 0,'0'0'15,"10"-10"1,9 1-16,18-18 16,38-10-16,29-10 15,18 11 1,-9-1-16,-9 9 16,-1 0-1,-18 10-15,-85 18 16</inkml:trace>
  <inkml:trace contextRef="#ctx0" brushRef="#br0" timeOffset="104533.81">11929 14121 0,'0'0'15,"0"0"1,0 0-16,-10 10 16,1 8-16,-19 19 15,-10 9 1,-9 19-16,0-1 15,-10 19 1,20-9-16,9-9 16,-1-1-1,20-17-15,9-10 16,0-1-16,19-8 16,18 0-1,29 0-15,9-10 16,10-9-1,0-9-15,-10 0 16,-9-9-16,-19 0 16,-19-10-1,-28 19-15</inkml:trace>
  <inkml:trace contextRef="#ctx0" brushRef="#br0" timeOffset="104703.81">11947 14629 0,'0'0'0,"0"0"15,0 18-15,0 29 16,10 26 0,-1 57-16,10-1 15,-19-129 1</inkml:trace>
</inkml:ink>
</file>

<file path=ppt/ink/ink10.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04:03.524"/>
    </inkml:context>
    <inkml:brush xml:id="br0">
      <inkml:brushProperty name="width" value="0.05292" units="cm"/>
      <inkml:brushProperty name="height" value="0.05292" units="cm"/>
      <inkml:brushProperty name="color" value="#FF0000"/>
    </inkml:brush>
  </inkml:definitions>
  <inkml:trace contextRef="#ctx0" brushRef="#br0">13199 8704 0,'0'0'0,"0"0"16,0 0-1,0 0-15,9 9 16,0 9-1,10 19-15,9 19 16,10 17 0,9 1-16,-9 9 15,9 10-15,-10-10 16,1-10 0,-10-17-16,0-19 15,-9-10 1,-9-8-16,-1-10 15,1 0-15,-1-9 16,0 0 0,1-9-16,9-19 15,-1-18 1,1-18-16,0-1 16,9-18-16,-9 0 15,0 0 1,9 9-16,0 9 15,-9 19 1,9 0-16,-28 46 16</inkml:trace>
  <inkml:trace contextRef="#ctx0" brushRef="#br0" timeOffset="382.4">14327 8657 0,'0'0'0,"0"0"16,0 0 0,0 10-16,0 8 15,0 10 1,0 18-16,19 19 16,0 8-16,0 10 15,-10-9 1,1-9-16,-1-10 15,-9-18 1,0-28-16,0-9 16,0 0-1</inkml:trace>
  <inkml:trace contextRef="#ctx0" brushRef="#br0" timeOffset="621.04">13961 8796 0,'0'0'0,"9"-9"16,29-10-1,18-9-15,29-18 16,28-9 0,9-10-16,-19 10 15,-18 9 1,-28 18-16,-29 10 15,0 8-15,-19 1 16,-9 9 0</inkml:trace>
  <inkml:trace contextRef="#ctx0" brushRef="#br0" timeOffset="883.72">14299 9470 0,'0'0'0,"0"0"16,28-19-16,20-18 16,36-18-1,1-1-15,18-17 16,-9 17-1,-18 1-15,-20 9 16,-28 27-16,-28 19 16</inkml:trace>
  <inkml:trace contextRef="#ctx0" brushRef="#br0" timeOffset="1249.81">13255 10116 0,'0'0'0,"-9"0"16,9 0-16,0 0 15,0 0 1,18-19-16,58-18 16,74-27-16,48-10 15,28-18 1,-19-1-16,-10 10 16,-37 19-1,-28 17-15,-19 1 16,-10 19-1,-37 8-15,-19 10 16,-47 9-16</inkml:trace>
  <inkml:trace contextRef="#ctx0" brushRef="#br0" timeOffset="3232.81">14177 10328 0,'0'0'16,"0"0"-16,0 0 16,0 0-1,0 0-15,0 0 16,-19 0-16,-18 9 16,-20 10-1,-18 18-15,9 0 16,10 9-1,18-9-15,0 9 16,29-19-16,9 1 16,9-9-1,19-1-15,38 0 16,38-8 0,9-10-16,9 0 15,-28 9-15,-28 0 16,-19 0-1,-19 10-15,-9-1 16,-19 19 0,-19 19-16,-18 17 15,-20 11 1,1-20-16,-1-9 16,10-18-16,0-9 15,10-9 1,-1-19-16,10-19 15,28 19 1</inkml:trace>
  <inkml:trace contextRef="#ctx0" brushRef="#br0" timeOffset="3499.89">13885 10448 0,'0'0'0,"0"0"16,10-9-16,9 0 16,28-10-1,18-9-15,20 1 16,28-10 0,9 0-16,1 0 15,-20 9-15,-9 10 16,-19 9-1,-9-1-15,-19 10 16,-47 0 0</inkml:trace>
  <inkml:trace contextRef="#ctx0" brushRef="#br0" timeOffset="4557.7">14205 12045 0,'0'0'0,"0"0"16,0 0-16,0-10 15,0 1 1,10-9-16,-1-1 15,10 1 1,28-10-16,19 0 16,-10 10-1,-9 9-15,-9 9 16,-1 9 0,-8 0-16,-11 19 15,-8 9-15,-20 27 16,-18 10-1,-19 19-15,0-20 16,10-8 0,8-19-16,11-18 15,8-10-15,1-8 16,9-1 0,0-9-16,9 0 15,29 0 1,37-9-16,10-1 15,9 10-15,-19 0 16,-9 10 0,-19 8-16,-9 0 15,-20 10 1,-8 0-16,-10 9 16,-28 9-1,-20 9-15,-27 10 16,-19 0-16,0-10 15,0-9 1,9-9-16,29 0 16,9-19-1,9-8-15,19-1 16,1 0-16,8-9 16,10 0-1</inkml:trace>
  <inkml:trace contextRef="#ctx0" brushRef="#br0" timeOffset="5566.53">14346 14020 0,'0'0'0,"0"0"16,0 0-1,0 0-15,-9 9 16,-10 10-16,0-1 16,0 0-1,1 1-15,8-10 16,1 0 0,-1 1-16,1-1 15,0 0 1,9-9-16,0 0 15,0 0-15,0 0 16,0 0 0,0 0-16,0 0 15,0 0 1,0 0-16,0 0 16,0 0-16,0 0 15,0 0 1,0 0-16,0 0 15,0 0 1,-10 9-16,1 1 16,-1 8-1,-8 10-15,-1 9 16,0 0-16,0 9 16,10-9-1,-1-1-15,10-8 16,0-9-1,10-10-15,9 0 16,9 0 0,28-9-16,10 0 15,9-9-15,-9 9 16,-9 0 0,-1 0-16,-18 9 15,-10 1 1,-9-1-16,0 9 15,-10 10-15,-9 9 16,-9 9 0,-10 9-16,-10-8 15,-8 8 1,-1-9-16,1-9 16,-1-9-1,38-28-15</inkml:trace>
  <inkml:trace contextRef="#ctx0" brushRef="#br0" timeOffset="5822.67">14337 14112 0,'0'0'0,"9"-9"16,29-19-16,18-9 16,29 0-1,9-9-15,19 0 16,0 0 0,-19 0-16,0 0 15,-94 46 1</inkml:trace>
  <inkml:trace contextRef="#ctx0" brushRef="#br0" timeOffset="88143.4">17865 7965 0,'0'0'0,"0"0"0,0 0 16,0 0-16,0 0 15,-10 0 1,-27 9-16,-39 10 16,-8 18-1,8 0-15,20-10 16,18 1 0,20-9-16,8-10 15,10 0-15,10 0 16,46 10-1,38 8-15,10 1 16,-10 9 0,-38 0-16,-18 9 15,-19 9 1,-19 1-16,-29 8 16,-18 1-16,-19-10 15,-9-8 1,0-20-16,0-8 15,18-10 1,10-9-16,10-9 16,8-10-16,29 19 15</inkml:trace>
  <inkml:trace contextRef="#ctx0" brushRef="#br0" timeOffset="88557.79">18363 8168 0,'0'0'16,"0"9"0,0 19-16,-9 9 15,-1 28-15,-8-1 16,8 1-1,10-19 1,10-18-16,-1-10 16,29-9-16,56-36 15,28-38 1,-28-18-16,-28 0 16,-38 0-16,-9 9 15,-28 9 1,-10 19-16,-9 9 15,-19 10 1,-19 18-16,-10 27 16,20 19-16,0 9 15,18 9 1,19-8-16,28-20 16,-9-27-1</inkml:trace>
  <inkml:trace contextRef="#ctx0" brushRef="#br0" timeOffset="89139.28">19088 8011 0,'0'0'0,"9"0"15,19 10-15,10 8 16,18 10-1,20 9-15,-1 0 16,19 9 0,-9 0-16,-20 0 15,-27-9 1,-10 0-16,-9-9 16,-9-1-16,-10-18 15,0 1 1,-10-1-16,10-9 15,-9-9 1,-1-28-16,20-28 16,9-27-16,18-28 15,20 0 1,-1 0-16,-18 18 16,-1 10-1,-18 18-15,-9 10 16,-10 17-16,0 20 15,-10 8 1,1 10-16,9 9 16,0 0-1,0 9-15,9 28 16,10 28 0,19 18-16,-1 9 15,1 1-15,-1-1 16,-8-9-1,-11-9-15,1-19 16,-9-18 0,-1-9-16,-9-28 15</inkml:trace>
  <inkml:trace contextRef="#ctx0" brushRef="#br0" timeOffset="89340.14">19840 7882 0,'0'0'16,"10"0"-16,18 0 15,47-9 1,47-10-16,48-8 16,18-19-1,-47-10-15,-141 56 16</inkml:trace>
  <inkml:trace contextRef="#ctx0" brushRef="#br0" timeOffset="90488.82">21759 7522 0,'0'0'16,"0"9"-16,10 10 16,-1 27-1,1 28-15,8 46 16,-8-9-1,-1-1-15,-9-17 16,0-29-16,0-27 16,0-18-1,0-10-15,0-9 16,0 0 0,0-9-16,0-10 15,10-18-15,18 0 16,28-9-1,20 0-15,8 28 16,-9 18 0,-28 9-16,-18 9 15,-10 1 1,-10 8-16,-18 20 16,-20 17-16,-18 1 15,-19-10 1,10-9-16,18-27 15,10-10 1,28-9-16</inkml:trace>
  <inkml:trace contextRef="#ctx0" brushRef="#br0" timeOffset="91967.34">23011 7818 0,'0'0'0,"0"0"16,-10 0 0,-9 0-16,-18 9 15,-10 9-15,-10 10 16,1 18-1,-10 9-15,19 1 16,9-1 0,19-9-16,10 0 15,9-9 1,9-18-16,20-1 16,18-18-16,19-18 15,-10-19 1,0 0-16,-9 0 15,-9 0 1,-19 9-16,0 10 16,-10 9-1,1 0-15,-10 9 16,0 0-16,0 0 16,9 9-1,0 0-15,10 19 16,9-1-16,1 10 15,-1-9 1,-9 0-16,9-10 16,0 1-1,0-10-15,10-18 16,0-10 0,9-18-16,0-9 15,-10-19-15,-9 10 16,-9 0-1,-9 18-15,-10 9 16,0 0 0,0 19-16,0 0 15,0 9 1,-10 0-16,1 9 16,-1 0-16,1 10 15,0 9 1,9 9-16,0-1 15,9 1 1,10 0-16,0-9 16,0 0-16,-1-1 15,1-8 1,0-1-16,-10 1 16,1-10-1,-1 0-15,1-9 16,8 0-1,1-9-15,9-10 16,19-17-16,19-11 16,-9-8-1,-1 0-15,-18 18 16,-10 9 0,-9 10-16,-10 8 15,-9 10-15,0 0 16,10 19-1,-1 27-15,1 9 16,8-9 0,11 1-16,8-10 15,20-10 1,18-18-16,19-18 16,-9-18-16,-10-20 15,-19-8 1,-9 9-16,-18 9 15,-20 9 1,0 10-16,-9 9 16,0 9-16,-9 0 15,-19 18 1,-19 28-16,0 0 16,0 10-1,18-10-15,20-9 16,9-10-1,9-8-15,10-10 16,28-18-16,29-28 16,8-37-1,-9-27-15,-18-19 16,-19-19 0,-20 28-16,-18 1 15,0 17 1,-9 29-16,0 27 15,9 18-15,0 10 16,0 9 0,-10 19-16,1 73 15,9 65 1,28 37-16,28 27 16,10-55-16,0-36 15,19-38 1,-85-92-16</inkml:trace>
  <inkml:trace contextRef="#ctx0" brushRef="#br0" timeOffset="92669.76">26143 7808 0,'0'0'0,"-9"10"16,-19 17-1,-19 19-15,-10 19 16,1 9 0,18-10-16,19-8 15,10-1-15,18-18 16,10-9-1,28-10-15,57-18 16,-1-27 0,-18-10-16,-19-19 15,-10-8 1,-37-1-16,-29 0 16,-18 1-16,-28 8 15,-20 20 1,11 17-16,8 10 15,10 9 1,19 9-16,18-9 16,10 0-16,10 9 15,37 10 1,56 18-16,48 0 16,-48 0-1,-27-10-15,-20-8 16,-28-1-1,1-9-15,-11 1 16,-8-1-16,-1-9 16,1 0-1,-10 0-15,9-9 16,10-10 0,18-18-16,1 0 15,0 0-15,-1 10 16,1 8-1,0 10-15,-1 18 16,10 19 0,0 27-16,-9 1 15,-10-1 1,0-18-16,-28-37 16</inkml:trace>
  <inkml:trace contextRef="#ctx0" brushRef="#br0" timeOffset="93018.15">27959 7744 0,'0'0'15,"19"18"-15,-1 19 16,11 18-1,-1 10-15,-9-10 16,0 1 0,-1-19-16,-8-10 15,-1-17-15,1-1 16,-1-9 0,0-9-16,10-19 15,9-27-15,10-19 16,9-28-1,0 1-15,0 18 16,-9 27 0,-10 1-16,-28 55 15</inkml:trace>
  <inkml:trace contextRef="#ctx0" brushRef="#br0" timeOffset="93288.63">29069 7651 0,'0'0'0,"0"0"15,0 10-15,0 17 16,0 19-16,-10 19 15,1 27 1,-10-27 0,10-10-16,-1-27 15,1-19-15,0 0 16,9-9 0</inkml:trace>
  <inkml:trace contextRef="#ctx0" brushRef="#br0" timeOffset="93517.53">28758 7578 0,'0'0'0,"0"0"15,10-10 1,9 1-16,18 0 16,20 0-16,9-1 15,37 1 1,10 0-16,-38 0 15,-28-1 1,-19 1-16,-9 9 16,-9 0-16,-10 0 15</inkml:trace>
  <inkml:trace contextRef="#ctx0" brushRef="#br0" timeOffset="93702.47">28768 8501 0,'0'0'0,"28"0"15,47 0-15,57-19 16,75-9 0,-28-9-16,-1-9 15,48-18 1</inkml:trace>
  <inkml:trace contextRef="#ctx0" brushRef="#br0" timeOffset="93963.64">30367 7873 0,'0'0'16,"0"0"-16,0 0 15,0 18 1,0 19-16,-9 9 16,-1-9-1,10-9-15,0-19 16,0-9-16</inkml:trace>
  <inkml:trace contextRef="#ctx0" brushRef="#br0" timeOffset="94152.92">30546 7356 0,'0'0'15,"0"0"-15,9 9 16,19 10 0,10 18-16,0-10 15,-38-27-15</inkml:trace>
  <inkml:trace contextRef="#ctx0" brushRef="#br0" timeOffset="94467.45">30932 8021 0,'0'0'0,"0"9"16,0 9-16,0-9 16,0 1-1,0-10-15,0 0 16,18-37-16,20-28 15,9-18 1,0 0-16,0 9 16,-19 37-1,-9 10-15,0 17 16,-10 20-16,20 36 16,-1 74-1,9 27-15,-8-8 16,-29-139-1</inkml:trace>
  <inkml:trace contextRef="#ctx0" brushRef="#br0" timeOffset="95684.82">24139 9451 0,'0'0'0,"-9"-18"15,0-19 1,-1 0-16,1 0 16,-19 0-1,-10 9-15,-28 10 16,-19 9-1,-9 36-15,-19 19 16,10 28-16,18-9 16,19 0-1,19 8-15,29-17 16,8-10 0,20-18-16,18-10 15,28-27 1,48-56-16,18-46 15,10-36-15,-29-1 16,-18 10 0,-19 8-16,-10 29 15,-18 18 1,-19 27-16,-10 29 16,0 18-16,-9 9 15,0 0 1,0 27-16,-9 56 15,-10 28 1,0 9-16,1 9 16,8-18-1,10-19-15,10-27 16,8-19-16,1-18 16,19-10-1,18-18-15,10-18 16,9-28-1,-9-19-15,-9-9 16,-20 10-16,-8-1 16,-11 19-1,-8 18-15,-10 10 16,-10 8 0,1 10-16,-10 10 15,-9 17 1,-10 29-16,10 27 15,9-9-15,19-10 16,10-18 0,18-9-16,28 0 15,38-18 1,38-29-16,9-36 16,-18-18-1,-29-19-15,-29 0 16,-27 9-16,-29 18 15,-18 10 1,-19 9-16,0 19 16,-19 9-1,-10 9-15,10 18 16,9 10 0,20-1-16,8 20 15,20 8-15,27 19 16,1 0-1,0-10-15,9-8 16,-10-10 0,-9 0-16,-9-9 15,-9-9-15,-1-10 16,0-9 0,-9-9-16</inkml:trace>
  <inkml:trace contextRef="#ctx0" brushRef="#br0" timeOffset="96550.82">26171 9082 0,'0'0'16,"0"0"-16,0 0 16,-18 0-1,-11 9-15,-8 10 16,-20 27-16,10 18 16,10 19-1,8-9-15,20 9 16,18 0-1,10-18-15,9-10 16,29-8-16,28-20 16,9-17-1,19-38-15,18-28 16,-27-8 0,-10-19-16,-38 9 15,-9 0 1,-19 19-16,-18 9 15,-10 9-15,-10 18 16,1 10 0,-10 9-16,-18 9 15,-10 19 1,0 27-16,9 10 16,10-10-1,18-9-15,20-9 16,9 0-16,9-18 15,19-10 1,9-9-16,1-9 16,-1-10-1,-9 1-15,-19 9 16,1-1-16,-11 10 16,-8 0-1,-1 0-15,1 10 16,-1 8-1,0 10-15,1-1 16,-10-8-16,9-1 16,-9-8-1,10-1-15,-1-9 16,19-19 0,19-18-16,19-27 15,-9-1 1,-10 10-16,-10 18 15,-8 18-15,-11 10 16,1 9 0,9 28-16,10 9 15,0 0 1,-10 0-16,-28-37 16</inkml:trace>
  <inkml:trace contextRef="#ctx0" brushRef="#br0" timeOffset="97236">28288 9313 0,'0'0'15,"0"0"-15,0 0 16,0 0-16,0 0 16,-9 0-1,-10 9-15,-38 9 16,-18 10-1,-10 0-15,-9 9 16,38 0-16,9-10 16,9 1-1,19-10-15,19-8 16,10-1 0,18-9-16,47-28 15,29-27 1,-1-19-16,-9-9 15,-18 0-15,-10-9 16,-10-1 0,-28 19-16,-9 1 15,-10 26 1,1 11-16,-10 17 16,0 10-1,0 9-15,-19 9 16,-9 19-16,-10 27 15,10 19 1,0 18-16,18 10 16,20-10-1,9-18-15,9-28 16,9-9-16,1-19 16,9-8-1,0-20-15,0-8 16,0-19-1,-9 0-15,-10 9 16,-9 10-16,-10 9 16,-9 9-1,0 0-15,0 0 16,0 9 0,-9 19-16,9 9 15,0 0 1,9-1-16,10-8 15,9-9-15,-28-19 16</inkml:trace>
  <inkml:trace contextRef="#ctx0" brushRef="#br0" timeOffset="97751.37">28918 9442 0,'0'0'16,"0"0"-16,0 0 16,0 0-1,10-9-15,9-10 16,-1-8-16,20-1 16,0 0-1,-1 10-15,1-1 16,9 10-1,9 0-15,10 18 16,0 0-16,0 0 16,9 1-1,0-20-15,-9-17 16,-9-10 0,-29 0-16,-9 0 15,-10 0 1,-18 0-16,-19 10 15,9 17 1,-9 10-16,-1 10 16,1 17-16,0 38 15,9 27 1,10 19-16,18 18 16,0 0-16,1-9 15,-10-27 1,0-20-16,0-17 15,0-19 1,0-19-16,0-18 16</inkml:trace>
  <inkml:trace contextRef="#ctx0" brushRef="#br0" timeOffset="98163.74">30480 9147 0,'0'0'0,"0"9"15,-9 9 1,-1 10-16,10 9 15,10 0-15,-1-10 16,29 1 0,9-19-16,19-27 15,18-37 1,-27-10-16,-10-9 16,-29 0-1,-18 10-15,-18 18 16,-20 18-16,-28 9 15,-9 29 1,-19 27-16,9 18 16,19 0-1,29-9-15,27-18 16,10-28-16</inkml:trace>
  <inkml:trace contextRef="#ctx0" brushRef="#br0" timeOffset="99167.93">31016 8870 0,'0'0'0,"10"0"15,8 9-15,20 9 16,19 19 0,8 0-16,11 9 15,27 19 1,-28-10-16,1 1 15,-29-19-15,-10 0 16,-18-10 0,0-8-16,-10-1 15,-9-18 1,0 0-16,-9 0 16,-19-18-1,-1-10-15,1-9 16,9-18-16,10-10 15,18-9 1,10 0-16,19 19 16,18 0-16,20 9 15,27 18 1,10 19-16,-10 9 16,-27 9-1,-10 9-15,-10 10 16,-18 0-1,-10-10-15,-9 1 16,-10-1 0,-9 1-16,-9 8 15,-20 1-15,-8 9 16,-10 9 0,-10 9-16,1 1 15,9-1 1,28-9-16,10-9 15,9-18-15,18-10 16,11-9 0,27-37-16,19-46 15,-9-28 1,0-18-16,-19 18 16,-9 0-1,-1 19-15,-8 18 16,-11 19-16,1 18 15,-9 19 1,-1 8-16,-9 10 16,0 0-1,0 28-15,-9 27 16,-1 47-16,-9 27 16,19 0-1,10-9-15,9-9 16,18-19-1,-9-46-15,1-18 16,18-9 0,9-19-16,1-28 15,-1-18-15,-18 0 16,-10 0 0,-9-1-16,-10 29 15,-9 9 1,0 9-16,0 0 15,10 18-15,8 47 16,20 55 0,0 0-16,27 18 15,1-36 1,47 82-16</inkml:trace>
  <inkml:trace contextRef="#ctx0" brushRef="#br0" timeOffset="103752.4">19210 11214 0,'0'0'0,"0"0"0,0 0 16,0 0 0,0 0-16,0 0 15,0 0-15,0 0 16,0 0-1,0 0-15,0-9 16,0-10 0,-9-8-16,-10-20 15,0 11 1,-9-11-16,-1 11 16,-8-1-16,9 18 15,-10 1 1,10-1-16,0 10 15,-1 9 1,1 0-16,9 0 16,0 9-1,1 0-15,8 1 16,1-1-16,-1 0 16,10-9-1,-9 9-15,9-9 16,0 0-1,-9 10-15,9-10 16,0 0-16,0 0 16,0 0-1,0 0-15,0 0 16,0 9 0,-10 0-16,1 0 15,-1 10 1,1 8-16,0 1 15,-1 0-15,1-1 16,-10 1 0,10 0-16,-10 0 15,9 8 1,-9-8-16,10 9 16,-10 9-1,10-9-15,-1 0 16,10-9-16,0-10 15,0 1 1,10-1-16,-1 1 16,1-10-1,-1 0-15,0 0 16,1-9-16,9 0 16,9-9-1,19-9-15,9-19 16,10-9-1,0-10-15,-19 1 16,0-1 0,-9-8-16,-1 8 15,-8 10-15,-11 9 16,-8 10 0,-1 8-16,1 1 15,-1 9 1,-9 9-16,0 0 15,0 0-15,10 9 16,-1 9 0,0 28-16,1 10 15,-1 8 1,10 10-16,9 0 16,0 0-1,1-19-15,8-9 16,20-9-16,9-9 15,18-19 1,29-18-16,-113 9 16</inkml:trace>
  <inkml:trace contextRef="#ctx0" brushRef="#br0" timeOffset="104791.54">20527 11703 0,'0'0'15,"0"0"-15,0 9 16,-9 19-1,-1 27-15,-27 38 16,-20 18 0,1 9-16,9-19 15,9-27-15,29-37 16,9-37 0</inkml:trace>
  <inkml:trace contextRef="#ctx0" brushRef="#br0" timeOffset="105205.85">21806 11140 0,'0'0'15,"0"-9"1,0 0-16,-9-1 16,0 1-16,-20 9 15,-27 9 1,-10 10-16,-9 9 16,0 9-1,9-1-15,19 1 16,9 10-1,19-11-15,10 11 16,9-1-16,9 0 16,19 0-1,29 0-15,18-9 16,38-9 0,-10-19-16,10-9 15,-19-9 1,-94 9-16</inkml:trace>
  <inkml:trace contextRef="#ctx0" brushRef="#br0" timeOffset="105454.12">22954 11666 0,'0'0'16,"0"0"-16,-9 19 16,-20 18-16,-18 18 15,-9 19 1,-19 9-16,-1-9 16,11-10-1,8-8-15,57-56 16</inkml:trace>
  <inkml:trace contextRef="#ctx0" brushRef="#br0" timeOffset="106084.81">23650 10771 0,'0'0'0,"0"0"16,0 18-16,0 19 15,10 28 1,-10 27-16,0 19 16,0 0-16,0 0 15,0-1 1,0-36-16,0-18 16,0-10-1,0-19-15,0-8 16,0-10-16,0-9 15,0 0 1,0 0-16,0-9 16,9-10-1,10-8-15,0-1 16,18 0 0,10 1-16,19 8 15,0 10-15,9 9 16,-9 9-1,-19 10-15,-9-1 16,-10 1 0,-9-1-16,-10 0 15,-9 10-15,-19 0 16,-18 9 0,-85 18-16,-76 10 15,-28-1 1</inkml:trace>
  <inkml:trace contextRef="#ctx0" brushRef="#br0" timeOffset="110151.6">18175 13844 0,'0'0'0,"-9"0"15,-38 0-15,-19 10 16,-19 8 0,-18 10-16,9 9 15,0 9 1,9 0-16,28 0 15,1 0-15,18 1 16,20-1 0,8-9-16,1 9 15,9 9 1,0 0-16,0 10 16,9 9-1,1 0-15,-1 18 16,0-18-16,10 18 15,-9-18 1,-1-9-16,0-10 16,1-9-1,-1-9-15,10 0 16,0-9-16,0-1 16,-1 1-1,1-9-15,9-1 16,20 0-1,8 1-15,19-10 16,10-9 0,0-9-16,-10 0 15,-75 9-15</inkml:trace>
  <inkml:trace contextRef="#ctx0" brushRef="#br0" timeOffset="110601.57">18664 14158 0,'0'0'0,"0"0"16,0 0-16,0 0 16,0 19-1,0 8-15,0 20 16,10 8-1,-1 10-15,-9-1 16,10 1 0,-1-1-16,-9-8 15,0-10-15,0 0 16,0 0 0,0-9-16,0 0 15,0 0 1,0 0-16,0-9 15,0-28-15</inkml:trace>
  <inkml:trace contextRef="#ctx0" brushRef="#br0" timeOffset="111053.83">19464 14647 0,'0'0'0,"0"0"15,0 0-15,0 0 16,0 0-1,0 10-15,0 17 16,-9 20 0,-20 36-16,-37 64 15,-18 38 1,-57 92-16,37-74 16</inkml:trace>
  <inkml:trace contextRef="#ctx0" brushRef="#br0" timeOffset="113668.7">22089 14758 0,'0'0'16,"0"0"-16,0 0 15,0 0-15,-10 9 16,-9 19-1,-28 37-15,-28 55 16,-19 27 0,-9 20-16,27-20 15,76-147 1</inkml:trace>
  <inkml:trace contextRef="#ctx0" brushRef="#br0" timeOffset="114573.53">23048 13872 0,'0'0'0,"0"0"16,0 0-1,0 0-15,0 0 16,0 0-16,0 0 16,0 0-1,0 0-15,0 0 16,0 0 0,0 0-16,0 0 15,0 0 1,0 9-16,10 10 15,-1 27 1,0 37-16,-9 19 16,0 8-16,0 20 15,0-1 1,10-9-16,-1-9 16,1-19-1,-10-18-15,0-74 16</inkml:trace>
  <inkml:trace contextRef="#ctx0" brushRef="#br0" timeOffset="117852.24">19793 14131 0,'0'0'0,"0"0"16,0 0-16,0 0 15,0 0 1,-9-10-16,9 1 15,0 0 1,9-10-16,1 1 16,8 0-16,11-1 15,-1 1 1,0 8-16,-9 1 16,0 9-1,0 0-15,-10 9 16,0 1-1,1 17-15,-10 10 16,-10 19-16,-8-1 16,-20 10-1,0-10-15,1 0 16,8-9 0,11-9-16,-1-18 15,9-1-15,1-8 16,9-1-1,0-9-15,0 0 16,28 0 0,19 0-16,0-9 15,19-1 1,-9 1-16,8-9 16,1-1-16,-9 1 15,-1-1 1,-18 1-16,-38 18 15</inkml:trace>
  <inkml:trace contextRef="#ctx0" brushRef="#br0" timeOffset="118276.52">20536 13595 0,'0'0'0,"0"0"16,0 10-16,0 17 15,-9 10-15,0 28 16,-1 27-1,1 19 1,-10 9-16,-9 9 16,9 9-16,-9 10 15,-1-19-15,11 1 16,-11 8 0,11-9-16,8-37 15,-9-8 1,10-11-16,0-26 15,-1-11 1,1-8-16,-1-9 16,1-10-16,9-9 15,0 0 1</inkml:trace>
  <inkml:trace contextRef="#ctx0" brushRef="#br0" timeOffset="120371.7">20913 14278 0,'0'0'0,"0"0"15,0 0 1,0 0-16,0 0 16,0 0-1,0 0-15,0 0 16,0 0-1,-10 10-15,1-1 16,-10 0-16,0 9 16,0 1-1,10-1-15,0 10 16,-1-10 0,10 1-16,0-1 15,10 1-15,8-1 16,1 1-1,0-1-15,0 1 16,9-1 0,-9 1-16,0-10 15,0 9 1,-10 1-16,-9 8 16,0 1-16,-9 0 15,-1 9 1,-9 0-16,0-10 15,1-8 1,-1-10-16,19-9 16</inkml:trace>
  <inkml:trace contextRef="#ctx0" brushRef="#br0" timeOffset="120617.66">20884 14371 0,'0'0'0,"0"0"16,0 0 0,10-10-16,-1-8 15,19-1-15,20-17 16,27-11-1,19-8-15,9 0 16,-103 55 0</inkml:trace>
  <inkml:trace contextRef="#ctx0" brushRef="#br0" timeOffset="121352.05">23603 13328 0,'0'0'0,"28"0"16,19 0-1,10 0-15,9 0 16,-10 9 0,-9 0-16,10 19 15,-10 9 1,-10 9-16,1 9 15,-10 10-15,-9 18 16,-10 18 0,1 10-16,-10 0 15,0 9 1,0-9-16,9 9 16,1-10-1,-10-8-15,0-10 16,0-18-16,0-19 15,0-8 1,-10-10-16,1-1 16,-10-8-1,-9 9-15,-10-9 16,1-1-16,-20 1 16,1-9-1,9-10-15,9 0 16,0-18-1,38 9-15</inkml:trace>
  <inkml:trace contextRef="#ctx0" brushRef="#br0" timeOffset="121702.89">24713 14066 0,'0'0'16,"0"0"-16,0 0 15,0 0 1,10 0-16,8-9 15,20 0 1,19-10-16,-1-9 16,0 1-1,-18-1-15,0 0 16,-1 1 0,-8 8-16,-1 1 15,-9 8-15,-19 10 16</inkml:trace>
  <inkml:trace contextRef="#ctx0" brushRef="#br0" timeOffset="121951.43">24930 14269 0,'0'0'15,"0"0"1,0 0-16,0 0 15,0 0-15,0 0 16,0 0 0,0 0-16,9 0 15,10 0 1,9-9-16,19 0 16,38-19-16,-1 0 15,-84 28 1</inkml:trace>
  <inkml:trace contextRef="#ctx0" brushRef="#br0" timeOffset="122953.25">26059 13577 0,'0'0'0,"0"0"16,0 0-16,0 0 15,0 28 1,0 27-16,0 19 15,-10 18 1,1 19-16,9 0 16,0-28-1,0-10-15,0-17 16,0-28-16,0-19 16,0-9-1,0 0-15,0 0 16</inkml:trace>
  <inkml:trace contextRef="#ctx0" brushRef="#br0" timeOffset="123357.78">26360 13734 0,'0'0'16,"0"0"-16,0 0 15,0 0 1,0 9-16,0 28 15,-10 0-15,1 18 16,-1 10 0,10-1-16,10-8 15,9-10 1,-1-18-16,11-10 16,18-9-1,18-27-15,11-10 16,-20-9-16,-9-9 15,-9 0 1,-10 0-16,-19 9 16,-9 0-1,-18 0-15,-20 9 16,-18 10-16,-20 18 16,10 9-1,10 19-15,9-1 16,19-8-1,18-10-15,10-9 16</inkml:trace>
  <inkml:trace contextRef="#ctx0" brushRef="#br0" timeOffset="123622.28">27658 13355 0,'0'0'15,"0"10"1,0 17-16,9 29 16,-9 45-16,10 19 15,-1-9 1,0 0-16,1-28 15,-1-19 1,-9-36-16,0-28 16</inkml:trace>
  <inkml:trace contextRef="#ctx0" brushRef="#br0" timeOffset="123841.32">27272 13872 0,'0'0'0,"0"0"15,28 0-15,38-9 16,47-10 0,9 1-16,29-19 15,-19 0 1,-10 0-16,-122 37 15</inkml:trace>
  <inkml:trace contextRef="#ctx0" brushRef="#br0" timeOffset="124368.22">28326 13568 0,'0'0'16,"0"0"-16,0 0 15,9-10 1,10 1-16,9 0 16,10 0-1,-1-1-15,1 10 16,0 10-1,-1 8-15,-8 10 16,-11 9-16,-8 9 16,-10 9-1,-10 10-15,-8-10 16,-20 1 0,0-1-16,1-9 15,8-18-15,1-10 16,9 1-1,10-10-15,0 0 16,9-9 0,0 0-16,0 0 15,9 0 1,10 0-16,28-9 16,19 0-1,9 0-15,10-19 16,-1 0-16,-8-18 15,-1 0 1,-75 46-16</inkml:trace>
  <inkml:trace contextRef="#ctx0" brushRef="#br0" timeOffset="124768.51">29276 13494 0,'0'0'16,"0"9"-1,-10 9-15,-8 10 16,-1 28-16,-9 8 16,-1 1-1,11-10-15,8 0 16,10-18 0,10-9-16,-1-9 15,19-10-15,38-9 16,28-28-1,-19-9-15,-9-9 16,-19 0 0,-9-10-16,-19 10 15,-19 9 1,-19 1-16,-9 8 16,-19 0-16,-29 10 15,-8 18 1,8 9-16,1 9 15,19 1 1,18-1-16,19-8 16,19-10-16,0 0 15</inkml:trace>
  <inkml:trace contextRef="#ctx0" brushRef="#br0" timeOffset="125052.09">30170 13180 0,'0'0'0,"0"0"15,0 18-15,0 29 16,0 26-1,0 10-15,0 28 16,0 18 0,0-36-16,0-10 15,0-28 1,-10-18-16,10-37 16</inkml:trace>
  <inkml:trace contextRef="#ctx0" brushRef="#br0" timeOffset="125251.76">29718 13586 0,'0'0'0,"0"0"16,0 0-1,28 0-15,29 0 16,37 0-1,47 0-15,28 0 16,1-18-16,55-10 16</inkml:trace>
  <inkml:trace contextRef="#ctx0" brushRef="#br0" timeOffset="126106.54">30819 13161 0,'0'0'0,"0"0"15,0 0-15,0 0 16,0-9 0,0 0-16,0 0 15,0-10 1,9 1-16,19-1 15,29-8-15,9 8 16,-1 10 0,-18 9-16,-9 9 15,-10 10 1,-9-1-16,-9 19 16,-10 18-1,-19 1-15,-9 8 16,-10-8-16,0-1 15,1-9 1,18-18-16,0-9 16,10-1-1,9-9-15,0-9 16,9 9-16,19 1 16,29-10-1,9-10-15,9-8 16,-9-19-1,9-9-15,-75 46 16</inkml:trace>
  <inkml:trace contextRef="#ctx0" brushRef="#br0" timeOffset="126353.01">31966 13097 0,'0'0'0,"0"0"16,-9 9-16,0 19 15,-20 18 1,1 19-16,-10 8 16,10-17-1,0-10-15,9-9 16,0-19-16,19-18 15</inkml:trace>
  <inkml:trace contextRef="#ctx0" brushRef="#br0" timeOffset="126569.54">31581 13198 0,'0'0'0,"0"0"16,18 10-16,20 8 16,19 10-1,27 18-15,29 9 16,9 1 0,1-10-16,-29-18 15,-94-28 1</inkml:trace>
  <inkml:trace contextRef="#ctx0" brushRef="#br0" timeOffset="127052.75">32531 13041 0,'0'0'16,"9"0"-16,19-9 16,10 9-1,0 0-15,9 9 16,-10 1-16,1 8 16,-19 1-1,-10 8-15,-9 1 16,0 9-1,-19 0-15,1 0 16,-11 9 0,1-9-16,9-9 15,10-10-15,9 10 16,9-1 0,1 1-16,9 9 15,9 0 1,0 0-16,-9-9 15,0-1-15,-19 10 16,-10 9 0,-37 10-16,-47 17 15,-47 1 1,-38 0-16,-37 9 16</inkml:trace>
  <inkml:trace contextRef="#ctx0" brushRef="#br0" timeOffset="127419.93">25682 15810 0,'10'0'0,"27"-9"15,29-9 1,9 8-16,-75 10 16</inkml:trace>
  <inkml:trace contextRef="#ctx0" brushRef="#br0" timeOffset="127655.58">25532 16300 0,'0'0'0,"0"0"0,19-10 15,37-8 1,29-10-16,28-9 16,9 0-1,10-9-15,-132 46 16</inkml:trace>
  <inkml:trace contextRef="#ctx0" brushRef="#br0" timeOffset="128235.52">26849 15626 0,'0'0'0,"0"0"16,0 0-16,0 0 15,0 0-15,19-9 16,18-10 0,29-9-16,-10 10 15,1 0 1,-19 8-16,-20 10 16,-8 10-1,-1 8-15,-18 19 16,-19 9-16,-19 19 15,-1-1 1,1-18-16,19-18 16,19-9-1,-1-10-15,10 0 16,0 0-16,10 0 16,18 1-1,10 8-15,-1 1 16,1-1-1,-10 1-15,-9-1 16,-10 10 0,-9 9-16,-9 9 15,-29 28-15,-18 9 16,-10 0 0,10-28-16,9-18 15,9-19 1,19-18-16,0-9 15,19 9 1</inkml:trace>
  <inkml:trace contextRef="#ctx0" brushRef="#br0" timeOffset="128701.95">28185 15303 0,'0'0'15,"0"0"-15,-10 27 16,1 20-16,-19 36 16,-10 9-1,0 9-15,10 29 16,0-10-1,18-19-15,10-18 16,10-18 0,9-10-16,-1-18 15,11-9-15,8-10 16,-8-8 0,8-1-16,-18-9 15,0 0 1,-10 0-16,1 0 15,-1 0 1,-9 0-16,0 0 16,-9-9-16,-20-1 15,-18 1 1,-18 0-16,-1 9 16,0 9-1,9-9-15,57 0 16</inkml:trace>
  <inkml:trace contextRef="#ctx0" brushRef="#br0" timeOffset="128891.15">28599 15903 0,'0'0'0,"0"0"15,0 0-15,0 0 16,-19 27 0,-10 1-16,29-28 15</inkml:trace>
  <inkml:trace contextRef="#ctx0" brushRef="#br0" timeOffset="129941.2">28335 15358 0,'0'0'0,"0"0"16,0 0-16,0 0 16,0 0-1,-9 9-15,-1 10 16,-9 18-1,-9 18-15,0 10 16,-10 9-16,10 18 16,0 19-1,9-10-15,0-9 16,19 1 0,0-1-16,10-9 15,9-18-15,9-10 16,0-9-1,0-18-15,10-10 16,9-8 0,9-10-16,-9-10 15,-9-8 1,0-10-16,-10-9 16,-9 0-16,-1-9 15,-8 9 1,-10 0-16,0-9 15,-10 9 1,-8 0-16,-11 10 16,-8 8-16,-10 19 15,-19 19 1,-38 27-16,-18 46 16,9 10-1,113-102-15</inkml:trace>
  <inkml:trace contextRef="#ctx0" brushRef="#br0" timeOffset="130785.37">24845 17822 0,'9'0'0,"48"-9"16,75 0 0,56-9-16,47-10 15,28-9 1,38 0-16,-9-18 15,9-10-15,0 0 16,-47-8 0,28-1-16,-56 0 15,0 9 1,-47 19-16,-29 9 16,-28 10-1,-37 17-15,-47 10 16,-10 0-16,-19 0 15,-9 0 1,-37 28-16,-86 27 16,-46 1-1,-94 27-15,37-9 16</inkml:trace>
  <inkml:trace contextRef="#ctx0" brushRef="#br0" timeOffset="131119.16">25061 18026 0,'-9'0'15,"0"0"-15,-10 0 16,9 0 0,10 0-16,0 0 15,10 0 1,56-19-16,75-18 15,37 0 1,58-9-16,18 0 16,0 0-16,28 0 15,-9-10 1,-10 10-16,-18 0 16,-1 0-16,-46 18 15,-10-9 1,-47 19-16,-28-1 15,-38 10 1,-75 9-16</inkml:trace>
</inkml:ink>
</file>

<file path=ppt/ink/ink11.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06:25.752"/>
    </inkml:context>
    <inkml:brush xml:id="br0">
      <inkml:brushProperty name="width" value="0.05292" units="cm"/>
      <inkml:brushProperty name="height" value="0.05292" units="cm"/>
      <inkml:brushProperty name="color" value="#FF0000"/>
    </inkml:brush>
    <inkml:context xml:id="ctx1">
      <inkml:inkSource xml:id="inkSrc26">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1" timeString="2021-03-17T09:07:10.959"/>
    </inkml:context>
  </inkml:definitions>
  <inkml:trace contextRef="#ctx0" brushRef="#br0">19821 5981 0,'0'0'0,"0"0"0,0 0 15,10 0-15,9 0 16,-1 0-1,11 9-15,8 0 16,1-9 0,9 10-16,9-10 15,10 0 1,10 0-16,18 0 16,-19 0-16,19 0 15,19 0 1,-10 0-16,1 0 15,-10 0 1,0 9-16,0 0 16,0-9-16,0 9 15,0 0 1,0 1-16,10-1 16,-10 0-1,0 0-15,0 1 16,0-10-1,10 9-15,-20-9 16,1 0-16,9 0 16,0 0-1,-9 0-15,-10 0 16,0 0 0,0 0-16,-9 0 15,0 0-15,0 0 16,0 0-1,-10-9-15,-9 9 16,0 0 0,0 0-16,-9 0 15,-10 0 1,1 0-16,-11 0 16,1 0-16,-9 0 15,-1 0 1,-9 0-16,0 0 15,0 0 1</inkml:trace>
  <inkml:trace contextRef="#ctx0" brushRef="#br0" timeOffset="3557.47">5325 9064 0,'0'0'0,"0"0"0,0-10 15,0 1-15,0 0 16,-10-10-1,1 10-15,-1-9 16,-8 8 0,-1 1-16,0 0 15,0 9-15,-9 0 16,0 9 0,-10 10-16,-9 8 15,-9 10 1,-1 19-16,1 18 15,18-1-15,10-8 16,18-10 0,10-18-16,0 0 15,10-18 1,9-10-16,18 0 16,10-18-1,19-28-15,-9-9 16,-10-10-1,-19 10-15,-9 0 16,-1 18-16,-8 1 16,-1 8-1,-9 19-15,0 0 16,0 0-16,0 0 16,0 0-1,10 19-15,-1 8 16,10 20-1,19-1-15,9 9 16,0-9 0,18 0-16,11 10 15,-1-1-15,-75-55 16</inkml:trace>
  <inkml:trace contextRef="#ctx0" brushRef="#br0" timeOffset="4273.89">4873 10162 0,'0'0'15,"0"0"-15,0 0 16,0 0-16,0 0 16,9 18-1,10 19-15,0 19 16,-10 8 0,-9 29-16,0 8 15,-9-18-15,0-18 16,9-19-1,-10-9 1,10-19-16,0-9 16,0-9-16,0 0 15,0 0 1,19-18-16,28-19 16,10-9-16,8 0 15,1 9 1,-9 0-16,-10 18 15,-10 10 1,-18 9-16,0 9 16,-10 1-1,-9 27-15,-18 9 16,-11 18-16,-8 1 16,-10-19-1,9-9-15,-9-9 16,0-1-1,0-17-15,0-10 16,9 0 0,38 0-16</inkml:trace>
  <inkml:trace contextRef="#ctx0" brushRef="#br0" timeOffset="4807.59">5052 11574 0,'0'0'15,"0"-9"-15,0 0 16,0-1-16,0 1 15,-10 0 1,1 9-16,-10 0 16,-18 9-1,-11 10-15,1 8 16,0 19 0,10 1-16,9-1 15,9 0-15,9 0 16,10 0-1,19 0-15,19-9 16,28-18 0,28-1-16,0-9 15,-10 1 1,-84-10-16</inkml:trace>
  <inkml:trace contextRef="#ctx0" brushRef="#br0" timeOffset="5614.79">5259 13180 0,'0'0'15,"-10"-9"-15,1-10 16,-10 1 0,-9-1-16,-10-8 15,1 8 1,-20 1-16,1 8 15,-1 10 1,10 10-16,10 8 16,-1 10-16,10 18 15,0 9 1,18 10-16,10 0 16,10-28-1,8-10-15,11 1 16,-1-19-1,19-9-15,9-37 16,10-27-16,0-29 16,-19 1-1,-9-10-15,-10 1 16,-19 9 0,-9 18-16,-9 9 15,-1 28-15,1 10 16,9 8-1,0 19-15,0 0 16,-9 9 0,-1 38-16,10 45 15,0 19-15,10 18 16,8 18 0,1-8-16,10-1 15,8 1 1,1-28-16,-38-111 15</inkml:trace>
  <inkml:trace contextRef="#ctx0" brushRef="#br0" timeOffset="6195.42">4845 14620 0,'0'0'15,"0"0"-15,9 0 16,19-9 0,19-1-16,10 1 15,-1-9-15,-9-10 16,0-9 0,-9 0-16,-10 0 15,-9 0 1,-9 0-16,-10-9 15,0 9-15,-10 10 16,-9-1 0,-9 9-16,-10 19 15,-18 10 1,-10 17-16,10 20 16,-1 8-16,20 0 15,8 10 1,11 9-16,8-10 15,20-8 1,8-10-16,20-9 16,28-10-1,9-17-15,29-10 16,-1-10 0,-103 10-16</inkml:trace>
  <inkml:trace contextRef="#ctx0" brushRef="#br0" timeOffset="6691.74">5447 15506 0,'0'0'0,"0"0"16,-10-9-16,1-10 15,0 1 1,-10-10-16,0 0 15,0 10 1,0-1-16,1 10 16,-1 0-1,0 0-15,0 9 16,0 9-16,10 9 16,0 19-1,-1 19-15,10 8 16,0 19-1,10 10-15,-1 8 16,0-9-16,1-18 16,-10-9-1,0-10-15,-10-18 16,10-37 0</inkml:trace>
  <inkml:trace contextRef="#ctx0" brushRef="#br0" timeOffset="6907.42">4873 16124 0,'0'0'0,"0"0"16,9-9-1,20-9-15,37-29 16,9 1-16,19 0 15,0 9 1,9 0-16,-9 10 16,-94 27-16</inkml:trace>
  <inkml:trace contextRef="#ctx0" brushRef="#br0" timeOffset="7624.72">5569 16826 0,'0'0'0,"0"0"16,0 0 0,0-10-16,0 1 15,-9 0 1,-1 0-16,-8 9 15,-11 0 1,-8 9-16,-10 19 16,0 9-16,9 9 15,10 9 1,0 0-16,18-8 16,10-10-1,0-10-15,10-18 16,-1-9-1,19-9-15,19-18 16,0-10 0,0-10-16,-9 11 15,-10 8-15,0 9 16,-9 10 0,9 0-16,-9 9 15,0 18 1,0 1-16,0 9 15,-10-1-15,0 10 16,-9 0 0,0-9-16,-9-1 15,0 1 1,-10 0-16,-9 0 16,-10-1-16,0-8 15,-9-1 1,-9-9-16,56-9 15</inkml:trace>
  <inkml:trace contextRef="#ctx0" brushRef="#br0" timeOffset="8841.17">7131 8362 0,'0'0'0,"0"0"16,0 0-16,0 0 16,9 19-1,10 8-15,0 10 16,9 9-1,0 10-15,1-1 16,-1 0 0,0 1-16,-9-10 15,0-9-15,-1-9 16,-8-10 0,-1-9-16,1 0 15,-10-9-15,0 0 16,0 0-1,9-9-15,0-18 16,10-10 0,0-28-16,0 0 15,0 1 1,0 8-16,-1 1 16,1 0-16,-19 55 15</inkml:trace>
  <inkml:trace contextRef="#ctx0" brushRef="#br0" timeOffset="9180.02">7921 8141 0,'0'0'0,"0"0"16,0 18-16,0 28 15,0 19-15,9 9 16,1 18-1,-1-18-15,1-10 16,-1-18 0,0-18-16,-9-9 15,0-19 1,0 0-16</inkml:trace>
  <inkml:trace contextRef="#ctx0" brushRef="#br0" timeOffset="9440.81">7658 8307 0,'0'0'0,"9"-10"16,19-17-1,19-10-15,29-19 16,8 1-1,10 0-15,0 9 16,-28 9-16,-9 9 16,-10 0-1,-19 10-15,-9 9 16,-19 9 0</inkml:trace>
  <inkml:trace contextRef="#ctx0" brushRef="#br0" timeOffset="9674.54">7846 8879 0,'0'0'0,"0"0"15,0 0 1,19-19-16,28-27 15,9-9 1,38-10-16,0 1 16,0-1-16,-94 65 15</inkml:trace>
  <inkml:trace contextRef="#ctx0" brushRef="#br0" timeOffset="18575.75">7507 9414 0,'0'0'0,"0"0"0,0 0 15,0 0-15,0 0 16,0 0-1,0 0-15,0 0 16,0 0-16,0 0 16,0 0-1,0 0-15,0-9 16,0 9 0,10-9-16,8-10 15,1 1-15,28-10 16,0 0-1,10 1-15,-20 18 16,1-1 0,-10 10-16,0 0 15,-9 0 1,0 10-16,-10 8 16,1 0-16,-10 10 15,-10 9 1,1 0-16,-10 0 15,0 0 1,-9 0-16,9-10 16,1-8-16,8-1 15,1-8 1,-1-1-16,10-9 16,0 0-1,0 0-15,29 0 16,8 0-16,10 0 15,0 0 1,0 9-16,-9 0 16,-10 1-1,0 8-15,-9 0 16,-9 1 0,-1-1-16,-9 10 15,0 0 1,-19-1-16,-9 10 15,-10 0-15,-9 0 16,-9-9 0,-29-10-16,0-8 15,-9-1 1,0-9-16,0-19 16,94 19-16</inkml:trace>
  <inkml:trace contextRef="#ctx0" brushRef="#br0" timeOffset="23346.59">7488 10559 0,'0'0'0,"0"0"0,0 0 15,0 9-15,-9 19 16,-1 9 0,1 27-16,0 1 15,-1 18 1,1 0-16,9-9 16,0-19-1,0-18-15,0-37 16</inkml:trace>
  <inkml:trace contextRef="#ctx0" brushRef="#br0" timeOffset="23596.36">7940 10928 0,'0'0'0,"0"0"15,0 0-15,0 0 16,0 0 0,0 0-16,19-9 15,-19 9 1</inkml:trace>
  <inkml:trace contextRef="#ctx0" brushRef="#br0" timeOffset="30008.22">8420 10411 0,'0'0'0,"0"0"0,0 0 16,0 0-16,0 0 15,-10 9 1,1 1-16,-1 8 16,-8 10-16,-1 18 15,9 0 1,1 9-16,0 10 15,9-10 1,9 10-16,0-10 16,1-9-1,9 1-15,9-10 16,9-10-16,20-8 16,-1-10-1,10-18-15,-19-1 16,-9 1-1,-1-9-15,-18-1 16,0 1 0,-9-1-16,-10 10 15,0 0-15,-19-10 16,-19 1 0,-9 0-16,0 8 15,0 10 1,0 0-16,0 10 15,9 8-15,38-18 16</inkml:trace>
  <inkml:trace contextRef="#ctx0" brushRef="#br0" timeOffset="30911.85">9069 10319 0,'0'0'16,"0"0"-16,0 0 16,0 0-1,0 0-15,-10 0 16,1 0-16,0 9 15,-10 0 1,0 19-16,-9 18 16,-1 9-1,11 19-15,8 0 16,1 0-16,9-9 16,9-10-1,1-9-15,8 0 16,11-9-1,-1-9-15,10-19 16,-1-9 0,1-9-16,-10-10 15,0 1-15,-9-1 16,0-8 0,-19 8-16,0 1 15,-10-1 1,-18 1-16,-9 9 15,-29 18 1,-10 19-16,-18 18 16,-9 37-16,103-83 15</inkml:trace>
  <inkml:trace contextRef="#ctx0" brushRef="#br0" timeOffset="32058.51">7347 11611 0,'0'0'16,"0"0"-16,0 0 16,0 0-1,0 0-15,0 0 16,0 0-16,0 0 16,0 0-1,-9 18-15,-1 10 16,1 27-1,0 19-15,-1 0 16,10 9 0,0-18-16,10-10 15,-1-9-15,-9-46 16</inkml:trace>
  <inkml:trace contextRef="#ctx0" brushRef="#br0" timeOffset="32275.4">7742 11879 0,'0'0'16,"0"0"-16,0 0 15,0 0 1,0 0-16,0 0 16</inkml:trace>
  <inkml:trace contextRef="#ctx0" brushRef="#br0" timeOffset="33681.42">7818 11952 0,'0'0'0,"0"0"16,0 0-16,0-9 16,0 0-1,0 0-15,0-1 16,0 1-16,0 0 16,0 0-1,0 9-15,0 0 16,0 0-1,0 0-15,0 0 16,0 0-16,0 0 16,0 0-1,0 0-15,0 0 16</inkml:trace>
  <inkml:trace contextRef="#ctx0" brushRef="#br0" timeOffset="35624.31">8551 11592 0,'0'0'0,"0"0"15,0 0-15,0 0 16,0 0 0,0 0-16,0 0 15,0 0-15,0 0 16,0 0 0,0 0-16,0 0 15,0 0 1,0 0-16,0 0 15,0 0 1,0 0-16,0 0 16,0 0-16,0 0 15,0 0 1,0 0-16,0 0 16,0 0-1,0 0-15,0 0 16,0 0-16,0 0 15,0 0 1,0 0-16,0 0 16,0 0-1,-9 10-15,-10 8 16,0 10 0,-9 18-16,0 9 15,0 19-15,9 0 16,9 0-1,1 0-15,9-19 16,9 0 0,1-18-16,9 0 15,-1-9-15,1-10 16,9-8 0,1-10-16,8 0 15,-8-10 1,-1 1-16,-9 0 15,-1 0 1,-8 0-16,-1-1 16,-9 1-16,0-9 15,-9-1 1,-10 1-16,-9-1 16,-10 10-1,-9 0-15,-9 9 16,-10 9-16,66-9 15</inkml:trace>
  <inkml:trace contextRef="#ctx0" brushRef="#br0" timeOffset="39191.49">7385 12774 0,'0'0'0,"0"0"0,0 0 15,0 0-15,0 0 16,0 0-1,0 0-15,0 0 16,0 0-16,0 0 16,0 0-1,0 0-15,-10 18 16,10 10 0,-9 18-16,9 10 15,0 8-15,0 19 16,0 0-1,0-9-15,0-9 16,0-1 0,0-18-16,0-9 15,0-9 1,0-9-16,0-19 16</inkml:trace>
  <inkml:trace contextRef="#ctx0" brushRef="#br0" timeOffset="39697.6">7771 13198 0,'0'0'0,"0"0"16,0 0-16,0 0 16,0 0-1,0 0-15,0 0 16,0 0 0,0 0-16,0 0 15,0 0-15,0 0 16,0 0-1,0 0-15,0 0 16,0 0 0,0 0-16,0 0 15,0 0-15,0 0 16,0 0 0,0 0-16,0 0 15,0 0 1,0 0-16,0 0 15,0 0 1,0 0-16,0 0 16,0 0-16,-10 10 15,10-10 1,-9 0-16,9 0 16</inkml:trace>
  <inkml:trace contextRef="#ctx0" brushRef="#br0" timeOffset="42113.35">8551 12931 0,'0'0'16,"0"0"-1,0 0-15,0 0 16,0 0 0,0 0-16,0 0 15,0 0 1,0 0-16,0 0 16,0 0-16,0 0 15,0 0 1,0 0-16,0 0 15,0 0-15,0 0 16,0 0 0,0 0-16,0 0 15,0 0 1,0 0-16,-9 0 16,0 0-1,-20 0-15,1 9 16,-10 9-16,1 1 15,9-1 1,9 1-16,0-1 16,10 1-1,9-10-15,0 0 16,9 0 0,19 1-16,29-1 15,8 0-15,1 0 16,-9-9-1,-20 10-15,-8-1 16,-11 0 0,-8 0-16,-1 10 15,-18 18 1,-19 9-16,-19 9 16,0 1-16,0-10 15,-1-9 1,11-10-16,37-27 15</inkml:trace>
  <inkml:trace contextRef="#ctx0" brushRef="#br0" timeOffset="42360.41">8457 12949 0,'0'0'15,"0"0"-15,10-9 16,27 0 0,20 0-16,9-1 15,28 1-15,37 0 16,-131 9-1</inkml:trace>
  <inkml:trace contextRef="#ctx1" brushRef="#br0">8855 12894 0</inkml:trace>
  <inkml:trace contextRef="#ctx0" brushRef="#br0" timeOffset="47792.45">8993 13014 0,'0'0'0,"0"0"0,10 0 16,-1 0 0,20-9-16,-1-1 15,9 1 1,1 0-16,9-10 15,-9 10 1,-1 0-16,-8 0 16,-11 0-16,1-1 15,-9 10 1,-1 0-16,0 0 16,1 10-1,-1 8-15,10 19 16,-10 18-16,1 38 15,-10 17 1,-10 1-16,-18 18 16,9-27-1,19-102-15</inkml:trace>
  <inkml:trace contextRef="#ctx1" brushRef="#br0">9366 13582 0</inkml:trace>
  <inkml:trace contextRef="#ctx0" brushRef="#br0" timeOffset="49848.1">7620 14084 0,'0'0'0,"0"0"16,0 0-16,0 0 16,0 0-1,0 0-15,0 0 16,0 0-16,0 0 16,-19 10-1,-9 17-15,-10 20 16,1 8-1,-10 10-15,0 8 16,9 1-16,10-18 16,9-10-1,0-9-15,10-10 16,-1-8 0,10-10-16,0 0 15,10 0 1,-1-9-16,1 0 15,8 0-15,11 0 16,8 0 0,1 0-16,9 0 15,0 0 1,-9 0-16,9 0 16,-10 0-16,1-9 15,-38 9 1</inkml:trace>
  <inkml:trace contextRef="#ctx0" brushRef="#br0" timeOffset="50541.68">7611 14361 0,'0'0'0,"0"0"16,0 0-1,0 0-15,0 10 16,9 8 0,0 19-16,1 28 15,-1-1 1,1 1-16,-1-10 15,0-9-15,1 10 16,-1-19 0,1-10-16,-10-27 15</inkml:trace>
  <inkml:trace contextRef="#ctx0" brushRef="#br0" timeOffset="50913.25">8297 14509 0,'0'0'0,"0"0"16,0 0-16,0 0 15,0 0 1,0 0-16,0 0 16,0 0-1,0 0-15,0 0 16,0 0 0,0 0-16,0 0 15,-9 0-15,0 0 16,-1 0-1,1 0-15,-1 0 16,10 0 0,0 0-16,0 0 15</inkml:trace>
  <inkml:trace contextRef="#ctx0" brushRef="#br0" timeOffset="52184.25">8457 14417 0,'0'0'15,"0"0"-15,0 0 16,0 0-16,0 0 15,0 0 1,0 0-16,0 0 16,0 0-1,0 0-15,0 0 16,0 0 0,0 0-16,-9 0 15,-1 9-15,1 0 16,0 0-1,-1 1-15,10-10 16,-9 9 0,9-9-16,0 0 15,0 0-15,0 0 16</inkml:trace>
  <inkml:trace contextRef="#ctx0" brushRef="#br0" timeOffset="53224.81">9097 13918 0,'0'0'0,"0"0"15,0 0-15,0 0 16,0 0-1,0 0-15,-9 10 16,-1-1-16,-9 9 16,-9 19-1,0 9-15,-10 19 16,1 18 0,8 0-16,11 9 15,8 19 1,10-19-16,10-18 15,-1-18-15,10-10 16,0-19 0,9-8-16,9-10 15,11-9 1,-11-9-16,1 0 16,-10-10-16,-9 1 15,0-1 1,-10 1-16,-9-1 15,-9-8 1,-10 8-16,-9 1 16,-10-1-1,0 10-15,-9 9 16,10 9-16,-10 10 16,18-1-1,1 1-15,28-19 16</inkml:trace>
  <inkml:trace contextRef="#ctx0" brushRef="#br0" timeOffset="53775.32">9530 14066 0,'0'0'16,"0"0"-16,0 18 15,-10 19 1,1 10-16,-1 17 15,1 19 1,0 9-16,-1 10 16,10-19-1,10-18-15,8-10 16,1 0-16,0-18 16,0-18-1,9-1-15,10-8 16,-1-10-1,1-10-15,-10 1 16,0 0-16,-9 0 16,-9-1-1,-1 1-15,-9 9 16,0 0 0,-9-9-16,-10 0 15,-9-1-15,-29 1 16,-9 0-1,1 18-15,8 0 16,57-9 0</inkml:trace>
  <inkml:trace contextRef="#ctx0" brushRef="#br0" timeOffset="55942.9">7507 15432 0,'0'0'0,"0"0"15,0 0 1,0 0-16,0 0 16,0 0-16,0 0 15,0 0 1,0 0-16,0 0 15,10 0 1,18 0-16,19 0 16,19-9-1,9 0-15,-9-1 16,-19 1 0,0 0-16,-10 0 15,-8-1-15,-11 10 16,1 0-1,-9 0-15,-1 0 16,1 10-16,-1-1 16,-9 9-1,0 10-15,0 9 16,0 9 0,0 9-16,-9 10 15,9-10 1,-10 10-16,10 0 15,0-19-15,0-9 16,0-10 0,0 1-16,0-9 15,0-10 1,0 0-16,0-9 16</inkml:trace>
  <inkml:trace contextRef="#ctx0" brushRef="#br0" timeOffset="58963.21">7752 16493 0,'0'0'0,"0"0"15,0 0-15,0 0 16,0 0 0,0 0-16,0 0 15,0 10 1,0 17-16,0 19 15,9 47 1,-9-1-16,10 0 16,-1 10-16,0-28 15,10-10 1,-9-27-16,-1-9 16,0-10-1,-9-18-15</inkml:trace>
  <inkml:trace contextRef="#ctx0" brushRef="#br0" timeOffset="59397.73">8241 16881 0,'0'0'0,"0"0"0,0 0 16,0 0-1,0 0-15,0 0 16,0 0 0,0 0-16,0 0 15,0 0 1,0 0-16,0 0 15,0 0 1,0 0-16,0 0 16,0 0-16,0 0 15,0 0 1,0 0-16,0 0 16,0 0-1,0 0-15,0 0 16,0 0-16,0 0 15,0 0 1,0 0-16,0 0 16</inkml:trace>
  <inkml:trace contextRef="#ctx1" brushRef="#br0" timeOffset="20186.32">8255 16880 0</inkml:trace>
  <inkml:trace contextRef="#ctx0" brushRef="#br0" timeOffset="67707.32">8946 16364 0,'0'0'0,"0"0"15,0 0-15,0 0 16,-9 9-1,-10 1-15,0 8 16,-9 19 0,-9 9-16,8-9 15,1 9 1,0 0-16,18-18 16,1-9-16,9-10 15,0 0 1,0-9-16,9 0 15,20 0 1,8 0-16,20-9 16,-10 9-1,-10 0-15,1 0 16,-19 9-16,0 0 16,-10 10-1,1 8-15,-10 10 16,-10 0-1,-9 0-15,0 0 16,1 0 0,-1 0-16,0-9 15,10-10-15,-1 0 16,1-18 0,9 0-16,0 0 15</inkml:trace>
  <inkml:trace contextRef="#ctx0" brushRef="#br0" timeOffset="67943.61">8824 16484 0,'0'0'0,"0"0"15,10-9 1,8 0-16,29-19 16,29-18-16,18 0 15,28-19 1,19-9-16,-141 74 16</inkml:trace>
  <inkml:trace contextRef="#ctx0" brushRef="#br0" timeOffset="72125.27">12004 8704 0,'0'0'0,"0"0"15,9-19-15,29-27 16,47-37 0,27-46-16,48-19 15,10 0-15,-20 1 16,-27 27-1,-39 37-15,-18 18 16,-38 19 0,-18 18-16,-10 19 15,0 9 1,-29 9-16,-18 19 16,0 18-16,0 9 15,10 1 1,18-1-16,9-9 15,10-9 1,10 0-16,18 0 16,19 0-16,-9-9 15,-1 9 1,-8-1-16,-11 11 16,-8 8-1,-20 10-15,-18-1 16,0 10-1,-10-19-15,10-8 16,9-20-16,10-18 16,9-9-1,9-9-15,29-37 16,28-37 0,9 0-16,0 9 15,-9 19 1,-19 18-16,-9 9 15,-10 10-15,-9 8 16,9 10 0,-9 10-16,0 8 15,9 10 1,-9 0-16,9-1 16,0-8-1,0-1-15,10-9 16,0-9-16,-10-9 15,0-9 1,0-19-16,-9 0 16,-19 0-1,-9 0-15,-10 0 16,-19 9-16,-9 10 16,-9 18-1,9 9-15,9 10 16,10 18-1,28-37-15</inkml:trace>
  <inkml:trace contextRef="#ctx0" brushRef="#br0" timeOffset="72726.2">14130 7965 0,'0'0'0,"9"-9"15,20 9 1,18 0-16,18 9 16,11 10-16,-1 18 15,-28-1 1,-19 1-16,-18 10 15,-10-1 1,0-9-16,-10 0 16,1-10-1,-1-18-15,10-9 16,0 0-16,0-27 16,19-47-1,19-46-15,9-18 16,9-1-1,-9 10-15,-9 18 16,-10 37-16,-9 19 16,-10 18-1,-9 18-15,0 10 16,0 9 0,0 0-16,0 19 15,0 27 1,0 28-16,0 18 15,0 19-15,0 9 16,-9 0 0,0-10-16,-1 1 15,1-28 1,9-9-16,0-28 16,-10-18-16,10-19 15,0-9 1</inkml:trace>
  <inkml:trace contextRef="#ctx0" brushRef="#br0" timeOffset="72960.36">14610 8113 0,'0'0'16,"19"-9"-1,18-1-15,29-8 16,9-1-16,-9 10 15,-9 9 1,-10 9-16,-10 10 16,-9-1-1,1 10-15,-11 9 16,-8 0 0,-1-19-16,-9-18 15</inkml:trace>
  <inkml:trace contextRef="#ctx0" brushRef="#br0" timeOffset="73125.39">15221 7910 0,'0'0'16,"0"0"-16,10 0 15,-10 0 1</inkml:trace>
  <inkml:trace contextRef="#ctx0" brushRef="#br0" timeOffset="73759.19">15541 8270 0,'0'0'0,"0"0"16,0 0-1,9-19-15,10-27 16,0-18 0,9-10-16,-9 0 15,0 19 1,0 8-16,-10 20 15,1 8-15,-1 10 16,0 9 0,10 9-16,9 19 15,10 27 1,0 10-16,-1-1 16,1 1-16,9-19 15,-9-18 1,18-10-16,10-18 15,9-18 1,10-37-16,-10-19 16,-28 0-1,-19 0-15,-9 9 16,-19 19-16,-9 9 16,-1 10-1,1 17-15,0 10 16,-10 10-1,0 8-15,0 28 16,0 37-16,10 28 16,9-9-1,9 8-15,10-17 16,-10-19 0,1-10-16,-10-8 15,0-10-15,-19 0 16,-28 0-1,-19-9-15,66-37 16</inkml:trace>
  <inkml:trace contextRef="#ctx0" brushRef="#br0" timeOffset="74130.16">13434 9285 0,'0'0'0,"-10"-9"15,10 9 1,0-9-16,19-19 16,47-9-1,47-28-15,84-8 16,29-20-1,28 1-15,-19 18 16,10 0-16,-10 0 16,0 10-1,-46 8-15,-1 10 16,-38 9 0,-18 10-16,-19 8 15,-19 10-15,-28 0 16,-10 9-1,-18 0-15,-38 0 16</inkml:trace>
  <inkml:trace contextRef="#ctx0" brushRef="#br0" timeOffset="74369.67">17150 8694 0,'0'0'0,"0"0"15,0 0-15,0-9 16,0-9-16,0 18 15</inkml:trace>
  <inkml:trace contextRef="#ctx0" brushRef="#br0" timeOffset="74506.34">17056 8011 0,'0'0'15,"0"0"-15,0 0 16,0 0-1,0 0-15,0 0 16</inkml:trace>
  <inkml:trace contextRef="#ctx0" brushRef="#br0" timeOffset="76444.22">19379 8159 0,'0'0'15,"0"-9"-15,10-19 16,-1 0 0,0-9-16,-9 10 15,0-1-15,-9 0 16,0 1-1,-10 8-15,0 10 16,0 0 0,-9 9-16,0 0 15,9 9-15,-9 10 16,9 17 0,0 20-16,0 8 15,0 29 1,10 8-16,0-8 15,-1 8 1,1-27-16,-1-10 16,1-17-16,0-10 15,-10-19 1,0-9-16,19-9 16</inkml:trace>
  <inkml:trace contextRef="#ctx0" brushRef="#br0" timeOffset="76680.31">18674 8574 0,'0'0'16,"19"0"0,18-9-16,29 0 15,28-10-15,0 1 16,0 0-1,0-1-15,0 10 16,-9-10 0,-19 10-16,0-9 15,9-10 1,-75 28-16</inkml:trace>
  <inkml:trace contextRef="#ctx0" brushRef="#br0" timeOffset="76926.48">19840 8750 0,'0'0'0,"0"0"16,0 0-16,0 9 15,-9 19 1,-10 27-16,-9 28 16,-29 37-1,1 0-15,56-120 16</inkml:trace>
  <inkml:trace contextRef="#ctx0" brushRef="#br0" timeOffset="80429.52">20630 8316 0,'0'0'0,"0"0"0,10 0 16,-1 9-16,19 0 15,20 10 1,-1-10-16,0-9 15,0-9 1,-10 0-16,1-10 16,-10 1-16,-9-1 15,-10-8 1,1-1-16,-10 9 16,-10 1-1,1-1-15,-10 10 16,-28 0-1,-9 9-15,-1 9 16,10 0-16,10 10 16,8-1-1,10 10-15,10 9 16,9 9 0,9 10-16,10-1 15,10-9-15,8 0 16,10-9-1,10-18-15,-1-10 16,10-9 0,9-9-16,0-19 15,1-9 1,-76 37-16</inkml:trace>
  <inkml:trace contextRef="#ctx0" brushRef="#br0" timeOffset="80698.53">22032 8547 0,'0'0'0,"0"0"16,0 0-16,0 0 15,-9 18 1,-10 10-16,-9 18 16,-29 37-1,-27 28-15,-20 0 16,19-28 0,85-83-16</inkml:trace>
  <inkml:trace contextRef="#ctx0" brushRef="#br0" timeOffset="84959.23">23227 8233 0,'0'0'0,"0"0"0,0 0 16,0 0-1,0 0-15,0 0 16,0 0-16,9-9 16,-9-1-1,0-17-15,-9-10 16,-10 0 0,-9 0-16,-10 9 15,-9 1 1,-9 17-16,9 10 15,-10 19-15,10 8 16,0 20 0,10 8-16,8 19 15,20-10 1,9 1-16,9-28 16,20 0-1,8-9-15,20-10 16,8-18-16,1-18 15,-19-10 1,0-9-16,-9 0 16,0 0-1,-20 9-15,1 10 16,-9 9-16,-1 0 16,-9 9-1,0 0-15,0 0 16,0 0-1,10 9-15,-1 9 16,10 19 0,0 0-16,9 0 15,9 0-15,10 0 16,-9-19 0,0-8-16,-38-10 15</inkml:trace>
  <inkml:trace contextRef="#ctx0" brushRef="#br0" timeOffset="85226.3">24121 8547 0,'0'0'0,"0"0"16,0 0-16,0 18 16,-19 10-1,-19 46-15,-37 36 16,0 1 0,-1-9-16,11-10 15,65-92-15</inkml:trace>
  <inkml:trace contextRef="#ctx0" brushRef="#br0" timeOffset="90079.52">25080 7854 0,'0'0'0,"0"0"0,0 0 16,0 0-1,0 0-15,0 0 16,-9 10 0,-1-1-16,1 0 15,0 0 1,-1 1-16,1 8 15,-1 19-15,-9 18 16,10 1 0,-10 27-16,0 18 15,1 1 1,-1-10-16,0 0 16,0-18-16,10-18 15,-1-10 1,1-19-16,9-8 15,0-10 1,0-9-16,0 0 16,0 0-1,9-9-15,10-19 16,9-9-16,10 0 16,9-9-1,19 9-15,19 0 16,-10 10-1,0 8-15,0 19 16,-18 10 0,-10 8-16,-19 0 15,-9 10-15,-10 0 16,1 9 0,-20 0-16,-9 0 15,-9-1 1,-9-8-16,-20-9 15,1-10 1,-10-9-16,9-9 16,20-1-16,-1 1 15,10-9 1,0-1-16,9 1 16,19 18-1</inkml:trace>
  <inkml:trace contextRef="#ctx0" brushRef="#br0" timeOffset="90412.03">26124 8602 0,'0'0'0,"0"0"16,0 0-1,0 0-15,-9 9 16,0 19 0,-20 9-16,-8 27 15,-20 20 1,-9 8-16,-9 0 15,9-9-15,19-27 16,19-19 0,9-19-16,19-18 15</inkml:trace>
  <inkml:trace contextRef="#ctx0" brushRef="#br0" timeOffset="91112.19">26990 7974 0,'0'0'16,"0"0"-16,0 0 15,0 0-15,-10 10 16,-8-1 0,-11 9-16,-8 1 15,-20 8 1,-9 1-16,10-9 15,0-1 1,-1 1-16,10-1 16,9 0-16,1 10 15,9 0 1,-1 9-16,11 0 16,-1 9-1,9 0-15,10 0 16,10-9-1,-1 0-15,10-9 16,19 9-16,9-10 16,9-8-1,10-10-15,-10-9 16,10 0 0,-9-9-16,-1-1 15,-9-8-15,10-10 16,-57 28-1</inkml:trace>
  <inkml:trace contextRef="#ctx0" brushRef="#br0" timeOffset="91396.37">27705 8676 0,'0'0'0,"0"0"16,0 0-16,-10 18 15,-8 10 1,-20 18-16,-28 28 16,-9-9-1,0-1-15,-1-8 16,10-19-1,10-10-15,18-8 16,10-19-16,28 0 16</inkml:trace>
  <inkml:trace contextRef="#ctx0" brushRef="#br0" timeOffset="92675.56">28203 8390 0,'0'0'0,"0"0"15,0 0-15,0 0 16,0 0 0,0 0-16,0 0 15,0 0 1,0 0-16,10 0 15,-10 0-15,9 0 16,-9 0 0,0 0-16,0-9 15,0-10 1,-9-9-16,-10 1 16,-19-10-16,1 9 15,-1 10 1,0-1-16,1 10 15,-10 9 1,9 0-16,1 9 16,-1 10-1,0 8-15,10 1 16,0 9-16,9 0 16,0 9-1,10 9-15,9-18 16,9 0-1,1 0-15,-1-9 16,10-10-16,9 1 16,0-10-1,10-9-15,0-9 16,-1-10 0,1-8-16,9-29 15,-10-8 1,-8-1-16,-1 0 15,0-8-15,-9-1 16,0 0 0,0 9-16,-10 10 15,0 9 1,-9 9-16,0 9 16,0 10-16,0 8 15,0 10 1,0 0-16,0 0 15,0 0 1,0 10-16,-9 17 16,0 20-1,9 8-15,-10 9 16,10 10-16,0 0 16,10 0-1,-1 0-15,0-10 16,10-8-1,0-1-15,9-9 16,0-9 0,1-9-16,8-19 15,-37-9-15</inkml:trace>
  <inkml:trace contextRef="#ctx0" brushRef="#br0" timeOffset="92959.18">28947 8685 0,'0'0'0,"0"0"15,0 0 1,-10 19-16,-9 17 15,-9 29 1,-9 9-16,-20 9 16,1 0-1,9-18-15,0-10 16,18-36-16,11-10 16,18-9-1</inkml:trace>
  <inkml:trace contextRef="#ctx0" brushRef="#br0" timeOffset="93925.54">29897 8187 0,'0'0'15,"0"0"-15,0 0 16,0-10-16,-10-8 15,1 0 1,0-10-16,-10 0 16,-10 0-1,1 1-15,-9 8 16,-1 1 0,0 9-16,-18-1 15,-1 10-15,1 10 16,0 8-1,18 1-15,10-1 16,0 10 0,9-10-16,19 1 15,0 8 1,19-8-16,9-1 16,28 1-16,10-10 15,0-9 1,-10 0-16,-18-9 15,-10-10 1,-9 10-16,0 0 16,-10 0-16,1-1 15,-10 10 1,0 0-16,0 0 16,9 10-1,10 8-15,0 19 16,9 18-1,0 28-15,0 10 16,1 8-16,-1 10 16,-9-10-1,-1 10-15,-8-18 16,-1-1 0,-9-18-16,0-10 15,0-18-15,0-9 16,-9-9-1,-10 0-15,-9-10 16,-29 1 0,-37-10-16,-37-37 15,131 28 1</inkml:trace>
  <inkml:trace contextRef="#ctx0" brushRef="#br0" timeOffset="101612.2">30612 7670 0,'0'0'0,"0"0"0,0 0 16,0 0-16,0 0 15,0 0 1,9-9-16,1-1 16,-1 1-1,10 0-15,9 0 16,10-1-1,18-8-15,19 9 16,29-10 0,9 10-16,-10 0 15,-9 0-15,0-1 16,-18 1 0,-11 9-16,-18 0 15,-9 0 1,-10 0-16,-28 0 15</inkml:trace>
  <inkml:trace contextRef="#ctx0" brushRef="#br0" timeOffset="102043.05">30527 7744 0,'0'0'16,"0"0"-16,0 0 16,0 0-1,0 0-15,0 0 16,0 0-1,0 0-15,19 0 16,28 0-16,28-10 16,19 1-1,0 0 1,29 0-16,8-10 16,-18 10-16,0 0 15,0 9-15,-10 0 16,-18-9-1,-19 9-15,-10 0 16,-18-10 0,0 1-16,-38 9 15</inkml:trace>
  <inkml:trace contextRef="#ctx0" brushRef="#br0" timeOffset="102342.48">30781 7753 0,'0'0'0,"0"0"16,0 0-16,0 0 15,0 0 1,19 0-16,28 0 16,56-19-1,48-8-15,18-1 16,29-18 0,-10 0-16,38-10 15</inkml:trace>
  <inkml:trace contextRef="#ctx0" brushRef="#br0" timeOffset="104692.97">24487 3184 0,'0'0'16,"0"0"-16,0 0 15,0 0 1,0 0-16,0 0 15,-9 9-15,0 10 16,-1 9 0,10 18-16,10 18 15,8 29 1,1-1-16,-9 0 16,-1-18-16,-9 9 15,0-9 1,0-19-16,0-18 15,0-9 1,0-10-16,0-18 16,0 0-16,0 0 15,0-18 1,10-19-16,-1 0 16,10-18-1,0 9-15,-1 9 16,1 9-1,0 0-15,0 10 16,0 9-16,9 9 16,9 9-1,11 19-15,8-1 16,0 10 0,1 9-16,-1-9 15,-9-9 1,0-10-16,-9-8 15,-10-10-15,0-10 16,-9 1 0,0-19-16,0 1 15,0-19 1,0-10-16,-10-8 16,-9-10-16,0 0 15,-9 9 1,-1 1-16,10-1 15,0 10 1,0 9-16,10 9 16,8 0-1,1 9-15,9 0 16,-28 28-16</inkml:trace>
  <inkml:trace contextRef="#ctx0" brushRef="#br0" timeOffset="104993.78">25739 3461 0,'0'0'0,"9"-9"15,19 0-15,38-1 16,28 10 0,29-9-1,-123 9-15</inkml:trace>
  <inkml:trace contextRef="#ctx0" brushRef="#br0" timeOffset="105228.99">26077 4043 0,'0'0'0,"0"0"15,0 0-15,19 0 16,19-10 0,18-8-16,38-19 15,19-9 1,-113 46-16</inkml:trace>
  <inkml:trace contextRef="#ctx0" brushRef="#br0" timeOffset="105759.81">27460 3046 0,'0'0'0,"0"0"15,0 0-15,0 0 16,19 9-1,0 19-15,9 18 16,0 28-16,1 18 16,-1 19-1,-9 18-15,-19-9 16,0 0 0,0-9-16,0-28 15,0-28 1,0-18-16,0-9 15,9-19 1,-9-9-16</inkml:trace>
  <inkml:trace contextRef="#ctx0" brushRef="#br0" timeOffset="106599.16">28730 3295 0,'0'0'15,"0"0"-15,19-9 16,0 0-1,9 9-15,10-10 16,-10 10-16,-9 0 16,0 0-1,-10 0-15,0 0 16,-9 0 0,0 0-16,0 0 15,-9 0 1,-10 0-16,-18 0 15,-11 0-15,-8 10 16,0-1 0,-1 9-16,10 1 15,9 8 1,10-8-16,9-1 16,10 10-16,9 9 15,9 0 1,20 9-16,8-9 15,1 0 1,18 9-16,-9-9 16,-9-9-1,0 8-15,-1-8 16,-8 0-16,-1 9 16,9 9-1,-8-9-15,-11 0 16,-8-10-1,-10 1-15,0 0 16,0-10-16,-10 1 16,-18-1-1,-9 1-15,-20-1 16,1-9 0,9-9-16,0 0 15,9-9 1,10 0-16,0-10 15,9-8-15,9-10 16,20-28 0,18-18-16,19-28 15,28 1 1,29-10-16,-1 27 16,1 10-1,9 9-15,-113 74 16</inkml:trace>
  <inkml:trace contextRef="#ctx1" brushRef="#br0" timeOffset="71500.2">31097 0 0</inkml:trace>
  <inkml:trace contextRef="#ctx0" brushRef="#br0" timeOffset="122743.23">17978 9396 0,'0'0'0,"0"0"0,0 0 15,0 0-15,9 0 16,0 9-1,10 0-15,0 10 16,0-10 0,0 9-16,-1 1 15,1-10-15,9 0 16,-9 1 0,10-10-16,8-19 15,1-9 1,18-27-16,1-19 15,-1 0-15,1 1 16,-1-1 0,0 0-16,-18 9 15,9 10 1,-19 18-16,1 9 16,-11 10-1,1 9-15,0-1 16,0 1-16,-19 9 15</inkml:trace>
  <inkml:trace contextRef="#ctx0" brushRef="#br0" timeOffset="125113.83">15391 11620 0,'0'0'0,"0"-9"16,0-10-16,0-8 15,0-10 1,-10 0-16,1 9 15,-10 1-15,0-1 16,-9 9 0,-10 1-16,-9 9 15,-9 9 1,-1 18-16,-9 19 16,1 18-16,8 19 15,10-9 1,19 9-16,18-19 15,10-9 1,10-9-16,9-9 16,18-19-1,10-18-15,29-19 16,18-36-16,-19-10 16,-19 9-1,-18 1-15,-10 8 16,-9 19-1,-10 19-15,1 9 16,-10 9 0,0 0-16,0 0 15,9 18-15,1 19 16,9 18 0,9 1-16,0-10 15,10 0 1,9 0-16,-47-46 15</inkml:trace>
  <inkml:trace contextRef="#ctx0" brushRef="#br0" timeOffset="125326.23">16068 11879 0,'0'0'16,"-10"18"-16,1 19 16,-10 18-1,-9 10-15,0 9 16,9-28 0,19-46-16</inkml:trace>
  <inkml:trace contextRef="#ctx0" brushRef="#br0" timeOffset="125817.16">16670 10928 0,'0'0'15,"0"9"-15,9 19 16,1 36 0,-1 19-16,-9 19 15,0 9 1,-9 0-16,9-56 16,0-18-16,0-9 15,0-19 1,0-9-16,0 0 15,9-9 1,10-19-16,19-18 16,9 0-1,9-1-15,1 20 16,-1 8-16,-18 10 16,-1 9-1,-18 9-15,-10 0 16,1 19-1,-20 9-15,-18 18 16,-9 1 0,-10-10-16,-10-9 15,10-9-15,19-19 16,28-9 0</inkml:trace>
  <inkml:trace contextRef="#ctx0" brushRef="#br0" timeOffset="126029.64">17620 11334 0,'0'0'0,"0"0"16,0 18-16,-9 19 15,-20 28 1,-8 18-16,-20 9 15,-8 1 1,-1-1-16,19-27 16,47-65-1</inkml:trace>
  <inkml:trace contextRef="#ctx0" brushRef="#br0" timeOffset="126376.67">18486 11039 0,'0'0'0,"-10"-10"16,-9 10-1,-18 10-15,-10 17 16,0 10 0,-10 19-16,1-1 15,18 0 1,19 1-16,10-1 16,18-9-16,10-9 15,28-9 1,47-19-16,38-27 15,-132 18 1</inkml:trace>
  <inkml:trace contextRef="#ctx0" brushRef="#br0" timeOffset="126610.22">19351 11694 0,'0'0'0,"0"0"16,0 9-1,-19 28-15,-9 9 16,-19 10 0,-9-1-16,-1-9 15,19-18-15,38-28 16</inkml:trace>
  <inkml:trace contextRef="#ctx0" brushRef="#br0" timeOffset="127160.45">20471 11352 0,'0'0'0,"-10"-18"16,-9-10-16,-28-9 15,-28 0 1,0 19-16,-19 18 16,0 9-1,9 19-15,10 18 16,18 9-1,10 1-15,19-10 16,19 0-16,9-9 16,18-9-1,11-1-15,18-17 16,18-20 0,11-26-16,8-38 15,-8-19-15,-20-27 16,-9 10-1,-9-1-15,-19 19 16,-1 18 0,-8 28-16,-1 18 15,-9 19-15,0 9 16,0 0 0,-9 27-16,-1 56 15,10 37 1,0 10-16,10-10 15,9-19 1,9-27-16,0-28 16,-28-46-16</inkml:trace>
  <inkml:trace contextRef="#ctx0" brushRef="#br0" timeOffset="127343.76">20903 11703 0,'0'9'15,"-19"28"-15,-9 28 16,-9 18-16,8-18 16,1-19-1,28-46-15</inkml:trace>
  <inkml:trace contextRef="#ctx0" brushRef="#br0" timeOffset="127793.46">21392 11334 0,'0'0'15,"0"0"-15,0 0 16,10 0 0,9-9-16,9-10 15,10-8 1,-1-20-16,-9-8 16,-9 0-1,-9-10-15,-20 10 16,-9-1-16,1 19 15,-11 10 1,1 18-16,-10 9 16,-9 9-1,0 18-15,0 20 16,10 8 0,9 19-16,18 0 15,20-10-15,18 1 16,28-1-1,29-17-15,28-20 16,0-27 0,-10-27-16,-103 27 15</inkml:trace>
  <inkml:trace contextRef="#ctx0" brushRef="#br0" timeOffset="127982.51">22164 11343 0,'0'0'0,"9"37"16,1 28-16,-1 27 15,-9 0 1,0 1-16,-9-1 16,-1-27-1,1-19-15,-1-19 16,10-27-16</inkml:trace>
  <inkml:trace contextRef="#ctx0" brushRef="#br0" timeOffset="128360.29">23170 10669 0,'0'0'15,"0"-9"-15,-9 0 16,0 0 0,-10 9-16,-9 9 15,-1 9 1,1 10-16,9 18 15,10 10-15,0 18 16,9 36 0,9-17-16,0 8 15,1-9 1,-1 10-16,-9-28 16,0-19-1,-9-18-15,-1-18 16,10-19-16</inkml:trace>
  <inkml:trace contextRef="#ctx0" brushRef="#br0" timeOffset="128544.28">22700 11408 0,'0'0'15,"19"0"-15,47-9 16,56-1-1,19 1-15,10-9 16,9-19 0,-38-9-16,-9-1 15,-113 47-15</inkml:trace>
  <inkml:trace contextRef="#ctx0" brushRef="#br0" timeOffset="128860.14">23979 11159 0,'0'0'15,"0"0"-15,10 9 16,9 9 0,0 1-16,-1-1 15,-8-9 1,-1 10-16,1-10 16,-1 0-1,-9 1-15,0-10 16,0 0-16,0 0 15,0 0 1,0 0-16,0 0 16,0 9-1,0 19-15,-9 36 16,-10 28 0,-9 28-16,-20-9 15,1-19-15,47-92 16</inkml:trace>
  <inkml:trace contextRef="#ctx0" brushRef="#br0" timeOffset="129426.52">24798 10928 0,'0'0'16,"0"0"-16,0 0 16,-9-9-16,-20-1 15,-18 10 1,-9 10-16,-29 27 15,-18 27 1,27-8-16,20-1 16,28-18-1,18-9-15,10-1 16,19-8-16,19-10 16,37-9-1,29-19-15,-29 1 16,0-10-1,-19 1-15,-27 17 16,-1 1 0,-9 9-16,0 9 15,-1 10-15,1 9 16,0 18 0,0 18-16,-10 29 15,1-10 1,-10-9-16,-10-1 15,-9 10-15,-9-18 16,-9-19 0,-1-18-16,0-28 15,38 0 1</inkml:trace>
  <inkml:trace contextRef="#ctx0" brushRef="#br0" timeOffset="129859.64">24873 10383 0,'0'0'15,"10"0"-15,18 0 16,28 0-1,10 0-15,9 0 16,1 10 0,-20-10-16,-18 9 15,-1 9-15,1 10 16,0 18 0,-1 28-16,-9 18 15,1 19 1,-1 27-16,-9 10 15,-10-19-15,-9 1 16,-19-20 0,-9 1-16,-10-9 15,-18-10 1,-29 0-16,-18-18 16,-48-9-16,-65-28 15,-38-19 1,19 0-16</inkml:trace>
  <inkml:trace contextRef="#ctx0" brushRef="#br0" timeOffset="130447.43">14958 11122 0,'0'-10'16,"-10"-17"-16,-8-1 15,-1 0 1,-19 10-16,-9 0 16,-9 18-16,-10 18 15,-9 19 1,-1 9-16,10 9 15,19 1 1,10 8-16,9 19 16,9 10-16,0 8 15,9 1 1,1 9-16,0 18 16,-1-18-1,10-10-15,0-9 16,0-18-1,10-9-15,8-10 16,20 1-16,28 8 16,19 1-1,46-1-15,20 1 16,-1 0 0,-150-65-16</inkml:trace>
  <inkml:trace contextRef="#ctx0" brushRef="#br0" timeOffset="131110.19">14911 13457 0,'0'0'0,"-10"0"16,-8 0-16,-20-9 16,-9 9-1,0 0-15,9 9 16,10 0-16,0 10 16,0-1-1,-1 10 1,10-1-16,1 20 15,8 8-15,1 19 16,-1 9 0,10 0-16,0 9 15,10-9 1,-10 0-16,9-9 16,1 0-16,-1-9 15,0 8 1,1-17-16,-10-10 15,9-9 1,1 0-16,-1-10 16,1 1-16,-1 0 15,10 0 1,18-10-16,48-9 16,47-9-1,28-27-15,56-38 16,10 0-16</inkml:trace>
  <inkml:trace contextRef="#ctx0" brushRef="#br0" timeOffset="132074.53">23161 13106 0,'0'0'0,"0"0"16,0 0 0,0 0-16,0 0 15,0 0 1,0 0-16,0 9 15,9 10 1,1 8-16,-1 10 16,1 28-16,-1 0 15,0-1 1,1 19 0,-1 10-16,-9-10 15,0-10-15,0-8 16,0-19-1,0-9-15,0 0 16,0-18-16,0-1 16,0-9-1,0 0-15,0-9 16,0 0 0,0 0-16</inkml:trace>
  <inkml:trace contextRef="#ctx0" brushRef="#br0" timeOffset="132409.6">23838 14084 0,'0'0'16,"0"0"-16,0 0 16,0 0-1,0 10-15,0 8 16,-9 19-1,-10 18-15,-28 47 16,-38 46-16,-56 27 16,0 10-1</inkml:trace>
  <inkml:trace contextRef="#ctx0" brushRef="#br0" timeOffset="141279.65">20301 9220 0,'0'0'0,"0"0"0,0 0 16,0 0-1,10 0-15,-1 10 16,0-1 0,10 0-16,0 0 15,0 10-15,0-1 16,-1-9-1,1 1-15,10-10 16,-1 0 0,0-10-16,10-17 15,-1-1 1,10-18-16,0 0 16,10-10-16,-1 1 15,-18 18 1,9-9-16,-19 18 15,0 10 1,1-1-16,-1 10 16,-28 9-16</inkml:trace>
  <inkml:trace contextRef="#ctx0" brushRef="#br0" timeOffset="143843.41">21882 13365 0,'0'0'0,"0"0"16,0 0-16,0 0 16,0 0-1,0 0-15,0 0 16,0 0-1,0 0-15,0 0 16,0 0-16,0 9 16,0 9-1,9 10-15,0 9 16,10 27 0,0 20-16,9 8 15,-9-18 1,0-1-16,-10-17 15,1-10-15,-1-9 16,-9-9 0,0-10-16,0-9 15,0 1 1,0-1-16,0 9 16,0 10-1,0-28-15</inkml:trace>
  <inkml:trace contextRef="#ctx0" brushRef="#br0" timeOffset="144560.29">22719 14103 0,'0'0'15,"0"0"-15,0 0 16,0 0-1,0 0-15,0 9 16,0 19 0,0 36-16,-19 66 15,-28 91 1,-9 10-16</inkml:trace>
  <inkml:trace contextRef="#ctx0" brushRef="#br0" timeOffset="148893.79">29850 10346 0,'0'0'16,"0"0"-16,0 0 16,0 19-16,0 9 15,0 18 1,0 28-16,0 9 16,9-10-1,1 1-15,-1-18 16,0-19-16,-9-10 15,0-8 1,0-19-16,0 0 16</inkml:trace>
  <inkml:trace contextRef="#ctx0" brushRef="#br0" timeOffset="149344.84">30414 10799 0,'0'0'16,"0"0"-16,0 0 15,0 0 1,-9 18-16,-1 10 15,-8 18-15,-1 9 16,-10 19 0,1-18-1,9-10-15,1-19 16,18-27-16</inkml:trace>
  <inkml:trace contextRef="#ctx0" brushRef="#br0" timeOffset="150183.87">30687 10420 0,'0'0'0,"0"0"15,0 0 1,0 0-16,0 0 16,9-9-1,10-9-15,9-1 16,10 1-1,0 8-15,-10 1 16,0 0-16,-9 9 16,0 0-1,-10 9-15,1 0 16,-10 10 0,0 9-16,-10-1 15,1 1 1,-1 0-16,1-1 15,9-8-15,0-10 16,9 0 0,1 0-16,18 10 15,10-1 1,-1 1-16,1-1 16,-10 1-16,-9-10 15,-10 9 1,-9 1-16,-9-1 15,-10 10 1,-9 9-16,-10 0 16,1-9-16,8-10 15,1-9 1,28-9-16</inkml:trace>
  <inkml:trace contextRef="#ctx0" brushRef="#br0" timeOffset="150694.04">31571 10494 0,'0'0'16,"0"0"-16,0 0 15,19 0 1,9-9-16,10 9 16,18-9-1,29-1-15,9 1 16,-94 9 0</inkml:trace>
  <inkml:trace contextRef="#ctx0" brushRef="#br0" timeOffset="150928.24">31628 10808 0,'0'0'16,"0"0"-16,9 0 15,19-9-15,29-10 16,27-18 0,20-9-1,-29 0-15,-75 46 16</inkml:trace>
  <inkml:trace contextRef="#ctx0" brushRef="#br0" timeOffset="151346.46">32380 10263 0,'0'0'0,"0"0"16,0 0-1,0 10-15,-9 17 16,-1 1-16,1 9 16,0 9-1,9 0-15,-10 10 16,10-20 0,0 1-16,0-9 15,0 0 1,0-10-16,10 1 15,-1-1-15,10 1 16,9-1 0,10-9-16,9 1 15,9-10 1,1 0-16,-10-10 16,-10 1-1,-8-9-15,-29 18 16</inkml:trace>
  <inkml:trace contextRef="#ctx0" brushRef="#br0" timeOffset="151549.4">32653 10577 0,'0'0'0,"0"0"16,0 0-1,-9 19-15,-1 8 16,1 29-16,-10 27 16,0 46-1,19-129-15</inkml:trace>
  <inkml:trace contextRef="#ctx0" brushRef="#br0" timeOffset="161281.37">22587 9230 0,'0'0'0,"0"0"0,0 9 16,10 0-16,-1 10 15,0-1 1,1 10-16,-1-10 15,1 1-15,-1-10 16,10 0 0,0-9-16,9-18 15,10-19 1,9-19-16,18-27 16,-8 0-1,9-9-15,-10 18 16,-9 9-16,-9 19 15,-1 9 1,1 10-16,0 17 16,-38 10-1</inkml:trace>
  <inkml:trace contextRef="#ctx0" brushRef="#br0" timeOffset="162401.19">15663 13540 0,'0'0'16,"0"0"-1,0 0-15,0 0 16,0 0-16,-9 0 16,0 0-1,9 0-15,-10 0 16,1 9-1,-1 10-15,1 18 16,9 18 0,0 9-16,0 10 15,9 9 1,1 0-16,-1-9 16,1-18-16,-1-10 15,-9-18 1,0-1-16,9-8 15,-9-10 1,0-9-16,0 0 16,0 0-16</inkml:trace>
  <inkml:trace contextRef="#ctx0" brushRef="#br0" timeOffset="162677.12">16218 14334 0,'0'0'15,"0"0"-15,0 0 16,-9 9-1,-10 9-15,-28 47 16,-28 73-16,0 38 16,-10 27-1,0 9-15</inkml:trace>
  <inkml:trace contextRef="#ctx0" brushRef="#br0" timeOffset="163860.26">31440 11297 0,'0'0'16,"0"0"-16,0 0 15,0 0 1,0 0-16,0 0 15,0 0 1,0 9-16,0 19 16,0 9-16,-10 28 15,1-1 1,-1 1-16,10-10 16,0-9-1,0-9-15,0-37 16</inkml:trace>
  <inkml:trace contextRef="#ctx0" brushRef="#br0" timeOffset="164077.15">31280 11611 0,'0'0'0,"9"0"16,38 0-16,38 0 15,46-9 1,-27-10-16,18-8 16,-122 27-16</inkml:trace>
  <inkml:trace contextRef="#ctx0" brushRef="#br0" timeOffset="164460.96">32249 11288 0,'0'0'0,"0"0"16,0 9-16,0 0 15,-10 10 1,1 8-16,-1 1 16,1 9-1,-10 9-15,0-9 16,1 9 0,8-9-16,1-9 15,-1 0 1,10-1-16,10-8 15,9-1-15,-1-9 16,11 1 0,18-10-16,0 0 15,-10-10 1,-9 1-16,1-9 16,-10-10-16,-19 28 15</inkml:trace>
  <inkml:trace contextRef="#ctx0" brushRef="#br0" timeOffset="164627.71">32305 11528 0,'0'0'16,"0"0"-16,0 9 15,0 19 1,0 9-16,0 18 16,0 19-1,0 27-15,0 1 16,0-10-1,0-9-15,0-83 16</inkml:trace>
  <inkml:trace contextRef="#ctx0" brushRef="#br0" timeOffset="164977.87">30245 12755 0,'0'0'16,"0"0"-16,9 0 16,19 0-16,29 0 15,37 0 1,0-9-16,0 9 16,-19-9-1,-9-10-15,-66 19 16</inkml:trace>
  <inkml:trace contextRef="#ctx0" brushRef="#br0" timeOffset="165220.29">30508 13106 0,'0'0'0,"0"0"15,10-9-15,18-10 16,19-8 0,19-10-16,18 0 15,-84 37 1</inkml:trace>
  <inkml:trace contextRef="#ctx0" brushRef="#br0" timeOffset="165900.18">31891 12552 0,'0'0'0,"0"0"15,0 0-15,0 0 16,0-9 0,-9-9-16,-1-1 15,-9-9-15,-9 1 16,-19-1-1,-9 10-15,-1 8 16,1 10 0,9 10-16,0 8 15,19 1-15,-1 8 16,11 1 0,8-10-16,10 10 15,10 0 1,8-1-16,11 1 15,8 0 1,1-10-16,9 10 16,-19-10-16,10 10 15,-10 0 1,0 9-16,-9 0 16,0 18-16,-10-9 15,-9 0 1,0 10-16,-9-19 15,-1-10 1,1-8-16,-10-1 16,-9 1-1,-10-10-15,1-9 16,8-9 0,1-1-16,9 1 15,10 0-15,9-28 16,38-46-1,46-37-15,20-9 16,9-10 0,-113 139-16</inkml:trace>
  <inkml:trace contextRef="#ctx0" brushRef="#br0" timeOffset="174877.19">24281 9460 0,'0'0'0,"0"0"16,0 0-16,0 0 15,0 0-15,0 0 16,0 0 0,0 0-16,0 0 15,9 10 1,0-1-16,1 0 16,-1 0-16,1 1 15,8-1 1,1-9-16,9 0 15,10-9 1,9-10-16,10-18 16,18-9-1,19-19-15,-19 10 16,0 0-16,-9-1 16,-19 19-1,10-9-15,-1 19 16,-9-1-1,-47 28-15</inkml:trace>
  <inkml:trace contextRef="#ctx0" brushRef="#br0" timeOffset="175866.52">16820 13577 0,'0'0'0,"0"0"15,0 0-15,0 0 16,0 9 0,0 0-16,-9 10 15,0 8-15,-1 1 16,10 9-1,-9 9-15,9 10 16,-10-1 0,10 19-16,0 9 15,0-19 1,10 1-16,-1-19 16,1-9-16,-1 0 15,-9-18 1,0-10-16,0-9 15</inkml:trace>
  <inkml:trace contextRef="#ctx0" brushRef="#br0" timeOffset="176127.13">17272 14343 0,'0'0'0,"0"0"15,0 0-15,0 0 16,-9 18 0,-20 19-16,-27 37 15,-19 28-15,-10 8 16,-18 29-1,103-139-15</inkml:trace>
  <inkml:trace contextRef="#ctx0" brushRef="#br0" timeOffset="177260.6">30790 13743 0,'0'0'0,"0"0"15,0 0-15,0 0 16,0 0 0,0 0-16,0 0 15,10 0 1,9 0-16,18-9 16,20-1-1,9-8-15,-10 0 16,-9-1-1,-19 10-15,-28 9 16</inkml:trace>
  <inkml:trace contextRef="#ctx0" brushRef="#br0" timeOffset="177495.68">30903 14084 0,'0'0'15,"0"0"-15,10-9 16,18-9 0,38-10-16,18-18 15,20 0 1,-1-19-16,1-9 15,-104 74-15</inkml:trace>
  <inkml:trace contextRef="#ctx0" brushRef="#br0" timeOffset="177813.97">32249 12562 0,'0'0'0,"0"0"15,0 9-15,9 9 16,0 19-1,1 19-15,9 8 16,-10 1-16,0-10 16,-9-18-1,0-9-15,0-1 16,0-27 0</inkml:trace>
  <inkml:trace contextRef="#ctx0" brushRef="#br0" timeOffset="178010.84">32023 12995 0,'0'0'0,"0"0"16,0 0-16,0 0 16,9 0-16,29-9 15,9-19 1,38-8-16,37-20 15,-9 1 1,-113 55-16</inkml:trace>
  <inkml:trace contextRef="#ctx0" brushRef="#br0" timeOffset="178427.67">32851 12478 0,'0'0'15,"0"10"-15,-10 8 16,-9 10 0,-9 18-16,0 28 15,0 9 1,9 9-16,10-9 15,9-9-15,9-19 16,10-18 0,9-9-16,10-9 15,-1-10 1,10-9-16,-9-9 16,-10-1-16,-9 1 15,0 0 1,-10 0-16,-9 9 15,0 0 1,-19 0-16,-18 9 16,-20 9-16,-18 10 15,75-28 1</inkml:trace>
  <inkml:trace contextRef="#ctx0" brushRef="#br0" timeOffset="178798.47">31797 13946 0,'0'0'0,"0"0"16,9 9 0,1 10-16,9 36 15,-1 0 1,-8 10-16,-1 18 15,1-9 1,-10-19-16,0-18 16,0-18-16,0-19 15,0 0 1</inkml:trace>
  <inkml:trace contextRef="#ctx0" brushRef="#br0" timeOffset="179231.66">32239 13780 0,'0'0'0,"0"0"15,0 9-15,0 10 16,0 17-1,0 11-15,0 8 16,0 10 0,0-1-16,0-18 15,0-9-15,0-9 16,0 0 0,0-10-16,0-9 15,0 1 1,0-1-16,10 0 15,-1 0 1,10 1-16,9-1 16,19-9-16,10 0 15,-1-9 1,0 9-16,-9-10 16,-9 1-1,-19 0-15,0 0 16,-19 9-16</inkml:trace>
  <inkml:trace contextRef="#ctx0" brushRef="#br0" timeOffset="179445.24">32512 14094 0,'0'0'0,"0"0"15,0 0-15,0 0 16,-9 9-1,-1 19-15,10 9 16,0 18 0,0 37-16,19 10 15,-10-10 1,1-18-16,-10-74 16</inkml:trace>
  <inkml:trace contextRef="#ctx0" brushRef="#br0" timeOffset="189847.33">26463 9303 0,'0'0'0,"0"0"0,0 0 16,9-9 0,1 9-16,-1-9 15,-9 9 1</inkml:trace>
  <inkml:trace contextRef="#ctx0" brushRef="#br0" timeOffset="194478.57">17836 13420 0,'0'0'0,"0"0"15,0 0-15,0 0 16,0 0 0,0 0-16,0 0 15,0 0 1,0 9-16,-9 0 15,0 1 1,-1 8-16,1 1 16,-1 17-16,-8 20 15,-1-1 1,-9 19-16,-1 0 16,1 0-1,-10 0-15,10-1 16,0-17-16,9-10 15,10-18 1,-1-10-16,1 1 16,9-10-1,0-9-15,0 0 16,0 0 0,0 0-16,19 0 15,9 0-15,10 0 16,-1-9-1,10-1-15,10 1 16,-1 0 0,1 0-16,-10-1 15,0 10-15,0-9 16,-10 9 0,-8-9-16,-1 0 15,-9-1 1,-19 10-16</inkml:trace>
  <inkml:trace contextRef="#ctx0" brushRef="#br0" timeOffset="194805.07">17921 13817 0,'0'0'0,"0"0"15,0 0 1,0 9-16,0 0 16,0 10-1,10 8-15,-1 20 16,0 17-16,1 10 16,-1-9-1,1-1-15,-10-8 16,9-1-1,-9 0-15,0 1 16,0-19 0,9 0-16,1-10 15,-1-8-15,-9-19 16</inkml:trace>
  <inkml:trace contextRef="#ctx0" brushRef="#br0" timeOffset="195258.95">18721 13540 0,'0'0'16,"0"0"-1,0 0-15,0 0 16,0 9-16,0 19 16,0 18-1,-10 37-15,1 28 16,-10 18-1,0 9-15,-9-8 16,9 36 0,0-9-16,1-37 15,-1-19-15,0-18 16,10-27 0,-1-19-16,1-10 15,-1-8 1,10-10-16,0-9 15,0 0-15,0 0 16</inkml:trace>
  <inkml:trace contextRef="#ctx0" brushRef="#br0" timeOffset="195981.98">19050 14278 0,'0'0'16,"0"0"-16,0 0 15,0 0-15,0 0 16,0 0 0,-9 10-16,-1 8 15,-9 19 1,1 0-16,-1 9 16,0 0-1,10-9-15,-1 0 16,1-9-16,9-10 15,0-9 1,9 1-16,10-1 16,0-9-1,9 0-15,10 0 16,-10 9-16,0 0 16,0 0-1,0 1-15,-9-1 16,-9 9-1,-1 10-15,-9 9 16,0 9-16,-9 0 16,-1-9-1,-9 9-15,1-9 16,-1-9 0,0-10-16,10-8 15,-10-10 1,19 0-16</inkml:trace>
  <inkml:trace contextRef="#ctx0" brushRef="#br0" timeOffset="196233.8">19059 14426 0,'0'0'0,"0"0"16,0 0-16,0 0 16,10-9-1,18-10-15,19-18 16,28-18-16,29-10 16,-1 1-1,-9 8-15,10 10 16,-104 46-1</inkml:trace>
  <inkml:trace contextRef="#ctx0" brushRef="#br0" timeOffset="197729.16">20057 14444 0,'0'0'0,"0"0"15,0 0-15,0 0 16,0 0 0,0 19-16,0 36 15,0 28-15,-19 37 16,-19 65 0,-9-1-16,-19 29 15,0 8 1</inkml:trace>
  <inkml:trace contextRef="#ctx0" brushRef="#br0" timeOffset="201833.33">20602 13605 0,'0'0'0,"0"0"0,0 0 16,-9-10-16,-10 1 16,0 0-1,-9 9-15,9 0 16,-9 0-1,0 0-15,-1 9 16,11 0 0,-11 10-16,11 8 15,-11 10-15,11 0 16,-1 19 0,9 8-16,1 1 15,9-1 1,9 1-16,1-19 15,-1-9-15,10-9 16,0-10 0,0-8-16,-1-1 15,1-9 1,0 0-16,0 0 16,0-9-1,0-1-15,-1 1 16,1-9-16,0-1 15,0 1 1,0-1-16,-1-8 16,-8-1-1,-1 9-15,1-8 16,-1-1 0,-9 0-16,0 1 15,0-1-15,0 0 16,-9 1-1,9 8-15,-10 1 16,1-1 0,9 10-16,0 0 15,0 9-15,0 0 16,0 0 0,0 0-16,0 0 15</inkml:trace>
  <inkml:trace contextRef="#ctx0" brushRef="#br0" timeOffset="202595.11">21392 14168 0,'0'0'0,"0"0"16,0 0-1,0 0-15,0 0 16,0 0-16,0 9 16,-18 28-1,-29 46-15,-38 101 16,-19 19 0,-8 0-16</inkml:trace>
  <inkml:trace contextRef="#ctx0" brushRef="#br0" timeOffset="204044.3">24647 13383 0,'0'0'0,"0"0"16,0 0-16,0 0 15,0 0 1,0 0-16,0 0 16,0 0-16,0 0 15,-9 0 1,-10 9-16,-9 10 16,-19 8-1,0 10-15,-10 19 16,1 18-1,18 9-15,1 9 16,18 0-16,19 19 16,9-37-1,20-10-15,8-27 16,20-9 0,8-19-16,30-18 15,8-28 1,-18-9-16,-19 0 15,-19 0-15,-10-1 16,-9 1 0,-9 9-16,-9-9 15,-10 0 1,-10 0-16,-9 9 16,-18 0-16,-10 9 15,0 1 1,-10 18-16,-9 9 15,1 18 1,8 19-16,10 0 16,19-10-16,28-27 15</inkml:trace>
  <inkml:trace contextRef="#ctx0" brushRef="#br0" timeOffset="204632.51">24883 13180 0,'0'0'0,"0"0"16,9 0-16,19 0 15,19 0 1,29-9-16,18-1 16,-19 1-1,-19 0-15,-9 9 16,-9 0-16,-19 0 15,-10 0 1,1 9-16,-1 10 16,-9 18-16,0 18 15,-9 19 1,-1 18-16,10 10 16,-9 8-1,9-27-15,0-9 16,0-18-16,0-1 15,9-9 1,-9-9-16,0 0 16,0 0-1,0 0-15,-9-9 16,-1 9 0,-8-1-16,-11 11 15,-18-1-15,-19 9 16,-28 0-1,-84 29-15,-39 17 16</inkml:trace>
  <inkml:trace contextRef="#ctx0" brushRef="#br0" timeOffset="-205839.41">31929 14851 0,'0'0'0,"0"0"0,0 0 16,-10 0 0,1 0-16,0 0 15,9 0-15,0 0 16,0 0 0,0 0-16,0 0 15,9-10 1,38-8-16,28-19 15,38-9 1,19 0-16,0-1 16,-1 1-16,-8 9 15,-11 0 1,-18 10-16,-9-1 16,-28 10-1,-10 8-15,-19 1 16,-9 9-1,-10 0-15,-9 0 16,0 9-16,-19 10 16,19-19-1</inkml:trace>
  <inkml:trace contextRef="#ctx0" brushRef="#br0" timeOffset="-205425.75">31769 15035 0,'0'0'0,"0"0"16,0 0-16,0 0 15,19-9 1,28-10-16,37-8 15,10-1 1,10-9-16,18 0 16,10-9-16,0 0 15,-20 0 1,1 9-16,0 0 16,-28 9-1,-10 1-15,-18 8 16,-10 1-1,-19 8-15,-9 1 16,-10 9-16,-9 0 16,0 0-1,0 0-15,-9 9 16,-20 10 0,29-19-16</inkml:trace>
  <inkml:trace contextRef="#ctx0" brushRef="#br0" timeOffset="-202201.22">29398 3636 0,'10'0'0,"18"-9"0,56-9 15,20-10 1,-10 0-16,9 1 15,-18 8 1,-10-18-16,-75 37 16</inkml:trace>
  <inkml:trace contextRef="#ctx0" brushRef="#br0" timeOffset="-201902.62">30461 2870 0,'0'0'15,"0"10"-15,0 27 16,0 36 0,0 38-16,-9 18 15,-10 10-15,0-10 16,0-27 0,10-29-16,9-26 15,0-47 1</inkml:trace>
  <inkml:trace contextRef="#ctx0" brushRef="#br0" timeOffset="-201484.68">30950 2861 0,'0'0'16,"-9"9"-16,0 19 16,-10 18-1,-9 28-15,-1 0 16,10 0-1,10-10-15,0 1 16,9-10-16,9-18 16,0 0-1,10-9-15,0-10 16,19 1 0,18-1-16,10-9 15,0-9 1,0-9-16,0-9 15,-1-10-15,-65 28 16</inkml:trace>
  <inkml:trace contextRef="#ctx0" brushRef="#br0" timeOffset="-201234.99">31157 3295 0,'0'0'0,"0"9"16,0 10-1,-9 18-15,0 27 16,-1 10-16,-9 9 16,10-9-1,9-9-15,0-19 16,9-19-1,1-17-15,-10-10 16</inkml:trace>
  <inkml:trace contextRef="#ctx0" brushRef="#br0" timeOffset="-201003.26">31731 3267 0,'0'0'15,"0"0"1,10-9-16,-1 0 16,10 0-16,18-10 15,29 1 1,19-10-16,-85 28 15</inkml:trace>
  <inkml:trace contextRef="#ctx0" brushRef="#br0" timeOffset="-200730.28">31872 3803 0,'0'0'15,"0"0"-15,10 0 16,18-10 0,28-8-16,20-10 15,-1-18 1,0-19-16,-18-8 15,-1-20-15,-18 1 16,-38 92 0</inkml:trace>
  <inkml:trace contextRef="#ctx0" brushRef="#br0" timeOffset="-200351.47">32427 3166 0,'0'0'0,"-9"9"16,-10 19-16,0 9 16,0 18-1,-9 28-15,9-9 16,10-10-16,0 1 15,9-19 1,0-9-16,9-9 16,10 0-1,0-19-15,28 9 16,9-9 0,10-9-16,9-9 15,10 0-15,0-9 16,-10-1-1,0-9-15,-28 1 16,-47 27 0</inkml:trace>
  <inkml:trace contextRef="#ctx0" brushRef="#br0" timeOffset="-200134.84">32700 3406 0,'0'0'0,"0"0"16,0 0-16,0 9 15,-9 19 1,9 36-16,0 47 16,9 74-1,10-10-15,28 74 16,-9-18-1</inkml:trace>
  <inkml:trace contextRef="#ctx0" brushRef="#br0" timeOffset="-192091.78">19022 16272 0,'0'0'0,"-10"-9"0,-8-28 15,-11-9-15,11-1 16,-1 20 0,19 27-16</inkml:trace>
  <inkml:trace contextRef="#ctx0" brushRef="#br0" timeOffset="-191797.26">18815 15930 0,'0'0'16,"0"0"-1,0 0-15,0 0 16,0 0-16,0 0 15,0 0 1,0 0-16,0 0 16,0 0-1,0 0-15,0 0 16,0 0 0,9 10-16,1-1 15,8 0-15,20 0 16,9-9-1,10 0-15,18-9 16,19-9 0,0-1-16,-19 10 15,-9 0-15,-9 9 16,-20 0 0,-37 0-16</inkml:trace>
  <inkml:trace contextRef="#ctx0" brushRef="#br0" timeOffset="-191450.43">18956 16420 0,'0'0'16,"0"0"-16,0 0 16,9 0-1,10 0-15,9 0 16,10 0-1,18 0-15,10 0 16,28 9 0,0 0-16,-9 0 15,-85-9-15</inkml:trace>
  <inkml:trace contextRef="#ctx0" brushRef="#br0" timeOffset="-186533.5">20527 15903 0,'0'0'15,"0"0"-15,0 0 16,-9 9-16,-1 19 15,1 9-15,-1 27 16,-8 38 0,8 8-1,1-17-15,9-10 16,0-28-16,0-27 16,0-28-1</inkml:trace>
  <inkml:trace contextRef="#ctx0" brushRef="#br0" timeOffset="-186001.59">20903 16078 0,'0'0'0,"0"0"16,0 0-1,0 0-15,0 0 16,0 0 0,0 0-16,-9-18 15,9-10-15,9-9 16,1 0 0,8 0-16,11 0 15,-1 10 1,0 8-16,-9 10 15,0 9-15,-10 0 16,1 18 0,-10 28-16,-19 28 15,-9 19 1,-10-1-16,10-9 16,-1-9-1,1-19-15,9-18 16,10-9-16,9-10 15,0-9 1,9 1-16,10-1 16,19-9-1,18-9-15,20-1 16,-1-8 0,-9 9-16,0 0 15,-10-1-15,0 10 16,-9 0-1,-47 0-15</inkml:trace>
  <inkml:trace contextRef="#ctx0" brushRef="#br0" timeOffset="-185684.14">22023 15626 0,'0'0'0,"0"0"16,0 0-16,0 0 16,0 9-1,9 19-15,10 27 16,0 47-16,0-10 15,-1 9 1,11-8-16,-11-10 16,-8-28-1,-1-18-15,-9-18 16,0-19-16</inkml:trace>
  <inkml:trace contextRef="#ctx0" brushRef="#br0" timeOffset="-185434.84">21788 16115 0,'0'0'16,"0"0"-16,0 0 15,28-9 1,38-10-16,28-18 15,28-9 1,-9 9-16,-10 0 16,1 10-16,-19-1 15,-20 19 1,-65 9-16</inkml:trace>
  <inkml:trace contextRef="#ctx0" brushRef="#br0" timeOffset="-184995.79">23058 15700 0,'0'0'0,"0"0"16,0 0-1,0 0-15,0 0 16,0 9 0,0 19-16,0 18 15,9 18 1,-9 10-16,9 9 16,1 0-16,-1-9 15,1-9 1,-10-10-16,9-18 15,-9-37 1</inkml:trace>
  <inkml:trace contextRef="#ctx0" brushRef="#br0" timeOffset="-184432.32">23519 15644 0,'0'0'16,"0"0"-16,0 0 15,0 0-15,0 0 16,-10 9-1,1 10-15,-10 18 16,0 9 0,0 9-16,10 10 15,-1 0 1,10-1-16,10-8 16,9-10-16,-1-9 15,1-10 1,10-8-16,8-10 15,1-9 1,9-9-16,0-10 16,-10 1-16,1-10 15,-10 1 1,1-1-16,-11-9 16,-8 0-1,-10-9-15,-10 9 16,-8-9-1,-1 9-15,0 9 16,0 10-16,0-1 16,0 10-1,-9 9-15,0 9 16,28-9 0</inkml:trace>
  <inkml:trace contextRef="#ctx0" brushRef="#br0" timeOffset="-184030.5">24600 15506 0,'0'0'15,"0"0"-15,0 0 16,0 0-16,0 9 15,10 19 1,-1 18-16,1 18 16,-10 38-1,0 0-15,9-10 16,0-18 0,1-19-16,-10-18 15,0-37-15</inkml:trace>
  <inkml:trace contextRef="#ctx0" brushRef="#br0" timeOffset="-183801.45">24403 16013 0,'0'0'0,"0"0"16,19-9-16,37-18 16,29-1-16,28-18 15,0 9 1,-19 0-16,-94 37 16</inkml:trace>
  <inkml:trace contextRef="#ctx0" brushRef="#br0" timeOffset="-179348">25729 15229 0,'0'0'0,"0"0"0,0 0 15,0 0 1,0 0-16,-9 9 16,-10 10-1,-9 18-15,-10 18 16,10 10-16,-10 8 15,10 1 1,0-9-16,0-10 16,18-18-1,10 0-15,0-9 16,10-10 0,18 1-16,28-1 15,38-9-15,-9-18 16,9 0-1,-19 0-15,-9-10 16,-9 1 0,-57 18-16</inkml:trace>
  <inkml:trace contextRef="#ctx0" brushRef="#br0" timeOffset="-179084.96">25701 15737 0,'0'0'16,"0"0"-16,0 0 15,0 0 1,0 0-16,9 9 16,10 18-1,0 20-15,0 17 16,0 10-1,9 0-15,-9 0 16,0 0-16,9-19 16,-28-55-1</inkml:trace>
  <inkml:trace contextRef="#ctx0" brushRef="#br0" timeOffset="-178792.92">26726 15414 0,'0'0'0,"0"0"15,-9 18 1,-10 19-16,-18 37 15,8 0 1,1 27-16,9 10 16,1-19-16,8-27 15,1-28 1,9-19-16,0-18 16,0 0-1</inkml:trace>
  <inkml:trace contextRef="#ctx0" brushRef="#br0" timeOffset="-178551.22">26369 15580 0,'0'0'0,"0"0"16,0 0-16,0 9 16,9 9-1,1 1-15,18 18 16,10 9-1,18 9-15,19 10 16,-9-10 0,0 10-16,0-19 15,-10-9-15,1-19 16,-57-18 0</inkml:trace>
  <inkml:trace contextRef="#ctx0" brushRef="#br0" timeOffset="-178284.66">27253 15404 0,'0'0'0,"0"0"15,0 10 1,10 26-16,-1 29 16,10 27-1,0 38-15,-10-20 16,10-17 0,-10-29-16,-9-64 15</inkml:trace>
  <inkml:trace contextRef="#ctx0" brushRef="#br0" timeOffset="-177923.76">27630 15875 0,'0'0'15,"0"0"-15,0 0 16,0 0 0,0 0-16,0 0 15,0 0 1,0 0-16,0 0 16,0 0-1,0 0-15,0 0 16,0 0-16,0 0 15,0 0 1,0 0-16,0 0 16,0 0-1,0 0-15,0 0 16,0 0-16,0 0 16</inkml:trace>
  <inkml:trace contextRef="#ctx0" brushRef="#br0" timeOffset="-177401.19">28128 15275 0,'0'0'0,"0"0"15,0 9 1,-9 10-16,-10 18 16,0 27-16,-9 29 15,9 17 1,10 29-16,9-28 15,9-1 1,0-36-16,10-18 16,0-20-1,0-8-15,9-9 16,0-10-16,10-9 16,0-9-1,-10-1-15,-9-8 16,-1-1-1,-8 1-15,-10 0 16,0-10 0,-10 0-16,-8 10 15,-11 8-15,-27 10 16,-19 0 0,9 19-16,9 9 15,57-28 1</inkml:trace>
  <inkml:trace contextRef="#ctx0" brushRef="#br0" timeOffset="-176980.53">28843 15404 0,'0'0'15,"0"0"-15,0 0 16,0 10-16,0 17 16,0 10-1,0 19-15,-9 27 16,-1 27 0,1 10-16,9-27 15,9-10 1,1-19-16,-10-27 15,0-28-15,0-9 16,0 0 0</inkml:trace>
  <inkml:trace contextRef="#ctx0" brushRef="#br0" timeOffset="-176751.64">28476 15912 0,'0'0'0,"0"0"16,10 0-16,8-9 15,29-1 1,29-8-16,46 0 16,19-10-1,19-9-15,9-18 16,48-19-1</inkml:trace>
  <inkml:trace contextRef="#ctx0" brushRef="#br0" timeOffset="-172183.8">30028 15460 0,'0'0'0,"0"0"0,0 0 15,0 0-15,0 0 16,0 0 0,0 18-16,-9 19 15,9 18 1,-9 19-16,-1 46 15,1-9-15,-1-9 16,1-1 0,0-9-16,-1-27 15,10-28 1,0-37-16</inkml:trace>
  <inkml:trace contextRef="#ctx0" brushRef="#br0" timeOffset="-171745.5">30452 15432 0,'0'0'0,"0"0"16,0 0 0,0 9-16,-10 19 15,1 9-15,0 9 16,9 9 0,0 1-16,0-1 15,0-18 1,0 0-16,0-9 15,0-10 1,0-9-16,9 10 16,0-10-16,20 0 15,8 0 1,20 1-16,9-10 16,-10 0-1,-9 0-15,-9-10 16,-10 1-16,0-9 15,-28 18 1</inkml:trace>
  <inkml:trace contextRef="#ctx0" brushRef="#br0" timeOffset="-171496.6">30696 15635 0,'0'0'0,"0"0"15,0 0-15,0 0 16,0 0 0,10 18-16,-1 10 15,1 9-15,-1 28 16,0 9 0,1-1-16,-1 1 15,1-9 1,-1-19-16,0-18 15,-9-28-15</inkml:trace>
  <inkml:trace contextRef="#ctx0" brushRef="#br0" timeOffset="-170925.91">31468 15367 0,'0'0'15,"0"0"1,0 0-16,0 10 16,9 17-16,1 19 15,-1 19 1,0 9-16,1 27 15,-1-8 1,1-19-16,-1-10 16,-9-27-1,0-9-15,0-19 16,0-9-16,0 0 16</inkml:trace>
  <inkml:trace contextRef="#ctx0" brushRef="#br0" timeOffset="-170667.77">31233 15847 0,'0'0'16,"0"0"-16,0 0 15,0 0 1,0 0-16,9 0 15,19 0-15,19-9 16,19 0 0,28-10-16,-19 1 15,1-1 1,-1 1-16,0-10 16,-75 28-16</inkml:trace>
  <inkml:trace contextRef="#ctx0" brushRef="#br0" timeOffset="-169499.52">32202 15598 0,'0'0'16,"0"0"-16,0 0 15,0 0 1,0 0-16,0 0 16,0 0-1,0 0-15,18 0 16,20-9-16,18 0 16,10-10-1,-9 1-15,-10 9 16,0-10-1,-19 10-15,-9 0 16,0 9-16,-10 0 16,0 18-1,1 19-15,-10 18 16,0 38 0,-10 17-16,1-17 15,0-10 1,-10-9-16,0-10 15,19-64-15</inkml:trace>
  <inkml:trace contextRef="#ctx0" brushRef="#br0" timeOffset="-168751.54">21280 17398 0,'0'0'16,"0"0"-16,18-9 16,11-10-1,27-8-15,10 8 16,0 1-16,0-1 16,-10 1-1,-9 8-15,-19 1 16,-9 9-1,-19 0-15</inkml:trace>
  <inkml:trace contextRef="#ctx0" brushRef="#br0" timeOffset="-168534.14">21430 17813 0,'0'0'0,"0"0"15,0 0-15,9 9 16,1 1 0,18-10-16,19-10 15,28-8 1,10-10-16,9-18 16,-94 46-1</inkml:trace>
  <inkml:trace contextRef="#ctx0" brushRef="#br0" timeOffset="-159617.28">23377 16909 0,'0'0'0,"0"0"16,0 0-16,0 0 15,0 0 1,0 0-16,0 0 15,0 0-15,0 0 16,-9 0 0,0 0-16,-1 9 15,-9 9 1,-9 19-16,-9 19 16,-11 18-1,1-10-15,10-8 16,9-10-16,-1 0 15,1-9 1,9-19-16,10-9 16,0 1-1,9-10-15,0 0 16,0 0 0,0 0-16,9 0 15,10 0-15,9 0 16,10-10-1,9 1-15,9 9 16,1-9 0,8 9-16,1 0 15,-9 0-15,-1 9 16,-18 0 0,-1-9-16,-8 0 15,-11 0 1,-8 0-16,-1 0 15,-9 0 1</inkml:trace>
  <inkml:trace contextRef="#ctx0" brushRef="#br0" timeOffset="-159351.52">23415 17112 0,'0'0'0,"0"0"15,0 0-15,0 0 16,0 18-16,-9 10 16,9 18-1,-10 28-15,1 18 16,9 37-1,0-9-15,0-27 16,0-93 0</inkml:trace>
  <inkml:trace contextRef="#ctx0" brushRef="#br0" timeOffset="-158007.75">24356 17139 0,'0'0'15,"0"0"-15,0 0 16,0-9 0,0 0-16,0-9 15,0-1 1,-10 1-16,1-10 15,-10 0-15,-9-9 16,0 10 0,-1 8-16,-8 1 15,-1 8 1,1 10-16,8 10 16,1 8-1,0 10-15,9 9 16,10 0-16,9 9 15,0 0 1,9-18-16,1-10 16,8 1-1,11-10-15,8-18 16,10-10 0,-9 1-16,-1-1 15,-8 1-15,-1-1 16,-9 10-1,-10 0-15,1 9 16,-1 0 0,0 0-16,10 18 15,9 19-15,1 9 16,-1 28 0,0 0-16,-9-19 15,0 1 1,-10-19-16,-9-37 15</inkml:trace>
  <inkml:trace contextRef="#ctx0" brushRef="#br0" timeOffset="-157562.41">25005 17315 0,'0'0'0,"0"0"16,0 0-1,0 0-15,0 0 16,0 0-1,0 0-15,0 0 16,0 0 0,0 0-16,0 0 15,0 0-15,0 0 16,0 0 0,0 0-16,0 0 15,0 0 1,0 0-16,0 0 15,0 0-15,0 0 16,0 0 0,0 0-16,0 0 15,0 0 1,0 0-16</inkml:trace>
  <inkml:trace contextRef="#ctx0" brushRef="#br0" timeOffset="-156815.56">25701 17047 0,'0'0'0,"0"0"16,0 0 0,0 0-16,0 0 15,0 0 1,0 0-16,0-9 15,0 0 1,0-1-16,0-8 16,9 0-16,1 8 15,-1 1 1,1 0-16,-1 0 16,0 9-1,1 0-15,-10 0 16,9 9-1,-9 9-15,0 19 16,-19 28-16,-9 18 16,-9-9-1,8 0-15,1-10 16,9-18 0,1-9-16,8-9 15,10-10 1,10-8-16,18-1 15,47-9-15,47-19 16,48-8 0,-1-19-16,10-1 15,47-17 1</inkml:trace>
  <inkml:trace contextRef="#ctx0" brushRef="#br0" timeOffset="-156057.34">24365 18607 0,'0'0'0,"0"0"16,28-28-1,29-18-15,18-18 16,29-20-16,-29 38 15,38-9 1,37-19-16,20 9 16,8 10-1,10 9-15,-9 9 16,-9 0 0,-1 0-16,-9 10 15,-28-1-15,-20 9 16,-27 1-1,-19 9-15,-28-1 16,-10 1 0,-28 9-16,0 0 15,-10 0-15,-37 9 16,47-9 0</inkml:trace>
  <inkml:trace contextRef="#ctx0" brushRef="#br0" timeOffset="-155783.62">25118 18487 0,'0'0'15,"37"-18"-15,48-19 16,-19 9-16,56-27 15,66-19 1,1 0-16,36-18 16,-37 9-1,29-10-15,-20 1 16,-8 0 0,-20-19-16,28-18 15</inkml:trace>
  <inkml:trace contextRef="#ctx0" brushRef="#br0" timeOffset="-115373.18">25692 16789 0,'0'0'0,"0"0"0,0 0 15,0 0-15,0 0 16,0 0 0,0 0-16,0 0 15,0 0 1,0 9-16,-10 9 16,1 10-16,-1 9 15,-8 18 1,-1 28-16,0 1 15,0-1 1,0-19-16,10-18 16,0-18-16,9-9 15,0-1 1,0-9-16,0 0 16,0-9-1,0 0-15,0 0 16,9 0-1,19 0-15,19 0 16,19-9-16,9 0 16,1 0-1,18-10-15,0 1 16,-10-1 0,-18-8-16,-9-1 15,-20 10-15,-8-1 16,-1 1-1,-28 18-15</inkml:trace>
  <inkml:trace contextRef="#ctx0" brushRef="#br0" timeOffset="-114823.46">26040 17001 0,'0'0'16,"0"0"-16,0 0 15,0 0 1,0 0-16,0 0 16,0 0-1,0 0-15,0 0 16,0 0 0,0 0-16,0 0 15,0 0-15,0 0 16,0 0-1,0 0-15,0 0 16,0 0 0,0 0-16,0 9 15,0 10-15,9 18 16,1 36 0,18 20-16,0 18 15,10 27 1,-20-27-16,1-28 15,-9-19 1,-1-27-16,0-9 16,-9-19-16,0-9 15,0 0 1</inkml:trace>
  <inkml:trace contextRef="#ctx0" brushRef="#br0" timeOffset="-114212.64">25701 16715 0,'0'0'15,"0"0"1,0 0-16,0 0 15,0 0-15,0 18 16,0 10 0,-9 18-16,-1 19 15,1 9 1,-1 9-16,-8 0 16,8-19-1,1-8-15,9-10 16,0-18-16,0-1 15,0-8 1,0-10-16,9 0 16,10 0-1,19 1-15,27-1 16,11-9 0,18 0-16,9-9 15,-9-10-15,-9 1 16,-10-1-1,1 1-15,-1-1 16,-19 1 0,-18 9-16,-38 9 15</inkml:trace>
  <inkml:trace contextRef="#ctx0" brushRef="#br0" timeOffset="-113683.1">25833 16780 0,'0'0'0,"0"0"15,0 0 1,0 0-16,0 0 16,0 9-1,0 28-15,9 9 16,1 28-16,-1 18 16,-9 0-1,-9 1-15,-1-29 16,1 1-1,-1-10-15,1-18 16,9-9 0,0-10-16,0-9 15,0 1-15,9-1 16,10 0 0,9-9-16,29 0 15,9-9 1,9-10-16,0 1 15,0-1-15,-9 1 16,-19 0 0,-9-1-16,0-9 15,-10 10 1,-28 18-16</inkml:trace>
  <inkml:trace contextRef="#ctx0" brushRef="#br0" timeOffset="-113399.6">26181 17084 0,'0'0'0,"0"0"15,0 0-15,0 9 16,-10 19-1,10 27-15,10 19 16,9 37-16,18 27 16,10 10-1,-9-37-15,-10-10 16,0-27 0,1-18-16,-20-29 15,-9-27 1</inkml:trace>
  <inkml:trace contextRef="#ctx0" brushRef="#br0" timeOffset="-111794.34">25090 17103 0,'0'0'15,"0"0"-15,0 0 16,-10 0-16,10 0 16,0 0-1,0 0-15,-9 0 16,9 0 0,0 0-16,-10 0 15,10 0 1,0 0-16,0 0 15,0 0-15,0 0 16,-9 0 0,0 0-16,-1 0 15,1 9 1,-1 0-16,1 0 16,9 0-1,0 1-15,0-1 16,0 0-16,0-9 15,0 0 1,0 0-16,0 0 16,0 0-1,0 0-15,0 0 16,0 0-16,0 0 16,0 0-1,0 0-15,0 0 16,0 0-1,0 9-15,0 10 16,9-1-16,1 1 16,-1-1-1,1-9-15,-1-9 16,0 0 0,-9 0-16</inkml:trace>
  <inkml:trace contextRef="#ctx0" brushRef="#br0" timeOffset="-111162.58">25165 17223 0,'0'0'0,"0"0"15,0 0-15,0 0 16,0 0 0,0 0-16,0 0 15,0 9 1,0 9-16,0 1 15,0-10 1,0 0-16,0-9 16,0 0-16,-10 0 15,1-9 1,-10-10-16,0-8 16,19 27-1</inkml:trace>
</inkml:ink>
</file>

<file path=ppt/ink/ink12.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11:32.985"/>
    </inkml:context>
    <inkml:brush xml:id="br0">
      <inkml:brushProperty name="width" value="0.05292" units="cm"/>
      <inkml:brushProperty name="height" value="0.05292" units="cm"/>
      <inkml:brushProperty name="color" value="#FF0000"/>
    </inkml:brush>
  </inkml:definitions>
  <inkml:trace contextRef="#ctx0" brushRef="#br0">4901 8381 0,'0'0'0,"0"0"15,-9 0-15,-1 0 16,-8 0-16,-11 9 15,-18 0 1,-18 19-16,-11 9 16,1 9-1,0 9-15,9 10 16,9-1 0,20-8-16,18-1 15,10-9-15,9-9 16,0-18-1,18-1-15,39-18 16,46-28 0,10-27-16,-28 9 15,-19-10-15,-19 10 16,-10 0 0,-18 9-16,0 10 15,-10 8 1,1 10-16,-10 9 15,0 0 1,0 0-16,9 9 16,10 19-16,0 9 15,28 37 1,0-1-16,9 10 16,29-9-1,9-9-15,10 0 16,-104-65-1</inkml:trace>
  <inkml:trace contextRef="#ctx0" brushRef="#br0" timeOffset="748.83">4638 9737 0,'0'0'0,"0"-9"15,0 0-15,0-10 16,0 10 0,0 0-16,0 9 15,0 0 1,0 0-16,9 18 16,1 19-1,-1 9-15,0 28 16,1 9-16,-10 10 15,0-10 1,0-9-16,-10-10 16,10-18-1,0-9-15,0-18 16,0-10-16,0 0 16,0-9-1,0 0-15,10-9 16,9-10-1,18-8-15,20-19 16,9 9 0,-10 0-16,-9 18 15,0 1-15,-19 9 16,1 9 0,-11 9-16,-8 0 15,-10 10 1,0 8-16,-19 10 15,-9 9-15,-10-9 16,10-9 0,0 0-16,-1-10 15,1-9 1,9 1-16,1-10 16,8 0-1,10 0-15,0 0 16,0 0-16</inkml:trace>
  <inkml:trace contextRef="#ctx0" brushRef="#br0" timeOffset="1413.78">4798 11454 0,'0'0'0,"0"0"16,0 0-16,0 0 15,-10 0 1,1 0-16,-19 9 16,-29 28-1,-18 9-15,-19 19 16,19 0-1,18-1-15,10-9 16,19-8 0,9-1-16,10-9 15,18-10-15,19 1 16,38-9 0,38-19-16,46-28 15,38-18 1,-18-10-16,-48 19 15,-18 0-15,-29 19 16,-75 18 0</inkml:trace>
  <inkml:trace contextRef="#ctx0" brushRef="#br0" timeOffset="22150.92">6613 7384 0,'0'0'0,"0"0"0,0 0 16,0 0-16,-9 9 16,0 0-1,-1 19-15,1 0 16,-10 27 0,10 0-16,-1 10 15,10-10 1,10-9-16,-1-9 15,10-9-15,9-9 16,0-19 0,10-10-16,-1-8 15,1-19 1,-10 0-16,1 0 16,-1 0-16,-9 9 15,-10 10 1,0 0-16,1 8 15,-1 10 1,1 0-16,-1 10 16,0 8-1,10 0-15,0 10 16,0 0-16,9-10 16,10 1-1,-1-10-15,10-9 16,19-18-1,-9-19-15,-20-10 16,-8-8 0,-11 0-16,-8 9 15,-1 9-15,-9 9 16,-9 0 0,-1 10-16,1 9 15,-10-1 1,0 10-16,1 10 15,-1-1-15,19-9 16</inkml:trace>
  <inkml:trace contextRef="#ctx0" brushRef="#br0" timeOffset="23074.62">6736 7421 0,'0'0'0,"0"0"16,0 0-1,0 0-15,0 0 16,0 9 0,0 9-16,0 28 15,0 10-15,0 18 16,0 27 0,-10 10-16,10 0 15,-9-10 1,-1-27-16,10 0 15,0-19 1,0-18-16,0-18 16,0-10-16,0-9 15,0 0 1,0 0-16</inkml:trace>
  <inkml:trace contextRef="#ctx0" brushRef="#br0" timeOffset="23464.18">6397 7651 0,'0'0'0,"9"-9"16,20-28-1,27-18-15,29-10 16,37-18-1,10 19-15,9 8 16,-9 10 0,-29 18-16,-28 19 15,-9 9 1,-28 9-16,-10 1 16,-9 8-16,-19 19 15,-19 18 1,-28 38-16,-28-1 15,-19-9 1,0-18-16,0-10 16,9-18-16,10-9 15,-1-10 1,20-18-16,56 0 16</inkml:trace>
  <inkml:trace contextRef="#ctx0" brushRef="#br0" timeOffset="23781.04">6501 7467 0,'0'0'0,"0"0"16,0 0-1,9 9-15,0 19 16,1 9 0,-1 27-16,1 10 15,-1 18 1,0 1-16,-9-1 16,0-18-16,0-19 15,0-9 1,-9-9-16,9-18 15,-9-10-15,9-9 16</inkml:trace>
  <inkml:trace contextRef="#ctx0" brushRef="#br0" timeOffset="24146.93">6331 7642 0,'0'0'16,"10"-18"-16,18-10 16,19-18-1,19-10-15,9 1 16,19 0-16,10 9 16,-10 9-1,-10 18-15,10 1 16,-28 18-1,-9 9-15,-20 0 16,-9 10 0,-9-1-16,-9 10 15,-10 9-15,-19 18 16,-28 10 0,-19-1-16,-9 1 15,-1-10 1,1 1-16,9-19 15,66-37-15</inkml:trace>
  <inkml:trace contextRef="#ctx0" brushRef="#br0" timeOffset="24714.89">6670 8777 0,'0'0'0,"0"0"15,0 19 1,0 18-16,0 27 15,-10 19 1,1 10-16,9 8 16,0-18-16,0-27 15,9-19 1,1-19-16,-10-18 16</inkml:trace>
  <inkml:trace contextRef="#ctx0" brushRef="#br0" timeOffset="25164.17">7140 8787 0,'0'0'15,"0"0"-15,0 0 16,-9 18-1,-10 19-15,0 18 16,0 10 0,10 0-16,9-10 15,0-9-15,9-9 16,10-18 0,9-1-16,19-18 15,19-18 1,10-10-16,8-28 15,-9-8 1,-27 8-16,-20 10 16,-19 0-16,-9 9 15,-9 10 1,-10-1-16,-19 0 16,-18 10-1,-19 18-15,-10 18 16,0 19-1,19 18-15,10 10 16,56-65-16</inkml:trace>
  <inkml:trace contextRef="#ctx0" brushRef="#br0" timeOffset="25614.2">6811 10088 0,'0'0'0,"0"0"15,0 0-15,0 0 16,0 9-16,0 19 15,0 18 1,0 9-16,0 1 16,0 8-1,0 1-15,0-10 16,0-18-16,9-9 16,1-19-1,-10-9-15</inkml:trace>
  <inkml:trace contextRef="#ctx0" brushRef="#br0" timeOffset="25996.97">7178 9968 0,'0'0'16,"0"0"-16,-10 9 15,1 10-15,0-1 16,-1 19 0,10 0-16,10 0 15,8-9 1,11-1-16,8 1 16,10-10-1,0-8-15,-9-1 16,0 0-16,-10 0 15,-9 1 1,-1-1-16,-8 9 16,-1 1-1,-9 8-15,-9 10 16,-1 0 0,-8 0-16,-1-9 15,-9-19-15,28-9 16</inkml:trace>
  <inkml:trace contextRef="#ctx0" brushRef="#br0" timeOffset="26197.42">7131 9950 0,'0'0'0,"19"-10"16,28-17-16,28-10 15,28-9-15,10-1 16,-9 11 0,-20 17-16,-27 10 15,-57 9 1</inkml:trace>
  <inkml:trace contextRef="#ctx0" brushRef="#br0" timeOffset="26814.3">6820 11232 0,'0'0'15,"0"0"-15,0 0 16,0 0 0,0 0-16,0 0 15,0 0 1,10-9-16,9-9 15,9-1-15,0-8 16,0 8 0,0 1-16,1 8 15,-10 10 1,-10 0-16,0 10 16,1 17-1,-10 10-15,-19 28 16,-9 36-16,-10-8 15,0-10 1,1-19-16,-1-8 16,19-19-1,10-10-15,0-8 16,9-10-16,0-9 16,9 0-1,10 0-15,18-9 16,29-10-1,10-8-15,-11 8 16,11-8 0,-20-1-16,-9 0 15,-47 28-15</inkml:trace>
  <inkml:trace contextRef="#ctx0" brushRef="#br0" timeOffset="27236.62">7554 10919 0,'0'0'0,"0"0"16,0 0-16,0 0 15,-9 18 1,-1 19-16,-8 28 15,-1-1 1,9-8-16,1-1 16,-1-9-16,10-9 15,0 0 1,0 0-16,10-9 16,-1-10-1,10 1-15,9-1 16,10 0-1,9-8-15,9-1 16,1-9-16,-10 0 16,0-9-1,-9-1-15,9-8 16,-19 0 0,-9 8-16,-1-8 15,-18 18 1</inkml:trace>
  <inkml:trace contextRef="#ctx0" brushRef="#br0" timeOffset="27433">7695 11177 0,'0'0'0,"0"0"16,0 0-16,0 9 15,-9 19 1,9 9-16,0 55 15,0 19 1,9 0-16,10 9 16,0-10-1,-19-110-15</inkml:trace>
  <inkml:trace contextRef="#ctx0" brushRef="#br0" timeOffset="29299.23">9285 7725 0,'0'0'16,"0"9"-16,0 28 16,10 19-16,-1 18 15,10-1 1,9-17-16,-9-10 16,0-18-1,9-10-15,0-18 16,10-18-1,9-29-15,-10-17 16,1-1-16,-19 10 16,-10 0-1,1 18-15,-1 9 16,-9 9 0,0 10-16,0 9 15,0 0-15,0 0 16,0 0-1,0 19-15,0 8 16,9 10 0,1 9-16,-1-9 15,10 0 1,0-9-16,9-10 16,10-8-16,9-10 15,9-19 1,-9-8-16,-9-1 15,-10 9 1,-9-8-16,0 8 16,-10 1-16,1-1 15,-1 10 1,0 0-16,-9 0 16,0-1-1,0 1-15,0 0 16,0 0-1,0-1-15,0 1 16,0 0-16,0 0 16,0-10-1,0 1-15,0-1 16,0 1 0,0-1-16,-9 1 15,9 0 1,-9-1-16,-1 1 15,10 8-15,0 1 16,-9 0 0,9 9-16</inkml:trace>
  <inkml:trace contextRef="#ctx0" brushRef="#br0" timeOffset="30214.44">9624 8630 0,'0'0'16,"0"0"-16,0 0 15,9 0 1,10 0-16,9-10 16,10 10-1,9 0-15,0 0 16,-9 0-16,-20 10 15,1-1 1,-9 0-16,-1 10 16,-9 8-1,-19 29-15,-9-1 16,9-18 0,0 0-16,10-19 15,0 1-15,9-10 16,0 0-1,9 1-15,10-1 16,9 0 0,10 0-16,18 10 15,-18-1-15,-1 1 16,-18-1 0,-9 1-16,-1 8 15,-18 10 1,-20 9-16,-18 19 15,-19-10-15,10-9 16,-19-9 0,9-9-16,9-10 15,10 1 1,10-10-16,37-9 16</inkml:trace>
  <inkml:trace contextRef="#ctx0" brushRef="#br0" timeOffset="31514.14">9586 11316 0,'0'0'16,"0"0"-16,0 0 15,0 0-15,0 0 16,10 0-1,8 0-15,29 0 16,29-10 0,18-8-16,0-10 15,-19 0 1,-9 10-16,-19 0 16,0-1-16,-19 1 15,0 8 1,-9 10-16,-9 0 15,-1 10 1,0 8-16,-9 19 16,-9 28-1,-10 45-15,-9 20 16,0-10-16,0 0 16,9-19-1,0-27-15,10-37 16,-1-19-1,10-18-15</inkml:trace>
  <inkml:trace contextRef="#ctx0" brushRef="#br0" timeOffset="32319.92">11693 7531 0,'0'0'0,"0"0"15,0 0-15,10 19 16,-1 27 0,10 19-16,19 18 15,-1 9 1,-8-9-16,8-9 15,-9 0-15,-9-19 16,0-18 0,0 0-16,-10-19 15,1 1 1,-1-10-16,0-9 16,1 0-1,-1-9-15,1-19 16,8-27-16,11-38 15,-10 1 1,-1-9-16,-8-1 16,9 10-1,-1 18-15,-18 74 16</inkml:trace>
  <inkml:trace contextRef="#ctx0" brushRef="#br0" timeOffset="32612.98">12549 7624 0,'0'0'0,"0"0"16,0 9-1,0 28-15,0 18 16,-9 19 0,0 18-16,9-18 15,-10-28 1,10-9-16,0-28 16,0-9-1,0 0-15,0 0 16</inkml:trace>
  <inkml:trace contextRef="#ctx0" brushRef="#br0" timeOffset="32860.28">12277 7522 0,'0'0'0,"0"0"15,0 0-15,18-9 16,11 0-1,8-1-15,29 1 16,9 0-16,-9 0 16,-19 0-1,-9-1-15,-19 10 16,-10 0 0,1 0-16,-10 0 15,0 0 1</inkml:trace>
  <inkml:trace contextRef="#ctx0" brushRef="#br0" timeOffset="33097.35">12437 8325 0,'0'0'0,"0"0"15,0 0 1,0 0-16,9 0 15,19-9 1,29-10-16,18-17 16,0-11-1,0-8-15,1 0 16,-1 8-16,-9-8 16,-66 55-1</inkml:trace>
  <inkml:trace contextRef="#ctx0" brushRef="#br0" timeOffset="33815.21">13359 7808 0,'0'0'0,"0"0"16,0 0 0,0 0-16,0 0 15,0 0 1,18-9-16,11-9 15,8-10 1,20-9-16,-1 0 16,10 0-1,-19 0-15,-47 37 16</inkml:trace>
  <inkml:trace contextRef="#ctx0" brushRef="#br0" timeOffset="34031.11">13453 8150 0,'0'0'0,"9"-9"15,19-10-15,19-18 16,10-9-1,-1-9-15,1-1 16,-57 56 0</inkml:trace>
  <inkml:trace contextRef="#ctx0" brushRef="#br0" timeOffset="34268.74">14073 7531 0,'0'0'0,"0"10"16,10 17-16,-10 19 15,9 19 1,1 9-16,-10 37 16,0-37-16,0-1 15,0-17 1,0-29-16,0-27 15,0 0 1</inkml:trace>
  <inkml:trace contextRef="#ctx0" brushRef="#br0" timeOffset="34565.33">13838 7504 0,'0'0'16,"19"-10"0,9-8-16,29 0 15,-10 8-15,0 1 16,-10 9 0,1 9-16,-10 1 15,-9 17 1,-9 1-16,-10 18 15,-10 9-15,-9 10 16,-9-10 0,9-18-16,10-18 15,9-19 1</inkml:trace>
  <inkml:trace contextRef="#ctx0" brushRef="#br0" timeOffset="34847.25">14666 7144 0,'0'0'0,"0"27"16,0 47-1,0 74-15,-9 9 16,-1 0-16,1 9 16,0-37-1,9-18-15,0-37 16,0-37 0,0-37-16</inkml:trace>
  <inkml:trace contextRef="#ctx0" brushRef="#br0" timeOffset="35432.4">14817 7707 0,'0'0'16,"0"9"-16,0 9 15,0 19 1,0 19-16,0 8 16,0-8-16,9-10 15,0-18 1,1-10-16,-1-18 16,1 0-1,18-18-15,0-19 16,0-9-1,-9-1-15,0 1 16,-10 19-16,1 8 16,-10 1-1,0 8-15,0 10 16,0 0 0,0 0-16,0 10 15,9 8 1,1 10-16,8-1 15,1-8-15,0-1 16,9-8 0,10-10-16,9-10 15,9-17 1,-18-1-16,-19 0 16,0 1-16,-10-1 15,-9 0 1,-9 1-16,-10-1 15,-19 0 1,-18 10-16,-19 8 16,-1 20-1,76-10-15</inkml:trace>
  <inkml:trace contextRef="#ctx0" brushRef="#br0" timeOffset="36181.98">12502 8842 0,'0'0'16,"0"0"-16,10-9 15,-1 0 1,10-10-16,9 1 16,10-1-1,18 1-15,-18 8 16,0 1-1,-10 9-15,-9 9 16,-10 1-16,0 17 16,-9 10-1,-9 19-15,-10-1 16,0 0 0,1-8-16,8-10 15,1-10 1,9-8-16,9-1 15,1-9-15,8 10 16,11-1 0,18 1-16,0-1 15,-10-9 1,-8 1-16,-11-1 16,-8 9-16,-1 1 15,-9 8 1,-19 10-16,-18 10 15,-10-11 1,0 1-16,0-9 16,9-19-16,38-9 15</inkml:trace>
  <inkml:trace contextRef="#ctx0" brushRef="#br0" timeOffset="36508.14">13415 9137 0,'0'0'16,"0"0"-16,0 0 15,0 0-15,0 0 16,0 0-1,9 10-15,-9-10 16,0 0 0,0 0-16,0 0 15,0 0-15,0 0 16,0 0 0,-9 0-16,0 0 15,-1 0 1,-9-10-16,19 10 15</inkml:trace>
  <inkml:trace contextRef="#ctx0" brushRef="#br0" timeOffset="37098.25">13707 8860 0,'0'0'0,"0"0"16,0 0-1,0 0-15,0 0 16,9 0-1,19-9-15,10 0 16,-1 9 0,1 0-16,-10 0 15,-18 0-15,-1 9 16,1 0 0,-10 10-16,0-1 15,-10 10 1,1-9-16,9 8 15,0-8 1,0-1-16,0-9 16,9 10-16,1-1 15,18 1 1,9-1-16,1 1 16,-10-1-1,0 1-15,-9 8 16,0 1-1,-9 0-15,-10 9 16,-10 9-16,-18 0 16,-19 0-1,-19 9-15,-19 10 16,19-19 0,66-46-16</inkml:trace>
  <inkml:trace contextRef="#ctx0" brushRef="#br0" timeOffset="42031.2">12625 11537 0,'0'0'0,"0"0"16,0 0 0,0 0-16,-10-9 15,1 0 1,9-1-16,0 1 16,0 0-16,9-10 15,10 1 1,9 0-16,1-1 15,-1 10 1,-9 0-16,-1 9 16,-8 0-1,-1 9-15,1 9 16,-1 19-16,-9 9 16,-9 1-1,-1-1-15,1 0 16,-1-9-1,1-10-15,9-8 16,0-1-16,0-8 16,0-1-1,9 0-15,10 0 16,9 0 0,1 1-16,8-1 15,-8 0 1,-1 10-16,-9-1 15,-1 1-15,-8 8 16,-1 1 0,-9 9-16,-9-9 15,-10-1 1,-9 1-16,0-10 16,-1 1-1,1-10-15,9 0 16,0-9-16,1 0 15,-1-9 1,19 9-16</inkml:trace>
  <inkml:trace contextRef="#ctx0" brushRef="#br0" timeOffset="42487.1">13387 11722 0,'0'0'0,"0"0"16,0 0-1,0 0-15,0 0 16,0 0 0,0 0-16,0 9 15,0 0 1,-10 0-16,10 1 16,0-10-16,0 0 15,0 0 1,0 0-16,0 0 15,0 0 1,0 0-16,0 0 16,0 0-1,0 0-15,0 0 16,0 0-16,0 0 16,0 0-1,0 0-15</inkml:trace>
  <inkml:trace contextRef="#ctx0" brushRef="#br0" timeOffset="45620.75">14168 11140 0,'0'0'0,"0"0"0,0 0 16,0 0-16,-10 9 15,10 1 1,-9 8-16,-1 1 16,1 8-1,-10 1-15,0 9 16,-9 9-16,0 19 15,0-1 1,-1-8-16,11-1 16,-1-18-1,9 0-15,1-9 16,9-1 0,0-8-16,9-1 15,10 1-15,19-10 16,9 0-1,9 0-15,10-9 16,0-9 0,0 9-16,-10-9 15,10 0-15,-19-10 16,-19 1 0,-9-1-16,0 1 15,-10-1 1,-9 19-16</inkml:trace>
  <inkml:trace contextRef="#ctx0" brushRef="#br0" timeOffset="45814.37">14224 11454 0,'0'0'16,"0"0"-16,0 0 16,0 9-1,0 28-15,9 9 16,1 10-16,9 27 15,-1 27 1,1 1-16,0 0 16,9 0-1,-28-111-15</inkml:trace>
  <inkml:trace contextRef="#ctx0" brushRef="#br0" timeOffset="60047.92">18834 9700 0,'0'0'0,"0"0"0,0 0 16,0 0 0,0 0-16,-10-9 15,1 0 1,-1 0-16,-8-1 15,-20 1-15,-18 0 16,-29 0 0,-9 0-1,0 9-15,9 0 16,10 0-16,0 9 16,18 0-1,10 0-15,9 0 16,20 1-16,-1-1 15,9 9 1,1 10-16,9 0 16,0 9-1,9 9-15,1 9 16,9 1-16,-1 17 16,1 20-1,0-19-15,0 18 16,0 0-1,-1 10-15,1-1 16,0 1 0,-9-10-16,8 10 15,1-10-15,-9 0 16,-1 0 0,-9-27-16,9 0 15,-9-10 1,0-9-16,0-9 15,0-18 1,0-1-16,0-9 16,0 0-16,0 1 15,0-10 1,10 9-16,9 0 16,18 0-1,38-9-15,29 0 16,-1-9-16,39 0 15,8 0 1,19-19-16,67 0 16</inkml:trace>
  <inkml:trace contextRef="#ctx0" brushRef="#br0" timeOffset="70069.95">26510 10291 0,'0'0'0,"0"0"16,0 0-16,9 0 15,20 0 1,27-9-16,19 0 16,38-1-1,19-8-15,-132 18 16</inkml:trace>
  <inkml:trace contextRef="#ctx0" brushRef="#br0" timeOffset="78714.89">10028 9700 0,'0'0'0,"0"0"16,0 0-16,0 0 16,0 0-1,0 0-15,-9 0 16,-10 10-16,-9 17 16,-10 10-1,-18 19-15,-1 8 16,1 19-1,9 0-15,0-9 16,9-9 0,10-10-16,9-9 15,10-18-15,9 0 16,9-10 0,1-9-16,8 1 15,20-10 1,28-10-16,9 1 15,0 0-15,-9-10 16,-9 1 0,-1 0-16,-9-1 15,-9 1 1,-10-1-16,-28 19 16</inkml:trace>
  <inkml:trace contextRef="#ctx0" brushRef="#br0" timeOffset="78933.31">9925 10005 0,'0'0'0,"0"0"15,0 0-15,0 28 16,9 36-1,1 29-15,-1 8 16,10 10 0,0 0-16,-1-19 15,-18-92-15</inkml:trace>
  <inkml:trace contextRef="#ctx0" brushRef="#br0" timeOffset="79781.92">12587 9811 0,'0'0'15,"0"0"-15,0 0 16,19-9-1,9 0-15,10-1 16,-1 1 0,1 0-16,0 9 15,-1 9 1,-8 10-16,-1-1 16,-19 10-1,-9 18-15,-9 9 16,-10 10-16,0-10 15,0 1 1,10-19-16,9-10 16,0-8-1,0-10-15,9 0 16,1 0-16,18-9 16,0 0-1,10 0-15,-1 0 16,-8 10-1,-11-1-15,1 0 16,-9 10-16,-10 8 16,-10 10-1,-9 19-15,-18 8 16,-10-8 0,9-10-16,1-9 15,8-19-15,1-9 16,0 1-1,0-20-15,28 10 16</inkml:trace>
  <inkml:trace contextRef="#ctx0" brushRef="#br0" timeOffset="80112.59">13490 10346 0,'0'0'0,"0"0"16,0 0-1,0 0-15,0 0 16,0 0-1,0 0-15,0 0 16,0 0-16,-9 10 16,-10-1-1,-9 0-15,9 0 16,0-9 0,10 0-16,-1 0 15,10 0-15</inkml:trace>
  <inkml:trace contextRef="#ctx0" brushRef="#br0" timeOffset="81414.86">13932 9913 0,'0'0'16,"0"0"-16,0 0 15,0 0 1,0 0-16,0 0 15,0 0 1,0 0-16,10 0 16,9 0-16,18 0 15,10 0 1,10 0-16,-1-10 16,1 10-1,-10 0-15,-10 0 16,-9 0-1,1 0-15,-10 10 16,-10-1-16,0 0 16,1 10-1,-1 17-15,-9 29 16,0 9 0,-9 9-16,-1 0 15,-8 9-15,8-9 16,1-18-1,-1-19-15,10-9 16,0-37 0</inkml:trace>
  <inkml:trace contextRef="#ctx0" brushRef="#br0" timeOffset="82283.03">15052 9793 0,'0'0'0,"0"0"16,0 0-1,0 0-15,0 0 16,-19 9-16,0 0 16,-9 10-1,-10 8-15,10 1 16,0 0-1,9-1-15,10 1 16,9 0-16,19 9 16,18 0-1,10-1-15,0 1 16,0 0 0,-9 0-16,-19-9 15,-10 9 1,-9 9-16,-9 0 15,-29 10-15,-9-10 16,47-46 0</inkml:trace>
  <inkml:trace contextRef="#ctx0" brushRef="#br0" timeOffset="82420.89">14883 9913 0,'9'-10'16,"38"-8"-16,47-1 16,-94 19-1</inkml:trace>
  <inkml:trace contextRef="#ctx0" brushRef="#br0" timeOffset="90212.38">21308 9885 0,'0'0'0,"0"0"0,0 0 15,0 0 1,0 0-16,0 0 16,0 0-1,0 0-15,0 0 16,0 0 0,0 9-16,0 0 15,9 10-15,1 9 16,-1 8-1,0 29-15,1 18 16,-10 0 0,0 0-16,0 19 15,0 9-15,0-19 16,-10-18 0,10-10-16,0-8 15,0-19 1,0-10-16,0-8 15,0-1 1,0-9-16,0 1 16,0-1-1,0 0-15,0-9 16,0 0-16,0 0 16</inkml:trace>
  <inkml:trace contextRef="#ctx0" brushRef="#br0" timeOffset="95355.69">19784 10097 0,'0'0'0,"-10"0"0,-8 0 15,-11 9-15,1 1 16,-19 17-16,-9 10 15,-10 9 1,0 19 0,9 0-16,1-1 15,18 10-15,10 0 16,9-19 0,19 1-16,10-19 15,9 0-15,18-10 16,20-8-1,18-19-15,38-19 16,9-27 0,0-19-16,-28 1 15,-37 8-15,-19 10 16,-1 0 0,-18 0-16,-10 9 15,-18 0 1,0 10-16,-10-1 15,-9 9 1,-10 1-16,-9 9 16,0 9-16,9 9 15,-9 9 1,10 10-16,8 0 16,20-1-1,9-27-15</inkml:trace>
  <inkml:trace contextRef="#ctx0" brushRef="#br0" timeOffset="95631.84">20612 10854 0,'0'0'0,"-10"9"15,1 10-15,-19 27 16,-38 46 0,-10 28-1,-8 9-15,9 1 16,75-130-16</inkml:trace>
  <inkml:trace contextRef="#ctx0" brushRef="#br0" timeOffset="97432.34">22239 11094 0,'0'0'0,"0"0"16,0 0 0,0 0-16,0 0 15,0 9 1,-9 19-16,-20 18 15,-36 46 1,-29 47-16,-10 27 16,-18 28-16,-1 0 15</inkml:trace>
  <inkml:trace contextRef="#ctx0" brushRef="#br0" timeOffset="100498.62">23058 9802 0,'0'0'15,"0"0"-15,0 0 16,0 0-1,0 0-15,0 9 16,0 0-16,0 1 16,0-1-1,-10 9-15,-9 10 16,1 27 0,-11 19-16,1 28 15,9-10-15,0 0 16,19 19-1,10-9-15,9-29 16,-1-17 0,11-19-16,8-10 15,10-8 1,10-19-16,-1-19 16,1-8-16,-20 8 15,-8-8 1,-1 8-16,-9 1 15,-10-1 1,-9 10-16,-9 0 16,-20-1-16,-18 1 15,-19 18 1,1 10-16,-1-1 16,19 1-1,28-10-15,19-9 16</inkml:trace>
  <inkml:trace contextRef="#ctx0" brushRef="#br0" timeOffset="100783.88">23829 9737 0,'0'0'16,"0"19"-16,-9 36 15,-10 37 1,-9 75-16,-1-1 16,1 28-16,9-10 15,10-18 1,-1-37-16,10-36 15,0-47 1,10-28-16,-10-18 16</inkml:trace>
  <inkml:trace contextRef="#ctx0" brushRef="#br0" timeOffset="101298.14">24149 10273 0,'0'0'0,"0"0"15,0 0-15,0 0 16,19 0-1,18-10-15,20-8 16,18-1 0,-9-8-16,-10 8 15,-9 1 1,-9-1-16,-10 10 16,-9 0-16,-10 9 15,1 0 1,-1 0-16,1 9 15,-1 10 1,0 8-16,-9 10 16,0 9-16,-9 10 15,-10 18 1,0 18-16,-9 9 16,0-8-1,9-10-15,0 0 16,0-19-1,10-17-15,0-20 16,9-8-16,0-19 16,0 0-1</inkml:trace>
  <inkml:trace contextRef="#ctx0" brushRef="#br0" timeOffset="101865.15">24741 9525 0,'0'0'0,"0"0"16,19 0-16,28 9 15,19 10 1,28 8-16,-9-8 16,-10-1-1,-9 1-15,-19-1 16,-9 1-16,-10-1 15,0 10 1,0 9-16,1 18 16,-11 28-1,1 28-15,0 18 16,9 10-16,-9 18 16,0-1-1,-10-26-15,1-10 16,-20-28-1,1-18-15,-10-28 16,-9 0 0,0-18-16,-10-10 15,-9 1-15,0-10 16,0-9 0,19-9-16,9-19 15,19 28 1</inkml:trace>
  <inkml:trace contextRef="#ctx0" brushRef="#br0" timeOffset="102266.05">26595 10328 0,'0'0'0,"0"0"15,0 0-15,0 0 16,0 0-1,0 0-15,0 0 16,9 0 0,19 0-16,19 0 15,29 0-15,18-9 16,19 0 0,-10-1-16,-28 1 15,1 0 1,-20 9-16,-9 0 15,-47 0-15</inkml:trace>
  <inkml:trace contextRef="#ctx0" brushRef="#br0" timeOffset="102564.89">26501 10928 0,'0'0'16,"0"0"-16,0 0 16,0 0-1,37-9-15,39-10 16,36 1-1,48-10-15,0 10 16,-28-10-16,0 0 16,9-9-1,-141 37-15</inkml:trace>
  <inkml:trace contextRef="#ctx0" brushRef="#br0" timeOffset="127365.97">28335 10143 0,'0'0'0,"0"0"0,0 0 15,0 0 1,10-9-16,18 0 15,9-10 1,20 1-16,27-10 16,1 10-1,-10-1-15,-9 10 16,-19 9-16,-9 0 16,-19 9-1,0 1-15,-10 8 16,-9 10-1,-28 9-15,-29 27 16,-9-8 0,1-1-16,8-9 15,1-9-15,9-9 16,18-10 0,11-8-16,8-1 15,10-9 1,0 0-16,38 0 15,56 0-15,28 0 16,-18 9 0,-20 9-16,-27 1 15,-20-1 1,-18 1-16,-9 8 16,-10 1-1,-19 9-15,-38 28 16,-8-1-16,-20-8 15,0-10 1,1-9-16,8-10 16,1-8-1,28-10-15,9-9 16,10-9 0,9 0-16,10-10 15,18-8-15,-9 27 16</inkml:trace>
  <inkml:trace contextRef="#ctx0" brushRef="#br0" timeOffset="127870.2">29850 9894 0,'0'0'0,"-10"0"0,-9 9 15,-18 10 1,-20 18-16,1 9 15,0 0 1,-1 0-16,10-9 16,19-18-1,18-1-15,1-9 16,9 1-16,19-1 16,18 9-1,39 10-15,27 9 16,-9 0-1,-18 0-15,-29 0 16,-19 0 0,-19-1-16,-9 11 15,-28 8-15,-38 10 16,-19-10 0,10-18-16,-19-19 15,28-27 1,66 9-16</inkml:trace>
  <inkml:trace contextRef="#ctx0" brushRef="#br0" timeOffset="128115.93">29897 10023 0,'0'0'16,"9"-9"-16,29-9 16,28-10-1,18 0-15,20-9 16,-20 10-16,1-1 16,-10 0-1,-75 28-15</inkml:trace>
  <inkml:trace contextRef="#ctx0" brushRef="#br0" timeOffset="128359.01">30790 10448 0,'0'0'0,"0"0"15,0 0 1,0 0-16,0 0 16,0 0-16,0 0 15</inkml:trace>
  <inkml:trace contextRef="#ctx0" brushRef="#br0" timeOffset="128784.75">31505 9737 0,'0'0'16,"0"10"-16,0 8 16,0 19-1,0 0-15,-9 18 16,-10 10 0,-9 18-16,-10-9 15,10 0-15,0-10 16,0-18-1,9-18-15,9 0 16,10-10 0,0 1-16,0-10 15,10 9-15,27 1 16,39-1 0,18 1-16,0-1 15,-9-9 1,9-9-16,0 0 15,-19-9 1,-9-19-16,-66 28 16</inkml:trace>
  <inkml:trace contextRef="#ctx0" brushRef="#br0" timeOffset="129000.23">31759 9922 0,'0'0'0,"0"28"0,0 27 16,0 37-1,0 28-15,0 0 16,10 46 0,-10-9-16,0 9 15,0-36-15,0-130 16</inkml:trace>
  <inkml:trace contextRef="#ctx0" brushRef="#br0" timeOffset="129516.58">27884 12432 0,'141'-55'0,"235"-65"16,10 9-1,18-27-15,-56 27 16,-9 19 0,-29 9-16,-56 18 15,-47 19-15,-66 18 16,-46 19 0,-39 9-16,-28 0 15,-28 0 1,-19 18-16,-94 29 15,113-47 1</inkml:trace>
  <inkml:trace contextRef="#ctx0" brushRef="#br0" timeOffset="129882.56">26190 13097 0,'-9'0'0,"-1"0"16,1 0-1,9 0-15,9 0 16,57 0-16,141-28 16,85-36-1,65-38-15,20 1 16,-1-1-1,10-9-15,-1 19 16,1-19 0,-10 19-16,-28 18 15,-18 19-15,-48 18 16,10 9 0,-86 10-16,-17 8 15,-67 10 1,-28-9-16,-94 9 15</inkml:trace>
  <inkml:trace contextRef="#ctx0" brushRef="#br0" timeOffset="130049.29">30809 11888 0,'0'0'15,"-9"0"-15,-1 0 16,-8 0-16,-20 18 15,-47 56 1,-28 55-16,113-129 16</inkml:trace>
  <inkml:trace contextRef="#ctx0" brushRef="#br0" timeOffset="-163145.02">12380 13041 0,'0'0'0,"0"0"16,19 0-16,19 0 15,18-9 1,19 0-16,19-9 16,19-10-1,10-9-15,8 0 16,1-9-16,9 0 16,10 0-1,-1 9-15,-9 0 16,0 0-1,-18 9-15,-20 10 16,1-10 0,-10 0-16,-19 10 15,-19-1-15,-18 10 16,-10 0 0,-18 0-16,-10 9 15</inkml:trace>
  <inkml:trace contextRef="#ctx0" brushRef="#br0" timeOffset="-162694.68">12578 13152 0,'0'0'0,"0"0"16,0 0-16,0 0 16,0 0-1,19 0-15,18-9 16,29 0-1,28-10-15,28-8 16,19-1-16,1-9 16,18 0-1,-1-9-15,-8 0 16,9 0 0,-28 9-16,-20 0 15,-17 9 1,-11 0-16,-9 1 15,-18 8-15,-10 10 16,-9 9 0,-38 0-16</inkml:trace>
  <inkml:trace contextRef="#ctx0" brushRef="#br0" timeOffset="-129723.95">19445 12395 0,'0'0'0,"28"0"15,48-9-15,18 0 16,9 9 0,19 0-16,10 0 15,0 0-15,28 0 16,0 0 0,9-9-16,29 0 15,-1-10 1,1 1-16,-10 8 15,9-8 1,1-1-16,-10 1 16,28 0-1,-27 8-15,18-8 16,0 9-16,-10-1 16,-9 1-1,10 0-15,-29 0 16,0-1-16,-27-8 15,-11 0 1,-27 8-16,-1-8 16,-27 9-1,-20-1-15,-18 1 16,-10 9 0,-19 0-16,1 0 15,-10 0-15,-10 0 16,-46 0-1,-76 0-15,132 0 16</inkml:trace>
  <inkml:trace contextRef="#ctx0" brushRef="#br0" timeOffset="-129210.65">19915 12783 0,'0'0'15,"0"0"-15,0 0 16,0 0-1,0 0-15,10-9 16,28 0-16,37-10 16,47-9-1,10 10-15,37-10 16,0 10 0,10-1-16,0 1 15,37 9-15,-37-1 16,28 10-1,-9-9-15,18 9 16,-19 0 0,1 0-16,-10 0 15,0-9 1,-18 0-16,-29 0 16,-10-1-16,-18 1 15,-28-9 1,-10 8-16,-18 1 15,-10 0 1,-10 9-16,-37 0 16</inkml:trace>
  <inkml:trace contextRef="#ctx0" brushRef="#br0" timeOffset="-78120.94">3189 8768 0,'0'0'0,"0"0"16,0 0-16,0 9 15,0 19-15,10 18 16,8 19 0,1 27-16,9 28 15,10 28 1,0-1-16,-1 29 16,-9 27-1,-9 18-15,0 1 16,19 36-16,-19-27 15,9 18 1,-9-27-16,-1-28 16,1-28-1,0-46-15,-10-28 16,1-27-16,-10-19 16,-10-19-1,-8-8-15,-1-10 16,19-9-1</inkml:trace>
  <inkml:trace contextRef="#ctx0" brushRef="#br0" timeOffset="-77643.11">3057 11362 0,'0'0'0,"0"0"16,0 0-16,10 9 15,9 9 1,9 19-16,9 9 16,1 10-16,0 8 15,-1 1 1,1-10-16,0-8 15,-10-1 1,0-9-16,-9-10 16,9-8-1,-9-10-15,0-9 16,0-9-16,18-19 16,1-18-1,-10-9-15,0-19 16,-9 0-1,-10 9-15,-9 10 16,0 9 0,0 9-16,0 0 15,0 9-15,0 10 16,10-1 0,-1 1-16,-9 18 15</inkml:trace>
</inkml:ink>
</file>

<file path=ppt/ink/ink13.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58:14.535"/>
    </inkml:context>
    <inkml:brush xml:id="br0">
      <inkml:brushProperty name="width" value="0.05292" units="cm"/>
      <inkml:brushProperty name="height" value="0.05292" units="cm"/>
      <inkml:brushProperty name="color" value="#FF0000"/>
    </inkml:brush>
  </inkml:definitions>
  <inkml:trace contextRef="#ctx0" brushRef="#br0">17225 9719 0,'0'0'16,"0"0"-16,0 0 16,0 0-1,0 0-15,0 0 16,0 0-1,9-9-15,10-1 16,19-8-16,-1-1 16,10 10-1,1 0-15,-11 9 16,1 9 0,-10 10-16,0 8 15,0 20-15,1 26 16,-11 1-1,-8 37-15,-1 0 16,10-10 0,0-8-16,9-10 15,0-10 1,1-8-16,8-19 16,1-18-16,-1-10 15,11 1 1,-11-10-16,1-9 15,-19 0 1,-1 9-16,-18 0 16,-9 19-1,-29 28-15,-9 17 16,0 20-16,10-1 16,-1 0-1,19 10-15,0-1 16,19 10-1,0-19-15,10 1 16,-10-19-16,9-1 16,1 1-1,-10-9-15,-10-10 16,1-18 0,-1 0-16,-8 0 15,-1-9 1,-19-1-16,10-8 15,0-10-15,9-18 16,0-10 0,19 19-16</inkml:trace>
  <inkml:trace contextRef="#ctx0" brushRef="#br0" timeOffset="537.11">18702 10485 0,'0'0'16,"0"0"-1,0 0-15,-9 9 16,-20 19-16,-18 27 16,0 10-1,-19 18-15,10-9 16,9 9 0,9-9-16,19-10 15,10-18-15,9 0 16,9-18-1,20-9-15,37-10 16,28-28 0,9-27-16,10-9 15,-28-10 1,-29 10-16,-28 9 16,-9 9-16,-19-9 15,-9 9 1,-20 0-16,-18 0 15,-18 9 1,-11 10-16,1 18 16,9 9-1,29 0-15,8-9 16,20 0-16,9 0 16</inkml:trace>
  <inkml:trace contextRef="#ctx0" brushRef="#br0" timeOffset="866.18">19530 9691 0,'0'0'0,"0"0"16,-10 9-1,-18 38-15,-19 36 16,-9 27 0,-10 29-16,9-10 15,1 0-15,9 10 16,19-10 0,9-18-16,9-10 15,29-18 1,9-18-16,20-19 15,36-28 1,20-27-16,-104 9 16</inkml:trace>
  <inkml:trace contextRef="#ctx0" brushRef="#br0" timeOffset="1374.2">19746 10466 0,'0'0'15,"0"0"-15,0 0 16,0 0 0,10 19-16,-1 18 15,0 9-15,1 0 16,-1 0-1,1-18-15,-10-10 16,0-8 0,0-1-16,0-9 15,0 0 1,0 0-16,0-9 16,9-10-16,0-18 15,1 10 1,-1-1-16,1 0 15,8 0 1,-8 10-16,-1 9 16,1 0-16,8-1 15,1 10 1,0 0-16,0 10 16,9 8-1,0 0-15,10 19 16,9 0-16,-9 0 15,-1-9 1,10-10-16,0-18 16,-47 0-1</inkml:trace>
  <inkml:trace contextRef="#ctx0" brushRef="#br0" timeOffset="1681.5">20386 9866 0,'0'0'0,"0"0"16,19 0 0,18 10-16,20 17 15,27 1 1,10 18-16,1 10 15,-20-1 1,-9 10-16,-19 18 16,-10 9-16,-27 19 15,-10 27 1,-19 10-16,-9 18 16,-19-9-1,-10 64-15</inkml:trace>
  <inkml:trace contextRef="#ctx0" brushRef="#br0" timeOffset="3276.55">17140 13198 0,'0'0'16,"0"0"-16,19 0 16,9 10-1,10 8-15,9 10 16,9 18-16,1 19 16,-19 8-1,-10 29-15,-19 27 16,-18 0-1,-10 28-15,-9-9 16,-1-19 0,1-9-16,19-9 15,18-37 1,1-10-16,8-18 16,11-9-16,18-9 15,0-19 1,19 1-16,-10-10 15,1 0 1,-20 0-16,1 0 16,-10 9-16,-9 9 15,0 10 1,-10 27-16,-18 28 16,-10 10-1,0 17-15,0 1 16,0 18-16,1 1 15,8-10 1,1 18-16,9-9 16,0-9-1,0-9-15,0-10 16,0-8 0,0-10-16,0-9 15,0 0-15,0 18 16,0-9-1,0 0-15,0-9 16,-10 0 0,10-10-16,-9-8 15,0-19-15,-20 9 16,-8-9 0,-20 9-16,-9-9 15,-9-10 1,-10 1-16,1 0 15,18-10-15,19-9 16,19 1 0,-1-10-1,20 0-15,9 0 16,0 0-16</inkml:trace>
  <inkml:trace contextRef="#ctx0" brushRef="#br0" timeOffset="5556.98">18617 14361 0,'0'0'0,"0"0"16,0 0-16,0 0 15,0 0-15,0 0 16,0 0 0,0 0-16,10 0 15,-1 0 1,19-9-16,10-9 16,18-1-16,10-8 15,19-20 1,0 10-16,-1-9 15,-9 9 1,1 0-16,-10 10 16,-1-1-1,-8 0-15,-1 1 16,-9-1-16,0 0 16,-9 1-1,-38 27-15</inkml:trace>
  <inkml:trace contextRef="#ctx0" brushRef="#br0" timeOffset="6822.39">19737 13134 0,'0'0'0,"0"0"15,0 0 1,0 0-16,0 9 16,0 9-1,9 29-15,10 8 16,0 19-16,0 18 16,-1 19-1,1 0-15,0-28 16,0-9-1,0-19-15,-1-18 16,1-19-16,0-8 16,0-10-1,9-10-15,0-8 16,-9-10 0,0 0-16,0 1 15,0-1 1,-10 10-16,0-1 15,1 1-15,-10 18 16,0 0 0,0 0-16,0 0 15,0 0 1,0 9-16,9 9 16,1 10-16,8 0 15,20-10 1,9 1-16,10-10 15,-1-9 1,0-19-16,1-8 16,-1-19-1,-9 9-15,-18 0 16,-11 9-16,-8 10 16,-1-1-1,-9 1-15,-9-1 16,-19 1-1,-10 9-15,-9-1 16,0 10-16,9 0 16,10 0-1,19 0-15,-1 0 16,10 0 0,0 0-16,10 0 15,27 10 1,20-10-16,18-10 15,0-8-15,1-10 16,-1-9 0,-19 10-16,-9-10 15,-19 9 1,-9 10-16,-9-1 16,-1 10-16,-9 9 15,0 0 1,0 0-16,0 0 15,0 0 1,-9 9-16,-1 0 16,10 10-1,0 8-15,10 10 16,9 19-16,9 18 16,0-1-1,0 1-15,0 0 16,-18-19-1,-1-8-15,-9-10 16,10-10 0,-10-8-16,0-10 15,0 0-15,0 0 16,0-9 0,0 0-16,0 0 15,0 0 1,0 0-16</inkml:trace>
  <inkml:trace contextRef="#ctx0" brushRef="#br0" timeOffset="7330.56">21430 13466 0,'0'0'0,"0"0"15,0 0 1,9 19-16,1 8 16,-1 10-1,1 0-15,-10-9 16,0-19-1,0 0-15,0-9 16,0 0-16,-10-9 16,1-19-1,-1-9-15,1 0 16,9-18 0,0 0-16,9-1 15,10 1-15,0 18 16,9 0-1,1 9-15,-1 10 16,0 9 0,10 9-16,-1 9 15,1 19 1,0 27-16,-1 19 16,-9 9-16,-9 9 15,0 1 1,-19-29-16,0-64 15</inkml:trace>
  <inkml:trace contextRef="#ctx0" brushRef="#br0" timeOffset="8040.88">18965 14583 0,'0'0'0,"0"0"16,0 0-16,0 0 16,0 0-1,0 0-15,0 0 16,0 0 0,10 0-16,9-9 15,18-10-15,29-9 16,9 1-1,19-19-15,-18 9 16,8 0 0,-18 0-16,0 0 15,0 0 1,-10 9-16,-18 1 16,-38 27-16</inkml:trace>
  <inkml:trace contextRef="#ctx0" brushRef="#br0" timeOffset="8550.59">19163 13715 0,'0'0'0,"0"0"15,0 0-15,9 0 16,10 9-16,19 1 16,18 8-1,1 1-15,-1-1 16,-9 1-1,0-10-15,0 9 16,0 1 0,0-1-16,-9-9 15,-10 1-15,0-1 16,-9 9 0,0 1-16,0 8 15,-10 10 1,-9 19-16,-9-1 15,-10 1-15,-9 17 16,-10 1 0,10 0-16,-10 18 15,1 1 1,-1 8-16,0 1 16,38-102-1</inkml:trace>
  <inkml:trace contextRef="#ctx0" brushRef="#br0" timeOffset="10550.15">18495 16244 0,'0'0'0,"0"0"16,0 0-1,0 19-15,19 27 16,0 18-1,9 19-15,9 28 16,1 18 0,0-18-16,-10-37 15,0-19-15,-9-18 16,-10-18 0,1-10-16,-10-9 15,0 0 1,9-28-16,1-18 15,-1-18 1,10 8-16,0 1 16,-1-1-1,1 20-15,0 8 16,0 9-16,9 10 16,0 9-1,1 9-15,18 19 16,9 27-1,0 10-15,1-10 16,-19-8-16,-10-20 16,0-8-1,-9-19-15,0 0 16,9-19 0,-9-27-16,-1-18 15,-8-10-15,-10-28 16,0-9-1,-10 10-15,-8 9 16,-1 18 0,0 0-16,0 19 15,10 18 1,-1 9-16,1 9 16,9 19-16</inkml:trace>
  <inkml:trace contextRef="#ctx0" brushRef="#br0" timeOffset="12250">24102 9516 0,'0'0'0,"0"0"15,0 18-15,9 28 16,10 28 0,0 9-16,0 10 15,-1-1 1,1-18-16,-9-19 16,-1-9-1,-9-18-15,0-10 16,0-18-16,0 0 15,0 0 1,0-9-16,-9-19 16,-1-18-1,1-9-15,-1-10 16,10 1-16,0-1 16,10 1-1,9 8-15,-1 10 16,11 0-1,-1 18-15,10 0 16,-1 10 0,1 18-16,9 0 15,0 9-15,9 19 16,-9 9 0,0 18-16,-9 19 15,-10 0 1,-9-19-16,-10 1 15,1-19-15,-1-19 16,1-9 0,-10-9-16</inkml:trace>
  <inkml:trace contextRef="#ctx0" brushRef="#br0" timeOffset="12522.54">25447 9239 0,'0'0'15,"0"0"-15,0 9 16,0 28-1,0 18-15,0 28 16,9 19-16,1-10 16,-1-18-1,10-28-15,-19-46 16</inkml:trace>
  <inkml:trace contextRef="#ctx0" brushRef="#br0" timeOffset="12787.51">25165 9663 0,'0'0'16,"9"-9"-16,19 0 15,29-9 1,9-1-16,28 1 16,19-10-1,-19 9-15,9-8 16,-18-19-16,-85 46 16</inkml:trace>
  <inkml:trace contextRef="#ctx0" brushRef="#br0" timeOffset="13506.5">26284 9017 0,'0'0'0,"0"0"16,0 0-16,0 10 15,10 27 1,9 27-16,-1 28 16,11 1-16,-11-19 15,1-19 1,0-27-16,-10-1 15,1-17 1,-1-10-16,10-10 16,0-8-1,9-28-15,-9 0 16,0-1-16,0 1 16,-1 19-1,-8-1-15,-1 9 16,1 10-1,-1 0-15,10 9 16,0 9-16,9 0 16,0 10-1,0 9-15,0-1 16,10 10 0,-10-9-16,1 0 15,8-1-15,-9-8 16,1-10-1,-11 0-15,11-9 16,-11 0 0,-8 0-16,-1 0 15,1-9 1,-1 0-16,1-19 16,-1-27-16,0-28 15,-9-10 1,0-17-16,-9 17 15,9 19 1,0 19-16,-9 18 16,9 0-1,0 37-15</inkml:trace>
  <inkml:trace contextRef="#ctx0" brushRef="#br0" timeOffset="15098.68">27921 9387 0,'0'0'0,"0"0"16,-9 9 0,-1 9-16,1 1 15,0-1 1,9-9-16,0 1 15,0-10 1,0 0-16,0 0 16,0-19-16,9-27 15,0-28 1,1-27-16,-1-10 16,10-18-1,-10-1-15,-9 20 16,0 8-1,0 10-15,-9 18 16,0 9-16,-1 10 16,1 18-1,-1 9-15,1 19 16,9 9 0,0 0-16,-9 9 15,-1 10-15,1 27 16,-1 28-1,10 27-15,10 19 16,9 10 0,9-10-16,9-10 15,10 1 1,-9-46-16,0-19 16,9-18-16,9-19 15,1-28 1,8-27-16,-8-9 15,-10-19 1,-19 0-16,-9 0 16,0 10-16,-10 18 15,-9 18 1,0 9-16,0 10 16,0 9-1,0 0-15,0 0 16,-9 9-16,-1 10 15,1 18 1,9 0-16,0 9 16,9 0-1,10-9-15,9-9 16,1-10 0,8-9-16,20-9 15,27-27-15,1-29 16,-19-8-1,-19 8-15,-19-8 16,-9 8 0,-19 10-16,0 9 15,-9 9 1,-20 10-16,-8 9 16,-10 9-16,0 9 15,0 9 1,0 10-16,18-9 15,1-1-15,9 1 16,10-1 0,9-9-16,19 0 15,28 1 1,56-20-16,29-17 16,18-10-1,1-9-15,-38 9 16,-38 0-16,-18 0 15,-20 9 1,-9 10-16,-9 9 16,-9-1-1,-10 10-15,0 0 16,0 0 0,-19 0-16,0 0 15,-9 10-15,0-1 16,9 0-1,0 0-15,10 1 16,-1-1 0,1 0-16,9 0 15,0 10-15,0 8 16,9 29 0,10 18-16,9 27 15,0 19 1,1 9-16,-11 1 15,1-20 1,-9 1-16,-10-19 16,0-27-16,-10-28 15,1-9 1,-1-10-16,1 0 16,-10-8-1,0-10-15,-9-10 16,0-8-1,0-19-15,28 37 16</inkml:trace>
  <inkml:trace contextRef="#ctx0" brushRef="#br0" timeOffset="15698.22">30066 8473 0,'0'0'0,"0"0"16,0 0-16,0 9 15,0 19 1,0 9-16,9 18 15,-9 10 1,0-1-16,0-18 16,0-18-16,0-9 15,0-1 1,0-18-16,0 0 16,0 0-1,10-18-15,-1-10 16,10-9-16,0-9 15,9-10 1,10-8-16,-1 8 16,1 1-1,0 9-15,-10 18 16,-9 10-16,9-1 16,-9 10-1,0 9-15,-1 9 16,11 10-1,-11 8-15,11 20 16,-1 8 0,0 0-16,-9 1 15,0-19-15,0-10 16,-1-8 0,1-10-16,9-9 15,19-28 1,-47 28-16</inkml:trace>
  <inkml:trace contextRef="#ctx0" brushRef="#br0" timeOffset="16920.8">25221 12386 0,'0'0'0,"-9"-9"16,-1-9-16,1-10 16,0-9-1,-1-9-15,10 0 16,10-1-1,8 11-15,1 8 16,9 0 0,1 10-16,-1 8 15,10 10-15,9 0 16,18 10 0,1-10-16,0 0 15,0-10-15,0-8 16,0-10-1,-10-9-15,-9 0 16,-19 1 0,1-1-16,-20 9 15,0 0 1,-9 1-16,-9-1 16,9 28-16</inkml:trace>
  <inkml:trace contextRef="#ctx0" brushRef="#br0" timeOffset="17165.8">25428 12903 0,'0'0'0,"0"0"0,0 0 15,19-9 1,37-28-16,29-9 16,28-19-1,-9 1-15,-1-20 16,0-8 0,-103 92-16</inkml:trace>
  <inkml:trace contextRef="#ctx0" brushRef="#br0" timeOffset="17668.88">26773 11159 0,'0'0'0,"-18"18"16,-11 28-16,-8 28 16,-10 37-16,19 0 15,9-1 1,9 1-16,29-9 16,9-29-1,10-17-15,9-19 16,0-19-16,10-18 15,18-27 1,9-29-16,-8-18 16,-10-9-1,-19-9-15,-19 9 16,-9 0 0,-19 0-16,-10 0 15,-18 9-15,-10 9 16,-9 10-1,0 18-15,10 18 16,-10 10 0,9 18-16,10 10 15,0-1-15,18 1 16,10-10 0,0-9-16</inkml:trace>
  <inkml:trace contextRef="#ctx0" brushRef="#br0" timeOffset="17983.91">27996 10466 0,'0'0'16,"-18"19"-16,-20 27 15,-9 28 1,0 27-16,-10 19 16,10 28-1,10 0-15,18-1 16,10-8-16,18-1 16,19-8-1,29-29-15,18-9 16,19-18-1,28-37-15,10-28 16,-132-9 0</inkml:trace>
  <inkml:trace contextRef="#ctx0" brushRef="#br0" timeOffset="18700.34">28504 10983 0,'0'0'0,"0"0"16,0 10-1,-9 26-15,0 29 16,18 9-16,10 27 15,0 1 1,9-19-16,0-18 16,-9-28-1,0-19-15,-10-9 16,1-9 0,-1-9-16,10 0 15,0-19-15,-10 0 16,10-9-1,0-9-15,-1 0 16,1 0 0,0 0-16,0 9 15,-10 9-15,1 10 16,-1 9 0,1-1-16,-1 10 15,10 10 1,9 8-16,0 0 15,10 10 1,9 9-16,9 0 16,1-19-16,-1-8 15,1-10 1,-1-10-16,-9-8 16,-9 0-1,-1-10-15,-8-9 16,-11-9-16,-8 0 15,-1-10 1,-9 10-16,-9 0 16,-1 9-1,-8 0-15,8 9 16,-9 1 0,10 8-16,0 1 15,9-10-15,0 28 16</inkml:trace>
  <inkml:trace contextRef="#ctx0" brushRef="#br0" timeOffset="19932.29">29981 9839 0,'0'0'0,"0"0"16,0 0-16,0 0 15,0 0 1,-9 18-16,0 28 15,-1 28 1,1 19-16,-10 17 16,10 1-1,-10 18-15,0 10 16,10-10-16,9 0 16,9 0-1,10-27-15,9-28 16,0-28-1,0-18-15,10-19 16,9-28 0,0-27-16,-9-9 15,-10-10-15,-9 1 16,0 8 0,-1 10-16,-8 18 15,-1 10 1,-9 9-16,0 9 15,0 0-15,0 0 16,0 0 0,0 9-16,0 9 15,0 10 1,10 9-16,8 0 16,11 0-1,8-9-15,20-19 16,9-9-16,9-28 15,-9 0 1,-19-9-16,-10 1 16,-8 8-1,-20 0-15,0-9 16,-18 10-16,-10-10 16,-9 9-1,-19 0-15,0 10 16,0 9-1,0 9-15,9 0 16,19 0 0,10 0-16,0 9 15,9-9-15,9 9 16,10 0 0,37-9-16,29-9 15,9-9 1,0-19-16,10-10 15,-10 1-15,-29 9 16,-18 10 0,-18 8-16,-10 10 15,-10 0 1,-9 9-16,-9 0 16,-10 0-1,-19 9-15,0 10 16,10-1-16,0 0 15,9 10 1,10 0-16,9 27 16,9 10-1,10 18-15,19 28 16,9 18 0,-10-9-16,1 18 15,-10-18-15,-18-18 16,-10-19-1,-10-19-15,-9-8 16,1-10 0,-1-18-16,0-10 15,-9-9-15,9-9 16,0-18 0,0-28-16,19 46 15</inkml:trace>
  <inkml:trace contextRef="#ctx0" brushRef="#br0" timeOffset="20432.03">31543 10494 0,'0'0'16,"0"0"-16,0 19 16,9 17-16,1 20 15,-1 8 1,1 1-16,-10-10 16,0-27-1,0-9-15,0-10 16,0-9-1,0 0-15,9-9 16,10-28-16,0-28 16,0-18-1,9 0-15,0 9 16,0 10 0,0 17-16,-9 10 15,0 10 1,9 8-16,0 10 15,1 9-15,-1 9 16,0 19 0,0 18-16,1 10 15,-1 8 1,0-9-16,-9-27 16,9-9-16,-28-19 15</inkml:trace>
  <inkml:trace contextRef="#ctx0" brushRef="#br0" timeOffset="20782.78">32023 9562 0,'0'0'0,"28"9"16,28 10-16,29 18 16,19 27-1,-1 19-15,-18 9 16,-10 19 0,-28 9-16,-19 0 15,-28 9 1,-9 1-16,-10-20 15,-19-8-15,1-10 16,-10-18 0,-19 0-16,0-9 15,-28 8 1,-9-17-16,103-56 16</inkml:trace>
  <inkml:trace contextRef="#ctx0" brushRef="#br0" timeOffset="21350.5">26792 13623 0,'0'0'0,"29"-18"16,74-29-1,66-17-15,67-29 16,-1 1 0,47-28-16,28 9 15,10-18 1,28-18-16,-28 17 16,-28-8-16,-1-1 15,-27 38 1,-48 18-16,-9 0 15,-28 18 1,-47 10-16,-38 18 16,-38 18-1,-28 10-15,-9 9 16,-19 0-16,-19 9 16,-65 38-1,-114 36-15,-37 9 16,-47 28-1,-1 0-15,67-37 16</inkml:trace>
  <inkml:trace contextRef="#ctx0" brushRef="#br0" timeOffset="21682.38">27789 13558 0,'-18'19'0,"-20"9"15,10-10-15,9 0 16,19-18-1,0 0-15,56-18 16,114-65 0,74-28-16,39-27 15,8 8-15,-18 20 16,37-29 0,-46 19-16,-1 19 15,1 8 1,-48 1-16,0 9 15,-37 19 1,-9 8-16,-48 19 16,-19 10-16,-37 8 15,-28 10 1,-10 0-16,-9-1 16,-19 10-1,0 0-15</inkml:trace>
</inkml:ink>
</file>

<file path=ppt/ink/ink14.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52:35.987"/>
    </inkml:context>
    <inkml:brush xml:id="br0">
      <inkml:brushProperty name="width" value="0.05292" units="cm"/>
      <inkml:brushProperty name="height" value="0.05292" units="cm"/>
      <inkml:brushProperty name="color" value="#FF0000"/>
    </inkml:brush>
  </inkml:definitions>
  <inkml:trace contextRef="#ctx0" brushRef="#br0">5753 7440 0,'0'0'16,"0"0"-16,0 0 16,0 0-1,0 0-15,0 0 16,0 0-16,0 0 16,0 0-1,0 0-15,0 5 16,0 6-1,0 11-15,0 22 16,0 11 0,0 12-16,0-1 15,0 11-15,0-5 16,0-17 0,6-11-16,-1-16 15,1-17 1,-6-11-16</inkml:trace>
  <inkml:trace contextRef="#ctx0" brushRef="#br0" timeOffset="647.66">6074 7550 0,'0'0'0,"0"0"16,0 0-1,0 0-15,0 0 16,0 0-1,0 5-15,0 1 16,0 5-16,0 0 16,0 5-1,0 6-15,0 1 16,0 10 0,6 0-16,5 5 15,0 1-15,6-6 16,0-5-1,5-6-15,-5-6 16,6-4 0,5-12-16,0-6 15,0-5 1,0-6-16,-6 1 16,-4-1-1,-1-5-15,-6 5 16,-6 1-16,1 0 15,-6-1 1,-6-5-16,-5 0 16,-6 0-1,-6-6-15,-10 6 16,5 6-16,-6 10 16,6 6-1,6 6-15,-7 4 16,12 7-1,6 0-15,11-17 16</inkml:trace>
  <inkml:trace contextRef="#ctx0" brushRef="#br0" timeOffset="1458.27">7086 7384 0,'0'0'0,"0"0"15,6-5-15,11-1 16,5 1-1,12-6-15,5 0 16,1-1-16,-6 7 16,-1 5-1,-10 0-15,-12 0 16,-5 5 0,-1 7-16,-5 4 15,-17 12-15,-5 5 16,-1 0-1,1 0-15,5-5 16,6-11 0,5-1-16,1-5 15,5-6 1,0 1-16,5-1 16,12 1-16,17 0 15,11-1 1,0 0-16,0 1 15,-6 5 1,-5 0-16,-12 0 16,1 6-16,-12-1 15,-5 1 1,-6 5-16,-6 0 16,-5 6-1,-6-6-15,-6 5 16,-5-5-1,-5 0-15,-1-5 16,-6-6 0,7-6-16,-1-5 15,-5 0-15,-6 0 16,45 0 0</inkml:trace>
  <inkml:trace contextRef="#ctx0" brushRef="#br0" timeOffset="2430.38">4449 7721 0,'0'0'0,"0"0"16,0 0-16,-6-6 15,0 1-15,1 0 16,-1-1 0,0 6-16,-5 0 15,-12 0 1,1 6-16,-6 4 16,0 12-1,-6 6-15,1 11 16,4 5-16,7 0 15,5-5 1,11-12-16,6 7 16,6-12-1,-1-12-15,1 1 16,6-5-16,10-12 16,12-10-1,-1-6-15,-5-6 16,-11 6-1,-5 0-15,-1 0 16,-6 0 0,1 0-16,0 5 15,0 6-15,-6 6 16,5-1 0,0 1-16,-5 5 15,6 0 1,0 5-16,11 6 15,5 22 1,6 11-16,0 11 16,7 12-16,-35-67 15</inkml:trace>
  <inkml:trace contextRef="#ctx0" brushRef="#br0" timeOffset="3201.19">4392 8549 0,'0'0'0,"0"0"16,0 5-1,6 17-15,0 22 16,-1 6 0,1 5-16,-1 0 15,-5 1 1,0-7-16,-5-10 16,-1-11-16,6-12 15,0-5 1,0 0-16,0-6 15,0-5 1,0 0-16,0 0 16,6-5-1,5-6-15,0-6 16,6 1 0,6 0-16,5-1 15,0 0-15,0 12 16,-5-1-1,-1 6-15,-5 0 16,-6 6-16,0-1 16,1 6-1,-7 6-15,1-6 16,-6 6 0,-6-1-16,1 1 15,-7-1 1,-4 0-16,-7 1 15,1-6-15,-1 0 16,6-5 0,1-1-16,-7 1 15,6-1 1,17-5-16</inkml:trace>
  <inkml:trace contextRef="#ctx0" brushRef="#br0" timeOffset="3810.16">4662 9746 0,'0'0'0,"0"0"16,0 0-16,-5 0 15,-1 0 1,-11 0-16,0 6 16,-11 10-16,0 0 15,0 7 1,5-1-16,6 0 15,1 0 1,4 0-16,7 6 16,5-1-16,5 1 15,7-1 1,10-5-16,7-5 16,9-6-1,8-5-15,4-6 16,1-6-16,0-5 15,5-11 1,5-6-16,-4 1 16,-12-1-1,-45 28-15</inkml:trace>
  <inkml:trace contextRef="#ctx0" brushRef="#br0" timeOffset="4574.35">5860 8493 0,'0'0'0,"0"0"15,0 0 1,0 0-16,6 6 16,0 10-16,-1 6 15,-5 17 1,0 5-16,0 6 15,0-6 1,0-11-16,0-5 16,6-12-1,-6-10-15,0-6 16</inkml:trace>
  <inkml:trace contextRef="#ctx0" brushRef="#br0" timeOffset="5013.17">6158 8433 0,'0'0'16,"0"0"-16,0 0 15,-5 5 1,-1 6-16,-5 6 15,-1 5-15,7 0 16,-1-5 0,6-1-16,0 0 15,6-4 1,-1-1-16,12 0 16,0-6-16,12 1 15,-1-1 1,5 6-16,-10 0 15,-1 1 1,-5-2-16,-5 2 16,-7 4-1,0 6-15,-5 0 16,-10 6-16,-2-1 16,-5 1-1,0 0-15,1-18 16,-1-4-1,17-6-15</inkml:trace>
  <inkml:trace contextRef="#ctx0" brushRef="#br0" timeOffset="5245.92">6147 8466 0,'0'0'15,"0"0"-15,0 0 16,0 0 0,11 0-16,6 0 15,11-6 1,12 1-16,5-7 16,5-4-1,12 0-15,-6-1 16,-56 17-16</inkml:trace>
  <inkml:trace contextRef="#ctx0" brushRef="#br0" timeOffset="5879.53">7446 8333 0,'0'0'0,"0"0"15,0 6 1,-5 11-16,-1 10 15,-11 17 1,-6 1-16,1-2 16,-6-4-16,0 0 15,5-12 1,12-10-16,0-6 16,5-6-1,1 1-15,-1 0 16,6-6-16,0 0 15,11 0 1,12 0-16,16 0 16,-5 0-1,5-6-15,1 0 16,-12 6 0,-6-5-16,1 0 15,-6-1-15,-6 0 16,-11 6-1</inkml:trace>
  <inkml:trace contextRef="#ctx0" brushRef="#br0" timeOffset="6113.29">7356 8493 0,'0'0'0,"0"0"15,0 0 1,0 6-16,0 10 16,6 18-16,5 10 15,1 16 1,-2-10-16,-4 6 16,6-1-1,-7-11-15,-5-44 16</inkml:trace>
  <inkml:trace contextRef="#ctx0" brushRef="#br0" timeOffset="6956.53">5860 9553 0,'0'0'0,"0"0"16,0 0-16,0 0 16,0 0-1,6-6-15,16-10 16,6-1-16,6 1 16,5-1-1,1 1-15,-18 10 16,1 0-1,-1 6-15,-5 6 16,0 5 0,-6 6-16,1 5 15,-7 5-15,-5 6 16,-5 1 0,-7 4-16,-5 1 15,1-6 1,-7-6-16,1-5 15,-1 0-15,6-5 16,1-6 0,4-5-16,6-1 15,1 1 1,5-6-16,0 0 16,0 0-1,17 5-15,11-5 16,11 0-16,17 0 15,7-5 1,-7-1-16,-6 1 16,-11-6-1,-4 0-15,-2-6 16,-33 17-16</inkml:trace>
  <inkml:trace contextRef="#ctx0" brushRef="#br0" timeOffset="7346.68">6507 9420 0,'0'0'0,"0"0"16,0 0-16,0 0 15,-5 12-15,-1 9 16,0 7-1,-5 11-15,-6 5 16,0-5 0,6-1-16,0-5 15,5-5 1,0-6-16,6 0 16,0-6-16,6-4 15,0-2 1,5 2-16,11-1 15,6-6 1,6-5-16,0 0 16,5-5-1,-11-1-15,-5-5 16,-1 0-16,-10-6 16,-12 17-1</inkml:trace>
  <inkml:trace contextRef="#ctx0" brushRef="#br0" timeOffset="7573.51">6502 9658 0,'0'0'16,"0"0"-16,0 5 15,0 6 1,5 12-16,6 9 15,1 13 1,-1 15-16,6 1 16,0-11-16,-1-11 15,1-12 1,-17-27-16</inkml:trace>
  <inkml:trace contextRef="#ctx0" brushRef="#br0" timeOffset="8206.94">7390 9586 0,'0'0'0,"0"0"16,0 0-1,0 0-15,0 0 16,5 0 0,7-5-16,16-7 15,17-4 1,6-1-16,-1 1 16,-5-6-16,-5 5 15,-7 6 1,-10 0-16,-6 5 15,-6 1 1,-6 5-16,1 0 16,-6 0-16,0 0 15,0 0 1,-6 11-16,-10 11 16,-1 6-1,-6 10-15,1 6 16,-1 1-1,7 4-15,-7 6 16,12-5 0,0 5-16,-1 6 15,6-17-15,6-10 16,0-34 0</inkml:trace>
  <inkml:trace contextRef="#ctx0" brushRef="#br0" timeOffset="9029.77">8751 6573 0,'0'0'0,"0"0"16,0 0-1,0 0-15,0 0 16,6 11 0,5 6-16,6 10 15,0 12 1,-1 5-16,7 0 16,-6 0-1,0-11-15,-6 1 16,0-12-16,-5-11 15,0 0 1,-1-6-16,-5-5 16,0 0-1,6-5-15,5-6 16,0-12-16,6-4 16,0-6-1,0-6-15,-6 0 16,1 1-1,-2 5-15,-4 0 16,-6 33 0</inkml:trace>
  <inkml:trace contextRef="#ctx0" brushRef="#br0" timeOffset="9326.34">9364 6474 0,'0'0'0,"0"0"0,0 6 15,-5 10 1,-1 17-16,0 17 15,1 5 1,-1-6-16,0-4 16,1-18-1,-1-5-15,6-16 16,0-6-16</inkml:trace>
  <inkml:trace contextRef="#ctx0" brushRef="#br0" timeOffset="9594.19">9111 6584 0,'0'0'0,"0"0"15,6-5 1,5-1-16,11-5 15,12 0-15,0 0 16,0 0 0,-1 0-16,-10 5 15,-1 1 1,1 0-16,5 5 16,-28 0-16</inkml:trace>
  <inkml:trace contextRef="#ctx0" brushRef="#br0" timeOffset="9873.94">9190 6987 0,'0'0'0,"0"0"16,6 0-16,10-5 16,12-7-1,1 2-15,10-7 16,6-5 0,-6 0-16,1-1 15,-7-4-15,-33 27 16</inkml:trace>
  <inkml:trace contextRef="#ctx0" brushRef="#br0" timeOffset="10260.34">8830 7257 0,'0'0'0,"16"-5"16,24-6-16,16 0 15,12-6 1,-6 1-16,11-6 16,0 0-1,-11 0-15,-12 5 16,-4 0 0,-7 1-16,-11 5 15,-11 5-15,-12 6 16,-5 0-1</inkml:trace>
  <inkml:trace contextRef="#ctx0" brushRef="#br0" timeOffset="10580.63">8858 7445 0,'0'0'0,"0"0"16,11-5-16,17-7 16,23-4-1,5-6-15,17-6 16,0 0-16,1-4 15,-13 4 1,-4 1-16,-12-2 16,0 8-1,-12-1-15,1 5 16,-34 17 0</inkml:trace>
  <inkml:trace contextRef="#ctx0" brushRef="#br0" timeOffset="12340.42">8988 7699 0,'0'0'0,"0"0"16,0 0-1,0 0-15,5-6 16,0 1-16,7-6 16,-1-6-1,6 1-15,6-1 16,-1 6 0,0 0-16,1 5 15,-6 1 1,0 5-16,-11 0 15,-1 5-15,0 7 16,-5 10 0,-5 0-16,-6 5 15,-6 1 1,0-1-16,6-10 16,5-6-16,0 0 15,1-5 1,-1-1-16,6-5 15,0 0 1,0 0-16,11 0 16,6 0-1,0 0-15,6 0 16,-7 0-16,2 5 16,-7 1-1,0 0-15,-5 5 16,-1 5-1,-10 6-15,-7 11 16,-10 1-16,0-1 16,4-11-1,-4 0-15,5-11 16,6-5 0,11-6-16</inkml:trace>
  <inkml:trace contextRef="#ctx0" brushRef="#br0" timeOffset="12590.8">9544 7804 0,'0'0'0,"0"0"16,0 0-16,0 0 16,0 0-16,0 0 15,0 0 1,0 0-16,0 0 16</inkml:trace>
  <inkml:trace contextRef="#ctx0" brushRef="#br0" timeOffset="13265.5">9713 7522 0,'0'0'0,"0"0"16,0 0 0,0 0-16,0 0 15,6-5 1,5-7-16,6 2 16,11-7-16,0 6 15,0 0 1,-6 5-16,-4 6 15,-8 0 1,-4 6-16,0 5 16,-6 11-1,-12 11-15,-4 6 16,-6 5-16,-1-11 16,6-11-1,6-5-15,5-6 16,0 0-1,6-5-15,0-6 16,0 0-16,12 0 16,10 0-1,12 0-15,-1 0 16,1 0 0,-5 0-16,-1 5 15,-6 0 1,-5 7-16,-6-2 15,0 7-15,-5-1 16,-6 12 0,-6 5-16,-10 0 15,-1-5 1,-11 0-16,-6-1 16,0-5-1,-5-5-15,5-6 16,0-6-16,6 1 15,28-6 1</inkml:trace>
  <inkml:trace contextRef="#ctx0" brushRef="#br0" timeOffset="14340.91">9049 8460 0,'0'0'0,"0"0"16,0 0-1,0 0-15,0 0 16,0 0-1,6-11-15,5-5 16,12-6-16,5-1 16,-6 7-1,1 5-15,-7 0 16,2 5 0,-7 6-16,-6 0 15,1 6 1,0 5-16,-1 11 15,-5 0 1,-5 0-16,-1 0 16,0 1-16,1-2 15,-1-4 1,1-6-16,5-5 16,0-1-1,0 0-15,0 1 16,5 0-16,6-1 15,6 0 1,6 1-16,5 0 16,-6-1-1,1 1-15,-1-1 16,-5 1-16,0 5 16,-6 0-1,-5 5-15,-6 6 16,-6 0-1,-5 1-15,0-1 16,-6 0 0,0-5-16,-6-1 15,1-5-15,0-6 16,-1 1 0,23-6-16</inkml:trace>
  <inkml:trace contextRef="#ctx0" brushRef="#br0" timeOffset="14659.19">9764 8609 0,'0'0'16,"0"0"-16,0 0 16,0 0-1,0 0-15,0 0 16,-6 6-16,0-1 16,1 1-1,-1-1-15,1 1 16,-1-6-1,0 0-15,1 0 16,5 0 0</inkml:trace>
  <inkml:trace contextRef="#ctx0" brushRef="#br0" timeOffset="15157.84">9808 8378 0,'0'0'0,"0"0"16,0 0 0,0 0-16,6 0 15,11 0 1,5-6-16,6 0 15,6 1 1,0-6-16,0 0 16,-6 0-1,0 0-15,-11 5 16,0 1-16,-6-1 16,-6 6-1,1 0-15,0 0 16,0 0-1,-6 0-15,0 6 16,0 5-16,0 11 16,-6 5-1,-6 12-15,2 5 16,-2 11 0,1 0-16,0 6 15,-1-6 1,7-16-16,-1 0 15,1-17-15,5-11 16,0-11 0</inkml:trace>
  <inkml:trace contextRef="#ctx0" brushRef="#br0" timeOffset="15625.63">10388 8284 0,'0'0'0,"0"0"16,0 0-16,0 0 16,-6 5-1,-5 6-15,-6 11 16,-5 6-1,5 0-15,5-12 16,7-5-16,5 0 16,5 0-1,7 0-15,5 0 16,5 0 0,6 1-16,-5-2 15,-1 1 1,-5 0-16,-6 0 15,1 1-15,-7-2 16,-5 7 0,-5 5-16,-7 6 15,-4-1 1,-7 1-16,0-12 16,1-4-16,-1-7 15,1-10 1,22 5-16</inkml:trace>
  <inkml:trace contextRef="#ctx0" brushRef="#br0" timeOffset="15824.21">10388 8284 0,'0'0'16,"11"-6"-1,23-5-15,16-6 16,18-5-16,-6 6 16,0-1-1,-6 1-15,-56 16 16</inkml:trace>
  <inkml:trace contextRef="#ctx0" brushRef="#br0" timeOffset="17384.39">9128 9569 0,'0'0'15,"0"0"-15,0 0 16,0 0 0,0 0-16,0 0 15,0-5 1,0-6-16,0-6 16,5-5-1,1 0-15,5 0 16,7 5-16,-2 1 15,1 5 1,-6 5-16,1 6 16,-7 0-1,6 6-15,-5 11 16,0 5 0,-6 11-16,0 0 15,-6 0-15,0-11 16,6 0-1,0-5-15,0-6 16,6-1 0,5-4-16,6 5 15,0-5 1,11 5-16,0 0 16,1 0-16,-7-6 15,-5 6 1,-6 0-16,0 6 15,-5-1 1,-12 6-16,-5 12 16,-11 4-16,-1 1 15,-11-6 1,6-6-16,0-4 16,6-12-1,5 0-15,0-11 16,0-6-1,17 6-15</inkml:trace>
  <inkml:trace contextRef="#ctx0" brushRef="#br0" timeOffset="17586.47">9640 9746 0,'0'0'0,"0"0"16,0 0 0,0 0-16,5 0 15,-5 0-15,6-6 16,-6 6 0</inkml:trace>
  <inkml:trace contextRef="#ctx0" brushRef="#br0" timeOffset="18007.54">9825 9426 0,'0'0'0,"0"0"16,6 0-16,0 6 16,0-1-1,-1 6-15,0 6 16,1 5-16,-6 11 15,0 0 1,-6 0-16,1-5 16,-6-1-1,5-5-15,0-5 16,6 0-16,0-7 16,0 1-1,6 0-15,0-5 16,5-1-1,6 1-15,5 0 16,6-1 0,6-5-16,-11 0 15,-1 0 1,-5-5-16,0-1 16,-6 0-16,-5 1 15,-6 5 1,0-11-16,0 11 15</inkml:trace>
  <inkml:trace contextRef="#ctx0" brushRef="#br0" timeOffset="18216.24">9887 9559 0,'0'0'0,"0"0"16,0 5-1,6 12-15,5 16 16,6 16-16,0 6 15,-6 1 1,0-7-16,-5-4 16,0-7-1,-1-11-15,1-5 16,-1-10 0,-5-12-16</inkml:trace>
  <inkml:trace contextRef="#ctx0" brushRef="#br0" timeOffset="18726.34">10202 9504 0,'0'0'0,"0"0"0,0 0 16,0 0 0,11-6-16,12-5 15,11-6 1,5 0-16,-5 7 16,-6 4-1,0 1-15,-5 5 16,-6 0-16,-6 5 15,-6 6 1,1 16-16,-12 18 16,-10 16-1,-18 10-15,0-10 16,6-12-16,0-10 16,11-11-1,6-12-15,5-5 16,6-5-1,0-6-15,6 0 16,10 0 0,24-6-16,10-10 15,18-12-15,-1 0 16,-16 12 0,5-6-16,-56 22 15</inkml:trace>
  <inkml:trace contextRef="#ctx0" brushRef="#br0" timeOffset="22361.34">11895 7495 0,'0'0'0,"0"0"15,0 0 1,0 0-16,6 0 15,11 0-15,11-6 16,17-21 0,22-29-16,18-16 15,-7-5 1,-16 0-16,-11 16 16,-18 17-1,-10 11-15,-6 11 16,-11 5-16,-6 12 15,0 5 1,-6 0-16,-11 11 16,-11 11-1,-12 17-15,7-1 16,10-5-16,12-5 16,11-6-1,11 0-15,6 0 16,6 0-1,10 0-15,1 1 16,-6-7 0,-5 0-16,-6 7 15,-12-7-15,1 6 16,-6 1 0,-6-7-16,1 0 15,-1-4 1,6-7-16,0 1 15,0-6-15,0-6 16,11-11 0,17-21-16,6-6 15,11-6 1,-5 11-16,-12 12 16,-6 10-1,-5 6-15,-6 11 16,0 0-1,1 6-15,-1 11 16,0 10-16,1 1 16,-1-6-1,0-6-15,0-5 16,1-5-16,4-1 16,1-5-1,0-5-15,0-6 16,0-6-1,-6 6-15,-5 0 16,-6 0 0,-6 0-16,-5 0 15,-12 0-15,-10 5 16,-1 6 0,6 6-16,5 0 15,23-6 1</inkml:trace>
  <inkml:trace contextRef="#ctx0" brushRef="#br0" timeOffset="22990.49">13110 7180 0,'0'0'16,"6"0"-16,5 0 16,6 6-1,0-1-15,-1 6 16,-4 0-16,-1 6 16,-5 0-1,-6-1-15,0 0 16,0-5-1,0-5-15,0 0 16,0-1 0,0-5-16,0 0 15,0 0-15,0-5 16,6-18 0,16-26-16,17-18 15,-5 1 1,0 0-16,-6 11 15,-6 5-15,-5 12 16,-5 10 0,-7 12-16,0 4 15,-5 7 1,0-1-16,0 6 16,0 0-16,0 0 15,0 6 1,-5 11-16,5 5 15,0 16 1,0 6-16,5 11 16,1 12-1,0-12-15,0-11 16,-1 0-16,1-16 16,-6-12-1,0-4-15,0-12 16</inkml:trace>
  <inkml:trace contextRef="#ctx0" brushRef="#br0" timeOffset="23179.82">13284 7092 0,'0'0'0,"0"0"15,12 0-15,10 0 16,23-6-1,34 1-15,0-6 16,0-6 0,-7-5-16,-72 22 15</inkml:trace>
  <inkml:trace contextRef="#ctx0" brushRef="#br0" timeOffset="23523.78">14105 7114 0,'0'0'0,"0"0"16,0 0-16,0 0 16,0 0-1,0 5-15,0 7 16,0 10 0,0 5-16,0 6 15,-5 6-15,5-12 16,0-10-1,5-6-15,-5-11 16</inkml:trace>
  <inkml:trace contextRef="#ctx0" brushRef="#br0" timeOffset="23734.83">14083 6893 0,'0'0'0,"0"0"16,0 0 0,0 0-16,0 0 15,0 0 1,6-5-16,5-1 16,6-10-1,-17 16-15</inkml:trace>
  <inkml:trace contextRef="#ctx0" brushRef="#br0" timeOffset="25199.8">14263 6650 0,'0'0'0,"0"0"16,6 0-1,5 0-15,0 6 16,1 5 0,-2 5-16,2 12 15,-6-1-15,-1 12 16,-5 5-1,-5 1-15,-1 10 16,6 6 0,0-1-16,0-10 15,6-6 1,4-11-16,2-11 16,11 0-16,-1-5 15,-5-12 1,11-5-16,-6 0 15,1-5 1,0-7-16,-7 2 16,7-7-16,-6 1 15,-6-1 1,0 0-16,-5 7 16,-1-2-1,-5 1-15,0 6 16,0-1-1,0 6-15,0 0 16,0 0-16,0 0 16,-5 6-1,-1 5-15,6 6 16,0-1 0,6 0-16,-1-4 15,7 4-15,4-5 16,1-5-1,6-1-15,0-5 16,5-5 0,0-6-16,-6-6 15,-5 0 1,0-5-16,-6 6 16,1 5-16,-7 5 15,0 1 1,1-1-16,-6 6 15,0 0 1,6 6-16,0 5 16,-1 6-1,1-1-15,0 0 16,-1 1-16,-5-6 16,0 0-1,0-5-15,0-6 16,0 0-1,0 0-15,6-11 16,5-6-16,6-10 16,0-1-1,0 6-15,-6 5 16,0 6 0,1 0-16,-2 6 15,-4 5 1,6 5-16,-2 6 15,2 6-15,-1-1 16,1 7 0,-7-7-16,1-5 15,-1 0 1,-5-5-16,0-1 16,0-5-16,0 0 15,6 0 1,0-5-16,5-12 15,6-10 1,5-1-16,1-5 16,-7 10-1,-4 7-15,-1 5 16,0 0-16,-5 5 16,0 6-1,-1 0-15,6 6 16,1 10-1,5 12-15,5 0 16,0-1 0,1 1-16,5-6 15,6-5-15,11-12 16,0-10 0,11-12-16,-11-10 15,-11-7 1,-12 1-16,-10 0 15,-12 0-15,-6 11 16,-5 6 0,0 4-16,-1 12 15,-5 0 1,1 12-16,-2 4 16,8 17-16,4 0 15,6 6 1,0-6-16,6 6 15,-1-6 1,0-1-16,-5-3 16,0-7-1,-5-6-15,-6-5 16,11-11-16</inkml:trace>
  <inkml:trace contextRef="#ctx0" brushRef="#br0" timeOffset="25428.7">14336 7064 0,'0'0'0,"23"-11"16,50-22-1,51-5-15,22-7 16,11 12 0,-10 0-16,-13 0 15</inkml:trace>
  <inkml:trace contextRef="#ctx0" brushRef="#br0" timeOffset="25959.5">16136 7015 0,'0'0'0,"0"0"16,0 0-1,-6 10-15,1 12 16,-1 12 0,1 10-16,-1-6 15,6-10 1,0-11-16,0-17 16</inkml:trace>
  <inkml:trace contextRef="#ctx0" brushRef="#br0" timeOffset="26160.58">16035 6810 0,'0'0'0,"0"0"16,0 0-1,11 0-15,6 0 16,-17 0 0</inkml:trace>
  <inkml:trace contextRef="#ctx0" brushRef="#br0" timeOffset="26580.83">16473 7247 0,'0'0'0,"0"0"16,0 0-16,0 0 16,0 0-16,0 0 15,0 0 1,0-6-16,0-17 15,-6-15 1,6-17-16,0 0 16,6 10-1,0 7-15,5 11 16,1 10-16,-1 6 16,0 5-1,6 6-15,0 11 16,5 6-1,7 11-15,-7-1 16,-5 1 0,0-1-16,0-5 15,-6-5-15,6-6 16,-17-11 0</inkml:trace>
  <inkml:trace contextRef="#ctx0" brushRef="#br0" timeOffset="27911.98">17502 7092 0,'0'0'16,"0"0"-16,0 0 16,0-6-1,0-10-15,0-1 16,0-5-16,-5-6 15,-6 1 1,-6-1-16,-6 12 16,-5-1-1,-5 12-15,-7 5 16,7 11 0,-1 11-16,0 5 15,11 6-15,7 6 16,10-6-1,6 0-15,6-10 16,5-1 0,6-12-16,11-4 15,11-12 1,6-16-16,-11-11 16,0-11-16,-6-5 15,-5-1 1,-1-5-16,-6-1 15,-4 1 1,-6 6-16,-1 10 16,0 17-16,-5 6 15,0 4 1,0 12-16,0 0 16,0 0-1,-5 12-15,0 10 16,-7 16-1,6 6-15,6 11 16,0 1-16,6-1 16,0 0-1,5-11-15,6-11 16,-6-11 0,6-11-16,0 0 15,0-11 1,5-11-16,12-11 15,-6-11-15,0-11 16,-5 11 0,-6-6-16,-6 6 15,0 5 1,-5 6-16,-6 12 16,0 4-16,0 0 15,0 6 1,-6 0-16,1 0 15,-7 6 1,1 10-16,0 12 16,5 0-1,1 10-15,10 1 16,1-6-16,5 0 16,6-5-1,11-6-15,6-6 16,5-4-1,1-7-15,16-16 16,6-11 0,-12-6-16,-10-5 15,-7 0-15,-10-6 16,-12 1 0,-5 5-16,-6 0 15,-6 11 1,0 5-16,1 6 15,0 5-15,-1 6 16,0 0 0,0 6-16,1 5 15,5 11 1,5 11-16,1 6 16,0 0-16,0-7 15,-1 1 1,0-11-16,-5-5 15,0-6 1,0-5-16,0-6 16</inkml:trace>
  <inkml:trace contextRef="#ctx0" brushRef="#br0" timeOffset="28946.18">18492 6810 0,'0'0'0,"0"0"15,0 0-15,-11 6 16,-11 10-1,-6 1-15,0 0 16,0-1 0,5 1-16,0 5 15,12-6-15,0 7 16,11 4 0,5 1-16,12 4 15,17 2 1,0-12-16,11-6 15,0-10 1,11-17-16,0-11 16,-16-6-16,-7-5 15,-5-6 1,-5 1-16,-6-1 16,-6 6-1,-5 11-15,-6 6 16,-6 4-1,0 7-15,1-1 16,-6 6-16,-1 11 16,-5 11-1,1 6-15,4 0 16,7 5 0,5 6-16,0-12 15,5-5-15,7-6 16,10-4-1,1-7-15,5-10 16,6-7 0,-1-10-16,-5 0 15,0-5 1,-5 5-16,-11 5 16,-1 6-16,-6 6 15,1 5 1,0 0-16,-6 0 15,5 11 1,1 5-16,-1 6 16,-5 0-1,0-5-15,0-1 16,0-10-16,0 0 16,0-6-1,0 0-15,0 0 16,6-6-1,0 0-15,5-10 16,6-6-16,5-5 16,-5-1-1,0 6-15,-6 5 16,1 6 0,-1 5-16,-6 6 15,7 0 1,-1 6-16,0 11 15,0 5-15,6 0 16,0 5 0,6-5-16,-7-11 15,7-5 1,-23-6-16</inkml:trace>
  <inkml:trace contextRef="#ctx0" brushRef="#br0" timeOffset="29716.37">19488 6866 0,'0'0'0,"6"-6"15,-1 0 1,1-4-16,0-2 16,-6 7-16,0-1 15,0 1 1,-6-1-16,-5 6 16,-12 0-1,0 6-15,-5 5 16,6 0-1,-1 5-15,1 6 16,11 1-16,5-1 16,6 0-1,6 0-15,11-11 16,5-5 0,12-6-16,11-12 15,6-10-15,-7-5 16,-4-6-1,-7-11-15,-5-6 16,1-11 0,-12 11-16,0-10 15,-6 4 1,-6 18-16,1 5 16,-6 11-16,0 5 15,-6 12 1,6 5-16,-11 5 15,0 12 1,-6 16-16,0 17 16,6 5-1,-1 6-15,7-1 16,5-21-16,5-1 16,7-10-1,-1-6-15,12-6 16,-1-4-1,6-7-15,0-10 16,0-7-16,1-4 16,-7 0-1,-5-7-15,-6 7 16,1 0 0,-7 10-16,1 0 15,-6 6-15,0 0 16,0 0-1,0 12-15,-6 9 16,6 7 0,0 0-16,6-6 15,5-6 1,0-5-16,6-11 16,-17 0-16</inkml:trace>
  <inkml:trace contextRef="#ctx0" brushRef="#br0" timeOffset="30592.27">19966 6623 0,'0'0'0,"0"0"16,6 0-16,5 5 15,6 6 1,5 6-16,-5 0 16,0 5-1,-6 0-15,-5-6 16,0 1 0,-1-7-16,1 2 15,-6-7-15,5 1 16,-5-6-1,0 0-15,6 0 16,0 0 0,-1 0-16,6-6 15,1 1 1,-6-1-16,-1 6 16,1 0-16,-1 0 15,7 0 1,-1 0-16,6 6 15,5-1 1,12 7-16,0-2 16,5-4-1,6-6-15,0-6 16,-6-10-16,-5-1 16,-12 1-1,-4-1-15,-13 1 16,-5-1-1,-5 6-15,-1 5 16,-6 1-16,7 5 16,-6 5-1,-6 7-15,6 4 16,-1 11 0,7 7-16,10 4 15,7 1-15,4 11 16,2-1-1,-2 6-15,-4-5 16,-7-6 0,-10-5-16,-7 0 15,-4-1 1,-2-4-16,-4-7 16,5-11-16,0-4 15,6-7 1,0-10-16,0-45 15,11-71 1,28-12-16,11 39 16,11 17-1,13 10-15,4 18 16,6 16-16,-73 33 16</inkml:trace>
  <inkml:trace contextRef="#ctx0" brushRef="#br0" timeOffset="31364.28">13453 8146 0,'0'0'16,"-11"11"-16,-11 17 16,-7 10-1,-5 6-15,6 6 16,6 5-1,11-11-15,11-11 16,5-10 0,12-13-16,17-4 15,22-12-15,28-27 16,-5-16 0,-17-1-16,-17 0 15,-17 12 1,-11 4-16,-6 7 15,-11 11-15,-11-1 16,-6 6 0,-17 5-16,-10 12 15,-13 10 1,12 6-16,11 0 16,12 1-1,11-13-15,11-10 16</inkml:trace>
  <inkml:trace contextRef="#ctx0" brushRef="#br0" timeOffset="31766.23">13841 8190 0,'0'0'15,"0"0"-15,6 0 16,11 5-16,0 1 16,5 5-1,0 5-15,-4 1 16,4 5 0,-11-5-16,-5-1 15,0 1 1,-6-1-16,0-5 15,-6 1 1,6-7-16,-6 0 16,6-5-16,0 0 15,0-10 1,6-29-16,16-28 16,12 2-1,5 4-15,7 6 16,-2 5-16,7 11 15,-51 39 1</inkml:trace>
  <inkml:trace contextRef="#ctx0" brushRef="#br0" timeOffset="32763.1">14634 8035 0,'0'0'0,"0"0"16,0 0-1,0 0-15,0 0 16,-6 6-16,-10 0 16,-7-1-1,-10 0-15,-12 1 16,-1 0 0,-4 4-16,5 7 15,11 5 1,6 0-16,5 0 15,7 1-15,10-7 16,6-5 0,12 0-16,4 0 15,18-5 1,22-18-16,11-15 16,7-12-16,-12-10 15,-12-1 1,-10 1-16,-7-7 15,-5 1 1,-5 0-16,-12 16 16,0 12-1,-5 5-15,-6 5 16,0 11-16,0 6 16,0 0-1,-6 0-15,-5 6 16,-6 16-1,0 17-15,1 10 16,4 6 0,7 0-16,10-4 15,1-2-15,5-10 16,6-6 0,6-11-16,5-6 15,0-10 1,6-6-16,-1-6 15,1-10-15,-6-6 16,-5 0 0,-12 5-16,0-5 15,-5 5 1,0 7-16,-6 4 16,0 6-16,0 0 15,0 0 1,-6 6-16,0 10 15,0 12 1,6-6-16,6 0 16,6-6-1,10-5-15,17-5 16,12-17-16,5-17 16,-5-5-1,-12 0-15,-5 0 16,-6 5-1,-11 12-15,-6 5 16,-5 5 0,-6 6-16,0 0 15,0 6-15,-6 11 16,0 10 0,-4 11-16,4 7 15,6-12 1,6-11-16,4-6 15,-10-16-15</inkml:trace>
  <inkml:trace contextRef="#ctx0" brushRef="#br0" timeOffset="33574.35">15962 7876 0,'0'0'16,"0"0"-16,0 0 15,0 0 1,0 0-16,0 5 16,-6 6-1,0 5-15,-5 1 16,6 0-1,-1-1-15,6-5 16,0 0-16,6 1 16,-1-7-1,12 0-15,5 1 16,1-6 0,-6 0-16,-6-6 15,1 1-15,-2-6 16,-4-6-1,0-10-15,-6-7 16,-6-10 0,0 6-16,1-6 15,5 5 1,5 6-16,7 5 16,4 6-16,7 6 15,5 10 1,6 12-16,0 16 15,5 17 1,-5 26-16,-17 13 16,-12 10-1,-5 11-15,-16 1 16,-2-7-16,8-10 16,4-22-1,6-6-15,6-22 16,4-11-1,8-5-15,4-17 16,17-11 0,6-17-16,11-27 15,-16 0-15,-6 0 16,-12 0 0,-11 0-16,-11 10 15,-5 18 1,-12 5-16,-5 10 15,-18 7-15,-11 16 16,-10 17 0,16-1-16,11 6 15,12-5 1,22-28-16</inkml:trace>
  <inkml:trace contextRef="#ctx0" brushRef="#br0" timeOffset="34148.53">17373 7765 0,'0'0'0,"0"0"16,0 0-16,0 0 15,0 0-15,0 0 16,0 0-1,6 5-15,0 7 16,-1 4 0,6 12-16,1 5 15,-1 6 1,0-6-16,0-6 16,1-5-16,-1-5 15,-6-6 1,1 0-16,6-6 15,-7 1 1,0-6-16,1 0 16,0 0-16,5-6 15,0-4 1,1-12-16,5-17 16,-6-11-1,0 0-15,0 6 16,6 0-1,0 6-15,-17 38 16</inkml:trace>
  <inkml:trace contextRef="#ctx0" brushRef="#br0" timeOffset="34460.75">18121 7710 0,'0'0'0,"0"0"16,0 0 0,0 5-16,0 7 15,0 4 1,-5 11-16,-1 12 15,0 11 1,1-11-16,5-1 16,-6-16-16,6-5 15,0-12 1,0-5-16,0 0 16</inkml:trace>
  <inkml:trace contextRef="#ctx0" brushRef="#br0" timeOffset="34728.01">17840 7737 0,'0'0'0,"0"0"0,0 0 16,12 0-1,10-5-15,17 0 16,17-7-1,12 2 1,-1-2-16,-4 1 16,-19 0-16,-4 0 15,-12 6 1,-6-1-16,-5 6 16,0 0-16,-17 0 15</inkml:trace>
  <inkml:trace contextRef="#ctx0" brushRef="#br0" timeOffset="34976.25">18037 8173 0,'0'0'16,"0"0"-16,0 0 15,0 0 1,0 0-16,11-5 16,6-6-1,22-11-15,12 0 16,11-6 0,5 0-16,-67 28 15</inkml:trace>
  <inkml:trace contextRef="#ctx0" brushRef="#br0" timeOffset="39913.04">16619 8626 0,'0'0'16,"0"0"-16,0 0 16,6-6-16,-6 6 15,6-5-15,-6 5 16,0 0 0,0 0-16,0 0 15,0 0 1,0 0-16,0 0 15,6 5 1,-1 12-16,1 16 16,-1 5-16,-5 7 15,0 10 1,0 0-16,0 0 16,0-11-1,0 1-15,0-18 16,0-5-1,0-5-15,0-6 16,0 0-16,0-5 16,0-1-1,0-5-15,0 0 16,0 0 0,0 0-16,0 0 15,0-5-15,6-7 16,0-4-1,5-6-15,6 0 16,11-6 0,11 6-16,1 0 15,-1 5 1,0 7-16,1 10 16,-6 0-16,-6 5 15,-6 6 1,-5 0-16,0 0 15,-6 6 1,-11-1-16,-6 0 16,-5 7-16,-11 4 15,-6 1 1,-6 0-16,0-6 16,-5-6-1,5-5-15,6-5 16,6-1-1,-1-5-15,6 0 16,6-5-16,11 5 16</inkml:trace>
  <inkml:trace contextRef="#ctx0" brushRef="#br0" timeOffset="40247.21">17446 9095 0,'0'0'15,"0"0"-15,0 0 16,0 0 0,-5 11-16,-12 11 15,-11 17 1,-6 5-16,-11 5 16,6 1-1,-1 0-15,7-12 16,33-38-16</inkml:trace>
  <inkml:trace contextRef="#ctx0" brushRef="#br0" timeOffset="40958.68">18161 8814 0,'0'0'0,"0"0"16,0 0-16,0 0 15,0 0 1,0 0-16,0 0 16,0 0-1,0 0-15,-12 0 16,-4-6-1,-13 6-15,-4 6 16,-7 4-16,6 2 16,-5 10-1,5 5-15,6 12 16,12-6 0,4 0-16,7 0 15,5-5 1,11-6-16,6-6 15,5 1-15,12-6 16,11-5 0,6-6-16,-6-6 15,0 0 1,-11 1-16,-34 5 16</inkml:trace>
  <inkml:trace contextRef="#ctx0" brushRef="#br0" timeOffset="41196.18">18667 9188 0,'0'0'16,"-6"6"-16,-5 5 15,-17 17 1,-11 11-16,-7-7 16,1 2-1,1-7-15,44-27 16</inkml:trace>
  <inkml:trace contextRef="#ctx0" brushRef="#br0" timeOffset="42030.67">19432 8819 0,'0'0'16,"0"0"-16,0 0 15,0 0 1,0 0-16,0 0 16,0 0-1,0-5-15,0-7 16,-6 1-1,-5-11-15,0 0 16,-1 0-16,-5-5 16,1 10-1,-7 1-15,1 4 16,-1 2-16,0 4 16,-5 6-1,0 11-15,6 0 16,-6 11-1,0 5-15,5 7 16,6 4 0,6 6-16,6 1 15,-1-1-15,12-5 16,-1-12 0,6-5-16,6 0 15,11-5 1,0-12-16,6-5 15,0-5 1,-6-6-16,-5-6 16,5-5-16,0-6 15,-6 1 1,1-1-16,-6 6 16,-6 6-1,-6 5-15,1 5 16,0 0-16,-6 6 15,0 0 1,0 0-16,0 0 16,0 0-1,0 6-15,0 11 16,0 5 0,6 5-16,-1 7 15,6-1-15,12-6 16,5 1-1,11-6-15,1-11 16,-40-11 0</inkml:trace>
  <inkml:trace contextRef="#ctx0" brushRef="#br0" timeOffset="42204.47">20073 8764 0,'0'0'16,"0"0"-16,6 0 15,-6 0 1,0 0-16</inkml:trace>
  <inkml:trace contextRef="#ctx0" brushRef="#br0" timeOffset="44754.89">12244 9928 0,'0'0'0,"0"0"16,0 0-16,0 0 15,0 0-15,0 0 16,11 11-1,0 11-15,1 17 16,-1 16 0,-6 11-16,1 11 15,0 1 1,-1-12-16,-5-22 16,6-11-1,-6-10-15,0-13 16,0-10-16,0 0 15</inkml:trace>
  <inkml:trace contextRef="#ctx0" brushRef="#br0" timeOffset="45101.93">12131 9972 0,'0'0'0,"0"0"15,0 0 1,0 0-16,12-5 16,16-7-1,16 2-15,7-2 16,11 7 0,6 0-16,-12 10 15,-22 0-15,-12 1 16,-5 5-1,-5 6-15,-12 5 16,-6 5 0,-17 12-16,-16 5 15,-1-5-15,7-6 16,-6 0 0,10-17-16,29-16 15</inkml:trace>
  <inkml:trace contextRef="#ctx0" brushRef="#br0" timeOffset="45347.6">12615 10126 0,'0'0'15,"0"0"-15,6 12 16,-1 5-1,1-1-15,0 11 16,5 7-16,-6 4 16,1-5-1,0 0-15,-1-11 16,-5-5 0,0-11-16,0-6 15</inkml:trace>
  <inkml:trace contextRef="#ctx0" brushRef="#br0" timeOffset="45532.63">12654 9984 0,'0'0'0,"0"0"16,0 0-16,6 0 15,16 5 1,-22-5-16</inkml:trace>
  <inkml:trace contextRef="#ctx0" brushRef="#br0" timeOffset="46524.68">13166 10011 0,'0'0'0,"0"0"16,0 0-1,-5 5-15,-12 1 16,-6 5 0,1 0-16,-7 6 15,7-1-15,0 6 16,5 0-1,0 12-15,6-2 16,5 7 0,6 0-16,6-12 15,10 1 1,7-6-16,5-6 16,6-16-16,11-10 15,22-24 1,-5-21-16,-11 0 15,-17 6 1,-12 4-16,-5-10 16,-6 0-16,-5 0 15,-6 16 1,0 11-16,0 12 16,0 10-1,0 6-15,0 0 16,0 0-16,-6 12 15,6 15 1,-6 17-16,1 11 16,5 6-1,0-6-15,0 0 16,0-10 0,0-13-16,0-9 15,0-1-15,0-11 16,0-6-1,0 1-15,0-6 16,0 0 0,0 0-16,5-11 15,7-17 1,5-5-16,5-6 16,1 12-16,5-1 15,-6 11 1,1 7-16,-1-1 15,-5 5 1,-6 6-16,-5 6 16,0-1-16,-6 1 15,0 4 1,-6 7-16,-11 5 16,0 0-1,0 1-15,1-7 16,4-5-1,1-6-15,5 1 16,1 0-16,-1-1 16,6-5-1,0 0-15,6 6 16,5-1 0,12 1-16,-1-1 15,0 1 1,7-1-16,-7-5 15,12 6-15,-34-6 16</inkml:trace>
  <inkml:trace contextRef="#ctx0" brushRef="#br0" timeOffset="47489.66">14347 9790 0,'0'0'16,"0"0"-16,0 0 15,0 0 1,0 0-16,0 6 16,0 5-1,0 5-15,0 12 16,6 11-16,0 10 16,5 6-1,0 0-15,-5-5 16,-1-6-1,1 0-15,-6-11 16,0-11 0,0-5-16,0-6 15,0-5-15,0-1 16,0-5 0,0 0-16,0 0 15,0 0 1,0 0-16,0 0 15,0 0 1,0 0-16,0 0 16,0 0-16,0 0 15,0 0 1,0 0-16,0 0 16,0 0-1,0 0-15,0 0 16,0 0-1,0 0-15,0-5 16,0-1-16,6-5 16,-1 0-1,1-5-15,-1-1 16,7-5 0,10-6-16,7 1 15,4-1-15,1 12 16,5 5-1,-5-1-15,0 12 16,-6 6 0,0 5-16,-11 0 15,0 6-15,-6 5 16,-5 0 0,-6 0-16,-12 6 15,-5-6 1,-11 0-16,-11 0 15,-6-6 1,6-10-16,5-6 16,6 0-16,-1 0 15,7 0 1,5-6-16,6 1 16,5-1-1,6 1-15,0 5 16</inkml:trace>
  <inkml:trace contextRef="#ctx0" brushRef="#br0" timeOffset="48242.67">15461 10270 0,'0'0'0,"0"0"15,0 0-15,0 0 16,0 0-1,0 0-15,0 0 16,0 0 0,0 17-16,-11 10 15,-6 17 1,-17 28-16,1 5 16,-1-5-16,0 0 15,34-72 1</inkml:trace>
  <inkml:trace contextRef="#ctx0" brushRef="#br0" timeOffset="51580.28">15635 10044 0,'0'0'0,"0"0"0,0 0 15,0 0-15,0 0 16,0 0 0,0 0-16,0-5 15,0-1 1,0 6-16</inkml:trace>
  <inkml:trace contextRef="#ctx0" brushRef="#br0" timeOffset="54442.44">15658 10049 0,'0'0'15,"0"0"-15,0 0 16,0 0-1,0 0-15,0 0 16,0 0 0,0 0-16,0 0 15,0-5 1,5 0-16,12-1 16,6 0-16,0 1 15,5 5 1,-6 5-16,0 7 15,1 4 1,-6 6-16,0 11 16,-6 6-16,-6 5 15,-5-5 1,0-12-16,-5-5 16,5-5-1,-6-6-15,6-6 16,0-5-1,0 0-15,0 0 16,0-5-16,-5-12 16,10-10-1,6-6-15,7-1 16,4 1 0,12-6-16,5 7 15,-5-1-15,-1 5 16,1 6-1,0 5-15,0 1 16,-6 5 0,0-1-16,-6-4 15,-4 5 1,-8 0-16,-4 0 16,0 0-16,0 0 15,-6 5 1,0 1-16,0 5 15,-6 0 1,-6 0-16,2 5 16,-8 12-1,-4 11-15,-1 16 16,7-6-16,-1 6 16,6-5-1,5-6-15,6-5 16,11-12-1,6-4-15,11-7 16,6-5-16,-1-11 16,-4 0-1,-1-6-15,-6 0 16,-5 1 0,-6 5-16,1 6 15,-7-1-15,1 1 16,-6 5-1,0 0-15,6 5 16,0 6 0,-1 6-16,-5 10 15,0 7-15,0-1 16,0-11 0,0-6-16,0-5 15,0 0 1,0-5-16,0-6 15,0 0 1,5-6-16,1-5 16,6-11-16,4-11 15,1 6 1,0 5-16,0-1 16,0 7-1,-6 5-15,0 5 16,0 6-1,6 0-15,-6 6 16,1 5-16,-1-1 16,1 2-1,-7-1-15,0-5 16,1-1 0,0 0-16,-6-5 15,0 0-15,6 0 16,-1-5-1,1 0-15,5-12 16,0 0 0,1-5-16,-1 6 15,0-1 1,-5 6-16,-1 5 16,1 6-16,5 6 15,0 5 1,6 11-16,6 11 15,-1 6 1,6-6-16,-5-11 16,5 0-16,-6-17 15,-22-5 1</inkml:trace>
  <inkml:trace contextRef="#ctx0" brushRef="#br0" timeOffset="55132.12">17238 9972 0,'0'0'0,"0"0"16,0 0-1,-5-5-15,-7-1 16,-4 6 0,-7 6-16,-5 11 15,-12 10-15,7 1 16,-1 4-1,6-4-15,6-1 16,10-4 0,7-1-16,5-6 15,5-5 1,7-5-16,16-6 16,11-11-16,1-11 15,-7 0 1,-5 5-16,0 1 15,-5-1 1,-12 12-16,0-1 16,-5 1-16,-6 5 15,0 0 1,0 0-16,0 11 16,0 0-1,0 5-15,0 1 16,0 0-1,5-1-15,7-5 16,5 0-16,-1-6 16,12-5-1,-5-5-15,5-6 16,0-6 0,-5 1-16,-6 5 15,-6-1 1,-5 7-16,0 0 15,-1 5-15,-5 0 16,0 0 0,0 0-16,0 0 15,0 5 1,0 0-16,0 12 16,5 0-16,7 5 15,-1-6 1,12-4-16,-23-12 15</inkml:trace>
  <inkml:trace contextRef="#ctx0" brushRef="#br0" timeOffset="55315.41">17587 9984 0,'0'0'0,"0"0"0,0 0 15,0 0 1,0 0-16,0 0 16,0 0-1,0 0-15</inkml:trace>
  <inkml:trace contextRef="#ctx0" brushRef="#br0" timeOffset="55925.95">17801 10132 0,'0'0'0,"0"11"15,0 6-15,0 5 16,0-6 0,0 6-16,0-5 15,0-6 1,0-5-16,0-6 15,0 0 1,0 0-16,0-6 16,0-10-16,5-1 15,1-5 1,-1 0-16,7 0 16,-1 5-1,1 6-15,-1 0 16,0 6-1,0 5-15,0 5 16,6 6-16,0 6 16,0 5-1,0 0-15,0 0 16,-6-6 0,0-4-16,6-7 15,-6 0-15,1-5 16,-1-5-1,6-6-15,-6 0 16,0 0 0,0-6-16,-5 1 15,0 5-15,-1 6 16,1-1 0,-6 6-16,0 0 15,0 0 1,6 6-16,-1 4 15,1 12 1,5-5-16,-5-1 16,-6-16-16</inkml:trace>
  <inkml:trace contextRef="#ctx0" brushRef="#br0" timeOffset="56114.21">18127 10000 0,'0'0'0,"0"0"16,0 0-16,0 0 16,6 0-1,-6 0-15</inkml:trace>
  <inkml:trace contextRef="#ctx0" brushRef="#br0" timeOffset="56708.12">18650 10049 0,'0'0'0,"0"0"15,0 0-15,0 0 16,-6 0 0,-10-5-16,-7 5 15,1 0 1,-1 5-16,0 1 16,7 0-1,4-1-15,7 0 16,5-5-16,0 0 15,0 0 1,0 0-16,5-5 16,7 0-1,-1-1-15,0 6 16,6 6-16,0 4 16,-1 13-1,7 15-15,-6 7 16,0 10-1,-11-11-15,-1 11 16,-5-5 0,-5-12-16,-1-5 15,0-11-15,1-5 16,-6-6 0,-1 0-16,1-5 15,-1-6 1,-4 0-16,-1-6 15,0-5 1,6-6-16,0-10 16,11-1-16,11-5 15,12-6 1,10-5-16,-33 44 16</inkml:trace>
  <inkml:trace contextRef="#ctx0" brushRef="#br0" timeOffset="58167.13">18965 9801 0,'0'0'0,"0"0"16,0 0 0,0 0-16,0 0 15,0 0 1,0 0-16,0 6 16,0 10-1,0 6-15,0 11 16,0 1-1,6 4-15,-1-16 16,1-5-16,-1-6 16,1 0-1,0-6-15,-1-5 16,7 0 0,-1-5-16,0-6 15,0-5-15,6-1 16,-5 0-1,-1 0-15,-6 7 16,1 4 0,0 1-16,-6 5 15,0 0 1,5 5-16,7 11 16,4 12-16,1 0 15,0-6 1,6 0-16,-7-11 15,2-6 1,-2 1-16,1-12 16,0-4-1,-6-7-15,6-11 16,-6-5-16,1 0 16,-7-5-1,-5 4-15,0 7 16,6 10-1,-6 6-15,0 0 16,0 5-16,0 6 16,5 0-1,7 0-15,4 6 16,13 0 0,-1-6-16,6 0 15,-1 0-15,-5-6 16,-5 0-1,-6 1-15,0-6 16,-6 0 0,-6 0-16,1 5 15,0-5 1,-6 6-16,0-1 16,-6 1-16,0-1 15,1 6 1,-6 6-16,-1-1 15,-5 12 1,6 10-16,6 12 16,5 11-1,5-6-15,12 0 16,6-16-16,-1-6 16,6-11-1,12-6-15,-7-5 16,1-5-1,-6-11-15,-5-1 16,-1-5-16,-5 5 16,-6 1-1,-5 4-15,0 7 16,-6 5 0,0 0-16,0 0 15,0 0-15,0 5 16,0 7-1,0 4-15,0 1 16,5-7 0,-5-10-16</inkml:trace>
  <inkml:trace contextRef="#ctx0" brushRef="#br0" timeOffset="58369.28">19899 9707 0,'0'0'16,"0"0"-16,0 0 16,5 6-1,1-1-15,-6-5 16</inkml:trace>
  <inkml:trace contextRef="#ctx0" brushRef="#br0" timeOffset="59757.92">20293 9680 0,'0'0'0,"0"0"15,0 0-15,0 0 16,0 0 0,-6 5-16,-11 7 15,0-2 1,-6 7-16,1-1 16,-6 6-16,5 0 15,12-10 1,6-1-16,5-6 15,0 1 1,0-6-16,5 0 16,12 0-1,0 0-15,0-6 16,-6 6-16,0 0 16,0 6-1,6 5-15,0 11 16,0 11-16,-5 16 15,-2 7 1,-4 4-16,-6 7 16,-6-1-1,1-22-15,0-5 16,-1-6 0,0-11-16,0-6 15,1-4-15,-1-2 16,1-4-1,-1-6-15,0 0 16,-5 0 0,0-6-16,0 1 15,5-6-15,0 0 16,1-6 0,5-10-16,11-6 15,11-11 1,12-23-16,5-5 15,1 1 1,-1-6-16,-5-1 16,-6 12-16,1 0 15,-7-6 1,-6 12-16,-4 15 16,-6 18-1,-1 5-15,-5 10 16,0 7-1,0 5-15,0 0 16,-5 5-16,-7 18 16,-4 15-1,4 12-15,-4 5 16,10 1 0,0-1-16,6-17 15,0-10 1,6-6-16,0-11 15,-1-6-15,12-5 16,-1-11 0,7-11-16,0-5 15,-6-1 1,-6 6-16,0 0 16,0 5-16,-5 12 15,-1 5 1,1 0-16,5 11 15,7 16 1,4 12-16,0 5 16,-5-5-16,0-11 15,0-12 1,0-10-16,5-6 16,12-22-1,0-6-15,0-11 16,-6-5-1,-6-6-15,-5-10 16,-6 5-16,-5 10 16,-6-4-1,0 10-15,0 11 16,0 7 0,0 9-16,0 7 15,0 5-15,0 0 16,0 5-1,0 18-15,5 26 16,1 18 0,5 10-16,0-6 15,1-10 1,-1-11-16,-5-12 16,0-21-16,-6-12 15,0-5 1,0-10-16,0 10 15</inkml:trace>
  <inkml:trace contextRef="#ctx0" brushRef="#br0" timeOffset="59898.4">20838 9581 0,'0'0'0,"0"0"16,0 0-1,0 0-15,5 5 16,13 6-1,21 0-15,-39-11 16</inkml:trace>
  <inkml:trace contextRef="#ctx0" brushRef="#br0" timeOffset="60992.82">17098 11126 0,'0'0'15,"0"0"-15,0 0 16,0 0 0,0 0-16,0 0 15,6 0 1,4-11-16,18-11 16,12-17-16,-6 0 15,-6 11 1,-6 6-16,-4 6 15,-8 5 1,2 5-16,-6 6 16,-1 6-1,6 11-15,1 5 16,-7 11-16,1-6 16,-1-5-1,1-5-15,0-6 16,-1-5-1,7-6-15,4-6 16,7-10 0,5-7-16,6-4 15,0-1-15,5 6 16,-11 6 0,0 4-16,-6 7 15,-5 5 1,1 5-16,-8 7 15,2 4-15,-1 6 16,-5 6 0,-6 5-16,-6 0 15,1-5 1,-1-12-16,-11 1 16,-6-12-1,1-10-15,22 5 16</inkml:trace>
  <inkml:trace contextRef="#ctx0" brushRef="#br0" timeOffset="61171.54">17278 10734 0,'0'0'0,"0"0"16,0 0-1,0 0-15,6 0 16,4 0-16,-10 0 16</inkml:trace>
  <inkml:trace contextRef="#ctx0" brushRef="#br0" timeOffset="62125.31">18284 10739 0,'0'0'16,"0"0"-1,0 0-15,0 0 16,0 0-16,0 0 16,0 0-1,-5 11-15,-1 0 16,1 12-1,-7-1-15,1 11 16,0-6-16,5 7 16,1-2-1,5-4-15,0-1 16,0-10 0,0-6-16,5-5 15,1-1-15,-6-5 16</inkml:trace>
  <inkml:trace contextRef="#ctx0" brushRef="#br0" timeOffset="62614.21">18431 10729 0,'0'0'0,"0"0"15,0 0 1,0 0-16,0 0 16,-6 10-1,0 12-15,1 11 16,-1 6-16,1 5 16,-1 6-1,6-6-15,6-5 16,-1-12-1,6-5-15,6-5 16,0-6 0,6-5-16,10-6 15,13-6-15,-2-10 16,-10-12 0,-6 0-16,-5 0 15,-12 6 1,0-5-16,-11-1 15,0 1-15,-11 5 16,-6 5 0,0 1-16,-5 4 15,-1 7 1,0 5-16,1 5 16,6 1-16,10 0 15,6-6 1</inkml:trace>
  <inkml:trace contextRef="#ctx0" brushRef="#br0" timeOffset="62900.1">18880 10877 0,'0'0'16,"0"0"-16,0 0 16,0 0-1,0 0-15,17 0 16,12 0 0,10 0-16,6-6 15,0 1-15,11-6 16,-16 0-1,-1-5-15,-39 16 16</inkml:trace>
  <inkml:trace contextRef="#ctx0" brushRef="#br0" timeOffset="63341.67">19438 10541 0,'0'0'0,"0"0"15,0 0 1,0 5-16,-6 12 16,0 10-1,-5 18-15,0 10 16,-1-11-1,7-11-15,-1-6 16,0-5-16,1-5 16,-1-6-1,6 0-15,0-5 16,0-1 0,0 0-16,6 1 15,5 0-15,6-1 16,5 1-1,1 0-15,0-6 16,-1 0 0,1 0-16,-7-6 15,1 0 1,-6 1-16,1-7 16,-12 12-16</inkml:trace>
  <inkml:trace contextRef="#ctx0" brushRef="#br0" timeOffset="63559.53">19477 10712 0,'0'0'0,"0"0"15,0 5 1,6 7-16,-1 4 16,1 17-1,5 5-15,-5 1 16,5 6-1,-6-2-15,1-9 16,0-7-16,-1-10 16,1-6-1,-6-11-15</inkml:trace>
  <inkml:trace contextRef="#ctx0" brushRef="#br0" timeOffset="63894.56">19848 10590 0,'0'0'0,"0"0"15,0 0 1,6 0-16,5 0 16,6 0-16,11 0 15,11-5 1,12-6-16,-1 0 16,-10 5-1,-1-5-15,-11 6 16,-5-1-1,-6 0-15,-17 6 16</inkml:trace>
  <inkml:trace contextRef="#ctx0" brushRef="#br0" timeOffset="64130.45">20006 10745 0,'0'0'15,"0"0"-15,0 0 16,0 0 0,0 0-16,0 0 15,11 0-15,11 0 16,12-6 0,0 1-16,11 0 15,0-7 1,0 1-16,-45 11 15</inkml:trace>
  <inkml:trace contextRef="#ctx0" brushRef="#br0" timeOffset="64763.2">20770 10270 0,'0'0'0,"0"0"16,0 0-1,0 0-15,0 0 16,-5 6 0,-6 5-16,-6 5 15,-1 12-15,-4 5 16,-6 6 0,0 16-16,-6 0 15,6-5 1,6 5-16,5 5 15,6-15 1,5-1-16,12-11 16,-1-5-16,12-1 15,6-5 1,-1-11-16,12-5 16,-1 0-1,1-6-15,-6-6 16,-5 0-1,-6-5-15,-6 0 16,-5 0-16,-1-5 16,-5-1-1,0-5-15,-5 6 16,-7-1-16,-10 0 16,-12 6-1,-11 6-15,-11 10 16,-6 6-1,62-11-15</inkml:trace>
  <inkml:trace contextRef="#ctx0" brushRef="#br0" timeOffset="66028.1">18712 10861 0,'0'0'0,"0"0"16,0 0-16,0 0 16,0 0-16,0 0 15,0 0 1,-6 0-16,0 0 15,-5-6 1,0 1-16,0-6 16,0 0-1,-1-1-15,7 7 16,-1 0-16,1-1 16,-1 0-1,-5 1-15,-1 5 16,-4 5-1,-7 7-15,23-12 16</inkml:trace>
  <inkml:trace contextRef="#ctx0" brushRef="#br0" timeOffset="68449.11">12283 11644 0,'0'0'0,"0"0"16,0 0-16,0 6 15,0 11 1,0 10-16,0 17 15,0 22 1,0 12-16,6-1 16,-1 0-16,1-27 15,0-17 1,-6-17-16,0-4 16,0-12-1,0 0-15,-12-17 16,-10-17-1,0-9-15,5-1 16,5 5 0,-4 0-16,4 11 15,6 7-15,-4-1 16,4 0 0,0 5-16,0 0 15,1 6-15,5-5 16,5-12-1,13-11-15,10-4 16,5 4 0,7 6-16,-7 11 15,1 5 1,0 12-16,-6 5 16,-11 10-16,-6 7 15,0 11 1,-11 10-16,-11 6 15,-6 6 1,-5 0-16,-1-17 16,7 0-1,4-17-15,1-4 16,11-12-16</inkml:trace>
  <inkml:trace contextRef="#ctx0" brushRef="#br0" timeOffset="68813.58">12604 11865 0,'0'0'15,"0"0"-15,0 0 16,0 0 0,0 0-16,0 0 15,0 0 1,0 0-16,0 0 16,0 0-16,0 5 15,0 1 1,0 5-16,0 0 15,5 6 1,1-1-16,0 1 16,-1-1-1,-5-16-15</inkml:trace>
  <inkml:trace contextRef="#ctx0" brushRef="#br0" timeOffset="73364.64">10332 12025 0,'0'0'0,"0"0"16,0 0-16,0 0 15,0-6 1,-6-4-16,0-2 16,-5-4-1,-6-1-15,-5-5 16,-1 5-1,-5 1-15,0 5 16,0 11-16,-6 5 16,0 7-1,-5 10-15,5 11 16,0 16 0,12 12-16,5 0 15,6 5 1,11 0-16,6-11 15,10-10-15,7-12 16,5-11 0,0-6-16,12 1 15,-7-17 1,12-6-16,6-10 16,5-11-1,-17-7-15,1 1 16,-7 0-16,-10-6 15,-6 6 1,-6-5-16,-5 10 16,0 6-1,-6 5-15,-6 7 16,0-2-16,1 7 16,-1 5-1,1 5-15,-7 7 16,1 10-1,-1 11-15,1 5 16,6 1-16,5-17 16,5 0-1,1-11-15,-1-5 16,-5-6 0,6 0-16,5-6 15,1-5 1,-1-6-16,0 6 15,1 0-15,-7 0 16,1 6 0,-1-1-16,-5 6 15,0 0 1,0 0-16,6 11 16,0 6-16,-1-1 15,6 6 1,-5-5-16,5-6 15,6 0 1,0-11-16,5-5 16,6-12-1,1-5-15,-1-11 16,-6 5-16,-5 6 16,-5 6-1,-1-1-15,-6 6 16,1 5-1,0 6-15,0 6 16,4 5-16,2 6 16,-6 5-1,-1 0-15,0 0 16,-5-6 0,0 1-16,0-12 15,0-5 1,0 0-16,0 0 15,6-10-15,0-18 16,5-11 0,1-5-16,-1 6 15,6 4 1,-6 12-16,0 6 16,0 5-1,0 5-15,-5 6 16,11 6-16,0 10 15,0 17 1,-1 6-16,2-6 16,-8 0-1,2 0-15,-6-11 16,-1-11-16,1-5 16,-6-6-1,11-11-15,-11 11 16</inkml:trace>
  <inkml:trace contextRef="#ctx0" brushRef="#br0" timeOffset="74196.33">11102 12025 0,'0'0'0,"0"0"16,0 6 0,0 4-16,6 13 15,-6-1 1,6 5-16,-6 1 15,0-1-15,0 1 16,0-6 0,0-11-16,0-5 15,0-1 1,0 1-16,0-6 16,0 0-16,0 0 15,0-6 1,5-16-16,6-22 15,6-17 1,-6 12-16,1 10 16,-1 17-1,-5 5-15,5 6 16,-6 11-16,1 0 16,5 11-1,0 12-15,6 9 16,-6 7-1,1 0-15,-1-6 16,-5-11-16,0-6 16,-1-4-1,-5-7-15,0-5 16,5 0 0,7-11-16,-1-17 15,0-5 1,1 6-16,-7 5 15,1 5 1,-1 6-16,1 6 16,-6 5-16,0 0 15,6 11 1,-1 11-16,1 11 16,5 0-1,0 0-15,1-6 16,-1-4-16,0-12 15,-5-6 1,5 1-16,6-6 16,0-11-1,5-11-15,1-6 16,-6 0-16,-6 7 16,-5-1-1,-6-1-15,-6 1 16,-11 11-1,-5 6-15,-18 10 16,-5 17 0,-5 12-16,16-2 15,11-4-15,23-28 16</inkml:trace>
  <inkml:trace contextRef="#ctx0" brushRef="#br0" timeOffset="74531.98">11563 11616 0,'0'0'16,"0"0"-16,0 0 15,0 0 1,0 0-16,6 12 15,5 10 1,0 16-16,6 28 16,0 6-1,-5-5-15,-7 4 16,0-4-16,1-23 16,-6-11-1,0-11-15,0-11 16,0-5-1,0-6-15,-6-6 16,6 6-16</inkml:trace>
  <inkml:trace contextRef="#ctx0" brushRef="#br0" timeOffset="74709.23">11535 11942 0,'0'0'0,"0"0"16,0 0-1,0 0-15,6 0 16,16-11 0,23-17-16,0 1 15,12-6 1,-1 0-16,-56 33 16</inkml:trace>
  <inkml:trace contextRef="#ctx0" brushRef="#br0" timeOffset="75244.62">12649 11556 0,'0'0'0,"0"0"15,0 0 1,0 0-16,0 0 16,0 0-1,0 0-15,0 0 16</inkml:trace>
  <inkml:trace contextRef="#ctx0" brushRef="#br0" timeOffset="76324.86">13076 11848 0,'0'0'0,"0"0"16,0 0 0,0 0-16,-6-5 15,-16 0 1,0 5-16,-1 5 15,1 12-15,-1 5 16,1 5 0,11 1-16,-1 5 15,12 0 1,0-5-16,12-1 16,4-5-1,1-6-15,11-4 16,12-7-16,-1-16 15,12-16 1,-1-12-16,1-11 16,-12-5-1,-17 6-15,-4-7 16,-7 1-16,-17-6 16,1 12-1,-1 16-15,0 11 16,6 11-1,0 5-15,0 6 16,0 0 0,-6 11-16,6 17 15,-5 16-15,5 22 16,0 6 0,0-12-16,0-5 15,0-16 1,0-11-16,0-6 15,0-11-15,0 0 16,0-6 0,0-5-16,0 0 15,0-5 1,5-17-16,7-6 16,5-5-1,5 0-15,-5 6 16,0 10-16,5 1 15,-5 4 1,1 2-16,-8 4 16,2 6-1,-6 0-15,-1 6 16,1 4-16,-6 2 16,0 4-1,-6 1-15,-5 5 16,-1 0-1,2-6-15,-2-5 16,6 0 0,1-5-16,-1-1 15,0 1-15,6-6 16,0 0 0,0 0-16,0 0 15,6 5 1,5 1-16,1 0 15,4-1-15,7 0 16,0 7 0,-1-7-16,1 0 15,-1 1 1,-22-6-16</inkml:trace>
  <inkml:trace contextRef="#ctx0" brushRef="#br0" timeOffset="85463.13">14448 11672 0,'0'0'15,"0"0"-15,0 0 16,0 0-1,0 0-15,0 0 16,0 0 0,0 0-16,0 0 15,-5-5 1,-1-1-16,-11 0 16,1-5-16,-12 5 15,-7 6 1,-3 6-16,-2 0 15,6 11 1,-11 4-16,6 7 16,5 10-16,12 7 15,5-1 1,11-5-16,6-1 16,6-10-1,5-6-15,6-6 16,11-5-1,6-5-15,0-6 16,-1-6-16,1 1 16,0-1-1,0-5-15,5 6 16,-5-1 0,-34 6-16</inkml:trace>
  <inkml:trace contextRef="#ctx0" brushRef="#br0" timeOffset="88731.97">15168 11749 0,'0'0'16,"0"0"-16,0 0 15,0 0 1,6-5-16,-6 5 16,6-6-1,0 0-15,-6 6 16,0-5-1,0 0-15,-6-7 16,-11-4-16,0 5 16,-6 0-1,1 6-15,0 5 16,-6 5 0,5 6-16,-5 11 15,6 17 1,-1 10-16,12 1 15,5-17-15,6-6 16,0-10 0,6-6-16,-1-5 15,6-6 1,7-6-16,-2-5 16,6-11-16,1-6 15,0 1 1,-6 5-16,-6 5 15,0 6 1,-5 6-16,-1 5 16,1 0-16,-1 5 15,7 6 1,-1 17-16,1 5 16,-7-5-1,0-1-15,1 1 16,6-6-1,-2-6-15,2-5 16,5-5-16,5-12 16,6-5-1,17-16-15,1-12 16,-2-11 0,-4 12-16,-7-12 15,-10 12 1,-6-1-16,-6 6 15,-5 11-15,-6 5 16,0 6 0,0 5-16,0 6 15,-6 0 1,0 6-16,1 5 16,-1 6-16,0 5 15,6 0 1,6 6-16,5-1 15,1 1 1,-6-6-16,-1-6 16,0-5-1,1 1-15,0-2 16,-6 7-16,0 0 16,-6-1-1,6-16-15</inkml:trace>
  <inkml:trace contextRef="#ctx0" brushRef="#br0" timeOffset="90237.87">16186 11583 0,'0'0'0,"0"0"15,0 0-15,6-5 16,0 0 0,-1-1-16,1 0 15,0 1-15,-6 0 16,6-1 0,-6 6-16,0 0 15,0-6 1,0 6-16,-6-5 15,-6-1 1,1 6-16,-6 6 16,-5 11-16,-6 10 15,-6 11 1,12 7-16,4 4 16,2 7-1,10-12-15,12-6 16,5-4-16,6-13 15,5-9 1,7-7-16,10-5 16,6-5-1,0-17-15,0-6 16,-6-5 0,0 0-16,-10 0 15,-7-1-15,-10 7 16,-7 5-1,0 0-15,-5 11 16,-5 5 0,0 0-16,-7 6 15,-4 12-15,-7 5 16,-5 15 0,0 13-16,5-1 15,6-11 1,12-6-16,5-10 15,0-6 1,5-5-16,1-6 16,11 0-16,0-6 15,5-5 1,0-6-16,1 1 16,-6-1-1,-6 6-15,1 6 16,-7-1-1,0 1-15,-5 5 16,0 0-16,6 5 16,0 6-1,5 6-15,0 0 16,1-1 0,5-5-16,-1 0 15,12-11-15,-5-6 16,11-10-1,0-6-15,-6 0 16,-6 0 0,-5 5-16,-6 6 15,0 0-15,-5 6 16,-6 5 0,0 0-16,0 0 15,6 16 1,-6 23-16,0 5 15,0 0 1,-6 17-16,6-6 16,0 0-16,0-17 15,0-4 1,0-12-16,0-11 16,0-11-1,0 0-15,0 0 16</inkml:trace>
  <inkml:trace contextRef="#ctx0" brushRef="#br0" timeOffset="90558.92">16648 11672 0,'0'0'0,"0"0"16,5 0-1,12-5-15,11-1 16,17-5 0,1 5-16,-2 6 15,-10 6-15,0 5 16,-12 0 0,-5 0-16,-11 5 15,0 12 1,-12 5-16,-6 11 15,-10 0 1,0-10-16,-1-7 16,6-5-16,17-22 15</inkml:trace>
  <inkml:trace contextRef="#ctx0" brushRef="#br0" timeOffset="91116.19">17340 11788 0,'0'0'0,"0"0"15,5 0-15,1 0 16,-6-6-1,0 1-15,0-6 16,-6-6 0,-5 0-16,-6 7 15,-6-2-15,1 7 16,-1 5 0,-5 5-16,0 12 15,0 10 1,11 7-16,1-1 15,10 0-15,6-11 16,6-5 0,4-12-16,8 0 15,4-10 1,12-11-16,-1-6 16,2-6-1,-13 11-15,-6 1 16,2 5-16,-13 0 15,1 5 1,-1 6-16,-5 0 16,6 6-1,0 10-15,-1 1 16,7-1-16,-1 1 16,6-6-1,5-5-15,-22-6 16</inkml:trace>
  <inkml:trace contextRef="#ctx0" brushRef="#br0" timeOffset="91580.88">17789 11644 0,'0'0'0,"0"0"16,0 0-16,0 0 15,-5 0-15,-1 0 16,-11 6 0,1 5-16,-7 11 15,-5 5 1,0 7-16,11-1 16,5 0-1,7-11-15,5 0 16,5-6-16,7-4 15,5-7 1,5-5-16,12-5 16,0-7-1,-1-4-15,-10 5 16,-1-6-16,-10 6 16,-1 6-1,-5-1-15,-6 6 16,0 0-1,5 6-15,1 5 16,0 0 0,-6 0-16,5 0 15,1-5-15,-1-1 16,-5-5 0</inkml:trace>
  <inkml:trace contextRef="#ctx0" brushRef="#br0" timeOffset="91771.71">17953 11622 0,'0'0'0,"0"0"0,0 0 15,0 0 1,0 0-16,0 0 15,0 0 1</inkml:trace>
  <inkml:trace contextRef="#ctx0" brushRef="#br0" timeOffset="92081.36">18110 11280 0,'0'0'0,"0"0"16,0 6-1,0 16-15,0 16 16,0 18 0,0 9-16,0 7 15,-6-11-15,1-6 16,-1-5-1,6-17-15,0-11 16,0-11 0,0-11-16,0 0 15,-5-11 1,-7-5-16,12 16 16</inkml:trace>
  <inkml:trace contextRef="#ctx0" brushRef="#br0" timeOffset="92565.07">17969 11616 0,'0'0'16,"0"0"-16,6-5 15,5 0 1,6-1-16,11 1 16,12 5-16,5 5 15,-6 6 1,1 6-16,-7-1 16,-5 7-1,-5-2-15,-1 1 16,-5-10-1,0-2-15,-5 2 16,-2-7-16,8-5 16,-2 0-1,1-11-15,0-5 16,0-7 0,-6 1-16,0 0 15,-5 11 1,0 0-16,-6 6 15,0 5-15,0 0 16,5 5 0,1 17-16,5 33 15,-5 17 1,-1 11-16,1-6 16,0-22-1,-6-16-15,0-11 16,0-6-16,-6-6 15,0-5 1,1-5-16,-12 0 16,-6-12-1,-5-5-15,28 11 16</inkml:trace>
  <inkml:trace contextRef="#ctx0" brushRef="#br0" timeOffset="93384.47">19004 11567 0,'0'0'16,"0"0"-16,6 0 16,0 6-1,-1-1-15,6 0 16,6-5-16,0 0 16,6 0-1,-1-5-15,6-6 16,-11 0-1,0 6-15,-6-7 16,1 1 0,-7 6-16,1-6 15,-6-6 1,-11 1-16,-6-6 16,-6 0-16,6 10 15,-5 7 1,-1 5-16,-5 17 15,11 5 1,0 16-16,12 18 16,5-1-16,11 0 15,11-11 1,7-11-16,10-11 16,6-11-1,6-16-15,-7-17 16,2-12-1,-46 34-15</inkml:trace>
  <inkml:trace contextRef="#ctx0" brushRef="#br0" timeOffset="93679.93">19646 11423 0,'0'0'0,"0"0"16,0 0-16,0 6 15,-6 10-15,-6 18 16,-4 10 0,-12 6-16,-1-12 15,1 1 1,6-6-16,5-11 15,6-5 1,11-17-16,0 0 16,0-12-16,0 12 15</inkml:trace>
  <inkml:trace contextRef="#ctx0" brushRef="#br0" timeOffset="93895.05">19410 11402 0,'5'5'16,"0"6"-16,13 16 16,10 12-1,11 16-15,6 1 16,5-1 0,1-11-16,0-6 15,-18-16-15,1-16 16,0-6-1,-34 0-15</inkml:trace>
  <inkml:trace contextRef="#ctx0" brushRef="#br0" timeOffset="95642.24">20050 11357 0,'0'0'16,"0"0"-16,0 0 15,0 0 1,0 0-16,-5 6 16,-6 5-1,-1 5-15,-4 6 16,-1 6-16,0-1 15,0 7 1,5-1-16,7 0 16,5-5-1,5-7-15,7 1 16,11 1 0,5-7-16,0-5 15,5-11-15,1-5 16,0-6-1,0-6-15,-1-10 16,1-1 0,-11 1-16,-1-1 15,-5 0-15,-6 6 16,-5 6 0,-6-1-16,0 6 15,-6 5 1,0 1-16,-4 5 15,-8 5-15,2 7 16,-7 10 0,1 5-16,-1 6 15,6 1 1,12-7-16,5-5 16,5 0-1,7-5-15,-1-6 16,17 0-16,6-6 15,0-10 1,-1-6-16,1-6 16,-12 6-1,1-5-15,-6 4 16,-6-4-16,0-1 16,-5 7-1,-6 4-15,0 0 16,0 6-1,-6 0-15,0 0 16,-5 6 0,0 10-16,0 12 15,5-6-15,6 0 16,6-5 0,11-6-16,11 0 15,5-11 1,7-6-16,5-10 15,-6-6 1,-5 0-16,0 0 16,-12 5-16,-5 6 15,0 0 1,-11 5-16,-1 1 16,-5 0-1,0 5-15,0 0 16,-5 0-16,-7 0 15,1 5 1,-6 6-16,-5 5 16,5 1-1,6-1-15,5-4 16,6-7-16,0 6 16,0-5-1,6-1-15,5-5 16,6-5-1,11-7-15,0-10 16,0-5 0,6-11-16,-6-7 15,-6 1-15,1-16 16,-6 4 0,0 1-16,-6 5 15,-5 17 1,-1 6-16,1 10 15,-6 6 1,0 6-16,0 5 16,0 0-16,0 0 15,-6 5 1,1 12-16,-7 16 16,1 11-1,0 11-15,5-11 16,0 12-16,6-7 15,0-5 1,6-5-16,6-6 16,-1 0-1,0-11-15,6-6 16,0-4 0,11-7-16,17-5 15,0-11-15,0-11 16,-6-5-1,-5-1-15,-11 0 16,-7-5 0,-10 6-16,0-1 15,-6 6-15,-6 5 16,0 7 0,1 4-16,-1 0 15,1 6 1,-7 6-16,1 0 15,5 10-15,1 6 16,5 17 0,5 5-16,1 6 15,-1-7 1,1 2-16,0-12 16,0 0-1,-6-11-15,0-5 16,-6-6-16,0-11 15,6 0 1</inkml:trace>
  <inkml:trace contextRef="#ctx0" brushRef="#br0" timeOffset="95798.92">21378 11727 0,'0'0'0,"0"0"15</inkml:trace>
  <inkml:trace contextRef="#ctx0" brushRef="#br0" timeOffset="96684.81">10574 12693 0,'0'0'0,"0"0"16,0 0-16,0 0 16,-6 11-1,-6 5-15,7 23 16,-1 27-16,6 11 16,0 0-1,-5 1-15,5-7 16,0-15-1,0-18-15,0-16 16,0-10 0,0-12-16,-6-6 15,6 6-15</inkml:trace>
  <inkml:trace contextRef="#ctx0" brushRef="#br0" timeOffset="97042.48">10416 12902 0,'0'0'0,"0"0"15,0 0-15,0 0 16,0 0 0,0 0-16,0 0 15,0 0 1,0-5-16,6-6 16,-1-6-16,12 1 15,11-6 1,6-6-16,0 6 15,0 11 1,-6 0-16,-6 5 16,-5 6-1,-11 0-15,-1 6 16,-5 5-16,-5 11 16,-7 17-1,-4 5-15,-7-11 16,1 0-1,4-5-15,7-12 16,6-5 0,5-11-16</inkml:trace>
  <inkml:trace contextRef="#ctx0" brushRef="#br0" timeOffset="97297.56">10871 12947 0,'0'0'0,"6"5"15,0 0 1,-6-5-16,5 6 16,1 5-1,0 6-15,0 5 16,-1 11-16,0 0 15,1-6 1,-6-10-16,0-12 16,0-5-1</inkml:trace>
  <inkml:trace contextRef="#ctx0" brushRef="#br0" timeOffset="97481.23">10849 12676 0,'0'0'0,"0"0"16,0 0-1,0 0-15,0 0 16,0 0 0,0 0-16,0 0 15</inkml:trace>
  <inkml:trace contextRef="#ctx0" brushRef="#br0" timeOffset="98192.57">11276 12836 0,'0'0'0,"6"0"15,0 0 1,0 0-16,-1 0 15,0 0 1,-5 0-16,0 0 16,0 0-1,0 0-15,-5-5 16,0 5-16,-7-6 16,-5 6-1,6 0-15,0 6 16,-1 4-1,1 7-15,0 11 16,11 5-16,6 5 16,-1 7-1,6-13-15,1-3 16,4-7 0,1-12-16,6-4 15,5-6 1,6-11-16,11-11 15,0-17-15,-6-16 16,1-17 0,-7-5-16,-10 5 15,-12 6 1,-5 22-16,-6 16 16,0 6-16,0 12 15,0 4 1,0 0-16,0 6 15,0 0 1,0 0-16,0 6 16,-6 16-1,6 17-15,6 5 16,-1 22-16,6 6 16,7 5-1,4-11-15,1 0 16,-7-22-1,1-11-15,-6-11 16,1-5-16,-7-12 16,-5-5-1,0 0-15,0 0 16</inkml:trace>
  <inkml:trace contextRef="#ctx0" brushRef="#br0" timeOffset="98808.61">11558 12913 0,'0'0'0,"0"0"16,0 0-16,0 0 16,0 0-16,0 0 15,0 0 1,0 0-16,0 0 15,0 0 1,0 0-16,5-5 16,7-1-1,10-10-15,6-1 16,6 1-16,0-1 16,-1 6-1,1 0-15,0 5 16,-1 1-1,-4 5-15,-12 0 16,0 0 0,-6 0-16,-6 5 15,1 1-15,-6-6 16,-6 6 0,-5 5-16,-11 5 15,-1 1 1,0-1-16,-5 1 15,12-6-15,-1 0 16,0 0 0,6-6-16,5 1 15,0 0 1,1-6-16,5 0 16,0 0-1,0 0-15,0 5 16,11 6-16,12 5 15,11 1 1,10 5-16,1 0 16,-11 1-1,-34-23-15</inkml:trace>
  <inkml:trace contextRef="#ctx0" brushRef="#br0" timeOffset="100549.8">13032 12892 0,'0'0'0,"0"0"15,0 0 1,0 0-16,0 0 15,0 0 1,0-6-16,0 0 16,-6-5-16,0-5 15,-5-6 1,-6-1-16,0 7 16,0 0-1,0-1-15,1 6 16,4 0-16,-5 5 15,6 1 1,-6-1 0,1 6-16,-2 6 15,2 5-15,-1 11 16,5 11 0,7 11-16,5 0 15,5 0-15,1-5 16,5-17-1,-5-11-15,5 0 16,0-5 0,7-6-16,-2-6 15,6-5 1,1-6-16,0-15 16,-1-7-16,-5 0 15,0 6 1,-6 0-16,-5 11 15,-1 5 1,1 6-16,-6 6 16,0-1-16,0 6 15,0 0 1,0 0-16,0 0 16,6 17-1,10 10-15,2 12 16,10 0-1,0-6-15,5-6 16,12-4-16,11-13 16,-56-10-1</inkml:trace>
  <inkml:trace contextRef="#ctx0" brushRef="#br0" timeOffset="101394.05">13729 13002 0,'0'0'0,"0"0"16,0 0 0,-6-6-16,0 1 15,6 5 1,-5-6-16,5 6 15,0 0 1,0 0-16,0 0 16,0 0-1,0 0-15,0 0 16,0 0-16,-6 11 16,1 17-1,-1 27-15,-5 11 16,-1 17-1,12-83-15</inkml:trace>
  <inkml:trace contextRef="#ctx0" brushRef="#br0" timeOffset="105432.92">14488 12533 0,'0'0'0,"0"0"16,0 0-16,0 0 16,0 0-1,0 0-15,0 0 16,-5 0-16,-18 0 16,-11 5-1,0 6-15,-5 6 16,-1 5-1,12 0-15,12 0 16,4 0 0,7 0-16,10 0 15,13 6-15,15 10 16,0-4 0,2-1-16,-2 0 15,-5-5 1,-5-7-16,-6-4 15,-6 0-15,-6-7 16,1 2 0,-6-2-16,-6 2 15,-4 4 1,-13 6-16,0-5 16,-5 0-1,0-1-15,6-5 16,4-6-16,8 1 15,-2-1 1,6-5-16,1-5 16,0-11-1,5 16-15</inkml:trace>
  <inkml:trace contextRef="#ctx0" brushRef="#br0" timeOffset="105858.74">14735 12759 0,'0'0'0,"0"0"0,0 0 16,0 0 0,0 5-16,-5 1 15,-1 5 1,1 6-16,-1 5 15,0 5-15,6 1 16,6-6 0,5-6-16,0 1 15,12-6 1,5-5-16,12-12 16,-1-11-1,0-5-15,-11 0 16,-5 0-16,-6 0 15,-11 6 1,-1-1-16,-5-5 16,-17 0-1,-17 0-15,-5 5 16,5 12-16,-5 10 16,5 6-1,34-11-15</inkml:trace>
  <inkml:trace contextRef="#ctx0" brushRef="#br0" timeOffset="108286.05">16243 12483 0,'0'0'0,"0"0"15,0 0 1,0 0-16,0 0 16,0 0-16,0 0 15,0 0 1,-6 0-16,-5-6 15,-6 1 1,-6 5-16,1 0 16,0 0-1,-1 0-15,6 0 16,0 0-16,1 5 16,4 1-1,1 0-15,6 4 16,-1 7-1,0 5-15,6 11 16,0 6 0,0-6-16,6 0 15,0 0-15,-1 0 16,0 1 0,1-2-16,0 7 15,-6-6 1,0 6-16,0 5 15,6-5-15,-1-1 16,0 1 0,1-12-16,0-5 15,0 0 1,5-5-16,0-6 16,6 0-1,11 0-15,6-5 16,5-6-16,6-6 15,-5-5 1,4-5-16,-44 16 16</inkml:trace>
  <inkml:trace contextRef="#ctx0" brushRef="#br0" timeOffset="109272.11">16682 12544 0,'0'0'0,"0"0"15,0 0 1,0 0-16,0 0 15,0 0 1,0 0-16,0 0 16,0 0-16,0 0 15,0 0 1,0 0-16,0 0 16,0 0-16,0 0 15,0 5 1,0 17-16,0 12 15,0 9 1,0 7-16,5-6 16,-5 12-1,0-18-15,0-10 16,0-6-16,0-6 16,0-5-1,0-5-15,6-1 16,-1-5-1,1 0-15,-6 0 16</inkml:trace>
  <inkml:trace contextRef="#ctx0" brushRef="#br0" timeOffset="110650.37">17030 12880 0,'0'0'0,"0"0"16,0 0-16,0 0 16,0 0-1,0 0-15,0 0 16,0 0-1,0 0-15,0 0 16,0 0-16,0 0 16,0 0-1,0 0-15,0 6 16,0 5 0,-5 5-16,-1 6 15,-11 22 1,0 11-16,0 12 15,6-23-15,11-44 16</inkml:trace>
  <inkml:trace contextRef="#ctx0" brushRef="#br0" timeOffset="111462.25">17379 12511 0,'0'0'0,"0"0"16,0 0 0,0 0-16,0 0 15,0 0 1,0 0-16,0 0 15,0 0 1,0 0-16,0 0 16,0 0-16,0 0 15,0 0 1,0 0-16,0 0 16,0 0-1,0 0-15,0 0 16,0 0-1,0 0-15,0 5 16,6 12-16,-6 10 16,5 12-1,-5 5-15,0 0 16,0 6 0,0-6-16,0-11 15,0-11-15,0 0 16,0-5-1,0-6-15,0-5 16,0-1 0,0 0-16,0-5 15,0 6 1,6-1-16,-6-5 16</inkml:trace>
  <inkml:trace contextRef="#ctx0" brushRef="#br0" timeOffset="111825.8">17682 12886 0,'0'0'0,"0"0"15,0 0-15,0 0 16,0 0-16,0 0 16,0 0-1,0 6-15,0 4 16,-5 12-1,-6 11-15,-12 17 16,-11 16 0,1-11-16,5-5 15,-6 0-15,34-50 16</inkml:trace>
  <inkml:trace contextRef="#ctx0" brushRef="#br0" timeOffset="120264.27">18172 12538 0,'0'0'0,"0"0"0,0 0 16,0 0-16,0 0 15,0 0 1,0 0-16,0 0 16,0 0-1,0 0-15,0 0 16,-11 0 0,-12 0-16,-5 6 15,0 5-15,0 0 16,0 6-1,-1 5 1,1 11-16,6-1 16,5 13-16,11-1 15,6 0-15,6-6 16,5-4 0,1-12-16,4 0 15,12-6 1,6 1-16,6-6 15,-1-11 1,0-6-16,-5-4 16,-6-13-16,1 1 15,-7-5 1,-5-1-16,-6 6 16,0-5-1,-5-1-15,-6 0 16,-6-5-1,1 0-15,-7 5 16,1 7-16,0 4 16,0 6-1,-6 0-15,0 6 16,-5-1 0,-1 6-16,6 6 15,6 4-15,5 2 16,6-12-1,0 0-15</inkml:trace>
  <inkml:trace contextRef="#ctx0" brushRef="#br0" timeOffset="120844.7">18256 12422 0,'0'0'16,"0"0"-16,12 6 16,16-1-1,11 1-15,6-1 16,-6 1-16,1-1 15,-12 1 1,-6 0-16,-4-1 16,-8-5-1,2 5-15,-6 1 16,-1 0 0,0 4-16,1 13 15,-6 15-15,6 12 16,-6 5-1,0 0-15,0 1 16,0-1 0,-6-6-16,6-10 15,0-6-15,-6 0 16,1-11 0,0-5-16,-1-1 15,0-5 1,0 1-16,1-2 15,-6 2 1,-6-2-16,0-4 16,-6-1-16,7-5 15,-1-5 1,0-6-16,6-6 16,11 17-1</inkml:trace>
  <inkml:trace contextRef="#ctx0" brushRef="#br0" timeOffset="121229.9">18836 12516 0,'0'0'15,"0"0"-15,0 0 16,0 0 0,0 0-16,0 0 15,5 0 1,6 0-16,6-5 15,6-1 1,5 0-16,11 1 16,-11 0-16,1 5 15,-7 0 1,0 0-16,-4 0 16,-2 0-1,-16 0-15</inkml:trace>
  <inkml:trace contextRef="#ctx0" brushRef="#br0" timeOffset="121516.05">18875 12776 0,'0'0'15,"0"0"-15,0 0 16,0 0-16,0 0 16,5 0-1,7 0-15,11-6 16,5 0 0,5 1-16,1-1 15,11-5 1,-6 0-16,1 0 15,-40 11-15</inkml:trace>
  <inkml:trace contextRef="#ctx0" brushRef="#br0" timeOffset="133297.26">19499 12467 0,'0'0'0,"0"0"0,0 0 15,0 0 1,0 0-16,0 0 16,0 0-16,0 0 15,0 0 1,0 0-16,0-6 15,0-5 1,6 0-16,0-6 16,5 1-1,6-7-15,5 1 16,1 6-16,-1 5 16,0 5-1,1 6-15,0 6 16,-1 5-1,-5 11-15,-6 11 16,-5 6-16,-12 11 16,-11 10-1,-5-10-15,-1-6 16,7-17 0,-2-4-16,8-7 15,-2-5 1,1 0-16,6-5 15,-1-1-15,0 1 16,6-6 0,0 0-16,0 0 15,6 0 1,10 5-16,18-5 16,17 0-16,5-5 15,-5-1 1,-6 1-16,0-6 15,-6 0 1,-11-6-16,1-5 16,-29 22-1</inkml:trace>
  <inkml:trace contextRef="#ctx0" brushRef="#br0" timeOffset="133893.04">20118 12246 0,'0'0'0,"0"0"15,0 0-15,0 0 16,0 0-1,0 5-15,-6 6 16,-5 6 0,-6 10-16,0 1 15,0 5 1,6-11-16,6-5 16,-1-6-16,6-6 15,0 1 1,0-1-16,6 1 15,10-1 1,7 1-16,-1-1 16,1 1-1,0 0-15,5-1 16,0 6-16,-6 0 16,1 6-1,-6-1-15,-6 6 16,0 12-1,-11 4-15,-6 1 16,-5-1-16,-11 1 16,5-12-1,0-5-15,0-10 16,0-7 0,0-5-16,-5-11 15,-1-17 1,6-16-16,12-6 15,5 50-15</inkml:trace>
  <inkml:trace contextRef="#ctx0" brushRef="#br0" timeOffset="134195.81">20101 12373 0,'0'0'0,"0"0"16,0 0-16,0 0 15,0 0 1,6 0-16,5-6 16,12-5-1,10-5-15,23-6 16,7 0-16,-2-1 16,1 7-1,0-1-15,-6 1 16,-16 4-1,-7 7-15,-5 5 16,-10 0-16,-8 0 16,-4 0-1,-6 0-15,0 0 16</inkml:trace>
  <inkml:trace contextRef="#ctx0" brushRef="#br0" timeOffset="134473.41">20787 12670 0,'0'0'0,"0"0"16,0 0-16,0 0 16,0 0-1</inkml:trace>
</inkml:ink>
</file>

<file path=ppt/ink/ink15.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55:11.989"/>
    </inkml:context>
    <inkml:brush xml:id="br0">
      <inkml:brushProperty name="width" value="0.05292" units="cm"/>
      <inkml:brushProperty name="height" value="0.05292" units="cm"/>
      <inkml:brushProperty name="color" value="#002060"/>
    </inkml:brush>
  </inkml:definitions>
  <inkml:trace contextRef="#ctx0" brushRef="#br0">19000 6311 0,'0'0'0,"0"0"16,0 0-1,0 7-15,0 7 16,8 15 0,-1 16-16,8 28 15,-8 15 1,1 14-16,-8 16 16,0 14-16,0 14 15,-8 15 1,1 8-16,-8 15 15,8-2 1,-1 16-16,8-15 16,-7 8-16,14-1 15,-7-36 1,0 22-16,8-14 16,7-1-1,-8-8-15,0-13 16,1 14-1,-8-22-15,7 0 16,-7 0-16,8-23 16,-1-6-1,1 7-15,-1-22 16,1-8 0,0-6-16,-1-1 15,0-7-15,1-7 16,-1 0-1,-7-9-15,0 9 16,0 0 0,0 0-16,0-1 15,0-14-15,0 8 16,0-9 0,0 1-16,0 0 15,0 0 1,0 1-16,-7-2 15,-1-13 1,1-1-16,0 0 16,-1 1-16,8-9 15,-8 1 1,1 1-16,7-9 16,0 1-1,0-8-15,0 0 16,0 0-16,0 1 15,0 0 1,0-1-16,0-7 16,0 0-1,0 0-15,0 0 16,0 0 0,0 7-16,0-7 15,0 0 1,0 0-16,0 0 15,-8 7-15,8-7 16,-7 8 0,7-8-16,0 0 15,0 0 1,0 0-16,0 0 16,0 0-16,0 0 15,0 0 1,0 0-16,0 0 15,0 0 1,-8 7-16,8-7 16,0 0-16,0 0 15,0 0 1,0 0-16,-7 7 16,7-7-1,0 0-15,0 0 16,0 0-1,-8 7-15,8-7 16,-7 8-16,7-8 16,0 0-1,-7 7-15,7-7 16,-8 8 0,1-1-16,-1 0 15,1 1-15,-15 6 16,22-14-1</inkml:trace>
  <inkml:trace contextRef="#ctx0" brushRef="#br0" timeOffset="1243">9163 12451 0,'0'0'0,"0"0"15,7 0 1,23 7-16,15-7 16,29 8-1,16 0-15,8-1 16,28-7-16,1 0 16,0 0-1,30 0-15,-7-7 16,29-9-1,-15 9-15,38-7 16,-22 7-16,28-1 16,-13 1-1,14 0-15,7 0 16,-22-1 0,38-7-16,-30 0 15,22 1 1,0 0-16,-15-1 15,8-8-15,-15 2 16,22 6 0,-8 0-16,1 8 15,7-1 1,-15 16-16,8-16 16,-9 8-16,2-7 15,14 0 1,-22-8-16,14-6 15,-29-9 1,7-6-16,0-1 16,-7 8-1,0 7-15,0-1 16,-16 9-16,9-1 16,-1 8-1,-14 0-15,13 7 16,-21 0-1,-14 0-15,13 0 16,-21-15-16,6-7 16,-14-7-1,-22 7-15,-8-8 16,-14 8 0,-17 0-16,-5 7 15,-9 1 1,-52 14-16</inkml:trace>
  <inkml:trace contextRef="#ctx0" brushRef="#br0" timeOffset="2395.55">19545 6552 0,'0'0'0,"0"0"15,0 0 1,0 0-16,0 0 16,0 0-1,0 8-15,0 6 16,8 23-16,-8 29 16,0 7-1,7 0 1,1-14-16,-8-15 15,8-22-15,-8-22 16</inkml:trace>
  <inkml:trace contextRef="#ctx0" brushRef="#br0" timeOffset="2818.29">19471 6574 0,'0'0'16,"0"0"-16,7 0 15,8 7 1,7 8-16,8 7 16,8 7-16,7 8 15,-1 0 1,-6-8-16,-1 0 15,0 0 1,-6-6-16,-9-8 16,0-8-16,-7 0 15,0-7 1,0 0-16,0-7 16,-7 0-1,-1-8-15,1 0 16,-1-7-1,1-14-15,-1-16 16,-7-7-16,7 0 16,1 1-1,7 7-15,-15 51 16</inkml:trace>
  <inkml:trace contextRef="#ctx0" brushRef="#br0" timeOffset="3914.15">20247 6655 0,'0'0'0,"0"0"16,-7 7-16,0 8 16,-1 7-16,8 0 15,0 7 1,8 0-16,6 0 16,9-6-1,7-8-15,7-8 16,15-14-1,8-8-15,-15-8 16,-7-6-16,-8 8 16,-16-2-1,-6 1-15,-8 1 16,-8-2 0,-14 1-16,-23-7 15,0 15-15,-7-2 16,0 16-1,7 8-15,7 0 16,8-1 0,16 0-16,6 1 15,8-8 1,0 0-16,15 0 16,15-8-16,22 1 15,15-8 1,-7 0-16,-8 8 15,-14 7 1,-8 7-16,-8 0 16,0 9-1,-7 6-15,0-1 16,1 9-16,-9-1 16,1 0-1,-1 1-15,0-8 16,8-8-1,0-7-15,7 1 16,9-16-16,6-6 16,0-15-1,0-8-15,-14 8 16,-8-1 0,-8 8-16,1 8 15,-1 7 1,-7-1-16,0 8 15,0 0-15,0 0 16,0 0 0,0 0-16,0 15 15,0 7 1,8 0-16,-1 7 16,8 0-16,0-6 15,0-2 1,8-6-16,-1-8 15,8-7 1,-1 0-16,2-7 16,6-15-16,-15 8 15,-7-9 1,0 1-16,-8 1 16,-7-2-1,0 1-15,-7 8 16,-8-1-1,0 1-15,0 6 16,1 8-16,14 0 16</inkml:trace>
  <inkml:trace contextRef="#ctx0" brushRef="#br0" timeOffset="4432.89">21928 6252 0,'0'0'16,"0"0"-16,0 0 16,0 0-1,0 7-15,0 8 16,0 14-16,0 15 16,0 8-1,0 6-15,0 0 16,0-6-1,0-15-15,0-8 16,0 0 0,0-7-16,0-14 15,0-8-15</inkml:trace>
  <inkml:trace contextRef="#ctx0" brushRef="#br0" timeOffset="5411.68">21719 6647 0,'0'0'0,"0"0"16,0 0-16,0 0 16,15-7-1,8-7-15,14-1 16,15-8-16,0 9 15,0 7 1,-6 0-16,-9 7 16,-8 7-1,2 0-15,-9 0 16,-7 8-16,0 0 16,-8 0-1,1-1-15,-1-7 16,1 1-1,-8-1-15,0-7 16,0 0 0,0 0-16,7-7 15,16-15-15,-1 0 16,1-8 0,6 1-16,1 7 15,0 0 1,0 8-16,-8 6 15,1 1 1,-1 7-16,1 7 16,-1 8-16,8 7 15,7 7 1,1-7-16,6 0 16,1-7-1,8-15-15,-9-7 16,-6-16-1,-8 2-15,-1-9 16,-14 8-16,0 8 16,-8-1-1,1 8-15,-8 7 16,0 0-16,0 0 16,0 0-1,-8 14-15,1 23 16,0 14-1,-1 8-15,1 14 16,-1-7 0,1-15-16,0 0 15,7-6-15,0-2 16,0-6 0,-8 0-16,1-8 15,-1-7 1,1 0-16,-1 0 15,-7-7-15,0-1 16,0-6 0,0-1-16,0-7 15,1 0 1,-1-7-16,0-8 16,7 1-1,8-23-15,15-22 16,22-7-1,15 1-15,16-1 16,14-8-16,-82 74 16</inkml:trace>
  <inkml:trace contextRef="#ctx0" brushRef="#br0" timeOffset="9164.62">23534 6926 0,'0'0'0,"0"0"0,0 0 16,0 0 0,0 0-16,8 0 15,7-7 1,15-8-16,14-15 16,16-21-16,-1-14 15,-6-9 1,-8 1-16,-8 0 15,-14 7 1,-8 7-16,-8 7 16,-7 9-1,0 6-15,0 8 16,0 7-16,0 7 16,0 8-1,-7-1-15,-1 8 16,-7 0-1,0 8-15,0 6 16,-7 16-16,7 6 16,0 16-1,0 7-15,8 21 16,7-7 0,7-14-16,1 7 15,7-15 1,-1-7-16,-6-15 15,7-14-15,-1-8 16,9-7 0,0-7-16,6-8 15,1-7 1,0 1-16,-7-2 16,-1 9-16,0-1 15,-7 8 1,0 0-16,-8-1 15,1 1 1,-8 7-16,0 0 16,0 0-16,0 0 15,0 15 1,0 6-16,0 16 16,8 0-1,-1-1-15,1-6 16,-1-9-1,1-6-15,-1-8 16,8-7-16,-15 0 16</inkml:trace>
  <inkml:trace contextRef="#ctx0" brushRef="#br0" timeOffset="9373.56">24221 6457 0,'0'0'0,"0"0"16,0 0 0,0 0-16,8 8 15,-8-8 1,0 0-16</inkml:trace>
  <inkml:trace contextRef="#ctx0" brushRef="#br0" timeOffset="9825.2">24617 6479 0,'0'0'0,"0"0"15,0 0 1,0 0-16,0 0 16,0 0-1,0 0-15,0 0 16,0 0 0,-7 7-16,-8 1 15,0-1-15,0 0 16,7 0-1,8-7-15,0 0 16,0 0 0,8 8-16,-1-1 15,8 8-15,0 0 16,0 6 0,1 2-16,-9 6 15,-7 0 1,-7 1-16,-9-1 15,-14 8 1,0-8-16,-14 0 16,6-14-16,8-8 15,8-14 1,22 7-16</inkml:trace>
  <inkml:trace contextRef="#ctx0" brushRef="#br0" timeOffset="10132.2">24834 6252 0,'0'0'0,"0"0"15,0 0-15,0 7 16,7 15 0,1 15-16,-1 6 15,1 16-15,0 0 16,-8 0 0,0-16-16,0-13 15,0-8 1,0-8-16,0-14 15</inkml:trace>
  <inkml:trace contextRef="#ctx0" brushRef="#br0" timeOffset="10423.52">24692 6552 0,'0'0'0,"0"0"15,15-7 1,7 0-16,8-1 16,15 1-1,0-1-15,0 8 16,-8 8 0,-8 7-16,2 7 15,-9-8-15,-7 0 16,0 2-1,-8-2-15,1-6 16,-8-8 0,0 0-16,0 0 15</inkml:trace>
  <inkml:trace contextRef="#ctx0" brushRef="#br0" timeOffset="10584.87">24999 6295 0,'0'0'16,"0"0"-16,7-7 15,0 0 1,8 0-16,-15 7 16</inkml:trace>
  <inkml:trace contextRef="#ctx0" brushRef="#br0" timeOffset="11431.56">25297 6515 0,'0'0'0,"0"8"15,0 7 1,0 7-16,0-8 16,0 0-1,0-6-15,0-8 16,0 0-1,0 0-15,0-15 16,7-6 0,1-9-16,-1 1 15,8-7-15,-7 13 16,0 8 0,-1 1-16,0 7 15,1 7 1,-1 7-16,8 0 15,7 15-15,1 8 16,7-1 0,0-7-16,14 0 15,-6-15 1,14 1-16,0-16 16,1-6-16,-1-9 15,-14 2 1,-9-1-16,-6-1 15,-9 9 1,-6-1-16,-8 8 16,0 7-1,-8-7-15,1 7 16,-8 0-16,-14 7 16,6 7-1,0 1-15,1 0 16,7 0-1,8-1-15,7 1 16,0-1 0,7 1-16,0-7 15,16 6-15,-1 1 16,1-1 0,-1 1-16,1 15 15,6 13 1,1 16-16,-7 0 15,-16 0-15,1-9 16,-16 9 0,1 0-16,-16 0 15,1-16 1,7-13-16,-7-8 16,-1-8-1,9-7-15,-1-7 16,-8-7-16,8-15 15,0-14 1,15-8-16,7-15 16,23-21-1,-30 80-15</inkml:trace>
  <inkml:trace contextRef="#ctx0" brushRef="#br0" timeOffset="11914.59">26589 6222 0,'0'0'0,"0"0"16,0 0-16,0 23 16,0 6-16,8 22 15,-8 8 1,0 29 0,7-15-16,-7 0 15,0 1-15,0-16 16,0-21-1,0-16-15,0-6 16,0-15-16,0 0 16</inkml:trace>
  <inkml:trace contextRef="#ctx0" brushRef="#br0" timeOffset="12229.46">26448 6193 0,'0'0'15,"7"0"-15,15 0 16,23 0 0,7 7-16,0 8 15,1 0 1,-23 0-16,-1 6 15,-14 1 1,-7 8-16,-8-1 16,-8 8-16,-14-1 15,-8 9 1,1-16-16,6-8 16,8-6-1,15-15-15</inkml:trace>
  <inkml:trace contextRef="#ctx0" brushRef="#br0" timeOffset="13757.84">26873 6420 0,'0'0'0,"0"0"15,0 0-15,0 0 16,-8 15-1,1 7-15,0 7 16,-1 0 0,8 8-16,8-8 15,6 1 1,1-8-16,8-8 16,7 1-16,0-15 15,-1-7 1,2-8-16,-9 1 15,-7-8 1,-8-1-16,1 2 16,-8-1-16,-8 7 15,-6 0 1,-9 1-16,0 6 16,1 1-1,7 7-15,8 0 16,-1 0-1,8 0-15,0 0 16,0 0-16,15 0 16,15-7-1,8 0-15,-1-9 16,0 2 0,-7 6-16,-7 1 15,-9 7-15,-6 0 16,-1 0-1,1 7-15,-1 8 16,1 8 0,-8 6-16,0 7 15,0-6 1,7-2-16,0-5 16,1-8-16,-1-8 15,1 0 1,0-7-16,7-7 15,7-8 1,-7 1-16,0-9 16,-1 2-16,1 6 15,-7 0 1,-1 8-16,1-1 16,0 1-1,-8 7-15,0 0 16,0 0-1,7 7-15,1 1 16,7 7-16,-8-1 16,8 1-1,0-1-15,-8-7 16,8 1 0,0 0-16,0-8 15,0-8 1,7-7-16,-7 1 15,0-8-15,0 0 16,0 0 0,-8 0-16,1 0 15,0 0 1,-1 0-16,-7 8 16,0 6-16,0 1 15,0 7 1,0 0-16,8 0 15,7 7 1,7 1-16,15 6 16,1-7-16,-1-7 15,7-7 1,2 0-16,-9-8 16,-8 0-1,-6-7-15,0 8 16,-16-1-1,1 8-15,-8 7 16,0 0-16,-8-7 16,-7 7-1,-8 0-15,1 7 16,0 7 0,0 8-16,-1 8 15,8 6-15,7 1 16,8 0-1,8-1-15,7-6 16,8-9 0,6-6-16,1-7 15,8-1 1,-1-7-16,0-15 16,-7 0-16,0-6 15,-8-1 1,-7-1-16,0 2 15,-8-1 1,1 7-16,-1 7 16,1 1-16,-8 7 15,0 0 1,0 0-16,7 15 16,9 29-1,-1 7-15,0 1 16,-1-9-1,38 97-15</inkml:trace>
  <inkml:trace contextRef="#ctx0" brushRef="#br0" timeOffset="15749.71">26985 7402 0,'0'0'15,"0"0"-15,0 0 16,7 0 0,8-7-16,16-8 15,13-14 1,24-15-16,6-8 15,-14 2-15,-8 5 16,-15 1 0,-14 15-16,-8 7 15,-7 0 1,-1 7-16,-7 8 16,0 7-1,-7 0-15,-1 0 16,-7 0-16,0 7 15,7 1 1,1-1-16,7 1 16,0-1-1,7 8-15,9 6 16,6 1 0,0 8-16,1-1 15,-9-7-15,1 0 16,-7 0-1,0 0-15,-8 0 16,-8-7 0,0-1-16,1-7 15,-1 1-15,1-1 16,7-7 0,0 0-16,0 0 15,7-7 1,16-8-16,15-14 15,6-8 1,1-6-16,0 6 16,-1-7-16,-13 14 15,-9 9 1,-7 6-16,0 8 16,-8-1-1,-7 8-15,0 0 16,0 0-1,0 0-15,0 8 16,-7 6-16,-1 8 16,1 7-1,7 1-15,0-1 16,7 1 0,8-9-16,8-6 15,6-1-15,17-14 16,5-14-1,2-8-15,-8-15 16,-1 1-16,-6-1 16,-8-7-1,-15 15-15,-1 0 16,-6 7 0,-1 7-16,1 7 15,-8 1 1,0 7-16,0 0 15,0 0 1,0 7-16,-8 16 16,1 13-16,-1 16 15,1 21 1,7-7-16,0 0 16,0-23-1,7-13-15,1-15 16,-8-15-16</inkml:trace>
  <inkml:trace contextRef="#ctx0" brushRef="#br0" timeOffset="15942.77">28009 7153 0,'0'0'15,"0"0"-15,15 0 16,14 0 0,39 0-16,28-7 15,76 0-15</inkml:trace>
  <inkml:trace contextRef="#ctx0" brushRef="#br0" timeOffset="17733.8">19896 8010 0,'0'0'0,"0"0"15,0 0-15,0 0 16,-7 0 0,-15 8-16,-1 7 15,1-1 1,-1 1-16,8-1 15,8-6 1,-1-1-16,8 1 16,0-1-16,8 7 15,-1 1 1,1 7-16,-1 0 16,1 7-1,-8 1-15,-8-1 16,1 0-1,-8 1-15,0-8 16,0-1-16,8-6 16,-1-7-1,1-1-15,7-7 16,0 0 0,0 0-16,0 7 15,7 1 1,1 6-16,7 1 15,-1-1-15,1 9 16,8 6 0,-8 0-16,7 8 15,1 0 1,-9-1-16,1-14 16,8-7-16,0-8 15,-23-7 1</inkml:trace>
  <inkml:trace contextRef="#ctx0" brushRef="#br0" timeOffset="18410.38">20442 8157 0,'0'0'16,"0"0"-16,0 0 16,0 0-1,0-8-15,7 1 16,1-7 0,7-1-16,-1 1 15,1-1-15,0 7 16,1 1-1,-9 7-15,1 0 16,-1 15 0,1 0-16,-1 14 15,-7 8 1,-7 6-16,-1-6 16,1-8-16,7 0 15,0-6 1,7-9-16,1-6 15,6-1 1,1-7-16,7 0 16,-7 0-16,-7 0 15,-1 0 1,1 0-16,-8 0 16,0 0-1,0 7-15,0 15 16,0 8-16,0-1 15,0 15 1,8 0-16,-1 7 16,1-7-1,-1 0-15,-7-7 16,0-8 0,0-7-16,-7 0 15,-1-7 1,1 6-16,-9-6 15,-6 0-15,-8 0 16,30-15 0</inkml:trace>
  <inkml:trace contextRef="#ctx0" brushRef="#br0" timeOffset="19263.2">20150 9557 0,'0'0'0,"8"-8"16,0-6-16,-1-1 15,1-7-15,-1 0 16,-7 0 0,0 8-16,-7-9 15,-8 9 1,-16 6-16,-13 8 16,-9 8-1,-6 14-15,7 7 16,6 7-16,2 9 15,22-9 1,6-6-16,16-8 16,8-8-1,7-6-15,15-8 16,14-15-16,9-7 16,6-15-1,-13 8-15,-9-7 16,-15 13-1,-7 2-15,0 6 16,-8 8 0,-7 7-16,0 0 15,0 0-15,0 7 16,8 15 0,0 15-16,-1 14 15,8 7 1,7-13-16,8 5 15,-30-50-15</inkml:trace>
  <inkml:trace contextRef="#ctx0" brushRef="#br0" timeOffset="20575.08">19493 9300 0,'0'0'0,"0"0"15,0 0-15,0 0 16,0 0 0,-7 0-16,-1 0 15,1 0 1,0 0-16,-1 0 16,1 0-1,-1 0-15,8 0 16,0 8-16,0-1 15,0 0 1,8 8-16,-1 7 16,1 7-1,-8 8-15,0 7 16,-8 0-16,-7 0 16,-8 0-1,1-8-15,7-13 16,0-9-1,8 1-15,0-8 16,7 0 0,0-7-16,0 0 15,7 7-15,0 1 16,8 0 0,7 6-16,8 8 15,-7 0 1,-1 0-16,1 7 15,6 8 1,-6-8-16,7 8 16,7 0-16,0-16 15,16 2 1,-53-23-16</inkml:trace>
  <inkml:trace contextRef="#ctx0" brushRef="#br0" timeOffset="21264.15">20539 9337 0,'0'0'16,"0"0"-16,0 0 16,0 0-1,0-8-15,0 1 16,0 0 0,8-8-16,7 1 15,-1-1 1,1 7-16,0 1 15,0 7-15,0 7 16,0 1 0,0 14-16,-7 0 15,-1 15 1,-7-1-16,0 1 16,0 0-16,0-1 15,0-14 1,0 0-16,7-7 15,1-1 1,-1-6-16,1-1 16,-1 1-1,0-1-15,1 0 16,-8 0 0,0 1-16,0-1 15,0 15-15,0 0 16,0 7-1,7 1-15,1 6 16,-1 1 0,1-8-16,-8 0 15,0 1-15,0-1 16,-8 1 0,1-8-16,-1-1 15,-7 2 1,-7-1-16,0-1 15,22-21-15</inkml:trace>
  <inkml:trace contextRef="#ctx0" brushRef="#br0" timeOffset="22119.09">19807 10327 0,'0'0'0,"0"0"15,-15 7-15,0 0 16,-7 8 0,7-1-16,0 1 15,7 7 1,1 7-16,7 1 16,0-1-16,7 0 15,1 1 1,-1-1-16,1-8 15,-8 2 1,0-1-16,0-1 16,0 2-16,0-1 15,-8-8 1,8-7-16,-7 1 16,7-1-1,-8 1-15,8-8 16,0 7-1,0-7-15,8 8 16,22-1-16,7 0 16,1 0-1,-9 1-15,-7 6 16,1 1 0,-8 7-16,-7 0 15,-1 7-15,-7 8 16,0-1-1,-7 1-15,-1 7 16,0-7 0,1-8-16,7 1 15,0-9 1,7-6-16,1-8 16,7 1-16,15-16 15,0-7 1,-30 15-16</inkml:trace>
  <inkml:trace contextRef="#ctx0" brushRef="#br0" timeOffset="22642.01">20293 10451 0,'0'0'0,"0"0"15,0 0 1,0 0-16,0 7 16,7 23-1,1 6-15,-8 15 16,-8 1 0,1 6-16,-1-7 15,8-6-15,0-16 16,0-7-1,0-7-15,0-8 16,0-7 0,0 0-16,0 0 15,0 0 1,8 0-16,7-7 16,7 0-16,0 7 15,8 0 1,0 0-16,-7 7 15,-1 0 1,-7 0-16,-8 8 16,0-1-16,-7 9 15,-7 6 1,-8 0-16,-7 8 16,0-8-1,-1-14-15,0-8 16,1 1-1,0-23-15,22 15 16</inkml:trace>
  <inkml:trace contextRef="#ctx0" brushRef="#br0" timeOffset="23275.7">20755 10634 0,'0'0'15,"0"0"-15,0 0 16,0 0 0,0 0-16,0-7 15,0-8 1,0 0-16,8 1 15,0-1 1,-8 8-16,7 0 16,-7 7-16,0 0 15,0 0 1,8 7-16,-1 15 16,1 7-1,-8 8-15,0 14 16,0-7-16,7-7 15,0-8 1,8-7-16,0 0 16,0-7-1,7-8-15,1-7 16,-1 0 0,-7 0-16,0 0 15,-7 0-15,-1 0 16,-7 0-1,0 0-15,0 0 16,0 7 0,0 8-16,7 14 15,1 0-15,-8 16 16,0-9 0,0 1-16,0-8 15,-8 0 1,1-6-16,0-9 15,-8 0 1,15-14-16</inkml:trace>
  <inkml:trace contextRef="#ctx0" brushRef="#br0" timeOffset="24100.8">19964 11425 0,'0'0'0,"0"0"16,0 0 0,0 0-16,-7 8 15,-16 7 1,0 6-16,1 9 16,0-1-1,7 0-15,7-6 16,1 6-16,7 0 15,7 1 1,1 6-16,-1 8 16,1 0-1,-8-7-15,0-1 16,-8 1 0,-7-1-16,1-6 15,-9-8-15,0-8 16,1 1-1,7-7-15,8-1 16,-1 0 0,8-7-16,0 0 15,0 0-15,0 0 16,8 0 0,7 8-16,7-1 15,0 7 1,9 16-16,-9-1 15,-7 7-15,-1 1 16,1 7 0,-7-14-16,-1 6 15,1-6 1,0-1-16,-1-15 16,1-6-1,-8-8-15</inkml:trace>
  <inkml:trace contextRef="#ctx0" brushRef="#br0" timeOffset="24458.6">20516 11888 0,'0'0'0,"0"0"0,0 0 16,0 0-1,-7 7-15,-8 0 16,0 7 0,-15 8-16,1 8 15,6-1 1,0 8-16,9 7 15,6-7-15,8-1 16,8-14 0,6 0-16,17-7 15,13-15 1,8-15-16,-52 15 16</inkml:trace>
  <inkml:trace contextRef="#ctx0" brushRef="#br0" timeOffset="25108.8">20786 11668 0,'0'0'15,"0"0"-15,0 0 16,0 0-1,7-8-15,1 1 16,6-1-16,1 1 16,-7 7-1,6 0-15,-6 0 16,-1 7 0,8 8-16,1 7 15,-1 14 1,-1 9-16,1-1 15,-7 7 1,-1 0-16,1-7 16,-1-7-16,0-16 15,1-5 1,7-2-16,0-6 16,0-8-1,7 0-15,1 0 16,-1-8-16,-7 1 15,-8 7 1,-7 0-16,0 0 16,0 0-1,0 0-15,-7 15 16,-1 6-16,1 1 16,-1 15-1,1-1-15,0 1 16,-1 0-1,8 0-15,0-8 16,-7 8 0,-1-8-16,1 1 15,0-1-15,-1-8 16,-7 2 0,0-9-16,-22 1 15,37-15 1</inkml:trace>
  <inkml:trace contextRef="#ctx0" brushRef="#br0" timeOffset="27274.93">23482 7864 0,'0'0'0,"0"0"16,0 0-16,0 0 15,0 0 1,0 0-16,-8 0 15,-6 8-15,-1-1 16,0 0 0,0 8-16,7-1 15,0 1 1,8 7-16,0 0 16,0 7-16,-7 8 15,0 7 1,-16 7-16,-6 8 15,-1-8 1,-1-7-16,2-7 16,-1-8-1,8-15-15,7-6 16,7-1-16,8-7 16,0 0-1,0 0-15,0 0 16,8 0-1,7 0-15,7 0 16,0 8-16,1 6 16,-1 8-1,1 7-15,-1 8 16,0 0 0,-7 0-16,0-1 15,0-6 1,-8-16-16,1 0 15,8-6-15,-16-8 16</inkml:trace>
  <inkml:trace contextRef="#ctx0" brushRef="#br0" timeOffset="27797.46">23796 8194 0,'0'0'0,"0"0"0,0-7 15,0-1 1,0 1-16,0-8 16,-7 7-1,-9 1-15,1 0 16,-15 0-1,1 7-15,-16 14 16,0 1-16,8 7 16,7 7-1,7 1-15,15-8 16,8 0 0,8-8-16,0-7 15,7 1 1,15-8-16,7-8 15,8-13-15,-15 6 16,-1-7 0,-14 7-16,0 8 15,-8-1 1,-7 8-16,0 0 16,0 0-16,8 8 15,0 14 1,7 7-16,0 0 15,0 1 1,7-8-16,0-8 16,-22-14-1</inkml:trace>
  <inkml:trace contextRef="#ctx0" brushRef="#br0" timeOffset="28013.08">24177 8392 0,'0'0'0,"0"0"16,0 7-1,0 8-15,0 14 16,0 8 0,-8-1-16,-7 8 15,0-8 1,8-13-16,-1-16 15,8-7-15</inkml:trace>
  <inkml:trace contextRef="#ctx0" brushRef="#br0" timeOffset="28582.9">24267 7915 0,'0'0'0,"0"0"15,0 0 1,0 0-16,7 15 16,0 7-1,1 7-15,-1 16 16,-7-2-1,0 1-15,0 0 16,0 0-16,0-15 16,0-6-1,0-9-15,0-7 16,0 1 0,0-8-16,0 0 15,0 0 1,8 0-16,6-8 15,9 1-15,-1 0 16,9 0 0,-2-1-16,1 8 15,0 0 1,-15 0-16,0 0 16,-8 8-16,-7-8 15,0 7 1,-7 7-16,-8 1 15,-8-1 1,-7 2-16,-7-2 16,0-7-1,-1-7-15,9 0 16,14-7-16,15 7 16</inkml:trace>
  <inkml:trace contextRef="#ctx0" brushRef="#br0" timeOffset="29214.58">24565 7761 0,'0'0'0,"0"0"16,0 0-1,7 0-15,1 0 16,14 0 0,1 0-16,-1 0 15,1 7 1,-1 1-16,0-1 16,-7 8-16,1 0 15,-9 7 1,8 15-16,0 6 15,-8-6 1,8-1-16,0-6 16,7-1-16,9-7 15,-2 0 1,1-14-16,-1-1 16,2 0-1,-9-7-15,-7 0 16,-7 0-1,-1 0-15,-7 0 16,0 0-16,0 0 16,0 7-1,0 15-15,-7 8 16,-1 6 0,1 16-16,-1 7 15,1-1-15,-8-7 16,8 8-1,-1-8-15,-8-7 16,2-7 0,-1-8-16,0-7 15,0-7 1,-7 0-16,-1-1 16,23-14-16</inkml:trace>
  <inkml:trace contextRef="#ctx0" brushRef="#br0" timeOffset="30063.16">23564 9081 0,'0'0'15,"0"0"-15,0 0 16,0 0 0,-15 7-16,-15 0 15,-7 7 1,7 1-16,1 8 15,-2-2-15,16-6 16,8 0 0,-1 7-16,8 0 15,0 7 1,8 0-16,-1 8 16,1 0-1,-8-1-15,0 1 16,-8-1-16,1 1 15,-8 0 1,0-15-16,0 0 16,0-8-1,8 1-15,-1-8 16,8-7 0,0 0-16,0 0 15,0 0-15,0 0 16,8 0-1,7 8-15,0-1 16,-1 15 0,1 0-16,0 8 15,0-1-15,0 0 16,1 1 0,-2-2-16,-6-6 15,7 1 1,-1-9-16,1-6 15,0-8 1,8-8-16,7-13 16,7-9-16,0-14 15,-37 44 1</inkml:trace>
  <inkml:trace contextRef="#ctx0" brushRef="#br0" timeOffset="30297.82">23766 9271 0,'0'0'0,"0"0"16,0 7-16,0 23 16,0 6-1,0 15-15,0-6 16,-8 5-1,8-12-15,-8-9 16,8-15 0,0-6-16,0-8 15</inkml:trace>
  <inkml:trace contextRef="#ctx0" brushRef="#br0" timeOffset="31328.12">24348 9615 0,'0'0'16,"0"0"-16,0 0 15,0 0 1,0 0-16,0 0 15,0 0 1,0 0-16,0 0 16,-7 8-16,-1-1 15,1 0 1,7-7-16</inkml:trace>
  <inkml:trace contextRef="#ctx0" brushRef="#br0" timeOffset="32220.64">23796 9242 0,'0'0'15,"0"0"-15,0 0 16,0 0-16,0 0 15,0 0 1,7 14-16,1 16 16,-1 13-1,1 9-15,-8 7 16,-8-1 0,1 8-16,-1-7 15,1-15-15,7-15 16,0-7-1,0-7-15,0-8 16,0-7 0,0 0-16,0 0 15,0 0-15,0 0 16,0-7 0,7 0-16,1-9 15,7 2 1,-1 7-16,9-8 15,-1 8 1,1 0-16,-1 7 16,0 0-16,-7 0 15,0 7 1,0 0-16,-7 0 16,-1 1-1,-7 6-15,0 1 16,-7 0-1,-8-1-15,-8 1 16,-6-1-16,-1-6 16,-1-1-1,2-7-15,7 0 16,7-7 0,7-8-16,8 15 15</inkml:trace>
  <inkml:trace contextRef="#ctx0" brushRef="#br0" timeOffset="32526.87">24363 9784 0,'0'0'0,"0"0"16,0 0-16,0 0 15,0 0 1,-8 7-16,1 1 16,0 14-1,-8 7-15,-7 15 16,-8 15-16,7-16 15,1-6 1,22-37-16</inkml:trace>
  <inkml:trace contextRef="#ctx0" brushRef="#br0" timeOffset="32926.83">24670 9315 0,'0'0'16,"0"0"-16,0 0 15,0 0 1,0 0-16,0 0 15,-8 7-15,1 0 16,-8 8 0,0 8-16,-8-2 15,-7 8 1,8-6-16,7-1 16,0-1-1,15 2-15,8-1 16,14-1-16,15 1 15,16-7 1,14-15-16,-7-7 16,-60 7-1</inkml:trace>
  <inkml:trace contextRef="#ctx0" brushRef="#br0" timeOffset="33582.82">24677 9161 0,'0'0'0,"0"0"16,0 0-16,0 0 15,7-7-15,8 0 16,15-1-1,0 1-15,8 7 16,-9 0 0,1 7-16,-7 1 15,-1 6 1,0 8-16,-7 8 16,0 13-1,0 1-15,-7 0 16,0-7-16,-1-1 15,1-13 1,-1-9-16,0 1 16,1-8-1,-1 0-15,8-7 16,15 0-16,-8-7 16,1 0-1,-8 7-15,-8 0 16,1 0-1,-8 0-15,0 0 16,0 7 0,-8 15-16,1 8 15,-1 6-15,1 8 16,0-7 0,-1-1-16,8 1 15,0-8 1,0 0-16,-8 1 15,1-1-15,-1 0 16,-7 8 0,0 0-16,1 0 15,-1-8 1,-7-7-16,22-22 16</inkml:trace>
  <inkml:trace contextRef="#ctx0" brushRef="#br0" timeOffset="34528.82">23609 10590 0,'0'0'0,"-8"0"15,-6 7-15,-9 0 16,1 9-16,-1-2 15,8 8 1,8 0-16,-1 8 16,8-2-1,8 2-15,-1-1 16,8 8 0,0 0-16,-7-8 15,-1 8-15,-7-1 16,0-6-1,-7-1-15,-1-7 16,-7 0 0,0-7-16,0-1 15,8-7 1,-1 0-16,1-7 16,7 0-16,0 0 15,0 0 1,0 0-16,0 0 15,7 0 1,8 8-16,7 7 16,1 7-16,0 7 15,-8 1 1,7-1-16,-7 8 16,0-8-1,-1 0-15,2-7 16,-1 0-1,0-15-15,7-7 16,-22 0-16</inkml:trace>
  <inkml:trace contextRef="#ctx0" brushRef="#br0" timeOffset="35042.53">24214 10898 0,'0'0'0,"0"0"15,0 0-15,0 0 16,0 0 0,0-8-16,-15-6 15,-7 7 1,-16-1-16,-7 8 15,1 0 1,6 8-16,8 6 16,0 8-1,16 0-15,6 0 16,8 0-16,0 1 16,15-9-1,15-7-15,15-7 16,0-7-1,-1-7-15,-6-2 16,-16 2-16,1-1 16,-9 8-1,-6 0-15,-1 7 16,-7 0 0,8 7-16,-1 7 15,1 16-15,-1 21 16,1-7-1,7-15-15,0-7 16,0 1 0,-15-23-16</inkml:trace>
  <inkml:trace contextRef="#ctx0" brushRef="#br0" timeOffset="35232.65">24647 11140 0,'0'0'0,"0"7"16,0 8 0,-7 6-16,-8 17 15,0-2 1,-8 1-16,1-1 16,7-14-1,15-22-15</inkml:trace>
  <inkml:trace contextRef="#ctx0" brushRef="#br0" timeOffset="35609.21">25080 10832 0,'0'0'0,"0"0"16,0 0 0,0 0-16,0 0 15,0 0-15,-7 0 16,-16 0 0,-6 8-16,-8 6 15,-1 1 1,8 6-16,8 2 15,0 6 1,14 0-16,8 1 16,8-1-16,6-7 15,16 0 1,7-7-16,9-15 16,5-15-1,-51 15-15</inkml:trace>
  <inkml:trace contextRef="#ctx0" brushRef="#br0" timeOffset="36203.06">25230 10539 0,'0'0'0,"0"0"16,0 0-1,0 0-15,8 0 16,-1 0-16,8-8 16,7 1-1,-7 7-15,0 0 16,0 0 0,0 7-16,0 9 15,-8 5 1,8 15-16,-7 9 15,-1 14 1,1-1-16,-1-7 16,0-14-16,1-8 15,-1-14 1,1 0-16,-1-8 16,9-7-1,-1 0-15,-1 0 16,-6 0-16,-1 0 15,1 0 1,-8 0-16,0 0 16,0 0-1,0 7-15,0 8 16,-8 7-16,1 8 16,-1 13-1,8 9-15,0-9 16,8 8-1,-1 1-15,1-8 16,-8-7 0,0-8-16,-8 0 15,-7 0-15,-7-7 16,22-22 0</inkml:trace>
  <inkml:trace contextRef="#ctx0" brushRef="#br0" timeOffset="37109.33">24139 11850 0,'0'0'16,"0"0"-16,0 0 15,-15 8 1,-7-1-16,-1 8 16,-6 0-16,-1 6 15,7 1 1,1-7-16,7 0 15,7 7 1,1-1-16,7 2 16,0 6-16,0 0 15,0 1 1,0-1-16,0 1 16,-7-9-1,-1 1-15,-7 0 16,0-7-1,-8 0-15,9-8 16,-1 0-16,7 0 16,1 1-1,7-8-15,0 0 16,0 0 0,7 7-16,1 1 15,7 7 1,7 6-16,1 1 15,-1 8-15,0 6 16,1-6 0,-8-8-16,0-1 15,0-6 1,7 0-16,-7-8 16,7-7-1,1-7-15,-23 7 16</inkml:trace>
  <inkml:trace contextRef="#ctx0" brushRef="#br0" timeOffset="37609.17">24565 12181 0,'0'0'0,"0"0"0,0 0 15,0 0 1,0 0-16,0-8 16,0 0-1,-8 1-15,1 0 16,-8 0 0,-7 7-16,-8 7 15,0 7 1,8 9-16,-1 6 15,9-7-15,6 0 16,8-7 0,8-1-16,6-7 15,16-7 1,7-7-16,1-7 16,-8-8-16,-8 7 15,-7 0 1,0 1-16,-8 6 15,-7 8 1,0 0-16,0 0 16,0 8-16,0-1 15,0 15 1,0 0-16,8 7 16,-1-14-1,-7-15-15</inkml:trace>
  <inkml:trace contextRef="#ctx0" brushRef="#br0" timeOffset="37836.18">24931 12349 0,'0'0'0,"0"7"16,0 8-1,0 7-15,-8 7 16,-6 7 0,-9-6-16,9-8 15,-2 0 1,1-7-16,15-15 16</inkml:trace>
  <inkml:trace contextRef="#ctx0" brushRef="#br0" timeOffset="38382.94">25170 11726 0,'0'0'16,"0"0"-16,0 8 15,7 21 1,1 15-16,-8 14 16,-8 1-1,1 7-15,-1-7 16,1-16-16,0-6 16,-1-15-1,8-8-15,0 2 16,0-16-1,0 0-15,0 0 16,8-8 0,-1-7-16,8 1 15,7-8-15,1 7 16,0 0 0,-1 8-16,0 7 15,-7 0 1,0 7-16,0 8 15,-8 7 1,1 0-16,-8 0 16,0 0-16,-8 0 15,-7 0 1,-7-7-16,-8-8 16,1-7-1,-2-7-15,16-8 16,0-7-1,15 22-15</inkml:trace>
  <inkml:trace contextRef="#ctx0" brushRef="#br0" timeOffset="38599.47">25633 12188 0,'0'0'0,"8"7"16,-1 8-1,0 6-15,-7 9 16,-7 14 0,-15 7-16,-8 8 15,-15-8 1,8-14-16,7-15 16,8-15-16,22-7 15</inkml:trace>
  <inkml:trace contextRef="#ctx0" brushRef="#br0" timeOffset="38982.83">26148 11792 0,'0'0'16,"0"0"-16,0 0 16,0 0-1,-7 0-15,-8 7 16,0 1 0,-14 14-16,-9 7 15,1 1-15,7-2 16,0 9-1,7 0-15,8 0 16,8-8 0,7 0-16,7 1 15,8-9-15,16 1 16,6-7 0,7-15-16,9-15 15,-53 15 1</inkml:trace>
  <inkml:trace contextRef="#ctx0" brushRef="#br0" timeOffset="39559.15">26253 11557 0,'0'0'16,"0"0"-16,0 0 15,7 0 1,8 0-16,8 0 16,0 0-1,-1 0-15,0 7 16,0 1-16,1 7 16,-8 0-1,8 13-15,-9 10 16,1 12-1,-7 2-15,-1-1 16,0-7 0,8 0-16,0-15 15,1-14-15,-1 0 16,7-8 0,0-7-16,0 0 15,-7 0 1,-7-7-16,-8 7 15,0 0-15,0 0 16,0 0 0,0 0-16,-8 7 15,1 22 1,-1 16-16,1 6 16,0 7-1,7 8-15,-8-7 16,1 0-16,-1-8 15,1-14 1,-8-9-16,-7-12 16,-24-16-1,46 0-15</inkml:trace>
  <inkml:trace contextRef="#ctx0" brushRef="#br0" timeOffset="41241.61">21040 8362 0,'0'0'0,"0"0"16,0 0 0,0 0-16,0 0 15,0 0 1,0 0-16,0 0 15,0 0 1,7 0-16,8 0 16,7 0-16,0-7 15,1 0 1,0-1-16,-1 1 16,-7 0-1,0 0-15,-15 7 16</inkml:trace>
  <inkml:trace contextRef="#ctx0" brushRef="#br0" timeOffset="43783.93">21823 7886 0,'0'0'0,"-7"7"16,-8 15-16,-14 30 15,-16 14 1,-8 14-16,-6 22 16,-1-6-16,8-15 15,6-8 1,9-15-16,0-13 15,14-24 1,8-14-16,15-7 16</inkml:trace>
  <inkml:trace contextRef="#ctx0" brushRef="#br0" timeOffset="44050.7">21196 8069 0,'0'0'0,"0"0"16,8 0 0,6 7-16,17 8 15,6 7-15,22 22 16,31 22-1,22 14-15,-7-14 16,7 0 0,-7 0-16,-105-66 15</inkml:trace>
  <inkml:trace contextRef="#ctx0" brushRef="#br0" timeOffset="45483.09">20972 9469 0,'0'0'15,"0"0"-15,0 0 16,0 0 0,0 0-16,0 0 15,0 0-15,7 0 16,1 0-1,7-7-15,0-1 16,0 1 0,0 0-16,0 7 15,-8 0-15,1 0 16,-1 0 0,-7 0-16,0 0 15,0 0 1,0 0-16,0 0 15,0 0 1,0 0-16,0 0 16,-7 0-16,-1 0 15,-7 7 1,1-7-16,-1 0 16,-8 0-1,23 0-15</inkml:trace>
  <inkml:trace contextRef="#ctx0" brushRef="#br0" timeOffset="48164.63">21480 9176 0,'0'0'0,"0"0"16,0 0-16,0 0 15,0 0 1,0 0-16,0 0 15,-8 7 1,1 0-16,-1 8 16,1 7-16,0 0 15,-1 7 1,1 8-16,-1 7 16,8-8-1,0 2-15,0-9 16,0-1-1,8 2-15,-1-8 16,1 0-16,-8-22 16</inkml:trace>
  <inkml:trace contextRef="#ctx0" brushRef="#br0" timeOffset="48733.95">21704 9205 0,'0'0'0,"0"0"15,0 0 1,0 8-16,0 6 15,0 8 1,0 15-16,0 6 16,0 2-16,0-2 15,0-6 1,7 7-16,1-14 16,0-9-1,7 1-15,0-7 16,0-7-16,7-8 15,0 0 1,0-8-16,1-7 16,0 1-1,-9-8-15,1 0 16,0-8 0,-8-6-16,1-1 15,-8 8-15,0 0 16,-8-1-1,1 8-15,-8 0 16,0 0 0,-7 8-16,0-1 15,-16 8 1,1 14-16,-8 15 16,0 22-16,8 7 15,37-51 1</inkml:trace>
  <inkml:trace contextRef="#ctx0" brushRef="#br0" timeOffset="49506.02">21218 10634 0,'0'0'0,"0"0"15,0 0 1,0 0-16,0 0 16,0 0-1,8 0-15,7 0 16,8-7 0,6 0-16,8-1 15,1 0 1,14-6-16,-52 14 15</inkml:trace>
  <inkml:trace contextRef="#ctx0" brushRef="#br0" timeOffset="50820.77">21742 10356 0,'0'0'16,"0"0"-16,0 0 16,0 0-1,0 0-15,0 7 16,0 7 0,0 16-16,0 21 15,-8 15-15,8 7 16,0 8-1,0-30-15,0-6 16,8-16 0,-1-15-16,-7-7 15,0-7-15,0 0 16</inkml:trace>
  <inkml:trace contextRef="#ctx0" brushRef="#br0" timeOffset="51259.54">22077 10341 0,'0'0'0,"0"0"15,0 0-15,0 0 16,-7 7-16,-1 1 15,1 6 1,-8 8-16,8 0 16,-1 0-1,8 0-15,0-7 16,8 0 0,-1-1-16,8 8 15,7-7-15,1 0 16,0-1-1,-1 8-15,0-8 16,-7 9 0,0-1-16,-7-1 15,-8 2-15,-8-1 16,0-1 0,-6 2-16,-1-8 15,0-8 1,-7-7-16,22 0 15</inkml:trace>
  <inkml:trace contextRef="#ctx0" brushRef="#br0" timeOffset="51446.4">22130 10436 0,'0'0'0,"0"0"16,7-7-16,31-8 16,29-7-1,7 0-15,-6 0 16,-68 22 0</inkml:trace>
  <inkml:trace contextRef="#ctx0" brushRef="#br0" timeOffset="52135.81">21435 11865 0,'0'0'16,"0"0"-16,0 0 15,0 0-15,0 0 16,0 0-1,0 0-15,0 0 16,0 0 0,0 0-16,15 0 15,0 0 1,8 0-16,-1 0 16,0 0-16,1 0 15,-1-7 1,0 7-16,-22 0 15</inkml:trace>
  <inkml:trace contextRef="#ctx0" brushRef="#br0" timeOffset="52728.56">21734 11564 0,'0'0'0,"0"0"15,0 0-15,0 0 16,8-7-1,7 0-15,7 0 16,8-8 0,-1 8-16,9 0 15,-8 7 1,-8 7-16,-7 0 16,0 8-16,0 6 15,-7 9 1,-16 21-16,-7 8 15,-8 7 1,-6-7-16,7-15 16,-1-8-16,8-14 15,7-7 1,1 0-16,-1-8 16,8-7-1,0 0-15,0 0 16,8 7-1,15-7-15,7 0 16,-1 0-16,8-7 16,-6 0-1,13-8-15,1-7 16,0 0 0,7-7-16,-52 29 15</inkml:trace>
  <inkml:trace contextRef="#ctx0" brushRef="#br0" timeOffset="53117.1">22399 11316 0,'0'0'0,"0"0"16,0 0-16,-8 14 15,1 8 1,-8 15-16,0 7 16,0 0-16,0 0 15,7-8 1,1 1-16,-1-1 16,1-6-1,0-1-15,7-7 16,0-7-16,7 0 15,8-1 1,8 1-16,-1-8 16,8 0-1,-8 1-15,8-8 16,-7 0 0,-1-8-16,-7 1 15,0-7-15,-15 14 16</inkml:trace>
  <inkml:trace contextRef="#ctx0" brushRef="#br0" timeOffset="53313.43">22481 11550 0,'0'0'0,"0"0"16,0 0-16,0 7 15,8 8 1,-1 7-16,0 14 15,1 16-15,-1 7 16,1-1 0,-1 1-16,8-8 15,-15-51 1</inkml:trace>
  <inkml:trace contextRef="#ctx0" brushRef="#br0" timeOffset="54230.21">25424 8245 0,'0'0'0,"0"0"0,0 0 16,0 0 0,0 0-16,0 0 15,0 0 1,0 0-16,0 0 15,0 0 1,0 0-16,15-7 16,15-1-16,7 1 15,8-8 1,-7 1-16,6-1 16,1 1-1,-45 14-15</inkml:trace>
  <inkml:trace contextRef="#ctx0" brushRef="#br0" timeOffset="56932.71">26089 7988 0,'0'0'0,"0"0"16,0 0-1,0 0-15,0 0 16,0 0 0,0 0-16,0 0 15,7-7 1,1 0-16,7-8 15,7 1-15,0 6 16,9 1 0,-9-1-16,-7 8 15,0 8 1,-8 7-16,-7-1 16,0 15-16,-15 9 15,-7-2 1,-16 15-16,-7 1 15,1-2 1,-1 2-16,8-16 16,14-13-1,8-1-15,8-8 16,0-7 0,7-7-16,0 0 15,7 0-15,8 0 16,22-7-1,16-7-15,6-1 16,9-7-16,-16 7 16,8-14-1,-60 29-15</inkml:trace>
  <inkml:trace contextRef="#ctx0" brushRef="#br0" timeOffset="57397.07">26724 7886 0,'0'0'0,"0"0"15,0 0 1,0 0-16,0 0 15,-8 0 1,-14 15-16,-8 6 16,0 2-1,8-1-15,-1 7 16,8-7-16,8-7 16,7 6-1,15 1-15,15 1 16,7-2-1,8 1-15,-15-7 16,-1 7-16,-6-7 16,-8-1-1,-7 8-15,-8 1 16,-8-2 0,-15 8-16,-14-6 15,-7-1 1,-2-8-16,2-7 15,14-7-15,30 0 16</inkml:trace>
  <inkml:trace contextRef="#ctx0" brushRef="#br0" timeOffset="57633.64">26589 8003 0,'0'0'0,"0"0"16,8 0-16,14-7 15,15-8 1,16 1-16,6-8 16,24-1-1,-1 2-15,-23 6 16,16-7-1,-75 22-15</inkml:trace>
  <inkml:trace contextRef="#ctx0" brushRef="#br0" timeOffset="58318.46">25446 9410 0,'0'0'0,"0"0"15,0 0-15,0 0 16,0 0 0,0 0-16,0 0 15,0 0-15,0 0 16,0 0 0,0 0-16,0 0 15,0 0 1,8-7-16,0-1 15,7 1 1,7-7-16,0-1 16,-7 8-16,0-1 15,-15 8 1</inkml:trace>
  <inkml:trace contextRef="#ctx0" brushRef="#br0" timeOffset="59983.11">26880 8912 0,'0'0'0,"0"0"15,0 0-15,0 0 16,0 0-1,-15 15-15,-29 21 16,-24 16 0,-29 21-16,1 7 15,6 1 1,0 7-16,16-22 16,21-15-16,16-22 15,37-29 1</inkml:trace>
  <inkml:trace contextRef="#ctx0" brushRef="#br0" timeOffset="60261.53">26209 9015 0,'0'0'0,"0"0"16,0 0-16,7 14 16,8 8-1,14 15-15,24 14 16,14 8 0,23 6-16,7-6 15,8-7-15,-9-9 16,1 2-1,-97-45-15</inkml:trace>
  <inkml:trace contextRef="#ctx0" brushRef="#br0" timeOffset="60995.04">25753 10788 0,'0'0'0,"0"0"16,0 0-16,0 0 15,0 0 1,0 0-16,0 0 15,0 0 1,7 0-16,8 0 16,7-7-1,9 0-15,6-8 16,-8 7-16,1 1 16,-7-1-1,-1 1-15,-22 7 16</inkml:trace>
  <inkml:trace contextRef="#ctx0" brushRef="#br0" timeOffset="64283.47">26425 10436 0,'0'0'16,"0"0"-16,0 0 15,0 0-15,0 0 16,0 0 0,0 0-16,0 0 15,0 0 1,8-7-16,7-15 15,7 0 1,7 0-16,-6 7 16,0 1-16,-1 7 15,-7-1 1,-8 8-16,1 0 16,-1 8-1,-7-1-15,-7 7 16,-1 8-1,-7 8-15,1-8 16,-1-1-16,7-6 16,0-7-1,1-1-15,7 0 16,0 1 0,0-1-16,7 0 15,9 0 1,-1 1-16,-1-1 15,1 0-15,-7 9 16,-1-2 0,-7 0-16,0 8 15,-7 1 1,-8-2-16,-15 16 16,-8 0-16,1-8 15,0-7 1,14-7-16,1-15 15,-1-7 1,9-1-16,14 8 16</inkml:trace>
  <inkml:trace contextRef="#ctx0" brushRef="#br0" timeOffset="64826.21">26873 10187 0,'0'0'0,"0"0"16,0 0-1,0 0-15,0 0 16,0 0-1,0 0-15,0 0 16,0 0 0,0 7-16,-8 8 15,1 14 1,0 1-16,-8 13 16,7-6-16,1 0 15,0 0 1,7-8-16,0 0 15,0-7 1,0-7-16,0-1 16,7-6-16,0 0 15,8-1 1,0 0-16,7 0 16,1 0-1,7-7-15,7 0 16,8 0-1,-7-7-15,-9 0 16,1 0-16,0 0 16,0-9-1,0 2-15,7-8 16,-37 22 0</inkml:trace>
  <inkml:trace contextRef="#ctx0" brushRef="#br0" timeOffset="65059.71">27157 10363 0,'0'0'15,"0"0"-15,0 0 16,0 0 0,0 0-16,-7 14 15,-1 9 1,0 6-16,1 8 15,-1 14 1,8 0-16,0 22 16,8-14-16,-8-59 15</inkml:trace>
  <inkml:trace contextRef="#ctx0" brushRef="#br0" timeOffset="66529.64">27516 11477 0,'0'0'16,"0"0"-16,0 0 15,0 0 1,0 0-16,0 7 16,-8 15-1,-7 22-15,-8 22 16,-21 36 0,-9 1-16,1 0 15,8-8-15,13-29 16,2-22-1,14-22-15,7-15 16,8-7-16</inkml:trace>
  <inkml:trace contextRef="#ctx0" brushRef="#br0" timeOffset="66759.73">27097 11630 0,'0'0'16,"0"0"-16,15 8 15,15 22 1,22 28-16,23 15 16,7 8-1,-7 7-15,-8-7 16,-22-30-16,-45-51 15</inkml:trace>
  <inkml:trace contextRef="#ctx0" brushRef="#br0" timeOffset="69044.17">17036 13382 0,'0'0'0,"-8"-7"15,0 0 1,-6-1-16,-9-7 16,-6 1-1,-9 7-15,-7 7 16,1 7-16,-2 0 16,2 8-1,14 0-15,0-1 16,15 1-1,7-1-15,8 1 16,0 7 0,8 7-16,7 16 15,0 5-15,0 2 16,-7 21 0,-16 8-16,-7 7 15,-7-22 1,-8-8-16,-15-6 15,8-16-15,7-14 16,0-7 0,15-7-16,0-1 15,8-7 1,7 0-16,0 0 16,0 0-1,15-7-15,7 7 16,8 0-16,0 7 15,0 0 1,-8 7-16,8 16 16,0 7-1,-8 7-15,-7-1 16,-7 2-16,-1-2 16,1 1-1,6-7-15,-6-7 16,7-2-1,-1-12-15,9-9 16,-8-14 0,-15 7-16</inkml:trace>
  <inkml:trace contextRef="#ctx0" brushRef="#br0" timeOffset="69564.57">17342 13954 0,'7'-8'16,"1"1"-16,-1-8 15,1 8 1,-8 0-16,0 0 16,0-1-16,0 1 15,-8 0 1,-7-1-16,-7 8 15,-15 22 1,-1 15-16,1 14 16,0 15-1,14 0-15,15-7 16,8-23-16,0-7 16,8-13-1,0-9-15,7-7 16,7-15-1,8-7-15,-1-7 16,-6-1 0,0 8-16,-8 8 15,-8-1-15,1 8 16,-1-1 0,-7 8-16,7 0 15,8 8 1,0 14-16,8 22 15,7 14-15,-8 1 16,0-15 0,-7-8-16,-8-14 15,-7-22 1</inkml:trace>
  <inkml:trace contextRef="#ctx0" brushRef="#br0" timeOffset="69795.28">17857 14276 0,'7'0'0,"1"0"16,8 0-1,-2 0-15,-6 0 16,-1 8-16,1-1 16,-8 15-1,-8 7-15,-14 22 16,-16 8-1,-6-7-15,-1-8 16,7-22 0,38-22-16</inkml:trace>
  <inkml:trace contextRef="#ctx0" brushRef="#br0" timeOffset="70214.53">18343 13844 0,'0'0'0,"0"0"15,0 0 1,0 0-16,0 0 15,0 0 1,0 0-16,0 0 16,-8 0-16,-7 7 15,0 8 1,-14 14-16,-1 8 16,0 14-1,7 8-15,9-8 16,6 0-16,8-14 15,0-8 1,8-7-16,14-7 16,8 0-1,15-15-15,7-7 16,1-16 0,-53 23-16</inkml:trace>
  <inkml:trace contextRef="#ctx0" brushRef="#br0" timeOffset="70901.5">18410 13485 0,'0'0'0,"8"-8"15,-1 1 1,8-7-16,7-1 16,1-7-16,7 7 15,0 1 1,-1 6-16,-6 8 16,0 8-1,-1 6-15,7 23 16,-6 14-1,-8 22-15,-8 8 16,1 0-16,0-8 16,-1-15-1,1-13-15,-1-16 16,0-7 0,8-7-16,0-8 15,0 0 1,0-7-16,0 0 15,0 0-15,-7 0 16,-1 0 0,-7 0-16,0 0 15,0 0 1,7 7-16,1 15 16,-1 8-16,8 6 15,0 16 1,0-1-16,0-7 15,-8 0 1,1-8-16,0-6 16,-8-1-1,-8-7-15,-7 8 16,0-9-16,0-6 16,0 0-1,-7 0-15,7-8 16,0-7-1,0 0-15,7-7 16,8 7-16</inkml:trace>
  <inkml:trace contextRef="#ctx0" brushRef="#br0" timeOffset="71975.58">19635 13829 0,'0'0'0,"0"0"15,0 0 1,0 0-16,0 0 15,0 0 1,0 0-16,0 0 16,0 0-1,0 0-15,15-7 16,15 0-16,22-8 16,0 0-1,-6 1-15,-9 6 16,-8 1-1,-6 0-15,-15 7 16,-8 0 0,0 0-16,-8 0 15,-15 7-15,1 0 16,-15 15 0,-1 8-16,1-1 15,7 0 1,1 1-16,14-9 15,7-6-15,0 0 16,8 0 0,16-1-16,13 1 15,23-8 1,9-7-16,20-7 16,-6-15-1,-75 22-15</inkml:trace>
  <inkml:trace contextRef="#ctx0" brushRef="#br0" timeOffset="72359.57">20599 13485 0,'0'0'0,"0"0"16,0 0-1,0 0-15,0 0 16,0 0 0,7 7-16,0 16 15,1 13 1,-1 15-16,1 23 15,-1 21-15,-7 7 16,8-13 0,-8 6-16,0-22 15,-8-22 1,1-7-16,-1-14 16,1-9-1,-1-6-15,8-15 16</inkml:trace>
  <inkml:trace contextRef="#ctx0" brushRef="#br0" timeOffset="72733.59">20293 13638 0,'0'0'0,"0"0"0,0 0 15,7-7 1,8-7-16,22-15 16,23-8-1,14 8-15,9 6 16,-16 9 0,-7 6-16,-8 8 15,-14 8-15,-9 6 16,-6 2-1,-16 12-15,-14 24 16,-16-1 0,-14 15-16,-8-7 15,-7-1 1,-1-6-16,16-16 16,15-14-16,7-7 15,15-15 1</inkml:trace>
  <inkml:trace contextRef="#ctx0" brushRef="#br0" timeOffset="74148.7">20838 14035 0,'0'0'0,"0"0"16,0 0-16,7 0 16,8-8-1,15 0-15,0 1 16,15 0 0,0 7-16,-1 0 15,-7 7 1,-14 0-16,0 9 15,-8-2-15,-8 8 16,1 7 0,-16 8-16,-7-8 15,0-6 1,0-2-16,0-6 16,0-8-16,0 0 15,8-7 1,7 0-16,-8-7 15,8 0 1,0-8-16,8-6 16,7-9-16,7 1 15,0 7 1,1 7-16,7 0 16,0 15-1,-8 7-15,16 8 16,-1 0-1,-8 0-15,9-1 16,0 1-16,-1-8 16,0-7-1,1-7-15,-9-8 16,1 1 0,-15-8-16,-8-8 15,-14-13 1,-23-23-16,-14 7 15,-2 7-15,9 23 16,8 15 0,-1 6-16,7 1 15,8 7 1,7 7-16,8 8 16,8 7-16,7 0 15,15-7 1,7-8-16,23-14 15,0-16 1,-8-6-16,1-8 16,-9-6-1,-14-2-15,-7 2 16,-1-1-16,-7 7 16,-8 8-1,1 14-15,-1 1 16,-7 7-1,0 7-15,0 0 16,0 14-16,8 29 16,-1 53-1,0 36-15,1 7 16,-1-7 0,9-22-16,-9-22 15,1-29-15,-1-8 16,1-14-1,-1-8-15,0-7 16,8-15 0,7 1-16,1-1 15,7-7 1,0-7-16,-8-8 16,0 0-1,-7 0-15,1 1 16,-9-8-16,-14 0 15,-24-22 1,-20-22-16,-32-7 16,24 21-16,13 16 15,17 13 1,7 9-16,7 7 16,7 0-1,8-1-15,8-6 16,7-2-1,14 2-15,24-8 16,6 8-16,-6 7 16,-16 7-1,-7 7-15,-1 7 16,-6 1 0,-8 6-16,0 2 15,-7-1 1,-8-8-16,0-14 15,0 0-15,0 0 16</inkml:trace>
  <inkml:trace contextRef="#ctx0" brushRef="#br0" timeOffset="74329.87">22100 13434 0,'0'0'0,"0"0"16,0 0-16,0 0 16,0 0-16,0-8 15,8-21 1,-8 29-16</inkml:trace>
  <inkml:trace contextRef="#ctx0" brushRef="#br0" timeOffset="74617.84">22257 13030 0,'0'0'0,"0"0"16,7 0-16,1 8 16,7 6-1,7 9-15,8 20 16,-7 9 0,-1 21-16,-7 8 15,0 14-15,-8 8 16,0-15-1,1-8-15,0-7 16,-1-14 0,1-23-16,-1-6 15,1-8 1,-1-8-16,1 1 16,-1-8-16,8-7 15,-8 0 1,-7 0-16</inkml:trace>
  <inkml:trace contextRef="#ctx0" brushRef="#br0" timeOffset="74848.67">22264 13676 0,'0'0'0,"0"0"0,0 0 15,8 0 1,14 0-16,16-8 16,14-7-1,15 0-15,15-13 16,8-10 0,-8 2-16,-82 36 15</inkml:trace>
  <inkml:trace contextRef="#ctx0" brushRef="#br0" timeOffset="75914.1">23221 13646 0,'0'0'0,"0"0"16,0 0-1,0 0-15,7 0 16,15 0 0,8 0-16,8 0 15,-1-8 1,-7 1-16,0 0 15,-8 0 1,-7 0-16,-15 7 16</inkml:trace>
  <inkml:trace contextRef="#ctx0" brushRef="#br0" timeOffset="76090.05">23243 13822 0,'0'0'0,"0"0"15,15 0-15,22-7 16,15-8-16,-52 15 16</inkml:trace>
  <inkml:trace contextRef="#ctx0" brushRef="#br0" timeOffset="76766.8">23893 13390 0,'0'0'0,"0"0"15,0 0 1,0 0-16,7-8 16,1 1-1,7-8-15,7-7 16,8 8-16,7-1 15,8 1 1,-15 6-16,-1 8 16,-6 8-1,-8-1-15,-7 7 16,-8 8-16,-8 15 16,-14 7-1,-1 0-15,1-8 16,7-13-1,0-2-15,8-6 16,-1-8 0,8 0-16,8 1 15,7 7 1,7 0-16,15 6 16,-7-6-16,-7 0 15,-1 0 1,-7 6-16,-8 1 15,1 8 1,-16-1-16,-14 15 16,-15 0-16,-9-7 15,2-8 1,0 1-16,6-16 16,0 0-1,9-6-15,6-8 16,8-15-16,7-14 15,8 29 1</inkml:trace>
  <inkml:trace contextRef="#ctx0" brushRef="#br0" timeOffset="77261.02">24617 13257 0,'0'0'15,"0"0"-15,0 0 16,0 0 0,8 8-16,-8-1 15,0 16 1,0 6-16,-8 7 15,-7 15-15,0 8 16,-7 0 0,7-8-16,8-14 15,-1-8 1,8-7-16,0-7 16,0-1-1,8 1-15,-1-8 16,8 1-16,0-1 15,15 1 1,0-8-16,7 0 16,7 0-1,-6 0-15,0 0 16,-9-8-16,-6 8 16,-8-7-1,-7-1-15,-1 1 16,-7 7-1,0 0-15</inkml:trace>
  <inkml:trace contextRef="#ctx0" brushRef="#br0" timeOffset="77461.33">24707 13529 0,'0'0'0,"0"0"16,0 0-16,0 7 15,7 8 1,0 14-16,1 1 15,8 21-15,-9 22 16,0 15 0,1-15-16,-8 8 15,-8-15 1,1-8-16,7-58 16</inkml:trace>
  <inkml:trace contextRef="#ctx0" brushRef="#br0" timeOffset="84461.87">19792 14702 0,'0'0'0,"0"0"0,0 0 16,0 0-16,0 0 16,0 0-1,0 0-15,-8 0 16,-7-8 0,1 0-16,-9 8 15,-6 0-15,-2 0 16,1 0-1,1 8-15,7 0 16,-9 6 0,9 1-16,7-1 15,7 1-15,1 7 16,0 0 0,7 7-16,7 8 15,0 7 1,1 0-16,-1 0 15,1 7 1,-1 0-16,1 8 16,-1-8-16,1-7 15,-8-7 1,0-1-16,0-6 16,0-8-1,0 0-15,0-8 16,8 1-1,-1 0-15,8 0 16,0-1-16,0 1 16,14-1-1,2-6-15,13-8 16,-7-8 0,-37 8-16</inkml:trace>
  <inkml:trace contextRef="#ctx0" brushRef="#br0" timeOffset="84846.49">20106 14694 0,'0'0'16,"0"0"-16,0 0 15,0 0 1,0 0-16,0 8 16,0 6-1,7 15-15,0 15 16,1 15-16,7 14 15,0-7 1,-7 7-16,7-7 16,-8-7-1,1-15-15,6 0 16,1-14 0,0-9-16,-15-21 15</inkml:trace>
  <inkml:trace contextRef="#ctx0" brushRef="#br0" timeOffset="85200.85">20659 15185 0,'0'0'0,"0"0"16,0 0-16,0 0 15,0 0 1,0 7-16,-8 15 15,-15 22 1,1 8-16,-8 7 16,1-2-1,6-5-15,0-15 16,23-37-16</inkml:trace>
  <inkml:trace contextRef="#ctx0" brushRef="#br0" timeOffset="85765.05">20823 14929 0,'0'0'0,"0"0"15,0 0-15,0 0 16,0 0 0,0 0-16,0 0 15,0 0 1,0 7-16,-8 15 16,1 7-1,7 15-15,7 8 16,1-2-16,7 9 15,7-15 1,8 0-16,7-14 16,1-16-1,7-7-15,14-14 16,1-14-16,-15-2 16,-8-6-1,-15 7-15,-6 7 16,-1 0-1,-8 1-15,-7-8 16,-15 0 0,-15-7-16,-7 0 15,7 14-15,-8 7 16,-6 8 0,-1 0-16,7 15 15,9 0 1,6-1-16,8 1 15,15-15-15</inkml:trace>
  <inkml:trace contextRef="#ctx0" brushRef="#br0" timeOffset="86031.01">21510 15369 0,'0'0'0,"0"0"15,0 0 1,0 0-16,-7 7 16,-1 7-1,-15 8-15,-14 22 16,-7 22-1,6 8-15,8-9 16,30-65-16</inkml:trace>
  <inkml:trace contextRef="#ctx0" brushRef="#br0" timeOffset="86463.74">21786 14694 0,'0'0'0,"0"0"16,0 0 0,0 0-16,0 0 15,0 0 1,0 0-16,0 0 16,0 8-1,0 13-15,0 23 16,8 29-1,-8 16-15,0 6 16,7 0-16,8-7 16,-8-30-1,1-13-15,-1-24 16,1-6 0,-8-15-16</inkml:trace>
  <inkml:trace contextRef="#ctx0" brushRef="#br0" timeOffset="87072.18">22011 14636 0,'0'0'0,"0"0"15,0 0-15,0 0 16,7 0 0,8 7-16,7-7 15,0 0 1,9 0-16,6 0 16,0-7-1,-7 7-15,0 0 16,-8 0-1,-7 0-15,-7 0 16,-1 0-16,0 7 16,1 0-1,-8 8-15,0 6 16,0 16 0,0 7-16,0 7 15,0 1-15,7-8 16,1 0-1,0-7-15,-1-8 16,1-7 0,-1 0-16,-7 0 15,0-8 1,0 8-16,-7-7 16,-1 0-16,-7 7 15,0-8 1,-7 1-16,-1 0 15,1-1 1,7-6-16,0-1 16,0 0-16,0-7 15,8 0 1,7 0-16</inkml:trace>
  <inkml:trace contextRef="#ctx0" brushRef="#br0" timeOffset="87368.1">22698 14856 0,'0'0'0,"0"0"15,0 0-15,7 0 16,8 0 0,0 0-16,15-8 15,7 0-15,8-6 16,-8-1 0,-7 1-16,-7 6 15,-8 1 1,-15 7-16</inkml:trace>
  <inkml:trace contextRef="#ctx0" brushRef="#br0" timeOffset="87589.74">22832 15149 0,'0'0'0,"0"0"15,0 0 1,0 0-16,15-8 16,7-7-1,15-7-15,9-7 16,-2-8 0,-44 37-16</inkml:trace>
  <inkml:trace contextRef="#ctx0" brushRef="#br0" timeOffset="88216.16">23430 14672 0,'0'0'16,"0"0"-16,0 0 15,0 0-15,0 0 16,0 0 0,7 0-16,8-7 15,0-1 1,7 1-16,0 0 16,1 0-1,0 7-15,-8 7 16,0 0-16,-8 0 15,0 8 1,1 7-16,-8 7 16,-8 8-1,-6 0-15,-1-8 16,7 1-16,1-9 16,-1-6-1,1-1-15,7-6 16,0-1-1,7 1-15,1-1 16,7 0 0,7 8-16,-7-1 15,0 1 1,-1 7-16,-6 0 16,0 7-16,-8 1 15,-8 13 1,-14 9-16,-1-15 15,1-1 1,0-14-16,-8 1 16,7-16-16,-7-14 15,1-16 1,7-6-16,6-8 16,16 37-1</inkml:trace>
  <inkml:trace contextRef="#ctx0" brushRef="#br0" timeOffset="88731.86">23997 14555 0,'0'0'0,"0"0"15,0 0-15,0 0 16,0 0 0,0 0-16,0 0 15,0 0-15,0 0 16,0 7 0,0 15-16,-7 7 15,-1 8 1,-7 7-16,8 0 15,-1 0-15,1-8 16,7 2 0,0-10-16,0-6 15,7 1 1,1-9-16,-1 1 16,8-1-1,8 1-15,0 0 16,6-8-16,1-7 15,-1 0 1,2 0-16,-9 0 16,1 0-1,-9 0-15,-6-7 16,-1 0 0,-7-1-16,8-7 15,-8 15-15</inkml:trace>
  <inkml:trace contextRef="#ctx0" brushRef="#br0" timeOffset="88912.3">24132 14826 0,'0'0'0,"0"0"15,0 0-15,0 0 16,0 7 0,0 8-16,0 7 15,0 22 1,0 14-16,0 30 15,7 22 1,-7-22-16,0-88 16</inkml:trace>
  <inkml:trace contextRef="#ctx0" brushRef="#br0" timeOffset="89167.59">24938 15207 0,'0'0'0,"0"0"15,0 0 1,0 0-16,0 0 16</inkml:trace>
</inkml:ink>
</file>

<file path=ppt/ink/ink16.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7T09:57:10.311"/>
    </inkml:context>
    <inkml:brush xml:id="br0">
      <inkml:brushProperty name="width" value="0.05292" units="cm"/>
      <inkml:brushProperty name="height" value="0.05292" units="cm"/>
      <inkml:brushProperty name="color" value="#C00000"/>
    </inkml:brush>
  </inkml:definitions>
  <inkml:trace contextRef="#ctx0" brushRef="#br0">22653 15884 0,'0'0'0,"0"0"15,0 0-15,0 9 16,0 10-1,0 9-15,0 9 16,0 9-16,0 18 16,0 10-1,9 28-15,1 8 16,-1 1 0,10 18-16,9 1 15,-9-29 1,0-9-16,0-18 15,-10-18-15,1-19 16,-1-19 0,-9-9-16,0-9 15,0-9 1,0 9-16</inkml:trace>
  <inkml:trace contextRef="#ctx0" brushRef="#br0" timeOffset="1616.39">22503 15977 0,'0'0'0,"0"0"16,0 0-1,0 0-15,0 0 16,0 0-1,0 0-15,18-10 16,11 1-16,8 0 16,20-10-1,8 1-15,11-1 16,18 1 0,19 0-16,-19-1 15,28 1-15,10-1 16,-1 10-1,1 0-15,28-10 16,-19 10 0,19 0-16,-9 9 15,9 0 1,0 0-16,9 0 16,-19 0-16,20 9 15,-10-9 1,-19 0-16,28 0 15,-18 0 1,-1 0-16,10-9 16,0 0-1,-19-1-15,10 10 16,-10-9-16,-10 0 16,1 0-1,0 9-15,-19-10 16,0 1-1,-10 9-15,-18-9 16,-10 9-16,-9 0 16,-10 0-1,1 0-15,-10 0 16,-10 0 0,-8 0-16,-1 0 15,-9 0 1,-1 9-16,1-9 15,-9 0-15,-1 0 16,1 0 0,-10 0-16,9 9 15,0 1 1,1-1-16,-1 0 16,1 10-16,-1-1 15,10 19 1,-10 9-16,10 9 15,0 19 1,0 0-16,9 9 16,0 9-16,0-8 15,1-11 1,-11-17-16,1-1 16,-9-18-1,-1 0-15,0-9 16,1-1-1,-10 1-15,0 0 16,0-10-16,0 1 16,0-1-1,0 1-15,0-1 16,-10 1 0,1-1-16,-10 10 15,-9-10-15,-19 10 16,0-10-1,-10 1-15,1-1 16,-10 1 0,-9-1-16,-19 1 15,0-10 1,0 0-16,0 0 16,-19 10-16,-10-10 15,10 9 1,-18-8-16,-1-1 15,0 0 1,1 0-16,-10 1 16,-10-10-16,19 9 15,1 0 1,-1 0-16,0 0 16,10 1-1,-10-10-15,19 9 16,0-9-1,-9 9-15,0-9 16,9 0-16,0 0 16,0 0-1,0 0-15,-9 0 16,9 0 0,10 0-16,-10 9 15,0-9 1,19 0-16,-10 0 15,-9 0-15,19 10 16,0-10 0,10 0-16,8 9 15,1-9 1,0 0-16,9 0 16,10 0-16,-1 0 15,10 0 1,0 0-16,9 0 15,1 0 1,-1 0-16,0 9 16,-9-9-16,-28 9 15,75-9 1</inkml:trace>
  <inkml:trace contextRef="#ctx0" brushRef="#br0" timeOffset="4777.67">28881 15737 0,'0'0'0,"0"0"0,0 0 15,0 0 1,0 0-16,0 0 16,-10-10-1,1 1-15,0 9 16,-1 0-1,1 0-15,-10 0 16,0 9-16,0 10 16,0 8-1,1 10-15,-1 19 16,19-1 0,0-9-16,9-9 15,1-9-15,8-10 16,11-8-1,8-10-15,10-19 16,10-18 0,-10-9-16,-10 0 15,-8 0 1,-11 0-16,-8 9 16,-10 0-16,-10 9 15,1 10 1,-10-1-16,0 10 15,-9 9 1,0 0-16,9 0 16,0 9-1,1 0-15,18-9 16,0 0-16,0 0 16,0 0-1,18-9-15,11-19 16,8-8-1,10-1-15,-9 0 16,-10 9 0,0 10-16,-9-1 15,-9 10-15,8 0 16,-8 9 0,9 9-16,-1 19 15,11 9 1,-1 18-16,0 37 15,-9 28-15,-10-18 16,1-10 0,-1-18-16,-9-10 15,0-27 1,0-9-16,0-19 16,0-9-16,0 0 15</inkml:trace>
  <inkml:trace contextRef="#ctx0" brushRef="#br0" timeOffset="5105.32">29031 15524 0,'0'0'15,"0"0"-15,0 0 16,19-9-1,9-9-15,38-1 16,9 1-16,-9 8 16,0 1-1,-19 9-15,-9 9 16,-10 10 0,0-1-16,-9 10 15,-10 9-15,-9 9 16,-9 9-1,-10 1-15,-9-10 16,-10-9 0,10-19-16,28-18 15</inkml:trace>
  <inkml:trace contextRef="#ctx0" brushRef="#br0" timeOffset="5412.74">29709 15007 0,'0'0'0,"0"0"16,9 19-1,0-1-15,10 19 16,9 9-16,10 28 15,0 9 1,-1 19-16,-8-1 16,-1-8-1,0-1-15,-19-18 16,1-19 0,-10-18-16,0-28 15,0-9-15</inkml:trace>
  <inkml:trace contextRef="#ctx0" brushRef="#br0" timeOffset="5695.06">29699 15617 0,'0'0'16,"10"0"-16,-1 0 15,10-10 1,9 1-16,19-9 15,0 8 1,0 1-16,0 9 16,10 0-16,-10 9 15,-10 1 1,1 8-16,-10 1 16,-9-1-1,0 10-15,0-1 16,-19-8-16,0-10 15,0-9 1</inkml:trace>
  <inkml:trace contextRef="#ctx0" brushRef="#br0" timeOffset="5879.48">30226 15266 0,'0'0'15,"0"0"-15,0 0 16,0 0 0,0 0-16,9 0 15,1 0-15,-10 0 16</inkml:trace>
  <inkml:trace contextRef="#ctx0" brushRef="#br0" timeOffset="6555.6">30640 15561 0,'0'9'0,"0"10"0,0 9 15,0 8 1,0 1-16,0-9 15,0 0 1,0-10-16,0-9 16,0-9-1,0 0-15,0 0 16,0 0-16,0-9 16,0-9-1,9-10-15,1 0 16,-1-9-1,10 1-15,0 8 16,0 0 0,-1 10-16,1 9 15,0-1-15,-10 10 16,10 10 0,0-1-16,-10 9 15,1 10 1,-1 0-16,1-10 15,-10 0 1,0-8-16,0-1 16,0-9-16,0 0 15,0-9 1,9-28-16,10-19 16,0-8-1,0-1-15,-1 19 16,1 9-16,0 9 15,0 10 1,0 9-16,-1 9 16,11 9-1,8 19-15,1 27 16,-10 10 0,-9 9-16,0-10 15,-10-18-15,-9-9 16,0-37-1</inkml:trace>
  <inkml:trace contextRef="#ctx0" brushRef="#br0" timeOffset="7538.29">31825 15257 0,'0'0'16,"0"0"-16,0 0 15,0 0 1,0 0-16,0 0 16,0 0-1,0 0-15,-9-10 16,-10 1-16,-9 0 15,-19 9 1,9 9-16,-18 10 16,9 18-1,0 9-15,9 9 16,10 10-16,9-10 16,10-18-1,9-9-15,9-10 16,0-9-1,20-9-15,8 0 16,10-18 0,0-10-16,-9-9 15,0 0 1,-10 10-16,-9-1 16,-1 10-16,-8-1 15,-1 10 1,1 0-16,-10-1 15,0 10-15,0 0 16,0 0 0,0 0-16,9 10 15,0 8 1,1 1-16,-1 8 16,10 1-1,0 0-15,0-10 16,9 1-16,10-1 15,-1-9 1,10-9-16,-9-9 16,9-19-1,9-9-15,1-18 16,-10 0 0,-10-19-16,1-19 15,0 1-15,-19 0 16,-1 0-1,-18-1-15,0-8 16,-9 27 0,0 19-16,-10-1 15,0 19-15,0 10 16,-9 8 0,0 1-16,-1 8 15,1 10 1,0 10-16,0 8 15,9 10 1,0 27-16,19 28 16,19 28-16,28 37 15,19 9 1,9 9-16,29-28 16,-20-46-1,20-27-15,-104-65 16</inkml:trace>
  <inkml:trace contextRef="#ctx0" brushRef="#br0" timeOffset="13439.67">13057 17389 0,'0'0'0,"0"0"16,0 0-16,0 0 15,0 0 1,0 0-16,0 0 15,0 0 1,-9 0-16,-29 0 16,-27 9-1,-11 9-15,10 1 16,1 8-16,27-8 16,10-1-1,0 1-15,18-1 16,1 1-1,9-10-15,9 9 16,19 1-16,10-1 16,18 1-1,1-1-15,-10 10 16,-9-10 0,-10 10-16,-9 0 15,-10 0 1,-9 18-16,-9 9 15,-20 0-15,-8-8 16,-20 8 0,-9-9-16,-9-9 15,19-19 1,-1 1-16,20-10 16,-1-9-1,10 0-15,9-9 16,10 0-16,9 9 15</inkml:trace>
  <inkml:trace contextRef="#ctx0" brushRef="#br0" timeOffset="13978.03">13274 17518 0,'0'0'0,"0"0"16,0 0 0,0 0-16,0 0 15,-10 0 1,-8 18-16,-1 10 15,-9 18-15,-1 10 16,11-1 0,8 10-16,10 8 15,10 1-15,8-9 16,1-19 0,0-18-16,0-10 15,0-18 1,9-9-16,9-10 15,11-17 1,-11-1-16,-9 0 16,-9 0-16,-9 0 15,-10 0 1,-10 0-16,-9 0 16,-9 0-1,-9 9-15,-1 10 16,0 9-1,1 9-15,8 18 16,11 1-16,8 18 16,10-37-1</inkml:trace>
  <inkml:trace contextRef="#ctx0" brushRef="#br0" timeOffset="16005.84">14751 17518 0,'0'0'0,"0"0"15,0 0-15,0 0 16,0 0 0,0 0-16,0 0 15,0 0 1,0 0-16,0 0 16,-10-9-16,1-1 15,-10 1 1,-9 0-16,-10 9 15,-28 9 1,-9 19-16,19 9 16,-1 9-16,10 9 15,19 10 1,9 0-16,19-10 16,10-18-1,-1-9-15,10-19 16,19-9-16,18-19 15,10-18 1,0-18-16,-10 0 16,-18 8-1,-10 20-15,-9 8 16,-10 1 0,1 9-16,-10 9 15,0 0-15,9 18 16,0 19-1,1 28-15,9 27 16,-1 19 0,11 9-16,-11 0 15,1-19-15,0-9 16,-9 1 0,-1 36-16,-9-55 15,-9-37 1,-1-10-16,-9 1 15,-9-9 1,-10-1-16,-9-9 16,0-9-16,10-9 15,-1-9 1,0-1-16,10-9 16,9-8-1,19-20-15,10-36 16,9 18-16,18-9 15,-8 46 1,8-18-16,20-10 16,8-18-1,11 9-15,-10 0 16,-1 0 0,-8 1-16,-20 8 15,1 10-15,-19 8 16,-10 11-1,-9-1-15,-9 9 16,-19 0 0,-19 10-16,9 9 15,0 9 1,10 0-16,9 9 16,10 0-16,0 0 15,9 0 1,9 1-16,10 8 15,9 10 1,10 9-16,9 0 16,-10 9-16,1 18 15,-10-8 1,0 8-16,-9-8 16,0-10-1,-10-18-15,1-10 16,-1-9-16,1 1 15,-1-10 1,10-10-16,9-8 16,10-19-1,-1-18-15,1-19 16,-10-9 0,0 18-16,-9 10 15,-9 18-15,-1 9 16,-9 10-1,0-1-15,0 10 16,0 9 0,0 0-16,-9 0 15,-1 18 1,-9 10-16,1 18 16,8 0-16,1 1 15,9-1 1,9 0-16,1-9 15,8-10 1,1-8-16,9-10 16,1 0-16,8-18 15,20-9 1,-1-10-16,-9-9 16,-9 0-1,-1 0-15,-8 0 16,-10 10-1,-10 8-15,0 1 16,-9 8-16,0 1 16,-9 0-1,0 9-15,-10 0 16,0 9 0,-9 10-16,-1 18 15,1 9-15,9 0 16,10 0-1,9 0-15,9-9 16,20-9 0,-1-10-16,19-8 15,9-10 1,-9-10-16,-47 10 16</inkml:trace>
  <inkml:trace contextRef="#ctx0" brushRef="#br0" timeOffset="17312.64">16651 17850 0,'0'0'16,"0"0"-16,0 0 16,0 0-1,0 0-15,0 0 16,0 0-1,0 0-15,0 0 16,-9 0 0,-10 0-16,-9-9 15,-10 9-15,-9 0 16,0 0 0,0 9-16,0 10 15,9-1 1,10 1-16,9 8 15,10 1-15,9 9 16,0-9 0,9-1-16,10-8 15,0-10 1,9-9-16,10-19 16,9-17-1,0-29-15,0-18 16,-10-9-16,-18 8 15,-9 11 1,-1 8-16,0 10 16,-9 8-1,0 20-15,0 8 16,0 10 0,0 0-16,0 9 15,0 0-15,-9 18 16,-10 38-1,0 45-15,10 28 16,9-18 0,9 9-16,10-27 15,0-38-15,-10-18 16,1-10 0,-1-17-16,1-10 15,9-10 1,9-8-16,0-19 15,0 0-15,-9 0 16,0 10 0,-10-1-16,1 9 15,-1 10 1,-9 9-16,0 0 16,0 0-1,9 9-15,1 10 16,9-1-16,-10 1 15,10-1 1,-10-8-16,10-10 16,0-10-1,9-8-15,0-10 16,-9 0 0,0 1-16,0-1 15,-10 0-15,1 10 16,-1 9-1,-9 9-15,0 0 16,0 0 0,9 9-16,1 9 15,9 29-15,-1 8 16,1 19 0,0 9-16,0 9 15,0-18 1,-10-19-16,-9 1 15,0-19 1,0-10-16,-9 19 16,-1-27-16,-8-1 15,-11-8 1,-8-1-16,8-9 16,11 0-1,-1 0-15,19 0 16,-10-28-1,10 28-15</inkml:trace>
  <inkml:trace contextRef="#ctx0" brushRef="#br0" timeOffset="19172.4">18137 17841 0,'0'0'0,"0"0"16,0 0-1,10 9-15,-1 0 16,1 10 0,-1-1-16,1 1 15,-1-1 1,0-9-16,1 1 15,-10-10-15,9 0 16,10-10 0,0-17-16,-10-10 15,1-19 1,-1-8-16,-9-1 16,0 1-16,0 8 15,-9 10 1,-1 9-16,10 9 15,0 10 1,0 9-16,0 0 16,0 9-16,0 0 15,0 9 1,10 37-16,8 46 16,1 56-1,9 18-15,10 28 16,0 0-1,-10 0-15,10-10 16,-10-36-16,-19-47 16,-9-82-1,10-1-15,-10-18 16,0 0 0,9-18-16,0-38 15,1-45 1,-20-19-16,-8 9 15,-1 19-15,0 46 16,0-10 0,0 1-16,-9 9 15,-10 9 1,1 9-16,-10 0 16,0 10-16,9 9 15,1 9 1,8 9-16,10-9 15,10 0 1,9 0-16,0 0 16,9 0-16,20 0 15,18-9 1,19-10-16,9 1 16,0-10-1,0 10-15,-18-1 16,-20 10-1,-8 0-15,-11 0 16,1-1-16,-9 10 16,-1 0-1,-9 0-15,0 0 16,0 0 0,0 0-16,0 10 15,-9 17 1,-1 10-16,1 9 15,-1 10-15,1 8 16,18 1 0,1-19-16,-1-9 15,1-9 1,9-10-16,-1-9 16,1-9-16,0-9 15,9-9 1,-9-1-16,0-8 15,-10-1 1,1 0-16,-1 10 16,-9-1-1,0 10-15,0 0 16,0 0-16,0 9 16,0 0-1,0 0-15,9 9 16,10 18-1,9 1-15,10 9 16,-10-9-16,1-10 16,-1 1-1,0-10-15,10-9 16,-10-9 0,0-10-16,0 1 15,-9-1-15,-9 1 16,-1 9-1,0-1-15,1 1 16,-10 0 0,9 0-16,-9 9 15,0 0 1,10 0-16,8 9 16,11 9-16,-1 10 15,0-9 1,-28-19-16</inkml:trace>
  <inkml:trace contextRef="#ctx0" brushRef="#br0" timeOffset="19414.07">19323 17730 0,'0'0'16,"0"0"-16,0 0 16,0 0-1,0 0-15,0-9 16,9-28 0,1-37-16,-1-18 15,-9 92-15</inkml:trace>
  <inkml:trace contextRef="#ctx0" brushRef="#br0" timeOffset="20022.04">19455 17001 0,'0'0'16,"0"0"-16,0 0 15,0 0-15,0 0 16,9 9 0,0 10-16,10 27 15,-9 28 1,-1 27-16,0 10 15,1 18 1,-1 0-16,1 10 16,-1-1-16,10-27 15,-10-19 1,10-27-16,0-19 16,0-9-1,-1-9-15,1-19 16,10 0-1,-1-9-15,9-9 16,10-19-16,10-18 16,-10-9-1,-9-1-15,-1 1 16,-18 9 0,0 0-16,-10 18 15,-9 10 1,0-1-16,0 10 15,-9 0-15,-1 9 16,1 0 0,0 0-16,-1 9 15,1 9 1,-1 10-16,10 0 16,0 9-16,10 0 15,9-1 1,-1 1-16,1 0 15,0-9 1,0 0-16,-10 9 16,1-10-16,-10 1 15,-10 0 1,-18-1-16,-10-8 16,38-19-1</inkml:trace>
  <inkml:trace contextRef="#ctx0" brushRef="#br0" timeOffset="20798.53">21308 18099 0,'0'0'0,"0"0"16,0-9-1,0 0-15,0 0 16,0 9 0,0-10-16,0 1 15,0 0-15,-10 0 16,1 0 0,9 9-16,-9 0 15,-1 0 1,10 0-16,-9 0 15,-1 9-15,1 9 16,9 19 0,0 28-16,9 9 15,1 9 1,-1 0-16,10-28 16,-10 28-1,-9-64-15,0-19 16,0 0-16</inkml:trace>
  <inkml:trace contextRef="#ctx0" brushRef="#br0" timeOffset="21021.97">21185 17675 0,'0'0'15,"0"0"-15,0 0 16,0 0-16,0 0 16,0 0-1,10 0-15,-1 0 16,1 0 0,-10 0-16</inkml:trace>
  <inkml:trace contextRef="#ctx0" brushRef="#br0" timeOffset="21538.37">21684 18127 0,'0'0'0,"0"0"15,0 18 1,0 19-16,9 10 16,1 26-1,-1 38-15,1-19 16,9 28-16,-10-83 16,0-9-1,-9-28-15,0 0 16,19-83-1,-9-46-15,-1 0 16,-9 36-16,9-18 16,10 19-1,0 28-15,0 8 16,0 19 0,-1 19-16,1 9 15,0 9 1,9 18-16,19 28 15,0 47-15,0 26 16,-18 11 0,8-10-16,-18-46 15,9 18 1,-18-64-16,-1-28 16,19-10-1,29-54-15,-57 64 16</inkml:trace>
  <inkml:trace contextRef="#ctx0" brushRef="#br0" timeOffset="24529.31">23227 18579 0,'0'0'0,"0"0"15,0 0 1,0 10-16,0-10 16,0 0-16,0 0 15,0 0 1,0 0-16,0-56 16,9-45-1,1 54-15,18-45 16,10 0-1,-10 9-15,0 18 16,0 1-16,-9 17 16,0 1-1,0 9-15,-10 10 16,-9 8 0,-9 1-16,-10 9 15,-9-1-15,-10 20 16,0 8-1,10 19-15,0 9 16,19 0 0,9 0-16,18-9 15,29 0 1,19 0-16,-9 0 16,9-9-16,-19-10 15,-10 1 1,-9-1-16,1 10 15,-11 9 1,-8 9-16,-10 9 16,-19 1-16,-9-1 15,-19 47 1,28-75-16,0-8 16,19-19-1,-9-10-15,-1-26 16,20-29-1,18 10-15,10-10 16,-10 37-16,9 1 16,10-1-1,1 9-15,-11 10 16,-9 9 0,1 0-16,-11 9 15,11 19-15,-1 9 16,-9 9-1,-1 0-15,20 19 16,-19-28 0,0-19-16,0-18 15,9-9-15,9-37 16,1-19 0,-10 10-16,-18 27 15,-10-18 1,0 0-16,-10 0 15,1 9 1,-10 9-16,-9 10 16,-10 8-16,-18 20 15,-1 8 1,20 1-16,8-1 16,11 1-1,18-19-15</inkml:trace>
  <inkml:trace contextRef="#ctx0" brushRef="#br0" timeOffset="24815.99">24281 17518 0,'0'0'0,"0"0"16,0 0-1,0 0-15,0 9 16,0 28 0,9 28-16,-9 27 15,9 37 1,1 37-16,-1-37 16,1 10-16,-1-28 15,-9-47 1,9 10-16,-9-55 15,0-19 1</inkml:trace>
  <inkml:trace contextRef="#ctx0" brushRef="#br0" timeOffset="25291.01">24572 18062 0,'0'0'16,"0"0"-16,0 0 16,0 10-1,0-1-15,0 9 16,10 10 0,-1 0-16,0 9 15,1 0-15,-1-1 16,1-8-1,-1 0-15,0-10 16,1-8 0,9-10-16,-1-10 15,11-8-15,-1-19 16,10-9 0,-10-10-16,0 10 15,-9 19 1,0 8-16,-10 10 15,0 0 1,10 9-16,0 9 16,0 19-16,9 27 15,-9 0 1,0 10-16,-10-19 16,1-9-1,-10-28-15,0-9 16</inkml:trace>
  <inkml:trace contextRef="#ctx0" brushRef="#br0" timeOffset="25471.89">25043 17915 0,'0'0'0,"0"0"16,0 0-1,0 0-15,0 0 16,0 0-16,0 0 16</inkml:trace>
  <inkml:trace contextRef="#ctx0" brushRef="#br0" timeOffset="26272.62">25344 18413 0,'0'0'0,"0"0"16,0 0-16,0-9 15,0-19 1,9-9-16,0-18 15,1-10 1,-1 10-16,10 9 16,0 9-1,0 18-15,-1 10 16,1 0-16,0 18 16,9 10-1,1 8-15,-1 1 16,0 0-1,0-10-15,-9 1 16,0-10 0,9 0-16,0-18 15,10-10-15,0-8 16,9-29 0,-10 1-16,1 0 15,-10-1 1,-9 10-16,-10 18 15,1 1-15,-10 8 16,-10 10 0,1 0-16,-1 9 15,1 0 1,-10 0-16,0 9 16,1 0-1,8 0-15,1 10 16,9-10-16,9 19 15,10 0 1,9 8-16,10 11 16,9 8-1,-9-9-15,-1 9 16,1 1-16,-10 18 16,-9-10-1,-10 10-15,-18-9 16,-29 46-1,10-65-15,0-9 16,9-10 0,0-8-16,0-10 15,0-9-15,-9-28 16,9-9 0,-18-46-16</inkml:trace>
  <inkml:trace contextRef="#ctx0" brushRef="#br0" timeOffset="27056.02">27291 17518 0,'0'0'0,"0"0"16,0 0 0,0 0-16,-10 0 15,-8 9 1,-1 0-16,-9 10 16,-10 18-16,0 9 15,-9 18 1,10 1-16,-1 9 15,19 9 1,10-9-16,18-10 16,10-17-16,9-11 15,19-17 1,19-10-16,9-18 16,10-19-1,-10-18-15,-9-18 16,-9-1-1,-20 10-15,-18-1 16,-19 10-16,-9 0 16,-10 0-1,-9 9-15,-10 9 16,-9 19 0,0 9-16,0 18 15,9 10-15,1 9 16,37-37-1</inkml:trace>
  <inkml:trace contextRef="#ctx0" brushRef="#br0" timeOffset="27354.15">27714 17869 0,'0'0'16,"0"0"-16,0 0 15,0 0 1,0 0-16,0 0 16,0 0-1,10 0-15,8 0 16,11 0-16,8 0 15,1-10 1,0 1-16,-10-9 16,-28 18-1</inkml:trace>
  <inkml:trace contextRef="#ctx0" brushRef="#br0" timeOffset="27628.73">28119 17259 0,'0'0'15,"0"0"-15,0 0 16,0 0 0,0 0-16,0 0 15,0 0 1,0 10-16,9 8 15,1 28 1,-1 28-16,0 37 16,1 18-1,-1 10-15,10-10 16,-19-129-16</inkml:trace>
  <inkml:trace contextRef="#ctx0" brushRef="#br0" timeOffset="28461.62">28937 17019 0,'0'0'0,"0"0"15,0 0-15,0 0 16,0 0-1,0 0-15,0 0 16,0 0 0,10 10-16,-1 17 15,0 38 1,1 27-16,-1 19 16,10 18-16,-10 0 15,-9-36 1,0-29-16,0-27 15,0-18 1,0-19-16,0 0 16</inkml:trace>
  <inkml:trace contextRef="#ctx0" brushRef="#br0" timeOffset="28857.01">29436 17186 0,'0'0'0,"0"0"16,0 0-1,0 9-15,-10 9 16,-8 1 0,-11 8-16,-8 1 15,-10 0-15,0 0 16,0-1-1,0 1-15,9 0 16,10-10 0,9-9-16,9 0 15,1 1 1,9-1-16,0 0 16,9 0-16,20 10 15,18 9 1,19 8-16,9 1 15,-19-9 1,1 0-16,-10-1 16,-10-17-16,-37-10 15</inkml:trace>
  <inkml:trace contextRef="#ctx0" brushRef="#br0" timeOffset="30007.46">29615 17306 0,'0'0'0,"0"0"16,0 9 0,0 9-16,9 19 15,0 0-15,-9 9 16,10-9-1,-10-9-15,0-10 16,0-8 0,0-1-16,0 0 15,0-9-15,0 0 16,0 0 0,9-18-16,1-19 15,8-28 1,1 0-16,0 10 15,0 18 1,-10 9-16,1 10 16,-1 9-16,0 9 15,10 9 1,0 9-16,0 10 16,0 0-1,-10 0-15,1-10 16,-10-9-1,9 0-15,-9-9 16,0 0-16,9-9 16,10-9-1,9-10-15,10-9 16,9-18 0,0 9-16,-9 9 15,-10 9-15,0 10 16,-9-1-1,0 10-15,-10 0 16,1-1 0,-10 10-16,0 0 15,0 0 1,-10 0-16,-9 0 16,-9 10-16,0 8 15,0 1 1,9 8-16,0 1 15,10-10 1,9-8-16,0-10 16,0 0-16,9 0 15,10-10 1,0 1-16,9 0 16,-9 0-1,0-1-15,-10 1 16,0 9-1,1 0-15,-10 0 16,9 9-16,10 10 16,0-1-1,0 10-15,9-9 16,-9-10 0,9 0-16,0-9 15,10-18-15,-1-10 16,1-9-1,0-9-15,-10 9 16,-9 9 0,-1 10-16,-8 8 15,-1 1 1,-9 9-16,10 9 16,-10 10-16,0 18 15,-10 37 1,1 18-16,-10 28 15,0 9 1,0-18-16,10-19 16,0-46-16,-1-18 15,1-19 1,9-9-16</inkml:trace>
  <inkml:trace contextRef="#ctx0" brushRef="#br0" timeOffset="30355.34">30471 16918 0,'0'0'0,"0"0"15,0 0-15,9 0 16,19 0-1,10-9-15,9-1 16,-9 1 0,-1 0-16,1 9 15,-10 0 1,-9 9-16,0 19 16,-1 18-16,-8 9 15,-20 19 1,-8 0-16,-11 0 15,-8-19 1,9-27-16,-1-9 16,20-19-16,9 0 15</inkml:trace>
  <inkml:trace contextRef="#ctx0" brushRef="#br0" timeOffset="31105.85">31186 16853 0,'0'0'0,"0"0"16,0 0 0,9 0-16,0 0 15,10-9 1,0 0-16,0 0 16,-10-1-1,1 1-15,-10 9 16,0 0-16,0 0 15,-10 0 1,-18 0-16,0 9 16,-10 10-1,10-1-15,0 1 16,9 8-16,9-8 16,10-1-1,10 1-15,9 9 16,9-1-1,0-8-15,0-1 16,1 10-16,-11 0 16,-8-10-1,-1 10 1,-9-10-16,0 1 16,-9 8-16,-10-8 15,-9-1 1,-10 1-16,1-10 15,-1 0-15,10-9 16,-1 0 0,11-9-16,18 9 15</inkml:trace>
  <inkml:trace contextRef="#ctx0" brushRef="#br0" timeOffset="31646.14">31825 16973 0,'0'0'15,"0"0"-15,0 0 16,0 0-1,-9-9-15,-10-9 16,-19-10-16,1 9 16,-10 1-1,-10 9-15,10 18 16,0 9 0,10 10-16,8 18 15,1 19 1,19 0-16,18-10 15,10-27-15,9-10 16,19 1 0,10-19-16,-1-10 15,1-17 1,-10-1-16,-10 9 16,-9 1-1,-9 9-15,0 0 16,-19 9-16,0 0 15,0 18 1,0 10-16,0 9 16,0 0-1,0-10-15,0-8 16,9-10-16,1 0 16,-10-9-1</inkml:trace>
  <inkml:trace contextRef="#ctx0" brushRef="#br0" timeOffset="32564.14">32267 16872 0,'0'0'16,"0"0"-16,0 0 15,0 9 1,-9 9-16,0 1 15,-10-1-15,0 10 16,-9 9 0,0 9-16,-1 0 15,10 0 1,10 1-16,9-10 16,9-1-16,10-8 15,10-9 1,18-1-16,9-18 15,19-9 1,1-37-16,-1-37 16,0-37-1,-37 0-15,-10-10 16,-19-36 0,-9 9-16,-9 47 15,-1 36-15,10 37 16,-9 9-1,9 19-15,0 9 16,0 0-16,0 9 16,-9 19-1,-1 27-15,1 19 16,9 28 0,0 36-16,0 10 15,9-19 1,1-37-16,-1-36 15,0-29-15,-9-8 16,0-10 0,0-9-16,0 0 15,10-9 1,-1-28-16,10-19 16,0-8-16,0 8 15,0 10 1,-1 9-16,1 19 15,0 9 1,0 0-16,-10 9 16,1 9-1,-1 0-15,0 9 16,-9-8-16,0 8 16,-9 1-1,0-1-15,-10 10 16,0-1-1,10 1-15,-1-9 16,1 8 0,9 1-16,9 0 15,1-10-15,8 10 16,11-10 0,8 1-16,10-1 15,-9 1 1,0-10-16,-1 0 15,-37-9-15</inkml:trace>
</inkml:ink>
</file>

<file path=ppt/ink/ink17.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02:55.347"/>
    </inkml:context>
    <inkml:brush xml:id="br0">
      <inkml:brushProperty name="width" value="0.05292" units="cm"/>
      <inkml:brushProperty name="height" value="0.05292" units="cm"/>
      <inkml:brushProperty name="color" value="#FF0000"/>
    </inkml:brush>
  </inkml:definitions>
  <inkml:trace contextRef="#ctx0" brushRef="#br0">6247 14149 0,'0'0'0,"0"0"16,9 0-1,19 9-15,0 1 16,19 8-16,0 0 16,0 1-1,19-1-15,10 10 16,-1-9-1,19-1-15,0 0 16,19-8 0,0-1-16,0-9 15,9 9-15,19 0 16,0 1 0,0-10-16,19 9 15,10 9 1,-20-18-16,10 19 15,0-19-15,-10 9 16,20-9 0,-20 9-16,10-18 15,10 0 1,-29-1-16,19 10 16,9 0-1,-19-9-15,1 9 16,18 0-16,-18 0 15,18 0 1,-9 0-16,-19 0 16,10-9-1,-1 18-15,-18-9 16,9 0 0,-9-18-16,-19 9 15,-19 9-15,0-19 16,0 28-1,0-18-15,-19 0 16,0 0 0,1-10-16,-1 19 15,0-9-15,0 9 16,-9-9 0,10 18-16,-1-9 15,-75 0 1</inkml:trace>
  <inkml:trace contextRef="#ctx0" brushRef="#br0" timeOffset="1121.6">29069 13946 0,'0'0'15,"0"0"-15,0 0 16,0 0 0,9 9-16,1 0 15,9 1 1,-1-1-16,20 0 15,9-9 1,28 9-16,19-9 16,19 0-16,47-9 15,9 9 1,10 0-16,28-18 16,-37 18-1,-11-10-15,-27 10 16,0 0-16,0 0 15,-1 0 1,-27 0-16,-20-9 16,-8 9-1,-10 9-15,-1-9 16,-8 10 0,-10 8-16,-10 1 15,-37-19-15</inkml:trace>
</inkml:ink>
</file>

<file path=ppt/ink/ink18.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26:39.173"/>
    </inkml:context>
    <inkml:brush xml:id="br0">
      <inkml:brushProperty name="width" value="0.05292" units="cm"/>
      <inkml:brushProperty name="height" value="0.05292" units="cm"/>
      <inkml:brushProperty name="color" value="#FF0000"/>
    </inkml:brush>
  </inkml:definitions>
  <inkml:trace contextRef="#ctx0" brushRef="#br0">23029 4153 0,'0'0'0,"0"0"16,0 0-16,10 19 16,-1 8-1,19 10-15,10 10 16,0-11 0,18-8-16,19-9 15,1-19-15,8-19 16,-8-18-1,8-18-15,-27 9 16,-10-19 0,-10 1-16,-8 8 15,-20 19 1,-9 0-16,0 10 16,-9 8-16,-20 1 15,-8 8 1,-29 1-16,-9 18 15,-10 19 1,-9 28-16,19-1 16,9 10-16,19-1 15,18 1 1,20-1-16,9 1 16,28-10-1,29 1-15,46-10 16,19-18-1,29-19-15,0-18 16,-10-19-16,-19-9 16,0-9-1,-122 46-15</inkml:trace>
  <inkml:trace contextRef="#ctx0" brushRef="#br0" timeOffset="587.79">24591 3803 0,'0'0'0,"0"0"16,0 9-16,0 19 15,0 27 1,9 19-16,1 18 16,-1 0-1,-9-18-15,0 0 16,0-28-16,0-18 15,0-10 1,0-8-16,0-10 16,0 0-1,0-10-15,10-8 16,8-28 0,1-10-16,9-18 15,1 1 1,-1-1-16,0 18 15,0 1-15,1 9 16,-11 27 0,1 10-16,0 9 15,0 9-15,18 28 16,1 37 0,-10 9-16,1 10 15,-11-10 1,-8-19-16,9-8 15,-1-29 1,-18-27-16</inkml:trace>
  <inkml:trace contextRef="#ctx0" brushRef="#br0" timeOffset="4083.33">25899 3720 0,'0'0'0,"0"0"16,0 0-16,0 0 15,0 0 1,0 0-16,0 0 15,0 0 1,-19 0-16,-19 9 16,-18 18-16,-1 20 15,1 17 1,18 10-16,10 9 16,28-9-1,19 0-15,28-10 16,37-17-1,29-29-15,-113-18 16</inkml:trace>
  <inkml:trace contextRef="#ctx0" brushRef="#br0" timeOffset="5136.42">26040 3913 0,'0'0'15,"0"0"-15,9 0 16,19-9 0,29 9-16,18 0 15,19 19 1,10 8-16,-29 1 15,-9 9 1,-19 0-16,-19-9 16,-9-1-16,-10-8 15,-9-1 1,0 10-16,-9-10 16,-1-9-1,10 1-15,0-10 16,0 0-1,0-10-15,19-36 16,19-18-16,-1-1 16,1 10-1,9-1-15,-9 19 16,-1 10 0,-8 18-16,8 9 15,-9 9-15,1 9 16,-1 10-1,0 9-15,0-9 16,-9-1 0,0-8-16,9-10 15,19-9 1,19-19-16,9-17 16,1-20-16,-11 1 15,-8-1 1,-19 10-16,-10 9 15,0 0 1,-9 10-16,-10 8 16,1 10-1,-1 9-15,0 0 16,-9 0-16,10 9 16,-1 0-1,1 10-15,-10-10 16,9 10-16,-9-10 15,0 0 1,0 0-16,0 1 16,0-1-1,0-9-15,0 0 16,0 0 0,0 0-16,0 9 15,0 0 1,0 10-16,0 18 15,0 9-15,0 9 16,9 10 0,1-19-16,-10-9 15,0 0 1,0 0-16,0 0 16,0-1-16,-10 1 15,10 0 1,-9 0-16,0 0 15,-1 0 1,1-9-16,-1-1 16,1-8-16,0-1 15,9-18 1,0 0-16</inkml:trace>
  <inkml:trace contextRef="#ctx0" brushRef="#br0" timeOffset="5580.16">28636 3516 0,'0'0'0,"0"10"16,0 27 0,0 55-16,0 46 15,-9 38 1,-10-10-16,0 0 16,0-28-1,10-27-15,-1-55 16,10-29-16,0-27 15,0 0 1</inkml:trace>
  <inkml:trace contextRef="#ctx0" brushRef="#br0" timeOffset="5867.4">28288 3627 0,'0'0'15,"0"0"-15,9-9 16,10 0-1,19 0-15,18-1 16,29 10 0,9 19-16,10 8 15,-20 1 1,-18 0-16,-19 0 16,-19-1-16,-9 1 15,-19 18 1,-19 9-16,-18 1 15,-10-10 1,0 0-16,9-27 16,38-19-16</inkml:trace>
  <inkml:trace contextRef="#ctx0" brushRef="#br0" timeOffset="6137.15">29323 3055 0,'0'0'0,"9"18"16,10 47-1,0 27-15,-10 47 16,-9 27-1,0-9-15,-9-28 16,0-18 0,-1-47-16,10-36 15,0-19 1,0-9-16</inkml:trace>
  <inkml:trace contextRef="#ctx0" brushRef="#br0" timeOffset="6388.08">29041 3563 0,'0'0'16,"28"0"-16,28 9 16,38 0-1,-9 10-15,-10 8 16,-18 1-16,-10 0 15,-10-1 1,1 1-16,-19 0 16,0-1-1,-10 1-15,1-19 16,-10-9-16</inkml:trace>
  <inkml:trace contextRef="#ctx0" brushRef="#br0" timeOffset="6549.22">29812 3286 0,'0'0'16,"0"0"-16,0 0 15,0 0 1</inkml:trace>
  <inkml:trace contextRef="#ctx0" brushRef="#br0" timeOffset="7366.85">30282 3323 0,'0'0'0,"0"0"16,0 9-16,0 19 15,-9 36 1,0 28-16,-10 1 16,0 8-1,0 10-15,10-37 16,-1-19-16,10-18 16,10-9-1,9-19-15,18 0 16,29-27-1,28-19-15,0-18 16,-9-19 0,-10-9-16,-18-10 15,-29 20-15,-19 8 16,-18 0 0,-10 28-16,-19 10 15,-18 8 1,-19 19-16,-1 19 15,11-1-15,8 19 16,19 0 0,20-9-16,8-1 15,20 1 1,18-9-16,28-10 16,38 0-1,19-9-15,-19 0 16,0 9-16,1 10 15,-20 18 1,-9 0-16,-29-1 16,-9 11-1,-9-10-15,-9 9 16,-1-19-16,-9 1 16,0-9-1,0-10-15,0-9 16,0 0-1,10-19-15,8-18 16,29-36 0,19-11-16,19-8 15,9 18-15,9 10 16,-18 36 0,-19 19-16,-10 18 15,-9 28 1,-9 18-16,-19 19 15,-19 37 1,-19 0-16,-19-19 16,-18-18-16,56-74 15</inkml:trace>
  <inkml:trace contextRef="#ctx0" brushRef="#br0" timeOffset="7878.9">24619 5187 0,'19'0'0,"75"-18"16,113-1-16,75 1 15,57-10 1,37-9-16,38 9 15,19-18-15,28-9 16,0-19 0,28 19-16,-9-28 15,37 36 1,-65-26-16,9 26 16,-38 11-16,-28-1 15,-56 18 1,-19 10-16,-66 0 15,-76 18 1,-46 0-16,-57 0 16,-37-9-1,-29 0-15,-9 0 16</inkml:trace>
  <inkml:trace contextRef="#ctx0" brushRef="#br0" timeOffset="90951.9">18899 3535 0,'0'0'0,"0"0"0,0 0 16,0 0 0,0 0-16,0 0 15,19 9-15,19-9 16,37 9-1,19 1-15,38-10 16,18-10 0,1-8-16,9-1 15,-19-8 1,0-1-16,-19 10 16,-18 8-16,-29 1 15,-37 0 1,-10 9-16,-28 0 15</inkml:trace>
  <inkml:trace contextRef="#ctx0" brushRef="#br0" timeOffset="91251.81">18871 3793 0,'10'0'16,"27"0"0,67-18-16,65-1 15,29-17-15,9-1 16,18 0-1,-18 0-15,-9-19 16,-38 38 0,-10-10-16,1-9 15,-151 37 1</inkml:trace>
  <inkml:trace contextRef="#ctx0" brushRef="#br0" timeOffset="92168.56">22493 1468 0,'0'0'0,"0"0"15,-9 0-15,-1 9 16,-9 9 0,-9 19-16,0 9 15,0 10 1,9 27-16,10-19 16,9-18-16,0-9 15,9-9 1,19-9-16,29-19 15,27-19 1,1-27-16,-10-9 16,-18-10-16,-20 10 15,-18 18 1,-19 0-16,-19 9 16,-18 10-1,-29 8-15,-28 10 16,19 10-1,9-1-15,19-9 16,9 0-16,19 9 16,19-9-1,0 0-15,28-9 16,57-10 0,47 10-16,18 18 15,1 10-15,-29 9 16,-18 8-1,-29 1-15,-19 0 16,-18 0 0,-19 0-16,-10-9 15,-9 9-15,-9-10 16,-1-8 0,1-1-16,0-18 15,9 0 1,-10-9-16,10-28 15,19-27 1,19-29-16,27-36 16,1 28-16,-9 17 15,-1 20 1,-9 8-16,-9 29 16,-1 8-1,-37 19-15</inkml:trace>
  <inkml:trace contextRef="#ctx0" brushRef="#br0" timeOffset="93335.28">24873 1320 0,'0'0'0,"0"0"16,0 0-1,0 9-15,0 0 16,10 1-16,-1-1 15,19-9 1,29-9-16,27-38 16,10-17-1,-9-1-15,-10-36 16,-37 27 0,-19-9-16,-10 37 15,-9-1-15,-9 20 16,-10-1-1,-28 19-15,-19 18 16,-9 28 0,-10 28-16,0 27 15,10-18-15,9 27 16,10 1 0,28-28-16,18-28 15,10 0 1,19 0-16,0-18 15,28-10-15,28-9 16,38-27 0,9-19-16,-9-18 15,-19-1 1,0-8-16,-18-1 16,-10 0-1,-19 19-15,0 0 16,-29 28-16,1 8 15,-9 1 1,-1 9-16,0 9 16,1 10-1,-1 18-15,1 18 16,-1 19 0,-9 9-16,0-9 15,0-19-15,0-8 16,0-20-1,0-8-15,0-19 16,10 9 0,8-18-16,11-10 15,8-36 1,20-19-16,8-9 16,1 18-16,-9-9 15,-1 1 1,-18 26-16,-10 20 15,0 8 1,-9 19-16,0 0 16,0 19-16,0 18 15,-1 37 1,1 18-16,-9-9 16,-1-9-1,10-19-15,0-27 16,9-10-16,0-18 15,-28 0 1</inkml:trace>
  <inkml:trace contextRef="#ctx0" brushRef="#br0" timeOffset="94019.39">27159 674 0,'0'0'15,"0"0"-15,0 9 16,-9 0 0,-10 19-16,-9 0 15,-10 45-15,-9-8 16,0 37 0,0-10-16,9 0 15,20 0 1,18-8-16,0-38 15,18-9 1,11-10-16,8-17 16,38-20-16,29-45 15,-10-28 1,0-9-16,-19 8 16,-9 1-1,-19 37-15,-19-9 16,-9 36-1,-9 1-15,-10 18 16,0 0-16,0 28 16,-10 18-1,1 28-15,-1 9 16,1 18 0,9-36-16,9-10 15,20-9-15,-1-27 16,28-1-1,38-27-15,29-28 16,-1-18 0,-28-19-16,-28 9 15,-19 10-15,-28-10 16,-19 10 0,-19 0-16,-19 27 15,-18 9 1,-19-8-16,-10 36 15,10 9 1,-1 19-16,20 0 16,18 0-16,29-18 15,9-1 1,0-18-16</inkml:trace>
  <inkml:trace contextRef="#ctx0" brushRef="#br0" timeOffset="94938.65">28909 941 0,'0'0'0,"0"0"16,-9 0-1,-20 0-15,-8 0 16,-20 0 0,-9 19-16,-18 9 15,-1 8 1,10 1-16,9 10 16,19-11-16,9 20 15,19-10 1,10 9-16,9-18 15,19 0-15,19-9 16,18-19 0,19-27-16,38-38 15,-9-36 1,-10-19-16,-28-9 16,-10-9-1,-18 9-15,-1 9 16,-18 10-16,9-47 15,-9 56 1,-19 18-16,0 46 16,0 1-1,0 27-15,0 0 16,0 0 0,-19 0-16,-18 27 15,-10 75-15,9 18 16,10 0-1,0 18-15,18-36 16,1 27 0,9 0-16,9-18 15,10-28-15,9-28 16,0-18 0,19 0-16,19-18 15,38-38 1,18-18-16,-18-18 15,-29-10 1,-9 10-16,-10-10 16,-28 28-16,-9 0 15,-9 28 1,-1-18-16,0 17 16,-9 10-1,0 0-15,0 0 16,0 0-16,0 10 15,-9 17 1,0-8-16,-1 18 16,1-10-1,9 10-15,0-9 16,9 9 0,1-19-16,18 1 15,9-19-15,20-9 16,-57 9-1</inkml:trace>
  <inkml:trace contextRef="#ctx0" brushRef="#br0" timeOffset="95098.9">29793 554 0,'0'0'16,"0"0"-16,0 0 15,0 0 1,0 0-16,0 0 16</inkml:trace>
  <inkml:trace contextRef="#ctx0" brushRef="#br0" timeOffset="95937.81">30075 914 0,'0'9'0,"10"19"15,-1 36-15,10 1 16,0 18 0,0-37-16,0-9 15,-1-19-15,11-18 16,-1-18-1,19-28-15,0-37 16,-9-10 0,-1 10-16,-9 19 15,1 8-15,-11 29 16,1-10 0,0 28-16,0 9 15,0 0 1,-1 27-16,11 19 15,-1 28 1,0-18-16,-9-19 16,9-1-16,0-17 15,19 9 1,29-10-16,18-18 16,0-18-1,-9-19-15,-10-9 16,-19-1-16,-18-8 15,-10 9 1,-19 27-16,1-36 16,-20 37-1,1-10-15,-10 0 16,-9 10 0,0 18-16,0 0 15,9 9-15,0 28 16,10-9-1,9-1-15,9 19 16,10-27 0,9 18-16,0-9 15,0 8-15,1-26 16,-1 8 0,0 1-16,0 8 15,10-8 1,0 8-16,-10-8 15,-9-1 1,-1 19-16,-8-18 16,-10 18-16,-10 9 15,-18 0 1,-9 19-16,-20-10 16,-18 10-1,-10-10-15,-18-18 16,103-37-16</inkml:trace>
</inkml:ink>
</file>

<file path=ppt/ink/ink19.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15:46.047"/>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FF0000"/>
    </inkml:brush>
    <inkml:context xml:id="ctx1">
      <inkml:inkSource xml:id="inkSrc13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1" timeString="2021-03-18T04:29:07.086"/>
    </inkml:context>
  </inkml:definitions>
  <inkml:trace contextRef="#ctx0" brushRef="#br0">5522 7208 0,'0'0'0,"28"0"16,29 0-16,46 0 15,10 0 1,19-9-16,0 9 16,9-9-1,-19 0-15,0-1 16,-9 1-16,-19 0 15,-28 0 1,-19 0-16,-9-1 16,-10 1-1,-28 9-15</inkml:trace>
  <inkml:trace contextRef="#ctx0" brushRef="#br0" timeOffset="450.19">6134 6775 0,'0'0'0,"0"0"16,0 0-16,9 9 15,19 9 1,29 1-16,9-1 16,9 1-16,0 8 15,0-8 1,-9-1-16,0 1 16,-10-10-1,-18 0-15,0 0 16,-1 1-1,-8-1-15,-11 9 16,-8-8-16,-1 8 16,-9 0-1,-9 1-15,-10 9 16,-28 18 0,-19 0-16,-28 19 15,-19-1-15,-28 28 16,0 19-1,141-111-15</inkml:trace>
  <inkml:trace contextRef="#ctx0" brushRef="#br0" timeOffset="65449.25">25071 4938 0,'0'0'16,"0"0"-16,0 0 16,0 0-16,0 0 15,0 0 1,0 0-16,9 9 15,1 10-15,8 17 16,11 20 0,-1 18-16,-9 9 15,9 0 1,-9-9-16,-1-1 16,1-26-1,0-10-15,-9-10 16,-1-18-16,0-9 15,1-9 1,9-18-16,9-38 16,0-18-1,0 0-15,0 0 16,-9 0-16,9 9 16,-9 9-1,10 10-15,-11 18 16,1 18-1,-19 19-15</inkml:trace>
  <inkml:trace contextRef="#ctx0" brushRef="#br0" timeOffset="66483.06">26077 5132 0,'0'0'0,"0"-10"15,0 1 1,0-9-16,-9-1 15,0-8 1,-1 8-16,1 1 16,-1-1-1,-9 10-15,-9 0 16,-9 9-16,-10 18 16,0 10-1,0 18-15,-1 28 16,20 0-1,19-10-15,9-8 16,19-10-16,-1-18 16,11-10-1,8-18-15,10-18 16,0-19 0,10-28-16,-20 0 15,1 10 1,-10 0-16,-18 18 15,-1 9-15,1 10 16,-10 18 0,0 0-16,0 0 15,0 0 1,0 9-16,0 19 16,0 8-16,9 11 15,0-1 1,1 0-16,-1-9 15,10-9 1,9-1-16,0-8 16,10-10-1,0-9-15,9-19 16,9-8-16,1-19 16,-10-10-1,-10 1-15,-8 9 16,-11 0-1,-8 9-15,-10 0 16,-10 9-16,-8 10 16,-1 8-1,-10 1-15,1 9 16,9 0 0,1 0-16,8 0 15,10 0 1,0 0-16,10-9 15,18 0 1,28-1-16,1 1 16,-10 0-16,0 9 15,-10 18 1,-8 10-16,-1 27 16,0 19-1,-9 0-15,-10 9 16,-9-9-16,0-19 15,0-18 1,10-18-16,-10-19 16</inkml:trace>
  <inkml:trace contextRef="#ctx0" brushRef="#br0" timeOffset="68382.14">27413 5418 0,'0'0'16,"0"0"-16,0 0 16,0 0-1,0 0-15,10-9 16,18-19 0,19-27-16,0-29 15,9-26-15,-9-1 16,0 0-1,-18 19-15,-11 18 16,-8 19 0,-1 18-16,1 9 15,-10 10 1,0 8-16,0 10 16,0 0-16,-10 10 15,1 17 1,-10 29-16,-9 17 15,9 20 1,0-1-16,19 0 16,0 1-16,10-19 15,-1-10 1,0-18-16,10-9 16,0-9-1,9-10-15,10-8 16,18-10-1,1-28-15,9-9 16,-10-9-16,-9-10 16,-9 1-1,-10 0-15,0 9 16,-9-10 0,-10 19-16,-9 10 15,-9-1 1,0 19-16,-10-1 15,0 10-15,-19 19 16,1 9 0,-10 18-16,18 0 15,1 9 1,19-9-16,9 1 16,19-11-16,9-8 15,9-9 1,20-10-16,9-18 15,9-19 1,-19 0-16,10-9 16,-28 10-1,0-1-15,-20 19 16,1-1-16,-9 10 16,-10 0-1,9 10-15,-9-1 16,0 19-1,0-1-15,-9-8 16,-1-1-16,10-9 16,0-9-1,0 0-15,0 0 16,10-9 0,8-9-16,11-19 15,8-9 1,1 0-16,-10-1 15,0 10-15,-9 19 16,0 9 0,-10 9-16,1 0 15,-1 9 1,1 9-16,8 10 16,1 18-16,0 0 15,-10-9 1,10 0-16,10-9 15,-1-19 1,9 0-16,20-9 16,-1-18-1,1-10-15,18-27 16,-19 9-16,-9 0 16,-9-1-1,-10 1-15,-18 19 16,-1 8-1,-9 1-15,0 8 16,-9 10 0,-20 0-16,-18 19 15,10-1-15,-1 10 16,10 0 0,9 9-16,10-10 15,-1 1 1,10 0-16,19 9 15,9 9 1,10 9-16,9 1 16,0 8-16,-9-8 15,-10-1 1,-9 0-16,-10-9 16,-9 10-1,-9-10-15,-1-9 16,1 0-16,0-9 15,-1-10 1,10-18-16,0 0 16,0-28-1,0-46-15,0 74 16</inkml:trace>
  <inkml:trace contextRef="#ctx0" brushRef="#br0" timeOffset="68632.16">29502 4439 0,'0'0'15,"0"0"-15,0 10 16,0 17 0,0 29-16,-10 18 15,1 27 1,-1 19-16,1-9 15,0-19 1,-1-18-16,1-9 16,9-38-16,0-17 15,0-10 1</inkml:trace>
  <inkml:trace contextRef="#ctx0" brushRef="#br0" timeOffset="69218.64">29530 4984 0,'0'0'0,"0"0"16,9 0-1,10-9-15,19-10 16,9-8-1,19-10-15,-1-9 16,1-10 0,-19 1-16,0-1 15,-9 1-15,-19 9 16,0 0 0,-10 18-16,-9 10 15,0 8 1,0 10-16,0 0 15,-9 10-15,-10 17 16,9 29 0,-8 36-16,8 19 15,1-1 1,9-26-16,0-11 16,0-17-16,0-10 15,0-18 1,9-10-16,1-9 15,-1-9 1,10-9-16,0-9 16,9-1-1,0-9-15,-9 1 16,-10 8-16,1 10 16,-1 9-1,-9 0-15,0 9 16,0 28-1,-19 19-15,-18 8 16,37-64 0</inkml:trace>
  <inkml:trace contextRef="#ctx0" brushRef="#br0" timeOffset="69937.85">25767 6627 0,'0'0'0,"0"0"15,0 0-15,0 0 16,0 0 0,0 0-16,0 0 15,0 0 1,0 0-16,-10 9 16,10 0-16,-9 19 15,0 9 1,9 18-16,-10 10 15,10 9 1,0 0-16,0-10 16,0-8-16,0-10 15,0-9 1,0-10-16,0-8 16,0-10-1,0 0-15,0-9 16,0 0-1</inkml:trace>
  <inkml:trace contextRef="#ctx0" brushRef="#br0" timeOffset="70415.39">26331 6590 0,'0'0'16,"0"0"-16,0 0 15,0 0 1,0 0-16,0 0 16,0 0-1,0 0-15,10 9 16,-1 0-16,-9 10 16,0 18-1,10 18-15,-10 19 16,0 28-1,0 27-15,0-28 16,0-8-16,0-10 16,9-19-1,-9-18-15,0-18 16,0-9 0,0-10-16,0-9 15</inkml:trace>
  <inkml:trace contextRef="#ctx0" brushRef="#br0" timeOffset="74120.72">5889 8261 0,'0'0'0,"0"0"0,0 0 15,0 0-15,0 0 16,0 0 0,0 0-16,0 0 15,0 0 1,9 0-16,20 0 15,18-10 1,28 1-16,28 0 16,10-10-16,0 1 15,0-1 1,9 10-16,-18 0 16,-10 9-1,-19 0-15,-18 9 16,-1 10-16,-18-10 15,-10 0 1,-9 0-16,-10-9 16,-9 0-1,0 0-15</inkml:trace>
  <inkml:trace contextRef="#ctx0" brushRef="#br0" timeOffset="74554.92">6792 7993 0,'0'0'0,"0"0"15,0 0-15,0 0 16,0 0 0,10 0-16,8-9 15,11-1 1,8 1-16,1 9 15,9 0 1,9 9-16,-9-9 16,0 10-16,0-1 15,-9 9 1,-10-8-16,-9-1 16,0 0-1,-10 0-15,1 0 16,-1 1-16,-9 8 15,0 1 1,-9 8-16,-10 1 16,-19 9-1,-9 9-15,-9 19 16,-1-10 0,-8-9-16,8-9 15,10-9 1,47-28-16</inkml:trace>
  <inkml:trace contextRef="#ctx0" brushRef="#br0" timeOffset="87065.64">25071 7827 0,'0'0'0,"0"0"16,0 0-16,0 0 16,0 0-1,0 0-15,0 0 16,0 0-1,0 0-15,0 9 16,9 9-16,1 10 16,-10 9-1,9 9-15,0 10 16,1-1 0,-1 0-16,1-9 15,8 1 1,1-10-16,-19-37 15</inkml:trace>
  <inkml:trace contextRef="#ctx0" brushRef="#br0" timeOffset="87961.27">25720 7919 0,'0'0'0,"0"0"16,0 0 0,0 0-16,-10 0 15,1 0 1,0 9-16,-1 1 16,-9-1-1,10 9-15,0 1 16,-1 8-16,1 1 15,9 9 1,9 0-16,1-9 16,8-1-1,11-8-15,-1-1 16,0-9-16,10 1 16,-10-10-1,0-10-15,-9 1 16,0 0-1,0-10-15,-10 1 16,0-10 0,1 1-16,-10-1 15,-10 0-15,1 10 16,-10-1 0,0 1-16,-9 9 15,-9-1 1,-1 10-16,10 10 15,18-1 1,10-9-16</inkml:trace>
  <inkml:trace contextRef="#ctx0" brushRef="#br0" timeOffset="88553.79">26482 7919 0,'0'0'15,"0"0"-15,0 0 16,0 0-16,0 0 16,0-9-1,0 9-15,-10 0 16,1 0 0,0 0-16,-10 9 15,0 0 1,-9 10-16,9 8 15,0 10-15,0 19 16,10-10 0,9 9-16,9-9 15,10 1 1,19-11-16,-1-17 16,20-1-16,-1-18 15,1-9 1,-1-9-16,-18-10 15,-1-9 1,-8 0-16,-11 0 16,-8 0-1,-10-18-15,-10 18 16,-8 0-16,-29 0 16,-29 19-1,-37 27-15,113-9 16</inkml:trace>
  <inkml:trace contextRef="#ctx0" brushRef="#br0" timeOffset="92801.87">24177 6285 0,'0'0'16,"0"0"-16,0 0 16,0 0-16,0 0 15,0 0 1,0 0-16,0 0 15,0 0-15,0 0 16,0 0 0,0 0-16,9 10 15,10-1 1,19 0-16,18 0 16,10 1-1,9-10-15,29-10 16,9 1-16,0-9 15,0-1 1,-1 1-16,1-1 16,-9 1-1,-1-1-15,-9 1 16,19-1-16,0 10 16,-19 0-1,19 0-15,-19-1 16,10 10-1,-10-9-15,-19 9 16,10 0-16,-10 0 16,-9 0-1,9-9-15,-9 9 16,-10-9 0,1 9-16,-10 9 15,-10 0 1,1 0-16,-10 1 15,1-1-15,-1 0 16,0 10 0,0-10-16,0 9 15,1 1 1,-1-10-16,-9 0 16,0 10-1,-1-1-15,1 1 16,0-1-16,0 10 15,-10-1 1,1 1-16,-1 9 16,10 18-1,0 1-15,-10 8 16,0 10-16,1 9 16,-1 19-1,-9 9-15,0-10 16,0 10-1,0 18-15,0 0 16,0 1 0,0-1-16,10 18 15,-10-36-15,0 18 16,0 1 0,0-1-16,-10 9 15,1 10 1,9 18-16,-10-9 15,1 0-15,0 9 16,-1 0 0,10 0-16,0-18 15,0 18 1,-9-37-16,9-9 16,-10 19-1,1-10-15,-10 0 16,0 10-16,1 8 15,-1 1 1,0-19-16,0 28 16,0-28-1,0 19-15,1-10 16,8-8 0,1-1-16,-1 0 15,1 0-15,0 1 16,-1-1-1,1 0-15,-1-28 16,1 10 0,0 9-16,-1 0 15,10-18 1,-9 8-16,9-17 16,-10 8-16,1-8 15,9-1 1,0-28-16,-9 1 15,-1 9-15,1-9 16,9-1 0,0-8-16,-10-10 15,1-9 1,0 0-16,-1-1 16,1-8-1,-1 9-15,1-9 16,-10 9-16,10-10 15,-1 10 1,-9 0-16,10-9 16,0 0-1,-1-1-15,-9 1 16,1 0-16,-1-10 16,0 1-1,-9 8-15,0-8 16,-10-1-1,0 1-15,-18 8 16,-10 1 0,-9 0-16,-10-1 15,0-8 1,-9-1-16,0 10 16,-19-10-16,0 1 15,1-1 1,-11-8-16,1-1 15,0-9 1,-10 0-16,0-9 16,10 9-16,9-10 15,0 1 1,0 9-16,10 0 16,9 0-1,-19 0-15,113 0 16</inkml:trace>
  <inkml:trace contextRef="#ctx0" brushRef="#br0" timeOffset="93521.65">24262 13715 0,'0'0'0,"9"0"16,29 0-1,18 0-15,19 0 16,1 0-16,18-9 16,19 0-1,0-10-15,-1-8 16,1 8-1,0 1-15,10 9 16,8-10 0,10 10-16,-9 0 15,0-10-15,-1 10 16,1 0 0,0 9-16,-10-10 15,10-8 1,-19 9-16,-19 0 15,9-1-15,-9-8 16,-9-1 0,-10 19-16,-18-9 15,-1 0 1,-18 0-16,-38 9 16</inkml:trace>
  <inkml:trace contextRef="#ctx0" brushRef="#br0" timeOffset="94098.68">24149 12829 0,'0'0'0,"0"0"16,0 0-1,0 0-15,0 0 16,0 0 0,28 0-16,28 0 15,20 0-15,18-9 16,28 0 0,29 0-16,-1-1 15,10-8 1,9-1-16,1 1 15,-1-1 1,10 1-16,-10 0 16,19 8-16,-28-17 15,10 8 1,-1-9-16,-37 10 16,-1 0-1,-18-1-15,-19 1 16,-18-1-1,-29 1-15,-19-1 16,-28 19-16</inkml:trace>
  <inkml:trace contextRef="#ctx0" brushRef="#br0" timeOffset="94732.48">24158 11620 0,'0'0'16,"0"0"-16,0 0 16,0 0-1,0 0-15,0 0 16,0 0-16,0 0 15,0 0 1,19-9-16,19 0 16,37-1-1,19-8-15,19 9 16,19-10-16,9 1 16,9-10-1,20 10-15,-1-1 16,0-8-1,29 8-15,-10 1 16,19-1 0,-19-9-16,38 10 15,-38 9-15,-9-10 16,-10 1 0,-28-1-16,-19 10 15,-27-9 1,-1-10-16,-38 10 15,-28-1 1,-18 1-16,-10 18 16</inkml:trace>
  <inkml:trace contextRef="#ctx0" brushRef="#br0" timeOffset="95237.32">24102 10651 0,'0'0'0,"9"0"16,38 0 0,47 9-16,38 0 15,19 1 1,27-10-16,-18 0 15,10 0-15,-1-19 16,0 10 0,19-9-16,-9-10 15,19 0 1,-10 10-16,-9-10 16,9 0-1,-38 10-15,-18-10 16,0 10-16,-38-1 15,-28 1 1,-10-1-16,-28 10 16,-28 9-1</inkml:trace>
  <inkml:trace contextRef="#ctx0" brushRef="#br0" timeOffset="95782.59">24186 9451 0,'0'0'0,"0"0"16,0-9-16,10 0 16,9-1-1,9 1-15,19 0 16,19 0-16,18 0 15,29-1 1,19 10-16,9 0 16,19 0-1,9 0-15,1 0 16,27-9-16,1-19 16,18 1-1,1-10-15,-1 0 16,-9 0-1,-28 0-15,9 0 16,-47 19-16,-19-10 16,-9 0-1,-28 10-15,-38 9 16,-19-1 0,-28 10-16</inkml:trace>
  <inkml:trace contextRef="#ctx0" brushRef="#br0" timeOffset="96418.4">24215 8676 0,'0'0'0,"0"0"16,0 0 0,0 0-16,0 0 15,0 0-15,18 0 16,20 9-1,9-9-15,19 9 16,28 1 0,19-1-16,19-18 15,9 9 1,0-10-16,28-8 16,-9 9-1,19 9-15,9-10 16,0 1-16,10 9 15,-1-9 1,1 9-16,-10-9 16,-9 9-16,-10-19 15,-28 1 1,-9 9-16,-19-1 16,-19-8-1,-94 18-15</inkml:trace>
  <inkml:trace contextRef="#ctx0" brushRef="#br0" timeOffset="97256.2">24346 7679 0,'0'0'0,"0"0"15,10 0-15,9 0 16,18 9-1,20-9-15,9 0 16,18 10 0,10-1-16,0-18 15,10-1-15,9 10 16,18-9 0,-18 0-16,0 9 15,19-9 1,0-1-16,-10 1 15,10 9-15,-1-9 16,-8 0 0,-11 9-16,1 0 15,0 0 1,-19 0-16,0-10 16,-18 1-1,8 9-15,-8-9 16,-11 9-16,-8 0 15,-10 0 1,0 0-16,-19-9 16,0 0-1,-9 9-15,-19 0 16</inkml:trace>
  <inkml:trace contextRef="#ctx0" brushRef="#br1" timeOffset="117269.43">24704 8870 0,'0'0'16,"0"0"-16,0 0 16,-10-10-1,1 1-15,0 0 16,-1 0 0,1 0-16,-1-1 15,10 10-15,-9 0 16,-10 0-1,-9 10-15,0 8 16,-10 10 0,0 9-16,10 0 15,9-1-15,1 1 16,8 0 0,10 0-16,10-9 15,8 0 1,11-10-16,8-9 15,20-18-15,9-9 16,-10-10 0,0-9-16,-8 0 15,-11 0 1,-9 0-16,-9 10 16,-9-1-1,-10 9-15,-10 1 16,-9-1-16,-9 1 15,-19 9 1,0 0-16,0 9 16,-9 18-1,18 0-15,10 1 16,28-19 0</inkml:trace>
  <inkml:trace contextRef="#ctx0" brushRef="#br1" timeOffset="117688.62">25118 8657 0,'0'0'0,"0"0"16,0 0-16,0 0 15,0 0 1,0 10-16,0 17 16,0 19-1,0 19-15,0 9 16,0-9-16,9-10 16,-9-9-1,10-9-15,-1 0 16,-9-37-1</inkml:trace>
  <inkml:trace contextRef="#ctx0" brushRef="#br1" timeOffset="118321.95">25607 8814 0,'0'0'0,"0"0"16,0 0-16,0 0 15,0 0 1,0 0-16,-9 0 16,-1 0-1,1 0-15,-1 0 16,-8 10-16,8-1 16,1 0-1,-1 0-15,1 19 16,9 0-1,9 9-15,1-10 16,9 10-16,9-18 16,9 8-1,-8-8-15,8-10 16,1-9 0,-1 0-16,1-9 15,-10 0 1,1-10-16,-11 1 15,1-1-15,-9 1 16,-1-1 0,-9-8-16,0 8 15,-9 1 1,-10-10-16,-9 9 16,-10 1-1,-19 0-15,-18 18 16,-19 36-16,94-36 15</inkml:trace>
  <inkml:trace contextRef="#ctx0" brushRef="#br1" timeOffset="129985.93">25184 9765 0,'0'0'0,"0"0"16,0 0-16,0 0 15,-10-9 1,10 9-16,-9 0 16,-10 0-1,0 9-15,-9 9 16,-10 19-16,1 0 16,-1 9-1,0 28-15,10-9 16,9-1-1,19-8-15,10-10 16,9-9-16,9-9 16,9-10-1,29-9-15,10-18 16,-1-19 0,0-9-16,-28 1 15,-9 8 1,-10 0-16,-9 0 15,-10 1-15,1-1 16,-20-9 0,1 9-16,-19-8 15,-10 8 1,-9 0-16,0 10 16,9 8-1,10 1-15,9 9 16,10 0-16,9 0 15,0 0 1,9-9-16,10-9 16,19-10-1,9 0-15,0 10 16,0-1-16,0 10 16,-10 9-1,1 0-15,0 9 16,-1 19-1,-8 0-15,-1 9 16,0 9 0,0 9-16,-9 0 15,0 1-15,0-1 16,-1-18 0,-8-9-16,9 0 15,9-19 1,-9-9-16,18 0 15,10-19-15,0-8 16,0-10 0,1 0-16,-11 0 15,-9 0 1,-9 0-16,-9 0 16,-10 0-1,0 0-15,-19 10 16,-9-1-16,-29 9 15,-28 19 1,-18 37-16,9 19 16,94-56-1</inkml:trace>
  <inkml:trace contextRef="#ctx0" brushRef="#br1" timeOffset="140500.1">24967 10762 0,'0'0'0,"0"0"15,0 0-15,-19 0 16,1 0-16,-11 0 16,1 0-1,0 0-15,0 9 16,-10 9 0,10 1-16,0 9 15,-1-1 1,11 10-16,-1 19 15,9-1-15,10 0 16,10-9 0,9-9-16,9 10 15,0-20 1,10-8-16,9-1 16,-10-9-1,1-9-15,0-9 16,-1-9-16,1-10 15,0 0 1,-10-9-16,-9 10 16,-1-10-1,-8 9-15,-1-9 16,-9 0-16,-9 10 16,-10-1-1,-9 0-15,-10 1 16,0 8-1,1 10-15,-1 0 16,10 9 0,0 0-16,9 0 15,19 0-15</inkml:trace>
  <inkml:trace contextRef="#ctx0" brushRef="#br1" timeOffset="140933.57">25456 10817 0,'0'0'0,"0"0"15,0 0-15,0 0 16,0 0-1,0 0-15,0 0 16,0 0-16,0 19 16,0 18-1,0 18-15,0 10 16,0-1 0,0 1-16,10-1 15,-1-8 1,-9-56-16</inkml:trace>
  <inkml:trace contextRef="#ctx0" brushRef="#br1" timeOffset="141400.19">26030 10697 0,'0'0'0,"0"0"15,0 0-15,0 9 16,0 10-1,0 18-15,10 27 16,-10 47 0,9 0-16,10 0 15,-19-111-15</inkml:trace>
  <inkml:trace contextRef="#ctx0" brushRef="#br1" timeOffset="168317.47">24563 11906 0,'0'0'16,"0"0"-16,0 0 15,0 0 1,0 19-16,9 18 16,10 18-16,9 19 15,0 27 1,1-8-16,-1-19 16,0-19-1,-9-18-15,0-19 16,-19-18-16</inkml:trace>
  <inkml:trace contextRef="#ctx0" brushRef="#br1" timeOffset="168856.92">25099 12017 0,'0'0'0,"0"0"15,0 0 1,-9 9-16,-1 0 15,-9 28-15,1 10 16,-1 17 0,9 10-16,1-9 15,18-10 1,1-9-16,-1-9 16,10-9-1,9-10-15,10-9 16,18-18-16,10-9 15,-19-10 1,0-18-16,-19 9 16,-9 0-1,0 0-15,-10 0 16,-9 10 0,-9-1-16,-19-9 15,-10 9-15,-9 10 16,-9 18-1,-1 9-15,1 0 16,9 19 0,47-28-16</inkml:trace>
  <inkml:trace contextRef="#ctx0" brushRef="#br1" timeOffset="169217.81">25692 11897 0,'0'0'0,"0"0"16,0 0-16,0 9 16,0 28-1,0 9-15,9 19 16,0 36-16,1-8 16,-1-19-1,1-28-15,-1-9 16,0-10-1,1-8-15,-10-19 16</inkml:trace>
  <inkml:trace contextRef="#ctx0" brushRef="#br1" timeOffset="169587.07">26059 11860 0,'0'0'0,"0"0"15,0 0 1,0 0-16,0 19 16,0 8-1,9 29-15,0 17 16,1 11-16,-10 8 16,0-18-1,9-10-15,-9-8 16,0-19-1,0-1-15,0-36 16</inkml:trace>
  <inkml:trace contextRef="#ctx0" brushRef="#br1" timeOffset="169934.84">26435 11768 0,'0'0'0,"0"0"16,0 0-16,0 9 16,9 9-16,1 19 15,8 19 1,1 27-16,0 18 16,0 10-1,9 18-15,-28-129 16</inkml:trace>
  <inkml:trace contextRef="#ctx0" brushRef="#br1" timeOffset="178867.61">24591 12977 0,'0'0'0,"0"0"16,0 0 0,0 0-16,0 0 15,0 0-15,0 0 16,0 0 0,0 18-16,-9 28 15,-1 38 1,1 8-16,9 0 15,0 10-15,0-10 16,0-9 0,0-28-16,0-55 15</inkml:trace>
  <inkml:trace contextRef="#ctx0" brushRef="#br1" timeOffset="179434.45">24854 13125 0,'0'0'16,"0"0"0,0 0-16,0 0 15,0 9-15,0 9 16,0 19 0,0 9-16,10 10 15,-1-10 1,1 0-16,-1 0 15,10-9-15,0-9 16,-1-10 0,1-9-16,9 1 15,1-10 1,-1-10-16,10-17 16,-10-1-1,0-18-15,-19 0 16,-9 0-16,0-10 15,-9 19 1,-10 0-16,0 10 16,-9 8-1,0 10-15,0 9 16,-10 9 0,0 19-16,10 18 15,9 0-15,19-46 16</inkml:trace>
  <inkml:trace contextRef="#ctx0" brushRef="#br1" timeOffset="179774.64">25419 12986 0,'0'0'0,"0"0"16,0 0-1,0 0-15,0 9 16,0 19-16,9 18 15,1 28 1,-10 9-16,0-9 16,0 0-16,0-19 15,0-9 1,9-9 0,-9-37-16</inkml:trace>
  <inkml:trace contextRef="#ctx0" brushRef="#br1" timeOffset="180100.23">25701 12968 0,'0'0'16,"0"0"-16,0 0 15,0 0 1,0 9-16,9 9 16,1 28-16,9 47 15,-10-10 1,0 0-16,1-9 15,-1-19 1,-9-18-16,0-37 16</inkml:trace>
  <inkml:trace contextRef="#ctx0" brushRef="#br1" timeOffset="180701.17">26313 12922 0,'0'0'0,"0"0"16,0 0 0,0 0-16,-10 0 15,1 0 1,-10 9-16,0 9 16,0 10-16,-9 9 15,0 0 1,9 9-16,10 9 15,-1 10 1,20-10-16,8-9 16,11 1-16,-11-20 15,20 1 1,0-10-16,9-8 16,0-10-1,9-19-15,-9-9 16,-9-8-1,0-11-15,-20 1 16,-8-9-16,-10-1 16,-10 1-1,-8 9-15,-1 9 16,-10 9 0,-8 10-16,-1 18 15,-18 18-15,-19 56 16,75-74-1</inkml:trace>
  <inkml:trace contextRef="#ctx0" brushRef="#br1" timeOffset="190001.03">24572 14084 0,'0'0'0,"0"0"15,0 0-15,0 0 16,0 0 0,0 0-16,0 0 15,0 0 1,0 19-16,0 18 16,10 9-16,-1 19 15,0-1 1,1 1-16,9 9 15,-10-10 1,0-18-16,1-9 16,9-9-1,-19-28-15</inkml:trace>
  <inkml:trace contextRef="#ctx0" brushRef="#br1" timeOffset="190484.3">25043 14140 0,'0'0'0,"0"0"15,-10 9 1,1 0-16,-1 19 15,-9 9-15,1 18 16,8 1 0,1 8-16,18 1 15,1-10 1,-1-18-16,0-18 16,1-1-16,9-18 15,9 0 1,0-9-16,10-19 15,-10-9 1,0 0-16,0 0 16,-9 0-16,-9 1 15,-10-1 1,0 0-16,-10 0 16,1 9-1,-10 10-15,0 8 16,0 10-1,-9 10-15,0-1 16,9 9-16,19-18 16</inkml:trace>
  <inkml:trace contextRef="#ctx0" brushRef="#br1" timeOffset="190750.99">25456 14066 0,'0'0'16,"0"0"-16,0 0 16,0 18-16,0 19 15,-9 28 1,9 18-16,0 0 15,0-9 1,-9-9-16,9-19 16,0-9-16,0-37 15</inkml:trace>
  <inkml:trace contextRef="#ctx0" brushRef="#br1" timeOffset="191207.06">25748 14094 0,'0'0'16,"0"0"-16,0 0 15,0 9-15,-9 9 16,-1 10-1,1 9-15,-1 18 16,10 10 0,0-10-16,0-9 15,10-9-15,9-9 16,-1-9 0,1-10-16,10-9 15,-1-9 1,9-10-16,-8 1 15,-1-10 1,-9 0-16,-1 1 16,-8-10-1,-1 9-15,-9 0 16,0 1-16,0 8 16,-9 1-1,-10-1-15,-9 10 16,-10 0-1,1 18-15,37-9 16</inkml:trace>
  <inkml:trace contextRef="#ctx0" brushRef="#br1" timeOffset="-212956.32">28373 15017 0,'0'0'0,"19"0"0,-19 0 15</inkml:trace>
  <inkml:trace contextRef="#ctx0" brushRef="#br1" timeOffset="-210777.07">20536 15090 0,'0'0'0,"19"-9"16,56-18-16,38-10 15,38 0 1,28 0-16,-10 9 16,38-9-1,-10 10-15,1-1 16,-19-9 0,-10 9-16,-28 1 15,0 8-15,-37 1 16,-29 8-1,-19 1-15,-18 9 16,-38 0 0</inkml:trace>
  <inkml:trace contextRef="#ctx0" brushRef="#br1" timeOffset="-210411.48">20790 16050 0,'0'0'16,"-9"0"-16,0 0 16,9 0-1,0 0-15,0 0 16,28-9-16,38-9 15,47-28 1,28-10-16,0 10 16,28-9-1,-18-1-15,-10 1 16,-10 9 0,1 0-16,-19 9 15,-19 9-15,-9 10 16,-10 8-1,0 10-15,-75 0 16</inkml:trace>
  <inkml:trace contextRef="#ctx0" brushRef="#br1" timeOffset="-209095.55">20988 15072 0,'0'0'15,"0"0"-15,0 0 16,0 0-16,0 0 16,0 9-1,0 19-15,0 9 16,9 27-1,1 47-15,9 0 16,-1-19-16,1-18 16,0 0-1,0-19-15,-10-9 16,-9-46 0</inkml:trace>
  <inkml:trace contextRef="#ctx0" brushRef="#br1" timeOffset="-208413.26">21167 15229 0,'0'0'16,"0"0"-1,0 0-15,0-9 16,18-10-16,20-18 16,9 0-1,10 0-15,-1 19 16,0 0-1,1 8-15,-19 10 16,-1 10-16,-9 8 16,-9 0-1,-9 10-15,-10 18 16,-10 10 0,1-1-16,-10-18 15,10 0 1,-1-19-16,1 1 15,9-10-15,0-9 16,0 0 0,0 0-16,19 0 15,9-9 1,0 0-16,0 9 16,0 0-16,-9 0 15,0 0 1,0 9-16,-10 0 15,1 10 1,-1 8-16,-9 10 16,0 0-16,-9 9 15,-19 10 1,-10-1-16,0-9 16,1 0-1,8-18-15,11-10 16,8-8-1,1-10-15,9 0 16</inkml:trace>
  <inkml:trace contextRef="#ctx0" brushRef="#br1" timeOffset="-207959.57">22089 15072 0,'0'0'16,"0"0"-16,0 0 16,0 0-1,0 0-15,0 9 16,0 10-16,0-1 15,0 10 1,0 0-16,0-1 16,9 1-16,0-10 15,10 1 1,0-1-16,9 1 16,0-10-1,10 9-15,0 1 16,-1-1-1,10 10-15,-9 0 16,-10-1-16,0 10 16,-9 10-1,-9-1-15,-10-9 16,-10-1 0,-9 1-16,19-37 15</inkml:trace>
  <inkml:trace contextRef="#ctx0" brushRef="#br1" timeOffset="-207745.27">22239 15137 0,'0'0'0,"19"-19"15,28-36 1,56-28-16,39-10 16,-1 1-1,-141 92-15</inkml:trace>
  <inkml:trace contextRef="#ctx0" brushRef="#br1" timeOffset="-200028.75">29850 5547 0,'0'0'0,"0"0"0,0 0 16,0 0-1,0 0-15,0 0 16,0 0 0,0 0-16,0 9 15,0 10 1,9 27-16,1 28 16,-1 18-16,0-27 15,1 18 1,-1-19-16,-9-8 15,0-29 1,0-27-16</inkml:trace>
  <inkml:trace contextRef="#ctx0" brushRef="#br1" timeOffset="-199075.56">29351 5685 0,'0'0'0,"28"-9"15,38-9-15,47-1 16,19 1 0,-10-1-16,-9 10 15,-10 0 1,-8 0-16,-30 9 16,-8 0-16,-20 9 15,-18-9 1,0 9-16,-10 0 15,1 10 1,-1-1-16,1 28 16,-10 1-16,0 17 15,0-18 1,0-9-16,0-9 16,9-10-1,1-8-15,8-1 16,1 0-1,9-18-15,10-10 16,0 1-16,9-19 16,-19 9-1,-9 1-15,-10-1 16,1 10 0,-10-10-16,-10 0 15,-9 0-15,0 1 16,1 8-1,-11 1-15,11 9 16,-1 9 0,0 0-16,10 0 15,9 0 1,0 0-16,0 0 16,9-10-16,19-8 15,29-19 1,9-9-16,-1 0 15,1-10 1,-19 1-16,-9 9 16,-10 9-16,0 0 15,-9 19 1,-9-1-16,-1 1 16,-9 18-1,0 0-15,0 0 16,0 0-1,0 27-15,-9 29 16,-1 18 0,1 18-16,-1-9 15,1 0-15,0-18 16,9-10 0,-10-18-16,1-9 15,9-28-15</inkml:trace>
  <inkml:trace contextRef="#ctx0" brushRef="#br1" timeOffset="-198158.47">30828 5482 0,'0'0'0,"28"0"15,19-9 1,29 9-16,-1-9 16,0 0-1,0-1-15,-18 1 16,-1-9-16,-18 9 16,-19-1-1,0 1-15,-10 0 16,-9 9-1,0 0-15,0 0 16,-9 9-16,-10 19 16,-10 9-1,-8 18-15,9 0 16,-1 1 0,11-10-16,8-18 15,10-10-15,0-9 16,0-9-1,10 0-15,8-9 16,1-9 0,9-19-16,-9 0 15,0 0-15,-10 9 16,1 10 0,-1-1-16,-9 19 15,0 0 1,0 0-16,0 0 15,0 0 1,10 10-16,-1 8 16,1 0-1,8 10-15,1 0 16,9-10-16,1 1 16,18-10-1,0-18-15,19-19 16,-10-9-1,0-18-15,-9-10 16,-9-18-16,-10 9 16,-9-9-1,0 9-15,-10-9 16,-9 9 0,-9 28-16,0 9 15,-1 10 1,-9-1-16,0 10 15,1 8-15,-1 1 16,0 18 0,-9 19-16,0 18 15,-1 10 1,11 27-16,18 27 16,9-17-16,10-29 15,9 1 1,19-1-16,9-8 15,10-28 1,-66-28-16</inkml:trace>
  <inkml:trace contextRef="#ctx0" brushRef="#br1" timeOffset="-197478.73">32183 4716 0,'0'0'16,"0"0"-16,0 0 15,0 28 1,9 37-16,1 27 16,-10 19-16,0-1 15,0 20 1,0-38-16,-10-18 15,1-10 1,-1-27-16,1-9 16,9 0-16,0-19 15,0 0 1,0-9-16,0 0 16,0 0-1,0 0-15,9-18 16,10-1-1,9-18-15,1 0 16,-1 10-16,0-10 16,0 18-1,-9 10-15,9 0 16,-9 9 0,0 9-16,0 0 15,-10 10 1,1-1-16,-10 1 15,-10 8-15,-9 10 16,-9 0 0,0-18-16,0-1 15,9-18 1,19 0-16</inkml:trace>
  <inkml:trace contextRef="#ctx0" brushRef="#br1" timeOffset="-197278.33">32587 5104 0,'0'0'0,"0"9"16,10 10-16,-1 8 16,10 29-1,-10 8-15,-9 10 16,0-18-1,0-29-15,0-8 16,0-19-16</inkml:trace>
  <inkml:trace contextRef="#ctx0" brushRef="#br1" timeOffset="-196644.86">32587 4596 0,'0'0'15,"0"0"-15,0 0 16,10 0 0,-1 0-16,0 0 15,1 0 1,-1 0-16,1 0 15,-1 0 1,1 0-16,-1 0 16,0 0-16,10 19 15,9 9 1,10 18-16,0 37 16,-1 27-1,-18-8-15,0 9 16,-10 18-16,1-27 15,-1-47 1,-9-9-16,10-9 16,-10-19-1,9-8-15,-9-10 16,0 0-16,19-19 16,0-9-1,-1-8-15,11-1 16,-1-9-1,0 9-15,0 0 16,-9 18 0,0 10-16,9 0 15,-9 0 1,0 18-16,0 0 16,-1 19-16,-8 9 15,-10 9 1,0-9-16,-10 0 15,1-19-15,-10-9 16,19-9 0</inkml:trace>
  <inkml:trace contextRef="#ctx0" brushRef="#br1" timeOffset="-196498.94">32738 4873 0,'0'0'0,"0"0"16,19-9-16,46 0 16,30-10-1,-95 19-15</inkml:trace>
  <inkml:trace contextRef="#ctx0" brushRef="#br1" timeOffset="-196077.66">30715 3516 0,'0'0'0,"0"0"15,-9 37 1,-1 37-16,10 55 15,0 28 1,0 10-16,0-20 16,0-18-1,10-18-15,-1-55 16,1-29-16,-1-18 16,-9-9-1</inkml:trace>
  <inkml:trace contextRef="#ctx0" brushRef="#br1" timeOffset="-195801.79">31251 3683 0,'0'0'0,"0"18"15,-9 28-15,0 28 16,-1 28 0,1 8-16,-1-17 15,10-1 1,0-18-16,0-19 16,0-27-16,0-10 15,0-18 1,0 0-16,0 0 15</inkml:trace>
  <inkml:trace contextRef="#ctx0" brushRef="#br1" timeOffset="-195612.05">30753 4153 0,'0'0'15,"0"0"-15,0 0 16,19 0-1,37 0-15,38 0 16,19-9-16,0-19 16,9-18-1,1-37-15,-123 83 16</inkml:trace>
  <inkml:trace contextRef="#ctx0" brushRef="#br1" timeOffset="-195328.66">32183 3710 0,'0'10'0,"0"17"16,-10 19-16,-8 28 15,-1 28 1,-10-19-16,11-19 16,-1-17-16,0-20 15,10 1 1,-1-19-16,1-18 16,-10-10-1,19 19-15</inkml:trace>
  <inkml:trace contextRef="#ctx0" brushRef="#br1" timeOffset="-195158.29">31703 3535 0,'0'0'0,"0"0"16,0 0 0,19 0-16,37 0 15,76-9-15,37-19 16,48-18-1,8-9-15</inkml:trace>
  <inkml:trace contextRef="#ctx0" brushRef="#br1" timeOffset="-188212.25">29069 6673 0,'0'0'0,"0"0"0,0 0 15,0 0-15,0 0 16,0 0 0,0 0-16,0 0 15,0 0-15,9-9 16,1 0 0,9-1-16,9-8 15,19-1 1,0 10-16,-10 9 15,1 0-15,-10 9 16,1 1 0,-11 8-16,-8 1 15,-1-1 1,-9 10-16,-9-1 16,-1 1-1,-8 9-15,-11 9 16,10-18-16,1-10 15,-1 1 1,9-10-16,1 0 16,9-9-1,0 0-15,0 0 16,9 0 0,10 9-16,9 1 15,1-1-15,8 9 16,-8 1-1,-1 9-15,0-1 16,-9 1-16,-10-10 16,1 10-1,-1 0-15,-9 9 16,-9-10 0,-10 10-16,-19 0 15,-9 0 1,-9 0-16,-1-19 15,10 1 1,0-1-16,10-18 16,8 0-16,1-9 15,9 0 1,0-10-16,10-8 16,9 27-1</inkml:trace>
  <inkml:trace contextRef="#ctx0" brushRef="#br1" timeOffset="-187577.6">29953 6830 0,'0'0'15,"0"0"-15,-9 0 16,-1 0 0,1 0-16,0 0 15,-1 0 1,10 0-16,0-9 15,0-10-15,10-8 16,8-10 0,11 9-16,8 0 15,1 10 1,-1 9-16,1 18 16,0 0-1,-1 19-15,-18-10 16,-9 19-16,-1 9 15,-9-9 1,-19 19-16,-9 17 16,-19 10-1,0-27-15,0-10 16,9-9 0,10-9-16,0-10 15,9-9-15,10 1 16,9-1-1,0-9-15,0 0 16,18 0-16,39-9 16,27-19-1,29-9-15,0-9 16,0 0 0,28 9-16,-141 37 15</inkml:trace>
  <inkml:trace contextRef="#ctx0" brushRef="#br1" timeOffset="-175075.5">29351 7707 0,'0'0'0,"0"0"15,0 0-15,0 0 16,0 0 0,0 0-16,0 0 15,0 0 1,0 0-16,0 0 16,0 0-1,0 0-15,0 18 16,10 19-1,-1 19-15,0 8 16,1 28-16,-1-27 16,1-10-1,-1 19-15,0-9 16,1-28-16,-1-10 16,-9-17-1,0-10-15</inkml:trace>
  <inkml:trace contextRef="#ctx0" brushRef="#br1" timeOffset="-174304.76">30188 7854 0,'0'0'0,"0"0"15,0 0 1,10-9-16,-10 0 15,0 0 1,0 0-16,0-1 16,0 1-1,0 0-15,-10-10 16,1 1-16,0-1 16,-10 10-1,-9 0-15,-1 0 16,-8 9-1,8 0-15,1 9 16,9 0 0,1 10-16,8-1 15,10 1-15,0 8 16,10 1 0,8 0-16,11-1 15,-1 10 1,9-9-16,1 9 15,0 0 1,-10-19-16,-9 1 16,-10-1-16,1 1 15,-1-1 1,-9-9-16,0 10 16,0-1-1,-9 1-15,-1-1 16,-9-9-16,1 1 15,-1-1 1,0-9-16,0 0 16,10 0-1,-1-9-15,1-10 16,9-9 0,19-27-16,28-37 15,37-10-15,39-18 16,-123 120-1</inkml:trace>
  <inkml:trace contextRef="#ctx0" brushRef="#br1" timeOffset="-168956.78">29323 8584 0,'0'0'0,"0"0"16,0 0 0,0 0-16,0 0 15,0 0-15,0 0 16,0 0 0,0 0-16,9 9 15,1 0 1,-1 19-16,1 9 15,-1 9-15,0 9 16,-9 10 0,0-1-16,0-17 15,0-1 1,0-9-16,10-10 16,-10-8-16,0-19 15</inkml:trace>
  <inkml:trace contextRef="#ctx0" brushRef="#br1" timeOffset="-168361.38">29831 8787 0,'0'0'0,"0"0"16,0 0-1,0 0-15,0 0 16,0 0 0,0 0-16,0-10 15,9-8-15,1-1 16,9-8-1,9-10-15,0 18 16,0 1 0,0-1-16,1 10 15,-1 0 1,0 9-16,0 0 16,-9 9-1,0 0-15,-10 10 16,1 9-16,-10 18 15,-19 9 1,0 1-16,-9-10 16,9-9-1,0 0-15,10-19 16,-1 0-16,1-8 16,9-1-1,0-9-15,0 0 16,9 0-1,29 0-15,19-9 16,37-10-16,9-8 16,19-10-1,1 0-15,-123 37 16</inkml:trace>
  <inkml:trace contextRef="#ctx0" brushRef="#br1" timeOffset="-155865.65">29455 9617 0,'0'0'0,"0"0"15,0 0-15,0 0 16,0 0 0,0 0-16,0 0 15,0 0 1,0 0-16,0 0 15,0 0 1,0 0-16,0 10 16,0 17-16,0 10 15,0 9 1,0 0-16,0 1 16,-10 8-1,10 0-15,0 1 16,-9-10-1,9-9-15,0 0 16,0-10-16,0-8 16,0-10-1,9 0-15,-9-9 16</inkml:trace>
  <inkml:trace contextRef="#ctx0" brushRef="#br1" timeOffset="-155011.75">30160 9525 0,'0'0'15,"0"0"-15,0 0 16,0 0-16,0 0 16,0 0-1,0 0-15,0 0 16,-9 9-1,-1 0-15,-8 10 16,-1 9-16,0-1 16,-9 10-1,-1 0-15,1 9 16,9 0 0,1 10-16,-1-10 15,9-9 1,10 9-16,0-9 15,10-9-15,-1-1 16,1 1 0,8-10-16,1-8 15,9-1 1,10-9-16,19 0 16,-1-9-1,-9-1-15,0-8 16,0 0-1,-9-1-15,-10 1 16,-9 8-16,0-8 16,-10 9-1,0-10-15,-9 10 16,0-9-16,-9-10 16,-10 9-1,-28 1-15,-9 9 16,-20 9-1,11 18-15,-11 19 16,10 9 0,66-46-16</inkml:trace>
  <inkml:trace contextRef="#ctx0" brushRef="#br1" timeOffset="-149290.75">29370 10549 0,'0'0'0,"0"0"0,0 0 15,0 0-15,0 0 16,0 0 0,0 0-16,0 0 15,0 0-15,0 10 16,0 8-1,9 10-15,-9 18 16,0 9 0,0 10-16,-9 0 15,0 8 1,-1 1-16,10-9 16,0-19-16,0 0 15,0-18 1,0 0-16,10-10 15,-10-18 1</inkml:trace>
  <inkml:trace contextRef="#ctx0" brushRef="#br1" timeOffset="-148735.72">30132 10660 0,'0'0'15,"0"0"1,0 0-16,0 0 15,-9 9-15,-10 1 16,0-1 0,-9 0-16,-1 10 15,1-1-15,0 1 16,9-10 0,10 9-16,9-9 15,0-9 1,9 10-16,10-1 15,19 0 1,18 0-16,-9 1 16,0 8-16,0 1 15,-19-1 1,-9 10-16,-9-1 16,-1 10-1,-18 9-15,-10 1 16,-19-1-1,-9 9-15,0-9 16,0-18-16,9-10 16,1-8-1,9-10-15,28 0 16</inkml:trace>
  <inkml:trace contextRef="#ctx0" brushRef="#br1" timeOffset="-148510.48">30028 10762 0,'0'0'16,"10"0"-16,18-9 15,19-10 1,28-9-16,10 1 15,9-10 1,10 0-16,8 0 16,-112 37-16</inkml:trace>
  <inkml:trace contextRef="#ctx0" brushRef="#br1" timeOffset="-139485.84">29379 11749 0,'0'0'0,"0"0"16,0 0-1,0 0-15,0 0 16,0 0-16,0 0 16,0 10-1,0 8-15,-9 19 16,0 18 0,-1 28-16,1-9 15,-1 0 1,1 9-16,-1-9 15,1-9-15,9-19 16,0-19 0,0-8-16,0-10 15,0-9 1,0 0-16</inkml:trace>
  <inkml:trace contextRef="#ctx0" brushRef="#br1" timeOffset="-138760.89">30301 11888 0,'0'0'0,"0"0"15,0 0-15,10-9 16,-1-1 0,-9 1-16,0 0 15,0 0-15,-9-1 16,-1 1-1,-9 0-15,-18 0 16,-1 9 0,1 9-16,-1 0 15,-9 10 1,9-1-16,-9 19 16,10 0-16,8 0 15,1 18 1,9 1-16,10-1 15,9-9 1,9 10-16,10-10 16,0-9-1,9 0-15,-9-10 16,19 1-16,9-10 16,9-18-1,10-9-15,-10 0 16,1-19-1,-1 1-15,-9-1 16,-9-9-16,0 0 16,-10 0-1,-9 0-15,-10 0 16,-9-18 0,0 9-16,-9 9 15,-10-9-15,-9 18 16,-38 0-1,-28 10-15,0 18 16,18 9 0,76-9-16</inkml:trace>
  <inkml:trace contextRef="#ctx0" brushRef="#br1" timeOffset="-130560.27">30123 12875 0,'0'0'0,"0"0"0,0 0 15,0 0 1,0 0-16,-10 19 15,-9 9 1,-9-1-16,0 10 16,0 0-16,-1-9 15,11-1 1,-1 1-16,9-19 16,10 1-1,0-1-15,10 0 16,-1 0-1,19-9-15,10 0 16,0 9-16,-1 1 16,1-1-1,0 0-15,-10 10 16,-9-1 0,-1 1-16,-8 8 15,-1 1-15,-9 9 16,-19 0-1,1 0-15,-11 0 16,1 0 0,0-10-16,9-8 15,0-1 1,0-9-16,1-9 16,8 0-16,1-9 15,-1-9 1,10 18-16</inkml:trace>
  <inkml:trace contextRef="#ctx0" brushRef="#br1" timeOffset="-130257.38">30132 12940 0,'0'0'16,"0"0"-16,0 0 16,0 0-1,9-9-15,20-10 16,27-8 0,0-10-16,29 0 15,9 0 1,19 0-16,-28 9 15,-10 10-15,-9 9 16,0-10 0,-19 19-16,-47 0 15</inkml:trace>
  <inkml:trace contextRef="#ctx0" brushRef="#br1" timeOffset="-123077.28">29389 13946 0,'0'0'0,"0"0"15,0 0 1,0 0-16,0 0 16,0 0-16,0 0 15,0 0 1,0 0-16,0 0 16,0 18-1,0 19-15,0 19 16,-10 8-16,10 1 15,0 9 1,0 9-16,0-9 16,-9 0-1,9-28-15,0-19 16,0 1 0,0-28-16,0 0 15,0 0-15</inkml:trace>
  <inkml:trace contextRef="#ctx0" brushRef="#br1" timeOffset="-122526.58">29869 14149 0,'0'0'15,"0"0"-15,0 0 16,0-9 0,0 0-16,9-10 15,0-9 1,10 1-16,9-10 16,10 0-1,9 0-15,0 0 16,-9 19-16,-10 8 15,10 1 1,-10 18-16,-9 1 16,-1-1-1,-8 19-15,-10 27 16,-19 19 0,-9 0-16,-10 18 15,1-18-15,8-10 16,10-27-1,1 0-15,8-18 16,1-1 0,9-9-16,0-9 15,19 0-15,18 0 16,20-9 0,18 0-16,10-10 15,-10 1 1,10-1-16,9 1 15,-28 0 1,-66 18-16</inkml:trace>
  <inkml:trace contextRef="#ctx0" brushRef="#br1" timeOffset="-121422.04">28504 15155 0,'0'0'0,"0"0"16,0 0 0,19 0-16,9-9 15,29 9 1,37-19-16,19 1 15,0 9-15,37-10 16,20-8 0,-1 8-16,0-9 15,29-9 1,-29 10-16,19-1 16,-18 0-1,-1 1-15,0-1 16,-28 0-1,10 1-15,-29-1 16,-37 10-16,-10-1 16,-18 1-1,-10 8-15,-19 1 16,-9 9 0,-10 0-16,-9 0 15,0 0 1,0 9-16,-28 28 15,28-37-15</inkml:trace>
  <inkml:trace contextRef="#ctx0" brushRef="#br1" timeOffset="-120474.08">28928 17186 0,'0'0'0,"28"0"16,19-10-16,19 1 15,37-19 1,10 10 0,10-10-16,8-9 15,10 10-15,10-19 16,-1 9-1,20-10-15,-29 1 16,9 0-16,1 0 16,-1 0-1,-8 0-15,-11 9 16,-18 9 0,-9 0-16,-20 1 15,-8 8-15,-20 1 16,-9 9-1,-9-1-15,-20 1 16,1 0 0,-9 9-16,-10 0 15,0 0 1,0 0-16,0 0 16</inkml:trace>
  <inkml:trace contextRef="#ctx0" brushRef="#br1" timeOffset="-115143.33">28900 15487 0,'0'0'0,"0"0"15,0 0-15,0 0 16,0 0 0,0 0-16,0 0 15,0 0 1,0 0-16,0 0 15,0 10 1,0 17-16,9 10 16,0 28-1,10 36-15,0 29 16,0-10-16,0 9 16,-10-19-1,0-26-15,1-20 16,-10-27-1,0-9-15,0-10 16,0-18-16,0 0 16</inkml:trace>
  <inkml:trace contextRef="#ctx0" brushRef="#br1" timeOffset="-114609.93">29624 15626 0,'0'0'16,"0"0"-16,0-9 15,9-10 1,10 1-16,0-1 16,9 1-16,0-1 15,10 19 1,0 0-16,-10 10 16,0 8-1,-9 10-15,0-1 16,-10 10-1,-9 19-15,-19 17 16,-18 20-16,-10-10 16,9-19-1,0-17-15,10-10 16,0-1 0,19-17-16,-1-1 15,10-8-15,0-10 16,10 9-1,27-9-15,29-9 16,9-10 0,19-18-16,19-18 15,-9-19 1,-104 74-16</inkml:trace>
  <inkml:trace contextRef="#ctx0" brushRef="#br1" timeOffset="-114137.61">30800 15330 0,'0'0'16,"0"0"-1,-19 19-15,-9 9 16,0 18-16,-1 18 16,1 19-1,19 0-15,18 1 16,10-1 0,9-10-16,0-17 15,10-10-15,9-18 16,10-10-1,8-18-15,11-28 16,-1-18 0,-9-28-16,-19 1 15,-10 17 1,-8-18-16,-11 1 16,-8-10-16,-20 9 15,1 28 1,-19 9-16,-19 9 15,-38 9 1,-9 19-16,-38 37 16,132-37-16</inkml:trace>
  <inkml:trace contextRef="#ctx0" brushRef="#br1" timeOffset="-110174.15">17046 17176 0,'0'0'0,"28"0"16,38 10-16,57-10 15,46 0 1,0 0-16,10 9 16,0 9-1,-38-8-15,-9-10 16,-10 0-16,-37-10 16,-29 1-1,-18 0-15,-20 9 16,-18 0-16,0 0 15</inkml:trace>
  <inkml:trace contextRef="#ctx0" brushRef="#br1" timeOffset="-109857.61">17328 17509 0,'0'0'0,"0"0"16,29-10-16,37-8 15,37-1 1,10 10-16,19-18 16,-1 8-16,1 10 15,0 9 1,-1 0-16,1 0 15,-28 0 1,-10-9-16,0-1 16,-19-8-1,-19-10-15,-18-18 16,-38 46-16</inkml:trace>
  <inkml:trace contextRef="#ctx0" brushRef="#br1" timeOffset="-109395.06">18260 16761 0,'0'0'0,"0"0"16,9 0-16,19 0 15,19 9-15,29 1 16,8 8-1,1 0-15,19 10 16,8-9 0,-18 8-16,-9 1 15,-10-10 1,-18 1-16,-1-1 16,-18-8-16,-10-1 15,-9 0 1,-10 0-16,-9 10 15,-9 8 1,-29 29-16,-28 27 16,-28 0-16,-9 0 15,9-28 1,9-9-16,1 1 16,8-10-1,20-10-15,9 1 16,19-10-1,9-8-15,19-10 16,0 0-16,0 0 16</inkml:trace>
  <inkml:trace contextRef="#ctx0" brushRef="#br1" timeOffset="-108959.74">20461 16936 0,'0'0'15,"0"0"-15,0 10 16,0 17-16,10 19 15,18 47 1,0 18-16,-9-1 16,0 1-1,9 0-15,-9-19 16,-1-27 0,-8-19-16,-10-46 15</inkml:trace>
  <inkml:trace contextRef="#ctx0" brushRef="#br1" timeOffset="-108425.99">21148 17029 0,'0'0'0,"0"0"15,0 0-15,0 0 16,0 0 0,0 0-16,9-10 15,10-8 1,9-10-16,1 1 16,-1 8-1,0 10-15,0 0 16,-9 9-16,0 9 15,-10 9 1,1 10-16,-10 27 16,-10 29-1,-27 17-15,-10-9 16,9-18-16,0-9 16,1-19-1,8-9-15,11-9 16,8-10-1,1-9-15,9-9 16,0 0 0,19 0-16,28-9 15,37-9 1,20-19-16,9 0 16,0 9-16,-19 0 15,0 10 1,0-1-16,-94 19 15</inkml:trace>
  <inkml:trace contextRef="#ctx0" brushRef="#br1" timeOffset="-107909.65">22446 16696 0,'0'0'16,"0"0"-1,-19 10-15,-18-1 16,-10 19-16,-10 18 16,10 0-1,0 18-15,0 20 16,19 8-1,9 0-15,19 0 16,19-8 0,18-20-16,10-9 15,1-27-15,17-9 16,11-29 0,18-17-16,-19-19 15,-9-19 1,-19 10-16,-10-1 15,-18 1-15,-9-1 16,-10 1 0,-19 9-16,-19-9 15,-18-1 1,-19 10-16,-1 18 16,1 28-1,0 10-15,9 17 16,9 10-16,20 0 15,37-37 1</inkml:trace>
  <inkml:trace contextRef="#ctx0" brushRef="#br1" timeOffset="-106859.02">23481 17149 0,'0'0'0,"-10"9"16,-8 9-16,8 1 15,1-10 1,9 0-16,0 1 16,0-10-16,9 0 15,19-19 1,20-18-16,8-27 15,10-29 1,-10-8-16,-18 8 16,-10 1-1,-9 9-15,0-9 16,-10 9-16,-9 18 16,0 19-1,-9 9-15,9 19 16,-10-1-1,1 10-15,0 9 16,-10 28 0,-10 36-16,1 28 15,19 47-15,9 18 16,19 9 0,9-9-16,28-28 15,1-37 1,9-27-16,-1-28 15,1-28-15,28-18 16,-9-28 0,0-18-16,-19-10 15,-10-9 1,-18-9-16,-20 0 16,1 0-1,-19 18-15,-9 19 16,-10 19-16,0 8 15,-9 10 1,-10 18-16,1 19 16,-20 27-1,10 28-15,19 0 16,9 0-16,10-27 16,9-19-1,0-19-15,9-9 16,10-9-1,19-18-15,9-19 16,9-9 0,-9 0-16,0-1 15,-19 20-15,-9-1 16,0 19 0,-9 9-16,-1 0 15,10 9 1,0 19-16,9 9 15,0 9 1,10 9-16,-1-9 16,1-18-16,0-9 15,-10-19 1,-28 0-16</inkml:trace>
  <inkml:trace contextRef="#ctx0" brushRef="#br1" timeOffset="-106584.15">25052 16355 0,'0'0'0,"0"0"16,0 28-1,-9 36-15,9 38 16,9 64-1,-9-46-15,0 9 16,0 0 0,0-27-16,0-38 15,0-27-15,0-18 16,0-19 0,0 0-16,0 0 15</inkml:trace>
  <inkml:trace contextRef="#ctx0" brushRef="#br1" timeOffset="-105755.15">25560 16761 0,'0'0'0,"0"0"15,0 0 1,0 0-16,-9 0 15,-20 9 1,-27 10-16,-10-1 16,-9 10-1,18-10-15,1 10 16,18-10-16,1 10 16,18-9-1,9-1-15,10 10 16,10-1-1,27 10-15,20-9 16,9 0-16,0-10 16,-1-9-1,20-9-15,-10-9 16,-9-9 0,0-10-16,-10 0 15,1-18 1,-1-9-16,1-19 15,-20 9-15,-8 1 16,-11 18 0,1 0-16,-9-1 15,-10 1 1,0 9-16,-10 10 16,1-1-1,-1 9-15,10 10 16,0 9-16,-9 0 15,0 19 1,-10 8-16,0 38 16,10 27-1,-1 28-15,1-9 16,9 0-16,0-19 16,0-37-1,0-18-15,0-9 16,0-19-1,0-9-15,0 0 16,9 0 0,10-9-16,9-9 15,10-1-15,0 1 16,18-10 0,-9 10-16,0-1 15,-19 10 1,0 9-16,1 0 15,-1 18 1,10 28-16,-1 1 16,10 8-16,-47-55 15</inkml:trace>
  <inkml:trace contextRef="#ctx0" brushRef="#br1" timeOffset="-104323.63">26247 17509 0,'0'0'0,"0"0"16,0 0-16,0 9 16,-10 19-1,1 8-15,9 20 16,-10 18-1,10 18-15,0 10 16,0-10-16,10-28 16,-10-17-1,0-20-15,0-8 16,0-10 0,0 0-16,0-9 15,0 0 1,9-9-16,10-10 15,9 1-15,10-19 16,18-9 0,10 9-16,-9 9 15,-1 1 1,-18 8-16,-10 10 16,0 0-1,-18 9-15,-1 0 16,-9 9-16,0 19 15,-28 18 1,-19 9-16,-10 1 16,-9-1-1,10-18-15,0 0 16,9-19-16,9-9 16,10-9-1,28 0-15</inkml:trace>
  <inkml:trace contextRef="#ctx0" brushRef="#br1" timeOffset="-104089.75">26858 17702 0,'0'0'16,"0"0"-16,10 10 15,-1-1 1,0 19-16,1 9 15,-1 27-15,1 19 16,-10 10 0,0-20-16,0-17 15,0-29 1,0-17-16,0-10 16,0 0-1</inkml:trace>
  <inkml:trace contextRef="#ctx0" brushRef="#br1" timeOffset="-103509.72">27027 17241 0,'0'0'0,"0"0"15,0 0-15,0 0 16,0 0-1,10-18-15,-1-10 16,1 0 0,-1 0-16,1 1 15,-1 18-15,0-1 16,-9 10 0,10 0-16,9 28 15,9 37 1,0 36-16,10 47 15,-10 18-15,-9-28 16,-10-27 0,0-37-16,1-28 15,-1-18 1,1-10-16,-1-18 16,19-9-1,10-28-15,9-18 16,9-10-16,-9 10 15,1 18 1,-1 9-16,0 10 16,0 18-1,9 18-15,-9 10 16,-9 9 0,-10 18-16,-9 19 15,-10 9-15,-18-18 16,-10-19-1,-9-19-15,-10-17 16,-56-29 0,94 19-16</inkml:trace>
  <inkml:trace contextRef="#ctx0" brushRef="#br1" timeOffset="-103359.88">27347 17619 0,'0'0'16,"47"-18"-16,94-28 15,113-47 1,-37 10-16</inkml:trace>
  <inkml:trace contextRef="#ctx0" brushRef="#br2" timeOffset="-158480.38">19041 1883 0,'0'0'0,"-10"0"0,-27 18 16,-29 19 0,-10 19-16,-8 17 15,-1 20-15,19-10 16,19 9 0,10 0-16,27 19 15,20-19 1,18-8-16,19-20 15,28 1 1,38-28-16,19-19 16,9-18-16,9-28 15,-9-27 1,-141 55-16</inkml:trace>
  <inkml:trace contextRef="#ctx0" brushRef="#br2" timeOffset="-157616.01">20348 1966 0,'0'0'16,"0"0"0,0-9-16,-9-10 15,-1 1-15,-8-10 16,-11-9 0,1 9-16,0 10 15,-10 0 1,10 8-16,0 1 15,0 9 1,-1 9-16,1 1 16,-9 17-16,8 10 15,-8 19 1,8-10-16,1 0 16,9 9-1,1-9-15,-1 1 16,9-20-1,1 10-15,0 0 16,-1-9-16,1 9 16,9 0-1,0 18-15,-10 10 16,1-19 0,0 0-16,-1-9 15,1-10-15,-1-8 16,1-10-1,0-9-15,-1-9 16,-9-19 0,0-27-16,10-47 15,18-18 1,20-9-16,18 0 16,19-10-16,-1 19 15,1 28 1,19 0-16,-10 37 15,0 18 1,-9 18-16,0 10 16,-9 27-16,-1 10 15,1 27 1,-1 38-16,-9 17 16,-19 20-1,-9-1-15,0-18 16,-10-10-1,1-9-15,-1-18 16,-9-18-16,0-19 16,0-10-1,0-27-15</inkml:trace>
  <inkml:trace contextRef="#ctx0" brushRef="#br2" timeOffset="-157366.51">19915 2197 0,'0'0'0,"0"0"16,10 0-16,28 0 15,46-10 1,57-17-16,19-1 15,19-9 1,-10 0-16,-18-9 16,-38 0-16,18-19 15,-131 65 1</inkml:trace>
  <inkml:trace contextRef="#ctx0" brushRef="#br2" timeOffset="-157059.75">21581 1523 0,'0'0'0,"0"0"16,0 0-1,0 28-15,0 27 16,-10 56 0,1-1-16,9 20 15,0-1-15,0-28 16,0-36 0,0-37-16,0-19 15,0-9 1,0 0-16</inkml:trace>
  <inkml:trace contextRef="#ctx0" brushRef="#br2" timeOffset="-156483.12">21496 1394 0,'0'0'0,"0"0"16,19-19-16,18 1 16,29-10-1,9 10-15,20-1 16,-1 19-16,-10 9 16,-18 10-1,-9 9-15,-20-1 16,-18 1-1,-10 9-15,-9 9 16,-28 28 0,-19 18-16,-9-18 15,-1 0-15,20-28 16,8-9 0,20-9-16,0-10 15,9-9 1,9 10-16,29-10 15,37 0 1,28-9-16,10 0 16,0 9-16,-19 1 15,-9 8 1,-19 1-16,-10 17 16,-28-8-1,-9 9-15,-19 0 16,-28 18-16,-38 10 15,-28 0 1,-56-1-16,-67 1 16,-46-1-1,-95 19-15,142-36 16</inkml:trace>
  <inkml:trace contextRef="#ctx0" brushRef="#br2" timeOffset="-154649.16">18185 3544 0,'-10'-9'15,"-9"-19"-15,0-27 16,-18-19 0,-1-9-16,1-9 15,-10-10-15,9 10 16,-9-28 0,9 0-16,10 9 15,9 19 1,0-37-16,19-10 15,10 19-15,18-18 16,19 9 0,28-19-16,19 19 15,19-1 1,28 1-16,10 28 16,-1 18-1,57-10-15,0 19 16,10 1-16,18 8 15,38 10 1,-19 18-16,47-9 16,19-1-1,-29-8-15,29 18 16,-38 9-16,-28 1 16,-9 8-1,-19 10-15,-19 9 16,-38 0-1,-37 28-15,-29-10 16,-37 10 0,-28 0-16,-1 18 15,10 0-15,-9 37 16,-10 0 0,-9 9-16,-10 19 15,1 0 1,-1 18-16,1 0 15,-1 1 1,0-11-16,-9-8 16,0 0-16,0 9 15,0 9 1,-9-37-16,0-8 16,-10-1-1,-9 0-15,-1-9 16,-27-1-16,-1-8 15,-18 0 1,-19-10-16,-38 10 16,-9-1-1,-28-8-15,-38 8 16,-19-27 0,-47 18-16,10-8 15,-19-10-15,-38-1 16,28-8-1,1-9-15,-1-1 16,19 10 0,10-19-16,-1 9 15,39-8 1,-1-1-16,38 0 16,9-9-16,19 0 15,47 0 1,10 0-16,37 0 15,9-9 1,57 9-16</inkml:trace>
  <inkml:trace contextRef="#ctx0" brushRef="#br2" timeOffset="-150847.01">23594 1791 0,'0'0'15,"0"0"-15,9-10 16,10 1-16,19-9 15,27-1-15,30 1 16,-1-1 0,-19 10-16,-9 0 15,-10 0 1,-18 9-16,-38 0 16</inkml:trace>
  <inkml:trace contextRef="#ctx0" brushRef="#br2" timeOffset="-150583.22">23641 2151 0,'0'0'0,"19"-10"16,18 1-1,29-9-15,0-10 16,9 0-16,-9-9 16,-19 0-1,0-9-15,0 0 16,-9 0 0,-38 46-16</inkml:trace>
  <inkml:trace contextRef="#ctx0" brushRef="#br2" timeOffset="-150245.07">23857 1264 0,'0'0'16,"0"0"-16,10 0 15,18 10 1,19 8-16,19 10 16,18-10-1,10 10-15,-9 0 16,0 9-16,-19 0 16,-10 9-1,-18 0-15,-19 0 16,-10 28-1,-18 9-15,-29 9 16,-19 10-16,-37 18 16,-9-19-1,103-101-15</inkml:trace>
  <inkml:trace contextRef="#ctx0" brushRef="#br2" timeOffset="-135681.72">25447 1264 0,'0'0'15,"0"0"-15,0 0 0,-9 10 16,-1-1 0,1 9-16,-1 10 15,1 0 1,0-1-16,-10 10 16,0 19-1,0-1-15,0 1 16,1 27-16,8 9 15,1-18 1,18 0-16,1-1 16,8-17-1,1-10-15,9 0 16,1-27-16,8-1 16,10-18-1,19-9-15,0-10 16,0-18-1,-10 0-15,10-9 16,0-9 0,-10-10-16,-18 1 15,-10-1 1,-9 10-16,-19-10 16,-9 1-16,-10-10 15,-19 0 1,1 18-16,-10 10 15,-10 19-15,1-1 16,-10 19 0,0 18-16,10 9 15,-1 19 1,10 9-16,28-18 16,10 0-1,9 0-15,19-10 16,-19-18-16</inkml:trace>
  <inkml:trace contextRef="#ctx0" brushRef="#br2" timeOffset="-135316.29">26538 951 0,'0'0'0,"0"0"16,0 0 0,0 18-16,0 28 15,0 19 1,10 46-16,-10-1 15,9 1-15,1 18 16,8 1 0,1-20-16,0-17 15,0-38 1,0-9-16,-10-18 16,0-10-1,1-18-15,-10 0 16</inkml:trace>
  <inkml:trace contextRef="#ctx0" brushRef="#br2" timeOffset="-134572.46">27216 868 0,'0'0'16,"0"0"-16,0 0 15,0 0 1,0 0-16,-10 9 15,-9 19-15,1 8 16,-1-8 0,0 0-16,0-1 15,0 10 1,1 0-16,-1 9 16,0 1-16,9 8 15,1 10 1,9 8-16,9-8 15,1 27 1,9 1-16,9-20 16,0-8-1,10-10-15,-10-18 16,0-9 0,10-9-16,-1-1 15,11-18-15,8-9 16,0 0-1,1-19-15,-1 0 16,-9-18 0,0 0-16,-9 0 15,-10-10-15,0 1 16,-9-19 0,-9-18-16,-10 18 15,-10 0 1,-9 0-16,-9 10 15,-19-10 1,0 28-16,-19-10 16,-9 19-16,9 37 15,0 0 1,-9 28-16,9 18 16,29 0-1,37-46-15</inkml:trace>
  <inkml:trace contextRef="#ctx0" brushRef="#br2" timeOffset="-133732.69">28523 766 0,'0'0'0,"0"9"15,0 19-15,0 37 16,0 8 0,0 47-16,0 28 15,0-9 1,10-1-16,-1-9 15,0-55 1,-9 9-16,0-28 16,0-36-16,10-10 15,-10-9 1</inkml:trace>
  <inkml:trace contextRef="#ctx0" brushRef="#br2" timeOffset="-133332.4">29191 609 0,'0'0'0,"0"0"16,0 0 0,0 19-16,0-10 15,-9 37-15,-1 28 16,-8 18 0,8 28-16,1 0 15,9-9 1,0-10-16,9 1 15,1-19 1,-1-9-16,0-10 16,1-8-16,-1-29 15,1 10 1,-1-18-16,0-1 16,-9-18-1</inkml:trace>
  <inkml:trace contextRef="#ctx0" brushRef="#br2" timeOffset="-131899.26">29859 600 0,'0'0'16,"0"0"-16,0 0 16,0 0-1,0 28-15,0 18 16,0 74-16,19 9 16,9 65-1,-9-28-15,9 46 16,10-73-1,-10-66-15,0-36 16,-28-37-16</inkml:trace>
  <inkml:trace contextRef="#ctx0" brushRef="#br2" timeOffset="-130889.74">30781 489 0,'0'0'0,"0"0"16,0 0-16,0 0 16,-28 37-16,-10 0 15,1 28 1,8-19-16,1 28 16,0 27-1,9 10-15,10 0 16,9-1-1,18-27-15,11-27 16,8 8-16,10-27 16,10-18-1,9-10-15,18-18 16,10-28 0,0-28-16,-28-9 15,-9-18-15,-29-9 16,-9 8-1,-19 20-15,-10-11 16,-18 20 0,-19 27-16,-19-9 15,-9 18 1,-19 37-16,19 10 16,-1-10-16,20 9 15,18 1 1,20 9-16,18-28 15,9 9 1,38-9-16,66-9 16,56-19-16,10-9 15,0-9 1,-57 9-16,-37 18 16,46-8-1,-84 27-15,-28 0 16,0 9-1,-10 28-15,-9-9 16,-9 27-16,-10 28 16,0 19-1,1-10-15,8 0 16,10-9 0,10-18-16,8-10 15,11-9 1,18-9-16,28-9 15,28-28-15,-9-28 16,19-18 0,-28-9-16,-29-10 15,-8 1 1,-20-20-16,-28 1 16,-19 19-16,-38 8 15,-27 1 1,-67 37-16,-56 36 15,-94 84 1,-19 27-16,113-37 16</inkml:trace>
  <inkml:trace contextRef="#ctx0" brushRef="#br2" timeOffset="-129349.74">25419 2990 0,'0'0'0,"0"0"16,0 0-1,0 0-15,0 0 16,0 0-1,19 0-15,9 10 16,9-10-16,20 0 16,18-10-1,10-8-15,9 9 16,19-10 0,19-8-16,-10 17 15,10-8 1,18-10-16,-9 10 15,0-1-15,19 10 16,-9 0 0,-10-10-16,28 1 15,0-10 1,1 1-16,-1 8 16,10 1-16,0-1 15,-10-9 1,19 19-16,0 0 15,-9 0 1,19 0-16,-20-10 16,1 1-16,19-1 15,-29-9 1,38 19-16,-28-9 16,-1-1-1,11-8-15,-20 8 16,19 1-1,-28-1-15,-10 1 16,20 9-16,-39-1 16,1-8-1,9 9-15,-28-1 16,-9 1 0,-10 0-16,0 9 15,-19-9 1,-9-1-16,-19 1 15,0-9-15,-9 9 16,-10 9 0,-19 0-16,1 0 15,-10 0 1,0 0-16,0 0 16</inkml:trace>
  <inkml:trace contextRef="#ctx0" brushRef="#br2" timeOffset="-96225.35">19153 3424 0,'10'0'0,"28"-9"16,65-9-1,48-10-15,18 0 16,19 0-16,0-18 16,29 9-1,-11 0-15,11 1 16,-10-1 0,-10 0-16,-8 9 15,-1-9 1,0 0-16,-28 9 15,-10 1-15,-18-1 16,-29 10 0,-27 8-16,-29 1 15,-19 9 1,-28 0-16,0 0 16</inkml:trace>
  <inkml:trace contextRef="#ctx0" brushRef="#br2" timeOffset="-95830.88">18852 3609 0,'19'0'0,"57"-9"16,93-19-16,66 0 16,28 0-1,20 1-15,-11-10 16,1 0-1,-9-9-15,-48 0 16,0-10 0,-46 10-16,-20 0 15,-27 28-15,-48-1 16,-47 19 0,-28 0-16</inkml:trace>
  <inkml:trace contextRef="#ctx0" brushRef="#br2" timeOffset="-94372.54">25607 2686 0,'0'0'16,"38"-9"-16,37-1 16,38 1-16,28 9 15,9-18 1,10-1-16,19 10 16,9-28-1,19 19-15,0-10 16,28-9-1,0 9-15,29 1 16,-10 8-16,28 10 16,-18-10-1,-1-8-15,29 8 16,-57 1 0,38 9-16,-48-10 15,29-18 1,-28 10-16,-10-1 15,-9 0-15,10-9 16,-48 10 0,10-10-16,-29 18 15,-27-18 1,-20 10-16,-9-1 16,-9 0-1,-38 19-15,-9 0 16,-10 0-16,-9-1 15,-10 10 1,-9 0-16,0 0 16,-19 0-1,19 0-15</inkml:trace>
  <inkml:trace contextRef="#ctx0" brushRef="#br2" timeOffset="-93546.56">27846 2686 0,'47'-9'15,"103"-38"-15,95-8 16,0 9 0,37 0-16,0 9 15,-9-9 1,19-10-16,-10-8 15,-9 8 1,-10 1-16,-47-10 16,20 10-1,-58 9-15,1 9 16,-10 9-16,-46 19 16,-10-9-1,-29 8-15,-18 10 16,-19 10-1,-47-10-15</inkml:trace>
  <inkml:trace contextRef="#ctx0" brushRef="#br2" timeOffset="-89755.94">25814 2557 0,'0'0'0,"0"0"0,0 0 15,0 0-15,9 0 16,10 0 0,9 0-16,19 0 15,29 0 1,8 0-16,20 0 15,9-10 1,28 1-16,19 9 16,0-9-16,28-10 15,-9 19 1,-1 0-16,-8-9 16,-39 9-1,1 0-15,-19 0 16,-28 9-1,-20-9-15,-27 0 16,-10-9-16,-18 9 16,-10 0-1</inkml:trace>
  <inkml:trace contextRef="#ctx0" brushRef="#br2" timeOffset="-89481.69">25917 2990 0,'0'0'15,"29"-18"1,46-10-16,94-36 15,76 8 1,28-8-16,28-1 16,-19 10-16,-28 18 15,0 9 1,-19 0-16</inkml:trace>
  <inkml:trace contextRef="#ctx0" brushRef="#br2" timeOffset="-84415.15">26360 2686 0,'9'0'0,"29"0"0,93 9 16,57 0 0,29-18-16,27-9 15,20-1-15,18-9 16,28-27-16,20 0 16,-10 9-1,18-10-15,-8-18 16,8 19-1,10-10-15,-56 19 16,9 9 0,-28-9-16,-57 28 15,-28-19 1,-28 18-16,-66 1 16,-28 9-16,-19-10 15,-28 10 1,-19 9-16,-19-9 15,19 9 1</inkml:trace>
  <inkml:trace contextRef="#ctx0" brushRef="#br2" timeOffset="-83971.43">25936 2834 0,'0'0'0,"10"0"16,55-19-1,95 1-15,113-10 16,19 0 0,47 10-16,46-19 15,10-9-15,-18 18 16,8-18 0,10 18-16,-9-9 15,-10-27 1,-27 36-16,-58 0 15,-27-9 1,-20 10-16,-75 27 16,-37-10-16,-57 10 15,-37-9 1,-38 9-16,0 0 16</inkml:trace>
  <inkml:trace contextRef="#ctx0" brushRef="#br2" timeOffset="-83665.29">26651 2972 0,'0'0'0,"10"-9"15,65-19-15,169-27 16,114-47-16,56 19 16,84 0-1,1-19-15,-10 47 16,-18 9 0,-1 9-16,-56 19 15,-57 18 1,-56 27-16,-65-8 15</inkml:trace>
  <inkml:trace contextRef="#ctx0" brushRef="#br2" timeOffset="-70753.03">27065 2547 0,'57'-9'0,"150"-19"15,188-18-15,-104 19 16,86-10-16,-48 0 15,19 0 1,-9 9-16,18-9 16,-18 0-1,-76-9-15,1 9 16,-39 19 0,-37-10-16,-46 10 15,-30 8-15,-36 1 16,-29 0-1,-28 9-15,-19 0 16,0 0 0,-47 9-16,47-9 15</inkml:trace>
  <inkml:trace contextRef="#ctx0" brushRef="#br2" timeOffset="-70347.55">25842 3046 0,'0'0'16,"0"0"-16,0 0 15,28-9 1,57-19-16,113-28 16,56 10-1,47-18-15,47-1 16,19-18 0,-19 0-16,9 9 15,-28 0-15,-9 19 16,-47 9-1,-19 9-15,-47 9 16,-9 19 0,-38 9-16,-38 18 15,-28 10-15,-38-9 16,-56-19 0</inkml:trace>
  <inkml:trace contextRef="#ctx0" brushRef="#br2" timeOffset="-65310.99">25475 2594 0,'0'0'0,"0"0"0,0 0 16,0 0 0,0 0-16,0 0 15,10 9-15,-1 0 16,0 0 0,10 10-16,0-10 15,0 0 1,-10 0-16,10 10 15,-9-10-15,-1 0 16,0 1 0,1-1-16,-1 0 15,1 0 1,-1-9-16,0 9 16,10 1-1,0-1-15,0 0 16,0-9-16,9 0 15,-9 9 1,0-9-16,-10 0 16,0 0-1,1 0-15,-10 0 16,0 0 0,0 0-16,0 0 15,0 0-15,0 0 16,0 0-1,0 0-15,0 0 16,0 0 0,0 0-16,0 0 15,0 0-15,0 0 16,0 0 0,0 0-16,0 0 15,0 0 1,0 0-16,0 0 15,0 0 1,0 0-16,0 0 16,0 0-16,0 0 15,0 0 1,0 0-16,0 0 16,0 0-1,0 0-15,9 0 16,19-9-16,10 0 15,9 0 1,0-1-16,-9 10 16,-10-9-1,-9 9-15,-10 0 16,1 0 0,-1 0-16,-9 0 15,0 0-15,0 0 16,0 0-1,0 0-15,-9 0 16,-1 0 0,-9 9-16,1 1 15,-1-1 1,0-9-16,9 0 16,1 0-16,0 0 15,9 0 1,0 0-16</inkml:trace>
  <inkml:trace contextRef="#ctx0" brushRef="#br2" timeOffset="-64448.04">25438 2750 0,'0'0'15,"0"0"1,0 0-16,0 0 16,0 0-16,0 0 15,0 0 1,0 0-16,0 0 15,0 0 1,9 10-16,0-10 16,1 0-16,-1 0 15,1 0 1,8 9-16,11 0 16,-1 0-1,10-9-15,-1 0 16,1 10-1,-1-10-15,10 0 16,1 0-16,-1 0 16,9 0-1,-9 0-15,9 0 16,1-10 0,-10 10-16,0-9 15,-9 0 1,-1 0-16,1 9 15,0-10-15,-1 1 16,1 9 0,-1-9-16,1 9 15,0 0 1,-1-9-16,1 0 16,-19-1-1,-19 10-15</inkml:trace>
  <inkml:trace contextRef="#ctx0" brushRef="#br2" timeOffset="-63949.01">25249 2778 0,'0'0'15,"0"0"-15,0 0 16,10 0 0,18-9-16,10 9 15,28-9 1,28-1-16,19 1 15,18-9-15,1-10 16,18 10 0,1-19-16,-10 9 15,19 0 1,-19 1-16,0 8 16,10-9-1,-20 10-15,1 9 16,-19 0-16,-9-1 15,-29 10 1,0-9-16,-28 9 16,-9 0-1,-10 0-15,-9 0 16,-19 0-16,0 0 16,0 0-1,0 0-15</inkml:trace>
  <inkml:trace contextRef="#ctx0" brushRef="#br2" timeOffset="-63209.37">25381 2686 0,'0'0'0,"0"0"16,10 0-16,-1 0 15,0 0 1,1 0-16,9 0 16,-10 0-1,0 0-15,10 0 16,0 0-1,0 9-15,-10 0 16,1-9-16,-10 0 16,0 0-1,9 0-15,-9 0 16,0 0 0,0 0-16,0 0 15,0 0-15,10 0 16,-10 0-1,0 0-15,0 0 16,0 0 0,0 0-16,0 0 15,9 0 1,-9 0-16,9 0 16,1 0-16,-1 0 15,10 10 1,0-1-16,0 0 15,-1-9 1,1 0-16,0 0 16,0 0-16,-10 0 15,1 0 1,-1 0-16,0 0 16,-9 0-1</inkml:trace>
  <inkml:trace contextRef="#ctx0" brushRef="#br2" timeOffset="-60654.6">31684 1717 0,'0'0'15,"0"0"1,0 0-16</inkml:trace>
  <inkml:trace contextRef="#ctx1" brushRef="#br2">29016 0 0</inkml:trace>
  <inkml:trace contextRef="#ctx0" brushRef="#br2" timeOffset="-28597.87">27103 3267 0,'0'0'0,"0"0"0,0 0 15,0 0-15,0 0 16,0 0 0,0 0-16,0 0 15,0 0 1,-19 0-16,-9 0 15,-1 10-15,-8-1 16,-1 0 0,1 9-16,-10 10 15,9 9 1,0 18 0,10 1-16,19 8 15,18 1-15,10-19 16,9-18-16,38 0 15,28-10 1,38-27-16,-1-19 16,20-27-1,-10-10-15,10-18 16,-151 83 0</inkml:trace>
  <inkml:trace contextRef="#ctx0" brushRef="#br2" timeOffset="-25330.31">28232 2132 0,'0'0'15,"0"0"-15,0 0 16,0 0-16,0 0 16,0 0-1,9 19-15,0-1 16,1 19-1,-1 9-15,1 9 16,-1-8 0,0 17-16,1-8 15,-1-20-15,1-8 16,-10 0 0,0-10-16,0-8 15,0-1 1,0-9-16,0 0 15,0 0 1,0-9-16,0-19 16,0-9-16,0 0 15,0-9 1,0 9-16,-10 9 16,10 1-1,0 8-15,-9 1 16,9 8-16,0 10 15,0 0 1,0 0-16,-10 10 16,1 8-1,0 10-15,-1 18 16,1 0 0,9 9-16,0-18 15,0-9 1,0-9-16,0-1 15,0-18-15,0 0 16,0 0 0,-10-9-16,1-19 15,0 0 1,9-18-16,0 0 16,0-9-16,9 9 15,0 18 1,10 0-16,0 0 15,0 19 1,-10 9-16,1 0 16,9 19-16,-1 8 15,1-8 1,0 9-16,-10-10 16,-9-18-1</inkml:trace>
  <inkml:trace contextRef="#ctx0" brushRef="#br2" timeOffset="-8157.41">28439 2280 0,'0'0'0,"0"0"15,18 0-15,20 0 16,18-10-16,39 10 16,8-9-1,19 0-15,-9-9 16,0-1 0,-9-9-16,-20 10 15,-18 0 1,-19 8-16,-9 1 15,-10 0-15,-9 9 16,-10 0 0,1 0-16,-10 0 15,0 0 1,0 0-16,-10 0 16,-27 9-16,-20 0 15,-9 1 1,-18-1-16,-1 9 15,10 1 1,9-1-16,0 1 16,19-10-1,0 0-15,9 0 16,10-9-16,9 0 16,0 0-1,10 0-15,9 0 16,0 0-1,0 0-15,19 0 16,37-18-16,20-1 16,46-8-1,0-10-15,0 18 16,-27-8 0,-30 17-16,-8 1 15,-20 9 1,-8 0-16,-20 0 15,-9 0-15,0 0 16</inkml:trace>
  <inkml:trace contextRef="#ctx0" brushRef="#br2" timeOffset="-7170.79">28326 2990 0,'0'0'16,"0"0"-16,-10 19 15,1 18 1,-10 27-16,10 10 16,-10 19-1,9-10-15,1 0 16,0-10-16,-1-8 15,1-28 1,9-19-16,0 1 16,0-19-1,0 0-15,0-9 16,9-10 0,1-18-16,-1-9 15,10-18-15,-10-1 16,10 0-1,0-8-15,0 17 16,9 1 0,0-1-16,0 10 15,-9 9 1,0 10-16,0 8 16,0 1-16,-1 8 15,1 10 1,9 0-16,1 10 15,8 17 1,10 20-16,0-1 16,10 9-16,-10 0 15,-9 1 1,-10-10-16,0 9 16,-9-8-1,-10-1-15,-9-19 16,-9 1-1,9-28-15</inkml:trace>
  <inkml:trace contextRef="#ctx0" brushRef="#br2" timeOffset="-6965.68">28448 3387 0,'0'0'0,"28"-9"15,29-9 1,27-1-16,39-18 16,-123 37-16</inkml:trace>
  <inkml:trace contextRef="#ctx0" brushRef="#br2" timeOffset="-4713.43">29709 1864 0,'0'0'0,"0"0"15,0 0-15,0 10 16,9 17-1,0 29-15,1 8 16,-10 29 0,0-1-16,0-18 15,0 0 1,0-1-16,0-26 16,0-20-1,0-8-15,0-10 16,0-9-16,0 0 15,0-19 1,0-17-16,0-1 16,0-19-16,9-8 15,1-10 1,-1 0-16,-9 19 16,0-1-1,0 1-15,0 9 16,-9 9-16,9 9 15,0 10 1,0 8-16,0 10 16,0 0-1,0 0-15,0 10 16,9 17 0,-9 29-16,9 27 15,1 9-15,-1-9 16,1 19-1,-1-29-15,-9 1 16,0-37 0,0 0-16,0-18 15,0-10-15,0-9 16,0 0 0,0-9-16,-9-10 15,9-18 1,0 0-16,0-18 15,0-10 1,0 10-16,0 0 16,0 18-1,9 9-15,0 0 16,1 1-16,-10 27 16</inkml:trace>
  <inkml:trace contextRef="#ctx0" brushRef="#br2" timeOffset="-3843.3">28269 2031 0,'0'0'0,"0"9"16,0 18-1,0 10-15,0 28 16,0 9 0,0 0-16,-9-1 15,-1-8-15,10-10 16,0-18 0,0-9-16,0-9 15,0-10 1,0-9-16,0 0 15,10-9-15,-1-19 16,1 0 0,-1-36-16,0-1 15,1 10 1,-1-10-16,1 10 16,-10 8-1,0 11-15,0 17 16,0 1-16,0 8 15,0 10 1,0 0-16,0 10 16,9 17-1,10 38-15,-10-19 16,10 19-16,-19-65 16</inkml:trace>
  <inkml:trace contextRef="#ctx0" brushRef="#br2" timeOffset="-3026.42">29727 1800 0,'0'0'0,"0"0"16,10 9-16,-1 9 15,10 29 1,-10-1-16,1 28 16,-1 18-1,1 0-15,-1-36 16,-9-20-16,9-8 15,1-9 1,-10-19-16</inkml:trace>
  <inkml:trace contextRef="#ctx0" brushRef="#br2" timeOffset="-2013.52">30151 2372 0,'0'0'0,"0"0"16,0 0-16,0 0 15,0 0 1,0 0-16,0 0 15,0 0 1,0 0-16,0 0 16,0 0-16,0 0 15,0 0 1,0 0-16,9 0 16,1 0-1,8 0-15,20 0 16,0 0-1,18 0-15,10 0 16,9 0 0,19-9-16,10 0 15,-20-1-15,10 1 16,-9 0 0,9 0-16,-19-1 15,-9 10-15,-9-9 16,-1 0-1,-18 9-15,-10 0 16,-19-9 0,-9 9-16</inkml:trace>
  <inkml:trace contextRef="#ctx0" brushRef="#br2" timeOffset="-1575.57">29662 2381 0,'0'0'0,"28"0"16,19 0-16,47-9 16,38 0-1,46 0-15,1-1 16,19 10 0,-20-18-16,11-1 15,-11-8-15,-27 8 16,-10 1-1,19-10-15,-47 19 16,0 0 0,-19-10-16,-10 1 15,-18 9-15,-19 9 16,-9-10 0,-10 1-16,-28 9 15</inkml:trace>
  <inkml:trace contextRef="#ctx0" brushRef="#br2" timeOffset="12687.15">30678 2197 0,'0'0'0,"0"0"16,0 0-16,0 0 15,9-10 1,29-17-16,27-1 16,39-18-1,18 0-15,1 0 16,-11-1-1,-8 1-15,-38 9 16,-19 19-16,-19-1 16,-19 10-1,-9 9-15,0 0 16,-28 0 0,-38 19-16,-18-1 15,84-18-15</inkml:trace>
  <inkml:trace contextRef="#ctx0" brushRef="#br2" timeOffset="13619.97">29408 2806 0,'0'0'0,"0"0"15,0 0-15,0 9 16,0 0 0,-10 10-16,10 18 15,-9 27-15,9 1 16,0 18-1,0-9-15,0-10 16,0-17 0,0-20-16,0-18 15,0-9 1,0 0-16,0 0 16,0-18-16,-10-19 15,1-9 1,0 0-16,-1-10 15,1 19-15,9 1 16,0-1 0,0 9-16,0 0 15,9 10 1,1-1-16,8 1 16,1-10-1,9 10-15,10-1 16,9 1-1,0 9-15,0 9 16,-9 0-16,-19 9 16,-10-9-1,0 9-15,-9 0 16,-9 19 0,0 9-16,-1 0 15,-9 0-15,10 0 16,9-10-1,0-8-15,9-1 16,20-9 0,36 10-16,1-10 15,-9-9 1,-10 9-16,-10 1 16,-18-1-16,0 0 15,-10 10 1,-9 8-16,-9 10 15,-29 9 1,-18 10-16,-10-1 16,66-55-16</inkml:trace>
</inkml:ink>
</file>

<file path=ppt/ink/ink20.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06:21.10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C00000"/>
    </inkml:brush>
    <inkml:context xml:id="ctx1">
      <inkml:inkSource xml:id="inkSrc293">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1" timeString="2021-03-18T04:29:23.229"/>
    </inkml:context>
  </inkml:definitions>
  <inkml:trace contextRef="#ctx0" brushRef="#br0">4723 4080 0,'0'0'0,"0"0"0,-10 18 16,-9 10-16,0 18 15,-9 28 1,-9 27-16,-20 19 15,1-9 1,-1 27-16,20-27 16,-1-9-1,10-19-15,9-37 16,10-18-16,9-19 16,0-9-1,0-9-15,0 9 16</inkml:trace>
  <inkml:trace contextRef="#ctx0" brushRef="#br0" timeOffset="364.72">4506 4006 0,'0'0'0,"0"0"15,0 0-15,0 0 16,0 0 0,0 9-16,10 9 15,8 10 1,11 18-16,-1 0 16,9 19-16,-8 18 15,-1 19 1,0-10-16,-9-9 15,-10 9 1,1-9-16,-1-9 16,1-19-1,-1-18-15,-9 0 16,0-18-16,0-1 16,0-18-1,0 0-15</inkml:trace>
  <inkml:trace contextRef="#ctx0" brushRef="#br0" timeOffset="620.41">4205 4809 0,'0'0'0,"0"0"16,0 0-1,10 0-15,18-10 16,28 1 0,57-9-16,9-10 15,1 0 1,-10 1-16,-19-10 16,-19 9-16,-19 0 15,-56 28 1</inkml:trace>
  <inkml:trace contextRef="#ctx0" brushRef="#br0" timeOffset="967.18">5325 4190 0,'0'0'0,"0"0"16,0 9 0,0 10-16,9 46 15,10 27 1,0 19-16,-1-19 15,-8-9-15,-1-9 16,10-10 0,-10-27-16,1-18 15,-1-10 1,-9-9-16</inkml:trace>
  <inkml:trace contextRef="#ctx0" brushRef="#br0" timeOffset="1469.75">5851 4080 0,'0'0'0,"0"0"16,0 0-1,0 0-15,0 9 16,-9 9-16,0 19 16,-1 9-1,1 19-15,-1-1 16,10 10 0,0-9-16,0-19 15,10-9-15,-1 0 16,10 0-1,0-9-15,9-1 16,0-8 0,10-10-16,0-9 15,-1-9 1,1-1-16,-10-8 16,0 0-16,-9-1 15,-10-9 1,1 10-16,-10-1 15,-10-8 1,-8-1-16,-20 10 16,-18 8-16,-10 20 15,-28 27 1,18 9-16,76-46 16</inkml:trace>
  <inkml:trace contextRef="#ctx0" brushRef="#br0" timeOffset="4235.92">4610 5639 0,'0'0'0,"0"0"0,0 10 16,9 26-1,0 38-15,-9 19 16,-9 73 0,-10-19-16,10-17 15,-1-1-15,1-37 16,9-46 0,0-36-16,0-10 15</inkml:trace>
  <inkml:trace contextRef="#ctx0" brushRef="#br0" timeOffset="4817.46">4215 5796 0,'0'0'15,"0"0"-15,0 0 16,9-9-16,10-9 15,18-10 1,29-9-16,28-9 16,-9 9-1,-10 9-15,-18 10 16,-20 8 0,1 10-16,-19 10 15,-10-1-15,1 19 16,-10 36-1,-10 10-15,1-9 16,-1-19 0,10-9-16,0-10 15,10-8 1,-1-10-16,19 0 16,19 1-16,10-10 15,9 0 1,-10-10-16,-9 10 15,-9 0 1,-10 10-16,-9 8 16,-10 1-16,1 17 15,-20 11 1,-9 17-16,-9-18 16,-19 10-1,0-10-15,0-9 16,0-10-16,9-17 15,1-1 1,9-9-16,9-9 16,9-1-1,10 10-15</inkml:trace>
  <inkml:trace contextRef="#ctx0" brushRef="#br0" timeOffset="5320.69">5691 5316 0,'0'0'0,"0"0"15,-9 19-15,0 8 16,-10 20 0,-9 36-16,-1 18 15,11 10 1,-1 18-16,9-37 16,20-18-1,-1 0-15,10-19 16,0-8-1,9-20-15,10 1 16,-1-19-16,1-9 16,0-9-1,-1-9-15,-9-1 16,-9 1-16,-9-1 16,-10 1-1,0-1-15,-10-8 16,-18 8-1,0 1-15,-10 8 16,-9 1 0,0 18-16,0 1 15,47-10-15</inkml:trace>
  <inkml:trace contextRef="#ctx0" brushRef="#br0" timeOffset="5805.82">4958 6904 0,'0'0'0,"0"-9"16,0-1-16,-10 1 16,1 0-1,-1 0-15,-8 9 16,-11 0-1,-8 9-15,-1 9 16,-9 19 0,0 19-16,9 8 15,10 1-15,9-1 16,10 1 0,18 9-16,20 0 15,18-19 1,19 0-16,37-8 15,19-20 1,10-17-16,-132-10 16</inkml:trace>
  <inkml:trace contextRef="#ctx0" brushRef="#br0" timeOffset="6284.14">6171 6848 0,'0'0'0,"0"0"15,0 0-15,-9 10 16,-10 8-16,-9 19 16,-10 18-1,1 10-15,-1 9 16,-9 9 0,9-9-16,1 0 15,18-10 1,9-8-16,10-20 15,10 1-15,-1-18 16,19 9 0,10-19-16,19-9 15,18-9 1,0-1-16,0-8 16,1-10-1,-20 0-15,-9 10 16,0-19-16,-9 9 15,-38 28 1</inkml:trace>
  <inkml:trace contextRef="#ctx0" brushRef="#br0" timeOffset="6466.99">6275 7245 0,'0'0'16,"0"0"-1,-10 10-15,10-1 16,0 18-16,10 29 16,9 55-1,28 36-15,18 47 16,11 28 0</inkml:trace>
  <inkml:trace contextRef="#ctx0" brushRef="#br0" timeOffset="9585.24">4882 8768 0,'0'0'0,"0"0"0,10 9 15,-1 28 1,10 37-16,0 18 15,0 38 1,-10-1-16,1-28 16,-10-18-16,0-36 15,0-38 1,0-9-16</inkml:trace>
  <inkml:trace contextRef="#ctx0" brushRef="#br0" timeOffset="9975.34">4309 8824 0,'0'0'16,"0"0"0,9-10-16,10 1 15,28 0-15,28-10 16,19 1-1,10 9-15,9 9 16,-10 0 0,-28 18-16,-9 1 15,-19 18-15,-9 9 16,-10 9 0,-19 10-1,-9 18-15,-18 28 16,-11-10-16,-18-9 15,0-9 1,-9-9-16,9-9 16,9-10-1,10-18-15,0-9 16,9-10-16,19-18 16</inkml:trace>
  <inkml:trace contextRef="#ctx0" brushRef="#br0" timeOffset="10617.51">6350 8796 0,'0'0'16,"0"-9"0,0-1-16,0-8 15,0-10-15,-9 10 16,-10-10 0,-9 10-16,-19-1 15,-10 10 1,-9 18-16,-9 0 15,0 19 1,18 9-16,10 0 16,10 9-16,18 0 15,19-9 1,19 9-16,9 0 16,28 10-1,1-19-15,18 9 16,-9-9-1,0 0-15,-10 9 16,-18-9-16,-10 0 16,-9 0-1,-10-10-15,-18 10 16,-10 0 0,-9 0-16,-10 0 15,0-19-15,1-8 16,-1-10-1,1-10-15,8 1 16,11-28 0,8-37-16,29-36 15,28-19 1,19-10-16,9 19 16,-9 55-16,-66 65 15</inkml:trace>
  <inkml:trace contextRef="#ctx0" brushRef="#br0" timeOffset="11172.97">4939 10503 0,'0'0'0,"0"0"15,0 0-15,0 0 16,9 10 0,1 8-16,9 19 15,-1 18 1,-8 10-16,-1 9 15,1 9 1,-1-9-16,0-10 16,1-8-16,-1-1 15,10-18 1,0-9-16,9-1 16,19 1-1,0-19-15,10-9 16,-1-9-16,10-9 15,-10-10 1,-27 0-16,-29 28 16</inkml:trace>
  <inkml:trace contextRef="#ctx0" brushRef="#br0" timeOffset="11408.66">4977 10956 0,'0'0'0,"0"0"16,0-10 0,18-8-16,11-19 15,8-9 1,20-10-16,-1-8 15,-9-1-15,-47 65 16</inkml:trace>
  <inkml:trace contextRef="#ctx0" brushRef="#br0" timeOffset="11600.59">4986 10531 0,'0'0'0,"0"0"16,28-9-1,29-10-15,27-8 16,39-29 0,-123 56-16</inkml:trace>
  <inkml:trace contextRef="#ctx0" brushRef="#br0" timeOffset="12100.73">6491 10106 0,'0'0'0,"-19"0"15,-18 10 1,-39 27-16,11 0 16,8 18-16,10-9 15,19 0 1,9 0-16,10-9 15,9 0 1,9 0-16,19-9 16,19 9-1,0-10-15,10 1 16,-1-9-16,-18-1 16,-1 0-1,-18 1-15,0 9 16,-9-1-1,-10 10-15,-10 9 16,-18 1 0,-19 8-16,-10 0 15,1-9-15,9-18 16,0-9 0,47-19-16</inkml:trace>
  <inkml:trace contextRef="#ctx0" brushRef="#br0" timeOffset="12335.47">6237 10245 0,'0'0'0,"10"-9"15,27-1 1,29-8-16,37-10 15,20-9 1,27 0-16,10-9 16,19 0-16,0-9 15,-10-10 1,47-18-16</inkml:trace>
  <inkml:trace contextRef="#ctx0" brushRef="#br0" timeOffset="15566.63">5278 12303 0,'0'0'0,"0"0"16,0 9 0,0 28-16,9 19 15,10 36 1,0 37-16,9 19 15,0-19-15,-9-27 16,0-38 0,-10-36-16,-9-28 15</inkml:trace>
  <inkml:trace contextRef="#ctx0" brushRef="#br0" timeOffset="15790.97">5061 12543 0,'0'-9'15,"0"-19"-15,10-27 16,-1-10-16,10-9 16,9-9-1,0 0-15,19 9 16,0 10-1,10 8-15,-20 10 16,-37 46-16</inkml:trace>
  <inkml:trace contextRef="#ctx0" brushRef="#br0" timeOffset="16036.17">5381 12746 0,'0'0'0,"0"0"16,0 0-16,0 0 16,0 0-16,38-18 15,46-47 1,29-27-16,19-28 15,-19 9 1,-113 111-16</inkml:trace>
  <inkml:trace contextRef="#ctx0" brushRef="#br0" timeOffset="16534.87">6388 11897 0,'0'0'0,"0"0"15,0 0-15,0 0 16,0-9 0,9-10-16,0-8 15,20-10-15,8-9 16,10-1-1,0 11-15,0 8 16,-9 19 0,0 9-16,-10 18 15,0 28 1,-18 37-16,-20 46 16,-18 28-16,-10 0 15,10-27 1,0-38-16,9-28 15,10-17 1,9-20-16,0-18 16,9 1-1,10-10-15,18-10 16,39-17-16,8-19 16,1-10-1,-10 10-15,1 0 16,-20 9-1,-9 19-15,-47 18 16</inkml:trace>
  <inkml:trace contextRef="#ctx0" brushRef="#br0" timeOffset="17284.34">5569 13605 0,'0'0'16,"0"0"-16,0 0 16,0 0-16,0 0 15,-9 0 1,-1 0-16,-8 18 16,-11 19-1,1 27-15,-10 20 16,10-1-1,9 9-15,10 0 16,9-18-16,9-19 16,10 1-1,0-19-15,9-10 16,10-8 0,9-19-16,0 0 15,9-19 1,-9 1-16,-18 9 15,-10-10-15,-10 10 16,0 0 0,-9 9-16,0 0 15,0 0 1,0 0-16,0 0 16,-9 0-16,0-9 15,9 9 1,0-10-16,9-8 15,10-1 1,9 1-16,10 0 16,-1 8-1,1 10-15,-1 10 16,1 8-16,-10 0 16,1 10-1,-1 9-15,0 0 16,0 0-1,0 0-15,-28-37 16</inkml:trace>
  <inkml:trace contextRef="#ctx0" brushRef="#br0" timeOffset="17583.86">6952 13475 0,'0'0'0,"0"0"15,0 10 1,0 17-16,9 38 15,10 27 1,0 19-16,9 9 16,1 0-16,-1-19 15,-28-101 1</inkml:trace>
  <inkml:trace contextRef="#ctx0" brushRef="#br0" timeOffset="17984.34">5786 15423 0,'0'0'0,"0"0"16,0 0-16,0 0 15,0 0 1,9 18-16,19 19 15,0 19 1,10 27-16,9 18 16,0 10-16,-9-37 15,-10 0 1,0-19-16,0-18 16,-28-37-1</inkml:trace>
  <inkml:trace contextRef="#ctx0" brushRef="#br0" timeOffset="18255.03">6190 15247 0,'0'0'15,"0"0"-15,0 10 16,0 17-1,9 29-15,10 27 16,10 9 0,8 0-16,1 1 15,-1-10-15,-8-28 16,-11-18 0,-8-19-16,-10-8 15,0-10 1,0 0-16</inkml:trace>
  <inkml:trace contextRef="#ctx0" brushRef="#br0" timeOffset="18452.68">6021 15930 0,'0'0'15,"0"0"-15,0 0 16,9-9-16,10 0 15,9-10 1,19-17-16,19-11 16,9-8-1,1 0-15,-76 55 16</inkml:trace>
  <inkml:trace contextRef="#ctx0" brushRef="#br0" timeOffset="19134.09">6961 15229 0,'0'0'15,"0"0"-15,0 0 16,0 0 0,0-9-16,0-10 15,10-8 1,-1-1-16,20-9 16,8 0-1,1 9-15,-1 1 16,1 8-16,-10 10 15,0 9 1,-9 9-16,0 10 16,0 8-1,-10 10-15,1 9 16,-10 10-16,0 8 16,0-8-1,-10-1-15,10-18 16,0-9-1,0-10-15,0 1 16,10-10 0,9 0-16,-1 0 15,20 1-15,9-10 16,9 0 0,1 0-16,-10 0 15,0 0 1,-9 9-16,-10 0 15,-9 0-15,-10 10 16,0-1 0,-9 10-16,-18 9 15,-29 18 1,-10-9-16,-18 10 16,-10-10-1,1-9-15,-10 0 16,94-37-16</inkml:trace>
  <inkml:trace contextRef="#ctx0" brushRef="#br0" timeOffset="33972.6">2465 4790 0,'0'0'0,"0"9"16,0 1-16,9 17 16,1 10-1,-1 0-15,10 19 16,0-1 0,-1 10-16,1 18 15,9 18-15,10-9 16,0 19-1,-1 37-15,1 0 16,0-10 0,-1 37-16,1 10 15,-1 9-15,1 9 16,0-19 0,-1 10-16,1-18 15,0 64 1,-10-56-16,9 65 15,-8-9 1,-1-9-16,-19 9 16,10 28-16,-9-19 15,-1-9 1,0 0-16,10 27 16,-9-17-1,8-38-15,11 9 16,-1 10-1,0-18-15,0-29 16,1 28-16,-1-45 16,19 26-1,-10-27-15,1-18 16,9 46 0,-9-46-16,9 9 15,-10 9-15,1-9 16,0 9-1,-1 9-15,-9-9 16,10 0 0,0-9-16,-10-9 15,0 9 1,0-28-16,-9 10 16,9-1-16,1-18 15,-11 0 1,1 9-16,0-18 15,-9 0 1,-1-10-16,0-18 16,1 0-1,-1-18-15,1 0 16,-10-19-16,0 0 16,0-9-1,0 0-15,0-10 16,0 10-1,0-9-15,0 9 16,0 0-16,0 0 16,9 0-1,0 9-15,10 0 16,9 9 0,-28-55-16</inkml:trace>
  <inkml:trace contextRef="#ctx0" brushRef="#br0" timeOffset="64434.21">4619 14158 0,'0'0'0,"0"0"0,0 0 16,0 0-16,0 0 15,0 0 1,0 0-16,0 0 16,0 0-1,9 0-15,1 0 16,-1 0-16,1 10 16,-1-1-1,10 0-15,0 0 16,0-9-1,9-9-15,9-9 16,-8-1-16,8-18 16,1 0-1,9-9-15,0-9 16,-9 9 0,-1-10-16,1 10 15,-10 9 1,-9 0-16,0 9 15,-1 10-15,-8 9 16,9 9 0,-19 0-16</inkml:trace>
  <inkml:trace contextRef="#ctx0" brushRef="#br0" timeOffset="66986.25">4149 12774 0,'0'0'16,"0"0"-1,0 0-15,0 0 16,0 9-1,0 10-15,9 8 16,0 1-16,1 0 16,-1-1-1,1-8-15,-1-1 16,1-9 0,8-9-16,11-9 15,8-28-15,20-27 16,8-1-1,-8-9-15,-1 0 16,10-18 0,-9 18-16,-10 10 15,0 8-15,0 10 16,0 9 0,0 19-16,-47 18 15</inkml:trace>
  <inkml:trace contextRef="#ctx0" brushRef="#br0" timeOffset="74070.36">14930 13854 0,'0'0'0,"0"0"16,0 0-16,0 0 16,0 0-16,0 0 15,0 0 1,0 0-16,-10-10 15,1 1 1,-1 0-16,1 0 16,-10 0-16,0-1 15,0 1 1,1 0-16,-11 9 16,1 0-1,0 0-15,0 9 16,0 0-1,-1 1-15,1 8 16,0 0-16,9 1 16,-9-1-1,0 10-15,-1 0 16,11-1 0,-11 10-16,11 0 15,-1 0-15,9-9 16,1 0-1,0-1-15,9 1 16,0 0 0,0-1-16,0 1 15,9-9 1,0 8-16,1-8 16,-1 8-16,1-8 15,-1 8 1,0-8-16,1-1 15,-1 1 1,1-1-16,-1-8 16,0-1-1,1 9-15,-1-9 16,1 1-16,-1-1 16,0 0-1,1 0-15,-10 1 16,0-10-1,0 0-15,0 0 16,0 0 0,0 0-16,0 0 15,0 0-15</inkml:trace>
  <inkml:trace contextRef="#ctx0" brushRef="#br0" timeOffset="75470.59">14939 13909 0,'0'0'0,"0"0"15,0 0 1,0 0-16,0 0 16,0 0-16,0 0 15,-9 0 1,-10-9-16,0 0 15,0-1 1,-9 1-16,0 0 16,-1 9-16,1 0 15,0 0 1,9 0-16,0 0 16,1 9-1,-11 0-15,1 10 16,9-1-16,0 1 15,1 8 1,-1 1-16,0 9 16,0 0-1,10 0-15,-1 0 16,1-9 0,0 8-16,9 1 15,0 0-15,0 0 16,0 0-1,0 18-15,9 10 16,0-10 0,1-8-16,9 8 15,-1-18-15,1-9 16,0-10 0,0-9-16,0 1 15,0-10 1,-1 0-16,1 0 15,0-10 1,0 1-16,0-9 16,-1-10-16,1 9 15,0-8 1,-10 8-16,1 1 16,-10-1-1,0 10-15,0 0 16,-10 0-16,1-1 15,0 1 1,-1 0-16,1 0 16,-1 0-1,10 9-15,0-10 16,0 1 0,10 0-16,-1 0 15,10-10 1,0 1-16,0 8 15,9 1-15,0 0 16,0 9 0,-9 0-16,0 9 15,9 0 1,0 10-16,-9 18 16,0 18-16,0 1 15,-10-1 1,1 0-16,-10 1 15,0-10 1,0-9-16,0 0 16,0-10-1,0 10-15,-10 0 16,1 19-16,9-56 16</inkml:trace>
  <inkml:trace contextRef="#ctx0" brushRef="#br0" timeOffset="78551.63">15616 14878 0,'0'0'0,"0"0"16,0 0-16,0 0 16,-9 19-1,-10 8-15,-19 38 16,-18 27-1,-10 10-15,-9 9 16,9-28-16,66-83 16</inkml:trace>
  <inkml:trace contextRef="#ctx0" brushRef="#br0" timeOffset="78885.16">15795 14214 0,'0'0'15,"0"0"1,0 0-16,0 0 16,0 0-16,0 0 15,0 9 1,9 9-16,1 19 16,9 56-1,-1 63-15,1 66 16,10 9-16</inkml:trace>
  <inkml:trace contextRef="#ctx0" brushRef="#br0" timeOffset="83035.81">17639 13881 0,'0'0'0,"0"0"16,0 0-16,0 10 16,0 8-1,0 19-15,0 18 16,0 19-1,0 0-15,-10 18 16,10 10-16,0-10 16,0 0-1,0-36-15,0-19 16,0-10 0,0-8-16,0-10 15,0-9-15,0 0 16,0-18-1,0-28-15,0-10 16,-9-18 0,0 10-16,9-1 15,0 10-15,0-1 16,0 10 0,-10 9-16,1 0 15,9 0 1,-10 10-16,10-1 15,0 0-15,0 1 16,10-10 0,9-9-16,18-10 15,1-8 1,28-1-16,0 10 16,-10-1-1,1 10-15,-10 9 16,-10 10-16,-9 8 15,-28 19 1</inkml:trace>
  <inkml:trace contextRef="#ctx0" brushRef="#br0" timeOffset="83269.05">17677 14204 0,'0'0'15,"9"-9"-15,19-9 16,29-19 0,-1 0-16,10 0 15,-10 9 1,-18 10-16,-38 18 15</inkml:trace>
  <inkml:trace contextRef="#ctx0" brushRef="#br0" timeOffset="83524.13">18090 14417 0,'0'0'0,"0"9"16,-9 19-1,9 27-15,-9 10 16,9-1-16,-10 10 16,1-9-1,9-10-15,0-18 16,0-19-1,0-18-15</inkml:trace>
  <inkml:trace contextRef="#ctx0" brushRef="#br0" timeOffset="84151.93">18420 14094 0,'0'0'0,"0"0"16,0 0-1,0 0-15,0 0 16,0 0-16,0 0 15,9-10 1,1-8-16,8-10 16,1 1-16,9-1 15,1 0 1,-1 1-16,-9 8 16,-1 10-1,1 9-15,0 0 16,0 9-1,0 19-15,0 9 16,-1 18 0,-8 10-16,-10-1 15,-10 10-15,1 0 16,-10 0 0,-9-19-16,9-9 15,0-9 1,10-18-16,-1-1 15,1 1-15,9-10 16,0-9 0,0 0-16,9 0 15,10 0 1,9 0-16,20-9 16,17-1-16,11-8 15,-1-1 1,0 1-16,-75 18 15</inkml:trace>
  <inkml:trace contextRef="#ctx0" brushRef="#br0" timeOffset="86871.99">15108 13318 0,'0'0'16,"0"0"-16,0 0 16,0 0-1,0 0-15,-9 0 16,-1 0-16,1 0 15,0 0 1,-10 0-16,-9-9 16,-1 0-1,1 0-15,-9-1 16,-1 1 0,-9 0-16,9 9 15,-9 0-15,-9 9 16,-10 10-1,0-1-15,0 1 16,0 8 0,1 10-16,8 0 15,1 0-15,9 0 16,0 9 0,0 0-16,-1 10 15,20-10 1,0 0-16,9 0 15,-9 0 1,9 0-16,10 1 16,-1 17-16,10 10 15,10-9 1,-1 8-16,1 1 16,-1 0-1,10 0-15,0 0 16,-1 0-1,1-19-15,0 10 16,0-10-16,0 0 16,9 19-1,0 0-15,-9-9 16,9-1 0,0 1-16,10-10 15,0 10-15,-1-10 16,1-9-1,0-9-15,-1 0 16,1-9 0,-1 0-16,1-1 15,-10-8 1,10-1-16,0 1 16,-1-1-16,10 1 15,0-10 1,0 0-16,-9 0 15,9 0 1,0-9-16,0 0 16,0 0-1,0 0-15,0 0 16,10 0-16,-10-9 16,0 0-1,0 0-15,9-10 16,-9 10-1,0-9-15,10-1 16,-1 1-16,-9-1 16,-9 1-1,18-10-15,-9 0 16,-9 1 0,0-1-16,-1 0 15,1 1 1,-1-1-16,1-9 15,-10 9-15,0 1 16,1-10 0,-1 0-16,0 0 15,0 0 1,-9 0-16,0 0 16,0-9-1,-10 9-15,10 0 16,-10-9-16,1 9 15,-1-9 1,-9 0-16,0 0 16,0 0-1,0-10-15,-9 10 16,-1-9-16,1 8 16,0 1-1,-10-18-15,0-1 16,0 10-1,-9-1-15,0 1 16,0 0 0,-10-10-16,0 10 15,1-10-15,-10-9 16,-10 19 0,-9-1-16,10 1 15,-10 9 1,0 0-16,-19 9 15,-9 0-15,0 0 16,10 19 0,-10-1-16,9 10 15,-9 9 1,0 9-16,9 19 16,0 9-1,10 0-15,75-37 16</inkml:trace>
  <inkml:trace contextRef="#ctx0" brushRef="#br0" timeOffset="88351.53">18994 13263 0,'0'0'0,"0"0"15,0 0 1,0 0-16,0 0 15,-10-9 1,1 0-16,-10-1 16,0-8-16,0-1 15,-9 1 1,0-1-16,-10 1 16,-9-10-1,-9 1-15,-20 8 16,1 1-1,-28 8-15,-20 10 16,-18 19 0,0-1-16,19 10 15,9 9-15,10 9 16,18 10 0,0-1-16,19 0 15,10 1 1,9-10-16,0 9 15,9 1-15,19-10 16,1 0 0,8 0-16,10-9 15,0 0 1,0 9-16,10 19 16,-1-1-16,10 19 15,-10 0 1,1 0-16,8 10 15,1-1 1,0 0-16,0-9 16,0-9-1,0 0-15,9 0 16,0-9-16,10-1 16,9-9-1,0 1-15,0-10 16,0 0-1,0-9-15,9 0 16,19 0 0,1-19-16,-10 1 15,9-10-15,0 0 16,0-9 0,-9 0-16,9-9 15,1 0 1,-1 0-16,0-10 15,-9 1 1,9-1-16,1 1 16,-1-10-16,-19 0 15,10-9 1,0 1-16,-10-1 16,1 0-1,-1-9-15,1-1 16,-10 1-16,0 9 15,-9 0 1,-10 1-16,0-1 16,-9 0-1,0-9-15,-10 9 16,0 0-16,-9-19 16,0 10-1,0-9-15,-9 9 16,0 0-1,-10-10-15,0 10 16,0 0 0,0 0-16,-9 0 15,0-19 1,-10-9-16,1 0 16,-10 0-16,0 10 15,0-1 1,-19 1-16,0 8 15,-9-8 1,-10-1-16,-19 10 16,-46 8-16,-29 20 15,-65 27 1,-57 37-16,65-10 16</inkml:trace>
  <inkml:trace contextRef="#ctx0" brushRef="#br0" timeOffset="105365.4">14901 13088 0,'0'0'0,"0"0"0,0 0 15,0 0-15,0 0 16,0 0-1,0 0-15,0 0 16,0 0 0,0 0-16,0 0 15,0 0-15,0 0 16,0-10 0,0-8-16,10-19 15,-1-28 1,19-18-16,1 0 15,8-9-15,1-19 16,-1 10 0,1 18-16,0-10 15,-1 10 1,10-9-16,-9 9 16,0 0-16,-1 9 15,-8 19 1,-1 8-16,0-8 15,-9 9 1,0 9-16,-1 0 16,-8 9-1,-1 10-15,1 0 16,-1 8-16,0 1 16,1 0-1,-10 9-15</inkml:trace>
  <inkml:trace contextRef="#ctx0" brushRef="#br0" timeOffset="106273.82">18467 12848 0,'0'0'0,"0"0"16,0 0-16,0 0 15,-10 0-15,1 0 16,0 0-1,-10-10-15,0 1 16,9 0 0,-8 0-16,-1-10 15,0 1-15,0-1 16,0-18 0,1 1-16,-1-11 15,-9-8 1,-1-10-16,1-8 15,-10-1 1,1 18-16,-1-17 16,1-1-16,-1-19 15,0 10 1,1 0-16,-1 0 16,-9-9-1,0 9-15,0 9 16,0 9-16,9 1 15,10 18 1,-10-1-16,10 11 16,9 8-1,1 9-15,8 1 16,1 9 0,-1-1-16,1 1 15,0 0-15,9 9 16,-10 0-1,10 0-15</inkml:trace>
  <inkml:trace contextRef="#ctx0" brushRef="#br0" timeOffset="106836.39">15804 10596 0,'0'0'0,"0"0"16,0 9-1,-9 9-15,0 19 16,-10 9 0,0 28-16,0 19 15,0 17 1,10 1-16,0 0 15,-1 0-15,1-10 16,9-27 0,0-19-16,0-27 15,0-19 1,0-9-16</inkml:trace>
  <inkml:trace contextRef="#ctx0" brushRef="#br0" timeOffset="107839.15">15503 10826 0,'0'0'16,"0"0"-1,0 0-15,19-9 16,19 0-16,28-10 16,18 1-1,10-19-15,10 0 16,9-9 0,9 9-16,10-9 15,0 0 1,37-10-16,-28 10 15,19 0-15,-10 0 16,-8 0 0,-11 18-16,1 0 15,-19 10 1,0 0-16,-19 8 16,0 1-1,0 0-15,-28 9 16,-10 0-16,-9 9 15,-9 0 1,-10 1-16,0 8 16,10 0-1,-10 1-15,-9-1 16,0 10 0,0 0-16,-1 9 15,-8 0-15,-1 18 16,1 10-1,-1 8-15,0 1 16,1 0 0,-10 0-16,9 9 15,-9-9-15,10-19 16,-10 1 0,0-10-16,0-9 15,0 0 1,-10-10-16,1 1 15,-1 0-15,1-1 16,0-8 0,-1-1-16,1 1 15,-10-1 1,-9-9-16,-10 1 16,-9-1-1,-9 0-15,-20 0 16,-8 1-1,-20-1-15,-18-9 16,0 9-16,-10 0 16,10 0-1,-10 1-15,0-1 16,1 0 0,-1 0-16,10-9 15,9 0-15,-19 10 16,19-10-1,0 0-15,10 0 16,18 0 0,10 0-16,0 0 15,9 9-15,0 9 16,66-18 0</inkml:trace>
  <inkml:trace contextRef="#ctx0" brushRef="#br0" timeOffset="112719.43">16143 10854 0,'0'0'0,"0"0"0,0 0 15,0 0-15,0 0 16,-9 0 0,-1-9-16,1 9 15,-10 0 1,0 0-16,0 9 15,-9 0 1,-9 10-16,-1 8 16,0 10-16,1 0 15,8 0 1,11 0-16,-1 18 16,9-18-1,10 0-15,0-9 16,10 0-1,9-10-15,-1-9 16,11 1 0,-1-10-16,0 0 15,0 0-15,-9-10 16,0 1 0,-10 9-16,-9 0 15,0 0-15,0 0 16,0 0-1,0 0-15,0 0 16,0 0 0,0-9-16,0 0 15,10-10 1,9 1-16,9-1 16,0 10-16,10 0 15,-1 9 1,1 0-16,-10 18 15,0 1 1,-9 8-16,0 10 16,0 10-1,-10-11-15,-9-8 16,0-28-16</inkml:trace>
  <inkml:trace contextRef="#ctx0" brushRef="#br0" timeOffset="113006.12">16435 11343 0,'0'0'0,"0"0"16,0 9-16,0 19 15,0 28 1,0 8-16,0 10 16,0-9-16,0-10 15,0-18 1,0-37-16</inkml:trace>
  <inkml:trace contextRef="#ctx0" brushRef="#br0" timeOffset="113371.51">16604 10863 0,'0'0'0,"0"0"16,0 0 0,0 19-16,0 27 15,9 19-15,10 8 16,0-8-1,0-10-15,-10-9 16,1-9 0,-1-18-16,-9-10 15,0-9 1,0 0-16,0 0 16,-9-9-16,-10-19 15,19 28 1</inkml:trace>
  <inkml:trace contextRef="#ctx0" brushRef="#br0" timeOffset="113586.84">16463 11076 0,'0'0'0,"0"0"16,0 0-16,0 0 15,0-10 1,0-17-16,9-10 16,10-19-1,9-17-15,10-1 16,9 0-1,0 0-15,0 28 16,0 0-16,-9 9 16,-10 9-1,-9 0-15,-19 28 16</inkml:trace>
  <inkml:trace contextRef="#ctx0" brushRef="#br0" timeOffset="113834.9">16679 11039 0,'0'0'0,"0"0"16,0 0-16,0 0 15,10-10 1,18-8-16,10 0 16,-1-10-16,10 0 15,0 0 1,-47 28-16</inkml:trace>
  <inkml:trace contextRef="#ctx0" brushRef="#br0" timeOffset="114186.11">17178 11159 0,'0'0'16,"0"0"-16,0 0 15,0 18 1,-9 28-16,-10 47 15,-28 63-15,0 48 16,9-38 0,-9 64-16</inkml:trace>
  <inkml:trace contextRef="#ctx0" brushRef="#br0" timeOffset="116672.25">17629 10540 0,'0'0'0,"0"0"16,0 0-1,0 0-15,0 0 16,0 0-1,0-9-15,0 0 16,0-10-16,0 10 16,10-9-1,-1-1-15,1 1 16,-1-1 0,1 10-16,8 0 15,1 0 1,-9 9-16,-1 0 15,0 0-15,-9 0 16,0 0 0,10 9-16,-10 0 15,0 19 1,-10-1-16,1 10 16,0 0-1,-1-9-15,1 0 16,-1-10-16,1-9 15,0 1 1,9-10-16,0 0 16,0 0-1,0 0-15,9 0 16,10 9-16,0 0 16,9 0-1,0 10-15,0-1 16,0 1-1,-9 8-15,0 1 16,0 0 0,-10-1-16,1 1 15,-10 0-15,0-1 16,-10 10 0,1-9-16,-10 0 15,-9-1 1,-10 1-16,-18 0 15,-10-10 1,-9-9-16,75-9 16</inkml:trace>
  <inkml:trace contextRef="#ctx0" brushRef="#br0" timeOffset="124293.31">7733 11205 0,'0'0'0,"0"0"16,-10 18-1,-18 10-15,-9 18 16,-10 19 0,-10 36-16,10 1 15,-9-1-15,9 1 16,0-10-1,9-27-15,10-38 16,28-27 0</inkml:trace>
  <inkml:trace contextRef="#ctx0" brushRef="#br0" timeOffset="124556.89">6952 11371 0,'0'0'0,"0"0"16,9 0-16,10 9 16,19 19-16,18 27 15,20 10 1,8 9-1,-8-10-15,18 19 16,0 0-16,-10-9 16,-84-74-1</inkml:trace>
  <inkml:trace contextRef="#ctx0" brushRef="#br0" timeOffset="125091.47">7921 12654 0,'0'0'16,"0"0"-16,-19 18 16,-28 38-1,-9 27-15,-20 18 16,1 28-1,0 10-15,9-10 16,10-18-16,-1-10 16,10-17-1,10-29-15,8-27 16,29-28 0</inkml:trace>
  <inkml:trace contextRef="#ctx0" brushRef="#br0" timeOffset="125355.16">7150 13005 0,'0'0'0,"0"0"15,0 0 1,18 9-16,20 18 16,37 20-16,29 17 15,37 19 1,28 0-16,19 10 16,19 17-1</inkml:trace>
  <inkml:trace contextRef="#ctx0" brushRef="#br0" timeOffset="126619.02">13942 11288 0,'0'0'15,"9"0"1,19 0-16,19 0 16,38-9-16,28 9 15,0-10 1,-10 1-16,-9-9 15,1-1 1,-20-8-16,-9 8 16,-10-9-16,-28 10 15,1-1 1,-11 1-16,-8 0 16,-10-1-1,0 19-15</inkml:trace>
  <inkml:trace contextRef="#ctx0" brushRef="#br0" timeOffset="127019.25">14572 10928 0,'0'0'0,"0"0"15,0 0-15,0 0 16,9 0-1,20 0-15,8 9 16,20 0 0,9 10-16,-1-10 15,-8 0 1,-10 1-16,0 8 16,-19-9-16,0 0 15,1 1 1,-11-1-16,-8 0 15,-1 10 1,1-1-16,-10 10 16,-10-1-16,-18 20 15,-19 8 1,-19 10-16,-9 8 16,-10 1-1,1 0-15,-20 9 16,104-83-16</inkml:trace>
  <inkml:trace contextRef="#ctx0" brushRef="#br0" timeOffset="129227.47">7253 16383 0,'0'0'0,"0"0"15,0 0 1,0 0-16,0-10 15,-9 1 1,-1-9-16,-9-1 16,1 1-16,-1-1 15,0 1 1,0-1-16,-9 10 16,0 0-1,0 9-15,-1 9 16,-8 19-1,-1 9-15,0 9 16,1 9-16,9 1 16,9 8-1,9 19-15,10-9 16,10 0 0,-1-9-16,10-19 15,0-9 1,9 0-16,0-10 15,0-17-15,10-1 16,-10-9 0,1-9-16,-1-1 15,0 1 1,-19 0-16,1 0 16,-1-1-1,-9 10-15,0 0 16,0 0-16,0 0 15,-9-9 1,-1 0-16,1 0 16,0-1-1,-1 1-15,10-9 16,0-1-16,10 1 16,8-1-1,11-8-15,-1 8 16,0 10-1,10 9-15,-1 9 16,-8 10 0,8 18-16,1 9 15,-10 0-15,0 9 16,-9-9 0,-19-46-16</inkml:trace>
  <inkml:trace contextRef="#ctx0" brushRef="#br0" timeOffset="129486.39">7723 16844 0,'0'0'0,"0"0"15,0 0 1,0 19-16,0 17 16,0 29-1,10 9-15,-10 18 16,0-36 0,0-19-16,0-37 15</inkml:trace>
  <inkml:trace contextRef="#ctx0" brushRef="#br0" timeOffset="129786.26">7977 16216 0,'0'0'0,"0"0"16,0 0 0,0 19-16,0 27 15,10 19 1,-1 9-16,1-1 16,-1-8-16,1 0 15,-1-19 1,0-19-16,-9-8 15,0-19 1,0 0-16</inkml:trace>
  <inkml:trace contextRef="#ctx0" brushRef="#br0" timeOffset="130052.56">7818 16244 0,'0'0'0,"0"0"16,0-18-16,9-10 16,10-27-1,0-1-15,9-8 16,0 18 0,0-1-16,0 10 15,1 10 1,-1 8-16,0 1 15,-9 9-15,0 9 16,-10 0 0,-9 0-16</inkml:trace>
  <inkml:trace contextRef="#ctx0" brushRef="#br0" timeOffset="130271.48">8072 16484 0,'0'0'16,"0"0"-16,0 0 16,0 0-16,0 0 15,0 0 1,0 0-16,9-9 16,19-19-1,10-9-15,9-9 16,9-9-1,-56 55-15</inkml:trace>
  <inkml:trace contextRef="#ctx0" brushRef="#br0" timeOffset="131569.9">9191 15552 0,'0'0'16,"0"0"-16,0 0 16,0 0-1,-9 0-15,-1 0 16,1 0-16,-1-9 15,1 0 1,0-1-16,9-8 16,0-10-1,9 0-15,0 1 16,1-1-16,-1 10 16,1-1-1,-1 10-15,0 0 16,1 9-1,-10 0-15,9 9 16,1 19-16,-10 9 16,0 18-1,0 10-15,-10-1 16,1 1 0,-1-10-16,1-18 15,0-9-15,9-10 16,0 1-1,0-10-15,0-9 16,0 0 0,0 0-16,9 0 15,0-9 1,20-10-16,-1 1 16,19-1-16,9-8 15,1 8 1,-10 10-16,-10 9 15,1 0 1,-10 9-16,1 0 16,-11 1-1,1 8-15,-9 10 16,-1 9 0,-9 0-16,-9 18 15,-1-9-15,-9-9 16,-18 9-1,-1-9-15,-9 0 16,-9 0 0,-1-9-16,-18-1 15,75-27-15</inkml:trace>
  <inkml:trace contextRef="#ctx0" brushRef="#br0" timeOffset="135736.5">4807 12765 0,'0'0'0,"0"0"0,10 0 15,8 0-15,20 0 16,18 0 0,20-10-16,27 1 15,10-19 1,9-8-16,38-11 16,10-8-1,8-19-15,-8 0 16,18 1-1,-9-20-15,-1 10 16,11 0-16,-30 9 16,30 0-1,-39 10-15,-9 8 16,-9 10 0,-29 19-16,-103 27 15</inkml:trace>
  <inkml:trace contextRef="#ctx0" brushRef="#br0" timeOffset="136436.25">5428 14288 0,'0'0'0,"0"0"15,0 0 1,19 0-16,9-10 15,19 1-15,28-9 16,19-10 0,29-9-16,8-9 15,1 0 1,28-10-16,0 1 16,19-10-16,0 1 15,-1-10 1,29-9-16,-9 9 15,9-28 1,-10 1-16,1-1 16,9 1-1</inkml:trace>
  <inkml:trace contextRef="#ctx0" brushRef="#br0" timeOffset="181084.8">4958 16152 0,'0'0'0,"0"0"0,0 0 16,0 0 0,0 0-16,0 0 15,0 0 1,9 9-16,10 10 15,0-1-15,0-9 16,9 0 0,9-9-16,1-9 15,18-28 1,20-36-16,-1-29 16,-9 10-16,-10-1 15,1-17 1,-10 17-16,-10 10 15,-8 19 1,-11 18-16,1 18 16,0 0-1,-10 19-15,-9 9 16,0 0-16</inkml:trace>
  <inkml:trace contextRef="#ctx0" brushRef="#br0" timeOffset="181846.09">5767 17250 0,'0'0'16,"0"0"-16,19 9 15,9-9-15,9 0 16,1-9 0,9-9-16,0-19 15,10-19 1,-10-8-16,9-28 15,10-19 1,-10 19-16,1-10 16,-1-9-16,-9 19 15,0 9 1,-9 27-16,-38 56 16</inkml:trace>
  <inkml:trace contextRef="#ctx0" brushRef="#br0" timeOffset="203131.31">10075 11583 0,'0'0'0,"0"0"15,0 0-15,0 0 16,0 0-16,0 0 15,0 0 1,0 0-16,0 0 16,0 0-1,0 9-15,0-9 16,0 10-16,0-10 16,0 0-1,0 0-15,0 0 16,0 0-1,0 0-15,0 0 16,0 9 0,0-9-16,0 0 15,0 0-15,0 0 16,0 9 0,0-9-16,0 0 15,0 0 1,0 0-16</inkml:trace>
  <inkml:trace contextRef="#ctx0" brushRef="#br0" timeOffset="203543.84">10113 11565 0,'0'0'15,"0"0"-15,0 0 16,0 18 0,9 10-16,10 27 15,0 38-15,0 36 16,-10 0 0,1-9-16,-1-9 15,0-37 1,-9-28-16,10-19 15,-10-17-15,0-10 16,0 0 0</inkml:trace>
  <inkml:trace contextRef="#ctx0" brushRef="#br0" timeOffset="204342.37">10019 11472 0,'0'0'0,"0"0"16,19 0-1,28 0-15,56-9 16,29 0-1,18 0-15,20-10 16,-1 1 0,0-10-16,20-9 15,-1-9-15,-19 9 16,0 0 0,-37 10-16,-10-1 15,-9 19 1,-19-1-16,-18 10 15,-11 10-15,1 17 16,-9 10 0,-10 19-16,0 17 15,-10 29 1,-8 9-16,-20 0 16,1-1-16,-10-17 15,-10-1 1,1-18-16,-1-10 15,-9 1 1,10-10-16,-10-9 16,10-9-1,-1-9-15,1-9 16,0-1-16,-1 0 16,1-8-1,-1-1-15,-8 0 16,-1 10-1,-28-1-15,-19 0 16,-28 1 0,0-10-16,-38 10 15,-9-10-15,9 0 16,-37 0 0,0-9-16,37 0 15,-19 0 1,10 0-16,10 0 15,8 0 1,10 10-16,19-10 16,19 9-16,9-9 15,19 0 1,0-9-16,47 9 16</inkml:trace>
  <inkml:trace contextRef="#ctx0" brushRef="#br0" timeOffset="204696.64">10743 11666 0,'0'0'0,"0"0"15,0 0-15,-9 19 16,-1 27 0,1 28-16,0 18 15,-1 19 1,10 18-16,0-9 15,0-9-15,0-47 16,0-8 0,0-29-16,0-27 15,0 0 1</inkml:trace>
  <inkml:trace contextRef="#ctx0" brushRef="#br0" timeOffset="205191.64">11138 11592 0,'0'0'16,"0"0"-1,0 28-15,0 18 16,-9 28-1,0 37-15,9-10 16,0 1-16,0-19 16,0-18-1,0-28-15,0-10 16,-10-8 0,10-19-16,-19 0 15,-18-10 1,37 10-16,-283-138 15,283 138-15,-9 0 16,-10 0 0,-9 0-16,9 0 15,0 0 1,10 0-16,0 0 16,9 0-16,0 0 15,9 0 1,29-9-16,37-10 15,19-18 1,0 0-16,0 1 16,-9 8-1,-85 28-15</inkml:trace>
  <inkml:trace contextRef="#ctx0" brushRef="#br0" timeOffset="205505.45">11505 12285 0,'0'0'0,"0"0"16,0 0 0,-9 18-16,-10 38 15,0 17 1,-9 20-16,0 27 16,-10-19-16,10-18 15,9-18 1,19-65-16</inkml:trace>
  <inkml:trace contextRef="#ctx0" brushRef="#br0" timeOffset="206225.89">11533 11980 0,'0'0'15,"0"0"-15,0 0 16,0 0 0,0 0-16,10-9 15,-1-10-15,10-8 16,9-1 0,10-9-16,0 9 15,-1 1 1,1 8-16,-1 1 15,-8 9-15,-1 9 16,-9 0 0,-10 9-16,1 9 15,-1 10 1,-9 0-16,0 9 16,-9-10-1,-1 1-15,1 0 16,9-10-16,0-9 15,0 1 1,0-1-16,0-9 16,9 9-1,10 0-15,0 0 16,9 1 0,0-1-16,0 0 15,1 0-15,-11 1 16,-8 8-1,-1 1-15,-18 8 16,-10 10 0,-19 9-16,-27 19 15,-11-19 1,-8-9-16,-1-9 16,85-28-16</inkml:trace>
  <inkml:trace contextRef="#ctx0" brushRef="#br0" timeOffset="210570.37">11882 10873 0,'0'0'0,"0"0"0,0 0 16,9-10-1,10 1-15,0-9 16,-1-10-1,20-9-15,9-18 16,10-19 0,18-28-16,-9 1 15,18-19-15,1 0 16,0 0 0,-1-9-16,-8 9 15,-1 0-15,0 0 16,0 0-1,10-19-15,0 19 16,-10-9 0,-9 9-16,-10 9 15,1 19 1,-1 0-16,-9 9 16,0 0-16,-9 18 15,-1 10 1,-8 8-16,-11 20 15,1-1 1,0 10-16,-9 8 16,-1 1-1,-9 9-15</inkml:trace>
  <inkml:trace contextRef="#ctx0" brushRef="#br0" timeOffset="211354.21">17159 9848 0,'0'0'0,"0"0"16,0 0-16,0 0 16,0 0-1,0 0-15,-9 0 16,-10-9-16,-9 0 15,-1-10 1,-8-9-16,-20-18 16,1-9-1,-10-10-15,-19 10 16,1-10 0,-1-9-16,0 10 15,-9-10-15,-19 0 16,10 0-1,-1-9-15,1-9 16,-19-10 0,37 29-16,-9-10 15,0-1 1,9 1-16,10 10 16,0-1-16,9 18 15,9 10 1,10 9-16,0 0 15,10 0 1,-1 10-16,0-1 16,10 10-16,0-1 15,0 1 1,9-1-16,-9 1 16,28 18-1</inkml:trace>
  <inkml:trace contextRef="#ctx0" brushRef="#br0" timeOffset="211854.3">12644 6710 0,'0'0'16,"0"9"-16,0 10 15,0 27 1,0 18-16,9 29 16,10-1-1,0 19-15,-1 18 16,1 37-16,-9-37 15,8 19 1,-8 9-16,-1-37 16,1-9-1,8-28-15,-8-28 16,-1-27 0,-9-28-16</inkml:trace>
  <inkml:trace contextRef="#ctx0" brushRef="#br0" timeOffset="212853.69">12502 7255 0,'0'0'0,"-9"-10"15,9 1-15,0 0 16,0-10 0,9 1-16,10-10 15,28 1 1,19-1-16,28-9 16,38 0-1,28 9-15,9 1 16,48-20-16,-29 11 15,47-1 1,-28 9-16,9-9 16,10 0-1,-19 9-15,38-27 16,-20 18 0,-27 0-16,-1 0 15,-27 10-15,-29-1 16,-19 19-1,-9-1-15,-28 1 16,-19 18 0,-19 1-16,-10 8 15,1 10-15,-10 9 16,0 9 0,1 18-16,-11 20 15,1 8 1,-9 19-16,-1-10 15,0-9-15,-9 1 16,10 8 0,-10-8-16,0-10 15,0-19 1,0-8-16,0-10 16,-10 0-1,1-9-15,0-9 16,-1-1-16,-9 1 15,-9 0 1,-9-1-16,-11 1 16,-17 0-1,-20-1-15,0-8 16,-37 8 0,-19 1-16,0-9 15,-29-1-15,1 1 16,0 8-1,-38-8-15,37-1 16,1 1 0,-19-1-16,19 10 15,-1-19-15,10 0 16,19 0 0,-9 1-16,18-10 15,10 0 1,-1 0-16,11 0 15,18 0 1,18 0-16,10 0 16,10 9-16,9 9 15,19-8 1,-1 8-16,29-18 16</inkml:trace>
  <inkml:trace contextRef="#ctx0" brushRef="#br0" timeOffset="214379.24">13236 7245 0,'0'0'15,"0"0"-15,0 0 16,0 0 0,0 0-16,0 0 15,-9 0 1,-10 0-16,0 10 15,-9 8-15,0 0 16,-10 19 0,0 0-16,10 0 15,0 28 1,9-1-16,0 1 16,19 0-1,0-19-15,10 0 16,9-9-16,9-19 15,0 1 1,0-10-16,1-9 16,-11-9-1,1 0-15,-9-1 16,-1 1 0,0 0-16,1 0 15,-1-1-15,1 1 16,-1-9-1,0 8-15,1 1 16,9 0 0,-10 9-16,10 0 15,0 9-15,-1 10 16,1 18 0,0 9-16,9 18 15,-9-27 1,-19-37-16</inkml:trace>
  <inkml:trace contextRef="#ctx0" brushRef="#br0" timeOffset="214688.1">13594 7836 0,'0'0'16,"0"18"-1,-10 29-15,1 17 16,-1 1-1,1-1-15,9-8 16,0-29-16,0-27 16</inkml:trace>
  <inkml:trace contextRef="#ctx0" brushRef="#br0" timeOffset="-214459.46">13697 7098 0,'0'0'16,"0"0"-16,0 0 15,0 9 1,0 28-16,0 9 16,10 19-16,8 18 15,1 9 1,0 0-16,0 0 16,0-18-1,-1-9-15,-8-10 16,-1-18-1,1-18-15,-10-19 16</inkml:trace>
  <inkml:trace contextRef="#ctx0" brushRef="#br0" timeOffset="-214239.95">13556 7661 0,'0'0'16,"9"-10"-16,10-17 15,19-19 1,0 9-16,-1-10 16,10 1-16,10 0 15,9-9 1,-66 55-16</inkml:trace>
  <inkml:trace contextRef="#ctx0" brushRef="#br0" timeOffset="-213785.15">14346 7670 0,'0'0'16,"0"0"-16,0 9 15,-9 10 1,-1 17-16,-8 29 16,-11 9-16,1-9 15,9-19 1,19-46-16</inkml:trace>
  <inkml:trace contextRef="#ctx0" brushRef="#br0" timeOffset="-213492.97">14440 7236 0,'0'0'0,"0"0"16,0 19 0,10 27-16,-1 27 15,10 38-15,-10-18 16,10-10 0,0 0-16,-10-37 15,-9-46 1</inkml:trace>
  <inkml:trace contextRef="#ctx0" brushRef="#br0" timeOffset="-213208.55">14770 7144 0,'0'0'16,"0"0"-16,0 9 16,9 19-1,0 18-15,1 28 16,9 18 0,-10-9-16,0 0 15,1-18-15,-10-19 16,0-9-1,0-28-15,0-9 16</inkml:trace>
  <inkml:trace contextRef="#ctx0" brushRef="#br0" timeOffset="-213037.8">14487 7633 0,'0'0'0,"0"0"16,19-9 0,19-10-16,18-18 15,29-18 1,-85 55-16</inkml:trace>
  <inkml:trace contextRef="#ctx0" brushRef="#br0" timeOffset="-210925.25">16030 6673 0,'0'0'0,"0"0"0,0 0 16,0 0 0,-9 9-16,-1 0 15,1 10 1,-10-1-16,0 10 16,-9 9-1,0 18-15,-10 19 16,1 9-1,-1 10-15,10-1 16,9 19-16,10-1 16,-1-17-1,20-1-15,8-27 16,1-10 0,9-9-16,1-9 15,-1-18-15,0-10 16,10-9-1,-1-9-15,10-10 16,-9 1 0,0-10-16,-10 0 15,-9 10-15,-10-10 16,1 0 0,-10 1-16,0-1 15,-10 10 1,-9-10-16,-9 9 15,-10 1 1,-9 9-16,-28 9 16,-19 18-16,94-18 15</inkml:trace>
  <inkml:trace contextRef="#ctx0" brushRef="#br0" timeOffset="-198661">8467 14306 0,'0'0'0,"0"0"16,-10-9-16,1 0 15,-1 9 1,-8 0-16,-1 0 16,-9 18-1,-1 10-15,-8 27 16,-1 28-16,0 9 15,10 1 1,9-10-16,1-28 16,8-18-1,1-9-15,-1-19 16,10-9-16</inkml:trace>
  <inkml:trace contextRef="#ctx0" brushRef="#br0" timeOffset="-198457.72">7874 14684 0,'0'0'0,"0"0"16,0 0-16,0-9 16,0 0-1,0 0-15,9-1 16,1 10 0,27 0-16,20 10 15,37 8 1,0 1-16,10 8 15,-1 1-15,-103-28 16</inkml:trace>
  <inkml:trace contextRef="#ctx0" brushRef="#br0" timeOffset="-197822.19">9661 14112 0,'0'0'0,"0"0"16,0 0 0,0 9-16,-9 1 15,-10 8-15,-9 1 16,-19 8-1,0 1-15,-19 0 16,-9 9 0,-38 9-16,-9-9 15,-10 9 1,0 0-16,-18 0 16,18 9-16,-9 1 15,-10-1 1,-9 10-16,10-1 15,-10 10 1,-9 9-16,-1 0 16,10 19-1,10-19-15,9 9 16,9-9-16,0 0 16,10 0-1,0-9-15,9 0 16,0-9-1,-9-1-15,-10 10 16,10 0-16,122-74 16</inkml:trace>
  <inkml:trace contextRef="#ctx0" brushRef="#br0" timeOffset="-196386.35">10414 14786 0,'0'0'0,"0"0"16,0 0-1,-9 9-15,-1 19 16,-9 18 0,1 28-16,8 18 15,1 0 1,-1 1-16,10-19 16,0-28-16,0-46 15</inkml:trace>
  <inkml:trace contextRef="#ctx0" brushRef="#br0" timeOffset="-196125.33">10038 14952 0,'0'0'16,"0"0"-16,0 0 15,0 0 1,9 0-16,19 18 16,29 19-1,27 28-15,20 18 16,-1 0-16,1 0 16,9 0-1,-113-83-15</inkml:trace>
  <inkml:trace contextRef="#ctx0" brushRef="#br0" timeOffset="-195325.55">11223 14878 0,'0'0'16,"-9"9"-16,-20 1 16,-27 8-1,-19 19-15,-29 0 16,20 9 0,-20 9-16,-9 1 15,10-10 1,-20 9-16,11 1 15,-11-1-15,-8 10 16,8-19 0,1 9-16,-19 10 15,0-19 1,-10 9-16,-18 10 16,9 0-16,9-1 15,-18-8 1,19 8-16,8-8 15,-8 8 1,9-8-16,0-1 16,18 0-1,-8 10-15,-1 0 16,10-1-16,9-8 16,0-1-1,19 0-15,19-9 16,-1 10-1,1-1-15,9-9 16,66-46 0</inkml:trace>
  <inkml:trace contextRef="#ctx0" brushRef="#br0" timeOffset="-189291.97">13725 7153 0,'0'0'0,"0"0"0,0 0 16,0 0-16,0 0 16,0 0-1,10-9-15,-1 0 16,19-10-1,19-9-15,38-9 16,9-9 0,0 0-16,-9 18 15,-85 28-15</inkml:trace>
  <inkml:trace contextRef="#ctx0" brushRef="#br0" timeOffset="-185924.93">9652 16521 0,'0'0'0,"0"0"15,-9 0 1,-1 0-16,-9 0 16,1 0-16,-1 9 15,-9 1 1,-1 8-16,10 0 16,-9 1-1,0 18-15,0 9 16,18 9-1,-8 19-15,18-9 16,0 27-16,9-9 16,10-9-1,9-19-15,0 1 16,0-19 0,1-10-16,-1-8 15,0-10-15,10-9 16,-10-18-1,0-1-15,0-9 16,1 10 0,-11 0-16,-8-1 15,-10 1 1,0 8-16,0 1 16,-10 0-16,1 0 15,0-1 1,-1 1-16,1 0 15,-1 0 1,10 0-16,0-1 16,10 1-1,-1 0-15,1 0 16,8-1-16,11 10 16,-1 0-1,0 10-15,0 8 16,10 19-1,0 18-15,-10 1 16,0-1-16,-9 1 16,-10-1-1,-9-55-15</inkml:trace>
  <inkml:trace contextRef="#ctx0" brushRef="#br0" timeOffset="-185452.79">10452 16881 0,'0'0'16,"0"0"-16,0 0 16,0 9-1,0 10-15,0 8 16,0 29 0,0 36-16,9 0 15,0 19-15,1 0 16,-1-19-1,-9-27-15,0-28 16,0-37 0</inkml:trace>
  <inkml:trace contextRef="#ctx0" brushRef="#br0" timeOffset="-185158.56">10470 16475 0,'0'0'0,"0"0"16,0 9-1,10 10-15,-1 18 16,10 18-16,9 19 15,1 0 1,-1-1-16,0-17 16,-9-19-1,-10-19-15,-9-9 16,0-9 0</inkml:trace>
  <inkml:trace contextRef="#ctx0" brushRef="#br0" timeOffset="-184907.39">10433 16623 0,'0'0'0,"0"0"16,0-19 0,0-9-16,9-8 15,1-11 1,-1-17-16,10 8 15,0-8 1,-1 8-16,11 1 16,-1 9-16,-9 9 15,0 0 1,-19 37-16</inkml:trace>
  <inkml:trace contextRef="#ctx0" brushRef="#br0" timeOffset="-184684.86">10649 16613 0,'0'0'15,"0"0"-15,0 0 16,0-9-1,10-9-15,8-1 16,11-8 0,-1-1-16,-28 28 15</inkml:trace>
  <inkml:trace contextRef="#ctx0" brushRef="#br0" timeOffset="-184483.65">11167 16909 0,'0'0'16,"0"27"-16,-10 29 16,1 27-1,9-9-15,-10 0 16,10-74-16</inkml:trace>
  <inkml:trace contextRef="#ctx0" brushRef="#br0" timeOffset="-184155.45">11185 16115 0,'0'0'0,"0"0"15,0 0 1,10 18-16,18 29 15,10 36-15,-1 18 16,1 1 0,-10-10-16,0-18 15,-18-28 1,-10-9-16,0-37 16</inkml:trace>
  <inkml:trace contextRef="#ctx0" brushRef="#br0" timeOffset="-183858.02">11477 15820 0,'0'0'16,"0"0"-1,0 0-15,0 0 16,9 18-1,1 28-15,9 19 16,-1 9 0,1 27-1,10 10-15,-11-19 0,1-27 16,-9-10 0,-1-18-16,0-9 15,-9-19 1,0-9-16</inkml:trace>
  <inkml:trace contextRef="#ctx0" brushRef="#br0" timeOffset="-183658.92">11298 16512 0,'0'0'16,"0"0"-16,0 0 15,19-9 1,19-28-16,28-28 16,37-27-1,10-1-15,-113 93 16</inkml:trace>
  <inkml:trace contextRef="#ctx0" brushRef="#br0" timeOffset="-180991.25">12615 15284 0,'0'0'0,"0"0"16,0 0-16,0 0 16,0 0-1,-9 10-15,0-1 16,-1 9-16,1 19 16,-1 19-1,1 17-15,-1 29 16,1-1-1,9 10-15,0 18 16,9-27 0,1-10-16,9 0 15,0-18 1,-1-9-16,1-10 16,0-18-16,0-9 15,0-10 1,-1-8-16,1-1 15,9-9 1,1-9-16,-1-10 16,0-9-16,0 1 15,1-1 1,-11 0-16,1 10 16,-9-1-1,-1 1-15,0 0 16,-9 8-16,0-8 15,0 9 1,-9-10-16,0 1 16,-1-1-1,-9 1-15,1-1 16,-1 1 0,0 9-16,-9-1 15,-10 10-15,38 0 16</inkml:trace>
  <inkml:trace contextRef="#ctx0" brushRef="#br0" timeOffset="-156774.22">3481 7522 0,'0'0'0,"0"-9"0,0 9 15,9 0-15,1 0 16,8 0-16,1 9 16,9 0-1,10 19-15,0-9 16,-1-1 0,-8-9-16,8-9 15,10-18 1,10-19-16,18-28 15,0-9-15,-9 10 16,0-10 0,0 0-16,-10 10 15,10 17 1,9 20-16,-75 27 16</inkml:trace>
  <inkml:trace contextRef="#ctx0" brushRef="#br0" timeOffset="-153574.25">3791 11316 0,'0'0'0,"0"0"15,0 0-15,0 0 16,10 0-1,8 9-15,1 9 16,0 1-16,9 8 16,0-8-1,1-1-15,-10-18 16,9-9 0,19-28-16,19-37 15,9-55-15,0 0 16,19-10-1,-9 29-15,0 27 16,-85 83 0</inkml:trace>
  <inkml:trace contextRef="#ctx0" brushRef="#br0" timeOffset="-145267.58">24629 10051 0,'0'0'0,"0"0"0,0 0 15,0 0-15,0 0 16,0 0 0,0 0-16,0 0 15,0 0 1,0 0-16,0 0 16,0 0-1,0 0-15,0 0 16,-10 0-16,1-9 15,9 9 1,-10 0-16,1-9 16,9 9-1,0 0-15,0 0 16,-9 0-16,-1 0 16,1 0-1,-1 0-15,1 0 16,0 0-1,-1 0-15,1 0 16,-1 0 0,10 0-16,-9 9 15,9-9-15,-10 9 16,10-9 0,0 9-16,-9 10 15,0-1 1,-1 1-16,1 8 15,-1 1 1,-8 18-16,-1 0 16,-9 10-16,-1 45 15,1 10 1,9-9-16,19 18 16,0-120-1</inkml:trace>
  <inkml:trace contextRef="#ctx0" brushRef="#br0" timeOffset="-144690.54">24619 10106 0,'0'0'0,"0"0"15,0 0-15,0-9 16,0 0 0,0 9-16,0 0 15,-9 0 1,-1 0-16,-8 0 16,-11 9-1,-8 19-15,-20 18 16,10 0-16,-9 28 15,9 0 1,9 0-16,10 9 16,18-9-1,10-19-15,10-9 16,9-9-16,9-9 16,19-10-1,19-9-15,9-18 16,10-9-1,-10-10-15,0-9 16,-9-9 0,-66 46-16</inkml:trace>
  <inkml:trace contextRef="#ctx0" brushRef="#br0" timeOffset="-144182.95">25306 10734 0,'0'0'0,"0"0"15,0 0-15,-9 9 16,-10 28-1,-19 28-15,-9 36 16,0-18 0,9-18-16,38-65 15</inkml:trace>
  <inkml:trace contextRef="#ctx0" brushRef="#br0" timeOffset="-143771.46">25616 10005 0,'0'0'0,"0"0"16,0 9-16,0 10 16,0 18-1,-9 9-15,9 9 16,0 10 0,0-10-16,0 10 15,0-10-15,9-18 16,1 0-1,9 0-15,9-10 16,19 1 0,0-9-16,9-10 15,1-9 1,-1-9-16,-9-19 16,-47 28-16</inkml:trace>
  <inkml:trace contextRef="#ctx0" brushRef="#br0" timeOffset="-143554.42">25786 10411 0,'0'0'0,"0"0"15,0 9-15,0 28 16,9 28-1,1 27-15,-1 0 16,0 1-16,-9-10 16,0-28-1,0-55-15</inkml:trace>
  <inkml:trace contextRef="#ctx0" brushRef="#br0" timeOffset="-143207.75">23406 10236 0,'0'0'0,"0"0"16,18 18-16,20 38 15,9 45 1,10 19-16,-10 9 16,0 28-1,0-9-15,-10-37 16,-8-47-16,-11-36 15,-18-28 1</inkml:trace>
  <inkml:trace contextRef="#ctx0" brushRef="#br0" timeOffset="-142538.06">23359 10125 0,'0'0'0,"28"-19"15,56-17-15,86-20 16,56-18 0,37 19-16,19-10 15,10 1 1,-57 8-16,-9 19 15,-29 1 1,-27 8-16,-10 9 16,-29 19-16,-18 10 15,0 17 1,0 10-16,-19 19 16,-9 8-1,-10 19-15,-9 10 16,9 27-16,-18 0 15,-10-19 1,-10 19-16,1 0 16,-19-9-1,-10-19-15,-9 0 16,-9-18 0,-10 0-16,0-9 15,-9-19-15,-10 0 16,-9 0-1,0-18-15,-9-10 16,-29-9 0,-28-9-16,-19-9 15,1 0-15,-57 0 16,-10 9 0,10 0-16,-19 0 15,19 9 1,-10 0-16,29 10 15,0-1 1,18 1-16,38-10 16,19 0-16,28-9 15,29 0 1,37 0-16</inkml:trace>
  <inkml:trace contextRef="#ctx0" brushRef="#br0" timeOffset="-141290.78">29041 9996 0,'0'0'0,"0"0"16,0 0-16,0 0 15,0 0 1,0 0-16,0 0 16,0 0-16,0 0 15,0 0 1,0 0-16,0 0 15,0 0 1,0 0-16,0 0 16,0 0-16,0 0 15,0 0 1,0 0-16,0 0 16,0 0-1,0 0-15,0 0 16,0 0-1,0 0-15,0 0 16,0 0-16,0 0 16,0 0-1,0 0-15,0 0 16,0 0 0,0 9-16,0 0 15,0 0-15,0 10 16,0 9-1,0 8-15,0 11 16,0-1 0,-10 9-16,1 1 15,9-10 1,0 9-16,0-18 16,9 0-16,10-9 15,0-10 1,28 10-16,19-10 15,0-9 1,-1 1-16,-8-10 16,-1-10-1,1-8-15,-57 18 16</inkml:trace>
  <inkml:trace contextRef="#ctx0" brushRef="#br0" timeOffset="-141067.95">29201 10310 0,'0'0'15,"9"0"1,19-10-16,29-8 15,-1-10-15,1 0 16,-1-18 0,-56 46-16</inkml:trace>
  <inkml:trace contextRef="#ctx0" brushRef="#br0" timeOffset="-140874.1">29088 9866 0,'0'0'0,"0"0"16,0 0-16,19 0 15,37-9 1,57-9-16,19-10 16,37-9-1,57-9-15</inkml:trace>
  <inkml:trace contextRef="#ctx0" brushRef="#br0" timeOffset="-140636.29">30010 10605 0,'0'0'15,"-10"18"-15,1 10 16,-10 27 0,0 1-16,-9 8 15,0 1 1,9-28-16,10-19 16,9-8-16,0-10 15</inkml:trace>
  <inkml:trace contextRef="#ctx0" brushRef="#br0" timeOffset="-140257.4">30583 10088 0,'0'0'16,"0"0"-1,0 0-15,0 0 16,-9 9-16,0 0 16,-1 1-1,1 8-15,9 1 16,0-1 0,9 10-16,19-1 15,10 10-15,0 0 16,-10-9-1,0 0 1,0 9-16,-18-10 16,-1 10-16,-18 0 15,-1 0 1,-18-9-16,0-10 16,-10-9-16,38-9 15</inkml:trace>
  <inkml:trace contextRef="#ctx0" brushRef="#br0" timeOffset="-140107.58">30640 10014 0,'9'-9'0,"29"-10"16,37-17-1,57-11-15,0-8 16,-132 55-16</inkml:trace>
  <inkml:trace contextRef="#ctx0" brushRef="#br0" timeOffset="-139724.41">28646 9737 0,'0'10'0,"18"36"16,11 55-16,8 75 15,-9 8 1,1 56-16,-20-55 16,0 18-1,1-92-15,-1-38 16,-9-45-16,0-28 15</inkml:trace>
  <inkml:trace contextRef="#ctx0" brushRef="#br0" timeOffset="-139107.43">28646 9682 0,'9'-9'0,"57"-10"15,66-8-15,93-1 16,20-9 0,9 18-16,0-8 15,0-10 1,-47 9-16,9 10 15,-46-10-15,-39 19 16,-18 9 0,-19 18-16,-28 1 15,-19-1 1,-9 10-16,-1 18 16,-8 19-1,-1 8-15,-9 38 16,-10-28-16,0 19 15,1 9 1,-10-19-16,0 0 16,-10-18-1,1-9-15,0-1 16,-10-8 0,0-10-16,-9-9 15,-10 9-15,-9-9 16,-9 0-1,-20 0-15,-27 9 16,-19 0 0,-1-9-16,-27 0 15,-10 9-15,0-9 16,-19 0 0,10-10-16,-10-8 15,-37-19 1,-29 0-16,10 0 15</inkml:trace>
  <inkml:trace contextRef="#ctx0" brushRef="#br0" timeOffset="-138240.89">25306 9387 0,'0'-10'0,"9"-27"15,10-9-15,19-28 16,9-18 0,0-19-16,0 10 15,-9-1-15,9 10 16,-10 9-1,10-9-15,0-10 16,0 28 0,-9 0-16,-10 19 15,10 0 1,-10 9-16,0 9 16,0 18-16,1 1 15,-29 18 1</inkml:trace>
  <inkml:trace contextRef="#ctx0" brushRef="#br0" timeOffset="-137717.45">28749 9387 0,'0'0'0,"-9"-10"16,-10-17-16,-19-29 15,1-8 1,-10-29-16,-1-8 15,-8-19-15,0 9 16,-1 19 0,10-10-16,-9-8 15,9 26 1,9 11-16,-9 8 16,0 19-1,9 0-15,1 9 16,8 18-16,1-8 15,28 27 1</inkml:trace>
  <inkml:trace contextRef="#ctx0" brushRef="#br0" timeOffset="-137305.28">26124 7135 0,'0'0'0,"0"0"15,0 0 1,0 27-16,0 19 16,10 37-16,-1 28 15,1 9 1,-1 0-16,0-9 15,1 0 1,-1-47-16,1-27 16,-10-18-1,0-19-15</inkml:trace>
  <inkml:trace contextRef="#ctx0" brushRef="#br0" timeOffset="-136585.49">26134 6987 0,'0'0'15,"37"-9"-15,57-19 16,57 0-1,37-9-15,29 0 16,-1 0 0,10 1-16,9-11 15,-38 20 1,-18-1-16,-10 10 16,-27-1-16,-11 10 15,-18 18 1,-19 0-16,-28 10 15,-9 8 1,-1 10-16,-9 10 16,-9 8-1,-10 10-15,-9 27 16,0 0-16,-10 19 16,0-19-1,10 19-15,0-10 16,-10-17-1,1-11-15,-1-8 16,1-10 0,-10 1-16,0-10 15,0-9-15,-10 0 16,1-10 0,-1 1-16,-8 0 15,-20-1 1,-9 1-16,-10-9 15,-27-1-15,-39-9 16,-8 10 0,-10-19-16,-29 9 15,1-9 1,0 9-16,-1-9 16,39 9-1,-1-9-15,10 10 16,9-10-16,28 0 15,19 0 1,66 0-16</inkml:trace>
  <inkml:trace contextRef="#ctx0" brushRef="#br0" timeOffset="-135886.5">26745 7319 0,'0'0'16,"0"0"-16,0 0 16,-9 0-1,-10 9-15,-19 1 16,-9 8 0,0 0-16,-9 19 15,-1 0 1,1 9-16,9 10 15,19-10-15,9 0 16,10-9 0,18 0-16,10-9 15,18-1-15,29-8 16,9-10 0,1-18-16,-76 9 15</inkml:trace>
  <inkml:trace contextRef="#ctx0" brushRef="#br0" timeOffset="-135629.47">27018 7799 0,'0'0'16,"-9"9"-16,-10 28 16,-9 37-1,-10 0-15,10-19 16,0-9 0,9-18-16,9-19 15,10-9-15</inkml:trace>
  <inkml:trace contextRef="#ctx0" brushRef="#br0" timeOffset="-135240.91">27140 7328 0,'0'0'0,"0"0"16,0 0-16,0 10 15,0 26 1,0 11-16,0 8 16,10 10-1,-10-10-15,0-9 16,9-9-16,1 0 15,-1 0 1,10-9-16,0-10 16,-1 1-1,20-10-15,0 0 16,-1-9 0,1-9-16,-10-10 15,0 1-15,-28 18 16</inkml:trace>
  <inkml:trace contextRef="#ctx0" brushRef="#br0" timeOffset="-135047.12">27253 7661 0,'0'0'16,"0"0"-16,0 0 15,10 0-15,8-10 16,1-8 0,10-19-16,-1 0 15,-28 37 1</inkml:trace>
  <inkml:trace contextRef="#ctx0" brushRef="#br0" timeOffset="-134874.54">27084 7282 0,'0'0'0,"0"0"16,0 0-1,9 0-15,29 9 16,18 1 0,29-10-16,28-10 15,-113 10-15</inkml:trace>
  <inkml:trace contextRef="#ctx0" brushRef="#br0" timeOffset="-134633.49">27931 7808 0,'0'0'16,"0"0"-16,-10 19 15,-9 36 1,-18 37-16,-10 19 16,-10 28-16,57-139 15</inkml:trace>
  <inkml:trace contextRef="#ctx0" brushRef="#br0" timeOffset="-133264.45">28523 7135 0,'0'0'0,"0"0"16,0 0-16,0 0 16,0 0-1,0 0-15,0 0 16,0-10-1,-9 1-15,-10-9 16,-9-1-16,-10-9 16,1 10-1,-10 0-15,-1 8 16,-8 10 0,9 10-16,-9 17 15,9 1 1,9 9-16,19-9 15,10-1-15,9 1 16,9-10 0,10 1-16,28-1 15,9-18 1,10-9-16,-9-9 16,9-1-16,-19 1 15,0-10 1,-10 10-16,-9-1 15,-9 10 1,-9 9-16,-1 0 16,10 9-1,0 19-15,18 27 16,1 56 0,0 37-16,-38-148 15</inkml:trace>
  <inkml:trace contextRef="#ctx0" brushRef="#br0" timeOffset="-130402.68">3744 7836 0,'0'0'0,"10"-9"16,-1-10-1,10-8-15,0-1 16,9 0-16,0 1 15,10-1 1,9 0-16,9 0 16,1 10-1,8 0-15,11-10 16,18 19 0,19-10-16,0 10 15,9-28-15,10 9 16,9 10-1,0-1-15,19-8 16,9-10 0,-18 0-16,18 9 15,0-9-15,-18 19 16,18-10 0,-28 10-16,10-10 15,-10 10 1,-9-10-16,-20 0 15,-8 0-15,-1 1 16,-27 18 0,-1-1-16,-9 1 15,-10 0 1,-18 9-16,-38 0 16</inkml:trace>
  <inkml:trace contextRef="#ctx0" brushRef="#br0" timeOffset="-128435.08">4196 11112 0,'0'0'0,"0"0"15,0 0-15,19-9 16,9 0 0,0 0-16,19-10 15,9-8-15,1 8 16,9 1 0,-10-1-16,29-8 15,0 8 1,18-18-16,-9 10 15,0-1 1,10 9-16,9-8 16,-1-10-16,1 9 15,0 0 1,9 1-16,-9-1 16,0 0-1,0 10-15,0-10 16,0 10-16,-10-19 15,-9 18 1,1 1-16,8-10 16,-9 1-1,-19-1-15,1 0 16,-1-9 0,0 10-16,-9-1 15,-10 0 1,1 0-16,-10 10 15,-9 0-15,-10-1 16,9 1 0,-8 8-16,-29 10 15</inkml:trace>
  <inkml:trace contextRef="#ctx0" brushRef="#br0" timeOffset="-124023.98">7564 7365 0,'0'0'0,"0"0"0,0 0 16,-10 9 0,1 1-16,-10 8 15,-9 1-15,-10 18 16,0 9 0,1 0-16,-1 0 15,10 0 1,9-9-16,10 0 15,9 0-15,0 0 16,9-9 0,19-1-16,10-8 15,18-10 1,10-9-16,-66 0 16</inkml:trace>
  <inkml:trace contextRef="#ctx0" brushRef="#br0" timeOffset="-123773.8">7996 7688 0,'0'0'0,"0"0"16,-9 10-1,-10 26-15,-9 20 16,0 8 0,-10 10-16,10-9 15,9-19-15,0-18 16,19-28 0</inkml:trace>
  <inkml:trace contextRef="#ctx0" brushRef="#br0" timeOffset="-123288.34">8100 7107 0,'0'0'16,"0"0"-16,0 0 16,0 9-1,0 19-15,9 9 16,1 9-16,-1 9 16,0 10-1,1-1-15,-1-8 16,1-10-1,-1-9-15,0 0 16,10-10 0,0-8-16,0-1 15,9-8-15,-9-1 16,0 0 0,9-9-16,-9 0 15,0 0 1,-1-9-16,11 0 15,-1-10 1,-9 1-16,-1-1 16,1-8-16,-9-1 15,-1 9 1,-9 19-16</inkml:trace>
  <inkml:trace contextRef="#ctx0" brushRef="#br0" timeOffset="-123089.77">8307 7402 0,'0'0'0,"0"0"16,0 0-16,0 0 16,0 0-1,0 0-15,0 0 16,0-9-1,9-10-15,-9 19 16</inkml:trace>
  <inkml:trace contextRef="#ctx0" brushRef="#br0" timeOffset="-122903.83">8119 7218 0,'0'0'16,"9"-10"-16,0 1 15,29-9 1,0-1-16,-38 19 16</inkml:trace>
  <inkml:trace contextRef="#ctx0" brushRef="#br0" timeOffset="-122606.95">8852 7799 0,'0'0'0,"0"0"16,-9 9-1,-10 19-15,-9 18 16,-10 19 0,-9 18-16,-9 0 15,-1 0-15,57-83 16</inkml:trace>
  <inkml:trace contextRef="#ctx0" brushRef="#br0" timeOffset="-121839.08">9586 6885 0,'0'0'15,"0"0"-15,0 0 16,0 0-1,-9-9-15,-1-9 16,-8-1 0,-1 1-16,-10-1 15,-8 10-15,-1 9 16,-9 0 0,0 18-16,10 1 15,-1 9 1,10 9-16,9-1 15,0 20 1,10-19-16,9 0 16,9 0-1,0-19-15,10 1 16,9-10-16,10-9 16,9-19-1,10-8-15,-10-1 16,-10 0-16,-9 10 15,-9-1 1,0 1-16,-9 9 16,-1-1-1,0 1-15,-9 9 16,0 0 0,19 19-16,0 27 15,0 28-15,9 36 16,0 29-1,10 8-15,-38-147 16</inkml:trace>
  <inkml:trace contextRef="#ctx0" brushRef="#br0" timeOffset="-114057.24">2408 6811 0,'0'0'0,"10"10"0,9-1 15,-1 9 1,11 1-16,-1-1 16,9 10-1,1-10-15,9-8 16,19-10-1,0-10-15,37-36 16,1-28-16,18-36 16,10-19-1,-10-10-15,-9 1 16,-10 36 0,-18 19-16,-10 9 15,-9 0-15,-9 10 16,-10 18-1,-10 18-15,-8 9 16,-1 10 0,-9 9-16,-19 0 15</inkml:trace>
  <inkml:trace contextRef="#ctx0" brushRef="#br0" timeOffset="-112374.16">8373 17343 0,'0'0'0,"0"0"16,0 0-16,0 0 15,0 0 1,0 0-16,0 0 16,9 0-1,0 9-15,10 0 16,0 0-16,9 0 16,10 1-1,9-10-15,0-19 16,9-18-1,1-18-15,9-28 16,0-9-16,-1-10 16,-8-9-1,-1 19-15,1 0 16,-1-1 0,1 20-16,8 8 15,-65 65 1</inkml:trace>
  <inkml:trace contextRef="#ctx0" brushRef="#br1" timeOffset="-103603.64">9360 8288 0,'0'0'0,"0"0"16,0 0-16,0 0 15,0 0 1,0 9-16,0 28 16,0 19-16,0 8 15,0 19 1,0 19-16,0-1 16,0-8-1,0-29-15,0-17 16,0-20-1,0-27-15</inkml:trace>
  <inkml:trace contextRef="#ctx0" brushRef="#br1" timeOffset="-103011.86">9144 8381 0,'0'0'0,"0"0"15,0 0 1,9-10-16,10 1 16,9 0-16,10-10 15,19 1 1,8-1-16,-8 10 15,-10 9 1,-10 0-16,-18 0 16,0 9-1,-9 10-15,-1 9 16,-9 9-16,0 9 16,0 0-1,-9 0-15,-1-9 16,10-9-1,0-10-15,10 0 16,-1-8-16,10-1 16,9 0-1,0 0-15,10 1 16,-1-1 0,-8 0-16,-11 0 15,1 1-15,-9 8 16,-10 19-1,-10 0-15,-9 18 16,-9-9 0,-9 1-16,8-11 15,1-8 1,9-9-16,1-10 16,8-9-16,10 0 15</inkml:trace>
  <inkml:trace contextRef="#ctx0" brushRef="#br1" timeOffset="-102740.41">10470 8768 0,'0'0'0,"0"0"15,-9 19 1,-10 18-16,-28 27 16,0 10-1,-19 28-15,-9 18 16,19-28 0,9-18-16,28-37 15,9-28-15,10-9 16</inkml:trace>
  <inkml:trace contextRef="#ctx0" brushRef="#br1" timeOffset="-102248.41">10659 8067 0,'0'0'0,"0"0"15,0 9 1,-10 19-16,-9 18 16,1 37-1,-1 28-15,9-10 16,1-9-16,9 1 15,9-1 1,10-27-16,0-19 16,9-9-1,0-10-15,10-8 16,9-10 0,0-18-16,-9 0 15,-1-10-15,-8 1 16,-11 8-1,-8-8-15,-10 0 16,-10-1 0,-18 1-16,-28-1 15,-10 10-15,-9 18 16,-19 10 0,9 8-16,10 10 15,75-37 1</inkml:trace>
  <inkml:trace contextRef="#ctx0" brushRef="#br1" timeOffset="-101837.59">8730 8417 0,'0'0'15,"0"0"-15,0 0 16,0 10-1,9 27-15,10 27 16,10 19 0,-1 19-16,0 18 15,-9-9-15,-10 9 16,1 9 0,-1-19-16,0-17 15,1-19 1,-1-19-16,1-18 15,-1-28 1,-9-9-16</inkml:trace>
  <inkml:trace contextRef="#ctx0" brushRef="#br1" timeOffset="-101017.39">8749 8288 0,'0'0'0,"38"-18"15,65-28-15,29-1 16,28-8-1,28-10-15,-28 10 16,9-9 0,0 8-16,-28 10 15,19 0-15,-9 18 16,-19 10 0,-1 8-16,1 10 15,-10 0 1,-9 10-16,-28 8 15,0 10-15,-1 9 16,-9 9 0,-18 0-16,-10 9 15,-9 1 1,-10-1-16,-9 10 16,-10 18-1,0 0-15,-18 9 16,0-18-16,-1 9 15,-9-9 1,-9 9-16,0-9 16,0-10-1,0-8-15,-1-1 16,1-9-16,0 1 16,-10-1-1,1-9-15,-1-10 16,0 1-1,-9 0-15,-19-1 16,-18 1 0,-1 0-16,-18-1 15,-20 1-15,-18-9 16,10-1 0,-29 0-16,18 1 15,1-1 1,10 1-16,-1-10 15,19 0 1,28 1-16,1-1 16,18 0-16,9 0 15,10-9 1,10 9-16,9-9 16,28 0-1</inkml:trace>
  <inkml:trace contextRef="#ctx0" brushRef="#br1" timeOffset="-98634.83">11007 7587 0,'0'0'16,"0"0"-16,0 0 15,0 0 1,0 0-16,0 0 15,0 0-15,-10-9 16,1-1 0,-1-8-16,1-10 15,9-9 1,0-18-16,9-19 16,10-9-1,9-9-15,10-10 16,9-9-16,-9 10 15,9-19 1,-10 18-16,1 1 16,0-1-1,-1-8-15,-8 8 16,-1 10-16,0-10 16,0-9-1,-9 28-15,0 0 16,0 9-1,-1 19-15,1 0 16,0 9-16,-9 9 16,-1 9-1,0 0 1,1 1-16,-1 17 16,1 1-16,-10 9 15</inkml:trace>
  <inkml:trace contextRef="#ctx0" brushRef="#br1" timeOffset="-97823.83">14073 7088 0,'0'0'0,"0"0"16,0 0 0,0 0-16,0 0 15,-9 0 1,0-9-16,-10-9 16,0-1-16,-9-8 15,0-1 1,-10-28-16,0 20 15,1-20 1,-10-18-16,-10 0 16,10 19-1,0-9-15,-9-1 16,-1 10-16,-9-29 16,1 1-1,-1 19-15,0-10 16,9 19-1,-18-1-15,0-18 16,18 19-16,1 0 16,9-1-1,0 19-15,9 0 16,1 0 0,-1 10-16,10 8 15,0 1-15,-1-1 16,1 10-1,0 0-15,0 0 16,28 9 0</inkml:trace>
  <inkml:trace contextRef="#ctx0" brushRef="#br1" timeOffset="-96573.14">11317 4919 0,'0'0'16,"0"0"-16,-9-9 15,-1 0 1,1 0-16,-1-1 16,1 1-1,0 0-15,-1 9 16,1 0-1,9 0-15,-10 9 16,1 10-16,0 18 16,-1 27-1,1 19-15,9 28 16,0 0 0,0-19-16,0 28 15,0-9 1,0-10-16,0-36 15,0-28-15,0-19 16,0-18 0</inkml:trace>
  <inkml:trace contextRef="#ctx0" brushRef="#br1" timeOffset="-95671.27">10978 4882 0,'0'0'0,"10"-9"16,9-9-16,18-1 16,39-18-1,55-9-15,20 0 16,65-9-16,1-1 15,37-8 1,-57 8-16,29 1 16,-19 9-1,9 9-15,-18 0 16,9 9 0,-19 19-16,9-9 15,-18-1-15,-19 19 16,-28 0-1,-19 9-15,-38 1 16,-9 8 0,-10 10-16,-18-1 15,9 20 1,-9 8-16,-10 10 16,0 8-16,0 1 15,-9 19 1,0-10-16,0-19 15,-1 10 1,1-19-16,-9-18 16,-1 0-1,0-9-15,1 0 16,-1-10-16,1 1 16,-10-1-1,0 1-15,-10 8 16,1 1-1,-10 0-15,-19 9 16,-9-10-16,-28 10 16,-28 0-1,-20 0-15,-8 9 16,-20-9 0,-9 0-16,0 0 15,-9-9 1,-10 8-16,0 1 15,1 0-15,8 0 16,-8-9 0,8 0-16,1-19 15,-10 0 1,19 0-16,0 1 16,0-10-16,29 0 15,-1 0 1,19 0-16,10 0 15,18 0 1,10 0-16,9 0 16,9 0-1,1 9-15,56-9 16</inkml:trace>
  <inkml:trace contextRef="#ctx0" brushRef="#br1" timeOffset="-94356.52">11402 5076 0,'0'0'0,"0"0"15,0 10 1,0 8-16,9 19 16,1 0-16,-1 9 15,0 9 1,1 10-16,-10-19 16,9 0-1,-9-18-15,0-19 16,0-9-16</inkml:trace>
  <inkml:trace contextRef="#ctx0" brushRef="#br1" timeOffset="-93773.44">11317 5067 0,'0'0'15,"0"0"-15,10-9 16,8-10 0,11 1-16,-1-1 15,0 1 1,0 9-16,0 0 15,-9 9 1,0 0-16,-10 9 16,1 0-16,-1 9 15,-9 10 1,-9 9-16,-10 9 16,0 0-1,0-9-15,10 0 16,0-9-16,9-10 15,0-8 1,0-10-16,9 9 16,0 0-1,10-9-15,9 0 16,-9 9 0,0 1-16,0-1 15,-10 9-15,1 1 16,-10 8-1,0 1-15,-19 18 16,0-9 0,-9 9-16,0-9 15,-1 0 1,1-18-16,28-19 16</inkml:trace>
  <inkml:trace contextRef="#ctx0" brushRef="#br1" timeOffset="-93574.51">11665 5519 0,'0'0'16,"0"10"-1,0 17-15,0 19 16,0 19-16,0 9 15,0-19 1,0-18-16,0-37 16</inkml:trace>
  <inkml:trace contextRef="#ctx0" brushRef="#br1" timeOffset="-93229.25">11919 5012 0,'0'0'16,"0"0"-16,0 0 15,10 9 1,-1 19-16,0 9 16,1 18-16,-1 10 15,1-10 1,-10 0-16,0-18 16,0-18-1,0-10-15,0-9 16,0 0-16,0 0 15</inkml:trace>
  <inkml:trace contextRef="#ctx0" brushRef="#br1" timeOffset="-92972.21">11863 5030 0,'0'0'0,"0"0"16,0 0-1,0-18-15,9-10 16,1 0 0,18-9-16,0 0 15,10-9-15,9 0 16,-10 9 0,1 0-16,-10 19 15,-9 9 1,-10 9-16,-9 0 15,0 0-15</inkml:trace>
  <inkml:trace contextRef="#ctx0" brushRef="#br1" timeOffset="-92792.3">11994 5178 0,'0'0'0,"0"0"15,0 0 1,10-9-16,9-1 16,-1 1-1,11-9-15,-29 18 16</inkml:trace>
  <inkml:trace contextRef="#ctx0" brushRef="#br1" timeOffset="-92568.72">12455 5390 0,'0'0'0,"0"19"16,0 17-1,-9 29-15,-10 64 16,-18 10 0,37-139-16</inkml:trace>
  <inkml:trace contextRef="#ctx0" brushRef="#br1" timeOffset="-91329.16">12587 4661 0,'0'0'0,"0"0"16,0 0-16,0 18 16,0 10-1,10 27-15,-1 19 16,0 9 0,1-9-16,9 9 15,-10-9-15,0-18 16,1-20-1,-1-17-15,-9-10 16,0-9 0</inkml:trace>
  <inkml:trace contextRef="#ctx0" brushRef="#br1" timeOffset="-90989.52">12813 4523 0,'0'0'15,"0"0"-15,0 9 16,0 9-16,9 10 15,1 9 1,-1 18-16,1 19 16,-1 0-1,10-10-15,-10 1 16,1-28 0,-1 0-16,0-9 15,1-10 1,-10-18-16</inkml:trace>
  <inkml:trace contextRef="#ctx0" brushRef="#br1" timeOffset="-90767.52">12634 5021 0,'0'0'16,"0"0"-16,0 0 15,0 0 1,10-9-16,18-10 16,19-8-16,19-1 15,9-18 1,-9 9-16,-10 9 16,-56 28-1</inkml:trace>
  <inkml:trace contextRef="#ctx0" brushRef="#br1" timeOffset="-90556.72">13311 5086 0,'0'0'15,"-9"18"-15,0 19 16,-10 28-1,-9 18-15,-1-10 16,11-17 0,8-19-16,10-37 15</inkml:trace>
  <inkml:trace contextRef="#ctx0" brushRef="#br1" timeOffset="-89939.71">13396 4412 0,'0'0'16,"0"0"-16,0 0 16,0 0-1,0 9-15,-9 28 16,-1 18 0,1 10-16,0 9 15,-1 18-15,1-18 16,-1 0-1,10-19-15,0-9 16,0-18 0,0 0-16,10-19 15,-1 0-15,10-9 16,0 0 0,0-9-16,-10 0 15,0-1 1,-9 1-16,0-9 15,0-1 1,-9 1-16,0-1 16,-1 1-1,1 9-15,-1-1 16,10 1-16,0 0 16,0 9-1,10 0-15,18 0 16,10 18-1,-1 19-15,10 28 16,-9 55-16,-38-120 16</inkml:trace>
  <inkml:trace contextRef="#ctx0" brushRef="#br1" timeOffset="-87339.97">14121 4846 0,'0'0'0,"0"0"16,0 0-16,0 0 15,-10 9 1,1 0-16,-1 9 16,1 10-16,-1 0 15,10 9 1,0 0-16,0 0 16,10 9-1,-1 0-15,-9 9 16,10-18-16,-1 0 15,-9-37 1</inkml:trace>
  <inkml:trace contextRef="#ctx0" brushRef="#br1" timeOffset="-86766.51">14299 4790 0,'0'0'0,"0"0"16,0 0-16,0 0 15,0 0 1,0 0-16,0 0 16,0 0-16,0 0 15,10-9 1,-1 0-16,10-10 16,0 10-1,9-9-15,0 8 16,-9 1-16,0 9 15,0 0 1,-10 9-16,0 19 16,1 18-1,-20 10-15,-8 17 16,-1 1 0,0-9-16,10-10 15,-1-9-15,10-18 16,0-9-1,10-10-15,-1 0 16,19-9 0,10-9-16,28-10 15,9-8 1,38-29-16,28-18 16,-141 74-16</inkml:trace>
  <inkml:trace contextRef="#ctx0" brushRef="#br1" timeOffset="-83756.58">3509 6636 0,'0'0'0,"0"0"16,0 0-16,0 0 16,9-9-1,10-10-15,38-8 16,27-19 0,20-10-16,37-8 15,9-10-15,10-9 16,19-10-1,-10 10-15,1 19 16,18-1 0,19-27-16,9-10 15,-37 38-15,47-19 16,-29 9 0,29-19-16,-28 10 15,-1-9 1,-27 28-16,-20-1 15,1 10 1,-20 8-16,-18 1 16,-9 0-16,-29 9 15,-9 19 1,-19-1-16,-19 10 16,-28 9-1</inkml:trace>
  <inkml:trace contextRef="#ctx0" brushRef="#br1" timeOffset="-81889.56">9153 17296 0,'0'0'15,"0"0"-15,0 0 16,0 0 0,0 0-16,0 0 15,0 0 1,19-9-16,9 0 15,10-10-15,19 1 16,8 0 0,20-10-16,19-9 15,8-9 1,30-10-16,-1 1 16,9-10-1,38-8-15,-28 8 16,38-9-16,-19 0 15,18 0 1,19-9-16,-37 0 16,38 0-16,-48 9 15,19 1 1,-19 8-16,-18 0 16,18-8-1,-37 8-15,-10 10 16,-9 8-1,0 1-15,-10 9 16,-8 0-16,-11 10 16,-9-1-1,1 0-15,-10 19 16,-10 9 0,-56 0-16</inkml:trace>
  <inkml:trace contextRef="#ctx0" brushRef="#br1" timeOffset="-78621.55">348 10614 0,'0'0'0,"0"0"0,0 0 0,0 0 0,0 37 0,0 0 0,0-37 0,19 65 0,-19 27 0,0-92 0,19 129 0,9 0 0,-9-18 0,-19-111 0,19 92 16,9-27-16,-28-10 16,0-36-1,0-19-15,0 0 16</inkml:trace>
  <inkml:trace contextRef="#ctx0" brushRef="#br1" timeOffset="-73306.58">931 11325 0,'0'0'16,"0"0"-16,0 0 15,0 0-15,0 0 16,0 0 0,0 0-16,0 0 15,0 0 1,0 0-16,19 0 15,-9-9-15,27-10 16,-9-9 0,19-18-16,10-9 15,-10 9 1,-28 9-16,9 18 16,-28-8-1,19 8-15,-19 1 16,0 9-16,-19-1 15,19 1 1,-19 0-16,0 0 16,-9-1-1,0 10-15,-29 0 16,10 0-16,0 10 16,0 8-1,19 1-15,9-10 16,-9 0-1,9 0-15,19 0 16,-19-9-16,19 0 16,0 0-1,0 0-15,19-9 16,-19-9 0,19-10-16,9 0 15,-9 1 1,-19-1-16,28-9 15,-28 0-15,0 0 16,0 10 0,0-1-16,-18 0 15,8 0 1,-9 10-16,-18 9 16,8 9-16,-36 9 15,18 9 1,-38 19-16,-9 19 15,-19 27 1,38-9-16,18-10 16,-18 29-1</inkml:trace>
  <inkml:trace contextRef="#ctx0" brushRef="#br1" timeOffset="-71823.66">1929 11002 0,'0'0'15,"0"0"-15,0 0 16,0 9 0,0 19-16,-10 18 15,-9 18-15,-9 29 16,9 8-1,-9-27-15,28-74 16</inkml:trace>
  <inkml:trace contextRef="#ctx0" brushRef="#br1" timeOffset="-71534.99">1627 10263 0,'0'0'16,"0"0"-1,0 10-15,10 17 16,-1 47-16,10 37 15,9 0 1,-18-19-16,9 0 16,-1-27-1,-18-10-15,0-27 16,0-28-16</inkml:trace>
  <inkml:trace contextRef="#ctx0" brushRef="#br1" timeOffset="-71323.69">1515 10439 0,'0'0'0,"0"-9"16,0-1 0,0-17-16,0-20 15,28-36 1,9 0-16,20 0 15,9-9-15,-10 0 16,-56 92 0</inkml:trace>
  <inkml:trace contextRef="#ctx0" brushRef="#br1" timeOffset="-71110.04">1750 10716 0,'0'0'0,"0"0"15,0 0 1,0 0-16,19-10 16,18-27-1,10 1-15,19-11 16,-66 47-1</inkml:trace>
  <inkml:trace contextRef="#ctx0" brushRef="#br1" timeOffset="-70904.09">2248 10568 0,'0'9'0,"0"19"15,0 18-15,0 28 16,0 9 0,-9 18-16,9-8 15,-9-29 1,9-27-16,0-37 16</inkml:trace>
  <inkml:trace contextRef="#ctx0" brushRef="#br1" timeOffset="-70606.54">2201 10070 0,'0'0'0,"0"0"16,0 0 0,0 18-16,19 37 15,0 10-15,9 18 16,0 19 0,1-38-16,-11-8 15,-8-20 1,-1-17-16,-9-19 15</inkml:trace>
  <inkml:trace contextRef="#ctx0" brushRef="#br1" timeOffset="-70355.55">2352 9793 0,'0'0'0,"0"0"15,0 0 1,9 9-16,1 9 16,8 10-1,11 27-15,8 1 16,-8 18-16,8 9 16,-18-37-1,0 9-15,-10-27 16,-9-28-1</inkml:trace>
  <inkml:trace contextRef="#ctx0" brushRef="#br1" timeOffset="-70174.38">2267 10383 0,'0'0'0,"0"0"15,0 0-15,0 0 16,10 0-1,8 0-15,20-18 16,18-19 0,10 0-16,0-9 15,-66 46 1</inkml:trace>
  <inkml:trace contextRef="#ctx0" brushRef="#br1" timeOffset="-70005.58">2766 10143 0,'0'0'15,"0"0"1,9 19-16,1 18 16,-1 27-16,10 29 15,-10 36 1,1 0-16,-1 28 16,-28 0-1,0 64-15</inkml:trace>
  <inkml:trace contextRef="#ctx0" brushRef="#br1" timeOffset="-69272.56">1336 11546 0,'0'0'0,"0"0"15,0 10 1,-19 8-16,0 10 16,-9 18-1,0 18-15,9 19 16,-9 10-1,18 8-15,10-27 16,10 0-16,18-9 16,-9-19-1,-10-19-15,29-8 16,9-19 0,-10 0-16,1-9 15,0-10-15,-19 1 16,-10-1-1,0 1-15,-9 9 16,0-10 0,-9 1-16,0-10 15,-10-9 1,0-9-16,10 9 16,9 0-16,9-9 15,10 9 1,9 9-16,10 10 15,-20 9 1,11 18-16,18 19 16,9 36-16,1 10 15,-1 9 1,-9-9-16,-47-74 16</inkml:trace>
  <inkml:trace contextRef="#ctx0" brushRef="#br1" timeOffset="-68789.2">2709 11574 0,'0'0'0,"0"0"16,0 0-16,0 0 15,0 0 1,0 0-16,0 0 16,0 0-1,0 18-15,0 19 16,10 10-16,-1 17 15,10 19 1,0 0-16,-10-18 16,1-10-1,-1-18-15,-9-37 16</inkml:trace>
  <inkml:trace contextRef="#ctx0" brushRef="#br1" timeOffset="-68339.16">2775 11454 0,'0'0'16,"0"0"-16,0 0 15,0 0 1,0-9-16,10-10 15,8-8-15,1-1 16,0 0 0,9 10-16,0-1 15,1 10 1,-1 9-16,0 9 16,0 10-16,1 18 15,-1 27 1,-9 1-16,-10 9 15,-9 9 1,9-9-16,-9-10 16,0-18-1,10-9-15,-1-18 16,1-1 0,8-18-16,20-9 15,28-19-15,9-18 16,10-9-1,18-28-15,-103 83 16</inkml:trace>
  <inkml:trace contextRef="#ctx0" brushRef="#br1" timeOffset="-45406.21">5974 8214 0,'0'0'0,"0"0"15,9 0-15,1 0 16,8 0-1,11 0-15,8 0 16,10 10 0,10-10-16,9 0 15,9-19 1,0-9-16,19-18 16,0-28-16,19-18 15,-9 0 1,-10-10-16,-10 10 15,-8 9 1,-1 9-16,-9 10 16,-19 27-1,0 0-15,-10 9 16,-37 28-16</inkml:trace>
  <inkml:trace contextRef="#ctx0" brushRef="#br1" timeOffset="-44372.21">3490 9682 0,'0'0'0,"0"0"15,0 0 1,0 0-16,0 0 16,0 0-16,0 0 15,0 0 1,10 0-16,8 9 15,1 0 1,0-9-16,9 10 16,10-10-1,-1 0-15,1-10 16,9-8-16,10-10 16,-1-9-1,29-27-15,-10-10 16,10-18-1,-29 18-15,19-19 16,1-8 0,-1-1-16,-19 10 15,-9 18-15,0 19 16,-9 9 0,-10 18-16,0 0 15,-28 28 1</inkml:trace>
  <inkml:trace contextRef="#ctx0" brushRef="#br1" timeOffset="-40254.08">21712 7679 0,'0'0'0,"0"0"16,0 0-16,0 0 16,0 0-1,0 0-15</inkml:trace>
  <inkml:trace contextRef="#ctx0" brushRef="#br1" timeOffset="-40058.71">21646 7661 0,'0'0'0,"0"0"16,0 0-1,0 0-15,0 0 16,0 0 0,0 0-16,0 0 15</inkml:trace>
  <inkml:trace contextRef="#ctx0" brushRef="#br1" timeOffset="-39329.83">21374 7531 0,'0'0'0,"0"0"16,0 0-16,0 0 16,0 0-1,0 10-15,-10-1 16,1 9-16,-1 10 15,10 18 1,0 37-16,10 28 16,-1 18-1,10 10-15,0 18 16,9-1 0,-9 1-16,0-27 15,0-38-15,-1-28 16,-8-27-1,-10-27-15,0-10 16,0 0 0</inkml:trace>
  <inkml:trace contextRef="#ctx0" brushRef="#br1" timeOffset="-38521.99">21185 7476 0,'0'0'0,"0"0"15,0 0-15,19 0 16,28 0-16,57-9 15,65-19 1,19-9-16,47-9 16,1 0-1,-1 0-15,-28-10 16,28-8 0,-28 8-16,0 1 15,-38 18-15,-28 9 16,-18 10-1,-20 9-15,-28 9 16,-18 9 0,-10 9-16,0 10 15,-9 9 1,-1 28-16,-18 8 16,0 47-16,-10 0 15,-9 10 1,-9-10-16,-1 9 15,1-18 1,0-19-16,-10 0 16,9-27-16,1-10 15,0 1 1,-1-20-16,1 1 16,-1-9-1,1 0-15,0-1 16,-10 1-16,-10 0 15,-18 0 1,-18-1-16,-39 1 16,-46 9-1,-10 0-15,-38 0 16,-28 0 0,-9 9-16,19 0 15,18 0-15,10-9 16,38 0-1,-1 0-15,38-10 16,10-8 0,37-10-16,9-9 15,20-9 1,9-10-16,28 19 16</inkml:trace>
  <inkml:trace contextRef="#ctx0" brushRef="#br1" timeOffset="-38222.59">21684 7928 0,'0'0'16,"0"0"-16,0 0 15,0 0 1,0 0-16,0 19 16,0 8-1,0 20-15,9 8 16,-9 10 0,0 8-16,0 1 15,0-18-15,0-19 16,0-19-1,0-18-15</inkml:trace>
  <inkml:trace contextRef="#ctx0" brushRef="#br1" timeOffset="-37888.94">21439 7928 0,'0'0'0,"10"-9"16,9 0 0,9-10-16,28 1 15,20 9 1,-1 9-16,10 9 16,-10 9-16,-9 10 15,-19 9 1,-10 0-16,-8 9 15,-20 19 1,-18 18-16,-20 18 16,-27-8-1,-1-10-15,-8-10 16,-1-8 0,0-10-16,66-55 15</inkml:trace>
  <inkml:trace contextRef="#ctx0" brushRef="#br1" timeOffset="-37619.13">22521 8381 0,'0'0'15,"0"9"1,0 9-16,-9 19 16,0 9-16,-10 28 15,-10 18 1,1-9-16,0-9 16,19-28-1,-1-18-15,10-28 16</inkml:trace>
  <inkml:trace contextRef="#ctx0" brushRef="#br1" timeOffset="-36870.62">23387 7799 0,'0'0'16,"0"0"-16,0 0 15,0-9 1,0 0-16,0-10 15,0 1-15,0-10 16,-10-9 0,-8 0-16,-11-9 15,1 18 1,-19-9-16,0 19 16,-9 9-16,-1 9 15,10 9 1,10 9-16,8 1 15,10 9 1,10-1-16,0 10 16,9 0-1,9 0-15,10 0 16,19 9-16,-1 0 16,1 0-1,9 1-15,-10-11 16,1 11-1,0-11-15,-10 1 16,0-9 0,-9 0-16,-10-1 15,1 1-15,-10 0 16,-10 0 0,-8-1-16,-1-8 15,-9 8 1,-1-8-16,-8-10 15,-1-9-15,0-9 16,10 0 0,0-10-16,9-9 15,19-27 1,19-46-16,28-29 16,19-8-1,9 9-15,-75 129 16</inkml:trace>
  <inkml:trace contextRef="#ctx0" brushRef="#br1" timeOffset="-34216.86">26181 6959 0,'0'0'0,"0"0"15,0 0-15,0 0 16,0 0 0,0 0-16,0 0 15,0 0-15,0 0 16,0 19 0,0 8-16,0 19 15,0 10 1,0 18-16,9 18 15,-9 37-15,10-18 16,-1 0 0,0 9-16,1-10 15,-10-17 1,0-10-16,9-9 16,-9-19-1,0-18-15,0-9 16,0-19-1,0-9-15,0 0 16</inkml:trace>
  <inkml:trace contextRef="#ctx0" brushRef="#br1" timeOffset="-33321.21">26087 7088 0,'0'0'0,"0"0"16,0 0 0,0 0-16,9 0 15,29-9 1,18-9-16,29-10 15,18 0 1,20-9-16,-1-9 16,-9 0-16,28 9 15,0-9 1,-9 0-16,-1 9 16,20-9-1,-29 18-15,10 10 16,0 8-16,-19 1 15,-10 9 1,-9 0-16,-19 0 16,1 9-1,-10 1-15,-10-10 16,-9 9-16,-9 0 16,-1 0-1,-9 1-15,1 8 16,-10 0-1,-1 1-15,1-1 16,0 10 0,0 9-16,0 9 15,-1 10-15,1 17 16,9 10 0,-9-9-16,9 9 15,1 0 1,-1 10-16,-9-10 15,0-9-15,-10-10 16,0 1 0,1-1-16,-10-8 15,0-1 1,0-9-16,0-9 16,0 0-1,-10 0-15,1-9 16,0-1-16,-1-8 15,-9-1 1,1 1-16,-11-1 16,-8 1-1,-20-1-15,-27 10 16,-20-10 0,-28 10-16,1 0 15,-20-1-15,1-8 16,18-1-1,-28 10-15,0-9 16,-66 8 0</inkml:trace>
  <inkml:trace contextRef="#ctx0" brushRef="#br1" timeOffset="-31068.63">22860 7005 0,'0'0'15,"0"-9"-15,0-9 16,0-19-16,0-9 16,28-47-1,0-8-15,19-28 16,1 9-1,8-19-15,-18 19 16,-1-9 0,10-19-16,-19 28 15,1-9-15,-1 9 16,-9-9 0,0 37-16,-10-1 15,0 29 1,1 17-16,-1 11 15,10-1 1,-10 18-16,1 10 16,-10 9-16</inkml:trace>
  <inkml:trace contextRef="#ctx0" brushRef="#br1" timeOffset="-30368.65">26623 6673 0,'0'0'0,"0"0"15,0 0 1,0 0-16,0 0 16,0 0-16,0-9 15,-9-10 1,-20-18-16,-18-18 15,-9-10 1,-10-27-16,-9 0 16,-10-10-16,10 10 15,-10-9 1,0-1-16,1-9 16,-1 10-1,0-1-15,-9-18 16,19 9-1,9 19-15,0 0 16,1 9-16,-1 9 16,9 9-1,10 19-15,10 0 16,8 18 0,11 10-16,-1-1 15,9 10-15,10 9 16</inkml:trace>
  <inkml:trace contextRef="#ctx0" brushRef="#br1" timeOffset="-28838.27">23340 3803 0,'0'0'0,"0"0"16,-10 0 0,1 0-16,0 0 15,-1 0-15,-18 0 16,0 0 0,-10 0-16,-9 9 15,-9 9 1,9 1-16,-10 18 15,10 0 1,9 9-16,10 9 16,9 1-16,10-1 15,0 9 1,18 1-16,10-10 16,18-8-1,10-10-15,10-10 16,9-8-16,18-19 15,-84 0 1</inkml:trace>
  <inkml:trace contextRef="#ctx0" brushRef="#br1" timeOffset="-28589.26">23773 4199 0,'0'0'16,"0"0"-16,0 10 15,-10 17-15,-9 29 16,-9 18 0,0 9-16,0-9 15,-1-10 1,20-27-16,0-18 15,9-19 1</inkml:trace>
  <inkml:trace contextRef="#ctx0" brushRef="#br1" timeOffset="-28350.08">23961 3803 0,'0'0'16,"0"0"-16,0 0 16,9 18-1,0 19-15,1 28 16,-1 27-16,-9-27 16,0-1-1,0 1-15,0-28 16,0-19-1,0-18-15</inkml:trace>
  <inkml:trace contextRef="#ctx0" brushRef="#br1" timeOffset="-28052.05">23782 3830 0,'0'0'15,"9"-9"1,10 0-16,19-10 16,-1 10-16,10 0 15,-9 18 1,0 0-16,-1 19 16,-8 9-1,-1 9-15,-9 19 16,-10 9-16,-18 9 15,-10 18 1,-9-9-16,-1-27 16,1-10-1,28-55-15</inkml:trace>
  <inkml:trace contextRef="#ctx0" brushRef="#br1" timeOffset="-27778.4">24290 4227 0,'0'0'0,"0"0"16,0 0 0,0 19-16,0 18 15,0 9 1,-9 18-16,-1 10 15,10-18 1,0-10-16,0-9 16,10-19-16,-1-9 15,0-9 1,1 0-16,-10 0 16</inkml:trace>
  <inkml:trace contextRef="#ctx0" brushRef="#br1" timeOffset="-27382.49">24666 3655 0,'0'0'0,"0"0"15,0 0-15,0 0 16,0 0-1,0 9-15,0 19 16,-9 9 0,9 9-16,-10 19 15,1-1-15,9-8 16,0 8 0,0-27-16,9 0 15,1-9 1,-1-1-16,10 1 15,19-10 1,-1-8-16,10-1 16,0-9-16,-9-9 15,-10-1 1,0-8-16,1 0 16,-11-1-16,-18 19 15</inkml:trace>
  <inkml:trace contextRef="#ctx0" brushRef="#br1" timeOffset="-27224.49">24741 3913 0,'0'0'0,"0"0"16,0 0-1,0 0-15,10-9 16,-1-9-1,-9 18-15</inkml:trace>
  <inkml:trace contextRef="#ctx0" brushRef="#br1" timeOffset="-27071.49">24629 3692 0,'0'0'16,"0"0"-16,0 0 15,0 0 1,0 0-16,18-9 15,29-10-15,19-9 16,-66 28 0</inkml:trace>
  <inkml:trace contextRef="#ctx0" brushRef="#br1" timeOffset="-25770.34">26510 3443 0,'0'0'16,"0"0"-16,0 0 16,0 0-1,0 0-15,0 0 16,0 0 0,0 9-16,9 9 15,1 19 1,-1 9-16,1 10 15,-1 18-15,-9-1 16,0 20 0,0-10-16,0-19 15,0-17 1,10-10-16,-10-10 16,0-27-16</inkml:trace>
  <inkml:trace contextRef="#ctx0" brushRef="#br1" timeOffset="-25187.79">27018 3480 0,'0'0'16,"0"0"-16,0 0 15,0 0-15,0 0 16,0 0-1,0 0-15,0 0 16,0 0 0,0 0-16,0 0 15,9 0 1,10 0-16,10-10 16,8 1-16,10-9 15,10-1 1,-20 10-16,1 0 15,0 0 1,-10-1-16,-9 10 16,-10 0-1,0 0-15,-9 0 16,0 10-16,0 8 16,-9 19-1,0 18-15,-10 10 16,0 9-16,-9 36 15,-1-8 1,1-10-16,0-9 16,28-83-1</inkml:trace>
  <inkml:trace contextRef="#ctx0" brushRef="#br1" timeOffset="-24655.87">22286 3581 0,'0'0'0,"0"0"15,-9 0 1,9 0-16,0 0 16,0 0-1,0 19-15,0 17 16,9 29-16,1 64 16,8 10-1,-8 27-15,-1 46 16,1-9-1,-1 19-15,-9-38 16,9 1 0,-9-37-16,10-56 15,-10-37-15,0-36 16,0-19 0</inkml:trace>
  <inkml:trace contextRef="#ctx0" brushRef="#br1" timeOffset="-23668.29">21966 3950 0,'0'-9'0,"-9"-9"15,9-10 1,0 0-16,19 1 15,37-29 1,48 1-16,46-1 16,67-17-1,27 8-15,48-18 16,28 9 0,28-9-16,9 0 15,10 0-15,47 0 16,-38 18-1,-9-9-15,9 19 16,-37 18 0,0-9-16,-38 18 15,-38 19-15,1 0 16,-67 9 0,-27 18-16,-39 10 15,-37 0 1,-18 9-16,-11 18 15,-8 9-15,-10 38 16,-19-10 0,-18 19-16,-10 28 15,-10 8 1,1-18-16,-1 1 16,1-1-1,-1-18-15,10-10 16,0-18-16,0 0 15,-9-9 1,0-19-16,-10 10 16,9-19-1,-18 0-15,0-9 16,-10 0 0,-27 0-16,-11 0 15,-8-9-15,-20-1 16,-28-8-1,-28-1-15,1 1 16,-30-1 0,20 1-16,-66-1 15,28 1-15,-28 8 16,9 1 0,0-10-16,0 1 15,-9-1 1,9 1-16,-46 9 15,36-10 1,-36 0-16,36 10 16,-18 0-16,10 0 15,9-1 1,9 10-16,0 0 16,38-9-1,0 9-15,28-10 16,28 1-16,10-10 15,18 1 1,29-10-16,19 0 16,-1 1-1,10 8-15,47-18 16</inkml:trace>
  <inkml:trace contextRef="#ctx0" brushRef="#br1" timeOffset="-21927.26">6416 8214 0,'0'0'0,"9"-9"15,19-9-15,10-10 16,37-18 0,29-19-16,9 1 15,9 8 1,19-18-16,28-9 16,-9 19-1,47-19-15,-28 9 16,37-9-16,-18 9 15,9-9 1,9 0-16,10 0 16,9-10-1,-28 1-15,0 18 16,-9 0-16,-1 1 16,-46 8-1,-19 10-15,-1 9 16,-27 9-1,-29 9-15,-28 19 16,-9-1 0,-10 1-16,-19 9 15,-9 0-15</inkml:trace>
  <inkml:trace contextRef="#ctx0" brushRef="#br1" timeOffset="-20838.65">3885 9663 0,'0'0'16,"0"0"-16,0 0 16,0 0-1,0 0-15,19-9 16,9 0-1,19 0-15,19 0 16,0-10 0,28 1-16,19-1 15,0 10-15,19-10 16,-1 1 0,20 0-16,-1-10 15,10 0 1,10 0-16,-1-8 15,10-1-15,9-10 16,-19 1 0,0 0-16,-18 0 15,0 9 1,-1-9-16,-37 9 16,-10 0-1,-18 9-15,-10-8 16,1 17-16,-20 10 15,-56 9 1</inkml:trace>
  <inkml:trace contextRef="#ctx0" brushRef="#br1" timeOffset="-18837.05">706 8888 0,'0'0'16,"0"0"-1,0 0-15,0 9 16,-29 10-16,11-1 16,-1 10-1,0 0-15,9-1 16,-27 10-1,-10 65-15,0-28 16,19-1 0,9 11-16,19-20 15,0-8-15,0-20 16,19 20 0,9-19-16,19 0 15,-10-28 1,10-9-16,1-9 15,-1-19-15,-47 28 16</inkml:trace>
  <inkml:trace contextRef="#ctx0" brushRef="#br1" timeOffset="-18571.07">1110 9451 0,'0'0'0,"0"9"16,-19 19-16,10 18 16,-1 28-1,1 18-15,9-18 16,0 28-1,0-28-15,0-10 16,0-18 0,0-46-16</inkml:trace>
  <inkml:trace contextRef="#ctx0" brushRef="#br1" timeOffset="-18255.29">1204 8907 0,'0'0'16,"0"0"-1,0 0-15,0 0 16,0 0-16,0 18 15,19 19 1,-19 9-16,19 28 16,-10-9-1,10-1-15,0-8 16,-19-20-16,9-17 16,-9-19-1</inkml:trace>
  <inkml:trace contextRef="#ctx0" brushRef="#br1" timeOffset="-17922.22">1063 8944 0,'0'0'0,"9"-28"16,29-18-1,0 0-15,18-1 16,29 1 0,-19 0-16,-10 28 15,1 18 1,-10 0-16,-29 18 16,11 19-16,-11 28 15,-18 27 1,-18 19-16,-20 18 15,-18 0 1,-1-37-16,10-27 16,19-10-16,-19 1 15,47-56 1</inkml:trace>
  <inkml:trace contextRef="#ctx0" brushRef="#br1" timeOffset="-17615.67">1919 8814 0,'0'0'0,"0"0"16,0 0 0,0 10-16,0 8 15,0 19-15,-19 37 16,-9 46 0,9 0-16,0-10 15,1-26 1,18-84-16</inkml:trace>
  <inkml:trace contextRef="#ctx0" brushRef="#br1" timeOffset="-17171.7">1778 8261 0,'0'0'16,"0"0"0,0 0-16,0 9 15,0 28-15,0 18 16,9 19-1,10 9-15,-19-9 16,10 18 0,8-27-16,1-1 15,0-27 1,0-9-16,9 0 16,-18-10-16,18 1 15,0-10 1,0-9-16,10-9 15,-10-1 1,0-8-16,10-10 16,-29-9-16,-9 37 15</inkml:trace>
  <inkml:trace contextRef="#ctx0" brushRef="#br1" timeOffset="-16986.21">1891 8722 0,'0'0'15,"0"0"-15,0 0 16,0 0 0,0 0-16,0 0 15,-10-9-15,1 0 16,9 9-1</inkml:trace>
  <inkml:trace contextRef="#ctx0" brushRef="#br1" timeOffset="-16822.03">1468 8639 0,'0'0'0,"0"0"16,0 0-16,9-19 15,29-17 1,27-29-16,30-18 15,17 0 1,1 9-16,-113 74 16</inkml:trace>
  <inkml:trace contextRef="#ctx0" brushRef="#br1" timeOffset="-16334.36">3039 8611 0,'0'0'0,"0"0"16,0 0-16,-10 9 16,1 19-16,-10 9 15,-9 37 1,-10 46-16,-9 28 15,9-19 1,38-129-16</inkml:trace>
  <inkml:trace contextRef="#ctx0" brushRef="#br1" timeOffset="-16004.86">2935 7956 0,'0'0'15,"0"0"1,0 0-16,10 18 15,-1 29-15,10 26 16,0 38 0,-1 0-16,1 9 15,-9-19 1,-1-18-16,0-18 16,-9-19-1,0-46-15</inkml:trace>
  <inkml:trace contextRef="#ctx0" brushRef="#br1" timeOffset="-15654.03">3086 7901 0,'0'0'0,"0"0"15,0 0-15,9-10 16,0-8-16,20-1 16,8 1-1,10-10-15,10-9 16,-10 10 0,-10-1-16,-8 10 15,-11-1-15,1 10 16,-9 0-1,-1 9-15,10 9 16,9 28 0,10 46-16,37 101 15,19 112 1,10 45-16,-39-128 16</inkml:trace>
  <inkml:trace contextRef="#ctx0" brushRef="#br1" timeOffset="-2338.52">12832 5870 0</inkml:trace>
  <inkml:trace contextRef="#ctx0" brushRef="#br1" timeOffset="817.05">3161 5030 0,'0'0'0,"0"0"16,0 0-16,0 0 16,0 0-1,0 0-15,0 0 16,9 0-16,1 0 16,9 9-1,9 1-15,0-1 16,10 0-1,18-9-15,38-18 16,10-19 0,18-37-16,0 0 15,19-28-15,-18 1 16,-20-1 0,-18 19-16,-1 10 15,-18 8 1,-9 19-16,-20 18 15,-18 10 1,0 8-16,0 1 16,-10 9-16,-9 0 15</inkml:trace>
  <inkml:trace contextRef="#ctx0" brushRef="#br1" timeOffset="1837.85">17940 4606 0</inkml:trace>
  <inkml:trace contextRef="#ctx0" brushRef="#br1" timeOffset="2897.78">17338 4458 0,'0'0'0,"0"0"16,0 0-1,0 0-15,0 0 16,0 0 0,0 0-16,0 9 15,-10 10-15,1 8 16,-10 19 0,-9 28-16,-10 28 15,10-1 1,0 1-16,0-10 15,-1-9 1,11-18-16,-1-19 16,0-18-1,0-10-15,0-9 16,1-9-16,-1-9 16,0-9-1,0-10-15,0-9 16,10-9-1,9-28-15,9 0 16,10 0-16,19-9 16,9 0-1,0 9-15,0 10 16,0 18 0,-9 18-16,-1 10 15,1 8-15,-1 10 16,1 19-1,0 8-15,9 20 16,-10 8 0,-8 10-16,-1 18 15,-9-10 1,-10 1-16,0-9 16,-9-19-16,0 0 15,0-18 1,0-10-16,0-18 15</inkml:trace>
  <inkml:trace contextRef="#ctx0" brushRef="#br1" timeOffset="3129.36">16886 5104 0,'0'0'0,"0"0"15,0 0 1,10 0-16,27-9 16,29-10-1,28 1-15,10-1 16,-10 1-16,-10-1 16,-18 1-1,-66 18 1</inkml:trace>
  <inkml:trace contextRef="#ctx0" brushRef="#br1" timeOffset="3345.67">17987 5279 0,'0'10'16,"-9"17"-16,-10 29 15,-19 36-15,0 9 16,1 10 0,-1-18-16,19-47 15,10-19 1,9-27-16</inkml:trace>
  <inkml:trace contextRef="#ctx0" brushRef="#br1" timeOffset="3662.28">18429 4559 0,'0'0'0,"0"0"16,0 0-1,0 10-15,-9 8 16,-10 28 0,0 28-16,-9 18 15,9 19 1,0-19-16,10 1 16,-1-19-16,10-28 15,0-9 1,10-19-16,-1-18 15,-9 0 1</inkml:trace>
  <inkml:trace contextRef="#ctx0" brushRef="#br1" timeOffset="4077.75">18834 4439 0,'0'0'0,"0"0"15,0 0 1,0 10-16,-10 17 16,-9 29-1,-9 18-15,0 18 16,0 19 0,9-10-16,10-27 15,-1 0-15,10-10 16,10-17-1,8-10-15,1-19 16,19 0 0,18-8-16,1-20 15,-1 1-15,-18-9 16,-10-1 0,-19 1-16,-9 9 15,-9-10 1,-29-9-16,-28 1 15,-28 18 1,-28 9-16,9 18 16,10 10-16,-1 9 15,104-37 1</inkml:trace>
  <inkml:trace contextRef="#ctx0" brushRef="#br1" timeOffset="4495.01">16472 4347 0,'0'0'16,"0"0"-16,0 0 15,0 0-15,0 28 16,0 27 0,10 28-16,-1 28 15,10 37 1,0 9-16,-10 9 15,1-9 1,-1-19-16,10-9 16,-10-9-16,1-46 15,-1-18 1,0-29-16,-9-27 16,0 0-1,0 0-15</inkml:trace>
  <inkml:trace contextRef="#ctx0" brushRef="#br1" timeOffset="5281.08">16463 4559 0,'0'0'16,"9"-9"-1,10-9-15,28-10 16,38 0 0,28-18-16,47 0 15,28 0-15,-9 0 16,46 0 0,-27-1-16,-10 11 15,-9-1 1,-10 9-16,0 0 15,-18 1 1,-10 17-16,-9 10 16,0 10-16,-48-1 15,1 9 1,-10 10-16,-9 9 16,0 9-16,-10 9 15,1 28 1,-20 1-16,1 8 15,-19 0 1,-10 10-16,1 8 16,-10-8-1,0-10-15,0-18 16,0 0 0,0 0-16,0-19 15,9-9-15,-9-9 16,0-9-1,-9 9-15,-1-10 16,-9 1 0,1 0-16,-20 0 15,-9-1-15,-19 10 16,-19-9 0,-18 0-16,-29-1 15,0 1 1,-37 0-16,-10-1 15,1 1-15,-39 0 16,48-10 0,-38 1-16,28-1 15,10 1 1,-19-10-16,56-9 16,-9 0-1,9 9-15,19-9 16,19 9-16,-9 10 15,103-19 1</inkml:trace>
  <inkml:trace contextRef="#ctx0" brushRef="#br1" timeOffset="7412.14">14384 4633 0,'0'0'0,"0"0"15,0 0-15,0 0 16,0 0-1,0 0-15,0 0 16,0 0-16,0 0 16,0-9-1,9-9-15,10-29 16,28-36 0,10-9-16,-1 0 15,1-19 1,-1 0-16,0 10 15,10-19 1,-19 46-16,0-9 16,0 9-16,-9 9 15,-10 10 1,-9 18-16,0 0 16,0 0-1,-1 0-15,1 0 16,10 1-16,8 8 15,-37 28 1</inkml:trace>
  <inkml:trace contextRef="#ctx0" brushRef="#br1" timeOffset="7997.3">17234 4486 0,'0'0'16,"0"0"-16,0 0 15,0 0 1,0-10-16,0 1 16,0 0-1,-9-10-15,-10-8 16,-9-10-16,-10 0 15,-9-9 1,-9-10-16,-10-8 16,0-1-1,-9 1-15,-10-1 16,1 10-16,-11-10 16,20 19-1,-19-19-15,-9-9 16,9 1-1,9 8-15,0 0 16,10 10 0,0-10-16,-1-8 15,20 8-15,9 10 16,0-1 0,19 10-16,9 9 15,19 37 1</inkml:trace>
  <inkml:trace contextRef="#ctx0" brushRef="#br1" timeOffset="9195.34">14798 1781 0,'0'0'0,"0"0"16,0 0-16,0 0 16,-10 19-1,1 18-15,9 37 16,0 18-16,0 65 15,0-28 1,0 37-16,0 19 16,9-56-1,1-18-15,-1-1 16,-9-36-16,0-28 16,0-27-1,0-10-15,0-9 16,0 0-1,-9-18-15,-10-38 16,0-36-16,0-19 16,19 111-1</inkml:trace>
  <inkml:trace contextRef="#ctx0" brushRef="#br1" timeOffset="9929.94">14629 1606 0,'0'0'0,"9"-18"15,29-19 1,56-10-16,56-26 16,48 17-16,27-8 15,29 8 1,-18 1-16,8 18 15,-37 9 1,0 1-16,-37 8 16,-29 10-1,-19 9-15,-28 0 16,-19 9 0,-18 10-16,-1 8 15,-18 10-15,-1 19 16,10 27-1,-18-10-15,8 20 16,-8-10 0,-1 18-16,0 1 15,0-19-15,-9 0 16,0-18 0,0-1-16,-10-8 15,-9-1 1,0 0-16,0-18 15,-9 0 1,-1-9-16,-9 0 16,1-1-16,-1 1 15,-19 18 1,1 0-16,-11 0 16,-27 10-1,-19-10-15,-9 0 16,-10 9-16,-19-8 15,-18-1 1,-10 0-16,-10 0 16,10 0-1,-9 0-15,9 0 16,10 1-16,-1-1 16,19-19-1,10 10-15,28-18 16,9-1-1,1 10-15,8 0 16,1 9 0,75-37-16</inkml:trace>
  <inkml:trace contextRef="#ctx0" brushRef="#br1" timeOffset="11030.67">15212 2104 0,'0'0'0,"0"0"16,0-9-16,0-9 16,0-1-1,0-8-15,9 8 16,10-18-16,9-9 16,10 18-1,18-27-15,1 18 16,-10 19-1,9-1-15,-18 19 16,-10 0 0,-9 9-16,0 19 15,-10 18-15,-18 19 16,-10 36 0,-19 10-16,1-19 15,-1-18 1,0 0-16,20-28 15,8-9 1,1-18-16,9-10 16,0-9-16,9 0 15,10 0 1,19-9-16,27-1 16,20-17-1,0-20-15,-10 11 16,0-11-16,-9 1 15,-66 46 1</inkml:trace>
  <inkml:trace contextRef="#ctx0" brushRef="#br1" timeOffset="11711.97">16463 1634 0,'0'0'16,"-9"-19"-16,-1 1 15,1 9 1,-1-10-16,-8 10 15,-11 0-15,1-1 16,-10 10 0,-18 0-16,0 10 15,9-1 1,9 0-16,10 0 16,-1 10-1,11-1-15,8 1 16,1 8-16,9 10 15,9-9 1,19 9-16,19 0 16,10 18-1,9-18-15,-10 0 16,10 0-16,-19-9 16,0-1-1,-19 1-15,-9 0 16,0-1-1,-10 20-15,-9-11 16,-9 1 0,-10 0-16,0-9 15,-9-10-15,0 1 16,0-10 0,-10-9-16,0-18 15,1-10 1,9-9-16,9-18 15,9-28 1,48-56-16,37-9 16,57-36-16,56-10 15,-28 28 1</inkml:trace>
  <inkml:trace contextRef="#ctx0" brushRef="#br1" timeOffset="17495.8">2992 5307 0,'0'0'0,"0"0"0,0 0 16,0 0 0,0 0-16,0 0 15,0 0 1,9 0-16,19-9 16,10 0-16,37-10 15,19-9 1,19-8-16,28-20 15,10 1 1,9-1-16,18-8 16,-8-1-1,18 1-15,19-10 16,-19 18-16,19-8 16,-19 8-1,38-27-15,-38 9 16,10-9-1,-39 28-15,11-19 16,-20 10-16,-37 17 16,-9 1-1,-20 9-15,-8 19 16,-20-1 0,-18 19-16,-38 0 15</inkml:trace>
  <inkml:trace contextRef="#ctx0" brushRef="#br1" timeOffset="21611.3">3340 10005 0,'0'0'0,"-19"-9"16,-28-10-16,-19 1 15,-28 18 1,-19 9-16,-38 28 15,-18 18 1,-47 47-16,-29 18 16,-9 18-1,-9 19-15,-29 0 16,57-18-16,9-10 16,10-19-1</inkml:trace>
  <inkml:trace contextRef="#ctx0" brushRef="#br1" timeOffset="22128.85">3330 11149 0,'0'0'16,"-9"-9"-16,-19-9 16,-29-1-1,-18 28-15,-38 10 16,-38 27-1,-46 46-15,-38 38 16,0 8-16,9 1 16,0 8-1,47-27-15,-9 9 16,66-27 0,9-10-16,9-18 15,104-74-15</inkml:trace>
  <inkml:trace contextRef="#ctx0" brushRef="#br1" timeOffset="24395.1">2051 13540 0,'0'0'15,"0"0"1,0 0-16,-10-19 16,1-8-16,9-10 15,0-9 1,9-19-16,1 0 15,-1 10 1,19-10-16,1 10 16,8 0-16,-8 27 15,-1 10 1,-9 8-16,-1 20 16,1 26-1,-9 38-15,-1 56 16,-9 8-1,-9 47-15,-1-56 16,1-28-16,9 1 16,0-28-1,0-19-15,9-18 16,1-9 0,-1-19-16,10-9 15,9-9 1,10-10-16,18-18 15,10-27-15,-10-10 16,10-18 0,-19-1-16,0-8 15,10-19 1,-1-9-16,1-1 16,-1-8-16,-9-10 15,-19 47 1,-9 27-16,-9 9 15,-10 19 1,-10 9-16,1 9 16,-1 10-1,-8 9-15,-11 18 16,-18 9-16,-9 19 16,-1 19-1,1 18-15,18-10 16,10-8-1,19-1-15,9-9 16,9-9-16,10 9 16,9-9-1,19 0-15,0 0 16,0 0 0,10 9-16,-10 0 15,-10 0 1,-8 0-16,-11 10 15,-18-1-15,0 1 16,-18-1 0,-1-9-16,0-9 15,0-19 1,0-18-16,-9-18 16,0-47-16,0-147 15,37-56 1,-9 38-16</inkml:trace>
  <inkml:trace contextRef="#ctx0" brushRef="#br1" timeOffset="26620.88">1016 14731 0,'0'0'16,"0"0"-16,0 0 15,0 0 1,0 0-16,0 0 16,0 0-1,0 0-15</inkml:trace>
  <inkml:trace contextRef="#ctx0" brushRef="#br1" timeOffset="26804.8">1825 14103 0,'0'0'0,"0"9"15,0 0-15,0 10 16,-9 9-1,-1-1-15,-9 10 16,-9 0 0,28-37-16</inkml:trace>
  <inkml:trace contextRef="#ctx0" brushRef="#br1" timeOffset="26993.5">1044 14795 0,'0'0'0,"0"9"16,-28 1-16,9 8 15,-18 1 1,27-1-16,-9-9 16,-9 0-1,28-9-15</inkml:trace>
  <inkml:trace contextRef="#ctx0" brushRef="#br1" timeOffset="27173.01">386 15081 0,'0'0'0,"-19"19"0,19-1 0,0-9 0,0-9 0,0 0 0,0 0 0,28-9 0,-28 9 0,0 0 0,0 0 0,57-9 0,-57 9 0,0 0 0,94-28 0,-94 28 0</inkml:trace>
  <inkml:trace contextRef="#ctx0" brushRef="#br1" timeOffset="27245.42">818 14777 0,'0'0'16,"19"-10"-16,-19 10 15</inkml:trace>
  <inkml:trace contextRef="#ctx0" brushRef="#br1" timeOffset="38576.21">23979 554 0,'0'0'0,"0"0"16,0 0-1,0 0-15,0 0 16,0 0-16,0 0 16,0 0-1,0 0-15,0 0 16,10 18-1,-1 10-15,1 0 16,-1-10-16,10 28 16,0 19-1,-10 27 1,1 10-16,-10-10 16,0 28-16,0-9 15,0-19 1,-10-18-16,10-19 15,-9-27-15,9-19 16,0-9 0,0 0-16,-19-28 15,19 28 1</inkml:trace>
  <inkml:trace contextRef="#ctx0" brushRef="#br1" timeOffset="39679.28">23857 508 0,'0'0'16,"10"-28"-16,18 0 16,19-18-1,28 18-15,29-9 16,27 10-1,10-1-15,-9 0 16,28-8-16,19 26 16,0-17-1,9-10-15,19 9 16,9 19 0,-9-10-16,9-8 15,-9 8 1,10 19-16,-29-9 15,9-10-15,1 19 16,-1-18 0,1 18-16,-19 0 15,-10 0 1,-9 0-16,-28 0 16,-10 0-1,0 0-15,-18 18 16,-38-18-16,-10 0 15,-9 0 1,0 28-16,-9-28 16,-1 19-1,-18 8-15,9 1 16,1-10-16,-1 29 16,0 8-1,-9 19-15,9 18 16,-9-18-1,0 9-15,-10-9 16,1-37 0,-1 37-16,0-1 15,-9 1-15,0 0 16,0-9 0,0-1-16,0-8 15,-9 8 1,9-8-16,-9-10 15,-1-9-15,1 0 16,-1 0 0,1-19-16,0 1 15,-1-1 1,-9 0-16,-18 1 16,-1-10-1,-18 10-15,-10-10 16,-28 9-16,-19-18 15,0 10 1,-9-10-16,-10-10 16,-28 1-1,0 9-15,-9-9 16,-1-10-16,1 19 16,-28-9-1,27 0-15,-46 9 16,28-9-1,-29 9-15,29 0 16,-28-10 0,28 10-16,-10 0 15,-9 0-15,28 0 16,-9-9 0,19 9-16,0 0 15,-1 9 1,20-9-16,-10 19 15,-19 9-15,-9 18 16,-38 18 0</inkml:trace>
  <inkml:trace contextRef="#ctx0" brushRef="#br1" timeOffset="43607.67">24760 1034 0,'0'0'16,"0"0"-16,0 0 16,0 9-16,10 0 15,18 10 1,28-1-16,1-18 16,-57 0-1</inkml:trace>
  <inkml:trace contextRef="#ctx0" brushRef="#br1" timeOffset="43772.07">25513 803 0,'0'0'16,"0"0"0,9 0-16,20 18 15,8-8-15,1 27 16,-38-37-1</inkml:trace>
  <inkml:trace contextRef="#ctx0" brushRef="#br1" timeOffset="43922.06">26040 821 0,'0'0'16,"0"0"-16,0 0 15,19 10 1,9 8-16,-28-18 16</inkml:trace>
  <inkml:trace contextRef="#ctx0" brushRef="#br1" timeOffset="48281.88">27131 572 0,'0'0'0,"9"-18"0,20-47 16,-11 28 0,1-9-16,0 28 15,-10 8-15,-9 10 16,0 0-1,0 0-15,0 0 16,0 0 0,-9 10-16,-10 36 15,0-19 1,-9 20-16,-9-1 16,8 9-16,20-27 15,-10 18 1,0 0-16,10 0 15,9 0 1,19 1-16,18-1 16,10 0-16,29-9 15,8-19 1,10-9-16,10-18 16,-19-9-1,-20-10-15,-18 0 16,-18-8-1,-11-1-15,-18 37 16</inkml:trace>
  <inkml:trace contextRef="#ctx0" brushRef="#br1" timeOffset="48531.1">27460 655 0,'0'0'16,"-9"0"0,-10 0-16,0 0 15,0 0-15,10 0 16,0 19-1,-1-19-15,1 18 16,9 10 0,-10 0-16,10 27 15,0 10-15,0 8 16,0 1 0,0-9-16,10-1 15,-1 1 1,1-19-16,-1-9 15,-9-37 1</inkml:trace>
  <inkml:trace contextRef="#ctx0" brushRef="#br1" timeOffset="49113.65">28147 535 0,'0'0'15,"0"0"-15,0 0 16,0 0 0,0 0-16,9 0 15,-9 0-15,10 19 16,-1-10 0,-9-9-16,0 18 15,0-18 1,-9 19-16,-1-10 15,1 10 1,9-19-16,0 9 16,0 9-16,9 1 15,10 27 1,9-18-16,10 18 16,9-9-1,0 9-15,-9-9 16,-10 0-1,-9-10-15,-10 10 16,-9-9-16,-9 9 16,-10 0-1,-9 0-15,-10-10 16,-9 1 0,-9-9-16,56-19 15</inkml:trace>
  <inkml:trace contextRef="#ctx0" brushRef="#br1" timeOffset="49330.89">28316 563 0,'19'-9'16,"66"-19"-16,37 10 15,0-29 1,10 1-16,-10 19 16,1-20-16,-1 1 15</inkml:trace>
  <inkml:trace contextRef="#ctx0" brushRef="#br2" timeOffset="58587.12">28937 1763 0,'0'0'0,"0"0"16,0 0-16,0-9 16,0-1-1,-9-8-15,9 18 16</inkml:trace>
  <inkml:trace contextRef="#ctx0" brushRef="#br2" timeOffset="66449.16">1298 9460 0,'0'0'16,"57"-27"-16,168-112 15,67-55-15,66 10 16,65-47-16,10 0 16,37-9-1,-310 157-15</inkml:trace>
  <inkml:trace contextRef="#ctx0" brushRef="#br2" timeOffset="66863.33">2088 14398 0,'0'-9'0,"10"-28"16,46-101-1,76-121-15,75-73 16,103-74-16,67-9 16,-264 295-1</inkml:trace>
  <inkml:trace contextRef="#ctx0" brushRef="#br3" timeOffset="128500.39">30132 434 0,'0'0'0,"0"0"16,0 0 0,0 0-16,-9 18 15,-10 10 1,-10 0-16,-8 18 15,-29 0 1,28-18-16,-37 18 16,-10 0-16,-9 0 15,10 9 1,8-27-16,11 0 16,18-10-1,18-18-15,29 0 16</inkml:trace>
  <inkml:trace contextRef="#ctx0" brushRef="#br3" timeOffset="128796.71">30320 406 0,'0'0'0,"-9"0"15,-29 28-15,-37 18 16,-19 9 0,9 19-1,38-28-15,-38 47 16,-9-20-16,28-8 15,10-10-15,18-8 16,38-47 0</inkml:trace>
  <inkml:trace contextRef="#ctx0" brushRef="#br3" timeOffset="129063.68">30631 600 0,'-10'0'15,"-46"0"-15,-38 28 16,-48 18-1,30-19-15,8 20 16,19-29-16,29 10 16,56-28-1</inkml:trace>
  <inkml:trace contextRef="#ctx0" brushRef="#br3" timeOffset="129134.08">29925 683 0,'0'0'0,"0"0"15,9-9 1,-9 9-16</inkml:trace>
  <inkml:trace contextRef="#ctx0" brushRef="#br3" timeOffset="144014">25607 14260 0,'0'0'0,"0"0"15,0 0 1,0 0-16,0 0 15,9-9 1,10-10-16,28-36 16,19-28-16,9-37 15,1-28 1,-39 28-16,-9 9 16,-18 19-1,-20-10-15,1 29 16,-10 8-16,-9 19 15,9 18 1,0 10-16,1 8 16,-1 10-1,0 10-15,0 17 16,0 20 0,10 17-16,9 19 15,9 10-15,10 17 16,9-8-1,1-19-15,8 9 16,10-18 0,0 0-16,0-19 15,10-27-15,-1-19 16,1-9 0,8-28-16,-8-8 15,-10-11 1,-9-17-16,-20 8 15,-8 19 1,-1-18-16,-9 18 16,-9 9-16,-1 10 15,1 9 1,0 0-16,-10 9 16,0 9-1,-9 18-15,0 10 16,9 0-16,0 19 15,19-10 1,0 9-16,9-9 16,10-9-1,9-9-15,10-10 16,9-18 0,19-27-16,9-19 15,-18-10-15,-10-18 16,-10 1-1,-9-20-15,-18 19 16,-1-18 0,-9 28-16,0-1 15,0 10 1,-9 27-16,9 0 16,0 19-16,0 9 15,0 0 1,0 18-16,0 19 15,9 37 1,1 37-16,8 9 16,1 0-16,10 9 15,8 10 1,1-38-16,-1-9 16,1-27-1,0-19-15,-10-9 16,0-19-1,0-8-15,1-10 16,-11-10-16,1 1 16,0-9-1,-10-1-15,-9-8 16,0-10 0,-9 0-16,-10 0 15,-9 0-15,-10 0 16,1 9-1,8 10-15,1-1 16,0 10 0,9 0-16,0 0 15,10 0-15,9-1 16,9-27 0,29-18-16,28-10 15,28-36 1,-94 101-16</inkml:trace>
  <inkml:trace contextRef="#ctx0" brushRef="#br3" timeOffset="144284.37">27470 13088 0,'0'0'16,"-10"18"-1,-9 28-15,10 10 16,0 27-16,-1 18 16,10 10-1,0 0-15,10-28 16,-1-28-1,0-18-15,-9-37 16</inkml:trace>
  <inkml:trace contextRef="#ctx0" brushRef="#br3" timeOffset="144496.9">27460 13632 0,'0'0'0,"19"-18"15,28-19 1,19 0-16,9-18 16,10 8-1,-85 47-15</inkml:trace>
  <inkml:trace contextRef="#ctx0" brushRef="#br3" timeOffset="145014.41">28542 13623 0,'0'0'0,"0"0"16,0 0-16,0-9 15,9-10 1,10 1-16,28-10 16,29-9-1,36-9-15,1 0 16,-113 46-1</inkml:trace>
  <inkml:trace contextRef="#ctx0" brushRef="#br3" timeOffset="145947.81">30066 12682 0,'0'0'16,"0"0"-16,0 0 16,0 0-1,-9 0-15,-1 0 16,1 0-16,-10 9 16,-9 9-1,0 10-15,-1 9 16,1 9-1,0 9-15,0 10 16,9-10 0,0-9-16,0 10 15,10-1-15,9 10 16,9-19 0,10 0-16,0-9 15,9 0 1,0-9-16,10-1 15,9-8-15,0-19 16,9 0 0,1-9-16,-1-19 15,-9 9 1,-9-8-16,0-1 16,-1-9-1,-8 0-15,-11 0 16,1 0-16,-9 0 15,-1 1 1,-9-11-16,0 10 16,-9-9-1,-10-9-15,0 9 16,0 9 0,-9-9-16,-10 0 15,1 9-15,-1 18 16,-9-8-1,0 17-15,-19 1 16,-47 37 0,-19 55-16,132-83 15</inkml:trace>
  <inkml:trace contextRef="#ctx0" brushRef="#br3" timeOffset="147464.78">26435 16244 0,'0'0'0,"0"0"16,0 0-16,0-18 15,0-10 1,9-18-16,10-28 16,19 0-1,18 0-15,1 19 16,-1 9 0,10 18-16,9 19 15,0 9-15,1 9 16,-1 19-1,-9 27-15,0 19 16,-19 0 0,-19 0-16,-9-19 15,-10-18-15,-9 0 16,0-19 0,-9-8-16,-1-10 15,-9-10 1,1-17-16,-1-19 15,9-28 1,10-37-16,19 19 16,19-1-16,-1 10 15,20 9 1,-10 19-16,0 18 16,0 28-1,0 9-15,10 18 16,-1 10-16,0 27 15,1 10 1,-20 0-16,-8-1 16,-10-36-1,-10 0-15,-9-28 16</inkml:trace>
  <inkml:trace contextRef="#ctx0" brushRef="#br3" timeOffset="147624.64">27639 15192 0,'0'0'0,"0"0"16,0 0 0,0 0-16,9 0 15,-9 0 1</inkml:trace>
  <inkml:trace contextRef="#ctx0" brushRef="#br3" timeOffset="148817.94">28514 15192 0,'0'0'0,"0"0"16,0 0-16,0 0 15,0 0 1,0 0-16,-10 0 16,-18 9-1,-19 19-15,0 9 16,0 0-16,9 0 16,10 0-1,9-10-15,10-8 16,9-1-1,0-18-15,19 9 16,18-9 0,29-18-16,-9 9 15,18 9-15,-19 0 16,10 27 0,0 20-16,0 8 15,0 10 1,-19 18-16,-9 9 15,-10 0 1,-19-18-16,-9 18 16,-9-18-16,-10-9 15,0-19 1,0-18-16,-9-10 16,0-9-1,0-9-15,-1-9 16,-8-19-1,-1-9-15,10-18 16,9-37-16,10-19 16,18-18-1,29-47-15,9-8 16,9-10 0,-18 46-16,-19 38 15,0-20-15,-10 38 16,-9 28-1,0 27-15,0 9 16,0 28 0,0 0-16,0 0 15,0 37-15,0 27 16,9 38 0,10 9-16,9-10 15,1 1 1,-1-1-16,0-27 15,-9-37-15,0-9 16,-10-10 0,0-9-16,1-9 15,-1-9 1,10-9-16,-9-10 16,8-9-1,-8 9-15,-1 1 16,10 8-1,0 10-15,0 0 16,9 9-16,9 9 16,1 10-1,0-1-15,-10-9 16,0-9 0,0-9-16,1-9 15,8-47-15,-18-27 16,-10-28-1,-18 18-15,0 10 16,-1 36 0,1 20-16,9 17 15,0 10-15,0 9 16,0 0 0,9 37-16,10 37 15,19 64 1,-10-18-16,10-18 15,-1-29 1,-18-36-16,0-9 16,-19-28-16,0 0 15</inkml:trace>
  <inkml:trace contextRef="#ctx0" brushRef="#br3" timeOffset="149014.73">29624 15007 0,'0'0'0,"0"0"16,28 0-16,29-27 16,37-29-1,9-17 1,10-20-16,-113 93 15</inkml:trace>
  <inkml:trace contextRef="#ctx0" brushRef="#br3" timeOffset="149290.07">30414 15118 0,'0'0'16,"0"0"-16,0 0 16,10-18-1,8-10-15,20-18 16,18-28-16,20-9 15,-10 0 1,-66 83-16</inkml:trace>
  <inkml:trace contextRef="#ctx0" brushRef="#br3" timeOffset="149480.84">31195 14001 0,'0'0'0,"0"10"16,9 27-1,10 55-15,9 37 16,29 56 0,9 36-16</inkml:trace>
  <inkml:trace contextRef="#ctx0" brushRef="#br3" timeOffset="163914.49">29831 674 0,'0'0'0,"0"0"15,0 0-15,0 0 16,0 0-1,-10 0-15,10 0 16,0 0 0,0 0-16,0 0 15,10 0 1,28 0-16,37-28 16,38 10-16,9-10 15,-9 0 1,37-18-16,-74 28 15,-29 18 1,-29-19-16,-18 19 16,0 0-16,-56 19 15,-57-1 1,-19 10-16,1-1 16,-20 20-1,67-20-15,-11-8 16,39-1-1,18 10-15,20-28 16,18 0 0,0 0-16,37 0 15,48-19-15,28 10 16,18-9 0,-36-19-16,-20 28 15,-38-10-15,-8 10 16,-11 9-1,-18 0-15,0 0 16,-9 0 0,-29 28-16,-37-10 15,9 10-15,10-19 16,18 9 0,19 1-16,19-19 15,0 0 1,29-19-16,65 1 15,56-28 1,76-19-16</inkml:trace>
  <inkml:trace contextRef="#ctx0" brushRef="#br3" timeOffset="185098.45">31101 15543 0,'0'0'0,"9"-9"16,29-10-16,0 1 15,18-19 1,0 0-16,10 0 16,0 0-1,0 9-15,-10 1 16,-9 8 0,-9 1-16,-10 8 15,-9 1-15,-9 9 16,-10 0-1,0 0-15,0 0 16,-10 9 0,-9 10-16,-28 27 15,0 0-15,0 0 16,0 10 0,0-19-16,19 0 15,9-10 1,0-18-16,10 1 15,9-10 1,0 0-16,28-19 16,47-27-1,19-9-15,29-38 16,-123 93-16</inkml:trace>
  <inkml:trace contextRef="#ctx0" brushRef="#br3" timeOffset="213576.93">9859 10134 0,'0'0'0,"9"-9"16,29-19-16,37-18 16,10-9-1,9-1-15,-19 10 16,1 0-1,-20 9-15,-18 19 16,-20 8 0,-8 1-16,-10 9 15,-28 0 1,-38 9-16,-47 19 16,-9 18-16,9 0 15,9 10 1,10-10-16,19-9 15,18 0 1,20-10-16,18-8 16,19-10-16,9 0 15,-9-9 1</inkml:trace>
  <inkml:trace contextRef="#ctx0" brushRef="#br1" timeOffset="-135296.79">29050 1569 0,'0'0'0,"0"0"15,0 0-15,0 0 16,0 0-16,0 0 16,0 0-1,0 0-15,0 0 16,0 0 0,0 0-16,0 0 15,0 0 1,0 0-16,0 9 15,9 1-15,-9-1 16,0 0 0,0 9-16,0 1 15,0-1 1,0 10-16,0 9 16,-9-9-16,0-1 15,-10 10 1,0 0-16,0-9 15,-9 9 1,0-10-16,-10 10 16,10 0-1,-10 0-15,10 0 16,-10 0-16,1 0 16,-1-9-1,1-1-15,-1 1 16,0-10-1,1 1-15,-1-1 16,0-8-16,-9 8 16,0-9-1,0 1-15,0-1 16,-9 0 0,-1 0-16,-8 0 15,8 1 1,1-1-16,-10 0 15,0-9-15,-9 0 16,-10-9 0,-9-10-16,94 19 15</inkml:trace>
  <inkml:trace contextRef="#ctx0" brushRef="#br1" timeOffset="-128679.46">15400 3009 0,'0'0'16,"0"0"-16,-9 9 16,-10 0-16,0 10 15,-9-1-15,-10 10 16,0 9-1,1-9-15,-1 8 16,-18 20 0,-1-10-16,1 0 15,-10 19-15,10-1 16,8 1 0,1 9-16,0 9 15,0 9 1,10 0-16,-1 1 15,10-19 1,0 9-16,-10-10 16,0 11-16,10-11 15,9-17 1,1-10-16,-1-9 16,0 9-1,10-28-15,-1 10 16,1-9-16,-1-10 15,10 0 1,0 0-16,0 1 16,0-10-1</inkml:trace>
  <inkml:trace contextRef="#ctx0" brushRef="#br1" timeOffset="-127812.71">13377 5492 0,'0'0'0,"0"0"15,10 9 1,-1 9-16,10 19 16,0 0-16,18 9 15,10 19 1,10 9-16,-1-10 16,1 1-1,9 9-15,-1 9 16,-8 0-1,-1 0-15,1 9 16,-1 10-16,-56-102 16</inkml:trace>
  <inkml:trace contextRef="#ctx0" brushRef="#br1" timeOffset="-93162.21">17479 16410 0,'0'0'0,"0"0"16,9 28 0,10 18-16,9 37 15,29 83 1,-20-18-16,11 18 15,-1-9-15,-10-9 16,-9-38 0,1-26-16,-1-29 15,-9-27-15,-19-28 16</inkml:trace>
  <inkml:trace contextRef="#ctx0" brushRef="#br1" timeOffset="-92861.57">18034 16161 0,'0'0'0,"0"0"15,0 9 1,0 37-16,9 47 15,10 18 1,9 9-16,1 9 16,-1 0-1,0-18-15,-9-19 16,0-9 0,-10-18-16,1-28 15,-10-19-15,0-18 16</inkml:trace>
  <inkml:trace contextRef="#ctx0" brushRef="#br1" timeOffset="-89878.99">17648 17158 0,'0'0'0,"0"0"16,0 0-16,10-19 15,18-8 1,10-10-16,18-28 16,10 10-16,9-1 15,-9 10 1,-10 19-16,1 8 16,-10 10-1,9 18-15,1 10 16,-1 18-16,1 9 15,-1 9 1,1 0-16,-10 1 16,-10-10-1,-9-18-15,1-19 16,-1-9 0,0-9-16,0-28 15,10-28-15,0-27 16,-10 9-1,-9 9-15,-1 19 16,-8 8 0,-1 11-16,1 17 15,-1 1 1,0 18-16,10 0 16,0 9-16,9 19 15,10 18 1,0 9-16,-1 10 15,-9-28 1,1-10-16,-1-8 16,-9-10-16,9-18 15,10-28 1,-1-28-16,10-27 16,-9-47-1,-19-8-15,-10 18 16,-9-19-16,-9 19 15,9 36 1,-10 29-16,1 27 16,9 9-1,0 19-15,0 9 16,0 9 0,9 47-16,1 64 15,18 46-15,19 9 16,19 19-1,9 9-15,0-37 16,19 9 0,-9-27-16,-19-46 15,0-10-15,-19-37 16,-10-9 0,-8-27-16,-11-10 15,1-9 1,0-18-16,0-19 15,-10-28 1,-18-27-16,-19 9 16,-19-19-16,-19 1 15,-19-1 1,0 28-16,1 19 16,9 9-1,9 18-15,9 0 16,20 19-1,8 0-15,11 0 16,8 9-16,1-9 16,9-19-1,9-37-15,19-36 16,1-1 0,8 1-16,-9-1 15,10-18-15,-19 37 16,0 9-1,-10 19-15,1 18 16,-10 9 0,0 10-16,0 9 15,0 9-15,9 0 16,10 27 0,18 47-16,10 46 15,10 37 1,18 37-16,0-47 15,1 47 1,8-37-16,1-28 16,-19-9-16,-19-55 15,-10-19 1,-8-18-16,-10-19 16,-1 0-1,1-18-15,0-9 16,0-10-1,-10-18-15,1-47 16,-20-8-16,-18 9 16,-10-1-1,-18 10-15,-10 0 16,0 19 0,0 17-16,0 20 15,19 18-15,10-1 16,-1 1-1,19 9-15,10 0 16,0 0 0,9 0-16,0-18 15,18-10 1,20-18-16,28 0 16,0 9-16,0 9 15,-1 19 1,1 18-16,-9 28 15,9 28 1,-10 8-16,-9 10 16,-9-9-16,-10-18 15,-9-10 1,-10-18-16,1-10 16,-10-18-1,0 0-15,0-9 16,0-28-1,-10-37-15,10-9 16,10 9-16,-1 9 16,10 1-1,18 8-15,-8 20 16,8 8 0,10 9-16,-9 10 15,9 9 1,-9 9-16,9 10 15,-10-1-15,-9 1 16,-9-10 0,-9 0-16,-1 0 15,-9-9 1,0 0-16,0 0 16,0-9-16,0-18 15,0-10 1,0-9-16,0-10 15,0 10 1,0 9-16,9 0 16,1 9-16,-1 10 15,10 0 1,0 8 0,9 10-16,10 0 15,18 19-15,1 8 16,9 1-1,-1 0-15,1-10 16,-9-8 0,-1-20-16,1-17 15,8-20-15,1-8 16,-19-10 0,-9 1-16,0-10 15,-20 0 1,-8 10-16,-10 17 15,0 11-15,0 17 16,-10 10 0,1 9-16,-10 9 15,0 10 1,-9 17-16,9 20 16,10-1-1,9 1-15,9-20 16,10 1-16,0-18 15,0-10 1,9-9-16,10-9 16,-10-10-1,0-8-15,0-10 16,-9 0-16,-10 9 16,1 10-1,-1-1-15,-9 10 16,0 9-1,0 0-15,0 0 16,0 19-16,10 17 16,-1 11-1,19 8-15,1-9 16,-1-18 0,0-10-16,10-18 15,18-18 1,10-28-16,-10-28 15,1-18-15,-29 27 16,0 10 0,-9 8-16,-10 20 15,1 8 1,9 1-16,0 18 16,-1 9-16,11 19 15,-1 9 1,0 18-16,0-9 15,-9-18 1,-10 0-16,1-10 16,-1-9-1,-9-9-15,0 0 16,0-18-16,-9-47 16,-1-46-1,1-36-15,18 36 16,1 28-1,-1 37-15,10 0 16,9 27 0,19 10-16,19 27 15,28 65-15,-9 28 16,0 46 0,-38 0-16,28 55 15</inkml:trace>
  <inkml:trace contextRef="#ctx0" brushRef="#br1" timeOffset="-89478.79">20922 17259 0,'0'0'15,"0"0"-15,0 10 16,9 17-16,20 38 16,8 27-1,20 47-15,-10-1 16,0-9 0,9 1-16,-9-20 15,-9-36 1,-10-18-16,-28-56 15</inkml:trace>
  <inkml:trace contextRef="#ctx0" brushRef="#br1" timeOffset="-88443.44">20979 18219 0,'0'0'16,"0"-9"-16,0-19 16,9-27-16,19-19 15,29-18 1,27-10-16,1 10 16,-10 27-1,0 19-15,10 9 16,-10 28-1,1 9-15,-11 19 16,1 18-16,0 27 16,-19 10-1,-19 0-15,-9 0 16,-9-10 0,-10-27-16,-10-18 15,1-10 1,-1-9-16,-8-19 15,-1-27-15,0-18 16,10-38 0,18 1-16,10 8 15,0 10 1,9 19-16,9 8 16,11 10-16,-1 9 15,9 19 1,0 9-16,20 9 15,-10 9 1,9-9-16,0 0 16,-9-9-16,0-1 15,0-17 1,-1-20 0,1-17-16,-19-10 15,-9 0-15,-10-18 16,-9 18-1,-19 9-15,0 29 16,-9 8-16,-1 9 16,-9 10-1,-9 9-15,-9 19 16,-20 27 0,1 28-16,18-1 15,10 29 1,18 27-16,20-9 15,18 0-15,19-9 16,19-37 0,9-19-16,29-27 15,-10-37 1,9-38-16,10-26 16,-9-38-16,-29-9 15,-28 9 1,-19 10-16,-18-19 15,-20 9 1,-9 37-16,0 28 16,1 18-1,-11 10-15,1 18 16,9 9-16,-9 28 16,0 27-1,19 10-15,37 19 16,38-1-1,37-18-15,76-37 16,37-47-16,19-8 16</inkml:trace>
  <inkml:trace contextRef="#ctx0" brushRef="#br1" timeOffset="-160684.96">3481 17204 0,'0'0'0,"0"0"0,0 0 16,0 0-1,0 0-15,0 0 16,0 0 0,0 0-16,0 0 15,0 0-15,0 0 16,0 0-1,-10-9-15,-8-10 16,-20-45 0,38 64-16</inkml:trace>
  <inkml:trace contextRef="#ctx0" brushRef="#br0" timeOffset="-138158.65">25974 1154 0,'0'0'0,"0"0"0,0 0 16</inkml:trace>
  <inkml:trace contextRef="#ctx0" brushRef="#br0" timeOffset="-119863.85">4638 16918 0,'0'0'0,"0"0"16,0 0-1,0 0-15,0 0 16</inkml:trace>
  <inkml:trace contextRef="#ctx0" brushRef="#br0" timeOffset="-110200.44">25494 1338 0,'0'0'16,"0"0"-16,0 0 16,0 0-1,0 0-15,9 10 16,-9-1-1,0 9-15,0 1 16,0 8-16,-9 10 16,0 0-1,-10 9-15,0 10 16,-9 8 0,-10 10-16,1 9 15,-10-18 1,-10 18-16,1 9 15,-1 1-15,-9-1 16,0-9 0,-18 9-16,9 0 15,-10 19 1,10-18-16,9-10 16,-19 18-1,10-9-15,9-18 16,10-9-16,-1-1 15,1 1 1,9-10-16,9-8 16,10-10-1,0-10-15,9 1 16,9-10-16,1-8 16,0-1-1,9-9-15,0 0 16,0 0-1,0 0-15,0-9 16,0 9-16</inkml:trace>
  <inkml:trace contextRef="#ctx0" brushRef="#br0" timeOffset="-108464.63">26886 1412 0,'0'0'0,"0"0"15,0 0-15,0 0 16,0 0 0,0 19-16,0-1 15,0 10 1,0-1-16,0 10 16,0-9-1,0 0-15,0-1 16,-9 20-16,-10-1 15,0 0 1,-9 0-16,-10 0 16,-18 10-1,-10-10-15,-9 0 16,-10 0 0,-18 0-16,-10 0 15,0-9-15,0-9 16,-9 9-1,-19-19-15,18 10 16,-8-19 0,-20-9-16,10 9 15,0 1-15,0-10 16,-10-10 0,10 1-16,0 9 15,-9-9 1,18-10-16,-19-8 15,1 8 1,18-8-16,-9 8 16,-19-18-16,19 10 15,-10 8 1,1-9-16,18 1 16,-18-1-1,-1-9-15,29 19 16,-10-10-1,-9-9-15,9 0 16,10 9-16,-19-8 16,9-1-1,1 9-15,-1-9 16,10 9 0,9 1-16,-10 8 15,1-18-15,0 10 16,0-10-1,18 9-15,-9-9 16,0 0 0,10 9-16,-10-8 15,9 8-15,1 0 16,-1 10 0,10-10-16,0 10 15,10-1 1,-10 10-16,-1-10 15,20 10 1,9 0-16,-18 0 16,8 9-16,-8-10 15,9 10 1,-1-9-16,1 18 16,9-9-1,0 10-15,0-1 16,1 0-1,-1 0-15,0 1 16,-9 8-16,9 1 16,9-1-1,-9 0-15,1 1 16,-11 18 0,20-19-16,-1 1 15,10 8-15,-9-8 16,9 9-1,0-1-15,9-8 16,1-1 0,8 1-16,1-10 15,0 0 1,0 10-16,9-1 16,10-18-16,-10 9 15,0 1 1,10-1-16,-1-9 15,10 0 1</inkml:trace>
  <inkml:trace contextRef="#ctx0" brushRef="#br0" timeOffset="53392.45">30226 3563 0,'0'0'0,"0"0"16,0 0-16,0 9 15,0 0 1,9 10-16,10 17 16,19-8-16,18 9 15,1 0 1,9-19-16,9-8 16,0-29-1,10-18-15,9-55 16,19-46-1,28-56-15,9-37 16,29-27-16,37-29 16,1 20-1,27-10-15,-8 37 16,-11 9 0,-46 65-16,-10 0 15,-56 55 1,-113 111-16</inkml:trace>
  <inkml:trace contextRef="#ctx1" brushRef="#br0">25453 1411 0,'0'18'218,"0"-1"-202,0 89 0,-18-70-1,18-19 17,0 1-32,-17-18 15,-1 88 16,18-53 1,-18-17-17,18 0 17,-17-18-32,17 35 15,0-18 1,-36 1-1,19 0 1,17-1 0,-18 1 15,1-18-15,17 18-1,-18 17 1,0-17-1,-17 17 1,17-35 0,18 35-1,-17 0 17,17-17-32,-18 0 15,0-1 1,18 1-16,0 0 15,-17 17 1,-19 18 15,19-36-15,-1 36 0,1 0-1,17-35 16,-18 0-31,0 17 16,1 0 0,17 0-1,0-17 1,-53 0 0,35 52-1,0-52 1,1-1-1,-1 1 1,-52 17 0,70 1 15,-36-19-15,1 19-1,17-36 1,-52 53-1,17-1 17,0-16-17,53-19 1,-18 1 0,-17 17-16,18 1 15,17-19 1,-53 1 15,17 17-15,19 36 15,-1-54-15,0 1-1,1 35-15,-36 0 16,53-18 46,-18-17-46,1-18 15,17 17 0,-18 1 79</inkml:trace>
  <inkml:trace contextRef="#ctx1" brushRef="#br0" timeOffset="5510.42">25382 5115 0,'18'18'219,"17"17"-203,1 0-16,-36-17 0,17 17 15,36 18 1,-35-53-1,-18 18-15,17 17 16,1-35-16,0 53 16,35 0-1,-53-35 17,17-1-17,1-17 1,-18 53-1,18-53 1,-1 18 0,36 17-1,-35-17 1,17 35 15,0-36-15,-17 1-1,17 0 1,-17-18-16,17 35 16,18 18-1,0 0 17,0 0-17,-18 0 1,0-18-16,-35-18 15,36 1 1,-19 17 0,19 18-1,-19-17 1,18-19 0,1 19-1,-19-19 1,-17 18-1,36-17 1,-19 17 0,19-17 15,-19 17-15,19 18 15,-36-35-16,17-1 1,1 19-16,-1-19 31,19 19-15,-19-19 0,1 54-1,0-18 1,-1-53-1,19 53 1,-36-36 15,17-17 63</inkml:trace>
  <inkml:trace contextRef="#ctx1" brushRef="#br0" timeOffset="7979.77">26017 8043 0,'-17'89'234,"-1"-89"-234,-35 123 32,53-105-32,-17-18 15,17 17-15,-18 19 16,0-19 0,18 1-16,-17-18 0,17 35 31,-18 36 0,0-18 0,18-18-31,0-18 32,-17 36-17,17-35 1,-18 70-1,-17-17 1,17-18 0,1-18-1,-1 0 1,0 1 0,1-19-16,-19 1 15,1 35 1,17-18-1,-35 18 1,-35 53 0,88-89 15,-70 54-15,34-36-1,19-17 1,-1 0-1,1 17 1,17-18 0</inkml:trace>
</inkml:ink>
</file>

<file path=ppt/ink/ink21.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30:55.060"/>
    </inkml:context>
    <inkml:brush xml:id="br0">
      <inkml:brushProperty name="width" value="0.05292" units="cm"/>
      <inkml:brushProperty name="height" value="0.05292" units="cm"/>
      <inkml:brushProperty name="color" value="#FF0000"/>
    </inkml:brush>
    <inkml:context xml:id="ctx1">
      <inkml:inkSource xml:id="inkSrc124">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1" timeString="2021-03-18T04:34:05.098"/>
    </inkml:context>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2060"/>
    </inkml:brush>
    <inkml:brush xml:id="br3">
      <inkml:brushProperty name="width" value="0.05292" units="cm"/>
      <inkml:brushProperty name="height" value="0.05292" units="cm"/>
      <inkml:brushProperty name="color" value="#00B0F0"/>
    </inkml:brush>
  </inkml:definitions>
  <inkml:trace contextRef="#ctx0" brushRef="#br0">20668 7402 0,'0'0'0,"0"0"16,0 0-16,0 0 15,0 0 1,0 0-16,0 9 16,9 1-1,10 8-15,10 1 16,18-10-1,-10-9-15,10-9 16,10-10-16,-20 1 16,1-10-1,-10 9-15,-9-8 16,-10-1 0,1 10-16,-10-1 15,0 1-15,-10 9 16,-8-1-1,-1 10-15,-9 0 16,-10 10 0,0 8-16,1 0 15,8 10 1,11 0-16,-1-1 16,9 1-16,10 0 15,10 0 1,9-1-16,9-8 15,9-1 1,20-9-16,-1-18 16,10 0-1,0-10-15,-10-8 16,1-1-16,-1 0 16,-9-9-1,-9 1-15,0-1 16,-20 9-1,1 0-15,-9 10 16,-10-1-16,0 10 16,0 0-1,-10 0-15,10 9 16,-9 0 0,-10 0-16,0 9 15,0 0 1,1 10-16,-1 8 15,9-8-15,10-1 16,0 10 0,0-10-16,10 1 15,-1 8 1,10 1-16,0 9 16,0 9-16,-1 10 15,1-1 1,-9-9-16,-10 10 15,0-1 1,0-18-16,0 0 16,0-10-1,0-8-15,0-10 16,9 0-16,-9-9 16,19-9-1,0-9-15,9-10 16,10-18-1,-1-28-15,1 0 16,-10-9-16,0 0 16,1 9-1,-11 10-15,-18 64 16</inkml:trace>
  <inkml:trace contextRef="#ctx0" brushRef="#br0" timeOffset="1350.57">22042 7144 0,'0'0'0,"0"0"15,0 0 1,-10 9-16,1 9 16,-1 19-1,10 10-15,0 17 16,0-9-1,10-8-15,-1-10 16,10-10-16,0-18 16,9 1-1,0-10-15,0-10 16,10-8 0,0-10-16,-10 1 15,0-10 1,-9 9-16,-10 10 15,1-1-15,-1 10 16,1 0 0,-10 9-16,0 0 15,0 0 1,0 0-16,0 9 16,0 9-16,9 10 15,0 0 1,10 9-16,0 0 15,9-10 1,10-8-16,9-1 16,-9-9-1,9-9-15,0-18 16,0-10-16,0-9 16,-10 0-1,1 0-15,-19 10 16,0-1-1,-10 0-15,-9 10 16,0 9-16,0 0 16,-9-1-1,-1 10-15,-9 0 16,-9 10 0,0 8-16,0 0 15,9 10-15,0 0 16,10-10-1,9-9-15,9 1 16,0-10 0,1 0-16,9-10 15,9-8 1,10-10-16,-10 10 16,-9-1-16,-10 1 15,0 9 1,1 0-16,-1 9 15,-9 0 1,0 0-16,0 0 16,0 0-1,0 9-15,10 9 16,-1 1-16,0 8 16,10-8-1,9-1-15,1 1 16,8-1-1,10-18-15,0 0 16,10-18 0,-1-10-16,-9-9 15,0-9-15,-9 0 16,-10 0 0,-9 0-16,-10-1 15,1 1 1,-10 9-16,0 0 15,-10 0-15,1 10 16,0 8 0,-1 1-16,1 9 15,9 9 1,-10 0-16,1 0 16,0 18-16,-1 19 15,1 28 1,9 18-16,19 9 15,9-9 1,9 9-16,1-18 16,-38-74-16</inkml:trace>
  <inkml:trace contextRef="#ctx0" brushRef="#br0" timeOffset="17553.59">21562 8427 0,'0'0'0,"0"0"0,0 0 15,0 0-15,0-10 16,-10 1 0,10 0-16,-9 0 15,-10 0-15,0-1 16,-9 1-1,-10 9-15,1 0 16,-10 9 0,-10 10-16,10 8 15,10 1 1,-1 9-16,0 18 16,10 1-16,19-10 15,9 0 1,0-9-16,9 0 15,19-9 1,10-10-16,9-9 16,10-9-1,8-9-15,1-9 16,-19-10-16,-9 9 16,-19 1-1,-10 0-15,1-1 16,-10 10-1,-10-10-15,1 1 16,-10-1-16,-9 1 16,-1 0-1,11-1-15,-1 10 16,9 0 0,10-10-16,0 1 15,10-10 1,9 0-16,18 1 15,20-1-15,-10 10 16,0-1 0,-10 10-16,-8 9 15,-1 9 1,-9 0-16,0 19 16,-1 0-16,-8 9 15,-10 18 1,0-9-16,0 9 15,0-18 1,0 0-16,9-9 16,1-10-16,-1-8 15,10-1 1,18 0-16,1-18 16,0 0-1,9-10-15,0-8 16,-10-1-1,-8 0-15,-11 0 16,1-8 0,-9-1-16,-20 9 15,-9 0-15,1 1 16,-20 8 0,0 10-16,1 9 15,8 9 1,11 10-16,18-19 15</inkml:trace>
  <inkml:trace contextRef="#ctx0" brushRef="#br0" timeOffset="18134.37">22550 8270 0,'0'0'0,"0"0"16,0 0-1,-10 0-15,1 0 16,-10 9 0,-19 9-16,1 10 15,-10 18 1,9 19-16,0 9 15,10-19-15,19 0 16,18-18 0,1-18-16,18-10 15,28-9 1,29-28-16,0-18 16,-20-9-16,-8-10 15,-20 10 1,-18 9-16,-9 9 15,-10 0 1,-10 18-16,-9 10 16,-9 9-1,-28 19-15,-1 18 16,57-37-16</inkml:trace>
  <inkml:trace contextRef="#ctx0" brushRef="#br0" timeOffset="19152.09">21477 9220 0,'0'0'0,"0"0"16,0 0-16,-9 0 16,-10 10-1,-9 17-15,-10 19 16,0 10-16,10 8 15,9 10 1,10 0-16,9-9 16,9-19-1,1-9-15,18-9 16,0-10 0,10-9-16,9-9 15,-9 0 1,-1-9-16,-18 0 15,0 0-15,-10-1 16,1-8 0,-10-10-16,-10-9 15,1 10-15,-1-20 16,1 1 0,9-9-1,9-1-15,10 10 16,19 0-16,-1 9 15,10 19 1,1 9-16,-11 9 16,1 9-16,-1 18 15,1 10 1,-10 0-16,0 9 16,-9 1-1,0 8-15,-9-9 16,-1-9-1,10-9-15,0-10 16,-1-9-16,11 1 16,18-10-1,-10-10-15,10-17 16,-18-1 0,-1 0-16,-9-9 15,-10 1-15,-9-20 16,-9 10-1,-10 9-15,-19 9 16,-18 1 0,-1 17-16,1 20 15,9 17-15,19 1 16,9 0 0,19-28-16</inkml:trace>
  <inkml:trace contextRef="#ctx0" brushRef="#br0" timeOffset="19368.64">22672 9137 0,'0'0'0,"0"0"16,0 28-16,-10 46 15,1 27 1,9 29-16,0-1 16,0-18-1,0-111-15</inkml:trace>
  <inkml:trace contextRef="#ctx0" brushRef="#br0" timeOffset="19985.08">21392 10328 0,'0'0'0,"0"0"15,0 0 1,-9 9-16,0 19 16,-20 27-1,1 19-15,0 0 16,9-9 0,10-1-16,9-18 15,0-9-15,9-18 16,10-10-1,19-9-15,9-19 16,9-17 0,1-11-16,-20 1 15,-9 0-15,-18 0 16,-10 0 0,-10 9-16,-8 0 15,-1 9 1,-9 19-16,-10 0 15,10 9-15,-1 9 16,11 10 0,8-10-16,10-9 15</inkml:trace>
  <inkml:trace contextRef="#ctx0" brushRef="#br0" timeOffset="20218.04">21995 10291 0,'0'0'15,"0"0"-15,0 19 16,0 17-16,0 20 16,0 36-1,-10 10-15,1-10 16,9-9-1,0-9-15,0-37 16,0-19 0,0-18-16</inkml:trace>
  <inkml:trace contextRef="#ctx0" brushRef="#br0" timeOffset="20639.93">22418 10430 0,'0'0'15,"0"0"1,0 0-16,0 9 16,0 28-1,0 0-15,0 18 16,9-9-16,10-9 15,0-9 1,9-10-16,10 1 16,9-10-1,0-18-15,19-19 16,9-9-16,-9-9 16,-19 9-1,-19 0-15,-9 0 16,-10 0-1,-9 0-15,-19 0 16,-9 10-16,-19-1 16,-37 19-1,-11 18-15,1 19 16,0 9 0,94-37-16</inkml:trace>
  <inkml:trace contextRef="#ctx0" brushRef="#br0" timeOffset="21235">21270 11537 0,'0'0'0,"0"0"16,0 0-16,0 0 16,0 0-1,0 0-15,0 0 16,-9 9-1,-19 10-15,-1 8 16,1 10 0,0 10-16,0 8 15,18-9-15,10 9 16,10-8 0,18-11-16,9-8 15,20-19 1,18-18-16,19-28 15,-9-18-15,-19 9 16,-19 0 0,-10-1-16,-18 1 15,-9 9 1,-10 0-16,-10 10 16,-9-1-16,1 10 15,-11 8 1,-8 10-16,9 10 15,-1-1 1,11 9-16,8-8 16,10-1-1,0-9-15</inkml:trace>
  <inkml:trace contextRef="#ctx0" brushRef="#br0" timeOffset="21485.5">22070 11426 0,'0'0'0,"0"0"15,0 0-15,0 28 16,9 9 0,-9 18-16,0 19 15,0 0 1,0 0-16,0-10 15,0-8-15,0-19 16,0-19 0,10-9-16,-10-9 15</inkml:trace>
  <inkml:trace contextRef="#ctx0" brushRef="#br0" timeOffset="21718.78">22662 11279 0,'0'0'16,"0"0"-16,0 0 16,0 18-1,0 28-15,10 47 16,-10 8-1,0 19-15,-10-18 16,1-10-16,9-92 16</inkml:trace>
  <inkml:trace contextRef="#ctx0" brushRef="#br0" timeOffset="22201.86">21298 12340 0,'0'0'0,"0"0"16,0 19-1,10 17-15,9 29 16,-10 37 0,0-1-16,1-9 15,-1-18-15,1-9 16,-10-19-1,0-46-15</inkml:trace>
  <inkml:trace contextRef="#ctx0" brushRef="#br0" timeOffset="23036.22">22060 12543 0,'0'0'16,"0"0"-16,0 0 16,0 0-1,-9 0-15,-10 9 16,-9 1-16,0 8 15,-10 19 1,10 0-16,9 18 16,10 1-1,9-10-15,9-9 16,10 0 0,18-10-16,20-8 15,9-19-15,-10-9 16,1-10-1,-20-9-15,-8 1 16,-11-1 0,-8 10-16,-1-10 15,-9-9 1,-9 0-16,-10 0 16,0 9-16,0 1 15,0 8 1,10 1-16,0-1 15,9 1 1,9-1-16,10 1 16,19-1-16,-1 10 15,10 0 1,0 18-16,10 10 16,-10-1-1,-10 10-15,1 9 16,0 9-1,-1 0-15,-9 9 16,1-8-16,-1-10 16,10-10-1,-10-8-15,9-10 16,10-9 0,0-9-16,10-19 15,-1-18-15,-9 0 16,-9-10-1,-10-18-15,-18 1 16,-20 8 0,-18 0-16,-19 19 15,-9 19-15,-20 17 16,-18 38 0,-19 37-16,10 27 15,103-92 1</inkml:trace>
  <inkml:trace contextRef="#ctx0" brushRef="#br0" timeOffset="23401.23">21637 13586 0,'0'0'16,"0"0"-16,0 0 16,0 0-1,0 0-15,0 9 16,0 19-1,0 18-15,0 9 16,-9 10 0,-1 0-16,10-10 15,0-9-15,0-9 16,10-9 0,-1-19-16,-9-9 15</inkml:trace>
  <inkml:trace contextRef="#ctx0" brushRef="#br0" timeOffset="23668.17">22305 13466 0,'0'0'0,"0"0"16,0 0-16,0 0 15,0 9 1,0 19-16,0 18 16,0 10-1,-9 27-15,-1 9 16,1-9-16,-1-9 16,10-19-1,0-18-15,0-37 16</inkml:trace>
  <inkml:trace contextRef="#ctx0" brushRef="#br0" timeOffset="23901.49">23105 13448 0,'0'0'0,"0"0"16,9 27-16,-9 84 15,0 55 1,-9 28-16,-20-56 16,29-138-1</inkml:trace>
  <inkml:trace contextRef="#ctx0" brushRef="#br0" timeOffset="28852.21">23424 8104 0,'0'0'0,"0"0"0,10 0 15,18-10-15,19 1 16,10 0-1,8 0-15,1-10 16,-9 10 0,-57 9-16</inkml:trace>
  <inkml:trace contextRef="#ctx0" brushRef="#br0" timeOffset="29115.35">23519 8353 0,'0'0'0,"0"0"16,0 0-16,18-9 15,20-1 1,18-8-16,10-1 16,0 1-1,-9 0-15,-57 18 16</inkml:trace>
  <inkml:trace contextRef="#ctx0" brushRef="#br0" timeOffset="32609.24">24591 7679 0,'0'0'0,"0"0"0,0 0 16,0 0-16,0 9 16,9 19-1,10 27-15,0 28 16,0 1-16,0-1 15,-1-10 1,-8-17-16,-1-19 16,1-19-1,-10-18-15</inkml:trace>
  <inkml:trace contextRef="#ctx0" brushRef="#br0" timeOffset="33368.43">25202 7688 0,'0'0'0,"0"0"16,0 0 0,0 0-16,0 0 15,0 0 1,-9 0-16,0-9 16,9 9-1,0-9-15,0 0 16,9-10-16,10 1 15,0-1 1,9 1-16,-9 9 16,0 9-1,-1 0-15,-8 0 16,9 9 0,-10 9-16,-9 1 15,0 8-15,-9 1 16,-10 9-1,-9 9-15,-1-9 16,1 0 0,9-19-16,0 1 15,10-10 1,9-9-16,0 0 16,9 9-16,10 1 15,9-1 1,1 9-16,8 1 15,1-1 1,-10 1-16,-9 8 16,0-8-16,-10 8 15,1 1 1,-20 9-16,1 0 16,-19 0-1,-10 0-15,-18 0 16,-1 0-1,1-10-15,-1-8 16,10-10-16,0 0 16,9-9-1,20 0-15,18 0 16</inkml:trace>
  <inkml:trace contextRef="#ctx0" brushRef="#br0" timeOffset="33918.41">26002 7661 0,'0'0'0,"0"0"15,0 0 1,0 0-16,-9 9 16,-1 0-1,-9 10-15,1-1 16,-1 10-16,-9-1 15,9 1 1,9-9-16,1-10 16,9 0-1,9 0-15,10 0 16,9 10 0,10-1-16,9 1 15,0-1-15,-9 1 16,-10-1-1,-9 1-15,-10-1 16,-9 1 0,-9-1-16,-19 19 15,-10 0-15,-9 0 16,0-10 0,0-8-16,0-10 15,47-9 1</inkml:trace>
  <inkml:trace contextRef="#ctx0" brushRef="#br0" timeOffset="34156.68">25880 7734 0,'0'0'0,"9"0"16,10-9-16,28-9 16,38-10-1,9 0-15,0 1 16,19 8-16,-10 10 16,-9 0-1,-94 9-15</inkml:trace>
  <inkml:trace contextRef="#ctx0" brushRef="#br0" timeOffset="34906.75">23773 9322 0,'0'0'0,"0"0"15,0 0 1,0 0-16,0 0 15,9-9 1,19-1-16,10 1 16,-1 0-16,10-9 15,-9 8 1,0 1-16,-10 0 16,-9 9-1,-19 0-15</inkml:trace>
  <inkml:trace contextRef="#ctx0" brushRef="#br0" timeOffset="35154.75">23631 9543 0,'0'0'0,"0"0"16,0 0-16,19 0 15,19-9 1,18-9-16,1-1 16,9-8-16,-66 27 15</inkml:trace>
  <inkml:trace contextRef="#ctx0" brushRef="#br0" timeOffset="37084.9">25372 8897 0,'0'0'16,"0"0"-16,0 0 15,0 0 1,0 0-16,0 0 16,0 0-1,0-9-15,0 0 16,9-10 0,1 10-16,8-9 15,1 9-15,0-1 16,0 1-1,-10 9-15,1 0 16,-10 0 0,0 9-16,0 19 15,-10 0-15,-9 9 16,1 0 0,-11-1-16,11-8 15,-1-9 1,9-1-16,1-9 15,9 1-15,0-10 16,0 0 0,9 9-16,10 0 15,0 0 1,9 0-16,0 1 16,1-1-16,-11 9 15,1 1 1,-9-1-16,-1 10 15,-9 0 1,-9-1-16,-1 1 16,-18 9-1,0 0-15,-10-9 16,-9-1-16,0-8 16,10-10-1,8 0-15,10-9 16,10 0-1,0-9-15,-1 0 16,10 9 0</inkml:trace>
  <inkml:trace contextRef="#ctx0" brushRef="#br0" timeOffset="37718.42">26284 8888 0,'0'0'16,"0"0"-16,0 0 15,0-9 1,0 0-16,-9-1 16,-10 1-1,0 0-15,-9 0 16,-10 0-16,1-1 16,-10 10-1,9 10-15,-9 8 16,0 10-1,9 9-15,10 9 16,9 0 0,10-9-16,9-9 15,9-1-15,20-8 16,-1-10 0,19-9-16,19-19 15,0-8 1,-10-10-16,-9 0 15,-9 9-15,-10 10 16,-9-1 0,-10 10-16,1 9 15,-1 0 1,0 0-16,1 9 16,-1 10-16,1 8 15,-1 10 1,0 28-16,-9 18 15,0 9 1,-9-18-16,9-74 16</inkml:trace>
  <inkml:trace contextRef="#ctx0" brushRef="#br0" timeOffset="38518.48">23716 10383 0,'0'0'0,"0"0"15,19 0 1,19-9-16,18 0 15,19 0 1,-9-10-16,0 1 16,0 9-16,-10-1 15,-9-8 1,-47 18-16</inkml:trace>
  <inkml:trace contextRef="#ctx0" brushRef="#br0" timeOffset="38768.4">23810 10540 0,'0'0'0,"0"0"15,10 0-15,18-9 16,28-9 0,19-1-16,1-9 15,8 1 1,1-1-16,-85 28 16</inkml:trace>
  <inkml:trace contextRef="#ctx0" brushRef="#br0" timeOffset="40988.06">25306 9922 0,'0'0'0,"0"0"16,0 0-16,9-9 15,20-1 1,-1 1-16,9-9 15,10-1-15,-9 10 16,0 0 0,-19 9-16,-1 0 15,-8 0 1,-10 0-16,0 9 16,0 0-1,-10 10-15,-8-1 16,-1 1-16,0-1 15,9 1 1,1-10-16,0 0 16,9-9-1,0 0-15,0 0 16,9 9 0,0 0-16,10 1 15,0-1-15,0 9 16,0 1-1,0-1-15,-10 10 16,0 0 0,-9-1-16,0 10 15,-9-9-15,-10 9 16,-9 0 0,-10-9-16,1-1 15,-1-8 1,0-10-16,1 0 15,-1 0 1,10 1-16,9-10 16,0-10-16,10 1 15,9 9 1</inkml:trace>
  <inkml:trace contextRef="#ctx0" brushRef="#br0" timeOffset="41618.92">26331 9663 0,'0'0'0,"0"0"16,0 0-1,0 0-15,0 0 16,0 0 0,0 0-16,-9 10 15,0 8 1,-20 10-16,1 9 15,-10 18-15,10-9 16,0 19 0,0 9-16,9 0 15,10-10 1,-1 1-16,10-10 16,10-9-1,-1-9-15,10-9 16,0-10-16,9-8 15,0-1 1,10-9-16,-10 0 16,0-9-1,0-1-15,-9 1 16,0 0 0,-10 0-16,1-10 15,-1 1-15,-9 9 16,0-1-1,-9 1-15,-1 0 16,-18 0 0,-19 9-16,0 0 15,47 0-15</inkml:trace>
  <inkml:trace contextRef="#ctx0" brushRef="#br0" timeOffset="42486.48">23678 11380 0,'0'0'15,"0"0"-15,0 0 16,10-9 0,27 0-16,29-10 15,19 1-15,0-1 16,-19 1-1,-10 9-15,-18-1 16,-10 1 0,-9 0-16,-10 9 15,-9 0 1</inkml:trace>
  <inkml:trace contextRef="#ctx0" brushRef="#br0" timeOffset="42718.7">23678 11602 0,'0'0'0,"0"0"15,0 0 1,0 0-16,19 0 16,19-10-1,18 1-15,10-9 16,9-1-16,1 1 15,8-1 1,1-8-16,-85 27 16</inkml:trace>
  <inkml:trace contextRef="#ctx0" brushRef="#br0" timeOffset="44474.51">25551 10928 0,'0'0'15,"0"0"-15,0 0 16,0 0 0,-10 18-16,-9 10 15,0 18 1,-9 10-16,0-10 16,0 0-16,9-18 15,0-1 1,0-8-16,10-1 15,0-9 1,-1 1-16,10-10 16,0 0-1,10 9-15,8 0 16,20-9-16,9 0 16,9 0-1,1 0-15,-10 0 16,-9-9-16,-1 0 15,-18-1 1,0 1-16,-10 0 16,-9 9-1</inkml:trace>
  <inkml:trace contextRef="#ctx0" brushRef="#br0" timeOffset="44701.59">25588 11076 0,'0'0'0,"0"0"16,0 0 0,0 9-16,0 18 15,0 10 1,0 10-16,0 17 16,0 10-16,0-9 15,0-10 1,0-18-16,0-9 15,10-10 1,-10-18-16</inkml:trace>
  <inkml:trace contextRef="#ctx0" brushRef="#br0" timeOffset="45352.02">26529 10956 0,'0'0'15,"0"0"-15,0 0 16,0-10-1,0 1-15,-10 0 16,1 0 0,0-1-16,-20 1 15,1 9-15,-9 0 16,-1 9 0,0 1-16,1 8 15,8 1 1,11-1-16,-1 1 15,9-1 1,10 0-16,10 1 16,-1-1-16,19 1 15,1-1 1,8 10-16,1-10 16,0 10-1,-10-9-15,-9-1 16,-10 10-1,0-1-15,-9 10 16,-9 0-16,-10-9 16,0 0-1,-9-1-15,0-17 16,9-10 0,0 0-16,10-10 15,0-17 1,9-29-16,9-27 15,19 9-15,19-18 16,10 18 0,-57 74-16</inkml:trace>
  <inkml:trace contextRef="#ctx0" brushRef="#br0" timeOffset="46092.31">23867 12275 0,'0'0'0,"0"0"16,0 0-1,18 0-15,20 0 16,18-9-16,10 0 16,0 0-1,-9-10-15,-1 10 16,-18 0-1,-10 0-15,-19-1 16,-9 10-16,0 0 16</inkml:trace>
  <inkml:trace contextRef="#ctx0" brushRef="#br0" timeOffset="46301.37">23773 12515 0,'0'0'16,"0"0"-16,18 0 15,29-18 1,19-1-16,0-8 16,19 8-16,18-8 15,-9-1 1,-94 28-16</inkml:trace>
  <inkml:trace contextRef="#ctx0" brushRef="#br0" timeOffset="47419.41">25466 11989 0,'0'0'15,"0"0"-15,0 0 16,0 0 0,0 0-16,19-9 15,18 0 1,20 0-16,-10 9 16,0-10-16,-19 10 15,0 0 1,-9 0-16,-10 10 15,1-1 1,-10 9-16,-10 10 16,-8 9-1,-11 9-15,-8 0 16,-1 10 0,10-10-16,0-9 15,9-10-15,10-8 16,-1-1-1,10-8-15,0-10 16,10 9 0,18-9-16,19 0 15,9-9-15,10-1 16,0-8 0,9-10-16,10-9 15,-85 37 1</inkml:trace>
  <inkml:trace contextRef="#ctx0" brushRef="#br0" timeOffset="47801.43">26313 11925 0,'0'0'16,"0"0"-16,0 0 16,18 0-1,11 0-15,8-10 16,20 1-16,-1 9 16,-18 0-1,-1 0-15,-8 0 16,-11 0-1,1 0-15,-9 0 16,-1 9 0,0 1-16,1 8 15,-10 28-15,0 19 16,0 27 0,-10 19-16,1-9 15,0-29 1,9-73-16</inkml:trace>
  <inkml:trace contextRef="#ctx0" brushRef="#br0" timeOffset="48451.81">24017 13485 0,'0'0'0,"0"0"16,0 0-16,10 0 15,8 0 1,20-10-16,18 1 16,10-9-1,0-1-15,-9-9 16,-10 10-1,-19 0-15,-28 18 16</inkml:trace>
  <inkml:trace contextRef="#ctx0" brushRef="#br0" timeOffset="48671.41">24074 13743 0,'0'0'16,"0"0"0,0 0-16,0 0 15,18 0-15,11-9 16,27-10 0,19-8-16,10-1 15,9-9 1,-94 37-16</inkml:trace>
  <inkml:trace contextRef="#ctx0" brushRef="#br0" timeOffset="49186.39">26021 12894 0,'0'0'0,"0"0"15,0 0-15,0 18 16,0 19 0,-10 19-16,1 17 15,0 1 1,-1-9-16,10-10 16,0-9-1,0-9-15,0-9 16,0-19-1,0-9-15</inkml:trace>
  <inkml:trace contextRef="#ctx0" brushRef="#br0" timeOffset="49618.03">26642 12838 0,'0'0'16,"0"0"-16,0 0 16,-10 10-1,-8-1-15,-11 9 16,1 10 0,9 0-16,0-1 15,1 1 1,8-9-16,10-1 15,10 0 1,-1 1-16,10-1 16,9 1-16,0-1 15,-9 1 1,0 8-16,0 1 16,0 0-1,-10 9-15,-9 0 16,0 0-16,-9 0 15,-1-10 1,-9 1-16,1-19 16,-1 0-1,0-18-15,19 9 16</inkml:trace>
  <inkml:trace contextRef="#ctx0" brushRef="#br0" timeOffset="49784.83">26576 12875 0,'0'0'15,"38"-18"-15,37-10 16,28 1 0,20-10-16,-1 0 15,-122 37 1</inkml:trace>
  <inkml:trace contextRef="#ctx0" brushRef="#br0" timeOffset="50492.62">24883 14131 0,'0'0'16,"0"0"-16,0 0 15,9 0 1,19-10-16,19 1 16,38 0-16,28-10 15,0 1 1,28 0-16,28-10 15,0 0 1,1 0-16,18-8 16,0-1-16,-9 0 15,-10 9 1,1 0-16,-29 1 16,-19 8-1,-28 1-15,0 8 16,-28 1-1,-10 9-15,-18 0 16,-19 0-16,-19 0 16,0 0-1,0 9-15,0-9 16</inkml:trace>
  <inkml:trace contextRef="#ctx0" brushRef="#br0" timeOffset="51213.89">24798 15690 0,'0'0'16,"0"0"0,9 0-16,10 10 15,28-10-15,10 0 16,18-10 0,28 1-16,10-9 15,0-1 1,9 1-16,29-19 15,-1 9-15,20-9 16,-1 0 0,-18 0-16,18 1 15,-9 8 1,-28 0-16,-1 10 16,-8-10-1,-39 10-15,-8 8 16,-20 1-1,-18 0-15,-10 9 16,-19 0-16,-9 0 16</inkml:trace>
  <inkml:trace contextRef="#ctx0" brushRef="#br0" timeOffset="55735.09">26868 14112 0,'0'0'0,"0"0"16,0 0-16,0 0 15,0 0 1,0 0-16,0 0 16,-10 9-16,1 19 15,-10 9 1,0 18-16,0 19 15,0 0 1,10 9-16,0-18 16,18-10-1,0-9-15,10-9 16,0-18-16,9-1 16,1-9-1,8-9-15,20-9 16,8-19-1,-8 1-15,-10-10 16,-9-9 0,-10-1-16,-9 11 15,-10-11-15,-9 1 16,0 0 0,-9-9-16,-20 9 15,1-1 1,-9 20-16,-10 8 15,-10 10-15,1 9 16,-1 19 0,1 17-16,56-36 15</inkml:trace>
  <inkml:trace contextRef="#ctx0" brushRef="#br0" timeOffset="58987.04">25071 14592 0,'0'0'0,"0"0"0,0 0 16,0 0-1,0 0-15,0 0 16,0 0 0,0 0-16,0-9 15,0 0-15,9-1 16,10-8-1,9-1-15,10-8 16,9 8 0,-10 1-16,1 9 15,-10-1 1,-9 10-16,0 0 16,-10 10-16,1 8 15,-10 28 1,-10 0-16,-8 10 15,-11-1 1,1-9-16,0-9 16,9-9-1,10-19-15,9 0 16,0-9-16,0 0 16,9 0-1,10 10-15,9-10 16,0 0-1,1 9-15,-1-9 16,0 9-16,-9 0 16,-10 1-1,1 8-15,-1 0 16,-9 10 0,-9 0-16,-1-1 15,1 1 1,-10-9-16,0-1 15,0 1-15,1-10 16,-11 0 0,11 0-16,-1-9 15,19 0 1</inkml:trace>
  <inkml:trace contextRef="#ctx0" brushRef="#br0" timeOffset="59539.44">25917 14407 0,'0'0'0,"0"0"16,0 0-16,0 0 16,0 0-1,-9 10-15,0 8 16,-10 28 0,0 19-16,0 18 15,0-9 1,10 18-16,18-18 15,1-19-15,9-9 16,-1-27 0,11-1-16,-1-8 15,9-10-15,20-10 16,-10-17 0,-9-1-16,-1 0 15,-9 1 1,-9-10-16,0-19 15,-10-17 1,-9 8-16,-18 0 16,-1 1-1,-9 8-15,-19 1 16,9 27-16,-9 10 16,-10 27-1,-18 37-15,75-46 16</inkml:trace>
  <inkml:trace contextRef="#ctx0" brushRef="#br0" timeOffset="74239.07">2248 14629 0,'0'0'0,"0"0"15,0 0-15,0 0 16,0 0-1,0 0-15,0 0 16,0 0 0,0 0-16,0 0 15,0 9-15,0 10 16,10 8 0,-1 10-16,1 19 15,-10 18 1,0 9-16,0-19 15,0 1 1,0-10-16,0-18 16,0 0-16,-10-19 15,10-18 1</inkml:trace>
  <inkml:trace contextRef="#ctx0" brushRef="#br0" timeOffset="74553.78">2070 14703 0,'0'0'15,"0"0"-15,0 0 16,0-9-1,9-10-15,10-9 16,28-18 0,9 0-16,10 0 15,0 0-15,-10 9 16,-8 0 0,-1 9-16,0 1 15,-19 8 1,-28 19-16</inkml:trace>
  <inkml:trace contextRef="#ctx0" brushRef="#br0" timeOffset="74800.22">2286 15007 0,'0'0'16,"0"0"-1,0 0-15,9-9 16,10-9 0,19-10-16,9-9 15,9 9-15,29-8 16,-85 36-1</inkml:trace>
  <inkml:trace contextRef="#ctx0" brushRef="#br0" timeOffset="77579.39">4506 14232 0,'0'0'16,"0"0"-16,0 0 15,0 0 1,0 0-16,0 0 15,0 0 1,0 0-16,0 0 16,0 0-16,0 0 15,0 0 1,0 0-16,0 0 16,0 0-1,0 9-15,-9 19 16,9 9-1,-10 18-15,1 19 16,9 18-16,0 1 16,-9-19-1,9 18-15,0-18 16,9-10 0,-9-8-16,9-19 15,1-10 1,-1-8-16,1-10 15,-1 0-15,0 0 16,10-9 0,9 0-16,1 0 15,-1 0 1,0 0-16,-9 0 16,9 0-16,0 0 15,-9-9 1,0 0-16,9 0 15,-9-10 1,-19 19-16</inkml:trace>
  <inkml:trace contextRef="#ctx0" brushRef="#br0" timeOffset="77853.3">4327 14887 0,'0'0'0,"0"0"15,0 0-15,0 0 16,10-9 0,9 0-16,18-9 15,10-1-15,10-9 16,-1 1-1,-18-1-15,-10 0 16,0 1 0,-9 8-16,-19 19 15</inkml:trace>
  <inkml:trace contextRef="#ctx0" brushRef="#br0" timeOffset="78070.48">4403 14518 0,'0'0'16,"0"0"-16,9-18 15,10-10 1,19-18-16,27-9 16,11-10-1,-1 10-15,19-1 16,-19 19-1,-75 37-15</inkml:trace>
  <inkml:trace contextRef="#ctx0" brushRef="#br0" timeOffset="80452.19">2596 15312 0,'0'0'16,"0"0"-1,0 0-15,0 9 16,-9 10-16,0-1 15,-10 10 1,0 9-16,0-10 16,10 1-1,-1 0-15,10-10 16,0-8-16,0-1 16,10 0-1,-1 0-15,10 0 16,9 1-1,10-10-15,-10 0 16,0 9-16,-9 0 16,0 0-1,-10 10-15,1 8 16,-10 10 0,-10 19-16,-8-1 15,-11 1 1,10-20-16,1-8 15,-11-9-15,29-19 16</inkml:trace>
  <inkml:trace contextRef="#ctx0" brushRef="#br0" timeOffset="80663.92">2512 15377 0,'0'0'0,"0"0"16,19-19-1,28-18-15,28-9 16,19-9-16,0 9 16,19-10-1,-113 56-15</inkml:trace>
  <inkml:trace contextRef="#ctx0" brushRef="#br0" timeOffset="81503.64">5315 15035 0,'0'0'16,"0"0"-16,0-9 15,-9 0-15,-1-1 16,1-8-1,-10-1-15,0 1 16,1 0 0,-11-1-16,1 10 15,0 9-15,0 0 16,-1 9 0,1 10-16,0 8 15,9 1 1,10 0-16,9-1 15,0-8 1,9-1-16,10-9 16,9-9-16,10-9 15,-1 0 1,1-9-16,0-1 16,-10 1-1,0-1-15,-9 10 16,-10 9-16,1 0 15,9 18 1,9 29-16,0 17 16,10 65-1,-1 19-15,-18-19 16,-19-129 0</inkml:trace>
  <inkml:trace contextRef="#ctx0" brushRef="#br0" timeOffset="84376.99">3199 12903 0,'0'0'0,"0"0"0,0 0 15,0 0 1,0 0-16,0 0 16,0 0-1,0 9-15,0 19 16,0 9-16,0 18 15,0 38 1,0-10 0,0-19-16,9-8 15,0-19-15,1-10 16,-10-27 0</inkml:trace>
  <inkml:trace contextRef="#ctx0" brushRef="#br0" timeOffset="84822.3">3565 12802 0,'0'0'0,"0"0"15,0 0-15,0 0 16,0 9 0,0 9-16,-9 10 15,0 9 1,-1 0-16,1 0 16,-1 0-1,1-10-15,9 1 16,0-10-16,0 1 15,0-10 1,9 10-16,1-10 16,18 0-1,0 0-15,19 0 16,0-9-16,0 0 16,0 0-1,0-9-15,-9 0 16,0 0-1,-1-10-15,-37 19 16</inkml:trace>
  <inkml:trace contextRef="#ctx0" brushRef="#br0" timeOffset="85052.21">3829 12940 0,'0'0'0,"0"0"16,0 9-16,-10 10 15,1 27 1,0 46-16,9 19 16,0 0-1,9 9-15,10 0 16,-19-120-16</inkml:trace>
  <inkml:trace contextRef="#ctx0" brushRef="#br0" timeOffset="88319.75">10282 14564 0,'0'0'16,"0"0"-16,0 0 16,0 0-1,0 0-15,0 0 16,-9 19 0,-1 9-16,1 8 15,0 29-15,-1 0 16,1-1-1,9 1-15,9-10 16,10-9 0,9-9-16,10-9 15,0-10-15,9-8 16,0-1 0,9-18-16,-9-1 15,0-8 1,-19 0-16,1-10 15,-29 28 1</inkml:trace>
  <inkml:trace contextRef="#ctx0" brushRef="#br0" timeOffset="88535.79">10395 14915 0,'0'0'0,"0"0"15,0 0 1,10-18-16,18-10 16,9-18-1,1 0-15,-10 0 16,1-10 0,-11 10-16,-18 46 15</inkml:trace>
  <inkml:trace contextRef="#ctx0" brushRef="#br0" timeOffset="88688.95">10169 14592 0,'0'0'0,"0"0"16,29 0 0,36-9-16,39-19 15,9-9 1,9 0-16,-18 10 15,-104 27 1</inkml:trace>
  <inkml:trace contextRef="#ctx0" brushRef="#br0" timeOffset="88917.74">11138 14638 0,'0'0'16,"0"9"-1,0 19-15,10 9 16,-10 9-16,9 19 16,1 18-1,-1-9-15,-9-10 16,0-18 0,0-18-16,0-19 15,0-9-15,0 0 16</inkml:trace>
  <inkml:trace contextRef="#ctx0" brushRef="#br0" timeOffset="89126.23">11063 14638 0,'0'0'16,"10"-9"-16,8 0 15,11-19-15,8 0 16,10 1 0,-9 8-16,-10 1 15,0-1 1,-28 19-16</inkml:trace>
  <inkml:trace contextRef="#ctx0" brushRef="#br0" timeOffset="89340.03">11148 14841 0,'0'0'0,"0"0"16,0 0-16,0 0 16,0 0-1,9 0-15,38-9 16,38-9-1,18-10-15,29-18 16,19 0-16,-151 46 16</inkml:trace>
  <inkml:trace contextRef="#ctx0" brushRef="#br0" timeOffset="89940.57">16303 14481 0,'0'0'15,"0"0"-15,0 0 16,0 0 0,9 10-16,1 17 15,-1 19 1,1 28-16,-10 9 16,0 10-1,0-1-15,0-18 16,0-19-16,0-18 15,0-37 1</inkml:trace>
  <inkml:trace contextRef="#ctx0" brushRef="#br0" timeOffset="90335.65">16811 14527 0,'0'0'0,"0"0"16,0 0-1,0 0-15,0 0 16,0 10 0,-9 17-16,-10 10 15,-9 0 1,-1 9-16,11-9 15,-1 0-15,0 0 16,10 0 0,9 0-16,9 0 15,10 0 1,18 0-16,10-10 16,0-8-16,10-1 15,-10-8 1,0-10-16,-9 0 15,-10-10 1,-9 1-16,-19 9 16</inkml:trace>
  <inkml:trace contextRef="#ctx0" brushRef="#br0" timeOffset="90522.98">16877 14869 0,'0'0'0,"0"0"16,0 18-16,9 19 16,1 28-1,9 18-15,-1 28 16,1-19 0,0-18-16,-19-74 15</inkml:trace>
  <inkml:trace contextRef="#ctx0" brushRef="#br0" timeOffset="91402.64">17827 12442 0,'0'0'15,"0"0"-15,0 0 16,0 0-1,-9 9-15,-10 9 16,-19 28-16,-37 37 16,-10 19-1,29-10-15,-1-27 16,10-19 0,10-27-16,37-19 15</inkml:trace>
  <inkml:trace contextRef="#ctx0" brushRef="#br0" timeOffset="91586.61">17413 12460 0,'0'0'0,"19"9"16,28 28-16,38 28 15,9 18 1,9 28-16,10-19 15,-9 0 1,-104-92-16</inkml:trace>
  <inkml:trace contextRef="#ctx0" brushRef="#br0" timeOffset="91969.59">18194 13641 0,'0'0'0,"0"0"16,0 0-16,0 0 15,0 10-15,-19 27 16,-9 9 0,-10 28-16,-9 27 15,0-27 1,10-19-16,8-18 15,11-18 1,8-19-16,10 0 16</inkml:trace>
  <inkml:trace contextRef="#ctx0" brushRef="#br0" timeOffset="92136.71">17893 13614 0,'0'0'16,"0"0"-16,9 9 15,1 9 1,27 19-16,29 28 16,38 27-1,27 19-15,29 18 16,28 10 0</inkml:trace>
  <inkml:trace contextRef="#ctx0" brushRef="#br0" timeOffset="99503.59">10743 12691 0,'0'0'16,"0"0"-16,0 0 15,-9 9 1,-19 19-16,-10 18 15,-28 28 1,-19 18-16,-9 0 16,19-18-16,19-19 15,18-27 1,38-28-16</inkml:trace>
  <inkml:trace contextRef="#ctx0" brushRef="#br0" timeOffset="99702.3">10226 12774 0,'0'0'0,"0"0"16,9 9-16,19 0 16,29 28-1,18 9-15,19 19 16,0 0-1,10 8-15,-104-73 16</inkml:trace>
  <inkml:trace contextRef="#ctx0" brushRef="#br0" timeOffset="100189.62">10555 13475 0,'0'0'0,"0"0"16,0 0-1,-9 10-15,-10 17 16,-19 29 0,-18 36-16,-1 0 15,1-9-15,9-27 16,0-10-1,47-46-15</inkml:trace>
  <inkml:trace contextRef="#ctx0" brushRef="#br0" timeOffset="100352.92">9991 13688 0,'0'0'16,"9"0"-16,19-10 15,19 10 1,38 10-16,47 17 15,18 19 1,20 10-16,18-1 16,37 10-16</inkml:trace>
  <inkml:trace contextRef="#ctx0" brushRef="#br0" timeOffset="103652.77">2954 13189 0,'0'0'0,"0"0"0,0 0 16,0 0-1,0 0-15,0 0 16,-9 9-16,-1 1 16,1 8-1,-10 1-15,-19 17 16,-9 11 0,0 8-16,-9 10 15,-10-1 1,0 19-16,10 10 15,9-20-15,0 1 16,-1-9 0,11-10-16,18-9 15,0 1 1,10-11-16,-1-8 16,10-9-16,0-19 15</inkml:trace>
  <inkml:trace contextRef="#ctx0" brushRef="#br0" timeOffset="104236.25">3913 13549 0,'0'0'16,"0"0"-16,0 0 15,0 0 1,0 0-16,0 0 16,0 9-1,10 10-15,18 18 16,10 27-1,9-8-15,0 8 16,9 10-16,-9-9 16,19 18-1,-66-83-15</inkml:trace>
  <inkml:trace contextRef="#ctx0" brushRef="#br0" timeOffset="105702.98">1693 14906 0,'0'0'0,"0"0"16,0 0-16,0 9 16,10 28-1,-1 37-15,19 55 16,-28 28 0,10 9-16,-10 0 15,0-27 1,9-29-16,-9-45 15,0-28-15,0-37 16</inkml:trace>
  <inkml:trace contextRef="#ctx0" brushRef="#br0" timeOffset="106459.68">1656 14647 0,'0'0'0,"0"0"16,0 0-16,0 0 16,19-9-1,28-18-15,18-10 16,11-10-16,18-8 15,19-10 1,0 10-16,-10-9 16,0-1-1,-8 10-15,-11 18 16,1 9 0,-19 9-16,0 10 15,-10 9 1,0 19-16,10 8 15,0 10-15,-9 9 16,-10 19 0,0 18-16,-10 28 15,-8 0 1,-11-1-16,1 20 16,-9-10-16,-1-10 15,0-8 1,1-10-16,-10 0 15,-10-8 1,1-11-16,0-8 16,-10 0-1,0-10-15,0-18 16,10-9-16,-10-1 16,0 1-1,-19 9-15,1-9 16,-10-1-1,-10-8-15,-18-1 16,-19 1 0,-19-1-16,0-9 15,0 10-15,-18-10 16,18-9 0,28 0-16,0 0 15,29-9 1,-10 9-16,29-9 15,27-1-15,-9 1 16,19 9 0</inkml:trace>
  <inkml:trace contextRef="#ctx0" brushRef="#br0" timeOffset="106919.06">3876 14472 0,'0'0'0,"9"9"15,1 19-15,27 27 16,10 38-1,10 27-15,9 46 16,-10 0 0,-9 19-16,-19-47 15,1-27 1,-11-19-16,-8-37 16,-10-18-16,0-37 15,-10 0 1,10 0-16</inkml:trace>
  <inkml:trace contextRef="#ctx0" brushRef="#br0" timeOffset="107553.71">3848 14352 0,'0'0'0,"9"-9"15,10 0 1,37-10-16,29 1 16,9-10-1,38 0-15,28-9 16,-10 1 0,1-1-16,-20 9 15,1 9-15,-38 10 16,10 0-1,-20 9-15,-8 9 16,-11 0 0,-18 10-16,1 18 15,-1 9-15,-10 19 16,1 27 0,-1 9-16,-8 10 15,-1 9 1,-9-18-16,-10 8 15,1-17 1,-10-1-16,-10-9 16,1-18-1,9-10-15,-10-9 16,1 0-16,-10-18 16,10 0-1,-10-1-15,-9-8 16,-19-1-16,-19-8 15,-28-1 1,-10 0 0,-28-9-16,-9 9 15,10 1-15,8 8 16,1 0 0,19-8-16,18-1 15,19 0 1,66-9-16</inkml:trace>
  <inkml:trace contextRef="#ctx0" brushRef="#br0" timeOffset="108136">2926 12469 0,'0'0'0,"0"0"16,-10 0-1,1 9-15,-1 1 16,-8 8 0,-1 10-16,0 18 15,-9 28 1,9 27-16,0 19 15,0 10-15,1 17 16,-1-18 0,9-18-16,10-37 15,0-28 1,0-27-16,0-19 16</inkml:trace>
  <inkml:trace contextRef="#ctx0" brushRef="#br0" timeOffset="108803.37">2681 12562 0,'0'0'0,"0"0"15,19-10-15,9 1 16,29-9-1,18-10-15,38-9 16,9 0 0,19-18-16,19-1 15,-19 10-15,-9 0 16,-10 9 0,0 0-16,-18 19 15,-29 9 1,-9 9-16,-9 9 15,-10 9 1,0 10-16,9 27 16,-9 28-16,-19-9 15,1 28 1,-11-1-16,1 10 16,0-19-1,-10 1-15,-9-10 16,0-19-16,-9 1 15,0-1 1,-1-8-16,1-1 16,-1-18-1,1-9-15,0 0 16,-10-10 0,0 0-16,-9 1 15,-10-10-15,-37 0 16,-29 10-1,-9-10-15,-28 10 16,-28 8 0,9-8-16,10-1 15,-1 1 1,19-10-16,19 0 16,1 0-16,-1 10 15,19-10 1,94-9-16</inkml:trace>
  <inkml:trace contextRef="#ctx0" brushRef="#br0" timeOffset="121385.87">10301 9654 0,'0'0'16,"0"0"-16,0 0 16,0 0-16,0 0 15,0 0 1,10 0-16,8 0 15,20 0 1,18-9-16,29-28 16,37-18-1,29-19-15,-19-9 16,-48 27-16,-84 56 16</inkml:trace>
  <inkml:trace contextRef="#ctx0" brushRef="#br0" timeOffset="121819.99">10837 9119 0,'0'0'16,"0"0"-16,0 0 15,-9 0 1,-10 9-16,-19 19 15,-9 18 1,-9 19-16,0-1 16,-1 10-16,-9 9 15,0 9 1,19-18-16,10-9 16,9-10-1,9-27 1,9-10-16,1-8 15,9-10-15</inkml:trace>
  <inkml:trace contextRef="#ctx0" brushRef="#br0" timeOffset="123236.48">10894 9368 0,'0'0'0,"0"0"16,0 0-16,0 0 16,-10 9-1,-18 19-15,-19 9 16,-19 28-1,-18 27-15,-1 9 16,10-18 0,9-18-16,19-19 15,47-46-15</inkml:trace>
  <inkml:trace contextRef="#ctx0" brushRef="#br0" timeOffset="123469.96">10311 9405 0,'0'0'16,"0"0"-16,18 9 16,11 0-16,8 10 15,10 27 1,19 19-16,9 27 15,1-9 1,-11 9-16,-65-92 16</inkml:trace>
  <inkml:trace contextRef="#ctx0" brushRef="#br0" timeOffset="123752.77">10461 10494 0,'0'0'16,"0"0"-16,-9 19 15,-20 27-15,-8 28 16,-1 27 0,-9 10-16,9-10 15,10-36 1,28-65-16</inkml:trace>
  <inkml:trace contextRef="#ctx0" brushRef="#br0" timeOffset="123969.49">10066 10605 0,'0'0'0,"0"0"15,28 18-15,38 28 16,56 19-1,10 0-15,19 9 16,8-10-16,58 19 16</inkml:trace>
  <inkml:trace contextRef="#ctx0" brushRef="#br0" timeOffset="133790.29">7037 12765 0,'0'0'0,"0"0"15,0-10 1,0 1-16,-10 0 15,1 0-15,-10-1 16,0 1 0,-9 0-16,-19 0 15,-19 18 1,0 9-16,10 10 16,-1 9-16,10 9 15,10 0 1,-1 10-16,19-10 15,10 9 1,9 1-16,19-1 16,9-9-16,19 0 15,28-9 1,19-9-16,19-19 16,0-18-1,0 0-15,-113 9 16</inkml:trace>
  <inkml:trace contextRef="#ctx0" brushRef="#br0" timeOffset="134253.54">8485 12525 0,'0'0'0,"0"0"16,0 0-16,0 0 16,0 0-1,0 0-15,0 0 16,-9 9-16,0 19 16,-1 18-1,1 37-15,-1 28 16,1 9-1,0-1-15,-1-8 16,1-9-16,-1-38 16,1-8-1,0-19-15,9-28 16,0-9 0</inkml:trace>
  <inkml:trace contextRef="#ctx0" brushRef="#br0" timeOffset="134806.57">8222 12562 0,'0'0'16,"0"0"-16,9-10 15,1 1 1,9-9-16,9-1 15,10 1 1,27-1-16,11 1 16,-20 9-1,-9 9-15,-9 9 16,-19 0-16,-1 9 16,-18 10-1,-9 9-15,-10 18 16,-18 10-1,8 0-15,11-19 16,-1-9-16,0-10 16,9 1-1,10-9-15,0-10 16,10 0 0,18 0-16,19 1 15,19-10 1,-10 0-16,-9 0 15,-9 9-15,-19 0 16,-10 0 0,-9 10-16,-9 18 15,-29 27 1,-37 10-16,9-19 16,-9-8-1,0-11-15,-19-8 16,0-19-16,94-9 15</inkml:trace>
  <inkml:trace contextRef="#ctx0" brushRef="#br0" timeOffset="135353">6472 11934 0,'0'0'0,"0"0"15,0-9 1,10-19-16,9-18 16,18-28-16,10-27 15,28-19 1,-9 18-16,0 0 16,-9-8-1,-1-1-15,-18 28 16,-1 18-16,-8 10 15,-1 9 1,0 9-16,-9 18 16,-19 19-1</inkml:trace>
  <inkml:trace contextRef="#ctx0" brushRef="#br0" timeOffset="135820.01">8485 11999 0,'0'0'0,"0"0"16,-9-10-16,0 1 16,-10-9-1,0-10-15,-9-18 16,0 0-16,-10-19 15,-9-18 1,-10-19-16,10-8 16,10 17-1,-1-8-15,10-1 16,9 28 0,0 19-16,1 18 15,8 10-15,1 8 16,-10 10-1,19 9-15</inkml:trace>
  <inkml:trace contextRef="#ctx0" brushRef="#br0" timeOffset="136471.51">7018 10042 0,'0'0'16,"0"0"-16,9-9 16,10-1-1,9-8-15,10 9 16,0 18 0,-10 0-16,-9 19 15,-1 18 1,-8 9-16,-20 10 15,-18 9-15,0-10 16,-10-8 0,10-10-16,9-9 15,10-19 1,9 1-16,0-10 16,0-9-1,19 0-15,18 0 16,29-9-16,0-10 15,0 1 1,0-1-16,0-17 16,-66 36-16</inkml:trace>
  <inkml:trace contextRef="#ctx0" brushRef="#br0" timeOffset="136870.62">7761 9968 0,'0'0'16,"-9"0"-16,-10 9 15,-9 0-15,-1 10 16,1 9-1,9-1-15,10 1 16,9 0 0,0-1-16,19 1 15,9 0 1,10-1-16,9 1 16,0 0-1,-10 0-15,-8 8 16,-11 1-16,-8 10 15,-1 17 1,-9-18-16,-9-9 16,-10-9-16,-9-19 15,28-9 1</inkml:trace>
  <inkml:trace contextRef="#ctx0" brushRef="#br0" timeOffset="137053.69">7564 10088 0,'0'0'0,"18"-9"15,39-19-15,27-9 16,48-18 0,19-10-16,-10 10 15,-19-1 1,-47 10-16,-75 46 15</inkml:trace>
  <inkml:trace contextRef="#ctx0" brushRef="#br0" timeOffset="137403.9">6679 9866 0,'0'0'0,"0"0"16,0 10-1,-9 27-15,9 64 16,0 19-16,0 28 16,9 18-1,-9-37-15,10-18 16,-1-46 0,-9-38-16,0-27 15</inkml:trace>
  <inkml:trace contextRef="#ctx0" brushRef="#br0" timeOffset="138053.87">6773 9793 0,'19'0'0,"19"-10"16,46-26-16,58-11 15,27-8 1,0 0-16,10-1 16,-29 10-1,-8 9-15,-30 19 16,-27 8-1,-19 1-15,-19 9 16,-9 9-16,9 10 16,-10-1-1,10 10-15,0 18 16,10 19 0,-1 18-16,-18-9 15,0 0-15,-10 9 16,-19-10-1,1 11-15,-20-20 16,1 1 0,-10-10-16,0-9 15,0-9-15,1-9 16,-20 0 0,-9-1-16,-28 10 15,-19 0 1,-38 9-16,-19 0 15,-27 1 1,8-1-16,-9 0 16,1-9-16,18-10 15,28 1 1,10 0-16,28-10 16,28-8-1,28-1-15,19 0 16,19-9-16</inkml:trace>
  <inkml:trace contextRef="#ctx0" brushRef="#br0" timeOffset="138856.57">10555 15875 0,'0'0'15,"0"0"1,0 0-16,0 0 15,0 0-15,0 0 16,0 0 0,0 0-16,0 0 15,0 0 1,0 18-16,0 19 16,10 28-16,-1 18 15,0 9 1,1-18-16,-1-9 15,-9-28 1,0-10-16,0-17 16,0-10-16,0 0 15</inkml:trace>
  <inkml:trace contextRef="#ctx0" brushRef="#br0" timeOffset="139390.07">10442 15635 0,'0'0'15,"0"0"-15,0 0 16,10 0 0,8 0-16,11 9 15,-1 0 1,10 10-16,-20-1 15,1 1-15,0 9 16,-10-1 0,1 10-16,-10 0 15,0 0 1,-10 0-16,1 0 16,0-9-1,-1-10-15,10-9 16,0 0-16,0-9 15,10 10 1,18-1-16,9 0 16,20-9-16,9 0 15,-10 0 1,-18 9-16,-1 1 16,-8 8-1,-20 1-15,0 8 16,-9 10-1,-18 9-15,-20 10 16,-9-1 0,0-18-16,9-9 15,1-1-15,8-8 16,11-10 0,18-9-16</inkml:trace>
  <inkml:trace contextRef="#ctx0" brushRef="#br0" timeOffset="139774.01">11665 15561 0,'0'0'15,"0"0"1,0 0-16,0 0 16,-9 9-16,-10 1 15,-9 8 1,-19 19-16,-10 9 16,1 0-1,9 10-15,9-1 16,10 0-1,19-18-15,9 0 16,9-9-16,19 0 16,19-10-1,28-9-15,38-9 16,19-9 0,-132 9-16</inkml:trace>
  <inkml:trace contextRef="#ctx0" brushRef="#br0" timeOffset="140570.51">16181 15866 0,'0'0'0,"0"0"15,0 0-15,0 0 16,9 0 0,10-9-16,19-1 15,9 1 1,-10 0-16,1 9 15,0 0-15,-10 9 16,-9 0 0,-10 1-16,-9 17 15,-9 10 1,-20 19-16,-8-1 16,-1 10-1,0-10-15,10-9 16,0-9-16,9-9 15,10-10 1,9 1-16,9-10 16,19 0-1,10 0-15,18-9 16,10-9-16,10 0 16,8-10-1,1-8-15,-10-1 16,-9 0-1,9-9-15,-75 37 16</inkml:trace>
  <inkml:trace contextRef="#ctx0" brushRef="#br0" timeOffset="140954.04">17310 15783 0,'0'0'15,"0"0"1,0 0-16,-10 9 16,-9 9-16,1 10 15,-1 9 1,0 0-16,0-9 16,19 9-1,0-10-15,19 10 16,9 0-1,0 0-15,10 0 16,0-9-16,-10-1 16,0 1-1,0 0-15,-9 9 16,-9-1 0,-10 1-16,-19 0 15,-9 0-15,-10-18 16,-19-10-1,-8-18-15,65 9 16</inkml:trace>
  <inkml:trace contextRef="#ctx0" brushRef="#br0" timeOffset="141104.06">17366 15903 0,'0'0'0,"9"-10"15,20-8 1,27-19-16,29-28 16,9-27-16,-94 92 15</inkml:trace>
  <inkml:trace contextRef="#ctx0" brushRef="#br0" timeOffset="141886.99">18617 9211 0,'10'0'0,"-1"0"16,-9 0 0,0 0-16,0 9 15,-9 19-15,-29 46 16,-9-9-1,-19 27-15,0 0 16,19-27 0,10-19-16,8-18 15,11-19 1,-1-18-16,19 9 16</inkml:trace>
  <inkml:trace contextRef="#ctx0" brushRef="#br0" timeOffset="142092.01">18090 9137 0,'0'0'16,"10"10"-16,-1 8 15,29 37 1,18 19-16,29 19 16,18 8-1,10 1-15,10 18 16,-10-28-1,-10-9-15,-9-18 16,-28-29-16,-66-36 16</inkml:trace>
  <inkml:trace contextRef="#ctx0" brushRef="#br0" timeOffset="142422.26">18561 10466 0,'0'0'0,"0"0"15,0 0 1,0 0-16,-10 10 16,-18 27-16,-19 36 15,-19 29 1,0-10-16,1 1 16,18-20-1,9-26-15,10-29 16,28-18-16</inkml:trace>
  <inkml:trace contextRef="#ctx0" brushRef="#br0" timeOffset="142621.17">18043 10485 0,'0'0'0,"10"0"15,27 18-15,48 19 16,75 46 0,38 19-16,-10-1 15,9 19-15,1 0 16</inkml:trace>
  <inkml:trace contextRef="#ctx0" brushRef="#br0" timeOffset="159503.62">5042 17564 0,'0'0'16,"0"0"-16,0 0 16,0 0-1,0 0-15,0 9 16,0-9-16</inkml:trace>
  <inkml:trace contextRef="#ctx0" brushRef="#br0" timeOffset="175842.76">5212 11860 0,'0'0'16,"0"0"-1,0 0-15,0 0 16,0 0-1,0 0-15,0 0 16,0 0-16,0 0 16,0 9-1,0 10-15,0 27 16,9 19 0,1 18-16,-1 18 15,0 10-15,1-19 16,-1-18-1,-9-9-15,0-19 16,0-19 0,0-27-16</inkml:trace>
  <inkml:trace contextRef="#ctx0" brushRef="#br0" timeOffset="176257.45">4901 11999 0,'0'0'16,"0"0"-16,0 0 16,0 0-1,0 0-15,10-10 16,18-8-1,19-1-15,9 1 16,20 9-16,18-1 16,-19 10-1,-9 10-15,-10-1 16,-18 0 0,0 10-16,-20-1 15,1 1 1,0 17-16,-19 11 15,0 8-15,-19 19 16,-18 9 0,-1 0-16,-9-18 15,-10-1 1,-8 1-16,65-65 16</inkml:trace>
  <inkml:trace contextRef="#ctx0" brushRef="#br0" timeOffset="177687.68">3387 11842 0,'0'0'16,"0"0"0,0 0-16,0 0 15,0 0-15,0 0 16,0 0-1,0 0-15,0 0 16,0 0 0,-10-10-16,1 1 15,-1-9-15,1-19 16,9-19 0,0-17-16,9-1 15,1-9 1,-1 0-16,1-10 15,-1 1 1,-9 9-16,9 9 16,-9 0-1,0 0-15,0 1 16,0 17-16,0 10 16,0 18-1,10 1-15,-1 8 16,10 1-16,-19 18 15</inkml:trace>
  <inkml:trace contextRef="#ctx0" brushRef="#br0" timeOffset="178237.33">4911 11574 0,'0'0'15,"0"0"1,-10-9-16,-9-10 16,1 1-1,-11-10-15,1-9 16,-9-9-16,-1 0 15,-19-9 1,-8-10-16,-11-9 16,1 0-1,9 0-15,-9 1 16,9 8-16,-9 0 16,-10 1-1,19 18-15,1-1 16,17 11-1,1 8-15,10 9 16,9 1 0,9 9-16,9-1 15,10 10-15</inkml:trace>
  <inkml:trace contextRef="#ctx0" brushRef="#br0" timeOffset="185337.69">3151 10134 0,'0'0'0,"0"0"15,-9-18 1,-10-1-16,19 19 16</inkml:trace>
  <inkml:trace contextRef="#ctx0" brushRef="#br0" timeOffset="185404.49">2897 9931 0,'0'0'16,"-9"-9"-16,-10 0 16,19 9-1</inkml:trace>
  <inkml:trace contextRef="#ctx0" brushRef="#br0" timeOffset="185957.23">2634 9793 0,'0'0'0,"0"0"16,0 0-1,0 0-15,0 0 16,0 0 0,0 0-16,0 0 15,9 0-15,20-10 16,18-8-1,0 0-15,9-10 16,1 0 0,-10 10-16,-10 8 15,-8 10-15,-20 10 16,-9 8 0,-9 19-16,-10 37 15,-9 0 1,-1 0-16,1-10 15,9-8 1,10-20-16,9-8 16,0-9-16,9-10 15,1 0 1,8 0-16,20-9 16,9-9-1,0 9-15,0-9 16,-9 9-1,-10 0-15,-9 0 16,-10 9-16,-9 10 16,-9 17-1,-19 11-15,-19 17 16,-10 1 0,1-1-16,-1-8 15,10-19 1,10-10-16,-1-8 15,10-10-15,9-9 16,19 0 0</inkml:trace>
  <inkml:trace contextRef="#ctx0" brushRef="#br0" timeOffset="186454.3">3603 9663 0,'0'0'16,"0"0"-16,-9 10 16,-10 8-1,-9 10-15,-10 18 16,10 0-1,0 9-15,-1 19 16,1 0-16,19-9 16,9-19-1,9-9-15,10-9 16,9-10 0,10-9-16,28-18 15,9-19-15,0-9 16,-9 0-1,-10-9-15,-18 0 16,-10 9 0,-9-9-16,-19 0 15,-9 0 1,-20 0-16,-18-10 16,-18 19-16,-20 10 15,-9 17 1,-10 29-16,-9 46 15,-18 36 1,131-101-16</inkml:trace>
  <inkml:trace contextRef="#ctx0" brushRef="#br0" timeOffset="187072.81">2333 9663 0,'0'0'15,"0"0"-15,0 0 16,0 28-16,0 18 15,0 37 1,-9 28-16,9 28 16,0 8-1,-10 10-15,1 9 16,-1-27 0,1-19-16,0-28 15,-1-27-15,10-28 16,0-19-1,0-18-15,0 0 16</inkml:trace>
  <inkml:trace contextRef="#ctx0" brushRef="#br0" timeOffset="187842.31">2088 9756 0,'0'0'15,"0"0"1,19-9-16,28-28 16,47-28-1,19 0-15,38-18 16,18-18-16,-9 18 15,28 9 1,-28 9-16,0 10 16,-19 0-1,-19 18-15,-18 9 16,-19 9 0,-10 10-16,-9 0 15,-10 18-15,-9 10 16,-9 8-1,-1 10-15,1 37 16,-10 9 0,1 19-16,-1-1 15,-9 10-15,-1 0 16,-8-19 0,-1 0-16,1-18 15,-10-9 1,0-1-16,0-17 15,0-11-15,-10 1 16,1-9 0,-1 0-16,-8-1 15,-11 1 1,-8 9-16,-10 0 16,0-9-1,-10 9-15,1 0 16,-29-1-16,-18 1 15,-10 0 1,0 0-16,-19 9 16,-28 0-1,10-9-15,-1 10 16,1-20 0,18 1-16,0 0 15,19-1-15,0 1 16,19-10-1,10 1-15,18-1 16,0 1 0,66-19-16</inkml:trace>
  <inkml:trace contextRef="#ctx1" brushRef="#br0">2046 10971 0</inkml:trace>
  <inkml:trace contextRef="#ctx0" brushRef="#br0" timeOffset="191171.33">10442 11445 0,'0'0'0,"0"0"15,0-9-15,0 9 16,0 0-16,-9 0 15,-19 9 1,-29 46-16,-18 28 16,-19 28-1,9 0-15,10-19 16,18-27-16,20-28 16,9-10-1,-1-27-15,29 0 16</inkml:trace>
  <inkml:trace contextRef="#ctx0" brushRef="#br0" timeOffset="191392.15">9671 11722 0,'0'0'15,"0"-10"-15,9-8 16,1 0 0,-1 8-16,0 1 15,20 0 1,8 9-16,10 0 15,19 18 1,19 10-16,28 9 16,18 9-16,29 0 15,19-18 1,37 0-16,20 8 16</inkml:trace>
  <inkml:trace contextRef="#ctx0" brushRef="#br0" timeOffset="191956.01">19182 11408 0,'0'0'15,"0"-9"-15,0-1 16,0 1-16,0 0 15,-10 0 1,1 9-16,-1 0 16,-8 9-1,-11 9-15,-27 38 16,-10 27-16,-19 9 16,1 10-1,9-10-15,-1 9 16,10-27-1,19-28-15,19-27 16,28-19-16</inkml:trace>
  <inkml:trace contextRef="#ctx0" brushRef="#br0" timeOffset="192188.34">18410 11592 0,'0'0'16,"10"10"-16,9 8 15,28 19 1,28 18-16,9 19 16,20 37-1,18 0-15,1 9 16,-11-9-16,-112-111 15</inkml:trace>
  <inkml:trace contextRef="#ctx0" brushRef="#br0" timeOffset="194037.56">9511 14583 0,'0'0'0,"0"0"15,0 0 1,0 0-16,-10 18 15,-27 38 1,-20 54-16,-18 38 16,19-19-1,-1-9-15,10-27 16,10-38 0,8-18-16,11-37 15,18 0-15</inkml:trace>
  <inkml:trace contextRef="#ctx0" brushRef="#br0" timeOffset="194259.16">8852 14694 0,'0'0'16,"0"0"-16,0 0 15,0 0 1,19 9-16,9 9 15,29 10-15,28 18 16,18 28 0,19 9-16,29 0 15,-1-28 1,20-27-16,55 9 16</inkml:trace>
  <inkml:trace contextRef="#ctx0" brushRef="#br0" timeOffset="194937.95">18551 14758 0,'0'0'15,"0"0"-15,0 0 16,0 0-16,-9 9 15,0 1 1,-10 8-16,-9 10 16,-19 9-1,-10 18-15,1 19 16,-10 9 0,9-9-16,20-10 15,8-8-15,11-28 16,8-19-1,10-9-15</inkml:trace>
  <inkml:trace contextRef="#ctx0" brushRef="#br0" timeOffset="195171.6">17987 14804 0,'0'0'0,"0"0"15,0 0-15,0 10 16,0 8 0,19 19-16,28 18 15,28 19 1,38 18-16,9-18 16,10 0-1,18 9-15,-150-83 16</inkml:trace>
  <inkml:trace contextRef="#ctx0" brushRef="#br0" timeOffset="196887.5">11383 16807 0,'0'0'0,"0"0"16,0 0-1,0 0-15,0 0 16,0 0-16,0 0 16,0 0-1,0 0-15,0 0 16,0 0 0,0 0-16,0 0 15,0 0 1,0 0-16,0 0 15,0 0-15,0 0 16,0 0 0,0 0-16,0 0 15,0 0 1,0 0-16,0 0 16,0 0-16,0 0 15,0 0 1,0 0-16,0 0 15,0 0 1,0 0-16,0 0 16,0 0-16,0 9 15,0-9 1,0 0-16,0 0 16</inkml:trace>
  <inkml:trace contextRef="#ctx0" brushRef="#br0" timeOffset="197588.18">11458 16752 0,'0'0'0,"0"0"15,0 0-15,0 0 16,0 0-1,0 0-15,0 0 16,0 0 0,0 0-16,0 0 15,0 0 1,0 0-16,0 18 16,10 10-16,-1 18 15,10 9 1,-10 10-16,10 0 15,0-10 1,-10-18-16,-9-37 16</inkml:trace>
  <inkml:trace contextRef="#ctx0" brushRef="#br0" timeOffset="198009">11195 16752 0,'0'0'16,"0"0"-16,19-9 15,18-10-15,20-9 16,18 1-1,19 8-15,-9 1 16,9 18 0,-28 9-16,-1 10 15,-17 8-15,-11 19 16,-9 10 0,-18 8-16,-20 10 15,-18 28 1,-19-10-16,-9-9 15,-1-18 1,1-10-16,9-18 16,0-9-16,9-10 15,10-9 1,9-9-16,19 0 16</inkml:trace>
  <inkml:trace contextRef="#ctx0" brushRef="#br0" timeOffset="198504.74">12173 16632 0,'0'0'0,"0"0"16,0 0-16,0 0 15,0 0 1,10 9-16,-1 19 15,0 9-15,10 18 16,-9 10 0,-1 18-16,0-9 15,1 9 1,-1-10-16,1-17 16,8-10-16,11-9 15,-10-9 1,9-10-16,0-9 15,0 1 1,0-10-16,1-10 16,-11 1-1,11-9-15,-11-1 16,-18 19-16</inkml:trace>
  <inkml:trace contextRef="#ctx0" brushRef="#br0" timeOffset="198748.27">12277 17038 0,'0'0'15,"0"0"1,9-9-16,19-1 15,10-17-15,0-10 16,-1 0 0,1-9-16,-10 9 15,-9 0 1,-19 37-16</inkml:trace>
  <inkml:trace contextRef="#ctx0" brushRef="#br0" timeOffset="198921.37">12098 16743 0,'0'0'15,"0"0"-15,19-10 16,18-17-16,39-19 16,8-19-1,10-9-15,-94 74 16</inkml:trace>
  <inkml:trace contextRef="#ctx0" brushRef="#br0" timeOffset="199152">12888 16632 0,'0'9'15,"0"28"1,10 28-16,-1 27 15,10 19-15,0-1 16,9 1 0,-9-28-16,-10-27 15,0-10 1,-9-28-16,0-18 16,0 0-16,0 0 15</inkml:trace>
  <inkml:trace contextRef="#ctx0" brushRef="#br0" timeOffset="199398.94">12785 16761 0,'0'0'0,"0"0"15,9-18-15,0-10 16,10-9-1,10 0-15,-1 0 16,-9 9 0,9 1-16,0 8 15,-9 10-15,0 0 16,-1 9 0,-8 0-16,-10 0 15</inkml:trace>
  <inkml:trace contextRef="#ctx0" brushRef="#br0" timeOffset="199588.03">12785 17029 0,'0'0'16,"0"0"-16,18-10 15,11-8 1,27-28-16,38-10 15,10-8 1,-1 9-16,-103 55 16</inkml:trace>
  <inkml:trace contextRef="#ctx0" brushRef="#br0" timeOffset="200504.71">16190 16890 0,'0'0'0,"0"0"16,0 0-16,0 0 15,10 0 1,8-9-16,11 0 16,-1 0-1,0 9-15,10 0 16,-1 9 0,-8 0-16,-1 9 15,-9 10-15,-1-9 16,-8 8-1,-10 10-15,-10 0 16,1 0 0,0 0-16,-1 0 15,1-9-15,-1-10 16,10-9 0,10 10-16,9-10 15,18 9 1,20 1-16,8-1 15,11-8 1,-20-1-16,-18 0 16,-10 0-16,-9 1 15,-10-1 1,1 9-16,-20 10 16,-9 0-1,-28 8-15,-9 1 16,-19 0-1,9-9-15,9 0 16,1-10-16,18-9 16,1-9-1,18-9-15,0-9 16,19 18 0</inkml:trace>
  <inkml:trace contextRef="#ctx0" brushRef="#br0" timeOffset="201021.72">17206 17112 0,'0'0'16,"0"0"-16,0 0 15,0 0 1,0 0-16,0 0 15,0 0 1,0 0-16,0 0 16,-9 0-16,-1 9 15,-8 0 1,-1 19-16,0 18 16,9 19-1,10-1-15,19 10 16,19 0-16,18-19 15,1-9 1,18-18-16,10-19 16,-10-18-1,-9-9-15,-10-10 16,-9 0 0,-9 1-16,-10-10 15,-9 9-15,-10-9 16,-18-18-1,-19-10-15,-29-9 16,-9 10 0,-9 18-16,-19 18 15,-38 28 1,-9 28-16,0 18 16,141-46-16</inkml:trace>
  <inkml:trace contextRef="#ctx0" brushRef="#br0" timeOffset="208037.78">6237 7042 0,'0'0'0,"0"0"0,0 0 16,0 0 0,0 0-16,0 0 15,0 0-15,0 0 16,-9 19 0,9 8-16,0 10 15,0 0 1,0 28-16,0 9 15,9 18-15,-9 9 16,0 1 0,0-10-1,-9-9-15,-1-9 16,1-28-16,-1-18 16,10-19-1,0-9-15</inkml:trace>
  <inkml:trace contextRef="#ctx0" brushRef="#br0" timeOffset="208738.87">5908 7125 0,'0'0'15,"0"0"-15,0 0 16,19-9-1,9-9-15,19-1 16,28-9 0,38-18-16,9 0 15,10-9-15,19-10 16,9-9 0,-10 0-16,-9 19 15,-9 9 1,-19 9-16,0 9 15,-19 19 1,-10 9-16,-18 9 16,-9 10-16,-1 9 15,1 18 1,-20-9-16,1 9 16,-10 9-1,0-9-15,-9 10 16,-10 8-1,1 1-15,-10-10 16,0-9-16,0 1 16,-10-11-1,1 1-15,0-9 16,-1 0 0,1-10-16,-1 1 15,-8-1-15,-1-9 16,-9 10-1,-29-1-15,-9 1 16,-28-1 0,-37 10-16,-29 0 15,9 8-15,1 1 16,-1 0 0,1 0-16,18-9 15,10 0 1,-1-1-16,39-8 15,18-1 1,28-9-16,10 1 16,18-10-16,10 0 15,0 0 1</inkml:trace>
  <inkml:trace contextRef="#ctx0" brushRef="#br0" timeOffset="211237.59">7366 7624 0,'0'0'0,"0"0"0,0 0 16,0 0-1,0 0-15,0 0 16,0 0 0,0 0-16,-9 18 15,-1 1 1,1-1-16,-1 10 16,1 9-1,0 27-15,-10 10 16,9 0-1,-8 18-15,-1 10 16,0 9-16,-9 9 16,-1 0-1,11-10-15,-11 19 16,1-18 0,9-9-16,1-19 15,-1 0-15,0 0 16,0-18-1,10-10-15,-10-9 16,9-18-16,1-1 16,0 1-1,9 0-15,0-10 16,-10 1 0,10-1-16,-9 1 15,-1 8 1,1 1-16,0 0 15,-10 9-15,0 0 16,0-10 0,0 1-16,1 0 15,18-28 1</inkml:trace>
  <inkml:trace contextRef="#ctx0" brushRef="#br0" timeOffset="211407.81">7272 9303 0,'0'0'0,"0"0"16,0 0-1,0 0-15</inkml:trace>
  <inkml:trace contextRef="#ctx0" brushRef="#br1" timeOffset="-208971.02">8034 7365 0,'0'0'0,"0"0"15,0 0-15,0 0 16,0 0 0,9 9-16,10 1 15,9 8 1,1 19-16,8 9 15,-9 0-15,-9-9 16,9 19 0,-9-10-16,-9 0 15,-1-9 1,-9 9-16,0 9 16,0-8-1,0 8-15,-9-9 16,-10 9-16,-9-8 15,-19 8 1,0-9-16,-10 10 16,-9-10-1,-18 0-15,-10-9 16,-19 9-16,9-18 16,1-1-1,-1 1-15,-9-10 16,10 1-1,9-10-15,-19 0 16,0 1 0,19-10-16,0 0 15,-10-10-15,1 1 16,-10 0 0,10-10-16,-1 1 15,1 9 1,-10 0-16,19-1 15,0 1-15,-10 0 16,1 0 0,8-10-16,1 10 15,0 0 1,0-1-16,-9 1 16,9 0-1,0 9-15,18 0 16,-8 0-16,-1 9 15,10 0 1,0 1-16,-1 8 16,1 1-1,0 8-15,-1 1 16,1 9-16,19-9 16,-1 8-1,1 1-15,-1 10 16,10-1-1,10 0-15,-1 0 16,10 0-16,9-9 16,10-9-1,-1-1-15,1-8 16,9-1 0,0-8-16,0-10 15</inkml:trace>
  <inkml:trace contextRef="#ctx0" brushRef="#br1" timeOffset="-208843.2">3556 8888 0,'0'0'0,"0"0"16,0 37-1,0 120-15</inkml:trace>
  <inkml:trace contextRef="#ctx0" brushRef="#br1" timeOffset="-206774.7">9755 16041 0,'0'0'0,"0"0"16,-9 9 0,0 1-16,-1 8 15,-9 28 1,1 19-16,-1 18 15,0-9-15,0-19 16,19-55 0</inkml:trace>
  <inkml:trace contextRef="#ctx0" brushRef="#br1" timeOffset="-206589.14">9304 16263 0,'0'0'16,"0"0"-16,9 0 16,29 9-16,37 0 15,38 19 1,19 27-16,37 19 16,-18 0-1,-151-74-15</inkml:trace>
  <inkml:trace contextRef="#ctx0" brushRef="#br1" timeOffset="-206007.16">10696 16936 0,'0'0'16,"0"0"-16,0 0 15,0 0 1,0 0-16,0 0 16,-9 10-16,-19 27 15,-10 18 1,0 10-16,-9-10 16,10-9-1,-10-18-15,0-10 16,-10-18-1,20 0-15,37 0 16,-217-92-16,217 92 16,0 0-1,0 0-15,0 0 16,0 0 0,0 0-16,0 0 15,10-9-15,8-1 16,20 10-1,28 10-15,28 17 16,19 10 0,19 9-16,9 10 15,-141-56-15</inkml:trace>
  <inkml:trace contextRef="#ctx0" brushRef="#br1" timeOffset="-205208.39">18561 16013 0,'0'0'0,"0"0"16,0 10-1,-10 8-15,-8 10 16,-20 27 0,-9 10-16,-10 9 15,57-74-15</inkml:trace>
  <inkml:trace contextRef="#ctx0" brushRef="#br1" timeOffset="-204975.57">18373 16124 0,'0'0'15,"0"0"1,9 9-16,10 1 16,28 17-1,19 19-15,9 19 16,10 18-16,-85-83 16</inkml:trace>
  <inkml:trace contextRef="#ctx0" brushRef="#br1" timeOffset="-204711.13">19050 17019 0,'0'0'0,"0"0"15,-19 10-15,-18 17 16,-20 29 0,10 8-16,-9 1 15,56-65 1</inkml:trace>
  <inkml:trace contextRef="#ctx0" brushRef="#br1" timeOffset="-204504.34">18787 17296 0,'0'0'0,"9"10"15,19 8 1,10 1-16,28 27 16,9 9-1,10 0-15,-85-55 16</inkml:trace>
  <inkml:trace contextRef="#ctx0" brushRef="#br1" timeOffset="-201687.69">6651 7116 0,'0'0'0,"0"0"15,0 0-15,0-9 16,0 0-16,0-1 16,0 1-1,0 0-15,0 0 16,0 9-1,0 0-15,0 0 16,-9 0 0,-1 9-16,1 9 15,-10 10-15,10-9 16,9-1 0,9 0-16,10 1 15,18-1 1,20-8-16,-1-1 15,1 0-15,-10 0 16,-19 1 0,0 8-16,-9 0 15,-10 1 1,-9 18-16,-9 9 16,-19 9-1,-10 1-15,10-29 16,0-8-16,28-19 15</inkml:trace>
  <inkml:trace contextRef="#ctx0" brushRef="#br1" timeOffset="-201137.31">6444 7135 0,'0'0'15,"9"-10"-15,10-8 16,10-19 0,18-9-16,9-10 15,19 10 1,10 0-16,-19 9 16,-19 9-16,-10 10 15,1 0 1,-10-1-16,-9 10 15,0 0-15,-10 9 16,-9 0 0,0 0-16,10 9 15,-1 9 1,1 10-16,-10 9 16,0 0-1,0 9-15,9 0 16,0-9-16,1 0 15,9-9 1,9-1-16,9 1 16,-8-9-1,8-1-15,1 0 16,-10 1 0,0-1-16,-9 1 15,0-10-15,-10 10 16,1-1-1,-10 0-15,0 1 16,0-1 0,-10-8-16,1-10 15,9 0-15</inkml:trace>
  <inkml:trace contextRef="#ctx0" brushRef="#br1" timeOffset="-200958.67">7046 7098 0,'0'0'0,"0"0"16,0 0 0,0-10-16,0-8 15,19-19 1,37-18-16,48-28 16,37-10-1,66-27-15,-9 0 16</inkml:trace>
  <inkml:trace contextRef="#ctx0" brushRef="#br1" timeOffset="-200435.63">33697 14472 0</inkml:trace>
  <inkml:trace contextRef="#ctx0" brushRef="#br1" timeOffset="-198028">2418 6830 0,'0'0'0,"0"0"16,0 0-16,0 0 16,0 0-1,0 0-15,0 9 16,0 0-1,0 19-15,-10 0 16,1 9 0,-1 9-16,1-9 15,-10 18-15,-9 10 16,-10 9 0,-18 27-16,0 10 15,18 18 1,-9-27-16,28-19 15,0-19 1,10-36-16,9-19 16,0-9-16</inkml:trace>
  <inkml:trace contextRef="#ctx0" brushRef="#br1" timeOffset="-197672.31">2201 6968 0,'0'0'16,"10"-18"-1,-1-1-15,10-17 16,0 8-16,9 0 16,0 0-1,0 10-15,10 9 16,-10 9-1,10 9-15,9 19 16,0 9 0,9 18-16,-9 10 15,1-1-15,-1 10 16,0 0 0,-10-9-16,-9-10 15,1 0 1,-11-18-16,-8-18 15,-10-10 1,0-9-16</inkml:trace>
  <inkml:trace contextRef="#ctx0" brushRef="#br1" timeOffset="-197458.31">2154 7467 0,'0'0'0,"0"0"16,0 0-1,0 0-15,19 0 16,38-9-16,46-28 16,48-10-1,-151 47-15</inkml:trace>
  <inkml:trace contextRef="#ctx0" brushRef="#br1" timeOffset="-195758.34">2709 6248 0,'0'0'15,"0"0"1,19-27-16,19-38 15,9 1-15,28-38 16,29-46 0,8-18-16,1-9 15,-19 0 1,-9 18-16,0-28 16,-29 65-1,1 0-15,-10 9 16,-19 28-16,-9 19 15,0 17 1,-10 29-16,0 0 16,1 8-1,-10 10-15</inkml:trace>
  <inkml:trace contextRef="#ctx0" brushRef="#br1" timeOffset="-195124.28">6820 6202 0,'0'0'0,"-9"-18"16,-10-1-16,-9-18 16,-10-9-1,-9 0-15,0-18 16,0-10-1,-19-9-15,10 0 16,-10-28 0,0 9-16,0-8 15,-9-1-15,0 9 16,0 10 0,-10-28-16,10 28 15,-10-1-15,19 29 16,-9-19-1,0 9-15,18 19 16,1 8 0,9 10-16,9 10 15,0-1 1,38 28-16</inkml:trace>
  <inkml:trace contextRef="#ctx0" brushRef="#br1" timeOffset="-194640.98">3763 3480 0,'0'0'0,"0"0"16,0 0 0,9 18-16,10 28 15,0 19-15,0 9 16,0 46 0,-10 9-16,-9-9 15,0 18 1,0-9-16,-9-18 15,-1 0 1,10-56-16,0-18 16,0-9-16,0-28 15</inkml:trace>
  <inkml:trace contextRef="#ctx0" brushRef="#br1" timeOffset="-193822.76">3669 3683 0,'0'0'16,"19"-19"-16,18-9 15,39-8-15,55-11 16,10 10-1,29-9-15,18 0 16,0 9 0,28 0-16,-18 0 15,28 19 1,-19 0-16,-10-1 16,1 10-16,-19 9 15,-1 0 1,-18 18-16,-37 10 15,-1 9 1,-28 0-16,-9 9 16,-20 0-16,-8 9 15,-20 1 1,1-1-16,-10 10 16,1 18-1,-11 0-15,1 0 16,-9-9-1,-1-9-15,-9-10 16,0 0-16,-9-9 16,-1-9-1,1 0-15,-10-9 16,0 0 0,0-10-16,-9 1 15,0-1-15,-10 0 16,-9-8-1,-19-1-15,-18 0 16,-10-9 0,-38 9-16,-9 1 15,-29 8 1,1 1-16,-10 8 16,1-8-16,-1 18 15,10-10 1,-1-8-16,1 8 15,18 1 1,1-9-16,9-10 16,9 9-16,-9-9 15,9 1 1,19-1-16,0 9 16,10 10-1,-10 9-15,-9 18 16,122-55-1</inkml:trace>
  <inkml:trace contextRef="#ctx1" brushRef="#br1">3581 4921 0</inkml:trace>
  <inkml:trace contextRef="#ctx0" brushRef="#br1" timeOffset="-190101.12">4591 3627 0,'0'0'0,"0"0"16,0 0-16,0 0 15,0 0 1,0 0-16,0 0 16,0 0-1,0 0-15,0 0 16,0 0 0,0 0-16,0 0 15,0 0-15,9 9 16,1 10-1,-10 18-15,9 27 16,-9 29 0,-19 8-16,0-8 15,1-1-15,-1-9 16,9-9 0,10-28-16,10-18 15,-10-28 1</inkml:trace>
  <inkml:trace contextRef="#ctx0" brushRef="#br1" timeOffset="-189056.77">5419 3664 0,'0'0'0,"0"0"16,0 0-16,-10 0 16,-9 9-1,-18 19-15,-10 18 16,0 0 0,0 19-16,0 9 15,18-10-15,11-8 16,8-19-1,10 0-15,10-19 16,-1 1 0,10-10-16,18-9 15,20-9-15,-1-10 16,-18 1 0,-19 8-16,-10 1 15,-9 0 1,-9-9-16,-19-1 15,-1 1 1,-8-10-16,9 9 16,9-8-1,9-1-15,10-9 16,19 0-16,19-9 16,18 0-1,19 9-15,10 9 16,-10 19-16,1 18 15,-20 10 1,-9 8-16,-9 10 16,-1 37-1,-18-18-15,0 8 16,-10 1 0,1-19-16,-1-18 15,1-1-15,8-17 16,1-1-1,19-9-15,9-19 16,0-8 0,-9-1-16,-1-9 15,-9 0 1,-9-9-16,-19 0 16,-9 0-16,-19 9 15,-29 0 1,-46 18-16,-38 47 15,141-28 1</inkml:trace>
  <inkml:trace contextRef="#ctx1" brushRef="#br1" timeOffset="50664.52">5838 3828 0</inkml:trace>
  <inkml:trace contextRef="#ctx1" brushRef="#br1">5838 3828 0</inkml:trace>
  <inkml:trace contextRef="#ctx0" brushRef="#br1" timeOffset="-187440.47">1468 6885 0,'0'0'0,"0"0"16,0 0-16,0 19 15,18 36 1,11 19-16,-20 37 16,10 27-16,-19 28 15,0-18 1,0 9-16,-10-9 15,10-47 1,0-36-16,-9-28 16,9-10-16,0-27 15,0 0 1,0 0-16</inkml:trace>
  <inkml:trace contextRef="#ctx0" brushRef="#br1" timeOffset="-186491.25">1383 6922 0,'0'0'0,"19"-18"16,28-19-1,28-19-15,57-17 16,18-10 0,20 0-16,27 9 15,-37 18-15,-9 10 16,-1 9 0,-37 19-16,0 9 15,-19 9 1,-19 9-16,0 9 15,-18 10 1,-10 9-16,0 0 16,0 18-16,-9 28 15,-1 9 1,-9-8-16,-9 17 16,0 10-1,-9-19-15,-1-18 16,0 18-1,-9-18-15,-9 0 16,9-19-16,-9-9 16,-10-9-1,0 0-15,-9-9 16,-10 0 0,-9-10-16,-9 1 15,-10-1-15,-10 1 16,-8-10-1,-20 9-15,-18-9 16,9 10 0,-19 9-16,-9-1 15,-9 10 1,37 0-16,-38 0 16,20 9-16,27-9 15,1-9 1,27-1-16,-8-8 15,18-1 1,38-8-16,-10-1 16,29-9-16,-10 0 15,19 9 1,0-9-16</inkml:trace>
  <inkml:trace contextRef="#ctx0" brushRef="#br1" timeOffset="-184823.29">7883 12488 0,'0'0'16,"0"0"0,0 0-16,0 0 15,10 9-15,9 19 16,18 18 0,10 28-16,10 36 15,-10 10 1,-10 0-16,1 0 15,-10-18-15,-9-28 16,-10-19 0,1-18-16,-10-9 15,0-19 1,0-9-16,-10-9 16,-18-19-1,-19-27-15,47 55 16</inkml:trace>
  <inkml:trace contextRef="#ctx0" brushRef="#br1" timeOffset="-184289.06">7742 12460 0,'0'0'0,"0"0"15,19-9-15,19-10 16,37-18-1,28-9-15,29 0 16,0 0-16,0 0 16,9 9-1,-19 9-15,0 1 16,-28 8 0,-9 19-16,-19 9 15,-10 1 1,-9 8-16,0 10 15,0 9-15,0 18 16,-9 19 0,0 9-16,-10 9 15,-9 19 1,0 0-16,-10 9 16,-9-10-1,-9-17-15,-10-10 16,0-19-16,0-8 15,0-10 1,1-9-16,-20 0 16,0-10-1,-18-8-15,-19-1 16,-10 1-16,-19-10 16,-8 0-1,8 1-15,10-10 16,19 0-1,-1 0-15,1-10 16,75 10 0</inkml:trace>
  <inkml:trace contextRef="#ctx0" brushRef="#br1" timeOffset="-183814.83">5870 12995 0,'0'0'0,"0"0"16,10 10-1,8 17-15,11 29 16,8 36-16,-8 9 16,-1 10-1,0 9-15,-9-9 16,0-19 0,-10-36-16,0-19 15,-9-28 1,0-9-16,0 0 15</inkml:trace>
  <inkml:trace contextRef="#ctx0" brushRef="#br1" timeOffset="-183156.48">5880 13088 0,'0'0'16,"0"-19"-16,-10 1 15,1-1 1,-1 1-16,10-1 15,0 1 1,10-1-16,-1 1 16,19-10-1,10-9-15,28-18 16,28 0 0,19-10-16,0 10 15,-10 8-15,10 1 16,-19 19-1,-9 8-15,-10 10 16,10 9-16,-19 9 16,0 10-1,18 8-15,-18 1 16,0 0 0,-10 9-16,1 9 15,-10 9 1,-10 1-16,-8-1 15,-1 19-15,-9 9 16,0 0 0,-10 9-16,0 0 15,-9-18 1,0-9-16,0-10 16,-9 1-1,0-10-15,-10 0 16,-10 0-16,1-9 15,-19 0 1,-9 0-16,-19 0 16,-10-10-1,-19 1-15,-18-9 16,0-10-16,-1 0 16,1 0-1,0 1-15,18-10 16,29 0-1,9 0-15,10 0 16,9 0-16,47 0 16</inkml:trace>
  <inkml:trace contextRef="#ctx0" brushRef="#br1" timeOffset="-182524.57">4666 11851 0,'0'0'16,"0"0"0,0 0-16,0 9 15,0 28-15,-9 37 16,-1 27-1,10 29-15,0 8 16,10 0 0,-1-8-16,0-29 15,1-27-15,-1-28 16,1-18 0,-10-19-16,0-9 15,0-9 1,0-28-16,-10-28 15,-9-27 1,-9 0-16,0-1 16,28 93-16</inkml:trace>
  <inkml:trace contextRef="#ctx0" brushRef="#br1" timeOffset="-181940.72">4469 11915 0,'0'0'0,"0"0"16,0 0-1,0 0-15,9-9 16,10-9-16,28-19 16,9 0-1,38-18-15,29-10 16,-1 0 0,0 10-16,-18 0 15,9 8 1,-19 20-16,-19 18 15,-9-1-15,0 10 16,-10 10 0,0 8-16,-8 10 15,-1 9-15,0 9 16,-10 9 0,-9 1-16,1 17 15,-11 20 1,-8-1-16,-10-9 15,-10 0 1,-8 9-16,8-18 16,-9 0-16,1-19 15,-1-8 1,0-11-16,0 1 16,0-9-1,-9 0-15,-9-10 16,-1 1-1,-19-1-15,1 1 16,-19-1-16,-29 1 16,1-1-1,-29 0-15,0 10 16,19 0 0,10 0-16,9 8 15,9 1 1,19-9-16,66-28 15</inkml:trace>
  <inkml:trace contextRef="#ctx0" brushRef="#br1" timeOffset="-181382.09">4967 15838 0,'0'0'0,"-28"9"15,28-9 1</inkml:trace>
  <inkml:trace contextRef="#ctx0" brushRef="#br1" timeOffset="-171329.92">12314 821 0,'0'0'0,"0"0"0,0 19 16,0 27-16,-19 28 15,1 18 1,-1 19-16,-19 27 15,1-18 1,-1-9-16,0 9 16,10-37-1,9-18-15,10-19 16,9-18-16,0-28 16,0 0-1,9-19-15,-9 19 16</inkml:trace>
  <inkml:trace contextRef="#ctx0" brushRef="#br1" timeOffset="-171007.68">12183 1412 0,'0'0'0,"0"-18"16,0-10-1,0-9-15,0-18 16,0 9 0,0-19-16,0 19 15,9 9-15,0 0 16,1 9-1,-1 1-15,-9-1 16,10 9 0,-1 19-16,0 0 15,10 0-15,28 28 16,19 18 0,9 28-16,-9 0 15,0 27 1,-19 1-16,-9 0 15,-10-1 1,-9-18-16,-10-37 16,1-18-16,-10-10 15,0-18 1</inkml:trace>
  <inkml:trace contextRef="#ctx0" brushRef="#br1" timeOffset="-170757.92">12089 1458 0,'0'0'0,"0"0"16,0 0-1,9 0-15,29-9 16,27 0-1,29-10-15,19 1 16,-9-10 0,-10-9-16,0 0 15,-94 37-15</inkml:trace>
  <inkml:trace contextRef="#ctx0" brushRef="#br1" timeOffset="-170373.51">13105 1089 0,'0'0'0,"0"0"16,0 0-1,0 0-15,9 0 16,19 0-1,10 0-15,28 0 16,18-9-16,-8 0 16,-1-10-1,-19-9-15,-56 28 16</inkml:trace>
  <inkml:trace contextRef="#ctx0" brushRef="#br1" timeOffset="-170160.76">13227 1458 0,'0'0'0,"0"0"15,9-9 1,29-9-16,37-29 15,38-8 1,-10 9-16,-103 46 16</inkml:trace>
  <inkml:trace contextRef="#ctx0" brushRef="#br1" timeOffset="-163111.53">28128 16383 0</inkml:trace>
  <inkml:trace contextRef="#ctx0" brushRef="#br1" timeOffset="-160955.25">14995 748 0,'0'0'15,"-9"0"-15,-10-19 16,-9 10-1,0 9-15,0-19 16,-1 10-16,1 9 16,-10 28-1,-9 0-15,0 18 16,-9 0 0,-1 19-16,10 8 15,10 1 1,9 9-16,9 10 15,19-29-15,19 19 16,18-27 0,10-10-16,19-37 15,47-18 1,0-28-16,-10-28 16,-18-9-16,-19-9 15,-10 0 1,-18 9-16,-19 1 15,-10 26 1,-9 1-16,-19 19 16,-9-20-1,-19 29-15,-28 9 16,-29 9-16,1 27 16,18 20-1,1-10-15,84-37 16</inkml:trace>
  <inkml:trace contextRef="#ctx0" brushRef="#br1" timeOffset="-160276.55">12107 2704 0,'0'0'0,"0"0"16,0 0-1,0 0-15,0 0 16,0 0 0,0 0-16,0 19 15,0 18-15,0 18 16,0 37 0,0 10-16,0 9 15,0-38 1,0-8-16,0-10 15,0-18 1,0-27-16,0-10 16,0 0-16</inkml:trace>
  <inkml:trace contextRef="#ctx0" brushRef="#br1" timeOffset="-159723.53">11891 2834 0,'0'0'0,"0"0"16,9-10-16,1 1 16,-1-9-1,10-1-15,19-9 16,18-8 0,19 8-16,-9 0 15,0 10-15,-10 8 16,-18 10-1,0 0-15,-10 19 16,-9-1 0,-10 10-16,-9 9 15,-9 9 1,-1 19-16,-8-10 16,8-18-16,1-9 15,9-10 1,0-9-16,0-9 15,19 10 1,9-10-16,19 0 16,9-10-16,10 1 15,-9 9 1,-10 9-16,-10 1 16,-9 8-1,-9 10-15,-19 9 16,-19 9-16,-18 18 15,-29-8 1,-9-1-16,-1-9 16,1-18-1,9-9-15,10-19 16,28-10 0,-1-8-16,29 18 15</inkml:trace>
  <inkml:trace contextRef="#ctx0" brushRef="#br1" timeOffset="-159437.49">13321 2649 0,'0'0'16,"9"-9"-16,1-1 16,9 1-1,9 0-15,0 0 16,0 0-16,-28 9 15</inkml:trace>
  <inkml:trace contextRef="#ctx0" brushRef="#br1" timeOffset="-159201.3">13199 3055 0,'0'0'0,"0"0"16,9 0-16,10 0 15,28-9-15,28 0 16,19-19 0,0-9-16,-9 0 15,9-18 1,-94 55-16</inkml:trace>
  <inkml:trace contextRef="#ctx0" brushRef="#br1" timeOffset="-155749.65">14478 2280 0,'0'0'0,"0"0"0,0 0 15,0 0 1,0 0-16,0 0 16,9 9-1,1 0-15,-10-9 16,9 9 0,1 1-16,-1 8 15,0 10-15,1 9 16,-1 9-1,1 18-15,8 10 16,-8-9 0,-1 0-16,1 8 15,-1-8-15,-9-10 16,0-9 0,-9-9-16,9-9 15,-10-9 1,1-1-16,-1 0 15,1-8 1,0-1-16,-1 0 16,1 0-16,9-9 15,0 0 1,0 0-16</inkml:trace>
  <inkml:trace contextRef="#ctx0" brushRef="#br1" timeOffset="-153873.96">15419 2206 0,'0'0'0,"0"0"15,0 0 1,0 0-16,-19 0 16,0 9-16,0 0 15,-9 1 1,9-1-16,0 0 15,1 0 1,-1 0-16,0 1 16,0-1-16,10 9 15,-10 1 1,0 27-16,10 9 16,-1 10-1,1 27-15,9-9 16,9 0-1,1-9-15,9-18 16,-1-19-16,1-10 16,9-8-1,1-1-15,-1-18 16,19 0 0,9-18-16,1-19 15,18 0 1,0-9-16,1-10 15,-11-8-15,-8 8 16,-20 10 0,1 0-16,-28 9 15,-1 19 1,-9-19-16,-9 9 16,-10 0-16,-10 10 15,-8-10 1,-10 1-16,0 17 15,-10-8 1,1 18-16,9-9 16,9 9-1,10 0-15,0 0 16,18 0-16,1 0 16,0 0-1,-1 0-15,10 0 16,0 0-1,0 0-15,0 0 16,-9-10-16,9 1 16,-10-9-1,10 8-15,0 10 16</inkml:trace>
  <inkml:trace contextRef="#ctx0" brushRef="#br1" timeOffset="-152948.84">16153 1901 0,'0'0'0,"0"0"16,0 0-1,0 0-15,0 0 16,9 10-16,0-1 16,1 9-1,-1 10-15,1 9 16,8 27-1,-8 1-15,9 9 16,-1 18-16,11 0 16,-11 1-1,1 18-15,-9-47 16,-1 1 0,0-19-16,1-18 15,-10-1 1,0-27-16</inkml:trace>
  <inkml:trace contextRef="#ctx0" brushRef="#br1" timeOffset="-150173.54">13330 4347 0,'0'0'15,"0"0"-15,0 0 16,0-9-1,0 9-15,-9-9 16,9 9 0,-10 0-16,-18 9 15,-9 9-15,-20 10 16,-27 18 0,8 0-16,-8 10 15,27-10 1,1 9-16,18 1 15,10-1 1,9 19-16,10 0 16,18-10-16,10 10 15,9-28 1,19 10-16,10-19 16,18-19-1,0-18-15,0-18 16,19-29-16,-18 1 15,-76 46 1</inkml:trace>
  <inkml:trace contextRef="#ctx0" brushRef="#br1" timeOffset="-149873.39">13810 4513 0,'0'0'16,"0"0"-16,9-9 15,10 0 1,19-10-16,37-8 15,0 8-15,10 1 16,-10-1 0,1-8-16,-20 8 15,-56 19 1</inkml:trace>
  <inkml:trace contextRef="#ctx0" brushRef="#br1" timeOffset="-149622.89">14055 4846 0,'0'0'0,"0"0"15,9 0-15,19-10 16,29-17-1,46-10-15,48-28 16,-1-9 0,29-9-16,-10 0 15,48-18-15</inkml:trace>
  <inkml:trace contextRef="#ctx0" brushRef="#br1" timeOffset="-145755.95">15908 3812 0,'0'0'0,"0"0"0,0 0 16,0 0-1,0 0-15,0 0 16,0 0-16,0 0 16,0 0-1,0 0-15,0 0 16,0 0-1,0 0-15,0 18 16,9 19-16,1 28 16,9 9-1,-1 9-15,1 27 16,0 29 0,-10-28-16,10-10 15,0-36 1,-10-19-16,1-18 15,-10-19-15,0-9 16,0 0 0,0-9-16,-10-10 15,10 19 1</inkml:trace>
  <inkml:trace contextRef="#ctx0" brushRef="#br1" timeOffset="-145007.12">16604 3747 0,'0'0'16,"0"0"-16,0 0 16,0 0-1,0 0-15,0 0 16,0 0 0,0 0-16,-9 0 15,-10 9-15,9 1 16,-8 8-1,-11 1-15,11-1 16,-1 10 0,0-1-16,-9 20 15,9-1-15,10 0 16,9 0 0,9 9-1,0 10-15,10-10 16,0 1-16,0-19 15,9 0 1,0-10-16,0-8 16,10-1-16,0-9 15,-1 1 1,1-10-16,0 0 16,-1-10-1,1-8-15,9-10 16,-9-9-1,-1 0-15,-9 1 16,-9 8-16,0-9 16,-10 0-1,-9 0-15,0-9 16,-9 0 0,-10 0-16,0 9 15,-9 0-15,-9-9 16,-11 9-1,1 18 1,0 10-16,19 18 16,9-9-16,10 0 15,9 0 1</inkml:trace>
  <inkml:trace contextRef="#ctx0" brushRef="#br1" timeOffset="-144406.55">17846 3581 0,'0'0'0,"0"-9"15,-10 0-15,-8-1 16,-11 10-16,-8 0 16,-10 10-1,-10 8-15,10 19 16,0 9 0,0 10-16,10-10 15,8 0-15,11 9 16,8 1-1,10 8-15,19-8 16,9-10 0,19 9-16,10-9 15,8-18 1,11-10-16,8-8 16,10-29-16,1-9 15,-20-8 1,-9-1-16,-10-9 15,-18 9 1,-10-19-16,0-8 16,-18-19-1,-10-1-15,-29-17 16,-18 18-16,-28 0 16,0 37-1,-10 18-15,-9 19 16,19 9-16,18 18 15,29 10 1,19-10-16,9-18 16</inkml:trace>
  <inkml:trace contextRef="#ctx0" brushRef="#br1" timeOffset="-143847.5">21599 748 0,'0'0'0,"0"0"16,0 0-1,10 18-15,9 37 16,-1 29-1,1 26-15,-9-8 16,-1 27-16,-9 0 16,0-36-1,-9-29-15,-1-27 16,10-18 0,0-19-16,0 0 15</inkml:trace>
  <inkml:trace contextRef="#ctx0" brushRef="#br1" timeOffset="-143440.34">21336 969 0,'0'0'0,"28"0"15,38-9 1,38 0-16,27 9 16,20 0-1,-1 18-15,-27-9 16,-29 10-16,-28 8 16,-29-8-1,-9 18-15,-18 18 16,-20 1-1,-37 45-15,-47-9 16,-37 10 0,-20-19-16,10-18 15,19-19-15,37-28 16,19-9 0,28-9-16,20-9 15,-1-18 1,19-10-16,0 37 15</inkml:trace>
  <inkml:trace contextRef="#ctx0" brushRef="#br1" timeOffset="-143140.15">22907 1080 0,'0'0'0,"9"-9"16,1-1-1,27 1-15,11 0 16,8 9-1,0 0-15,-18 0 16,0 0-16,-10 0 16,-28 0-1</inkml:trace>
  <inkml:trace contextRef="#ctx0" brushRef="#br1" timeOffset="-142907.05">23029 1440 0,'0'0'0,"10"-9"15,18-10 1,28-18-16,38 0 15,19-9 1,28 0-16,-141 46 16</inkml:trace>
  <inkml:trace contextRef="#ctx0" brushRef="#br1" timeOffset="-138994.52">24544 757 0,'0'0'0,"0"0"16,0 0-16,-9 0 15,-1 0 1,1 9-16,-1 19 15,1-1 1,-1 20-16,1 26 16,9 20-16,0 17 15,0 1 1,0 0-16,0-19 16,9 1-1,-9-20-15,0-17 16,0-19-1,10-10-15,-10-17 16,0-1-16,0 0 16,0 0-1,0-9-15,0 0 16,0 0 0</inkml:trace>
  <inkml:trace contextRef="#ctx0" brushRef="#br1" timeOffset="-135751.6">25315 674 0,'0'0'0,"0"0"0,0 0 16,0 0-16,0 0 15,0 0 1,0 0-16,0 0 15,0 0-15,0 0 16,0 0 0,10 18-16,18 38 15,10 73 1,-1-9-16,1 27 16,-19 1-1,-1-19-15,-8 1 16,-1-38-16,1-37 15,-10-18 1,9-18-16,1-1 16,-1-18-1,0-9-15,-9 9 16</inkml:trace>
  <inkml:trace contextRef="#ctx0" brushRef="#br1" timeOffset="-135422.62">26341 360 0,'0'0'0,"0"0"15,0 0-15,0 18 16,9 38 0,1 36-16,-1 10 15,-9-10 1,0 74-16,0 0 16,0 10-16,9-10 15,-9-9 1,0-37-16,0-56 15,0-64 1</inkml:trace>
  <inkml:trace contextRef="#ctx0" brushRef="#br1" timeOffset="-134531.18">22230 2769 0,'0'0'0,"0"0"15,0 0-15,0 0 16,0 9-16,0 10 16,9 18-1,-9 9-15,0 9 16,0 19 0,-9 9-16,-1-9 15,1 0 1,-1-1-16,1 1 15,0-18-15,9-10 16,0 0 0,9-18-16,0-10 15,20 1 1,18-1-16,9-9 16,19-18-1,-9 0-15,0-10 16,-19 1-1,-9-1-15,-10 1 16,-9-1-16,-19 19 16</inkml:trace>
  <inkml:trace contextRef="#ctx0" brushRef="#br1" timeOffset="-134324.55">22249 3452 0,'0'0'16,"0"0"-16,0 0 16,9-9-1,10-1-15,0-8 16,18 0 0,10-19-16,-9 0 15,9-28 1,-47 65-16</inkml:trace>
  <inkml:trace contextRef="#ctx0" brushRef="#br1" timeOffset="-134147.25">22220 2981 0,'0'0'0,"0"0"16,0 0-16,10 0 15,18 0 1,28-9-16,29-19 16,-85 28-1</inkml:trace>
  <inkml:trace contextRef="#ctx0" brushRef="#br1" timeOffset="-133833.15">23359 3055 0,'0'0'15,"0"0"-15,0 0 16,0 0 0,9-9-16,0 0 15,20-1 1,8 1-16,10 0 16,10 0-1,9-10-15,-66 19 16</inkml:trace>
  <inkml:trace contextRef="#ctx0" brushRef="#br1" timeOffset="-133556.86">23312 3350 0,'0'0'0,"0"0"16,0 0-16,0 0 16,0 0-1,18 0-15,20 0 16,47-18 0,-10-19-16,19-9 15,0 0-15,-28 0 16,-66 46-1</inkml:trace>
  <inkml:trace contextRef="#ctx0" brushRef="#br1" timeOffset="-131356.6">25325 2760 0,'0'0'15,"0"0"-15,0 0 16,0 0-16,0 0 15,0 0 1,0 0-16,0 0 16,0 0-1,0 0-15,9 9 16,1 0-16,-1 19 16,0 9-1,1 9-15,9 18 16,-1 10-1,1 9-15,-9 0 16,-1-9 0,0 0-16,1-18 15,-1-20 1,-9-17-16,0-19 16</inkml:trace>
  <inkml:trace contextRef="#ctx0" brushRef="#br1" timeOffset="-129604.39">26011 2760 0,'0'0'15,"0"0"-15,0 0 16,0 0-16,0 0 16,0 9-1,0 9-15,0 19 16,10 0 0,-10 28-16,0 18 15,9 9 1,1-9-16,-1-9 15,1 0-15,-1-9 16,0-19 0,1-9-16,-1-10 15,-9-18 1,0 1-16,0-10 16,0 0-1</inkml:trace>
  <inkml:trace contextRef="#ctx0" brushRef="#br1" timeOffset="-127135.99">26839 2704 0,'0'0'0,"0"0"16,0 0-16,0 0 16,0 0-1,0 0-15,0 0 16,0 0 0,0 0-16,0 0 15,0 19-15,0 27 16,10 46-1,-1 19-15,1 9 16,8-46 0,1-10-16,0-8 15,-19-56-15</inkml:trace>
  <inkml:trace contextRef="#ctx0" brushRef="#br1" timeOffset="-126414.23">27846 2437 0,'0'0'0,"0"0"16,0 0-1,0 0-15,0 0 16,-9 0 0,-1 0-16,1 0 15,-1 0-15,1 0 16,-1 0-1,1 0-15,0 0 16,9 0 0,0 0-16,0 0 15,-10 0 1,1 0-16,9 0 16,0 0-16,0 0 15,-10 0 1,10 0-16,0 0 15,0 0 1,0 0-16,0 0 16,0 0-1,-9 0-15,9 0 16,0 0-16,-9 0 16,9 0-1,0 0-15,0 0 16,0 0-1,-10 0-15,1 0 16,9 0-16</inkml:trace>
  <inkml:trace contextRef="#ctx0" brushRef="#br1" timeOffset="-124739.84">27103 2843 0,'0'0'0,"0"0"15,0 0 1,0-9-16,9-10 16,1 1-16,-1-10 15,-9 9 1,0 1-16,0 0 16,0-1-1,0 1-15,0 8 16,0 1-1,-9 0-15,9 9 16,-10 0-16,1 0 16,-10 0-1,-9 9-15,-1 10 16,1 8 0,0 1-16,-10 18 15,10 0 1,0 0-16,9 10 15,10 8-15,9 1 16,9-10 0,19 1-16,10-10 15,9 0 1,9-9-16,10-19 16,0-18-16,9-9 15,10-18 1,0-29-16,-19-8 15,-10 8 1,-18 1-16,-10-10 16,-9 1-1,-19-1-15,-10 0 16,-18 10-16,-19 0 16,-9 18-1,-10 9-15,-9 10 16,-1 27-1,-8 18-15,8 20 16,20 8-16,18 0 16,29 1-1,28-1-15,28-9 16,-47-46 0</inkml:trace>
  <inkml:trace contextRef="#ctx0" brushRef="#br1" timeOffset="-124416.7">28241 2400 0,'0'0'0,"0"0"15,0 0 1,0 0-16,0 0 16,0 0-16,-9 18 15,-1 10 1,-9 18-16,-9 37 16,9 9-1,1 19-15,8 18 16,10 1-1,10-10-15,8-10 16,-18-110-16</inkml:trace>
  <inkml:trace contextRef="#ctx0" brushRef="#br1" timeOffset="-123783.53">22418 4430 0,'0'0'0,"0"0"16,-10 28 0,10 37-16,0 45 15,0 38-15,10 0 16,-10 9 0,0-37-16,0-28 15,0-37 1,0-27-16,0-19 15,0-9 1,0-9-16,0 9 16</inkml:trace>
  <inkml:trace contextRef="#ctx0" brushRef="#br1" timeOffset="-123556.52">22267 4652 0,'0'0'16,"10"-9"-16,27-10 16,39-18-1,27-9-15,10-9 16,0-1-16,0 1 16,-38 18-1,-9 0-15,-10 0 16,-18 9-1,-38 28-15</inkml:trace>
  <inkml:trace contextRef="#ctx0" brushRef="#br1" timeOffset="-123319.85">22757 4892 0,'0'0'16,"0"0"-16,9-10 15,19-8 1,19-10-16,28-9 16,-9 10-1,10-10-15,-11 0 16,-65 37-16</inkml:trace>
  <inkml:trace contextRef="#ctx0" brushRef="#br1" timeOffset="-122939.02">23923 4569 0,'0'0'0,"0"0"15,0 0-15,0 0 16,19 9 0,9 0-16,19-9 15,10 0 1,8 9-16,-18-18 16,-9 0-1,-10 0-15,-9-1 16,-9 1-16,-10 9 15</inkml:trace>
  <inkml:trace contextRef="#ctx0" brushRef="#br1" timeOffset="-122706.31">24017 4938 0,'0'0'16,"0"0"-16,0 0 16,19-9-1,9-1-15,19-8 16,10-1 0,18-8-16,0-1 15,-75 28-15</inkml:trace>
  <inkml:trace contextRef="#ctx0" brushRef="#br1" timeOffset="-121857.02">25710 4199 0,'0'0'15,"0"0"-15,0 0 16,0 0-16,0 0 16,0 0-1,0 10-15,0 17 16,0 29-1,0 36-15,0 10 16,0 8 0,0 1-16,0-9 15,10-29 1,-10-8-16,9-19 16,-9-46-16</inkml:trace>
  <inkml:trace contextRef="#ctx0" brushRef="#br1" timeOffset="-121290.14">26773 4080 0,'0'0'15,"0"0"-15,0 0 16,0 9 0,-9 18-16,0 38 15,-1 27 1,1 47-16,9 8 16,0 10-16,-10-18 15,10-10 1,0-27-16,10-29 15,-10-36 1,0-37-16</inkml:trace>
  <inkml:trace contextRef="#ctx0" brushRef="#br1" timeOffset="-119106.77">27695 4310 0,'0'0'0,"0"0"16,0-9-16,0 0 16,0 0-1,0 9-15,0 0 16,0 0-16,0 0 16,0 0-1,-9 9-15,-10 9 16,-9 28-1,-10 19-15,10 0 16,9 8 0,10 1-16,18 19 15,20-10-15,8-28 16,10-9 0,19-9-16,28-18 15,19-29 1,9-27-16,-28-9 15,-18 0 1,-20-19-16,-28 1 16,-18-1-16,-20 1 15,-18-1 1,-10 19-16,-27-9 16,-11 18-1,-27 9-15,-10 19 16,19 9-16,9 9 15,10 9 1,28 1-16,19-10 16,9 0-1,19-9-15,9 10 16,29-1 0,75-9-16,56-9 15,19-10-15,19 1 16,-56-1-1,-20 10-15,-18 9 16,-28 0 0,-29 9-16,-18 0 15,-10 10-15,-9 9 16,0 18 0,-10 18-16,-18 10 15,0 0 1,-1 27-16,10-17 15,10-20-15,-1-18 16,19 0 0,10-9-16,28-18 15,28-10 1,19-27-16,0-29 16,-29-17-1,-18-1-15,-10 1 16,-27-1-16,-20-9 15,-18 0 1,-29 10-16,-28-1 16,-56 28-1,-47 37-15,-57 56 16,-38 82 0,57-36-16</inkml:trace>
  <inkml:trace contextRef="#ctx0" brushRef="#br1" timeOffset="-106939.42">29022 7430 0,'0'0'0,"0"0"16,0 0-1,0 0-15,0 0 16,0 0 0,0 0-16,0 0 15,0 0-15,0 0 16,0 0 0,-10 9-16,-8 19 15,-29 18 1,0 0-16,-10 9 15,1 1 1,-1 8-16,10-8 16,10-1-16,8-18 15,11-9 1,-1 0-16,9-10 16,1-9-1,9 0-15,0-9 16,9 10-16,10-1 15,28-9 1,19 0-16,19 0 16,-10 0-1,-9 0-15,-10 0 16,10 9-16,-9-9 16,-10 0-1,0 0-15,0-9 16,-47 9-1</inkml:trace>
  <inkml:trace contextRef="#ctx0" brushRef="#br1" timeOffset="-106649.78">29107 7670 0,'0'0'0,"0"0"16,0 0-16,-10 9 15,1 10 1,-1 17-16,1 11 16,-1 17-1,1 1-15,0 9 16,-1 9-16,1-19 15,9-18 1,0 1-16,0-10 16,0-37-1</inkml:trace>
  <inkml:trace contextRef="#ctx0" brushRef="#br1" timeOffset="-106056.7">30019 7338 0,'0'0'0,"0"0"16,0 0-16,-9 0 15,-1 9 1,-18 9-16,-10 10 16,-9 18-16,0-9 15,0 9 1,10-9-16,8 0 15,11-9 1,8-10-16,10-9 16,10 1-1,8-1-15,20 0 16,18-9-16,10 0 16,-9 9-1,-20 1-15,1-1 16,-10 0-1,-9 0-15,-10 10 16,1-1 0,-10 10-16,-10 9 15,-18 9-15,-9 0 16,-10 0 0,0-9-16,0-9 15,9-10 1,10-9-16,-1-9 15,29 0-15</inkml:trace>
  <inkml:trace contextRef="#ctx0" brushRef="#br1" timeOffset="-105790.34">29963 7448 0,'0'0'15,"0"0"-15,0 0 16,9 0-16,10-9 16,18-9-1,20-1-15,18 1 16,38-19-1,19 0-15,28-28 16,56-18 0</inkml:trace>
  <inkml:trace contextRef="#ctx0" brushRef="#br1" timeOffset="-98339.45">28749 8824 0,'0'0'0,"0"0"16,0 0 0,0 0-16,0 0 15,0 0-15,0 0 16,0 0-1,0 0-15,0-10 16,9 1 0,1-9-16,9-1 15,9 1 1,0 8-16,0 1 16,10 9-1,-10 0-15,0 9 16,-9 1-16,-9 8 15,-1 1 1,0 8-16,-9 1 16,0 0-1,0-1-15,-9-8 16,9-1-16,0-8 16,0-1-1,0-9-15,9 9 16,1-9-1,18 9-15,0-9 16,1 9-16,-1 1 16,0-1-1,-9 0-15,0 0 16,-10 1 0,-9 8-16,0 10 15,-9-1 1,-10 20-16,-19 8 15,-9-9-15,-9 9 16,-1-18 0,10-9-16,0-9 15,19-10 1,9-9-16,0-9 16,10-10-16,9 19 15</inkml:trace>
  <inkml:trace contextRef="#ctx0" brushRef="#br1" timeOffset="-97706.4">30273 8694 0,'0'0'16,"0"0"-16,0 0 16,0 0-1,-9-9-15,-1-9 16,-9-1 0,-9 1-16,-9-10 15,-10 10-15,9 8 16,-9 1-1,0 9 1,-10 9-16,1 19 16,-1 0-16,10-1 15,10 20 1,9-1-16,18-9 16,10 9-1,19-9-15,19-10 16,18-8-16,38-19 15,0-19 1,0-18-16,-18-9 16,-20 9-1,-9 0-15,-19 10 16,0 8-16,-9 10 16,0 0-1,-9 9-15,-1 0 16,0 9-1,1 10-15,9 8 16,-1 29-16,-8-1 16,-1 10-1,-9-10-15,0 10 16,-9-1 0,-1 10-16,10-19 15,0-55 1</inkml:trace>
  <inkml:trace contextRef="#ctx0" brushRef="#br1" timeOffset="-96631.81">32343 7310 0,'0'0'0,"0"0"16,0 0-16,0 0 15,-10 18 1,-18 19-16,-19 56 16,0-1-16,-9 19 15,-1-1 1,10-17-16,19-29 15,9-18 1,10-18-16,9-28 16,0 0-1,-10-18-15,10 18 16</inkml:trace>
  <inkml:trace contextRef="#ctx0" brushRef="#br1" timeOffset="-96355.84">32013 7550 0,'0'-9'15,"19"-19"-15,-19 28 16,160-277-1,-160 277-15,19-9 16,9-10 0,0 10-16,1 0 15,8 0-15,1 9 16,-10 9 0,0 0-16,10 19 15,-10 9 1,0 9-16,10 46 15,-19 0-15,0 10 16,-1-19 0,1 9-16,-9-36 15,-1-29 1,-9-8-16,0-19 16</inkml:trace>
  <inkml:trace contextRef="#ctx0" brushRef="#br1" timeOffset="-96139.14">32060 7688 0,'0'0'0,"0"0"16,0 0-1,29 0-15,27 0 16,48 10-1,37 8-15,0-9 16,-9 0-16,-20 1 16,-112-10-1</inkml:trace>
  <inkml:trace contextRef="#ctx0" brushRef="#br1" timeOffset="-95774.05">32390 8593 0,'0'0'0,"0"0"16,0 0-16,0 0 16,0 0-16,0 9 15,-10 19 1,1 27-16,-1 10 16,1 9-1,0-10-15,-1-18 16,1-9-16,9-18 15,0-10 1,0-9-16,0 0 16,0 0-1</inkml:trace>
  <inkml:trace contextRef="#ctx0" brushRef="#br1" timeOffset="-95221.38">32277 8510 0,'0'0'16,"0"0"-16,0 0 15,19 0 1,18 0-16,20 0 16,18 0-16,0-9 15,-18 9 1,-20 0-16,-8 0 15,-11 0 1,-8 0-16,-10 0 16,0 0-16,0 9 15,-10 9 1,-18 1-16,0-1 16,0 1-1,9-1-15,9 0 16,10-8-1,0 8-15,10 1 16,18-1-16,10 10 16,-1 9-1,1 0-15,-10-10 16,0 10 0,-9-9-16,-9 9 15,-10-9 1,-19 8-16,-9 1 15,-29 0-15,1 0 16,-10-9 0,9-10-16,10 1 15,10-10 1,18 0-16,10-9 16,9 0-16</inkml:trace>
  <inkml:trace contextRef="#ctx0" brushRef="#br1" timeOffset="-94639.14">32822 9783 0,'0'0'16,"0"0"-1,0 0-15,0 0 16,0-9 0,0 9-16,0-9 15,0 9-15,0-9 16,-9 0 0,-10-1-16,-18 10 15,-20 0 1,-9 19-16,-9 8 15,0 1 1,18 9-16,1 18 16,18 1-16,10-1 15,19 1 1,9-1-16,18-9 16,20 0-1,19-9-15,27-9 16,-9-19-1,20 0-15,-1-9 16,-19-9-16,-19 0 16,-9 0-1,-47 9-15</inkml:trace>
  <inkml:trace contextRef="#ctx0" brushRef="#br1" timeOffset="-90829.16">28900 10097 0,'0'0'0,"0"0"16,0 0-1,0 0-15,0 0 16,0 0-16,0 0 15,0 0 1,0 0-16,0 0 16,0 0-1,0 0-15,18-9 16,11 0-16,18 0 16,9-1-1,1 1-15,-20 9 16,1 0-1,-10 9 1,-9 1-16,-10 8 16,-9 19-16,-9 9 15,-10 9-15,-9-8 16,0-1 0,-1-9-16,11 0 15,8-10 1,1-8-16,9-10 15,0 0-15,19 0 16,9 1 0,19-1-16,9 0 15,1 0 1,-10 10-16,-10-1 16,-8 1-1,-20-1-15,0 1 16,-9 8-16,-18 1 15,-11 9 1,-8 0-16,-20 9 16,1-9-1,9-9-15,0-10 16,0 1 0,18-10-16,11-9 15,8-9-15,10 9 16</inkml:trace>
  <inkml:trace contextRef="#ctx0" brushRef="#br1" timeOffset="-90305.79">30367 9783 0,'0'0'0,"0"0"15,0 0 1,-9 10-16,-10 8 16,-9 10-1,-10 27-15,-9 28 16,-9 28-16,18 0 15,10-10 1,-1 10-16,20 0 16,9-37-1,9-1-15,10-17 16,10-28-16,8-10 16,1-9-1,28-9-15,-19-9 16,0-9-1,0-10-15,-10 0 16,-8 10-16,-11-1 16,-8 1-1,-1-1-15,-9 1 16,-9-1 0,-19 10-16,-29 0 15,-37 27 1,0 29-16,28 8 15,66-55-15</inkml:trace>
  <inkml:trace contextRef="#ctx0" brushRef="#br1" timeOffset="-89755.29">32277 11279 0,'0'0'16,"0"0"0,0 0-16,0 0 15,0 0 1,0 9-16,9 28 16,-9 27-16,0 29 15,0-19 1,0-10-16,0 1 15,0-38 1,0 1-16,0-19 16,0-9-16,10-9 15,-10 9 1</inkml:trace>
  <inkml:trace contextRef="#ctx0" brushRef="#br1" timeOffset="-89371.51">32051 11297 0,'0'0'15,"0"0"-15,0 0 16,19 0 0,18 0-16,29 9 15,28 1 1,19-1-16,-9 9 15,-20 1-15,-8 8 16,-20-8 0,-18 9-16,-10-1 15,-9 1 1,-19 0-16,-10 9 16,-27 18-1,-38 19-15,-48 18 16,1-18-16,28-19 15,-10-9 1,29-18-16,9-9 16,19-1-1,19-18-15,0-9 16,28 9-16</inkml:trace>
  <inkml:trace contextRef="#ctx0" brushRef="#br1" timeOffset="-86121.92">29229 11565 0,'0'0'0,"0"0"0,0 0 15,0 0-15,0 0 16,0 0 0,0 9-16,-10 0 15,1 19 1,-10 9-16,-9 9 15,0 0-15,0 9 16,-1 10 0,10-10-16,1-8 15,8-10 1,10-19-16,10 0 16,8 1-1,11-1-15,18 1 16,19-1-16,9-18 15,0-9 1,-9 0-16,0 0 16,-10-10-1,-9-9-15,-9 1 16,-19 8 0,-10 1-16,-9 9 15,-9-10-15,-1 1 16,-8-1-1,-11 10-15,1 0 16,0 0 0,9 9-16,0 0 15,10 0-15,-1 0 16,1 9 0,0 9-16,-1 10 15,1 27 1,9 10-16,0 27 15,0 10 1,0-10-16,9 0 16,1-27-16,-1-28 15,-9-37 1</inkml:trace>
  <inkml:trace contextRef="#ctx0" brushRef="#br1" timeOffset="-85522.52">30414 11565 0,'0'0'0,"0"-9"16,0-1 0,0 1-16,0-9 15,0 8-15,-9 1 16,-1 9 0,-8 0-16,-20 9 15,-19 10 1,10 9-16,0-1 15,19-8-15,0 8 16,9 1 0,10-9-16,9 8 15,9 1 1,19 9-16,29 18 16,-1 1-16,1-10 15,-10-9 1,-10 0-16,-8-1 15,-11-8 1,-8 0-16,-10 9 16,-10 0-1,1-10-15,-10 1 16,-9-9-16,0-10 16,-1-9-1,1-9-15,9-10 16,10-18-1,18-37-15,38-36 16,57-29 0,56 1-16,19-19 15</inkml:trace>
  <inkml:trace contextRef="#ctx0" brushRef="#br1" timeOffset="-84855.84">32107 12617 0,'0'0'0,"0"0"16,0 0 0,0 0-16,0 0 15,0 9 1,10 10-16,-1 18 15,-9 27-15,0 1 16,-9 9 0,-1-10-16,1 10 15,9-19 1,0 1-16,9-10 16,1-9-1,-1-19-15,10 1 16,9-1-16,19 1 15,10-10 1,9-9-16,0-9 16,-19-1-1,0-8-15,-19 9 16,0-10-16,-28 19 16</inkml:trace>
  <inkml:trace contextRef="#ctx0" brushRef="#br1" timeOffset="-84589.77">32239 13069 0,'0'0'0,"0"0"16,0 0 0,0 0-16,0 0 15,10 0 1,18 0-16,9-9 15,20-10-15,-1-8 16,-9-1 0,-9 0-16,-10 10 15,-18 0 1,-1-1-16,-9-9 16,-9 10-1,9 18-15</inkml:trace>
  <inkml:trace contextRef="#ctx0" brushRef="#br1" timeOffset="-84456.45">32267 12746 0,'0'0'15,"0"0"1,0 0-16,-9 9 16,9-9-16,0 0 15,9 0 1,29 0-16,47-9 16,9-9-1,0-10-15,-94 28 16</inkml:trace>
  <inkml:trace contextRef="#ctx0" brushRef="#br1" timeOffset="-81798.93">29295 12958 0,'0'0'16,"0"0"-16,0 0 16,9-9-1,0 0-15,20-9 16,-1-1 0,19-9-16,0 10 15,9-1-15,-18 10 16,0 0-1,-10 9-15,-9 9 16,0 0 0,-10 10-16,-9 18 15,-9 9-15,-10 9 16,0 10 0,-9 0-16,-1-19 15,11-9 1,8-10-16,1-8 15,9-10 1,0 0-16,9 0 16,1 1-1,18-1-15,10 0 16,-10 0-16,9-9 16,-8 10-1,-1-1-15,-9 0 16,-10 10-1,-9-10-15,0 9 16,-9 19-16,-20 9 16,1 0-1,-9 1-15,8-10 16,1-19 0,9 0-16,0-8 15,1-1-15,-1-9 16,9 0-1,1 0-15,9 0 16</inkml:trace>
  <inkml:trace contextRef="#ctx0" brushRef="#br1" timeOffset="-81221.26">30442 12672 0,'0'0'15,"0"0"-15,0 0 16,0 0-16,0 0 15,-9 10 1,0-1-16,-1 18 16,-18 29-1,0 8-15,-10 20 16,0 8 0,1 9-16,18-18 15,10 10-15,9-19 16,9-1-1,0-17-15,10-1 16,9-18 0,1-9-16,8-10 15,10-18 1,10-9-16,-1-9 16,-18-1-16,-1-9 15,-8 1 1,-10 8-16,-10-8 15,0 8-15,-9-9 16,-9 10 0,-19-1-16,-10 10 15,0 9 1,-9 9-16,0 10 16,47-19-1</inkml:trace>
  <inkml:trace contextRef="#ctx0" brushRef="#br1" timeOffset="-80372.28">32503 14048 0,'0'0'0,"0"0"16,0 0 0,0 0-16,0 0 15,0 0 1,9 18-16,0 19 16,-9 9-16,10 28 15,-10 9 1,0 18-16,0-17 15,-10-20 1,10-8-16,0-20 16,0-17-1,-9-1-15,9-18 16</inkml:trace>
  <inkml:trace contextRef="#ctx0" brushRef="#br1" timeOffset="-80105.56">32390 14084 0,'0'0'0,"9"-9"16,1 0-1,27-28-15,10 0 16,28-9 0,-9 9-16,0 0 15,0 0 1,-28 19-16,-1-10 16,-37 28-16</inkml:trace>
  <inkml:trace contextRef="#ctx0" brushRef="#br1" timeOffset="-79823.36">32493 14214 0,'0'0'16,"0"0"-16,0 0 15,0 0 1,0 0-16,0 0 16,28 0-1,10 0-15,28-10 16,19-8-16,9 0 16,-10-1-1,-8-9-15,-76 28 16</inkml:trace>
  <inkml:trace contextRef="#ctx0" brushRef="#br1" timeOffset="-75705.9">29520 14435 0,'0'0'0,"0"0"0,0 0 16,0 0-16,0-9 16,0 0-1,0-10-15,10-8 16,9 8 0,18-9-16,10 10 15,0 9-15,-9 0 16,0 18-1,-10 0-15,-9 9 16,-10 19 0,-9 19-16,-19 45 15,-18 1 1,-10-1-16,0-8 16,0-29-1,9-8-15,10-10 16,9-19-16,9-8 15,10-10 1,0-9-16,10 0 16,27-9-1,48-19-15,9-9 16,10-9-16,-1 0 16,10-9-1,-19-10-15,-94 65 16</inkml:trace>
  <inkml:trace contextRef="#ctx0" brushRef="#br1" timeOffset="-75306.14">30358 14251 0,'0'0'15,"0"0"1,-10 9-16,-9 9 15,1 19-15,-1 19 16,0-1 0,10 10-16,9-10 15,9-9 1,10-9-16,9-9 16,10-1-1,9-8-15,19-19 16,9-9-16,0-28 15,-9-9 1,-19 9-16,-19 0 16,-9 0-1,-10 0-15,-9 9 16,-9 0-16,-19-8 16,-19 8-1,-19 19-15,-28 27 16,-19 28-1,113-46-15</inkml:trace>
  <inkml:trace contextRef="#ctx0" brushRef="#br0" timeOffset="-69069.06">28297 15930 0,'0'0'15,"0"0"1,10 0-16,56-18 16,103-28-16,94-37 15,57-37 1,-19 9-16,47-9 15,-28 0 1,0 18-16,0-8 16,0 27-1,-66 18-15,-10 0 16,-27 19-16,-48 19 16,-28 17-1,-37 20-15,-38 8 16,-66-18-1</inkml:trace>
  <inkml:trace contextRef="#ctx0" brushRef="#br0" timeOffset="-68421.89">28646 16355 0,'0'0'0,"0"0"16,0 0-16,0 0 16,9 0-1,10-9-15,37-10 16,1 10-1,9 0-15,-1 18 16,-18 9 0,0 10-16,-9 9 15,-10 28-15,-18 9 16,-20 36 0,-18 1-16,-10 0 15,-9-10 1,0-18-16,10-27 15,18-19-15,10-10 16,-1-17 0,10-10-16,19-10 15,37-27 1,57-18-16,28-46 16,10-1-1,-10 1-15,-19 36 16,-9-9-16,-19-18 15,-94 92 1</inkml:trace>
  <inkml:trace contextRef="#ctx0" brushRef="#br0" timeOffset="-67970.99">29633 16106 0,'0'0'16,"0"0"-1,0 0-15,0 0 16,0 0-16,0 0 16,10 0-1,18-9-15,10-10 16,-1 10 0,1 0-16,-10-1 15,0 10-15,-9 0 16,0 10-1,0 17-15,-10 10 16,1 37 0,-10 18-16,-10 1 15,-9-1 1,10-18-16,0-10 16,9-8-16,0-10 15,0-9 1,9-19-16,10-8 15,9-10 1,38-19-16,37-27 16,10-9-1,9-19-15,1-19 16,8-8-16,-27 18 16,-104 83-1</inkml:trace>
  <inkml:trace contextRef="#ctx0" brushRef="#br0" timeOffset="-67581.52">30819 15607 0,'0'0'15,"0"0"-15,0 0 16,-10 0-1,-9 10-15,1-1 16,-1 9 0,0 1-16,0 8 15,0 20 1,10 8-16,0 0 16,9 1-1,9 8-15,10-8 16,9 8-16,10-8 15,9 17 1,0-17-16,9-19 16,19-10-1,1-17-15,18-20 16,-19-17 0,0-19-16,-9-10 15,-19 1-15,-47 55 16</inkml:trace>
  <inkml:trace contextRef="#ctx0" brushRef="#br0" timeOffset="-67372.11">31270 15764 0,'0'0'0,"0"9"16,-9 10 0,-10 36-16,0 19 15,10 9-15,9 28 16,9 18-1,1 0-15,8-9 16,1 10 0,0-20-16,0-8 15,-10-10 1,-9-92-16</inkml:trace>
  <inkml:trace contextRef="#ctx0" brushRef="#br0" timeOffset="-66988.42">28956 17924 0,'0'0'0,"28"-18"15,47-29-15,123-73 16,18 10 0,57-1-16,56-9 15,-18 9 1,28 0-16,37 19 15,-28-9-15,0-19 16,10-19 0,-20 10-16,10-37 15,-56 55 1,-76 28-16</inkml:trace>
  <inkml:trace contextRef="#ctx0" brushRef="#br0" timeOffset="-65505.56">27112 17389 0,'0'0'16,"0"0"-16,0 0 15,0 0 1,10-10-16,55-73 16,189-249-1,-131 166-15</inkml:trace>
  <inkml:trace contextRef="#ctx0" brushRef="#br2" timeOffset="-51333.49">20565 16567 0,'0'0'0,"0"0"0,0 0 16,0 0 0,0 0-16,0 0 15,0 0-15,0 0 16,-10 19-1,1 18-15,9 27 16,0 29 0,0 8-16,9 10 15,1 0 1,-1-19-16,0-18 16,1-19-16,-1-18 15,-9-37 1</inkml:trace>
  <inkml:trace contextRef="#ctx0" brushRef="#br2" timeOffset="-51022.46">20800 16576 0,'0'0'16,"0"0"-16,0 0 16,0 0-1,0 10-15,9 27 16,19 27 0,1 29-16,-11-10 15,11 9-15,-11 0 16,1 0-1,-9-36-15,-10-28 16,0-10 0,0-18-16</inkml:trace>
  <inkml:trace contextRef="#ctx0" brushRef="#br2" timeOffset="-50471.05">21298 16521 0,'0'0'16,"0"0"-1,0 0-15,0 0 16,0 0-16,0 9 15,-9 10 1,0 8-16,-1 38 16,1 27-1,-1-9-15,10 10 16,10-1 0,-1-27-16,1-10 15,-1-27-15,10-10 16,0-9-1,9-9-15,9-18 16,1-10 0,0-9-16,9-18 15,-10 0-15,-18-10 16,-9 0 0,-10 10-16,-10 18 15,1 9 1,-1 1-16,-8-1 15,-1 10 1,-9 8-16,-10 10 16,-9 19-16,0 18 15,0 9 1,9-9-16,19-10 16,19-27-1</inkml:trace>
  <inkml:trace contextRef="#ctx0" brushRef="#br2" timeOffset="-50203.9">21844 16420 0,'0'0'0,"0"0"15,0 0-15,0 0 16,9 9-1,-9 0-15,10 19 16,-1 9 0,1 27-16,-1 38 15,0 9 1,1-1-16,-1 1 16,10 0-16,0-37 15,-19-74 1</inkml:trace>
  <inkml:trace contextRef="#ctx0" brushRef="#br2" timeOffset="-49902.18">22286 16420 0,'0'0'0,"0"0"15,0 0-15,0 9 16,10 9-16,-1 19 16,10 28-1,0 27-15,-1 37 16,1-18-1,-9-19-15,-1-18 16,0-9 0,-9-65-16</inkml:trace>
  <inkml:trace contextRef="#ctx0" brushRef="#br2" timeOffset="-49619.29">22578 16429 0,'0'0'0,"0"9"16,0 0-16,0 0 16,0 1-1,9 17-15,1 10 16,8 19-16,1 27 15,0 9 1,0 0-16,0 10 16,-10-10-1,0-27-15,1-28 16,-10-37 0</inkml:trace>
  <inkml:trace contextRef="#ctx0" brushRef="#br2" timeOffset="-49322.79">23001 16318 0,'0'0'0,"0"0"16,0 0-1,0 0-15,0 0 16,10 18 0,-1 19-16,10 19 15,0 27 1,-10 37-16,10 0 16,-19-9-1,0-1-15,0-27 16,0-83-16</inkml:trace>
  <inkml:trace contextRef="#ctx0" brushRef="#br2" timeOffset="-48851.88">23575 16327 0,'0'0'16,"0"0"-16,0 0 15,0 0 1,0 19-16,0 8 15,0 10 1,9 19-16,1 18 16,-1 18-16,1-9 15,-10-9 1,0 0-16,9-28 16,-9-46-1</inkml:trace>
  <inkml:trace contextRef="#ctx0" brushRef="#br2" timeOffset="-47738.25">24384 16355 0,'0'0'0,"0"0"16,0 0-16,0 0 16,-9 0-16,-1-9 15,1-1 1,-1 10-16,1 0 15,-10 0 1,0 10-16,-18 17 16,-1 20-16,-9 17 15,9 38 1,-9 18-16,19-28 16,19-18-1,9-10-15,9-8 16,10-29-1,0-8-15,18-19 16,20-9-16,18-28 16,-9-19-1,-10 1-15,-18-10 16,-19 19 0,-10 0-16,-18-18 15,-19-1 1,-29-9-16,1 19 15,18 27-15,0 10 16,10 8 0,0 10-16,0 10 15,9 8 1,10 0-16,9-18 16</inkml:trace>
  <inkml:trace contextRef="#ctx0" brushRef="#br2" timeOffset="-47455.74">24610 16180 0,'0'0'0,"0"0"16,0 0-1,0 0-15,0 9 16,9 18-16,1 38 16,-1 27-1,-9 10-15,0 27 16,0-9 0,-9-18-16,-1-19 15,10-83 1</inkml:trace>
  <inkml:trace contextRef="#ctx0" brushRef="#br2" timeOffset="-46552.45">25118 16410 0,'0'0'16,"0"0"-16,0 0 16,0 0-16,0 0 15,0 0 1,0 0-16,0 0 16,-10 10-1,-8 8-15,-1 10 16,-9 9-1,9 0-15,0 18 16,9 0-16,10-9 16,10-18-1,9 0-15,9-10 16,0-8 0,10-10-16,-1-10 15,1 1 1,-10-9-16,-9-1 15,-10-9-15,-9-8 16,-28-29 0,-19-9-16,0 19 15,10 18 1,8 18-16,11 1 16,8 9-16,1-1 15,9 10 1,9-9-16,10 0 15,56-19 1,29 1-16,-10 8 16,-38 10-1,-9 9-15,-9 0 16,-10 0-16,-9 9 16,-10 10-1,1 8-15,-1 19 16,-9 10-1,0 8-15,0 1 16,0 0-16,10-10 16,-1-18-1,10-9-15,18-1 16,10-8 0,10-19-16,-1 0 15,1-19 1,-1-8-16,-9-1 15,-9 0-15,-10 1 16,-9-10 0,0 9-16,-19-9 15,-10-9 1,-9 0-16,-28-10 16,-9 10-16,0 18 15,-20 19 1,20 18-16,9 19 15,47-28 1</inkml:trace>
  <inkml:trace contextRef="#ctx0" brushRef="#br2" timeOffset="-44900.4">26632 15949 0,'0'0'16,"0"9"-16,0 0 15,0 19-15,0 9 16,0 9 0,0 37-16,0 9 15,-9 1 1,9-19-16,-9-10 15,-1-27-15,10-9 16,0-19 0,0-9-16</inkml:trace>
  <inkml:trace contextRef="#ctx0" brushRef="#br2" timeOffset="-44621.76">26933 15949 0,'0'0'16,"0"0"-16,0 0 16,0 9-1,0 10-15,0 27 16,0 18-1,0 10-15,0 18 16,0-18 0,0-18-16,0-1 15,0-18-15,0-37 16</inkml:trace>
  <inkml:trace contextRef="#ctx0" brushRef="#br2" timeOffset="-43754.99">27357 15875 0,'0'0'16,"0"0"-16,0 0 15,0 0 1,0 0-16,-10 18 16,1 10-1,-10 18-15,-9 10 16,9 27-16,0 0 16,10 9-1,-1-27-15,20-19 16,-1-9-1,1-19-15,8-9 16,1 1 0,10-10-16,-1-10 15,9-17-15,1-10 16,-19 0 0,-10 9-16,-9-18 15,-9 9 1,-1 9-16,1 1 15,0 8-15,-1 1 16,10 9 0,0-1-16,0-8 15,0-10 1,19-9-16,9 0 16,0 10-1,1 8-15,-1 1 16,-9 9-16,0-1 15,-1 10 1,1 10-16,-9-1 16,8 19-1,1 8-15,0 20 16,0 18 0,0-1-16,-1-17 15,-8-10-15,-1-18 16,1-1-1,8-8-15,1-10 16,19-9 0,9-9-16,0-19 15,9-18-15,-9 0 16,-9-10 0,-10-8-16,-18-1 15,-10 19 1,-10-9-16,-18 9 15,-28 9-15,-29 18 16,-66 19 0,-46 74-16,-29 0 15</inkml:trace>
  <inkml:trace contextRef="#ctx0" brushRef="#br3" timeOffset="-17554.23">20489 17684 0,'0'0'0,"0"0"0,0 0 16,0 0 0,0 0-16,0 0 15,0 0 1,0 0-16,0 0 16,0 0-1,10 0-15,9 0 16,9 0-16,19-9 15,9 0 1,1-1-16,9 1 16,-1 0-1,11 0-15,-1-1 16,-9 1-16,9 0 16,-9 0-1,-10-1-15,1 1 16,-10 0-1,-10 0-15,1 0 16,0-1 0,-10 1-16,0 0 15,0 9-15,1 0 16,-1-9 0,0 9-16,-9 0 15,9 0 1,-9 0-16,9 0 15,0 0 1,1 0-16,-1 0 16,0 0-16,-9 0 15,0 0 1,-1 0-16,-8 0 16,9 0-1,-1 0-15,1 0 16,0 0-16,0 9 15,-19-9 1</inkml:trace>
  <inkml:trace contextRef="#ctx0" brushRef="#br3" timeOffset="-16825.66">21242 17896 0,'0'0'0,"0"0"15,0 0 1,0 0-16,0 0 15,0 0 1,0 0-16,0 0 16,-9 10-16,-1-1 15,1 9 1,-1 10-16,-9 18 16,10 0-1,0 0-15,-1 0 16,10 1-1,0-1-15,0-9 16,0-10-16,0 1 16,10 0-1,-1-10-15,0 1 16,1-1 0,9 1-16,0-10 15,-1 0 1,39 10-16,-1-19 15,-18-10-15,-1 1 16,-8 0 0,-10 0-16,-1-1 15,1 1 1,0 0-16,-10 0 16,1 9-16,-1 0 15,-9 0 1,0 0-16</inkml:trace>
  <inkml:trace contextRef="#ctx0" brushRef="#br3" timeOffset="-16518.86">21167 18284 0,'0'0'16,"0"0"-16,0 0 16,0 0-1,18-9-15,11-1 16,-1 1 0,0-9-16,10-1 15,-10 1-15,0-1 16,0 10-1,-9 0-15,0 0 16,-10-1 0,1-8-16,-10 18 15</inkml:trace>
  <inkml:trace contextRef="#ctx0" brushRef="#br3" timeOffset="-16329.21">21148 18090 0,'0'0'16,"0"0"-16,9-9 15,29-19 1,18-9-16,20-9 16,8-9-1,1 9-15,-85 46 16</inkml:trace>
  <inkml:trace contextRef="#ctx0" brushRef="#br3" timeOffset="-8689.1">22305 17389 0,'0'0'0,"0"0"16,0 0-1,0 0-15,0 0 16,0 0-16,0 0 15,0 0 1,0 0-16,0 0 16,0 0-16,0 0 15,0 0 1,0 0-16,0 0 16,0 0-1,0 0-15,0 0 16,0 0-1,19 0-15,9 0 16,19 0-16,0 0 16,10-10-1,-1 1-15,0 0 16,1 0 0,-1 9-16,1-9 15,-1-1 1,1 1-16,-10 0 15,-10 0-15,1-1 16,-10 10 0,-9-9-16,-10 9 15,1 0 1,-1 0-16,1 0 16,-10 0-1,9 0-15,-9 0 16,9 0-16,-9 0 15</inkml:trace>
  <inkml:trace contextRef="#ctx0" brushRef="#br3" timeOffset="-8237.9">22550 17749 0,'0'0'16,"0"0"-16,0 0 15,0 0 1,0 0-16,0 0 16,0 9-16,0 9 15,9 19 1,0 19-16,1 17 15,-1 1 1,1-9-16,-10-19 16,0-18-1,0-10-15,0-9 16,0-9-16</inkml:trace>
  <inkml:trace contextRef="#ctx0" brushRef="#br3" timeOffset="-7732.23">22333 17869 0,'0'0'15,"0"0"1,10 0-16,18-10 15,19 1-15,19 0 16,0 0 0,-1 9-16,-8 0 15,-10 0-15,-9 0 16,-1 9 0,-9 0-16,1 0 15,-11 1 1,1-1-16,-9 9 15,-1 1 1,0-1-16,-9 1 16,0 8-1,-9 1-15,0 9 16,-10 0-16,0-9 16,-9 8-1,0-8-15,-10 0 16,0-10-1,1 1-15,-10 8 16,9-8-16,0-10 16,1 0-1,9 1-15,9-10 16,9 0 0,10 0-16</inkml:trace>
  <inkml:trace contextRef="#ctx0" brushRef="#br3" timeOffset="3076.8">23688 17315 0,'0'0'0,"0"0"0,0 0 15,-10 0-15,-8 0 16,-1 0 0,0-9-16,10 9 15,-10-10 1,9 10-16,1 0 15,0 0 1,9 0-16,0 0 16,0 0-16,0 0 15,0 0 1,18 0-16,20 0 16,28 0-1,28 0-15,0 0 16,0-9-16,0-9 15,0-1 1,10 1-16,-10-10 16,-19 0-1,0 10-15,-9-1 16,-19 10-16,-9 0 16,-10 9-1,-9 0-15,-10 0 16,1 9-1,-10-9-15,0 0 16</inkml:trace>
  <inkml:trace contextRef="#ctx0" brushRef="#br3" timeOffset="3557.02">23537 17739 0,'0'0'16,"0"0"-16,0 0 16,0 0-1,0 0-15,0 0 16,0 10-1,0-1-15,0 19 16,0 18-16,10 18 16,-1 19-1,1 19-15,-1-10 16,0-27 0,1-10-16,-1-18 15,-9-28 1,0-9-16,0 0 15</inkml:trace>
  <inkml:trace contextRef="#ctx0" brushRef="#br3" timeOffset="4262.39">23490 17887 0,'0'0'0,"0"0"16,0 0-16,0 0 15,-9 0 1,-1 0-16,1 0 16,9-9-1,0 0-15,0-10 16,9 1-16,10-10 16,10 0-1,-1 10-15,9 9 16,1-1-1,0 10-15,-10 10 16,0-1-16,0 9 16,-9 10-1,-9 0-15,-1 9 16,-9 0 0,-9-1-16,-1 1 15,1-9-15,-1-9 16,1-1-1,9-9-15,0 0 16,0-9 0,0 0-16,0 0 15,9 0 1,10-9-16,9 0 16,19 0-1,0 9-15,0 0 16,0 0-16,-9 9 15,0 9 1,-10 1-16,-9 9 16,0-1-1,-10 1-15,-9 0 16,-9-1-16,-10 19 16,-9-9-1,-19 0-15,-10 0 16,1-9-1,-1 0-15,10-10 16,-28 1-16,47-10 16,-1-9-1,11-9-15,-1-28 16,19 37 0</inkml:trace>
  <inkml:trace contextRef="#ctx0" brushRef="#br3" timeOffset="9849.44">24892 17564 0,'0'0'0,"0"0"16,0 0-16,0 0 16,0 0-1,0 0-15,0 9 16,-9 19 0,-1 27-16,1 10 15,-1 0 1,1-10-16,0-9 15,-1-9-15,1-9 16,9-19 0,0 0-16,0-9 15,0 0 1,0 0-16,0 0 16,0 0-16,0-9 15,0-10 1,-10-8-16,1-10 15,0 0 1,-1 0-16,1 0 16,9 9-1,0 1-15,0-1 16,9 0-16,1 1 16,8 8-1,11-9-15,-1 10 16,0 9-1,0 0-15,10 9 16,-1 9-16,-8 0 16,-1 9-1,10 10-15,-10 9 16,9 9 0,-8 0-16,-11-9 15,1 0-15,0 0 16,0-9-1,-10 0-15,1-1 16,-10-18 0,0-9-16</inkml:trace>
  <inkml:trace contextRef="#ctx0" brushRef="#br3" timeOffset="10065.31">24854 17887 0,'0'0'0,"0"0"16,0 0-16,10-9 16,9 0-1,18-10-15,29 1 16,19-10-1,-85 28-15</inkml:trace>
  <inkml:trace contextRef="#ctx0" brushRef="#br3" timeOffset="11229.54">25692 17472 0,'0'0'16,"0"0"-1,0 0-15,0 9 16,0 9-16,0 19 15,9 19 1,10 8-16,-10 1 16,10 9-1,0-10-15,-10-17 16,1-20-16,-10-8 16,0-19-1,0 0-15,-10-10 16,1-8-1,-1-19-15,1-9 16,-10-19 0,10 1-16,-1-1 15,10 10-15,0 18 16,0 0 0,0 9-16,0 10 15,0 8 1,10 1-16,-1 0 15,1 9 1,8 0-16,11 18 16,-1 1-16,10 18 15,-1 0 1,1 18-16,-1 1 16,-8-20-16,-11 1 15,1 0 1,0-9-16,-9-10 15,-10-8 1,0-1-16,0 0 16,0-9-1</inkml:trace>
  <inkml:trace contextRef="#ctx0" brushRef="#br3" timeOffset="11424.34">25720 17795 0,'0'0'16,"0"0"0,0 0-16,0 0 15,0 0-15,19-9 16,9-10 0,10-9-16,18-9 15,-9 1 1,-47 36-16</inkml:trace>
  <inkml:trace contextRef="#ctx0" brushRef="#br3" timeOffset="11826.42">25071 17176 0,'0'0'0,"0"0"16,0 0-16,0 0 15,19-9 1,28 0-16,9-10 15,10 1-15,-66 18 16</inkml:trace>
  <inkml:trace contextRef="#ctx0" brushRef="#br3" timeOffset="12284">25786 17029 0,'0'0'0,"0"0"16,0 0 0,0 0-16,0 0 15,9 0-15,29 0 16,37-10 0,47-26-16,-122 36 15</inkml:trace>
  <inkml:trace contextRef="#ctx0" brushRef="#br3" timeOffset="17944.29">26623 17435 0,'0'0'0,"0"0"0,0 0 16,0 0-1,0 0-15,0 9 16,9 19 0,1 18-16,-1 74 15,10-28 1,0 10-16,0-10 16,-10-37-16,0-18 15,-9-9 1,0-19-16,-9-9 15,9 0 1</inkml:trace>
  <inkml:trace contextRef="#ctx0" brushRef="#br3" timeOffset="18229.74">26491 17592 0,'0'0'0,"0"0"16,0 0-16,0 0 16,0 0-1,0-10-15,0-8 16,19-28 0,9-10-16,19-17 15,10 8-15,-1 10 16,-9 9-1,0-1-15,0 1 16,10-18 0,-10 8-16,-47 56 15</inkml:trace>
  <inkml:trace contextRef="#ctx0" brushRef="#br3" timeOffset="18495.82">26670 17564 0,'0'0'15,"0"0"-15,0 0 16,0 0-16,19-9 15,28-10 1,28 1-16,19-19 16,19 0-1,0-9-15,-113 46 16</inkml:trace>
  <inkml:trace contextRef="#ctx0" brushRef="#br3" timeOffset="28566">26576 18736 0,'0'0'0,"0"0"0,0 0 16,9-9-1,29-28-15,9-9 16,19-19-1,19 10-15,18-19 16,10 0-16,-66 47 16,47-20-1,19-8-15,0-10 16,-10 19 0,-18 9-16,-10 10 15,0-1 1,-28 0-16,-18 19 15,-29 9-15</inkml:trace>
  <inkml:trace contextRef="#ctx0" brushRef="#br3" timeOffset="28812.6">26971 18745 0,'0'0'0,"47"-46"16,57-37-16,-1 0 16,38 0-1,28-9-15,-18 18 16,65-46-1,-9 9-15</inkml:trace>
  <inkml:trace contextRef="#ctx0" brushRef="#br0" timeOffset="-152879.48">10866 12598 0,'0'0'0,"0"0"0,0 10 16,-19 27-1,-19 27-15,-18 10 16,-10 18-1,0 1-15,0-10 16,-9-19-16,28-27 16,9-9-1,38-28-15</inkml:trace>
  <inkml:trace contextRef="#ctx0" brushRef="#br0" timeOffset="-152578.75">10000 12718 0,'0'0'15,"0"0"1,19 19-16,19 18 16,9 9-16,18 19 15,11-1 1,8 1-16,10 9 16,0 9-1,-94-83-15</inkml:trace>
  <inkml:trace contextRef="#ctx0" brushRef="#br0" timeOffset="-152046.09">10574 13558 0,'0'0'15,"-19"19"-15,-28 27 16,-19 19 0,0 18-16,1 9 15,8 9-15,19-27 16,1-18-1,37-56-15</inkml:trace>
  <inkml:trace contextRef="#ctx0" brushRef="#br0" timeOffset="-151829.38">9944 13752 0,'0'0'0,"0"0"16,0 0 0,0 0-16,18 9 15,29 10 1,19 18-16,28 27 16,10 19-1,-10 19-15,-94-102 16</inkml:trace>
  <inkml:trace contextRef="#ctx0" brushRef="#br0" timeOffset="-149879.06">7912 15377 0,'0'0'0,"0"0"16,9-10-16,19 1 16,19-9-1,10 8-15,-1 1 16,10 0-1,0-9-15,0-1 16,-19 1 0,0-10-16,-19 9 15,-28 19-15</inkml:trace>
  <inkml:trace contextRef="#ctx0" brushRef="#br0" timeOffset="-149528.93">8297 15017 0,'0'0'16,"0"0"-1,19 9-15,9 0 16,19 19-16,0 9 15,0 0 1,1-10-16,-1 10 16,-10-9-16,-9-10 15,-9 1 1,0-1-16,-10 1 16,-9-1-1,0 1-15,-18 8 16,-20 10-1,-9 9-15,-19 19 16,66-65 0</inkml:trace>
</inkml:ink>
</file>

<file path=ppt/ink/ink22.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38:42.201"/>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FF0000"/>
    </inkml:brush>
  </inkml:definitions>
  <inkml:trace contextRef="#ctx0" brushRef="#br0">22945 6452 0,'0'0'0,"0"0"15,0 0-15,9 0 16,0 0 0,1 9-16,-1-9 15,1 0-15,-1 0 16,10 0-1,0 0-15,-10 0 16,10 0 0,0 0-16,0 0 15,-10 0 1,0 0-16,1 0 16,-10 0-16</inkml:trace>
  <inkml:trace contextRef="#ctx0" brushRef="#br0" timeOffset="10088.62">9003 7384 0,'0'0'0,"0"0"16,0 9-16,0 9 15,-10 29-15,1 26 16,0 20 0,-1 17-1,-9 20-15,1-1 16,-11-9-16,1 0 15,19-37 1,-1-28-16,1-27 16,9-19-16,0-9 15</inkml:trace>
  <inkml:trace contextRef="#ctx0" brushRef="#br0" timeOffset="10686.14">9003 7559 0,'0'0'0,"0"0"16,0 0-1,0 0-15,-10 0 16,10 0-1,0 0-15,0 0 16,0 9 0,0 10-16,10 18 15,9 0-15,9 18 16,19 0 0,0-8-16,-9-11 15,9-8 1,0-9-16,9-10 15,10-18 1,0-19-16,0-9 16,-19-9-1,-19 9-15,10-9 16,-20 9-16,1 0 16,0 9-1,-10 1-15,1 8 16,-1 10-16,1 0 15,-1 9 1,0 0-16,1 9 16,9 19-1,0 8-15,-1 20 16,1 18 0,0 18-16,0 37 15,0-37-15,-10 28 16,10-9-1,-10-18-15,-9-93 16</inkml:trace>
  <inkml:trace contextRef="#ctx0" brushRef="#br0" timeOffset="11704.34">9389 9303 0,'0'0'15,"0"0"-15,0 0 16,0 0 0,0 0-16,0 0 15,0 10-15,0 17 16,9 10-1,0 19-15,10 27 16,0 28 0,0-1-16,-10 19 15,1-18-15,-1 0 16,-9-19 0,0-18-16,0-9 15,0-10 1,0-18-16,-9 0 15,-1-9 1,10-1-16,0 1 16,0-28-1</inkml:trace>
  <inkml:trace contextRef="#ctx0" brushRef="#br0" timeOffset="12601.96">9746 11279 0,'0'0'0,"0"0"16,0 0-1,0-10-15,0 1 16,-9 0-16,-1 0 15,-9-1 1,-18 10-16,-29 0 16,-9 10-1,9 8-15,9 10 16,10 0-16,10-1 16,9 1-1,-1 18-15,20-9 16,9 0-1,9 0-15,20 0 16,27 9 0,19-9-16,10-9 15,0-1-15,-1 1 16,-9-10 0,-27 1-16,-11-1 15,-9 1 1,-9-1-16,-9 10 15,-10-10-15,-10 19 16,-9 0 0,-18 9-16,-10 0 15,-10-9 1,-18 0-16,19-9 16,-10-10-1,9-8-15,10-10 16,0 0-1,10-10-15,-1 1 16,10 0-16,9 0 16,0 0-1,0-1-15,19 10 16</inkml:trace>
  <inkml:trace contextRef="#ctx0" brushRef="#br0" timeOffset="13885.37">9398 12949 0,'0'0'0,"0"0"16,0 0-16,0 0 16,-9 9-1,-1 10-15,1 27 16,-10 37-16,10 28 15,-10 18 1,19 37-16,-10-9 16,20-18-1,-10-29-15,0-27 16,0-27-16,0-29 16,0-27-1</inkml:trace>
  <inkml:trace contextRef="#ctx0" brushRef="#br0" timeOffset="14285.22">9144 13134 0,'0'0'0,"9"-19"15,10-8 1,38-10-16,37-19 16,19 10-1,-10 19-15,1 8 16,-10 19-16,-19 9 15,-19 10 1,-18-1-16,-19 1 16,-10-1-1,-9 10-15,-28 27 16,-28 19-16,-29 18 16,-9-9-1,-19 0-15,0 1 16,113-84-1</inkml:trace>
  <inkml:trace contextRef="#ctx0" brushRef="#br0" timeOffset="17768.62">10790 7799 0,'0'0'0,"0"0"0,10-9 15,-1 9-15,10-9 16,19 9-1,9 0-15,28 0 16,28-10-16,10 1 16,0 0-1,19-19-15,-19 1 16,-19 8 0,0 1-16,-9-1 15,-85 19-15</inkml:trace>
  <inkml:trace contextRef="#ctx0" brushRef="#br0" timeOffset="22023.95">10743 8085 0,'0'0'0,"0"0"0,0 0 16,0 0-1,10 0-15,8 0 16,11 9-16,8-9 16,39 0-1,18 0-15,19 0 16,9-9-1,0 0-15,10-10 16,0 1 0,-20 0-16,-17 8 15,-30 1-15,1 0 16,-9-10 0,-10-8-16,-19-1 15,-28 28-15</inkml:trace>
  <inkml:trace contextRef="#ctx0" brushRef="#br0" timeOffset="22540.89">11421 7439 0,'0'0'16,"0"0"-16,0 0 15,0 0 1,9 0-16,10 19 16,9-1-1,28 10-15,20 27 16,-1-9-1,0 0-15,-18-9 16,9 9-16,-19-9 16,9 10-1,0-11-15,-8 1 16,-11 0 0,-18-9-16,0-10 15,-10 1 1,-9-1-16,0 10 15,-19 9-15,-9 0 16,-19 9 0,-28 9-16,-10 1 15,10-19 1,9-10-16,10-8 16,18-10-16,10-9 15,9-9 1,10 0-16,9 9 15</inkml:trace>
  <inkml:trace contextRef="#ctx0" brushRef="#br0" timeOffset="23186.19">13161 7125 0,'0'0'16,"0"0"-1,0 0-15,0 10 16,0 8-16,0 19 15,0 18 1,9 47-16,1 9 16,-1 9-1,10 27-15,-10 1 16,1-19 0,-10-27-16,0-10 15,9-18-15,-9-19 16,0-18-1,-9 0-15,9-37 16</inkml:trace>
  <inkml:trace contextRef="#ctx0" brushRef="#br0" timeOffset="23835.69">11120 9414 0,'0'0'0,"0"0"15,0 0-15,9 9 16,10 10 0,18-1-16,29 10 15,10-9 1,18-10-16,18-9 16,1 0-16,-9 0 15,-19-9 1,-10-1-16,-19 1 15,-9 0 1,-9 0-16,-19 9 16,-19 0-1</inkml:trace>
  <inkml:trace contextRef="#ctx0" brushRef="#br0" timeOffset="24109.02">11374 9756 0,'0'0'0,"0"0"16,0 0 0,9 0-16,19 0 15,19-9 1,28-1-16,29 1 15,-1 0 1,-18 0-16,-10 9 16,-9-10-16,-9-8 15,9-10 1,-66 28-16</inkml:trace>
  <inkml:trace contextRef="#ctx0" brushRef="#br0" timeOffset="24551.98">11853 9073 0,'0'0'15,"0"0"-15,0 0 16,10 9-16,18 19 16,10-1-1,18 20-15,19 8 16,19 0 0,-18-9-16,-1 1 15,-28-11 1,9 11-16,-18-10 15,0 9-15,-20-9 16,-8 0 0,-10-1-16,-10 11 15,-18 8 1,-19 0-16,-9 10 16,-20-10-16,11-9 15,-11-9 1,11-9-16,-11 0 15,76-28 1</inkml:trace>
  <inkml:trace contextRef="#ctx0" brushRef="#br0" timeOffset="26891.69">13283 9294 0,'0'0'0,"0"0"16,0 0 0,0 0-16,0 0 15,0 0-15,0 0 16,0 0 0,0 0-16,0 0 15,0 9 1,-9 19-16,-1 18 15,-8 0 1,-11 10-16,1 8 16,0 10-1,9 0-15,0-18 16,10-10-16,9-9 16,0-1-1,9-8-15,1 0 16,9-10-1,9 1-15,0-10 16,19 0-16,0 0 16,10 1-1,-10-10-15,0 0 16,-10 0 0,-9 0-16,1 0 15,-29 0-15</inkml:trace>
  <inkml:trace contextRef="#ctx0" brushRef="#br0" timeOffset="27169.19">13443 9673 0,'0'0'0,"0"0"15,0 0-15,10 18 16,-10 19 0,9 28-16,0 27 15,1 37 1,-1 0-16,1-9 16,-1-9-1,0-19-15,1-27 16,-1-19-1,-9-46-15</inkml:trace>
  <inkml:trace contextRef="#ctx0" brushRef="#br0" timeOffset="27702.29">11214 11777 0,'0'0'16,"0"0"-1,9 0-15,38-9 16,28 0-16,38-1 16,19 1-1,9-9-15,-19-1 16,-9 1-1,-19-1-15,-18 1 16,-20-10 0,-56 28-16</inkml:trace>
  <inkml:trace contextRef="#ctx0" brushRef="#br0" timeOffset="27985.77">11336 12035 0,'0'0'0,"0"0"16,0 0-1,9 0-15,20-9 16,27-9-16,29-10 15,37-9 1,-9 9-16,-19-8 16,0-1-1,-19-10-15,-18 11 16,-57 36-16</inkml:trace>
  <inkml:trace contextRef="#ctx0" brushRef="#br0" timeOffset="28497.48">11863 11408 0,'0'0'0,"0"0"15,0 0-15,19 0 16,-1 9 0,29 10-16,10-1 15,9 0 1,0 1-16,-10 9 16,-9-10-16,0 10 15,-9-10 1,-10 1-16,0-1 15,-9 1 1,-10-1-16,1 10 16,-10 9-1,-10 0-15,-18 9 16,-19 18-16,0-8 16,-9-10-1,-1 0-15,10-9 16,10-9-1,8-10-15,10 1 16,1-10-16,8 0 16,1-9-1,9 0-15,0 0 16,0 0 0,0 0-16</inkml:trace>
  <inkml:trace contextRef="#ctx0" brushRef="#br0" timeOffset="30602.9">13518 11426 0,'0'0'0,"0"0"15,0 0-15,0 0 16,0 0 0,0 0-16,0 19 15,-9 18 1,-10 9-16,-9 18 16,0-8-16,0 8 15,-1 1 1,-8 9-16,18-19 15,9-18 1,1 0-16,9 0 16,9-9-1,10-1-15,19 1 16,28-9-16,0-1 16,9-9-1,0-9-15,-18-9 16,-1 0-1,-18 0-15,-1-1 16,-8-8-16,-11-1 16,-8 1-1,-10 18-15</inkml:trace>
  <inkml:trace contextRef="#ctx0" brushRef="#br0" timeOffset="30802.27">13744 11694 0,'0'0'15,"0"0"-15,0 0 16,0 0 0,0 9-16,0 28 15,0 37 1,0 37-16,10-1 16,-10 20-16,0-10 15,0-19 1,-10-27-16,1-9 15,9-65 1</inkml:trace>
  <inkml:trace contextRef="#ctx0" brushRef="#br0" timeOffset="31269.08">11430 13540 0,'0'0'0,"28"-9"15,29-1 1,37-8-16,9 0 16,-18-1-1,0 1-15,-20-1 16,-8 10-16,-20 0 16,-18-1-1,-19 10-15</inkml:trace>
  <inkml:trace contextRef="#ctx0" brushRef="#br0" timeOffset="31519.01">11449 13808 0,'0'0'0,"0"0"16,0 0-1,9 0-15,10 0 16,37-10 0,48-17-16,-1-1 15,20-9-15,-20 0 16,-9 0 0,-18 0-16,-11-18 15,-65 55 1</inkml:trace>
  <inkml:trace contextRef="#ctx0" brushRef="#br0" timeOffset="32012.08">12107 13134 0,'0'0'0,"0"0"16,0 0-16,19 9 16,9 0-1,19 10-15,0-1 16,10 1 0,-1-1-16,-9 1 15,-9-1-15,0-9 16,-10 0-1,-9 1-15,-1-1 16,-8 9 0,-1 1-16,-18 18 15,-10 9-15,-9 0 16,9-9 0,-9 9-16,-10 0 15,10-9 1,0-9-16,-10 9 15,19-19 1,0 1-16,1-10 16,8 0-16,1 0 15,-1 1 1,10-10-16,0 0 16,0 0-1,0 0-15</inkml:trace>
  <inkml:trace contextRef="#ctx0" brushRef="#br0" timeOffset="33077.56">13660 13254 0,'0'0'0,"0"0"16,0 0-16,0 0 16,0 0-1,0 0-15,0 0 16,0 0-1,0-9-15,-10-1 16,1-8-16,-1 9 16,1-1-1,9 1-15,0 0 16,0-10 0,9 1-16,1 0 15,9-10 1,9 0-16,9 0 15,1 10-15,0 9 16,-10 0 0,0 9-16,0 0 15,-9 9 1,0 0-16,0 9 16,0 1-1,-10 9-15,0 18 16,1 18-16,-10-8 15,-19 8 1,0-8-16,0-10 16,-9 0-1,0-9-15,9-9 16,0-10-16,10 1 16,-1-1-1,1-9-15,0 1 16,9-10-1,0 0-15,0 0 16,0 0 0,9 0-16,10 9 15,19-9-15,9 0 16,18-9 0,1-1-16,0-8 15,0 9 1,-10-10-16,1 10 15,-1 0-15,-9-1 16,-9 1 0,-38 9-16</inkml:trace>
  <inkml:trace contextRef="#ctx0" brushRef="#br0" timeOffset="48625.74">25231 9793 0,'0'0'0,"-10"9"0,-18 37 16,0 28-1,-10 27-15,10 1 16,9-1-16,0-8 16,10-19-1,0-28-15,9-19 16,0-27 0,0 0-16</inkml:trace>
  <inkml:trace contextRef="#ctx0" brushRef="#br0" timeOffset="49103.37">25024 9691 0,'0'0'0,"0"0"16,0 0-16,0 0 15,0 0 1,9 0-16,10 19 15,9-1-15,0 10 16,10 9 0,-10-10-16,0 1 15,10-10 1,0-8-16,-1-20 16,10-8-1,10-19-15,-1-9 16,1-9-1,-10 8-15,0 1 16,-19 19-16,0-1 16,-9 9-1,-10 10-15,1 9 16,-1 0 0,1 9-16,-1 10 15,0 36-15,1 19 16,-10 18-1,0 1-15,0-10 16,0 0 0,9-28-16,1-18 15,-10-37-15</inkml:trace>
  <inkml:trace contextRef="#ctx0" brushRef="#br0" timeOffset="49322">26303 10337 0,'0'0'0,"-9"9"15,-10 10-15,-19 27 16,-9 28-16,-19 27 15,10-36 1,9-10-16,47-55 16</inkml:trace>
  <inkml:trace contextRef="#ctx0" brushRef="#br0" timeOffset="49592.94">26679 9654 0,'0'0'0,"0"0"16,0 19-16,19 45 15,0 47 1,9 55-16,-9-9 16,9-9-16,-28-148 15</inkml:trace>
  <inkml:trace contextRef="#ctx0" brushRef="#br0" timeOffset="50152.7">24610 9747 0,'0'0'0,"0"9"16,0 37-16,9 65 15,1 55 1,-10 0-16,-10 9 16,1 1-1,9-38-15,-10-36 16,10-47-16,0-27 16,0-28-1,0 0-15</inkml:trace>
  <inkml:trace contextRef="#ctx0" brushRef="#br0" timeOffset="50940.83">24356 9700 0,'0'0'0,"9"-9"15,1-9-15,27-19 16,38-19-1,57-17-15,56-11 16,29 1 0,-1 0-16,29 0 15,-10 19 1,-19 8-16,-9 1 16,-37 18-1,-11 19-15,-27 8 16,-28 10-16,-10 19 15,-10 8 1,10 20-16,-18 8 16,-10 19-16,-1 18 15,-18 10 1,0 8-16,-9 1 16,-10 9-1,1-18-15,-11-19 16,1-9-1,-9-1-15,-10-17 16,0-10 0,0 9-16,-10-18 15,1 0-15,-1 0 16,-8 0 0,-1 0-16,-9 0 15,9-9 1,-10-1-16,-18 10 15,-9 0-15,-10 9 16,-19-9 0,1 9-16,-38-9 15,-20 9 1,-8-9-16,-57 9 16,0 1-16,-19-1 15,0 0 1,29 0-16,28-9 15,-1-9 1,20-1-16,27-8 16,20-1-1,28-9-15,9 1 16,19-10-16,9 0 16,19 0-1,0 0-15,10 0 16,0 0-1,9 0-15,0 0 16,0 0 0</inkml:trace>
  <inkml:trace contextRef="#ctx0" brushRef="#br0" timeOffset="51686.6">29991 9119 0,'0'0'0,"0"9"16,0 28-16,9 46 15,-9 37 1,0 19-16,0 17 16,-9-26-1,9-1-15,-10-37 16,10-36-16,-9-29 15,9-27 1,0 0-16</inkml:trace>
  <inkml:trace contextRef="#ctx0" brushRef="#br0" timeOffset="51986.24">29925 9193 0,'0'0'0,"19"-9"16,28-1-1,19 1-15,18 9 16,-8 9 0,-20 1-16,-9 8 15,-19 0 1,-9 10-16,-9 9 15,-20 9-15,-9 0 16,-18 19 0,-29 0-16,0-1 15,19-18 1,47-46-16</inkml:trace>
  <inkml:trace contextRef="#ctx0" brushRef="#br0" timeOffset="52189.46">30583 9876 0,'0'0'0,"0"18"16,-18 38-1,-11 27-15,-18 27 16,-9 1-1,0-19-15,18-27 16,38-65 0</inkml:trace>
  <inkml:trace contextRef="#ctx0" brushRef="#br0" timeOffset="52669.58">31082 9257 0,'0'0'0,"0"0"16,9-9-16,1 0 15,9 0 1,9-1-16,10 1 15,9 0 1,-10 9-16,1 0 16,-10 9-1,-9 0-15,-10 10 16,1 9-16,-20 18 16,-9 9-1,-18 10-15,-20 9 16,1-1-1,18-8-15,10-28 16,19-9-16,9-10 16,28 1-1,19-1-15,47-9 16,28-18 0,10 0-16,-38-10 15,-37 10 1,-29 0-16,-28 9 15</inkml:trace>
  <inkml:trace contextRef="#ctx0" brushRef="#br0" timeOffset="52987.15">29417 9294 0,'0'0'0,"0"9"16,9 28-1,20 37-15,8 74 16,1 9-1,-1 27-15,-8 1 16,-10-10-16,-1-8 16,1-75-1,-9-46-15,-1-18 16,-9-28 0</inkml:trace>
  <inkml:trace contextRef="#ctx0" brushRef="#br0" timeOffset="53610.2">29436 9119 0,'9'-9'0,"29"-19"16,84-37-16,66-18 15,57-18 1,-19 27-16,56-9 16,-28 27-16,9-8 15,-65 18 1,-1 0-16,-56 27 16,-28 1-1,-19 18-15,-9 9 16,-10 19-1,-9 18-15,-19 0 16,10 28-16,-10 27 16,-10 19-1,-8-9-15,-1 46 16,-19-19 0,1-8-16,-10 17 15,0-27 1,-10 9-16,-9-36 15,1-1-15,-1-27 16,-9-10 0,-10 0-16,-9-8 15,-10-11 1,-27-8-16,-20 0 16,-37-10-16,-19 1 15,-9-1 1,-29 1-16,29-1 15,-10-9 1,19 1-16,29-10 16,18 0-1,0-19-15,9-18 16,104 37-16</inkml:trace>
  <inkml:trace contextRef="#ctx0" brushRef="#br0" timeOffset="54176.64">25899 8962 0,'0'0'0,"0"0"16,0-9 0,0-28-16,9-19 15,19-36 1,19-37-16,19-37 16,19 0-1,-10-28-15,0 28 16,-9-10-1,0 19-15,-10 28 16,1 9-16,-10 19 16,0 27-1,-9 9-15,-10 28 16,0 0 0,-9 19-16,0 0 15,-1 8-15,1 10 16,19 10-1,-38-10-15</inkml:trace>
  <inkml:trace contextRef="#ctx0" brushRef="#br0" timeOffset="54669.63">29567 8750 0,'0'0'0,"0"0"15,-9-10 1,-10-17-16,-9-10 16,-19-9-1,-28-28-15,-19-18 16,0-19-16,-10 0 16,-37-46-1,28 28 1,-19-19-16,1 10 15,-1 9-15,19 18 16,0 0 0,10 19-16,18 18 15,19 9-15,19 19 16,10 19 0,8 8-16,11 1 15,8 8 1,1 1-16,9 9 15</inkml:trace>
  <inkml:trace contextRef="#ctx0" brushRef="#br0" timeOffset="55119.91">26294 5252 0,'0'0'0,"0"0"16,9 9 0,10 28-16,0 27 15,0 19 1,-10 28-16,0 18 15,1-27-15,-10-10 16,0-18 0,0-18-16,0-29 15,0-18 1,0-9-16</inkml:trace>
  <inkml:trace contextRef="#ctx0" brushRef="#br0" timeOffset="55552.21">26416 5242 0,'0'0'0,"0"0"16,0 0-1,0 19-15,9 18 16,10 0-1,9 0-15,1 0 16,8-10-16,1-8 16,0-19-1,-1-10-15,1-8 16,9-19 0,-10-9-16,-8 0 15,-10 9 1,-10 9-16,0 10 15,1 9-15,-10 9 16,0 0 0,0 0-16,9 18 15,1 28 1,8 46-16,1 10 16,0 9-1,0 18-15,0-46 16,9 0-16,0-18 15,-28-65 1</inkml:trace>
  <inkml:trace contextRef="#ctx0" brushRef="#br0" timeOffset="55786.59">27479 5916 0,'0'0'0,"-9"28"16,-20 46-1,-18 36-15,-9 20 16,18-29 0,1-8-16,18-57 15,9-26 1,10-10-16</inkml:trace>
  <inkml:trace contextRef="#ctx0" brushRef="#br0" timeOffset="56063.06">27771 5178 0,'0'0'0,"0"9"16,0 37-1,9 37-15,0 28 16,1 46-16,-10 9 16,0-37-1,0-27-15,0-28 16,0-37-1,0-19-15,0-18 16,0 0-16</inkml:trace>
  <inkml:trace contextRef="#ctx0" brushRef="#br0" timeOffset="56388.21">27686 5095 0,'0'0'16,"0"0"-16,0 0 15,9-9 1,10 9-16,19-10 16,28 1-16,-10 0 15,1 0 1,-20 9-16,1 9 15,-10 0 1,-9 0-16,0 10 16,-10 8-1,-9 20-15,0 8 16,0 0-16,-9 19 16,9-37-1,0-37-15</inkml:trace>
  <inkml:trace contextRef="#ctx0" brushRef="#br0" timeOffset="56835.65">28551 5907 0,'0'0'0,"0"0"16,10 28-1,-1 27-15,-9 37 16,-19 28-16,1-18 15,-11-1 1,11-27-16,-1-46 16,19-28-1</inkml:trace>
  <inkml:trace contextRef="#ctx0" brushRef="#br0" timeOffset="57403.34">29012 5224 0,'0'0'0,"0"0"15,10-9-15,18-10 16,10 10 0,28 0-16,-1 9 15,1 0 1,-19 0-16,-9 9 16,-10 0-1,-9 10-15,-10 8 16,-9 29-1,-9-1-15,-19 19 16,9-19-16,0-8 16,10-20-1,-1-8-15,20-1 16,-1 1-16,29-1 16,9-9-1,19 10-15,18-1 16,-8 1-1,-20-1-15,-18 10 16,-10 0 0,-19-10-16,-18 10 15,-29 18-15,-37 18 16,-57 20 0,-37-11-16,0-8 15,-48 27 1</inkml:trace>
  <inkml:trace contextRef="#ctx0" brushRef="#br0" timeOffset="57806.51">25814 5039 0,'0'0'0,"0"0"15,0 19-15,9 36 16,10 74-1,9 1-15,1 91 16,-1-18 0,9 46-16,-8-9 15,-1 0-15,-19-18 16,10-10 0,0-73-16,-10-29 15,1-36 1,-10-37-16,0-37 15,0-9-15,0 9 16</inkml:trace>
  <inkml:trace contextRef="#ctx0" brushRef="#br0" timeOffset="58570.17">25757 5261 0,'10'-9'15,"37"-37"-15,66-19 16,94-46-16,28 19 16,38 0-1,37 27-15,-9-18 16,-9 18-1,9 10-15,0 0 16,-19 8-16,-28 20 16,-28 8-1,0 19-15,-38 9 16,-38 28 0,-18 10-16,-19 8 15,-10 19 1,-18-10-16,0 29 15,-29-10-15,20 37 16,-20 0 0,-9 0-16,-9 0 15,-1 0 1,-9-10-16,1 10 16,-20-37-16,-9-18 15,0-19 1,0 0-16,-9 1 15,-10-1 1,0 0-16,-19 9 16,-9 10-1,-18-1-15,-30 1 16,-27 0-16,-28 8 16,-10-8-1,-57 18-15,1-18 16,-47 9-1,27-28-15,-27 0 16,-10-18-16,19-1 16,0-8-1,28-1-15,-9 1 16,28-10 0,29 9-16,8-18 15,48 10 1,9-10-16,19 0 15,28 0-15,-9 0 16,75 0 0</inkml:trace>
  <inkml:trace contextRef="#ctx0" brushRef="#br0" timeOffset="64715.06">32023 4661 0,'0'0'0,"0"0"16,0 0-16,0 9 15,9 19 1,1 18-16,-10 37 16,0 0-1,0 9-15,0 19 16,-10 0-16,1-28 15,-1-28 1,1-18-16,0-18 16,9-10-1,0-9-15</inkml:trace>
  <inkml:trace contextRef="#ctx0" brushRef="#br0" timeOffset="65003.14">31712 4772 0,'0'0'15,"0"0"1,19-10-16,28-17 15,28-10-15,38 0 16,19 0 0,-28 9-16,-10 10 15,-29-1 1,-8 10-16,-19 0 16,-38 9-16</inkml:trace>
  <inkml:trace contextRef="#ctx0" brushRef="#br0" timeOffset="65463.09">31722 5584 0,'0'0'0,"0"0"15,28 0 1,28-9-16,39-10 16,-1 1-1,0-10-15,-10 0 16,-8-9 0,-1-9-16,-19-9 15,-9 9-15,-9 0 16,-10 9-1,0 0-15,-9 18 16,-9 10 0,-1 9-16,0 9 15,1 19 1,-1 18-16,1 19 16,-10 9-16,-19 27 15,-9 1 1,-10-1-16,-9 1 15,0-19 1,9-28-16,10-18 16,19-28-16,9-9 15</inkml:trace>
  <inkml:trace contextRef="#ctx0" brushRef="#br0" timeOffset="65886.59">32973 4587 0,'0'0'0,"0"0"16,-9 19 0,-10 18-16,-9 18 15,-1 28-15,-8 18 16,8 1 0,11-19-16,8-9 15,1-9 1,9-19-16,9 0 15,10-9 1,19-10-16,28 1 16,9-9-16,0-10 15,10-9 1,-10-9-16,-9-10 16,113-36-1</inkml:trace>
  <inkml:trace contextRef="#ctx0" brushRef="#br0" timeOffset="66153.25">33199 5215 0,'0'0'0,"0"0"16,-10 9-1,1 19-15,-10 27 16,-9 28 0,9 0-16,-9 28 15,0 0-15,9-28 16,0-9 0,0-10-16,10-18 15,9-46 1</inkml:trace>
  <inkml:trace contextRef="#ctx0" brushRef="#br0" timeOffset="66516.66">31393 4679 0,'0'0'0,"0"0"16,9 19-1,0 55-15,20 55 16,-1 19-1,-9 55-15,-1 0 16,-8 0 0,9 0-16,-10-37 15,0-37-15,1-73 16,-1-29 0,1-18-16,-10-9 15,0 0 1</inkml:trace>
  <inkml:trace contextRef="#ctx0" brushRef="#br0" timeOffset="67120.19">31468 4781 0,'0'0'0,"19"-28"15,37-9 1,38-18-16,47 0 16,38 8-1,37-8-15,10 18 16,-19-9-16,-28 18 16,-29 10-1,-37 9-15,-19 9 16,-28 9-1,-9 9-15,46 38 16,-56-1 0,-19 19-16,-9 0 15,-19 36-15,10 20 16,-1-20 0,-9 1-16,0 9 15,9-9 1,-18-10-16,0-36 15,-1 18-15,1-27 16,-19 8 0,-10 1-16,-9-19 15,-19-9 1,-19 18-16,29-36 16,-29-1-16,-37 10 15,0-10 1,-10 1-16,-9-10 15,9-9 1,0 0-16,20-9 16,8-10-1,10-8-15,0-20 16,94 47-16</inkml:trace>
  <inkml:trace contextRef="#ctx0" brushRef="#br0" timeOffset="67686.42">28401 4559 0,'0'0'0,"0"-9"15,9-9 1,20-19-16,8-19 16,20-8-1,-1-10-15,19-28 16,19-8-1,1-19-15,-1 18 16,9-28-16,-18 19 16,-10 19-1,0-1-15,-9 1 16,-28 45 0,-1 1-16,1 0 15,-19 27 1,0 0-16,-1 1 15,1 8-15,-19 19 16</inkml:trace>
  <inkml:trace contextRef="#ctx0" brushRef="#br0" timeOffset="68269.92">31665 4227 0,'0'0'0,"-9"-9"15,-19-19-15,-10-9 16,-9-18 0,-9-10-16,-1-8 15,1-1-15,-1 0 16,-18-28 0,-10 1-16,10-1 15,19 28 1,-10-9-16,9 0 15,1 9 1,9 19-16,9 9 16,10 9-16,9 9 15,0 1 1,10-1-16,0 0 16,-1-9-1,10 37-15</inkml:trace>
  <inkml:trace contextRef="#ctx0" brushRef="#br0" timeOffset="68903.2">29596 1560 0,'0'0'16,"0"0"-16,0 0 15,0 0 1,0 0-16,0 0 16,9 9-1,1-9-15,27 9 16,20-9-16,8 0 15,1 0 1,19 0-16,-10 0 16,-9 0-1,-19 0-15,-9 0 16,-1 0-16,-8 0 16,-11 0-1,1 10-15,-9-1 16,-1 0-1,0 19-15,-9 9 16,-9 27 0,0 28-16,-10 1 15,0 8-15,0 29 16,0-38 0,1 19-16,-1-19 15,9-9 1,10-83-16</inkml:trace>
  <inkml:trace contextRef="#ctx0" brushRef="#br0" timeOffset="70176.78">27281 2003 0,'0'0'16,"0"0"-16,0 9 16,0 19-1,0 36-15,0 10 16,-9 0 0,0 0-16,-1-10 15,1-17-15,9-20 16,0-17-1,0-10-15</inkml:trace>
  <inkml:trace contextRef="#ctx0" brushRef="#br0" timeOffset="70637.11">27131 1994 0,'0'0'16,"0"0"-16,0 0 16,9 9-16,1 0 15,-1 0 1,10 19-16,0 9 16,9-9-1,10-1-15,-1-17 16,1-10-16,18-10 15,1-17 1,-20-1 0,1 0-16,-10 1 15,1-10-15,-11 9 16,-8 9 0,-1 10-16,1 0 15,-10 9 1,0 0-16,9 9 15,0 10-15,1 8 16,-1 38 0,10 27-16,-10-9 15,-9 28 1,0-19-16,0-9 16,0-18-1,0-65-15</inkml:trace>
  <inkml:trace contextRef="#ctx0" brushRef="#br0" timeOffset="70882.03">28128 2566 0,'0'0'0,"0"18"15,0 19-15,0 9 16,-19 37-16,-9 28 16,-10 9-1,10-46-15,9-37 16,10-9 0,9-28-16,0 0 15</inkml:trace>
  <inkml:trace contextRef="#ctx0" brushRef="#br0" timeOffset="71237.16">28297 1911 0,'0'0'16,"0"0"-16,10 9 16,-1 28-1,10 27-15,0 47 16,-10 0-1,-9 0-15,0-19 16,-9-18-16,0-10 16,-1-18-1,1-27-15,9-19 16,0 0 0</inkml:trace>
  <inkml:trace contextRef="#ctx0" brushRef="#br0" timeOffset="71571.88">28185 1791 0,'9'-10'0,"19"-8"15,29-19 1,18 9-16,-9 10 16,-19 9-1,-10 9-15,-8 9 16,-11 0-16,1 9 16,-9 10-1,-10 9-15,-10 9 16,-9 0-1,-9 10-15,0-1 16,0-18-16,28-37 16</inkml:trace>
  <inkml:trace contextRef="#ctx0" brushRef="#br0" timeOffset="71857.52">28749 2630 0,'0'0'0,"0"0"15,-9 19 1,-1 9-16,-9 18 15,-9 9 1,9 1-16,1-10 16,8-19-16,1-17 15,-1-10 1,10 0-16</inkml:trace>
  <inkml:trace contextRef="#ctx0" brushRef="#br0" timeOffset="72136.53">29059 1975 0,'0'0'0,"10"0"16,9 9-1,9 28-15,0 28 16,0 36 0,-18-27-16,-1 46 15,-9-9 1,0-19-16,0-46 16,0 1-16,0-47 15</inkml:trace>
  <inkml:trace contextRef="#ctx0" brushRef="#br0" timeOffset="72577.14">26726 1892 0,'0'0'15,"0"0"-15,10 19 16,9 36 0,9 65-16,0 0 15,-9 46-15,-10 19 16,1-10 0,-10 28-16,0-18 15,-10-38 1,1-45-16,9-47 15,0-27-15,0-19 16,0-9 0,0 0-16</inkml:trace>
  <inkml:trace contextRef="#ctx0" brushRef="#br0" timeOffset="73369.86">26839 1818 0,'10'-9'16,"56"-37"-16,56-10 16,57-27-1,46-9-15,11 0 16,46-10-1,-9 1-15,-19 18 16,37-10 0,-27 10-16,-1 28 15,-47 0-15,-27 18 16,-29 9 0,-10 19-16,-28 18 15,-28 9 1,10 29-16,-29-10 15,0 18-15,1 19 16,-20 0 0,10 36-16,-10 10 15,1 0 1,9 28-16,-29-10 16,1-18-1,0 19-15,-10-10 16,-19-37-16,1-18 15,-1 9 1,-9-9-16,-9 0 16,-1-9-1,-9-1-15,1-18 16,-11 0-16,-27 10 16,-19-1-1,-38 1-15,-10-1 16,-36 10-1,-39-10-15,-18 0 16,-10 1 0,-28-19-16,-10 0 15,-8-19-15,27 0 16,-9 10 0,19-19-16,18 10 15,20-19 1,18 18-16,19-18 15,29 10 1,18-10-16,19 9 16,18 0-16,1-9 15,28 0 1,9 0-16,38 0 16</inkml:trace>
  <inkml:trace contextRef="#ctx0" brushRef="#br0" timeOffset="86021.97">6152 17675 0,'0'0'0,"-18"-9"0,-11-1 15,11 1 1,-1 0-16,9 9 16,1 9-16,9 0 15,0-9 1</inkml:trace>
  <inkml:trace contextRef="#ctx0" brushRef="#br1" timeOffset="88894.52">24318 9479 0,'0'0'0,"0"0"16,0 0-1,0 9-15,0 37 16,0 47 0,0 45-16,10 0 15,-1 29-15,0 8 16,1-9-1,-1 9-15,-9-45 16,0 8 0,0-9-16,10-36 15,-1-29-15,0-18 16,1-18 0,-10-28-16,0 0 15,0 0 1</inkml:trace>
  <inkml:trace contextRef="#ctx0" brushRef="#br1" timeOffset="89653.18">24083 9876 0,'0'0'0,"0"0"15,0-10 1,0 1-16,19-18 16,18-1-1,29-18-15,47-10 16,19-8 0,47-10-16,9 0 15,19 0-15,9-9 16,10-9-1,0 9-15,-10 18 16,-9 1-16,-28 17 16,-19 11-1,-29 8-15,-18 19 16,-19 9 0,0 9-16,-9 9 15,-19 19 1,-10 0-16,1 9 15,-10 0-15,0 38 16,-10 8 0,-18-9-16,0 28 15,-9 18 1,-1 0-16,-9-18 16,0 9-1,0-9-15,0-10 16,-9-18-16,-1-18 15,1-1 1,-1-8-16,-9-1 16,-9-9-1,-19 10-15,-19-1 16,-28 0 0,-28 1-16,-57 18 15,-28-19-15,-9 0 16,28-27-1,-19-9-15,19-1 16,18 10 0,10-19-16,29-9 15,27 9-15,29-9 16,19 0 0,27 0-16,20 0 15,9-9 1,0 9-16</inkml:trace>
  <inkml:trace contextRef="#ctx0" brushRef="#br1" timeOffset="90787.25">29464 9285 0,'0'0'15,"0"0"-15,-9 9 16,-1 10 0,1 8-16,-1 1 15,1 9 1,9 9-16,9-9 15,1 28-15,9 9 16,-1 18 0,1 19-16,0-1 15,0 20 1,9-1-16,-19 0 16,1-18-16,-1-28 15,-9-28 1,10-27-16,-10-10 15,0-18 1,0 0-16,0-55 16,-10-56-1,-9-18-15,1-19 16,-11 1-16,1 17 16,9 20-1,1-29-15,-1 38 16,9 18-1,10 9-15,10 9 16,-1 1 0,1 27-16,8-9 15,11-1-15,8 10 16,29 10 0,56-29-16,29-8 15,18-1 1,19 10-16,19-10 15,10 19-15,-20 9 16,10 0 0,-37 9-16,27 28 15,-37-18 1,-28 18-16,-19 18 16,-10 1-1,-28 18-15,-9 9 16,-19 19-16,0 8 15,-18 11 1,-11 26-16,-8 20 16,-1-11-1,-9-8-15,0 28 16,0-1 0,0-9-16,0-18 15,-9-19-15,-1 1 16,-8-19-1,-1-19-15,-9 0 16,-10-9 0,-28 19-16,-19-10 15,-18-8-15,-38 8 16,0-18 0,0-9-16,-29-10 15,10-27 1,-56-47-16,-10-8 15</inkml:trace>
  <inkml:trace contextRef="#ctx0" brushRef="#br1" timeOffset="91506.42">25776 4956 0,'0'0'16,"0"0"-16,0 0 15,0 0 1,0 0-16,-9 10 16,-10 17-16,10 29 15,-10 45 1,9 28-16,10-9 15,0 10 1,19 36-16,9-46 16,10 18-1,-10 1-15,1 8 16,-11-36-16,11 37 16,-11-28-1,-8-10-15,-1 1 16,1 0-1,-10-37-15,0 0 16,0-19-16,0-27 16,0-10-1,0-9-15,0-9 16,9-9 0,10-19-16,-19 28 15</inkml:trace>
  <inkml:trace contextRef="#ctx0" brushRef="#br1" timeOffset="92691.22">25757 5187 0,'0'0'16,"10"-18"-16,28-1 15,46-18 1,48-9-16,18 0 16,48 0-1,0 0-15,-1-1 16,19 1-1,-18 0-15,28 9 16,-10-9-16,19 0 16,-18 9-1,18 0-15,-28 19 16,19-1 0,-38 1-16,9 18 15,-27 0 1,-29 0-16,0 18 15,-28 1-15,-19-1 16,-19 10 0,-18-10-16,-1 19 15,-9 0 1,0 9-16,-9 10 16,-10 8-16,-9 19 15,0-9 1,-1 9-16,1 10 15,-9 17 1,-1-17-16,0-1 16,-9 19-1,0-19-15,0-18 16,0 9-16,-9-28 16,0-9-1,-1 10-15,1 8 16,-1 10-1,1-28-15,-10 0 16,0 1-16,1-1 16,-11 0-1,1 0-15,-10 0 16,-18 10 0,-10-10-16,-28 9 15,9-18-15,-27 0 16,-39 0-1,-18 0-15,-10-19 16,-28 1 0,-9-10-16,-10 9 15,0-18 1,10 19-16,28-10 16,-38-9-16,56 0 15,-8 9 1,8 1-16,29-10 15,10 9 1,8-9-16,20 0 16,27 0-1,1 9-15,19-9 16,9 9-16,9-9 16,10 0-1,9 0-15,10 0 16,-1 0-1,1 0-15,9 0 16,0 0-16,0 0 16,0 0-1,0 0-15,0 0 16,0 0 0,0 0-16,0 0 15,0 0 1,-10 0-16,1 0 15,-10 0-15,-9 0 16,28 0 0</inkml:trace>
  <inkml:trace contextRef="#ctx0" brushRef="#br1" timeOffset="94206.55">8147 7698 0,'0'0'16,"-10"0"-16,-18 18 16,-28 28-1,-38 83-15,-19 28 16,9-9-16,1 0 15,46-56 1,10-37 0,0-27-16,47-28 15</inkml:trace>
  <inkml:trace contextRef="#ctx0" brushRef="#br1" timeOffset="94452.78">7347 7956 0,'0'0'16,"0"0"-16,19 9 16,9 19-1,19 9-15,19 27 16,9 10 0,10-9-16,28 18 15,37 0 1,-8-9-16,17-10 15,1-17-15,-9 26 16,-151-73 0</inkml:trace>
  <inkml:trace contextRef="#ctx0" brushRef="#br1" timeOffset="94887.08">8420 13208 0,'0'0'0,"-10"9"15,-18 28-15,-10 27 16,-18 38 0,-19 46-16,9-1 15,9-18 1,10-9-16,10-27 16,-1-38-16,38-55 15</inkml:trace>
  <inkml:trace contextRef="#ctx0" brushRef="#br1" timeOffset="95291.49">7799 13651 0,'0'0'0,"0"0"15,19 9 1,9 0-16,38 19 16,9 9-1,10 9-15,9 9 16,-19-9 0,0-9-16,0 9 15,-18-9 1,-1-9-16,-9 0 15,-9-10-15,-10 1 16,0-10 0,-9 0-16,0 0 15,0 1 1,-10-1-16,1 0 16,-10-9-16,0 0 15,9 0 1,-9 0-16,0 0 15</inkml:trace>
  <inkml:trace contextRef="#ctx0" brushRef="#br1" timeOffset="99354.68">25805 5501 0,'0'0'0,"0"0"0,9 28 15,10 8 1,0 20-16,9 18 16,0 27-1,0 28-15,-9 1 16,9 17 0,-9-8-16,0 8 15,0-17-15,0-38 16,-10-27-1,0-19-15,1 0 16,-1-28-16,-9-18 16,0 0-1,0 0-15,0 0 16</inkml:trace>
  <inkml:trace contextRef="#ctx0" brushRef="#br1" timeOffset="100437.15">32107 5335 0,'0'0'16,"0"9"-16,-9 9 15,0 1 1,9-19-16</inkml:trace>
  <inkml:trace contextRef="#ctx0" brushRef="#br1" timeOffset="101890.56">26962 1514 0,'0'0'0,"9"9"16,0 9-16,1 38 16,9 27-16,-1 28 15,1 36 1,0 10-16,-9 0 16,-1 0-1,0 0-15,1-9 16,-10-19-1,0 0-15,0-37 16,-10-18-16,1-19 16,9-8-1,0-10-15,0-28 16,0-9 0,0-9-16,-9-28 15,9 37-15</inkml:trace>
  <inkml:trace contextRef="#ctx0" brushRef="#br1" timeOffset="102963.01">26811 1892 0,'0'0'15,"0"-18"-15,19-29 16,9 1 0,29-18-16,18-1 15,28-9 1,29-9-16,37-9 16,-9 9-1,19-9-15,9 18 16,0-9-1,0 27-15,10-18 16,9 19-16,-9 9 16,-29 27-1,0-8-15,-9 27 16,-9 0 0,-10 0-16,-19 0 15,0 0-15,-18 27 16,-10-17-1,-9 8-15,-10 10 16,-19-10 0,10 28-16,-9-18 15,-1 18 1,0-9-16,1 19 16,-10 8-16,0 10 15,-9 18 1,-10-9-16,0 10 15,-9 17 1,0 1-16,-10 0 16,1-19-16,8 19 15,-8-9 1,-1-10-16,1-18 16,-1-1-1,-9 1-15,0 0 16,-9 0-1,-1-9-15,-9-10 16,-9 10-16,-10-10 16,-18 10-1,-19-1-15,-10 1 16,0-1 0,-18-17-16,-19-1 15,-10 0 1,-19-9-16,-27 0 15,18-28-15,-28 9 16,-1 1 0,11-1-16,-10-8 15,18-1 1,10 9-16,10-18 16,18 9-16,10 1 15,9-1 1,28 0-16,10 0 15,19-9 1,9 0-16,9 0 16,10 0-1,-1-9-15,11 9 16,-1 0-16,0-9 16,0 0-1,0-19-15,10-9 16,9-28-1,9-18-15,20-9 16,8 18-16,29-37 16,-66 111-1</inkml:trace>
  <inkml:trace contextRef="#ctx0" brushRef="#br1" timeOffset="107437.02">21430 3083 0,'0'9'0,"9"37"16,20 83 0,-10 74-16,-1 10 15,-8-10 1,-1 9-16,-9-9 16,-9-37-1,-1-46-15,1-9 16,0-56-16,-1-27 15,1-19 1,9-9-16</inkml:trace>
  <inkml:trace contextRef="#ctx0" brushRef="#br1" timeOffset="108154.64">21242 3175 0,'9'-9'16,"10"-10"-1,47-18-15,56-36 16,48-11 0,27-8-16,29-9 15,-10-1-15,10 10 16,-19 9-1,-9 9-15,-10 28 16,-28 0 0,-10 36-16,-37 10 15,-9 19-15,-10 9 16,-10 8 0,-8 11-16,-1 17 15,-9 29 1,-10-20-16,1 29 15,-20 18 1,1 0-16,-19-9 16,9 18-16,-9 0 15,0 0 1,-1-9-16,-8-27 16,-1 36-1,1-37-15,-10-18 16,-10-9-1,1-19-15,-10 9 16,-9-9-16,-1 0 16,-18 0-1,-18 1-15,-29 8 16,-29 0 0,-27 19-16,-67-9 15,10-10-15,-28 10 16,28-10-1,-19-9-15,57-9 16,0 0 0,18 9-16,29-18 15,9-19 1,19 10-16,19-10 16,18-9-16,20 0 15,8-9 1,29 9-16</inkml:trace>
  <inkml:trace contextRef="#ctx0" brushRef="#br1" timeOffset="108903.49">22333 3516 0,'0'0'0,"0"0"16,0 0-1,-9 0-15,-10 10 16,-19 8-16,-18 28 15,-1 10 1,10-10-16,0 9 16,29-27-1,-1 9-15,9-9 16,20-10-16,9 10 16,9-1-1,19 1-15,0 9 16,-10 0-1,-8-9-15,-10 9 16,-10-1 0,-9 20-16,-19 8 15,-19 10-15,-18 0 16,-10-9 0,19-28-16,0-10 15,9-17 1,38-10-16</inkml:trace>
  <inkml:trace contextRef="#ctx0" brushRef="#br1" timeOffset="109140.04">22719 4199 0,'0'10'16,"-19"27"-16,-19 36 16,-18 29-1,9-10-15,0-18 16,19-28-16,18-27 16,10-19-1,0 0-15</inkml:trace>
  <inkml:trace contextRef="#ctx0" brushRef="#br1" timeOffset="109570.89">23359 3378 0,'0'0'16,"0"0"-16,0 0 15,-10 19 1,1 8-16,-10 38 16,0-1-1,-9 19-15,0 1 16,-1 17-16,11-27 15,8 0 1,1-28-16,9 0 16,0-9-1,9-19-15,19 1 16,10-1-16,28 1 16,28-10-1,0-18-15,-19-10 16,1-8-1,-20-10-15,-9-9 16,-47 46-16</inkml:trace>
  <inkml:trace contextRef="#ctx0" brushRef="#br1" timeOffset="109790.73">23471 3747 0,'0'0'0,"0"19"16,-9 36 0,0 37-16,-1 28 15,-9 19 1,1 8-16,-1-8 16,9-28-1,1-47-15,0-18 16,-1-27-16,10-19 15</inkml:trace>
  <inkml:trace contextRef="#ctx0" brushRef="#br1" timeOffset="110325.81">22380 2750 0,'0'0'0,"0"0"16,0 0 0,0-9-16,0 0 15,10 0 1,-1-10-16,0 1 16,1-19-16,9-28 15,-10-9 1,10-27-16,9-28 15,-9 9 1,0-9-16,0-10 16,-10 28-1,0 10-15,10-19 16,0 9-16,0 0 16,9 19-1,0-10-15,0 10 16,-9 28-1,0 17-15,-9 1 16,8 19 0,-18 27-16</inkml:trace>
  <inkml:trace contextRef="#ctx0" brushRef="#br1" timeOffset="110953.39">27140 1994 0,'0'0'16,"0"-10"-16,-9 1 15,0-9-15,-20-1 16,1-8-1,-10-10-15,-18-19 16,-10 1 0,0-1-16,-18-8 15,-1-10-15,10-9 16,9 18 0,0 1-16,19-1 15,0 10 1,9-1-16,10 19 15,-10-18-15,10 9 16,0 18 0,28 28-16</inkml:trace>
  <inkml:trace contextRef="#ctx0" brushRef="#br1" timeOffset="111474.21">22503 452 0,'0'0'16,"0"0"-16,18 0 15,11 37 1,27 37-16,0 37 16,-37-65-1,9 74-15,1 9 16,-10 10-16,-1 8 15,-8-8 1,-1-29-16,-9-17 16,0-29-1,0-36-15,0-28 16</inkml:trace>
  <inkml:trace contextRef="#ctx0" brushRef="#br1" timeOffset="112373.11">22662 378 0,'29'-46'0,"55"0"16,39-18 0,37 27-16,9 18 15,19 1 1,19 18-16,19 0 16,0 0-1,9 0-15,0 0 16,10 18-16,-20-18 15,1 0 1,-28 0-16,-1 19 16,-18-19-1,-19 9-15,-28 9 16,-10 10-16,-56-10 16,-10 10-1,-9 0-15,-9-1 16,-10 10-1,0-9-15,-18 18 16,-1-18-16,-9 18 16,-9-18-1,-1 18-15,1-37 16,-1 19 0,1 9-16,0 9 15,-1-18 1,1 18-16,-1-19 15,-8 29-15,-1-19 16,0 9 0,0-18-16,-9 8 15,-19 11 1,-19-10-16,-9-1 16,-10-8-16,-28 0 15,-18 9 1,-11-19-16,-18 19 15,-18-9 1,-20-10-16,-37 1 16,19 18-16,-20-10 15,11 1 1,8-9-16,29-10 16,9 9-1,19 1-15,29-10 16,-1-9-1,19 0-15,29-9 16,18-1-16,19 1 16,9 0-1,10 0-15,9-10 16,10-8 0,9 27-16</inkml:trace>
  <inkml:trace contextRef="#ctx0" brushRef="#br1" timeOffset="112687.6">24139 794 0,'0'0'0,"0"27"15,0 20 1,0 26-16,0 10 16,0 37-1,0-36-15,10-11 16,-1-26-16,1-20 15,-10-27 1</inkml:trace>
  <inkml:trace contextRef="#ctx0" brushRef="#br1" timeOffset="112920.9">24741 628 0,'0'0'16,"0"0"-16,0 9 15,0 9 1,0 19-16,0 19 16,10 36-16,9 46 15,28 56 1,0 18-16,0 10 15</inkml:trace>
  <inkml:trace contextRef="#ctx0" brushRef="#br1" timeOffset="115775.4">14478 7928 0,'0'0'0,"19"0"16,28 0-1,28-9-15,47-9 16,-9-1 0,0 10-16,-28-10 15,-38 19-15,-47 0 16</inkml:trace>
  <inkml:trace contextRef="#ctx0" brushRef="#br1" timeOffset="116053.62">14130 8307 0,'0'0'0,"9"-10"16,20 1-16,36-9 15,20-10 1,9-9-16,10-9 16,9 0-1,9 0-15,-9 0 16,0-10-16,-10 1 15,-103 55 1</inkml:trace>
  <inkml:trace contextRef="#ctx0" brushRef="#br1" timeOffset="116420.88">14911 7596 0,'0'0'0,"0"0"16,19 0 0,18 0-16,20 0 15,18 9 1,10 10-16,-10-1 15,-9 10-15,-10 0 16,-18 8 0,-10 1-16,-9 10 15,-19 17 1,-28 28-16,-38 10 16,-28 9-1,-19 18-15,0-18 16,19-37-16,94-74 15</inkml:trace>
  <inkml:trace contextRef="#ctx0" brushRef="#br1" timeOffset="120287.75">16454 7504 0,'0'0'0,"0"0"0,0 27 15,0 29 1,0 18-16,0 36 16,0 1-1,0 9-15,9-9 16,0-10-16,10-18 16,0-27-1,-10-19-15,1-10 16,-10-27-1</inkml:trace>
  <inkml:trace contextRef="#ctx0" brushRef="#br1" timeOffset="121053.52">17404 7504 0,'0'0'0,"-19"9"16,-9 9-1,-19 19-15,0 9 16,-10 19-16,-9 18 16,10 9-1,18 10-15,10-10 16,9-18-1,10 0-15,9-19 16,9-18 0,1-9-16,8-10 15,20-8-15,28-20 16,19-17 0,18-29-16,-9 1 15,-19-10 1,-18 1-16,-20 8 15,-18-8 1,-19 8-16,-28 1 16,-28 0-16,-1 18 15,-18 0 1,0 18-16,-1 10 16,11 18-1,8 1-15,19 8 16,10 10-16,9-1 15,19-27 1</inkml:trace>
  <inkml:trace contextRef="#ctx0" brushRef="#br1" timeOffset="121554.43">18250 7421 0,'0'0'0,"-9"0"16,-10 9 0,-18 19-16,-1 18 15,-9 18 1,9 1-16,1 9 15,8 0-15,20-10 16,9-8 0,9-10-16,20-9 15,8-10 1,29-17-16,38-20 16,46-27-16,-18-18 15,-10 0 1,-28-10-16,-37 10 15,-20-1 1,-27 1-16,-20 0 16,-18-1-1,-28 19-15,-48-9 16,-9 28 0,-9 18-16,-10 18 15,-18 37-15,18 10 16,10 18-1,18 0-15,104-83 16</inkml:trace>
  <inkml:trace contextRef="#ctx0" brushRef="#br1" timeOffset="122071.15">14346 9996 0,'0'0'15,"10"0"-15,27-10 16,48-8 0,47 0-16,18-1 15,10 1 1,-19-1-16,-9 1 15,-38-1-15,-94 19 16</inkml:trace>
  <inkml:trace contextRef="#ctx0" brushRef="#br1" timeOffset="122370.38">14534 10236 0,'0'0'16,"0"0"-16,10 0 16,9 0-1,18-10-15,48-17 16,18-1-1,1 0-15,-1 1 16,10-10-16,-19-9 16,-9-1-1,-19 1-15,-10-9 16,-56 55 0</inkml:trace>
  <inkml:trace contextRef="#ctx0" brushRef="#br1" timeOffset="122754.09">15193 9470 0,'0'0'0,"9"0"15,20 0 1,27 0-16,19 0 15,19 0 1,10 9-16,-1 0 16,-27 10-1,-20-1-15,-18 10 16,-20-1-16,1 29 16,-19-1-1,-28 28-15,-19 9 16,-9 1-1,-10-10-15,9-9 16,10-28-16,0 0 16,19-18-1,0-10-15,9-9 16,0 1 0,19-10-16</inkml:trace>
  <inkml:trace contextRef="#ctx0" brushRef="#br1" timeOffset="125196.38">17451 9128 0,'0'0'0,"0"0"15,0 0-15,0 0 16,0 0-1,0 0-15,0 0 16,0 0 0,9 9-16,1 10 15,-1-1 1,0 10-16,1 9 16,-1 9-16,1 9 15,-10-8 1,0 17-16,0 10 15,-10 9 1,1 0-16,-1-9 16,1-9-16,0-1 15,-1-8 1,10-10-16,-9-9 16,-1-10-1,10-8-15,0-1 16,0-9-16,0 1 15,0-10 1,0 0-16,0 0 16</inkml:trace>
  <inkml:trace contextRef="#ctx0" brushRef="#br1" timeOffset="126121.22">18439 9156 0,'0'0'0,"0"0"15,0 0 1,0 9-16,0 10 16,9 27-1,0 27-15,-9 11 16,0 26-1,0 20-15,-9-1 16,0 9 0,-1-9-16,10-36 15,-9-19-15,9 9 16,0-83 0</inkml:trace>
  <inkml:trace contextRef="#ctx0" brushRef="#br1" timeOffset="126587.95">15249 11509 0,'0'0'0,"0"0"15,10 0-15,9 0 16,28 0 0,9-9-16,29-9 15,18-1-15,10-8 16,-19 8-1,-19 1-15,1-1 16,-20 10 0,-56 9-16</inkml:trace>
  <inkml:trace contextRef="#ctx0" brushRef="#br1" timeOffset="126871.9">15315 11759 0,'0'0'15,"0"0"1,0 0-16,0 0 16,0 0-1,10 0-15,27 0 16,20-10-16,37-8 15,19-1 1,0-8-16,-19-1 16,-10 0-1,-8 10-15,-1-1 16,-19-8 0,-56 27-16</inkml:trace>
  <inkml:trace contextRef="#ctx0" brushRef="#br1" timeOffset="127321.05">15842 11085 0,'0'0'16,"0"0"-16,9 0 16,20 0-16,18 9 15,9 0 1,19 10-16,10-1 16,-10 10-1,-18-10-15,-1 10 16,-18 9-16,-10-9 15,-9 9 1,0 9-16,-19 0 16,-10 9-1,-8 10-15,-11-1 16,-8 1 0,-1-10-16,0-8 15,1-1-15,-1-9 16,10-10-1,0-8-15,9-1 16,19-18 0</inkml:trace>
  <inkml:trace contextRef="#ctx0" brushRef="#br1" timeOffset="128387.48">17780 11159 0,'0'0'0,"0"0"16,0 0-16,0 0 16,0 0-1,0 0-15,0 0 16,0 0-1,-9 0-15,-10 0 16,0 9-16,-9 0 16,-10 19-1,-9 9-15,0 18 16,9 28 0,10 19-16,19 8 15,18-8-15,19-1 16,19-17-1,19-29-15,0-27 16,19-19 0,28-37-16,9-36 15,-19-29 1,-37 10-16,-19-18 16,-18 18-16,-20 9 15,-18 9 1,-10 1-16,-19 8 15,-28 10 1,-37 18-16,-10 28 16,-19 19-16,1 36 15,8 10 1,10 27-16,19 10 16,94-102-1</inkml:trace>
  <inkml:trace contextRef="#ctx0" brushRef="#br1" timeOffset="128794.87">15607 12931 0,'0'0'16,"9"0"-16,29-9 16,37-19-16,19 0 15,29-9 1,-1 0-16,-9 10 16,-29-1-1,1 0-15,-10 1 16,-28-1-16,-47 28 15</inkml:trace>
  <inkml:trace contextRef="#ctx0" brushRef="#br1" timeOffset="129038.79">15814 13171 0,'0'0'16,"9"0"-16,29-10 15,18-8-15,20 0 16,18-1 0,0 1-16,0-10 15,-28 0 1,9-9-16,-75 37 15</inkml:trace>
  <inkml:trace contextRef="#ctx0" brushRef="#br1" timeOffset="129487.49">16218 12460 0,'0'0'16,"0"0"-1,10 0-15,9 9 16,28 10-16,9-10 16,10 9-1,9-8-15,0 8 16,-9-9-1,-9 1-15,-1 8 16,-28-9 0,1 0-16,-11 1 15,-8-1-15,-1 9 16,-18 10 0,-10 18-16,-37 28 15,-10 0 1,-10 0-16,1 0 15,0-1-15,-10 10 16,19-18 0,10-10-16,9-18 15,0 0 1,47-37-16</inkml:trace>
  <inkml:trace contextRef="#ctx0" brushRef="#br1" timeOffset="130653.36">18175 12709 0,'0'0'0,"0"0"16,0 0-16,0 0 15,0 0 1,0 0-16,-9 0 16,-1 0-1,1 0-15,-1 0 16,1 9-1,0 1-15,-1 8 16,1 28-16,-1 10 16,10 18-1,0 36-15,10 10 16,-1-9 0,10-9-16,-10-10 15,1-9-15,-1-28 16,-9-9-1,10-18-15,-10-9 16,0-1 0,0-9-16,0 0 15,0-9 1,0 0-16,0 0 16,0 0-16,0 0 15,0 0 1,0 0-16</inkml:trace>
  <inkml:trace contextRef="#ctx0" brushRef="#br1" timeOffset="131621.21">19116 13032 0,'0'0'15,"0"0"1,0 0-16,0 0 15,0 0-15,0 0 16,0 0 0,0 0-16,0 0 15,0 0 1,0 0-16,0 0 16,0 0-1,-10 0-15,-8 9 16,-1 1-16,-9 8 15,-1-9 1,1 10-16,0 9 16,0 8-1,9 1-15,0 10 16,0-1-16,10 0 16,-1 9-1,10 1-15,0-10 16,10 0-1,-1-9-15,10 0 16,0 0 0,0-10-16,0-8 15,9-1-15,0-9 16,0 1 0,10-10-16,-1-10 15,-8 1 1,8-9-16,10-10 15,0-9-15,-9-9 16,-10 9 0,-9 0-16,0 0 15,-10 0 1,-9 0-16,-9 1 16,-10-11-1,-9 10-15,-10 1 16,-18-1-16,-20 0 15,-18 9 1,19 19-16,9 18 16,10 19-1,9-1-15,9 10 16,19 0 0,19-37-16</inkml:trace>
  <inkml:trace contextRef="#ctx0" brushRef="#br1" timeOffset="132005.5">19944 13161 0,'0'0'16,"0"0"-16,0 0 15,0 0 1,0 0-16,0 0 16,0 10-16,0-1 15,0 19 1,0 9-16,0 18 15,0 0 1,9 10-16,1 0 16,-1 36-1,0-9-15,10 10 16,0 9 0,-10-1-16,-9-110 15</inkml:trace>
</inkml:ink>
</file>

<file path=ppt/ink/ink23.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43:18.575"/>
    </inkml:context>
    <inkml:brush xml:id="br0">
      <inkml:brushProperty name="width" value="0.05292" units="cm"/>
      <inkml:brushProperty name="height" value="0.05292" units="cm"/>
      <inkml:brushProperty name="color" value="#FF0000"/>
    </inkml:brush>
  </inkml:definitions>
  <inkml:trace contextRef="#ctx0" brushRef="#br0">15880 8934 0,'0'0'0,"0"0"16,0-9 0,9-9-16,1-1 15,8 1-15,11-10 16,8 0-1,1 10-15,-1 9 16,-8-1 0,-1 10-16,0 10 15,0 8-15,1 19 16,-11 18 0,-8 19-16,-10 9 15,-10 47 1,1-11-16,0-8 15,9 0 1,9 0-16,10-37 16,0-1-16,9-17 15,0-10 1,0-18-16,10-1 16,0-8-1,-1-1-15,-9 1 16,-9-1-1,0 1-15,-10 8 16,-9 19-16,-18 19 16,-11 18-1,-18 19-15,-9 8 16,9-17 0,0-10-16,19-9 15,9-19-15,9-9 16,10-9-1,0 0-15,10-9 16,-1-10 0,10 1-16,-10-1 15,1-9 1,-1 1-16,1 8 16,-10 0-16,-10 10 15,-27 18 1,-20 10-16,-9-1 15,0-18 1,-18 0-16,18-9 16,-9-1-1,18-18-15,20-9 16,8-9-16,29 9 16</inkml:trace>
  <inkml:trace contextRef="#ctx0" brushRef="#br0" timeOffset="800.19">18636 9580 0,'0'0'0,"0"0"15,0 0 1,0 10-16,0 8 16,0 19-1,0 9-15,0 19 16,0-1-16,0 10 15,0 0 1,0 0-16,0-19 16,0-9-1,0-9-15,0 0 16,0-28 0,0 1-16,0-10 15,0 0-15,-9-19 16,-1-8-1,-9-29-15,10-18 16,9-18 0,9-10-16,20-8 15,8 27 1,10-10-16,10 10 16,-1 19-16,10 8 15,-19 29 1,10 17-16,-1 10 15,0 19-15,1 18 16,-10 9 0,0 9-16,0 28 15,-9-9 1,-1 9-16,1-9 16,0-9-1,9-10-15,18-18 16,67-19-1,-132-18-15</inkml:trace>
  <inkml:trace contextRef="#ctx0" brushRef="#br0" timeOffset="1617.05">17310 9719 0,'0'0'0,"-10"9"16,-18 19 0,-10 36-16,-18 38 15,9 27-15,9 0 16,10 10 0,19-10-16,9-18 15,18-37 1,11-19-16,-1-27 15,10-19-15,46-37 16,29-55 0,19-46-16,-48 0 15,-37-1 1,-37 38-16,-20 9 16,-27 0-1,-20 18-15,-8 19 16,-30 19-16,-17 27 15,-1 36 1,19 20-16,28-1 16,9 10-1,39-28-15,8-19 16,10-18-16</inkml:trace>
  <inkml:trace contextRef="#ctx0" brushRef="#br0" timeOffset="1934.03">18109 9082 0,'-9'9'0,"-38"37"16,-28 56-1,-1 46-15,1 18 16,9 46 0,38-27-16,19 18 15,18-37 1,38 18-16,28-36 16,48-37-16,65-37 15,56-56 1,57-92-16,-37-37 15,-48 19 1</inkml:trace>
  <inkml:trace contextRef="#ctx0" brushRef="#br0" timeOffset="2217.17">19614 8787 0,'0'0'0,"29"-10"16,46 1 0,57 9-16,56 37 15,-9 28-15,-48 18 16,1 55-1,-47 65-15,-48 28 16,-74 175 0,-86 46-16,67-267 15</inkml:trace>
  <inkml:trace contextRef="#ctx0" brushRef="#br0" timeOffset="4318.08">12709 13466 0,'0'0'16,"0"0"-16,0 0 16,0 0-1,0 0-15,0 0 16,10 0 0,18-9-16,19-10 15,47-27-15,28-18 16,-9-1-1,-19 19-15,-94 46 16</inkml:trace>
  <inkml:trace contextRef="#ctx0" brushRef="#br0" timeOffset="5500.39">12691 15017 0,'0'0'0,"0"0"16,0 0-16,0 0 15,18 9 1,11-9-16,18-9 16,37-19-1,39-27-15,27-28 16,-9-19-16,-141 102 16</inkml:trace>
  <inkml:trace contextRef="#ctx0" brushRef="#br0" timeOffset="8233.81">14008 13512 0,'0'0'15,"0"0"-15,0 0 16,0 0-1,0 0-15,9-27 16,10-38 0,18-37-16,11-36 15,-11 18-15,-18 18 16,-10 19 0,-9 19-16,-9 8 15,0 19 1,-10 10-16,9 8 15,1 19 1,9 0-16,-9 10 16,-10 26-1,9 29-15,1 27 16,9 1-16,9-1 16,10 0-1,0-9-15,9-27 16,-9-19-16,0-10 15,0-8 1,9-10-16,0-18 16,10-19-1,-10-9-15,-9 0 16,0 0-16,-10 10 16,0-10-1,-9 18-15,0 10 16,0 9-1,0 0-15,0 0 16,0 0 0,0 18-16,0 10 15,10 9 1,9-9-16,-1-10 16,1-9-16,9 1 15,19-29 1,10-18-16,-1-9 15,-18 0 1,-10 9-16,-18 9 16,-10 10-16,-10-1 15,1 10 1,-19 9-16,-10 0 16,0 9-1,-9 10-15,10 9 16,8-10-16,11 1 15,8-1 1,10-9-16,10 0 16,37-9-1,28-9-15,47-28 16,10-27 0,-29-1-16,-18 1 15,-29 17-15,-18 10 16,-19 10-1,-10 8-15,1 10 16,-10 9 0,0 0-16,0 0 15,-10 9-15,1 10 16,0 8 0,9 20-16,0 8 15,9 10 1,0 8-16,1 10 15,-1 1 1,-9-11-16,-9-8 16,-1-10-16,1-8 15,0-20 1,9-27-16</inkml:trace>
  <inkml:trace contextRef="#ctx0" brushRef="#br0" timeOffset="8639.19">15456 12792 0,'0'0'16,"0"0"-16,10 19 16,-1 8-1,10 29-15,0 8 16,0 1-1,-10-19-15,0-9 16,-9-18 0,0-10-16,0-9 15,0-9 1,10-28-16,-1-28 16,1-9-16,8 10 15,1-1 1,-9 19-16,-1 18 15,10 10-15,0 8 16,9 10 0,10 19-16,9 27 15,0 28 1,0 27-16,-10 10 16,-8-19-1,-29-92-15</inkml:trace>
  <inkml:trace contextRef="#ctx0" brushRef="#br0" timeOffset="9635.08">14553 14158 0,'0'0'0,"0"0"15,0 0-15,0 0 16,0 10-1,-9 17-15,-1 10 16,1 37-16,0 37 16,9-1-1,0-8-15,9-28 16,19 0 0,0-28-16,1-28 15,-1-8 1,19-20-16,19-27 15,-10-9-15,1-9 16,-20 9 0,1 0-16,-19 18 15,0 9 1,-10 10-16,0 9 16,-9 0-16,10 9 15,-1 1 1,1 8-16,8 10 15,1-10 1,0 1-16,0-10 16,9 0-1,10-18-15,-1-10 16,10-17-16,-18-1 16,-11 9-1,-8 0-15,-1 1 16,-9-1-1,-19 9-15,-9 1 16,-9 18 0,-20 9-16,1 19 15,-1 9-15,10 0 16,19-10 0,9-8-16,19-19 15</inkml:trace>
  <inkml:trace contextRef="#ctx0" brushRef="#br0" timeOffset="10033.59">15710 14223 0,'0'0'15,"10"-9"1,9-10-16,-1 10 16,-8 0-16,-10 9 15,0 0 1,-10 0-16,-8 18 15,-20 19 1,-9 0-16,9 9 16,1 0-1,18-9-15,9 0 16,10-9-16,10 0 16,9-1-1,18 1-15,10 9 16,0 0-1,-9-10-15,0 10 16,-20-9 0,-8 9-16,-1 0 15,-9 0-15,-19 9 16,1-9 0,-1-9-16,0-19 15,0-9 1,19 0-16</inkml:trace>
  <inkml:trace contextRef="#ctx0" brushRef="#br0" timeOffset="10417.18">16105 14260 0,'0'0'0,"0"9"15,10 19 1,-1 18-16,1 9 16,-1 1-1,1-10-15,-10-19 16,0-17-16,0-10 16,0 0-1,0 0-15,0-28 16,9 0-1,0-18-15,1-9 16,9-1-16,-1 10 16,11 0-1,-11 18-15,11 19 16,-1 9 0,0 19-16,19 27 15,10 65 1,-57-111-16</inkml:trace>
  <inkml:trace contextRef="#ctx0" brushRef="#br0" timeOffset="13585.15">18504 11786 0,'0'0'0,"0"0"15,0 0-15,0 0 16,0 0-1,19-9-15,9-9 16,10-1-16,9 10 16,10 0-1,-1-1-15,0 10 16,-18 0 0,0 10-16,-1 8 15,1 10 1,-10 9-16,0 9 15,1 28-15,-1 9 16,-9 0 0,-1 9-16,1 19 15,-9 0 1,-1-19-16,-9 28 16,-9-9-16,-1-1 15,1 1 1,-10-9-16,10 8 15,-1-8 1,10-19-16,10 9 16,-1 1-1,10-1-15,0-18 16,-1 0-16,11-10 16,8-8-1,1-10-15,9-9 16,9 0-1,1 0-15,9-19 16,-10-9 0,-9 0-16,-9-9 15,-10 0-15,-9 0 16,-10 0 0,1 10-16,-1-1 15,-9 0 1,-9 10-16,-10 18 15,-9 9-15,-10 9 16,-9 10 0,0-1-16,-9 19 15,8 0 1,1-9-16,10 0 16,-1 0-16,10 9 15,0 0 1,0 0-16,9-18 15,9 9 1,1-10-16,-1 1 16,1-1-1,0 10-15,9-18 16,0 8-16,9-8 16,0 8-1,1 1-15,-1-1 16,1-8-1,-1-1-15,1-9 16,-1 0 0,0 1-16,1-1 15,-1 0-15,1 0 16,-1 0 0,0 10-16,1-10 15,-1 9 1,1-9-16,-1-9 15,-9 0-15,9-9 16,-9-1 0,0 10-16,0-9 15,0 0 1,-9-1-16,0-8 16,-1 9-16,-9 9 15,1-1 1,-11 1-16,1-9 15,0 0 1,-19 9-16,0-10 16,0 1-1,-19 0-15,0-1 16,-9-8-16,-19-1 16,-10 1-1,-9-10-15,0 0 16,-18 0-1,-20 1-15,20 8 16,-39 10-16,-27 18 16,-29 0-1</inkml:trace>
  <inkml:trace contextRef="#ctx0" brushRef="#br0" timeOffset="14867.23">20837 13438 0,'0'0'16,"0"0"-16,0 0 15,0 0 1,-9 10-16,0-1 16,-1 19-1,10 18-15,10 18 16,-1 19-16,0 10 15,10-10 1,-9 9-16,-1-18 16,0-10-1,1-8-15,-1-19 16,1-10 0,-10-8-16,0-10 15,0 0 1,0 1-16,0-10 15,0 0-15,0 0 16,0 0 0,-10-10-16,1-27 15,-1-27-15,-8-28 16,8-10 0,10-9-16,0 10 15,10 8 1,8 10-16,11-9 15,-1 18 1,0 19-16,10 9 16,-10 9-16,0 9 15,0 10 1,1 8-16,-1 1 16,0 0-1,0 9-15,1 9 16,8 10-1,-9-1-15,1 1 16,8 8-16,1 10 16,-1 9-1,1 0-15,-10 1 16,1 8 0,-1 10-16,0 8 15,0-8-15,-9-10 16,0-8-1,0-11-15,9 1 16,0-9 0,0-9-16,19-10 15,47-28-15,48-64 16,-142 83 0</inkml:trace>
  <inkml:trace contextRef="#ctx0" brushRef="#br0" timeOffset="19883.87">25494 12211 0,'0'0'0,"0"0"0,0 0 16,0 0-1,0 0-15,9 18 16,1 10-1,9 9-15,9 18 16,0 1 0,-9 17-16,0-8 15,0 9-15,-10-9 16,-9-1 0,0-27-16,0-9 15,0-1 1,0-8-16,0-19 15,0 0-15,0 0 16,0 0 0,-9-19-16,-1-17 15,-9-29 1,10-9-16,-10-18 16,10-10-1,9 10-15,0 9 16,9 9-16,10 9 15,9-8 1,0 17-16,1 19 16,8 10-1,1 8-15,0 10 16,-1 9-16,1 9 16,-1 10-1,10 18-15,-9-1 16,0 20-1,-10-1-15,0 1 16,0 17 0,-9-17-16,0-10 15,0-9-15,0-9 16,9-10 0,-28-18-16</inkml:trace>
  <inkml:trace contextRef="#ctx0" brushRef="#br0" timeOffset="21049.67">27037 10909 0,'0'0'15,"0"0"-15,0 10 16,0 27-1,-10 27-15,1 38 16,9 18 0,0 27-16,0 20 15,0-1-15,19 9 16,0-18 0,18-19-16,-8-55 15,-11-36 1,1-20-16,-9-17 15,8-20-15,11-17 16,-1-29 0,0-18-16,0-18 15,-9 18 1,0 10-16,-10 8 16,1 19-16,-1 10 15,-9 8 1,0 10-16,0 9 15,0 0 1,0 0-16,10 0 16,8 9-1,11 10-15,18 8 16,9 10-16,1-18 16,18-1-1,19-18-15,19-18 16,-19-10-1,-19-9-15,-18-18 16,-20 9-16,-9-10 16,-18-8-1,-20 8-15,-18 10 16,-19 9 0,-9 9-16,-1 19 15,1 9 1,-1 19-16,10 8 15,19 1-15,9 0 16,10-10 0,9 1-16,19-10 15,37 0 1,66-18-16,20-28 16,17-37-1,-36 10-15,-48 8 16,-28 19-16,-19 10 15,-9 8 1,-10 10-16,-9 9 16,0 0-1,0 0-15,0 0 16,0 18-16,0 38 16,0 18-1,0 9-15,0 9 16,10 9-1,-1 10-15,1 0 16,-10 0 0,0-10-16,0-18 15,-10-18-15,1-19 16,-1-9 0,1-9-16,0-10 15,-10-9 1,-9-9-16,-1-27 15,29 27-15</inkml:trace>
  <inkml:trace contextRef="#ctx0" brushRef="#br0" timeOffset="21817.2">28796 10208 0,'0'0'16,"0"0"-16,0 0 15,0 0 1,0 0-16,0 0 16,9 0-16,1-9 15,9 0 1,0-1-16,-1 1 15,1 0 1,0 0-16,0 9 16,-10 0-16,10 9 15,0 0 1,-10 10-16,1 8 16,-10 29-1,0-10-15,0 9 16,-10 1-1,1-10-15,9-9 16,0-19-16,0 0 16,0-8-1,0-10-15,9 0 16,19 0 0,10-10-16,28-8 15,37-10 1,-18 1-16,9-1 15,0-9-15,-94 37 16</inkml:trace>
  <inkml:trace contextRef="#ctx0" brushRef="#br0" timeOffset="22634.17">30010 10946 0,'0'0'15,"0"0"-15,0 0 16,0 0 0,0 0-16,0 10 15,0-1-15,0 0 16,0 0-1,0 1-15,0-1 16,0 9 0,0 1-16,0 8 15,0 1 1,0 18-16,0 0 16,0 0-16,0-9 15,0 0 1,9-9-16,-9-10 15,0-8 1,0-1-16,0 0 16,0-9-16,0 0 15,0 0 1,0 0-16,0-9 16,0-10-1,0-17-15,0-38 16,0-9-1,9 9-15,10 0 16,0 0-16,9 10 16,1 8-1,8 10-15,10 9 16,-19 19 0,1 8-16,-1 1 15,-9 18 1,9 10-16,-9-1 15,9 10-15,0 18 16,0 10 0,1-10-16,8 9 15,10-18 1,29-19-16,74-45 16,-150 27-16</inkml:trace>
  <inkml:trace contextRef="#ctx0" brushRef="#br0" timeOffset="24152.47">24186 13041 0,'0'0'15,"-18"28"-15,-1 28 16,-9 45 0,9 10-16,9 18 15,10 37 1,19-27-16,9-29 15,10-8-15,9-28 16,10-28 0,-10-37-16,18-37 15,20-64 1,0-56-16,-19-18 16,-29 0-1,-27 37-15,-20 18 16,1 37-16,-10 1 15,-19 17 1,1 10-16,-10 9 16,-19 19-1,0 18-15,-9 18 16,28 10 0,0 9-16,28-10 15,9-17-15,10-10 16</inkml:trace>
  <inkml:trace contextRef="#ctx0" brushRef="#br0" timeOffset="24536.38">25061 11205 0,'0'0'0,"-18"18"15,-20 28 1,-28 65-16,10 28 16,-1 18-1,20 27-15,18-9 16,19 38-16,28-19 15,28 27 1,20-9-16,37 1 16,56-20-1,10-8-15,65-19 16,10-64 0,38-56-16,46-65 15,20-64-15,84-157 16,-273 157-1</inkml:trace>
  <inkml:trace contextRef="#ctx0" brushRef="#br0" timeOffset="25019.77">30132 9507 0,'0'0'0,"9"0"16,20 0-16,36 9 16,20 18-16,37 20 15,19 8 1,-9-9-16,19 28 16,-1 9-1,-27 0-15,-1 19 16,-19 18-1,-18 9-15,-10 65 16,-47-56 0,-28 84-16,-28-10 15,-38 19-15,-47 55 16,-37-9 0,-48 36-16,-18-8 15,94-130 1</inkml:trace>
  <inkml:trace contextRef="#ctx0" brushRef="#br0" timeOffset="31851.15">26557 16410 0,'-9'0'0,"-10"0"16,-9-9-16,-1 0 15,1 0-15,9-19 16,1-9 0,-1-9-16,9 0 15,10 0 1,0 9-16,0 0 16,10 9-1,-1 10-15,10-1 16,0 10-16,18 0 15,1-1 1,9 10-16,10 0 16,8 0-1,11-9-15,8-9 16,10-38 0,-18-8-16,-10-1 15,-29 10-15,-9 9 16,-18-10-1,-1 10-15,-9 18 16,0-8 0,-9 8-16,-10 9 15,19 19-15</inkml:trace>
  <inkml:trace contextRef="#ctx0" brushRef="#br0" timeOffset="32170.91">26773 16899 0,'0'0'0,"0"0"15,0 0 1,0 0-16,10-18 16,18-19-1,29-18-15,18-19 16,9 9 0,11 1-16,-20 18 15,9-1-15,-8 10 16,-1 1-1,-75 36-15</inkml:trace>
  <inkml:trace contextRef="#ctx0" brushRef="#br0" timeOffset="32821.44">28279 14712 0,'0'0'16,"0"0"-16,0 0 15,0 0 1,0 0-16,-10 9 16,1 19-1,-1 9-15,1 46 16,0 18-16,-1-8 16,10 18-1,-9 9-15,9-10 16,9-17-1,1-1-15,-1-28 16,10-8-16,9-1 16,0-18-1,10-18-15,0-19 16,18-19 0,0-18-16,20-74 15,-1-8 1,-19-1-16,-27 27 15,-11-18-15,-18 38 16,-9-20 0,-10 29-16,-9-19 15,-10 27 1,1 10-16,-10 0 16,0 9-16,-10 19 15,1 18 1,-1 18-16,10 19 15,10 9 1,18-18-16,19-28 16</inkml:trace>
  <inkml:trace contextRef="#ctx0" brushRef="#br0" timeOffset="33217.3">29351 13568 0,'0'0'0,"0"0"16,-9 9-1,-20 37-15,1 28 16,-9 46 0,-1 27-16,10 29 15,9 18 1,10 46-16,9-56 16,18 19-16,20-64 15,9-10 1,19-9-16,0-46 15,0-37 1,28-19-16,19-27 16,-113 9-1</inkml:trace>
  <inkml:trace contextRef="#ctx0" brushRef="#br0" timeOffset="33722.78">29887 14297 0,'0'9'16,"0"0"-16,0 28 15,-9 18-15,9 29 16,0 8-1,9 0-15,1-18 16,-1-28 0,1-18-16,-10-19 15,0-9 1,0-18-16,0-38 16,-10-18-1,-9-18-15,1-19 16,-1 1-16,9 27 15,10-10 1,19 38-16,0 9 16,9 0-1,0 27-15,1 10 16,8 0-16,1 18 16,9 19-1,9 27-15,1 0 16,-10 10-1,-10 0-15,-8-10 16,-11-18-16,1-19 16,-9-9-1,-10-9-15</inkml:trace>
  <inkml:trace contextRef="#ctx0" brushRef="#br0" timeOffset="34635.05">30518 13152 0,'0'0'0,"0"0"16,0 0-16,0 0 15,0 9 1,9 28-16,10 37 15,9 19 1,0 36-16,1 37 16,-1-28-1,0 19-15,0-37 16,0-18-16,1-47 16,-20-36-1,0-1-15,1-9 16,-1-18-1,10-19-15,9-18 16,1-28-16,-11 10 16,-8 18-1,-1 18-15,1-9 16,-1 19 0,0-1-16,-9 19 15,0 0-15,10 0 16,18 0-1,10 9-15,9 1 16,28 8 0,10-18-16,-1-28 15,10 1 1,-18-10-16,-20-9 16,-18-10-1,-10 10-15,-19 0 16,-9 0-16,-9 9 15,-19 9 1,-1 10-16,-8 8 16,-10 20-1,9-1-15,1 19 16,8-10-16,20 1 16,9-1-1,0-9-15,28-9 16,29-9-1,55-37-15,1-10 16,-19 1-16,-18 0 16,-20 27-1,-18 10-15,9 8 16,-10 10 0,1 19-16,9 18 15,0 18 1,0 19-16,0 18 15,-19 10-15,-9 8 16,-9 1 0,-10-18-16,-10-38 15,1-18 1,-10-19-16,-9 1 16,28-19-16</inkml:trace>
  <inkml:trace contextRef="#ctx0" brushRef="#br0" timeOffset="35084.33">32540 13060 0,'0'0'15,"0"0"-15,0 0 16,10 18-16,-1 10 16,0 9-1,1 0-15,-1-19 16,-9-8 0,0-10-16,0 0 15,0-10-15,0-17 16,10-10-1,8-28-15,1 10 16,0-1 0,9 1-16,1 18 15,-1 9 1,9 19-16,1 9 16,9 28-16,19 18 15,-19 9 1,0 19-16,-9 0 15,-20-28 1,-8-18-16,-10-19 16,0-9-1</inkml:trace>
  <inkml:trace contextRef="#ctx0" brushRef="#br0" timeOffset="35301.78">32917 12248 0,'0'0'16,"18"0"-16,20 9 16,28 28-1,28 46-15,0 18 16,0 38 0,-9 64-16,-57-18 15,-28-19 1,-47-37-16,-10 0 15</inkml:trace>
  <inkml:trace contextRef="#ctx0" brushRef="#br0" timeOffset="36301.75">28815 17075 0,'19'-9'16,"65"-47"-16,95-55 16,85-64-1,8 0-15,29-10 16,19 10 0,38-10-16,-57 38 15,-10-1 1,20-18-16,-95 46 15,19 0-15,-65 18 16,-20 10 0,-37 37-16,-38 18 15,-46 18 1,-11 10-16,-18 9 16,-18 18-1,-67 38-15,-103 55 16,-29 18-16,-46 9 15,56-27 1</inkml:trace>
  <inkml:trace contextRef="#ctx0" brushRef="#br0" timeOffset="36607.06">29229 16918 0,'0'0'15,"0"9"-15,0-9 16,0 0-16,37-18 16,95-65-1,75-47-15,66-26 16,19 17 0,-1 1-16,-9 8 15,-18 10-15,-38 19 16,-29 27-1,-28 9-15,-46 10 16,-10 18 0,-38 19-16,-28 8 15,-28 1 1,-19 9-16</inkml:trace>
</inkml:ink>
</file>

<file path=ppt/ink/ink24.xml><?xml version="1.0" encoding="utf-8"?>
<inkml:ink xmlns:inkml="http://www.w3.org/2003/InkML">
  <inkml:definitions>
    <inkml:context xml:id="ctx0">
      <inkml:inkSource xml:id="inkSrc0">
        <inkml:traceFormat>
          <inkml:channel name="X" type="integer" max="3600" units="cm"/>
          <inkml:channel name="Y" type="integer" max="2064" units="cm"/>
          <inkml:channel name="T" type="integer" max="2.14748E9" units="dev"/>
        </inkml:traceFormat>
        <inkml:channelProperties>
          <inkml:channelProperty channel="X" name="resolution" value="116.50485" units="1/cm"/>
          <inkml:channelProperty channel="Y" name="resolution" value="119.30636" units="1/cm"/>
          <inkml:channelProperty channel="T" name="resolution" value="1" units="1/dev"/>
        </inkml:channelProperties>
      </inkml:inkSource>
      <inkml:timestamp xml:id="ts0" timeString="2021-03-18T04:52:02.786"/>
    </inkml:context>
    <inkml:brush xml:id="br0">
      <inkml:brushProperty name="width" value="0.05292" units="cm"/>
      <inkml:brushProperty name="height" value="0.05292" units="cm"/>
      <inkml:brushProperty name="color" value="#FF0000"/>
    </inkml:brush>
  </inkml:definitions>
  <inkml:trace contextRef="#ctx0" brushRef="#br0">16040 2215 0,'0'0'0,"0"0"0,-10 0 16,-9 0-1,-18 9-15,-38 28 16,-29 28-16,-9 27 16,0 10-1,0 36-15,19 1 16,10 17-1,37-8-15,37-9 16,20 27-16,27-28 16,20-27-1,27-19-15,20-18 16,18-37 0,38-28-16,-19-46 15,-28-9 1,-28-9-16,-29-1 15,-28 1-15,-18 0 16,-20 8 0,-27 1-16,-10 0 15,-19 9 1,-9 10-16,9 8 16,19 1-1,18 8-15,11 1 16,18-9-16,18-10 15,30-9 1,55-9-16,19 18 16,-9 28-1,-19 19-15,-18 18 16,-1 9 0,-19 28-16,-9 9 15,-19 18-15,-18 10 16,-10-9-1,-10 8-15,10-27 16,0-36-16,10-11 16,-10-36-1</inkml:trace>
  <inkml:trace contextRef="#ctx0" brushRef="#br0" timeOffset="1016.62">16971 3397 0,'0'0'16,"9"-10"-1,29 1-15,28-9 16,19-1-16,9 19 15,0 0 1,0 9-16,-19 10 16,-19-1-1,-9 10-15,-9 0 16,-10 9-16,1 9 16,-11 9-1,-18-9-15,0 10 16,0-19-1,0-19-15,0 0 16,0-18 0,0 0-16,0 0 15,19-36-15,9-29 16,29-37 0,-1 10-16,10 9 15,9 9 1,1 10-16,-1 8 15,-9 10-15,9 0 16,-19 18 0,1 1-16,-1-1 15,-18 0 1,-10 0-16,-9 10 16,-10 0-1,1-1-15,-10 1 16,0 8-16,-10 1 15,1 9 1,-10 0-16,-9 9 16,-10 10-1,1 9-15,-1 18 16,10 0 0,9 28-16,10 0 15,9-1-15,18 10 16,11 1-1,18-11-15,19 1 16,9-28-16,28 0 16,29-27-1,0-38-15,18-45 16,-27-10 0,-20-18-16,-28-10 15,-18-18 1,-29 28-16,-9 9 15,-19 18-15,-10 19 16,-8 9 0,-11 19-16,-8 18 15,-20 9 1,1 28-16,-10 18 16,19 19-1,9 18-15,29 1 16,9-1-16,28-9 15,38 9 1,28-27-16,19-28 16,19-19-1,9-36-15,-141 18 16</inkml:trace>
  <inkml:trace contextRef="#ctx0" brushRef="#br0" timeOffset="2131.92">20640 2824 0,'0'0'0,"0"0"15,0 0-15,0 0 16,-19 10 0,-19 17-16,-18 19 15,-29 10 1,1 8-16,8-8 15,11 8-15,8 1 16,19-10 0,20-9-16,18-9 15,9 0 1,10-9-16,9-10 16,38-27-1,9-28-15,10-37 16,-10-46-16,-28-9 15,-9-28 1,-19-9-16,-10 0 16,-9 0-1,-9 18-15,-10 19 16,9 18 0,1 1-16,0 45 15,9 28 1,0 9-16,0 19 15,0 9-15,0 9 16,0 47 0,0 36-16,0 74 15,18 19-15,11 9 16,8-28 0,1-19-16,18 19 15,-18-64 1,9-19-16,0-28 15,0-18-15,-9-18 16,9-10 0,0-9-16,9-18 15,-9-29 1,10-8-16,-10-10 16,0-27-1,-19 28-15,0 8 16,-9 10-16,-10 28 15,1 8 1,-10 10-16,0 0 16,9 10-1,1 17-15,8 10 16,1 0 0,9 0-16,10-9 15,9-19-15,10-9 16,-10-19-1,0-17-15,-10-11 16,-18 1 0,0-9-16,-10 18 15,-9 9 1,0 10-16,0 18 16,0 0-16,0 9 15,10 37 1,18 56-16,10 73 15,-1-18 1,-9 9-16,-9-18 16,-9-19-16,-10 19 15,-10-47 1,1-27-16,-10-19 16,0-18-1,0-9-15,1-19 16,-11-9-16,1-9 15,9-19 1,1-27-16,8-56 16,38-36-1,-28 147-15</inkml:trace>
  <inkml:trace contextRef="#ctx0" brushRef="#br0" timeOffset="3548.54">23829 2658 0,'0'0'0,"0"0"16,0 0 0,9 0-16,10-9 15,9-10 1,19-36-16,10-37 16,-1-37-1,-27-1-15,-11-8 16,-8-10-16,-1 28 15,-9 9 1,-9 38-16,9 27 16,-10 9-1,1 18-15,9 19 16,0 0-16,0 9 16,-9 38-1,-1 82-15,1 46 16,-1 74-1,10-18-15,-9 9 16,28 37 0,-10-28-16,10-9 15,-10-37-15,1-28 16,9-18 0,-1-46-16,11-19 15,-1-18 1,0-28-16,10-9 15,9-18 1,19-10-16,-1-27 16,11-10-16,-10-28 15,-1-36 1,-18-19-16,-18-18 16,-29-18-1,-19-10-15,-38-9 16,-8 36-16,-39 10 15,1 10 1,9 36-16,-19 0 16,19 28-1,18 9-15,29 18 16,19 10-16,9 0 16,19-10-1,19 1-15,37-28 16,57-10-1,47 1-15,-9 9 16,9 0 0,-10 9-16,-46 9 15,-20 10-15,-27-1 16,-20 10 0,-18 9-16,0 0 15,-19 0 1,0 0-16,-9 9 15,-20 28 1,-18 19-16,-9 17 16,-10 20-16,19-1 15,9-18 1,20 0-16,8-19 16,10-18-1,10-19-15,-1-8 16,19-20-16,19-8 15,0-19 1,0-18-16,0-10 16,0 0-1,-9 10-15,-10 18 16,-9 9 0,0 10-16,0 9 15,0 9-15,9 0 16,9 18-1,10 28-15,1 10 16,-1-10 0,9 9-16,-9-27 15,0-10-15,-9-8 16,9-20 0,0-8-16,-10-10 15,1-9 1,-10-9-16,-9 9 15,-10 19 1,1 9-16,-1-1 16,1 10-16,-1 10 15,10-1 1,9 0-16,10 0 16,-38-9-1</inkml:trace>
  <inkml:trace contextRef="#ctx0" brushRef="#br0" timeOffset="3711.55">25823 1938 0,'0'0'0,"0"0"15,0 0-15,0 0 16,10-18-1,-10 18-15</inkml:trace>
  <inkml:trace contextRef="#ctx0" brushRef="#br0" timeOffset="4299.45">26388 1264 0,'0'0'15,"0"19"-15,0 46 16,0 36 0,0 65-16,9 10 15,1 17 1,-1 1-16,0 9 16,10-18-1,19-37-15,-1-28 16,11-47-16,-1-27 15,9-9 1,38-27-16,19-29 16,9-36-1,-18-1-15,-20 1 16,1-28-16,-28 9 16,-20 10-1,-18 17-15,-10 20 16,-9-1-1,-9 19-15,-10 0 16,-9 9-16,-10 18 16,-9 19-1,10 18-15,18 19 16,9 18 0,29 19-16,9-9 15,10-10 1,0-9-16,-10-9 15,-19-19-15,-18 10 16,-19 9 0,-48 0-16,-74-1 15,-76-8 1,-56-28-16,-38-19 16,94 1-1</inkml:trace>
  <inkml:trace contextRef="#ctx0" brushRef="#br0" timeOffset="4618.67">22004 4255 0,'-28'0'0,"-29"0"16,20 0-1,18 0 1,19 0-16,9-9 15,66-19-15,161-55 16,149-19 0,48 1-16,0 9 15,18 8 1,1 1-16,-57 0 16,-37 19-16,-67 18 15,-9 18 1,-84 28-16,-29 9 15,-84 10 1,-38 8-16,-38-8 16,-9-19-16</inkml:trace>
  <inkml:trace contextRef="#ctx0" brushRef="#br0" timeOffset="6411">15917 6433 0,'0'0'15,"0"0"-15,19-9 16,9 0 0,1-1-16,18 1 15,0 0 1,19-10-16,-1 1 15,11 9-15,-11-10 16,11 1 0,-1-1-16,19 10 15,0-9 1,-19 8-16,10-8 16,9 9-1,0 0-15,0-1 16,10 1-16,-10 0 15,9 9 1,1 0-16,-10-9 16,-9 9-1,-1 0-15,10 0 16,0 9-16,-9 0 16,9 0-1,-9-9-15,9 0 16,0 0-1,0 0-15,9 0 16,1 10 0,-10-10-16,10 0 15,-10 0-15,0 0 16,9 0 0,1 0-16,-1 0 15,-9 0 1,0 0-16,0-10 15,0 1-15,-9 0 16,-10 9 0,-9 0-16,0-9 15,-19-1 1,0 10-16,-9 0 16,-10 0-1,-9 0-15,-10 0 16,1 0-16,-1 0 15,-9 0 1,0 0-16,0 0 16,0 0-1,0 0-15,0 0 16,0 0-16,0 0 16</inkml:trace>
  <inkml:trace contextRef="#ctx0" brushRef="#br0" timeOffset="7267.76">16736 7328 0,'0'0'16,"0"0"-16,0 0 15,9-9 1,1 0-16,-1 0 15,10-1-15,9-8 16,19 0 0,19-1-16,19 1 15,9-10 1,9 9-16,1 1 16,9 0-1,-1-1-15,-18 10 16,-9 0-1,-10-1-15,-9 1 16,-9 9-16,-20 0 16,-8 0-1,-11 0-15,-18 0 16</inkml:trace>
  <inkml:trace contextRef="#ctx0" brushRef="#br0" timeOffset="7700.45">16491 7439 0,'0'0'0,"0"0"16,0 0-16,19 0 15,19-9 1,18 0-16,29-10 16,9 1-1,28-10-15,10 0 16,-10 1-16,-9-1 15,-19 10 1,10-1-16,-10 1 16,-19-1-1,-9 10-15,-10 0 16,-18-1 0,-10 10-16,-19 0 15,-9 0-15,0 0 16,0 0-1</inkml:trace>
  <inkml:trace contextRef="#ctx0" brushRef="#br0" timeOffset="8086.63">16557 7476 0,'0'0'16,"0"0"-16,0 0 15,0 0 1,9 0-16,20 0 16,27-9-1,19 0-15,38-10 16,28-18-1,0 9-15,-18 1 16,8-10-16,-8 9 16,-20 10-1,-9-1-15,-28 1 16,-9 9-16,-10-1 16,-19 10-1,-9 0-15,-10 0 16,-9 0-1,0 0-15</inkml:trace>
  <inkml:trace contextRef="#ctx0" brushRef="#br0" timeOffset="8399.34">16491 7642 0,'0'0'16,"0"0"-16,19-9 16,37 0-1,39-19-15,46-9 16,37-9-16,-8 0 15,8-10 1,-8 10-16,-29 0 16,0 9-1,-28 0-15,-113 37 16</inkml:trace>
  <inkml:trace contextRef="#ctx0" brushRef="#br0" timeOffset="11347.32">16971 7347 0,'0'0'0,"0"0"0,0 0 16,0 0-1,0 0-15,9-9 16,1-1-1,-1 1-15,-9 9 16</inkml:trace>
  <inkml:trace contextRef="#ctx0" brushRef="#br0" timeOffset="18899.09">26002 6691 0,'0'0'0,"0"0"16,9 0 0,10 0-16,10 10 15,27-10-15,10 0 16,0 0 0,0 0-16,-1 9 15,-8 0 1,-20 0-16,-8 1 15,-1 8 1,-9 1-16,-10-1 16,-9 10-16,-19-1 15,-9 20 1,-10 8-16,1 0 16,-1-9-1,1-9-15,8-9 16,11-9-16,8-10 15,1 0 1,9-9-16,0 0 16,0 0-1,19 0-15,18 0 16,20 0 0,8 0-16,-8 9 15,-10 0-15,0 10 16,-9 9-1,-20-1-15,1 10 16,-9 9 0,-10 10-16,-19 8 15,-19 10 1,-9-18-16,-9-1 16,-10-18-16,-9-9 15,-10-10 1,10-9-16,-1-9 15,11-9 1,18 0-16,9 0 16,0-10-16,19-9 15,1-9 1,18 37-16</inkml:trace>
  <inkml:trace contextRef="#ctx0" brushRef="#br0" timeOffset="19599.91">27441 6784 0,'0'0'0,"0"0"16,0 0 0,-9 0-16,0 0 15,-20 9 1,-8 9-16,-1 1 15,0 9 1,1-1-16,-10 1 16,0 9-1,0 9-15,0 9 16,9 1-16,19-1 16,10 10-1,-1-1-15,20-8 16,18-1-1,10-9-15,-1-18 16,10 0-16,10-19 16,18-9-1,0-9-15,1-10 16,-11-8 0,-8-1-16,-19 0 15,-10 0 1,-9-8-16,-1-11 15,-8 11-15,-10-20 16,-10 1 0,-18 9-16,-9-10 15,-1 19 1,-19 0-16,1 19 16,0 9-16,-10 18 15,9 9 1,10 10-16,19 0 15,28-28 1</inkml:trace>
  <inkml:trace contextRef="#ctx0" brushRef="#br0" timeOffset="19849.59">28091 7402 0,'0'0'0,"0"0"16,-10 9-1,-18 19-15,-47 46 16,-95 83-1,-93 111-15,112-112 16</inkml:trace>
  <inkml:trace contextRef="#ctx0" brushRef="#br0" timeOffset="23125.12">21665 6442 0,'0'0'0,"0"0"16,0 0-16,0 10 15,0-1 1,0 0-16,0 0 16,0 0-1,0 1-15,0-1 16,0-9-1,0 0-15,10 9 16,-10-9-16,0 0 16,0 0-1</inkml:trace>
  <inkml:trace contextRef="#ctx0" brushRef="#br0" timeOffset="24167.75">29417 3258 0,'0'0'16,"-9"19"-16,-10 8 16,-9 29-1,-1 17-15,-8 20 16,-1 8 0,10 1-16,9-10 15,10-27-15,9-1 16,9-18-1,10-9-15,18 0 16,10-9 0,19-10-16,19-18 15,28-9 1,-10-18-16,10-20 16,-113 47-16</inkml:trace>
  <inkml:trace contextRef="#ctx0" brushRef="#br0" timeOffset="24432.73">29539 3950 0,'0'0'0,"0"19"16,10 27-16,-1 28 16,0 27-1,1-8-15,9-1 16,-10-46 0,10-9-16,0-28 15,-19-9-15</inkml:trace>
  <inkml:trace contextRef="#ctx0" brushRef="#br0" timeOffset="24836.36">30094 3876 0,'0'0'0,"0"10"16,-9 8-16,9 10 16,-10 27-16,10-9 15,10 1 1,9-11-16,9-8 16,19-9-1,19-19-15,0-19 16,0-18-1,-10-27-15,-28 8 16,-9-8-16,-19 8 16,-19 10-1,-9 18-15,-28 10 16,-1 9 0,-9 27-16,-9 19 15,28 0-15,9 0 16,19 0-1,19-37-15</inkml:trace>
  <inkml:trace contextRef="#ctx0" brushRef="#br0" timeOffset="25035.01">30837 3775 0,'0'0'16,"19"0"-16,28 0 15,29-9 1,-1-10-16,-75 19 16</inkml:trace>
  <inkml:trace contextRef="#ctx0" brushRef="#br0" timeOffset="25499.42">31355 3240 0,'0'0'0,"19"0"15,9 0-15,10 9 16,-10 0 0,0 0-16,-9 19 15,-10-10-15,-9 10 16,-9 18 0,-10 0-16,-9 10 15,9-10 1,10-9-16,-1-9 15,10-10 1,19 0-16,19 1 16,18 9-16,0-10 15,-8 1 1,-20-1-16,-9 0 16,-10 1-1,-9 9-15,-19-1 16,-28 10-1,-28 19-15,-10-29 16,1 1-16,8-19 16,76-9-1</inkml:trace>
  <inkml:trace contextRef="#ctx0" brushRef="#br0" timeOffset="25856.12">32060 3249 0,'0'0'15,"0"0"1,0 18-16,-9 10 16,-10 37-16,0 18 15,10-19 1,0-8-16,9-10 15,9-19-15,19-8 16,19-10 0,19-18-16,9-10 15,1-27 1,-11-9-16,-27 18 16,-19 0-1,-10 0-15,-18 10 16,-10 8-16,-9 10 15,-38 18 1,66-9-16</inkml:trace>
  <inkml:trace contextRef="#ctx0" brushRef="#br0" timeOffset="26167.94">30348 4818 0,'0'0'0,"0"0"15,10 0-15,27-9 16,29-1 0,28 1-16,-9 0 15,-10 0 1,-18-1-16,-10-8 16,-47 18-16</inkml:trace>
  <inkml:trace contextRef="#ctx0" brushRef="#br0" timeOffset="26403.12">30518 5113 0,'0'0'0,"9"0"16,10 0-1,28 9-15,28-18 16,10-9-16,-1-1 16,29-18-1,-9-18-15,-10 0 16,-94 55 0</inkml:trace>
  <inkml:trace contextRef="#ctx0" brushRef="#br0" timeOffset="26690.35">31750 4412 0,'0'0'0,"0"0"15,0 0 1,-9 37-16,-10 18 16,0 37-1,0 28-15,10-9 16,9-28-16,-10-9 16,20 0-1,-10-28-15,0-46 16</inkml:trace>
  <inkml:trace contextRef="#ctx0" brushRef="#br0" timeOffset="27133.77">32230 4467 0,'0'0'0,"0"0"16,0 0 0,0 0-16,-10 9 15,1 1 1,-10 27-16,-9 18 16,9 0-16,0 10 15,19 9 1,10-10-16,18-8 15,10-10 1,18-9-16,38-19 16,28-27-1,-9-28-15,-9-18 16,-20-1-16,-27-8 16,-20 8-1,-18-8-15,-19-10 16,-28 19-1,-28-1-15,-67 19 16,-84 37 0,-94 74-16,-94 65 15,198-66-15</inkml:trace>
  <inkml:trace contextRef="#ctx0" brushRef="#br0" timeOffset="28784.69">16642 4762 0,'0'0'0,"0"0"15,-10 0 1,-9 10-16,-18 27 15,-10 27 1,-19 47-16,-9 0 16,9 18-1,0-27-15,28-29 16,10-36-16,28-37 16</inkml:trace>
  <inkml:trace contextRef="#ctx0" brushRef="#br0" timeOffset="29032.97">15927 5030 0,'0'0'16,"0"0"-16,0 0 15,28 0-15,28 19 16,48 18 0,18 18-16,48 0 15,8-18 1,1-9-16,56 9 16</inkml:trace>
  <inkml:trace contextRef="#ctx0" brushRef="#br0" timeOffset="29633.25">18119 4486 0,'0'0'16,"0"0"-16,0 9 16,-10 19-16,1 8 15,-10 38 1,-19 28-16,-9-1 16,0 1-1,-9-10-15,18-18 16,1 0-1,8-28-15,20-28 16,0-8-16,-1-10 16,10 0-1</inkml:trace>
  <inkml:trace contextRef="#ctx0" brushRef="#br0" timeOffset="29865.81">17629 4735 0,'0'0'0,"0"0"16,19 9-16,19 9 15,37 10 1,47 37-16,29 9 15,9 18 1,-10-18-16,-150-74 16</inkml:trace>
  <inkml:trace contextRef="#ctx0" brushRef="#br0" timeOffset="31332.72">28862 6701 0,'0'0'0,"0"0"16,0 0 0,0 0-16,0 0 15,0 0-15,0 0 16,0 0-1,0 0-15,0 0 16,0 0 0,0 0-16,0 0 15,-9 9-15,-10 19 16,9-10 0,-9 19-16,10 0 15,0 0 1,-1-9-16,10-1 15,10-18-15,8 10 16,11-10 0,8 0-16,20 1 15,18 8 1,-9-9-16,0 1 16,-10 8-1,-18 0-15,-10 1 16,0-1-16,-9 10 15,-19 0 1,-9 9-16,-10 18 16,-19 0-1,-18 1-15,-1-1 16,-9-9 0,1-9-16,8-9 15,20-28-15,-1-9 16,38 9-1</inkml:trace>
  <inkml:trace contextRef="#ctx0" brushRef="#br0" timeOffset="31583.6">28777 6765 0,'0'0'16,"10"0"-16,27-9 15,39-19 1,18 1-16,37-1 16,29-9-1,-28 9-15,18-8 16,1 8-16,-151 28 15</inkml:trace>
  <inkml:trace contextRef="#ctx0" brushRef="#br0" timeOffset="35626.94">31468 5861 0,'0'0'15,"0"0"-15,0 0 16,9 0-16,19 0 15,19 0-15,19-9 16,19-10 0,47-18-16,-132 37 15</inkml:trace>
  <inkml:trace contextRef="#ctx0" brushRef="#br0" timeOffset="36119.07">32521 5316 0,'0'0'16,"0"0"-1,0 0-15,-9 10 16,0-10-16,-10 9 16,-9 9-1,-10 19-15,10 0 16,9-9 0,9-1-16,10 1 15,19 0-15,19 9 16,9 0-1,19 0-15,9 9 16,-18-9 0,-1 0-16,0-10 15,-18 1 1,-19-10-16,-10 1 16,-9-1-16,-9 10 15,-10 0 1,-9-1-16,-10-8 15,-9-1 1,-9-18-16,9 0 16,47 0-16</inkml:trace>
  <inkml:trace contextRef="#ctx0" brushRef="#br0" timeOffset="36349.21">32597 5445 0,'0'0'16,"0"0"-1,0 0-15,9-9 16,19 0 0,19-9-16,29-1 15,18-9-15,19 10 16,18-19-1,86-28-15</inkml:trace>
  <inkml:trace contextRef="#ctx0" brushRef="#br0" timeOffset="36660.89">31948 6636 0,'0'0'16,"0"0"-16,9-9 15,10 0 1,18-10-16,10 10 16,10-9-1,9-1-15,0 1 16,9-19 0,-75 37-16</inkml:trace>
  <inkml:trace contextRef="#ctx0" brushRef="#br0" timeOffset="36926.54">31938 7107 0,'0'0'15,"0"0"1,0 0-16,19 0 16,9 0-16,19-9 15,28-19 1,10-18-16,0-19 16,-1 1-16,-84 64 15</inkml:trace>
  <inkml:trace contextRef="#ctx0" brushRef="#br0" timeOffset="37399.75">32822 6424 0,'0'0'0,"0"0"15,-9 9-15,-10 0 16,0 1 0,1 8-16,-11 10 15,11-1-15,-1 1 16,9 0 0,10-1-16,10-8 15,9 9 1,9-10-16,28 10 15,19-1-15,1-8 16,-10 9 0,-19-10-16,-10 0 15,-9 1 1,-9-1-16,-9 1 16,-1 9-1,-9-10-15,0 19 16,-9-9-1,-20 9-15,-8-1 16,-1-8-16,-9 0 16,10-10-1,8-18-15,29 0 16</inkml:trace>
  <inkml:trace contextRef="#ctx0" brushRef="#br0" timeOffset="37616.75">32841 6387 0,'0'0'16,"0"0"-16,0 0 15,19-19 1,28-8-16,38-10 15,28-28 1,47 19-16,56-28 16</inkml:trace>
  <inkml:trace contextRef="#ctx0" brushRef="#br0" timeOffset="44000.09">29746 7679 0,'0'0'0,"0"0"16,-19 9 0,-9 19-16,-28 18 15,-20 10-15,-18 17 16,-18 10-1,-11 19-15,29-28 16,94-74 0</inkml:trace>
  <inkml:trace contextRef="#ctx0" brushRef="#br0" timeOffset="44802.55">30273 7347 0,'0'0'15,"0"0"1,-9 9-16,-1 0 15,-9 0-15,1 10 16,-11 9 0,1-1-16,0 1 15,0 0 1,-1-1-16,11-8 16,-1 9-16,9-19 15,10 0 1,0 0-16,10 0 15,9 1 1,9-1-16,10 9 16,9 1-1,-10-1-15,1 1 16,-10-1-16,0 1 16,-9-1-1,-10 10-15,1 9 16,-10 0-1,0 9-15,-10-9 16,-8 9 0,-11-9-16,-8 0 15,-1-10-15,1-8 16,-1-1 0,-9-18-16,47 0 15</inkml:trace>
  <inkml:trace contextRef="#ctx0" brushRef="#br0" timeOffset="45099.75">30198 7402 0,'0'0'15,"0"0"1,0 0-16,19-9 16,9-10-1,28-8-15,29-1 16,28 0 0,19-8-16,-20 8 15,-18 0-15,-9 10 16,-19 8-1,-28 1-15,-38 9 16</inkml:trace>
  <inkml:trace contextRef="#ctx0" brushRef="#br0" timeOffset="45915.14">25673 6581 0,'0'0'0,"0"0"16,0 0-16,0 0 15,0 0 1,0 18-16,0 1 15,0 8-15,0 19 16,0 10 0,-10 8-16,1 29 15,0 18 1,-1 18-16,1 28 16,9 36-1,0-8-15,0 27 16,0-18-1,-10-9-15,1-19 16,0-37-16,-10-37 16,9-36-1,1-29-15,9-17 16,0-10 0,0 0-16</inkml:trace>
  <inkml:trace contextRef="#ctx0" brushRef="#br0" timeOffset="47150.18">25456 6765 0,'0'0'15,"0"0"-15,19-9 16,19 0 0,37-10-16,47-18 15,10 1 1,56-29-16,-18 10 16,8-10-1,20 10-15,-10-1 16,10-8-16,-1 8 15,20 10 1,-29 9-16,28 9 16,-18 10-1,18-10-15,-28 19 16,0 0-16,0 0 16,-18-1-1,-1 10-15,0 0 16,-46-9-1,18 18-15,-9-9 16,-20 0 0,-8 10-16,9-1 15,-19 0-15,0 10 16,-9-10 0,-10 9-16,-9 10 15,0-10 1,-10 10-16,-9 0 15,0 9 1,0 9-16,0 18 16,0 1-16,0 27 15,-9-9 1,0 0-16,-1 10 16,1 8-1,-10 10-15,0-9 16,-9-10-1,0 19-15,-10-10 16,-9 10-16,0-19 16,0 1-1,10-10-15,-1 18 16,0 1 0,1-29-16,-1 1 15,1-9-15,-1 9 16,-9-10-1,-9-8-15,-1-19 16,-9 9 0,1-9-16,-20 0 15,0-10-15,-9 1 16,-28 9 0,-28-9-16,-1-1 15,-18-8 1,-29-1-16,1-9 15,-10 1-15,-9-10 16,18 0 0,-18 0-16,-19 0 15,18 0 1,-18-10-16,0 1 16,9 9-1,-18-18-15,18 9 16,-9-1-1,18-8-15,-8-1 16,-1 10-16,10 0 16,-1 0-1,1-1-15,-10 1 16,10 0 0,9 9-16,0 0 15,19 0-15,9 9 16,19-9-1,0 0-15,10 9 16,9-9 0,9 0-16,10 10 15,-10-1 1,85-9-16</inkml:trace>
  <inkml:trace contextRef="#ctx0" brushRef="#br0" timeOffset="60272.82">14911 9737 0,'0'0'0,"0"0"0,9-9 16,10 0-1,19 0-15,18-1 16,29-8-16,28 18 16,18-9-1,10-1-15,38 1 16,-10 0 0,38-9-16,-9-1 15,18 1-15,1 8 16,27-8-1,1 9-15,28-1 16,-38 1 0,38 0-16,-47 9 15,18 0-15,-28 9 16,1-9 0,-48 0-16,10 0 15,-29 9 1,-27-9-16,-29 10 15,-28-1 1,-19 0-16,-19 0 16,-19-9-16,-9 0 15,-37 10 1,37-10-16</inkml:trace>
  <inkml:trace contextRef="#ctx0" brushRef="#br0" timeOffset="60799.78">14807 9830 0,'0'0'15,"0"0"-15,0 0 16,10 0 0,27 0-16,57 9 15,38-9 1,37 9-16,29-9 15,18 0-15,1 0 16,56-18 0,-10-1-16,10 1 15,9-1 1,10-8-16,9 8 16,0 1-1,-19-10-15,10 9 16,-10-8-16,-19-1 15,-18 10 1,-38 8-16,0 1 16,-29 0-1,-46 0-15,19 9 16,-38 18 0,-10 38-16,-103-56 15</inkml:trace>
  <inkml:trace contextRef="#ctx0" brushRef="#br0" timeOffset="62615.78">25372 8704 0,'0'0'15,"0"0"-15,9 0 16,10 0-16,9 9 16,19 0-1,0 0-15,10-9 16,9 9-1,-19-9-15,18 10 16,1-10 0,-66 0-16</inkml:trace>
  <inkml:trace contextRef="#ctx0" brushRef="#br0" timeOffset="66667.25">25814 8860 0,'0'0'15,"0"0"-15,-9 10 16,-1-10 0,10 0-16,-9 0 15,9 0 1,-10 0-16,1 0 16,-1-10-16,1-8 15,-10-10 1,0-27-16,10 9 15,-10-28 1,0 0-16,1-18 16,8 18-1,1-18-15,-1-1 16,1-17-16,0-1 16,-1 0-1,10 0-15,-9 1 16,-1-1-1,1 9-15,0 10 16,-1 9 0,1 0-16,-1 0 15,1 18-15,-1 1 16,10 8 0,-9 1-16,9-1 15,0 10 1,0 0-16,0 9 15,0 10-15,9-1 16,1 9 0,-1 1-16,1 0 15,9-1 1,9 1-16,9-10 16,10 9-1,10 1-15,-1 0 16,20-10-16,-1 9 15,19 1 1,9-1-16,10 10 16,0 0-1,19-9-15,0-1 16,-1 1-16,10-1 16,-9 1-1,0-1-15,-1-8 16,1 8-1,0 1-15,9-1 16,10 1 0,-10 8-16,9 1 15,10 0-15,-19-9 16,19 8 0,-9 1-16,-10 9 15,0-9 1,9 9-16,-18 0 15,-10 0-15,19-9 16,1 9 0,-11 9-16,1-18 15,-10 9 1,-18 0-16,-10 0 16,-19 0-1,10 0-15,-10 9 16,-19-9-16,1 9 15,-10 0 1,-9 1-16,-1-1 16,-9 0-1,1 0-15,-11 10 16,1-1-16,0 10 16,-9 0-1,8 8-15,-8 1 16,-1 19-1,1-1-15,-1 19 16,0 18 0,1 1-16,9 8 15,-10-9-15,10 10 16,0 27 0,-1-37-16,1 19 15,9 9 1,-9-18-16,0 8 15,0-8 1,0-19-16,-10 19 16,1-29-16,-10 1 15,-10 0 1,1-9-16,-1-1 16,1-8-1,-10-1-15,10-9 16,-10 0-16,9-18 15,1-9 1,9-1-16,0-9 16,0 0-1,0 1-15,0-1 16,-9 0 0,-1 0-16,1 1 15,-10-1-15,0 0 16,-9 0-1,0 0-15,-19 1 16,-10-1 0,-18-9-16,-19 9 15,9-9-15,-9 0 16,-28 9 0,-10-9-16,10 0 15,-10 0 1,-9 0-16,9 0 15,1 0-15,-1-9 16,-9 9 0,9 0-16,-28-9 15,19 0 1,9-1-16,-18 1 16,9 0-1,9 9-15,-18-18 16,8 18-16,11 0 15,8 9 1,-18-9-16,19 0 16,9 0-1,0 0-15,0 0 16,1 0 0,-1-9-16,0 9 15,0-10-15,0 10 16,9 0-1,-8 0-15,-1 10 16,-10 8 0,11 0-16,-30 29 15,-8 8-15,-10 10 16,-56 18 0</inkml:trace>
  <inkml:trace contextRef="#ctx0" brushRef="#br0" timeOffset="68383.89">29389 9359 0,'0'9'0,"-10"19"16,-8 27-1,-11 37-15,10 19 16,10-28-16,0-9 16,-1-19-1,10-27-15,0-19 16,0-9-1,0 0-15,0-27 16,0-29 0,10-17-16,8-11 15,11-8-15,-1 18 16,0 19 0,0 18-16,-9 19 15,0 8 1,9 20-16,0 8 15,10 19 1,9 18-16,-9 28 16,-1 10-16,-8-47 15,-1 0 1,0-9-16,0-19 16,0-8-1,20-20-15,17-36 16,11-18-16,-20-1 15,-9 0 1,-9 1-16,-19 18 16,-10 18-1,-9 19-15,0 9 16,0 0-16,-9 9 16,-1 28-1,1 18-15,-1 19 16,20 0-1,-1-19-15,10-18 16,9-18 0,19-10-16,10-18 15,-1-19-15,-9-18 16,-19 0 0,-9 9-16,-19 18 15,-9-8 1,-10-1-16,-19 9 15,-18 10 1,-1 9-16,10 9 16,19 1-16,28-10 15</inkml:trace>
  <inkml:trace contextRef="#ctx0" brushRef="#br0" timeOffset="68649.87">31148 8833 0,'0'0'0,"9"18"15,1 19-15,-1 46 16,1 19-1,-10 27-15,0 0 16,-10 0 0,10-46-16,0-18 15,0-37-15,0-28 16</inkml:trace>
  <inkml:trace contextRef="#ctx0" brushRef="#br0" timeOffset="68835.89">30828 9276 0,'0'0'15,"9"0"1,48 9-16,65 0 16,48 0-1,18-9-15,9-9 16,-18 0-16,56 0 15</inkml:trace>
  <inkml:trace contextRef="#ctx0" brushRef="#br0" timeOffset="69700.07">29925 11122 0,'0'-10'0,"0"-8"16,0 0-16,0 8 15,0 10 1,0 0-16,-19 37 16,-18 56-16,-1 17 15,0 47 1,19-64-16,10-1 15,9-18 1,19-28-16,9-9 16,19-19-1,38-36-15,28-38 16,0-54-16,-38-20 16,-28 10-1,-38 19-15,-28 9 16,-9 18-1,-19 28-15,-9 18 16,-10 28 0,-9 18-16,-1 28 15,20 10-15,18-10 16,19 9 0,19-18-16,19 0 15,38-18-15,56-19 16,18-28-1,1-18-15,-28-10 16,-20 10 0,-9-9-16,-18 18 15,-19 19 1,-1 8-16,-9 20 16,1 17-1,-1 29-15,0 45 16,-9 56-16,-19-18 15,0 27 1,-10-9-16,-8-19 16,-1-9-1,9-36-15,1-38 16,0-9-16,9-18 16,-10-19-1,10-9-15,-9-9 16,9 9-1</inkml:trace>
  <inkml:trace contextRef="#ctx0" brushRef="#br0" timeOffset="69956.33">30659 11214 0,'9'-9'0,"29"-10"15,18-8-15,10 8 16,-9 19 0,-1 9-16,-18 10 15,-10 9 1,-9 8-16,-10 11 16,-18 17-16,-10 1 15,0-19 1,0-9-16,19-37 15</inkml:trace>
  <inkml:trace contextRef="#ctx0" brushRef="#br0" timeOffset="70226.92">31261 10771 0,'0'0'16,"0"0"-16,9 18 16,1 19-1,8 56-15,1 27 16,0 0 0,0 18-16,-10-27 15,1-10 1,-1-27-16,1-37 15,-10-18-15,0-19 16</inkml:trace>
  <inkml:trace contextRef="#ctx0" brushRef="#br0" timeOffset="70488.35">31214 11297 0,'0'0'16,"9"0"-16,19 0 16,19 0-1,19 0-15,-9 19 16,-1-1-16,-9 10 16,0-1-1,-9 10-15,-10 0 16,-9-9-1,-10-19-15,-9 0 16,0-9-16,0 0 16</inkml:trace>
  <inkml:trace contextRef="#ctx0" brushRef="#br0" timeOffset="71583.32">31722 11020 0,'0'0'16,"0"0"-16,9-9 15,1 0 1,8 0-16,11-10 16,-1 10-16,0 0 15,0 9 1,1 9-16,-1 0 15,9 19 1,-8 9-16,-1 9 16,0 9-16,-9 10 15,0-1 1,-10-27-16,-9-18 16,0-1-1,0-18-15,0 0 16,0 0-1,9-27-15,1-10 16,-1 9-16,1 0 16,-1 10-1,1-1-15,-1 10 16,0 9 0,10 9-16,9 10 15,-9-1-15,9 1 16,-9 8-1,0-8-15,0-10 16,0-9 0,-1-9-16,1 0 15,-9-1 1,-1 1-16,1 0 16,-1 0-16,0 9 15,1 0 1,-1 9-16,19 9 15,10 10 1,9 0-16,9-10 16,1-9-1,-1-18-15,-9-9 16,-9-1-16,-19-8 16,0-1-1,-10 0-15,-9 10 16,-9-1-1,-1 10-15,1 0 16,-10 9-16,0 9 16,-9 19-1,0 9-15,9-10 16,10 10 0,9-9-16,0-10 15,9 1 1,0-10-16,10 0 15,9-9-15,10 0 16,0-9 0,9-9-16,9-28 15,-9-1 1,-9-26-16,-1-20 16,-8 1-16,-20-10 15,-9 10 1,0 9-16,-9 18 15,-1 29 1,1 17-16,-1 1 16,1 18-16,-10 18 15,-9 37 1,0 29-16,0 72 16,18 1-1,1 9-15,-1-27 16,10-139-1</inkml:trace>
  <inkml:trace contextRef="#ctx0" brushRef="#br0" timeOffset="71870.78">30433 12903 0,'28'-18'16,"113"-65"-16,113-28 15,47 28 1,19 9-16,-28 0 15,-10 28 1,-28 18-16,-75 37 16,56 10-16</inkml:trace>
  <inkml:trace contextRef="#ctx0" brushRef="#br0" timeOffset="77500.45">5042 13503 0,'0'0'0,"0"0"15,10 0-15,9 9 16,9-9 0,9 9-16,20 1 15,9-1-15,9 0 16,10 0 0,-10-9-16,28 0 15,1 0 1,9 0-16,0 0 15,9-9 1,0 0-16,10-10 16,0 1-1,9 0-15,0-1 16,-9 1-16,18-1 16,1 1-1,-10-1-15,28-8 16,-9 8-1,-9 1-15,18-10 16,-9 0-16,-10 1 16,10 8-1,-9-9-15,-1 10 16,20-10 0,-39 10-16,10 9 15,19-1-15,-19 1 16,-9 9-1,37 0-15,-37 0 16,0 0 0,0 0-16,-10 0 15,-9 0 1,9-9-16,0 9 16,-9 0-16,-9 0 15,-1 0 1,1 0-16,-10 0 15,-10 0 1,-8 0-16,-1 0 16,-9 9-16,-10-9 15,1 0 1,-10 9-16,-10-9 16,-18 0-1,0 10-15,-10-10 16,-9 0-1,0 0-15,0 0 16,-37 18-16,-57 0 16,94-18-1</inkml:trace>
  <inkml:trace contextRef="#ctx0" brushRef="#br0" timeOffset="78069.86">6397 13448 0,'0'0'16,"0"0"-16,0 0 16,0 0-1,28 0-15,29 0 16,37 9-16,28 0 15,10 0 1,37 1-16,0-1 16,29 0-1,18-9-15,1 0 16,65 9 0,-37-9-16,27 9 15,29 1-15,-37 8 16,18 1-1,0 8-15,-18-8 16,-10-1 0,-19-9-16,0-9 15,-37 0 1,9 0-16,-38 0 16,10 0-16,-1 0 15,-8 19 1,65 9-16</inkml:trace>
  <inkml:trace contextRef="#ctx0" brushRef="#br0" timeOffset="102995.06">7959 13586 0,'0'0'0,"0"0"15,0 0-15,0 0 16,18 9-1,11 1-15,18 8 16,9 0-16,10 1 16,0-1-1,19 10-15,9 0 16,0-10 0,9 10-16,29 0 15,18-19-15,10 9 16,28-18-1,-9-18-15,19 9 16,-1-28 0,-9 18-16,10-9 15,-19-8-15,-10-1 16,-9 18 0,-28 1-16,-29 9 15,-18 9 1,-19 0-16,-10 0 15,-18 0 1,-19 0-16,-19 0 16,0 0-16</inkml:trace>
  <inkml:trace contextRef="#ctx0" brushRef="#br0" timeOffset="103501.36">8175 13660 0,'0'0'0,"0"0"15,9 0-15,29 0 16,28 9 0,47 0-16,19 1 15,-1-10 1,39 0-16,-1 0 15,10-10-15,9-27 16,-9 10 0,9-1-16,-19 0 15,-9 10 1,-10-1-16,-8 1 16,-30 0-1,11 8-15,-10 1 16,-19 18-1,-10 1-15,1 17 16,9 29-16,-19 17 16,-75-73-1</inkml:trace>
  <inkml:trace contextRef="#ctx0" brushRef="#br0" timeOffset="163734.6">17328 7430 0,'0'0'0,"-9"0"0,-19 0 16,-19 0 0,-10 0-16,-9 0 15,-9 9 1,0-9-16,-19 9 16,-19-9-16,28-9 15,1 0 1,8-10-16,1-8 15,19-10 1,-1 0-16,10-9 16,10 0-1,8-19-15,20 0 16,9-8-16,9-1 16,10 9-1,9-18-15,19-9 16,0 18-1,19-18-15,19 9 16,9 9-16,10 0 16,-10 18-1,19 1-15,-1 18 16,1 19 0,-9 8-16,9 10 15,0 19 1,-10 9-16,10 18 15,-28-19-15,9 20 16,-10 17 0,-18-8-16,-9 8 15,-10 10 1,-10-9-16,-8 8 16,-11-17-16,-8 8 15,-10-8 1,-10 18-16,-18-19 15,-10 0 1,-9 1-16,-18 8 16,-1-8-16,-19-1 15,-18 10 1,-10-19-16,0 0 16,0-9-1,0-9-15,-9-1 16,28-8-1,-19-19-15,0-9 16,0-10-16,19 1 16,9-1-1,10-8-15,0-1 16,-1-18 0,20-10-16,0 1 15,18-10 1,0-18-16,20 28 15,8-19-15,29 9 16,28-27 0,38-46-16,9 36 15,47-9 1,0 47-16,0-1 16,19 10-1,-19 27-15,-9 28 16,-1 9-16,-8 38 15,-10 45 1,-113-92-16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F28AC5-3ECC-4CA0-886F-305A85EFE515}"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499CA8-76DC-4EEE-A54A-7BE27FE0129F}" type="slidenum">
              <a:rPr lang="en-US" smtClean="0"/>
              <a:t>‹#›</a:t>
            </a:fld>
            <a:endParaRPr lang="en-US"/>
          </a:p>
        </p:txBody>
      </p:sp>
    </p:spTree>
    <p:extLst>
      <p:ext uri="{BB962C8B-B14F-4D97-AF65-F5344CB8AC3E}">
        <p14:creationId xmlns:p14="http://schemas.microsoft.com/office/powerpoint/2010/main" val="3169413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044F-69A3-44F0-A601-07728B0DF1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C411FE-C3C2-42CB-9E7F-B7057C58D2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6D8ECE-56E8-4E19-959A-E8FF064C267B}"/>
              </a:ext>
            </a:extLst>
          </p:cNvPr>
          <p:cNvSpPr>
            <a:spLocks noGrp="1"/>
          </p:cNvSpPr>
          <p:nvPr>
            <p:ph type="dt" sz="half" idx="10"/>
          </p:nvPr>
        </p:nvSpPr>
        <p:spPr/>
        <p:txBody>
          <a:bodyPr/>
          <a:lstStyle/>
          <a:p>
            <a:fld id="{DFC7A544-522D-4D51-AC82-87E21D4C5C63}" type="datetime1">
              <a:rPr lang="en-US" smtClean="0"/>
              <a:t>3/5/2026</a:t>
            </a:fld>
            <a:endParaRPr lang="en-US"/>
          </a:p>
        </p:txBody>
      </p:sp>
      <p:sp>
        <p:nvSpPr>
          <p:cNvPr id="5" name="Footer Placeholder 4">
            <a:extLst>
              <a:ext uri="{FF2B5EF4-FFF2-40B4-BE49-F238E27FC236}">
                <a16:creationId xmlns:a16="http://schemas.microsoft.com/office/drawing/2014/main" id="{22265089-5A09-4441-82FE-DEF8E3CD2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12506-2548-45A1-8C33-4CED3132522E}"/>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4091378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29F6E-EF43-4341-A861-C76355C5FF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FD8894-945D-47FF-B6ED-ECDB8BA9E2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4C5462-CC42-4DCF-AB32-033079A7713D}"/>
              </a:ext>
            </a:extLst>
          </p:cNvPr>
          <p:cNvSpPr>
            <a:spLocks noGrp="1"/>
          </p:cNvSpPr>
          <p:nvPr>
            <p:ph type="dt" sz="half" idx="10"/>
          </p:nvPr>
        </p:nvSpPr>
        <p:spPr/>
        <p:txBody>
          <a:bodyPr/>
          <a:lstStyle/>
          <a:p>
            <a:fld id="{AAF43168-6C03-42B5-BBFA-2FD045903134}" type="datetime1">
              <a:rPr lang="en-US" smtClean="0"/>
              <a:t>3/5/2026</a:t>
            </a:fld>
            <a:endParaRPr lang="en-US"/>
          </a:p>
        </p:txBody>
      </p:sp>
      <p:sp>
        <p:nvSpPr>
          <p:cNvPr id="5" name="Footer Placeholder 4">
            <a:extLst>
              <a:ext uri="{FF2B5EF4-FFF2-40B4-BE49-F238E27FC236}">
                <a16:creationId xmlns:a16="http://schemas.microsoft.com/office/drawing/2014/main" id="{15861CED-7231-4FF2-86CA-0A6ACE2FB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5E211-7612-4994-98F2-D954E67E8FD8}"/>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384694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36FA6-D964-4321-9239-999126F378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ECF6A1-5760-4173-993B-D7C586F485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C9CFB4-4789-486B-A028-1B5C49E8AF96}"/>
              </a:ext>
            </a:extLst>
          </p:cNvPr>
          <p:cNvSpPr>
            <a:spLocks noGrp="1"/>
          </p:cNvSpPr>
          <p:nvPr>
            <p:ph type="dt" sz="half" idx="10"/>
          </p:nvPr>
        </p:nvSpPr>
        <p:spPr/>
        <p:txBody>
          <a:bodyPr/>
          <a:lstStyle/>
          <a:p>
            <a:fld id="{938FD878-D628-40C5-8753-E7DC754B567C}" type="datetime1">
              <a:rPr lang="en-US" smtClean="0"/>
              <a:t>3/5/2026</a:t>
            </a:fld>
            <a:endParaRPr lang="en-US"/>
          </a:p>
        </p:txBody>
      </p:sp>
      <p:sp>
        <p:nvSpPr>
          <p:cNvPr id="5" name="Footer Placeholder 4">
            <a:extLst>
              <a:ext uri="{FF2B5EF4-FFF2-40B4-BE49-F238E27FC236}">
                <a16:creationId xmlns:a16="http://schemas.microsoft.com/office/drawing/2014/main" id="{3898A2C3-94A7-43E1-9D01-D64DC9D7F8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D51A57-E688-4EAD-ADCC-460238CA9450}"/>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3611191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BB1C2-2476-46C3-A011-08F0EE89A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C77172-987D-4CCB-9501-964ED5AA60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99C531-17E4-49FE-92DF-8C8F6AD2CF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321531-147E-465F-8CF9-1EFA4A6D1020}"/>
              </a:ext>
            </a:extLst>
          </p:cNvPr>
          <p:cNvSpPr>
            <a:spLocks noGrp="1"/>
          </p:cNvSpPr>
          <p:nvPr>
            <p:ph type="dt" sz="half" idx="10"/>
          </p:nvPr>
        </p:nvSpPr>
        <p:spPr/>
        <p:txBody>
          <a:bodyPr/>
          <a:lstStyle/>
          <a:p>
            <a:fld id="{09396646-1F71-4EF2-9426-D2ECE5C00E6D}" type="datetime1">
              <a:rPr lang="en-US" smtClean="0"/>
              <a:t>3/5/2026</a:t>
            </a:fld>
            <a:endParaRPr lang="en-US"/>
          </a:p>
        </p:txBody>
      </p:sp>
      <p:sp>
        <p:nvSpPr>
          <p:cNvPr id="6" name="Footer Placeholder 5">
            <a:extLst>
              <a:ext uri="{FF2B5EF4-FFF2-40B4-BE49-F238E27FC236}">
                <a16:creationId xmlns:a16="http://schemas.microsoft.com/office/drawing/2014/main" id="{BD963AE1-2E0C-4C83-93EC-ED0F8AFCE8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F4F9C7-8AFD-4426-A037-BF39C8D7F287}"/>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2702954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C978-D06B-4D2C-B169-19B6A21A9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4B869D-99A7-4601-A51E-4AEEC1D033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408AB2-0217-4480-9124-A124873C55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C39AD9-F068-43E0-B62B-64E91DB410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A36606-6DA1-4970-8B39-75C46ABBAD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1CBE50-734E-4D51-8135-05F6A1B736AA}"/>
              </a:ext>
            </a:extLst>
          </p:cNvPr>
          <p:cNvSpPr>
            <a:spLocks noGrp="1"/>
          </p:cNvSpPr>
          <p:nvPr>
            <p:ph type="dt" sz="half" idx="10"/>
          </p:nvPr>
        </p:nvSpPr>
        <p:spPr/>
        <p:txBody>
          <a:bodyPr/>
          <a:lstStyle/>
          <a:p>
            <a:fld id="{7857C44F-3A26-424E-9937-8B0EE1F66CC4}" type="datetime1">
              <a:rPr lang="en-US" smtClean="0"/>
              <a:t>3/5/2026</a:t>
            </a:fld>
            <a:endParaRPr lang="en-US"/>
          </a:p>
        </p:txBody>
      </p:sp>
      <p:sp>
        <p:nvSpPr>
          <p:cNvPr id="8" name="Footer Placeholder 7">
            <a:extLst>
              <a:ext uri="{FF2B5EF4-FFF2-40B4-BE49-F238E27FC236}">
                <a16:creationId xmlns:a16="http://schemas.microsoft.com/office/drawing/2014/main" id="{644AE26A-8550-447C-BF81-BB86A2D0FE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D6E76E-4ABD-44B9-BF06-467BD996D370}"/>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3487979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99442-5003-44B5-901F-3BBE5CE913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DD3E90-22B5-40A6-A81F-A15BF8902D57}"/>
              </a:ext>
            </a:extLst>
          </p:cNvPr>
          <p:cNvSpPr>
            <a:spLocks noGrp="1"/>
          </p:cNvSpPr>
          <p:nvPr>
            <p:ph type="dt" sz="half" idx="10"/>
          </p:nvPr>
        </p:nvSpPr>
        <p:spPr/>
        <p:txBody>
          <a:bodyPr/>
          <a:lstStyle/>
          <a:p>
            <a:fld id="{1336BAD9-BC5F-4960-95BB-87B40C882CA0}" type="datetime1">
              <a:rPr lang="en-US" smtClean="0"/>
              <a:t>3/5/2026</a:t>
            </a:fld>
            <a:endParaRPr lang="en-US"/>
          </a:p>
        </p:txBody>
      </p:sp>
      <p:sp>
        <p:nvSpPr>
          <p:cNvPr id="4" name="Footer Placeholder 3">
            <a:extLst>
              <a:ext uri="{FF2B5EF4-FFF2-40B4-BE49-F238E27FC236}">
                <a16:creationId xmlns:a16="http://schemas.microsoft.com/office/drawing/2014/main" id="{E849C8EB-32D7-4C1E-AAC3-ABDC59AC80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6B0A0C-E31D-4C98-8BFF-00C151623A9C}"/>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1765816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BDDDB3-EC0A-4426-9962-F5DD4FBBF111}"/>
              </a:ext>
            </a:extLst>
          </p:cNvPr>
          <p:cNvSpPr>
            <a:spLocks noGrp="1"/>
          </p:cNvSpPr>
          <p:nvPr>
            <p:ph type="dt" sz="half" idx="10"/>
          </p:nvPr>
        </p:nvSpPr>
        <p:spPr/>
        <p:txBody>
          <a:bodyPr/>
          <a:lstStyle/>
          <a:p>
            <a:fld id="{F0446235-FE9A-4A64-BB10-4A9C1C3858AC}" type="datetime1">
              <a:rPr lang="en-US" smtClean="0"/>
              <a:t>3/5/2026</a:t>
            </a:fld>
            <a:endParaRPr lang="en-US"/>
          </a:p>
        </p:txBody>
      </p:sp>
      <p:sp>
        <p:nvSpPr>
          <p:cNvPr id="3" name="Footer Placeholder 2">
            <a:extLst>
              <a:ext uri="{FF2B5EF4-FFF2-40B4-BE49-F238E27FC236}">
                <a16:creationId xmlns:a16="http://schemas.microsoft.com/office/drawing/2014/main" id="{5DFCC571-ECCD-4022-B5C4-F98AB7D92D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7FF0EF-BDCB-4F1C-A59B-A379ED3DB4CC}"/>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3947059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CA72E-E6CA-4EE5-9087-910340022E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43D6DA-3A2A-47A2-B7A9-274F1B1F86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8616E9-1DFC-4D98-81FF-5072BD0919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9C9D92-CB93-4FD2-B329-28ACA32E152D}"/>
              </a:ext>
            </a:extLst>
          </p:cNvPr>
          <p:cNvSpPr>
            <a:spLocks noGrp="1"/>
          </p:cNvSpPr>
          <p:nvPr>
            <p:ph type="dt" sz="half" idx="10"/>
          </p:nvPr>
        </p:nvSpPr>
        <p:spPr/>
        <p:txBody>
          <a:bodyPr/>
          <a:lstStyle/>
          <a:p>
            <a:fld id="{C9326534-0739-4F33-932D-24EA01B8E775}" type="datetime1">
              <a:rPr lang="en-US" smtClean="0"/>
              <a:t>3/5/2026</a:t>
            </a:fld>
            <a:endParaRPr lang="en-US"/>
          </a:p>
        </p:txBody>
      </p:sp>
      <p:sp>
        <p:nvSpPr>
          <p:cNvPr id="6" name="Footer Placeholder 5">
            <a:extLst>
              <a:ext uri="{FF2B5EF4-FFF2-40B4-BE49-F238E27FC236}">
                <a16:creationId xmlns:a16="http://schemas.microsoft.com/office/drawing/2014/main" id="{40E4D67E-2332-4603-90A2-0A75BF520E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291191-C1E9-4F25-BBC7-41988CB8C038}"/>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2085077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25BE8-0E53-490F-9383-8EB6F10EC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54E869-A959-4288-88F4-5AE69EDBB3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BD52C6-51AE-43A8-A437-59CD1CB6EF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C1AC6F-F644-44BF-9AEC-8B7EB6C23D50}"/>
              </a:ext>
            </a:extLst>
          </p:cNvPr>
          <p:cNvSpPr>
            <a:spLocks noGrp="1"/>
          </p:cNvSpPr>
          <p:nvPr>
            <p:ph type="dt" sz="half" idx="10"/>
          </p:nvPr>
        </p:nvSpPr>
        <p:spPr/>
        <p:txBody>
          <a:bodyPr/>
          <a:lstStyle/>
          <a:p>
            <a:fld id="{9BAC88BD-A93E-4E9D-B055-3949A8E03D94}" type="datetime1">
              <a:rPr lang="en-US" smtClean="0"/>
              <a:t>3/5/2026</a:t>
            </a:fld>
            <a:endParaRPr lang="en-US"/>
          </a:p>
        </p:txBody>
      </p:sp>
      <p:sp>
        <p:nvSpPr>
          <p:cNvPr id="6" name="Footer Placeholder 5">
            <a:extLst>
              <a:ext uri="{FF2B5EF4-FFF2-40B4-BE49-F238E27FC236}">
                <a16:creationId xmlns:a16="http://schemas.microsoft.com/office/drawing/2014/main" id="{688D20F4-28F0-4C4D-8707-39E75779A1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E813DB-2E89-429B-811F-9BC74C9969D1}"/>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2653682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7C171-F88A-4955-AE6D-1828A16D3D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EC2E42-1248-4C69-88A2-06EE2CD4BB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68BE34-33A2-451D-96C7-E7A7005E6B8A}"/>
              </a:ext>
            </a:extLst>
          </p:cNvPr>
          <p:cNvSpPr>
            <a:spLocks noGrp="1"/>
          </p:cNvSpPr>
          <p:nvPr>
            <p:ph type="dt" sz="half" idx="10"/>
          </p:nvPr>
        </p:nvSpPr>
        <p:spPr/>
        <p:txBody>
          <a:bodyPr/>
          <a:lstStyle/>
          <a:p>
            <a:fld id="{ECEC9BA6-45E2-4BE9-A01F-1FF1190314F1}" type="datetime1">
              <a:rPr lang="en-US" smtClean="0"/>
              <a:t>3/5/2026</a:t>
            </a:fld>
            <a:endParaRPr lang="en-US"/>
          </a:p>
        </p:txBody>
      </p:sp>
      <p:sp>
        <p:nvSpPr>
          <p:cNvPr id="5" name="Footer Placeholder 4">
            <a:extLst>
              <a:ext uri="{FF2B5EF4-FFF2-40B4-BE49-F238E27FC236}">
                <a16:creationId xmlns:a16="http://schemas.microsoft.com/office/drawing/2014/main" id="{E412DB86-CE72-4879-B418-5966461FA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932A6-12A3-4C09-9A3E-066B121160FA}"/>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139960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39A290-BAD4-4327-99E0-593E82DC37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069E5A-0705-41D7-90EF-513909A216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C1FD0F-041C-4097-A105-79308792CD7B}"/>
              </a:ext>
            </a:extLst>
          </p:cNvPr>
          <p:cNvSpPr>
            <a:spLocks noGrp="1"/>
          </p:cNvSpPr>
          <p:nvPr>
            <p:ph type="dt" sz="half" idx="10"/>
          </p:nvPr>
        </p:nvSpPr>
        <p:spPr/>
        <p:txBody>
          <a:bodyPr/>
          <a:lstStyle/>
          <a:p>
            <a:fld id="{2A9321AC-468C-4F6D-9C54-F4B6A6A4A8CF}" type="datetime1">
              <a:rPr lang="en-US" smtClean="0"/>
              <a:t>3/5/2026</a:t>
            </a:fld>
            <a:endParaRPr lang="en-US"/>
          </a:p>
        </p:txBody>
      </p:sp>
      <p:sp>
        <p:nvSpPr>
          <p:cNvPr id="5" name="Footer Placeholder 4">
            <a:extLst>
              <a:ext uri="{FF2B5EF4-FFF2-40B4-BE49-F238E27FC236}">
                <a16:creationId xmlns:a16="http://schemas.microsoft.com/office/drawing/2014/main" id="{93F24568-5E40-4479-A992-4D891E851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194071-509E-4622-890E-A3D4D849B91A}"/>
              </a:ext>
            </a:extLst>
          </p:cNvPr>
          <p:cNvSpPr>
            <a:spLocks noGrp="1"/>
          </p:cNvSpPr>
          <p:nvPr>
            <p:ph type="sldNum" sz="quarter" idx="12"/>
          </p:nvPr>
        </p:nvSpPr>
        <p:spPr/>
        <p:txBody>
          <a:bodyPr/>
          <a:lstStyle/>
          <a:p>
            <a:fld id="{564D4AF4-0706-42FF-9932-4A301B8C57D2}" type="slidenum">
              <a:rPr lang="en-US" smtClean="0"/>
              <a:t>‹#›</a:t>
            </a:fld>
            <a:endParaRPr lang="en-US"/>
          </a:p>
        </p:txBody>
      </p:sp>
    </p:spTree>
    <p:extLst>
      <p:ext uri="{BB962C8B-B14F-4D97-AF65-F5344CB8AC3E}">
        <p14:creationId xmlns:p14="http://schemas.microsoft.com/office/powerpoint/2010/main" val="308055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75FE72-0E01-4AFB-AAE5-3AE88C8CCC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3DE200-65FF-47B5-8F32-D6028EC26C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B5FDDD-5CE4-4BB9-9B34-E111E5B07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042B71-8B19-42AB-995B-A807697A509F}" type="datetime1">
              <a:rPr lang="en-US" smtClean="0"/>
              <a:t>3/5/2026</a:t>
            </a:fld>
            <a:endParaRPr lang="en-US"/>
          </a:p>
        </p:txBody>
      </p:sp>
      <p:sp>
        <p:nvSpPr>
          <p:cNvPr id="5" name="Footer Placeholder 4">
            <a:extLst>
              <a:ext uri="{FF2B5EF4-FFF2-40B4-BE49-F238E27FC236}">
                <a16:creationId xmlns:a16="http://schemas.microsoft.com/office/drawing/2014/main" id="{F3EDFA31-C269-4E7E-8A20-95C3CA881B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43813C-C51D-46D5-B643-3963D1F7B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4D4AF4-0706-42FF-9932-4A301B8C57D2}" type="slidenum">
              <a:rPr lang="en-US" smtClean="0"/>
              <a:t>‹#›</a:t>
            </a:fld>
            <a:endParaRPr lang="en-US"/>
          </a:p>
        </p:txBody>
      </p:sp>
    </p:spTree>
    <p:extLst>
      <p:ext uri="{BB962C8B-B14F-4D97-AF65-F5344CB8AC3E}">
        <p14:creationId xmlns:p14="http://schemas.microsoft.com/office/powerpoint/2010/main" val="4011589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19.png"/><Relationship Id="rId7"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20.png"/><Relationship Id="rId4" Type="http://schemas.openxmlformats.org/officeDocument/2006/relationships/customXml" Target="../ink/ink6.xml"/><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customXml" Target="../ink/ink10.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16.xml"/><Relationship Id="rId5" Type="http://schemas.openxmlformats.org/officeDocument/2006/relationships/image" Target="../media/image30.png"/><Relationship Id="rId4" Type="http://schemas.openxmlformats.org/officeDocument/2006/relationships/customXml" Target="../ink/ink15.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F19B3-CC57-436D-B931-BC2DCF4B06B0}"/>
              </a:ext>
            </a:extLst>
          </p:cNvPr>
          <p:cNvSpPr>
            <a:spLocks noGrp="1"/>
          </p:cNvSpPr>
          <p:nvPr>
            <p:ph type="ctrTitle"/>
          </p:nvPr>
        </p:nvSpPr>
        <p:spPr/>
        <p:txBody>
          <a:bodyPr/>
          <a:lstStyle/>
          <a:p>
            <a:r>
              <a:rPr lang="en-US" b="1" dirty="0"/>
              <a:t>Greedy Algorithms</a:t>
            </a:r>
          </a:p>
        </p:txBody>
      </p:sp>
      <p:sp>
        <p:nvSpPr>
          <p:cNvPr id="3" name="Subtitle 2">
            <a:extLst>
              <a:ext uri="{FF2B5EF4-FFF2-40B4-BE49-F238E27FC236}">
                <a16:creationId xmlns:a16="http://schemas.microsoft.com/office/drawing/2014/main" id="{6F2C5CC2-6484-427C-99B9-FB195789DF9D}"/>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FCEDA2C2-B9E4-4CCD-870A-2B915DEDF9A5}"/>
              </a:ext>
            </a:extLst>
          </p:cNvPr>
          <p:cNvSpPr>
            <a:spLocks noGrp="1"/>
          </p:cNvSpPr>
          <p:nvPr>
            <p:ph type="sldNum" sz="quarter" idx="12"/>
          </p:nvPr>
        </p:nvSpPr>
        <p:spPr/>
        <p:txBody>
          <a:bodyPr/>
          <a:lstStyle/>
          <a:p>
            <a:fld id="{564D4AF4-0706-42FF-9932-4A301B8C57D2}" type="slidenum">
              <a:rPr lang="en-US" smtClean="0"/>
              <a:t>1</a:t>
            </a:fld>
            <a:endParaRPr lang="en-US"/>
          </a:p>
        </p:txBody>
      </p:sp>
    </p:spTree>
    <p:extLst>
      <p:ext uri="{BB962C8B-B14F-4D97-AF65-F5344CB8AC3E}">
        <p14:creationId xmlns:p14="http://schemas.microsoft.com/office/powerpoint/2010/main" val="2221663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72948-BE17-4D02-BCE7-E48ADCA3F721}"/>
              </a:ext>
            </a:extLst>
          </p:cNvPr>
          <p:cNvSpPr>
            <a:spLocks noGrp="1"/>
          </p:cNvSpPr>
          <p:nvPr>
            <p:ph type="title"/>
          </p:nvPr>
        </p:nvSpPr>
        <p:spPr/>
        <p:txBody>
          <a:bodyPr/>
          <a:lstStyle/>
          <a:p>
            <a:r>
              <a:rPr lang="en-US" b="1" dirty="0"/>
              <a:t>Optimization problems</a:t>
            </a:r>
          </a:p>
        </p:txBody>
      </p:sp>
      <p:sp>
        <p:nvSpPr>
          <p:cNvPr id="3" name="Content Placeholder 2">
            <a:extLst>
              <a:ext uri="{FF2B5EF4-FFF2-40B4-BE49-F238E27FC236}">
                <a16:creationId xmlns:a16="http://schemas.microsoft.com/office/drawing/2014/main" id="{E2C26F21-58A2-4383-BEB0-AAD40B3D7878}"/>
              </a:ext>
            </a:extLst>
          </p:cNvPr>
          <p:cNvSpPr>
            <a:spLocks noGrp="1"/>
          </p:cNvSpPr>
          <p:nvPr>
            <p:ph idx="1"/>
          </p:nvPr>
        </p:nvSpPr>
        <p:spPr/>
        <p:txBody>
          <a:bodyPr/>
          <a:lstStyle/>
          <a:p>
            <a:pPr algn="just"/>
            <a:r>
              <a:rPr lang="en-US" altLang="en-US" dirty="0"/>
              <a:t>An </a:t>
            </a:r>
            <a:r>
              <a:rPr lang="en-US" altLang="en-US" dirty="0">
                <a:solidFill>
                  <a:schemeClr val="tx2"/>
                </a:solidFill>
              </a:rPr>
              <a:t>optimization problem</a:t>
            </a:r>
            <a:r>
              <a:rPr lang="en-US" altLang="en-US" dirty="0"/>
              <a:t> is one in which you want to find, not just </a:t>
            </a:r>
            <a:r>
              <a:rPr lang="en-US" altLang="en-US" i="1" dirty="0"/>
              <a:t>a</a:t>
            </a:r>
            <a:r>
              <a:rPr lang="en-US" altLang="en-US" dirty="0"/>
              <a:t> solution, but the </a:t>
            </a:r>
            <a:r>
              <a:rPr lang="en-US" altLang="en-US" i="1" dirty="0"/>
              <a:t>best</a:t>
            </a:r>
            <a:r>
              <a:rPr lang="en-US" altLang="en-US" dirty="0"/>
              <a:t> solution</a:t>
            </a:r>
          </a:p>
          <a:p>
            <a:pPr algn="just"/>
            <a:r>
              <a:rPr lang="en-US" altLang="en-US" dirty="0"/>
              <a:t>A “greedy algorithm” sometimes works well for optimization problems</a:t>
            </a:r>
          </a:p>
          <a:p>
            <a:pPr algn="just"/>
            <a:r>
              <a:rPr lang="en-US" altLang="en-US" dirty="0"/>
              <a:t>A </a:t>
            </a:r>
            <a:r>
              <a:rPr lang="en-US" altLang="en-US" dirty="0">
                <a:solidFill>
                  <a:schemeClr val="tx2"/>
                </a:solidFill>
              </a:rPr>
              <a:t>greedy algorithm</a:t>
            </a:r>
            <a:r>
              <a:rPr lang="en-US" altLang="en-US" dirty="0"/>
              <a:t> works in phases. At each phase:</a:t>
            </a:r>
          </a:p>
          <a:p>
            <a:pPr lvl="1" algn="just"/>
            <a:r>
              <a:rPr lang="en-US" altLang="en-US" dirty="0"/>
              <a:t>You take the best you can get right now, without regard for future consequences</a:t>
            </a:r>
          </a:p>
          <a:p>
            <a:pPr lvl="1" algn="just"/>
            <a:r>
              <a:rPr lang="en-US" altLang="en-US" dirty="0"/>
              <a:t>You hope that by choosing a </a:t>
            </a:r>
            <a:r>
              <a:rPr lang="en-US" altLang="en-US" i="1" dirty="0"/>
              <a:t>local</a:t>
            </a:r>
            <a:r>
              <a:rPr lang="en-US" altLang="en-US" dirty="0"/>
              <a:t> optimum at each step, you will end up at a </a:t>
            </a:r>
            <a:r>
              <a:rPr lang="en-US" altLang="en-US" i="1" dirty="0"/>
              <a:t>global</a:t>
            </a:r>
            <a:r>
              <a:rPr lang="en-US" altLang="en-US" dirty="0"/>
              <a:t> optimum</a:t>
            </a:r>
          </a:p>
          <a:p>
            <a:pPr algn="just"/>
            <a:endParaRPr lang="en-US" dirty="0"/>
          </a:p>
        </p:txBody>
      </p:sp>
      <p:sp>
        <p:nvSpPr>
          <p:cNvPr id="4" name="Slide Number Placeholder 3">
            <a:extLst>
              <a:ext uri="{FF2B5EF4-FFF2-40B4-BE49-F238E27FC236}">
                <a16:creationId xmlns:a16="http://schemas.microsoft.com/office/drawing/2014/main" id="{5B937A6A-7171-49E7-AD5A-419DE66FEB80}"/>
              </a:ext>
            </a:extLst>
          </p:cNvPr>
          <p:cNvSpPr>
            <a:spLocks noGrp="1"/>
          </p:cNvSpPr>
          <p:nvPr>
            <p:ph type="sldNum" sz="quarter" idx="12"/>
          </p:nvPr>
        </p:nvSpPr>
        <p:spPr/>
        <p:txBody>
          <a:bodyPr/>
          <a:lstStyle/>
          <a:p>
            <a:fld id="{564D4AF4-0706-42FF-9932-4A301B8C57D2}" type="slidenum">
              <a:rPr lang="en-US" smtClean="0"/>
              <a:t>2</a:t>
            </a:fld>
            <a:endParaRPr lang="en-US"/>
          </a:p>
        </p:txBody>
      </p:sp>
    </p:spTree>
    <p:extLst>
      <p:ext uri="{BB962C8B-B14F-4D97-AF65-F5344CB8AC3E}">
        <p14:creationId xmlns:p14="http://schemas.microsoft.com/office/powerpoint/2010/main" val="981438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5F99F-E077-40FF-840E-579A75107243}"/>
              </a:ext>
            </a:extLst>
          </p:cNvPr>
          <p:cNvSpPr>
            <a:spLocks noGrp="1"/>
          </p:cNvSpPr>
          <p:nvPr>
            <p:ph type="title"/>
          </p:nvPr>
        </p:nvSpPr>
        <p:spPr/>
        <p:txBody>
          <a:bodyPr/>
          <a:lstStyle/>
          <a:p>
            <a:r>
              <a:rPr lang="en-US" b="1" dirty="0"/>
              <a:t>Greedy Approach</a:t>
            </a:r>
          </a:p>
        </p:txBody>
      </p:sp>
      <p:sp>
        <p:nvSpPr>
          <p:cNvPr id="3" name="Content Placeholder 2">
            <a:extLst>
              <a:ext uri="{FF2B5EF4-FFF2-40B4-BE49-F238E27FC236}">
                <a16:creationId xmlns:a16="http://schemas.microsoft.com/office/drawing/2014/main" id="{57F3C14F-87EC-41AE-94EB-E7378ADB9365}"/>
              </a:ext>
            </a:extLst>
          </p:cNvPr>
          <p:cNvSpPr>
            <a:spLocks noGrp="1"/>
          </p:cNvSpPr>
          <p:nvPr>
            <p:ph idx="1"/>
          </p:nvPr>
        </p:nvSpPr>
        <p:spPr/>
        <p:txBody>
          <a:bodyPr/>
          <a:lstStyle/>
          <a:p>
            <a:pPr algn="just"/>
            <a:r>
              <a:rPr lang="en-US" dirty="0"/>
              <a:t>General method: Given n inputs choose a subset that satisfies some constraints</a:t>
            </a:r>
          </a:p>
          <a:p>
            <a:pPr lvl="1" algn="just"/>
            <a:r>
              <a:rPr lang="en-US" dirty="0"/>
              <a:t>A subset that satisfies the constraints is called a feasible solution. </a:t>
            </a:r>
          </a:p>
          <a:p>
            <a:pPr lvl="1" algn="just"/>
            <a:r>
              <a:rPr lang="en-US" dirty="0"/>
              <a:t>A feasible solution that maximizes or minimizes a given (objective) function is said to be optimal. </a:t>
            </a:r>
          </a:p>
          <a:p>
            <a:pPr lvl="1" algn="just"/>
            <a:r>
              <a:rPr lang="en-US" dirty="0"/>
              <a:t>Often it is easy to find a feasible solution but difficult to find the optimal solution. </a:t>
            </a:r>
          </a:p>
          <a:p>
            <a:pPr lvl="1" algn="just"/>
            <a:r>
              <a:rPr lang="en-US" dirty="0"/>
              <a:t>The greedy method suggests that one can devise an algorithm that works in stage. At each stage a decision is made whether a particular input is in the optimal solution. This is called subset paradigm.</a:t>
            </a:r>
          </a:p>
        </p:txBody>
      </p:sp>
      <p:sp>
        <p:nvSpPr>
          <p:cNvPr id="4" name="Slide Number Placeholder 3">
            <a:extLst>
              <a:ext uri="{FF2B5EF4-FFF2-40B4-BE49-F238E27FC236}">
                <a16:creationId xmlns:a16="http://schemas.microsoft.com/office/drawing/2014/main" id="{F2F74F97-EADD-491D-BFB2-310C9C279720}"/>
              </a:ext>
            </a:extLst>
          </p:cNvPr>
          <p:cNvSpPr>
            <a:spLocks noGrp="1"/>
          </p:cNvSpPr>
          <p:nvPr>
            <p:ph type="sldNum" sz="quarter" idx="12"/>
          </p:nvPr>
        </p:nvSpPr>
        <p:spPr/>
        <p:txBody>
          <a:bodyPr/>
          <a:lstStyle/>
          <a:p>
            <a:fld id="{564D4AF4-0706-42FF-9932-4A301B8C57D2}" type="slidenum">
              <a:rPr lang="en-US" smtClean="0"/>
              <a:t>3</a:t>
            </a:fld>
            <a:endParaRPr lang="en-US"/>
          </a:p>
        </p:txBody>
      </p:sp>
    </p:spTree>
    <p:extLst>
      <p:ext uri="{BB962C8B-B14F-4D97-AF65-F5344CB8AC3E}">
        <p14:creationId xmlns:p14="http://schemas.microsoft.com/office/powerpoint/2010/main" val="119423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5F407-3322-4A68-9682-317143343C32}"/>
              </a:ext>
            </a:extLst>
          </p:cNvPr>
          <p:cNvSpPr>
            <a:spLocks noGrp="1"/>
          </p:cNvSpPr>
          <p:nvPr>
            <p:ph type="title"/>
          </p:nvPr>
        </p:nvSpPr>
        <p:spPr/>
        <p:txBody>
          <a:bodyPr/>
          <a:lstStyle/>
          <a:p>
            <a:r>
              <a:rPr lang="en-US" b="1" dirty="0"/>
              <a:t>Example</a:t>
            </a:r>
          </a:p>
        </p:txBody>
      </p:sp>
      <p:sp>
        <p:nvSpPr>
          <p:cNvPr id="3" name="Content Placeholder 2">
            <a:extLst>
              <a:ext uri="{FF2B5EF4-FFF2-40B4-BE49-F238E27FC236}">
                <a16:creationId xmlns:a16="http://schemas.microsoft.com/office/drawing/2014/main" id="{54013BF0-605B-4F0B-8E0B-B04071CF713E}"/>
              </a:ext>
            </a:extLst>
          </p:cNvPr>
          <p:cNvSpPr>
            <a:spLocks noGrp="1"/>
          </p:cNvSpPr>
          <p:nvPr>
            <p:ph idx="1"/>
          </p:nvPr>
        </p:nvSpPr>
        <p:spPr/>
        <p:txBody>
          <a:bodyPr>
            <a:normAutofit lnSpcReduction="10000"/>
          </a:bodyPr>
          <a:lstStyle/>
          <a:p>
            <a:pPr algn="just"/>
            <a:r>
              <a:rPr lang="en-US" dirty="0"/>
              <a:t>Example: Your Train breaks down in a desert and you decide to walk to nearest town. You have a rucksack but which objects should you take with you ? </a:t>
            </a:r>
          </a:p>
          <a:p>
            <a:pPr algn="just"/>
            <a:r>
              <a:rPr lang="en-US" dirty="0"/>
              <a:t>Feasible: Any set of objects is a feasible solution provided that they are not too heavy, fit in the rucksack and will help you survive (these are constraints). </a:t>
            </a:r>
          </a:p>
          <a:p>
            <a:pPr algn="just"/>
            <a:r>
              <a:rPr lang="en-US" dirty="0"/>
              <a:t>An optimal solution is the one that maximizes or minimizes something </a:t>
            </a:r>
          </a:p>
          <a:p>
            <a:pPr lvl="1" algn="just"/>
            <a:r>
              <a:rPr lang="en-US" dirty="0"/>
              <a:t>One that minimizes the weight carried </a:t>
            </a:r>
          </a:p>
          <a:p>
            <a:pPr lvl="1" algn="just"/>
            <a:r>
              <a:rPr lang="en-US" dirty="0"/>
              <a:t>One that fills the rucksack completely (maximize) </a:t>
            </a:r>
          </a:p>
          <a:p>
            <a:pPr lvl="1" algn="just"/>
            <a:r>
              <a:rPr lang="en-US" dirty="0"/>
              <a:t>One that ensures the most water is taken etc. </a:t>
            </a:r>
          </a:p>
        </p:txBody>
      </p:sp>
      <p:sp>
        <p:nvSpPr>
          <p:cNvPr id="4" name="Slide Number Placeholder 3">
            <a:extLst>
              <a:ext uri="{FF2B5EF4-FFF2-40B4-BE49-F238E27FC236}">
                <a16:creationId xmlns:a16="http://schemas.microsoft.com/office/drawing/2014/main" id="{74341194-4FC2-44B4-A055-7B688F0F7A82}"/>
              </a:ext>
            </a:extLst>
          </p:cNvPr>
          <p:cNvSpPr>
            <a:spLocks noGrp="1"/>
          </p:cNvSpPr>
          <p:nvPr>
            <p:ph type="sldNum" sz="quarter" idx="12"/>
          </p:nvPr>
        </p:nvSpPr>
        <p:spPr/>
        <p:txBody>
          <a:bodyPr/>
          <a:lstStyle/>
          <a:p>
            <a:fld id="{564D4AF4-0706-42FF-9932-4A301B8C57D2}" type="slidenum">
              <a:rPr lang="en-US" smtClean="0"/>
              <a:t>4</a:t>
            </a:fld>
            <a:endParaRPr lang="en-US"/>
          </a:p>
        </p:txBody>
      </p:sp>
    </p:spTree>
    <p:extLst>
      <p:ext uri="{BB962C8B-B14F-4D97-AF65-F5344CB8AC3E}">
        <p14:creationId xmlns:p14="http://schemas.microsoft.com/office/powerpoint/2010/main" val="2387348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6A86-73CE-4FB8-A2CE-B70A5B9D1CF4}"/>
              </a:ext>
            </a:extLst>
          </p:cNvPr>
          <p:cNvSpPr>
            <a:spLocks noGrp="1"/>
          </p:cNvSpPr>
          <p:nvPr>
            <p:ph type="title"/>
          </p:nvPr>
        </p:nvSpPr>
        <p:spPr/>
        <p:txBody>
          <a:bodyPr/>
          <a:lstStyle/>
          <a:p>
            <a:r>
              <a:rPr lang="en-US" b="1" dirty="0"/>
              <a:t>Example</a:t>
            </a:r>
          </a:p>
        </p:txBody>
      </p:sp>
      <p:sp>
        <p:nvSpPr>
          <p:cNvPr id="3" name="Content Placeholder 2">
            <a:extLst>
              <a:ext uri="{FF2B5EF4-FFF2-40B4-BE49-F238E27FC236}">
                <a16:creationId xmlns:a16="http://schemas.microsoft.com/office/drawing/2014/main" id="{F5AB76FE-8CC0-49F1-B671-95296F572CD3}"/>
              </a:ext>
            </a:extLst>
          </p:cNvPr>
          <p:cNvSpPr>
            <a:spLocks noGrp="1"/>
          </p:cNvSpPr>
          <p:nvPr>
            <p:ph idx="1"/>
          </p:nvPr>
        </p:nvSpPr>
        <p:spPr/>
        <p:txBody>
          <a:bodyPr/>
          <a:lstStyle/>
          <a:p>
            <a:r>
              <a:rPr lang="en-US" dirty="0"/>
              <a:t>Example: You are writing a computer game and need to store your .wav, .jpg, and .mpg files on a set of </a:t>
            </a:r>
            <a:r>
              <a:rPr lang="en-US" dirty="0" err="1"/>
              <a:t>CD-roms</a:t>
            </a:r>
            <a:r>
              <a:rPr lang="en-US" dirty="0"/>
              <a:t>. The constraint is the length of files and the size of the CD (capacity) </a:t>
            </a:r>
          </a:p>
          <a:p>
            <a:r>
              <a:rPr lang="en-US" dirty="0"/>
              <a:t>A feasible solution is any combination that fits. </a:t>
            </a:r>
          </a:p>
          <a:p>
            <a:r>
              <a:rPr lang="en-US" dirty="0"/>
              <a:t>An optimal one is the order that minimizes the access time for each file.</a:t>
            </a:r>
          </a:p>
          <a:p>
            <a:pPr lvl="1"/>
            <a:r>
              <a:rPr lang="en-US" dirty="0"/>
              <a:t>In this case you will have the minimum delay for the player. </a:t>
            </a:r>
          </a:p>
          <a:p>
            <a:pPr lvl="1"/>
            <a:r>
              <a:rPr lang="en-US" dirty="0"/>
              <a:t>Hence you might sell more games. </a:t>
            </a:r>
          </a:p>
          <a:p>
            <a:pPr lvl="1"/>
            <a:r>
              <a:rPr lang="en-US" dirty="0"/>
              <a:t>Have smoother game action.</a:t>
            </a:r>
          </a:p>
        </p:txBody>
      </p:sp>
      <p:sp>
        <p:nvSpPr>
          <p:cNvPr id="4" name="Slide Number Placeholder 3">
            <a:extLst>
              <a:ext uri="{FF2B5EF4-FFF2-40B4-BE49-F238E27FC236}">
                <a16:creationId xmlns:a16="http://schemas.microsoft.com/office/drawing/2014/main" id="{4F228139-8DE0-4573-8A16-D21E556B7E47}"/>
              </a:ext>
            </a:extLst>
          </p:cNvPr>
          <p:cNvSpPr>
            <a:spLocks noGrp="1"/>
          </p:cNvSpPr>
          <p:nvPr>
            <p:ph type="sldNum" sz="quarter" idx="12"/>
          </p:nvPr>
        </p:nvSpPr>
        <p:spPr/>
        <p:txBody>
          <a:bodyPr/>
          <a:lstStyle/>
          <a:p>
            <a:fld id="{564D4AF4-0706-42FF-9932-4A301B8C57D2}" type="slidenum">
              <a:rPr lang="en-US" smtClean="0"/>
              <a:t>5</a:t>
            </a:fld>
            <a:endParaRPr lang="en-US"/>
          </a:p>
        </p:txBody>
      </p:sp>
    </p:spTree>
    <p:extLst>
      <p:ext uri="{BB962C8B-B14F-4D97-AF65-F5344CB8AC3E}">
        <p14:creationId xmlns:p14="http://schemas.microsoft.com/office/powerpoint/2010/main" val="1672441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F90B-A533-4119-A19E-71FF8C2E0DDD}"/>
              </a:ext>
            </a:extLst>
          </p:cNvPr>
          <p:cNvSpPr>
            <a:spLocks noGrp="1"/>
          </p:cNvSpPr>
          <p:nvPr>
            <p:ph type="title"/>
          </p:nvPr>
        </p:nvSpPr>
        <p:spPr/>
        <p:txBody>
          <a:bodyPr/>
          <a:lstStyle/>
          <a:p>
            <a:r>
              <a:rPr lang="en-US" b="1" dirty="0"/>
              <a:t>Scheduling Problem – Solution 1</a:t>
            </a:r>
          </a:p>
        </p:txBody>
      </p:sp>
      <p:sp>
        <p:nvSpPr>
          <p:cNvPr id="3" name="Content Placeholder 2">
            <a:extLst>
              <a:ext uri="{FF2B5EF4-FFF2-40B4-BE49-F238E27FC236}">
                <a16:creationId xmlns:a16="http://schemas.microsoft.com/office/drawing/2014/main" id="{C677648C-D301-4A94-BFE3-672B2823D231}"/>
              </a:ext>
            </a:extLst>
          </p:cNvPr>
          <p:cNvSpPr>
            <a:spLocks noGrp="1"/>
          </p:cNvSpPr>
          <p:nvPr>
            <p:ph idx="1"/>
          </p:nvPr>
        </p:nvSpPr>
        <p:spPr/>
        <p:txBody>
          <a:bodyPr>
            <a:normAutofit fontScale="92500" lnSpcReduction="20000"/>
          </a:bodyPr>
          <a:lstStyle/>
          <a:p>
            <a:pPr algn="just"/>
            <a:r>
              <a:rPr lang="en-US" altLang="en-US" sz="2800" dirty="0"/>
              <a:t>You have to run nine jobs, with running times of </a:t>
            </a:r>
            <a:r>
              <a:rPr lang="en-US" altLang="en-US" sz="2800" dirty="0">
                <a:solidFill>
                  <a:schemeClr val="accent2"/>
                </a:solidFill>
                <a:latin typeface="Trebuchet MS" panose="020B0603020202020204" pitchFamily="34" charset="0"/>
              </a:rPr>
              <a:t>3</a:t>
            </a:r>
            <a:r>
              <a:rPr lang="en-US" altLang="en-US" sz="2800" dirty="0"/>
              <a:t>, </a:t>
            </a:r>
            <a:r>
              <a:rPr lang="en-US" altLang="en-US" sz="2800" dirty="0">
                <a:solidFill>
                  <a:schemeClr val="accent2"/>
                </a:solidFill>
                <a:latin typeface="Trebuchet MS" panose="020B0603020202020204" pitchFamily="34" charset="0"/>
              </a:rPr>
              <a:t>5</a:t>
            </a:r>
            <a:r>
              <a:rPr lang="en-US" altLang="en-US" sz="2800" dirty="0"/>
              <a:t>, </a:t>
            </a:r>
            <a:r>
              <a:rPr lang="en-US" altLang="en-US" sz="2800" dirty="0">
                <a:solidFill>
                  <a:schemeClr val="accent2"/>
                </a:solidFill>
                <a:latin typeface="Trebuchet MS" panose="020B0603020202020204" pitchFamily="34" charset="0"/>
              </a:rPr>
              <a:t>6</a:t>
            </a:r>
            <a:r>
              <a:rPr lang="en-US" altLang="en-US" sz="2800" dirty="0"/>
              <a:t>, </a:t>
            </a:r>
            <a:r>
              <a:rPr lang="en-US" altLang="en-US" sz="2800" dirty="0">
                <a:solidFill>
                  <a:schemeClr val="accent2"/>
                </a:solidFill>
                <a:latin typeface="Trebuchet MS" panose="020B0603020202020204" pitchFamily="34" charset="0"/>
              </a:rPr>
              <a:t>10</a:t>
            </a:r>
            <a:r>
              <a:rPr lang="en-US" altLang="en-US" sz="2800" dirty="0"/>
              <a:t>, </a:t>
            </a:r>
            <a:r>
              <a:rPr lang="en-US" altLang="en-US" sz="2800" dirty="0">
                <a:solidFill>
                  <a:schemeClr val="accent2"/>
                </a:solidFill>
                <a:latin typeface="Trebuchet MS" panose="020B0603020202020204" pitchFamily="34" charset="0"/>
              </a:rPr>
              <a:t>11</a:t>
            </a:r>
            <a:r>
              <a:rPr lang="en-US" altLang="en-US" sz="2800" dirty="0"/>
              <a:t>, </a:t>
            </a:r>
            <a:r>
              <a:rPr lang="en-US" altLang="en-US" sz="2800" dirty="0">
                <a:solidFill>
                  <a:schemeClr val="accent2"/>
                </a:solidFill>
                <a:latin typeface="Trebuchet MS" panose="020B0603020202020204" pitchFamily="34" charset="0"/>
              </a:rPr>
              <a:t>14</a:t>
            </a:r>
            <a:r>
              <a:rPr lang="en-US" altLang="en-US" sz="2800" dirty="0"/>
              <a:t>, </a:t>
            </a:r>
            <a:r>
              <a:rPr lang="en-US" altLang="en-US" sz="2800" dirty="0">
                <a:solidFill>
                  <a:schemeClr val="accent2"/>
                </a:solidFill>
                <a:latin typeface="Trebuchet MS" panose="020B0603020202020204" pitchFamily="34" charset="0"/>
              </a:rPr>
              <a:t>15</a:t>
            </a:r>
            <a:r>
              <a:rPr lang="en-US" altLang="en-US" sz="2800" dirty="0"/>
              <a:t>, </a:t>
            </a:r>
            <a:r>
              <a:rPr lang="en-US" altLang="en-US" sz="2800" dirty="0">
                <a:solidFill>
                  <a:schemeClr val="accent2"/>
                </a:solidFill>
                <a:latin typeface="Trebuchet MS" panose="020B0603020202020204" pitchFamily="34" charset="0"/>
              </a:rPr>
              <a:t>18</a:t>
            </a:r>
            <a:r>
              <a:rPr lang="en-US" altLang="en-US" sz="2800" dirty="0"/>
              <a:t>, and </a:t>
            </a:r>
            <a:r>
              <a:rPr lang="en-US" altLang="en-US" sz="2800" dirty="0">
                <a:solidFill>
                  <a:schemeClr val="accent2"/>
                </a:solidFill>
                <a:latin typeface="Trebuchet MS" panose="020B0603020202020204" pitchFamily="34" charset="0"/>
              </a:rPr>
              <a:t>20</a:t>
            </a:r>
            <a:r>
              <a:rPr lang="en-US" altLang="en-US" sz="2800" dirty="0"/>
              <a:t> minutes</a:t>
            </a:r>
          </a:p>
          <a:p>
            <a:pPr algn="just"/>
            <a:r>
              <a:rPr lang="en-US" altLang="en-US" sz="2800" dirty="0"/>
              <a:t>You have three processors on which you can run these jobs</a:t>
            </a:r>
          </a:p>
          <a:p>
            <a:pPr algn="just"/>
            <a:r>
              <a:rPr lang="en-US" altLang="en-US" sz="2800" dirty="0"/>
              <a:t>You decide to do the longest-running jobs first, on whatever processor is available</a:t>
            </a:r>
          </a:p>
          <a:p>
            <a:pPr algn="just"/>
            <a:endParaRPr lang="en-US" altLang="en-US" dirty="0"/>
          </a:p>
          <a:p>
            <a:pPr algn="just"/>
            <a:endParaRPr lang="en-US" altLang="en-US" sz="2800" dirty="0"/>
          </a:p>
          <a:p>
            <a:pPr algn="just"/>
            <a:endParaRPr lang="en-US" altLang="en-US" dirty="0"/>
          </a:p>
          <a:p>
            <a:pPr algn="just"/>
            <a:endParaRPr lang="en-US" altLang="en-US" sz="2800" dirty="0"/>
          </a:p>
          <a:p>
            <a:pPr algn="just"/>
            <a:r>
              <a:rPr lang="en-US" altLang="en-US" sz="2800" dirty="0"/>
              <a:t>Time to completion: </a:t>
            </a:r>
            <a:r>
              <a:rPr lang="en-US" altLang="en-US" sz="2800" dirty="0">
                <a:solidFill>
                  <a:schemeClr val="accent2"/>
                </a:solidFill>
                <a:latin typeface="Trebuchet MS" panose="020B0603020202020204" pitchFamily="34" charset="0"/>
              </a:rPr>
              <a:t>18 + 11 + 6 = 35</a:t>
            </a:r>
            <a:r>
              <a:rPr lang="en-US" altLang="en-US" sz="2800" dirty="0"/>
              <a:t> minutes</a:t>
            </a:r>
          </a:p>
          <a:p>
            <a:pPr algn="just"/>
            <a:r>
              <a:rPr lang="en-US" altLang="en-US" sz="2800" dirty="0"/>
              <a:t>This solution isn’t bad, but we might be able to do better</a:t>
            </a:r>
          </a:p>
          <a:p>
            <a:pPr algn="just"/>
            <a:endParaRPr lang="en-US" altLang="en-US" sz="2800" dirty="0"/>
          </a:p>
          <a:p>
            <a:pPr algn="just"/>
            <a:endParaRPr lang="en-US" dirty="0"/>
          </a:p>
        </p:txBody>
      </p:sp>
      <p:pic>
        <p:nvPicPr>
          <p:cNvPr id="5" name="Picture 4">
            <a:extLst>
              <a:ext uri="{FF2B5EF4-FFF2-40B4-BE49-F238E27FC236}">
                <a16:creationId xmlns:a16="http://schemas.microsoft.com/office/drawing/2014/main" id="{321ED9A5-C3D7-42C8-9A3E-0CDFE2B4784E}"/>
              </a:ext>
            </a:extLst>
          </p:cNvPr>
          <p:cNvPicPr>
            <a:picLocks noChangeAspect="1"/>
          </p:cNvPicPr>
          <p:nvPr/>
        </p:nvPicPr>
        <p:blipFill>
          <a:blip r:embed="rId2"/>
          <a:stretch>
            <a:fillRect/>
          </a:stretch>
        </p:blipFill>
        <p:spPr>
          <a:xfrm>
            <a:off x="2586037" y="3285172"/>
            <a:ext cx="7019925" cy="1857375"/>
          </a:xfrm>
          <a:prstGeom prst="rect">
            <a:avLst/>
          </a:prstGeom>
        </p:spPr>
      </p:pic>
      <p:sp>
        <p:nvSpPr>
          <p:cNvPr id="4" name="Slide Number Placeholder 3">
            <a:extLst>
              <a:ext uri="{FF2B5EF4-FFF2-40B4-BE49-F238E27FC236}">
                <a16:creationId xmlns:a16="http://schemas.microsoft.com/office/drawing/2014/main" id="{217CEE66-3D9D-473F-A0FB-6AE10311A354}"/>
              </a:ext>
            </a:extLst>
          </p:cNvPr>
          <p:cNvSpPr>
            <a:spLocks noGrp="1"/>
          </p:cNvSpPr>
          <p:nvPr>
            <p:ph type="sldNum" sz="quarter" idx="12"/>
          </p:nvPr>
        </p:nvSpPr>
        <p:spPr/>
        <p:txBody>
          <a:bodyPr/>
          <a:lstStyle/>
          <a:p>
            <a:fld id="{564D4AF4-0706-42FF-9932-4A301B8C57D2}" type="slidenum">
              <a:rPr lang="en-US" smtClean="0"/>
              <a:t>6</a:t>
            </a:fld>
            <a:endParaRPr lang="en-US"/>
          </a:p>
        </p:txBody>
      </p:sp>
    </p:spTree>
    <p:extLst>
      <p:ext uri="{BB962C8B-B14F-4D97-AF65-F5344CB8AC3E}">
        <p14:creationId xmlns:p14="http://schemas.microsoft.com/office/powerpoint/2010/main" val="513464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A6883-262C-426E-BB5F-B72D51C863DA}"/>
              </a:ext>
            </a:extLst>
          </p:cNvPr>
          <p:cNvSpPr>
            <a:spLocks noGrp="1"/>
          </p:cNvSpPr>
          <p:nvPr>
            <p:ph type="title"/>
          </p:nvPr>
        </p:nvSpPr>
        <p:spPr/>
        <p:txBody>
          <a:bodyPr/>
          <a:lstStyle/>
          <a:p>
            <a:r>
              <a:rPr lang="en-US" b="1" dirty="0"/>
              <a:t>Scheduling Problem – Solution 2</a:t>
            </a:r>
            <a:endParaRPr lang="en-US" dirty="0"/>
          </a:p>
        </p:txBody>
      </p:sp>
      <p:sp>
        <p:nvSpPr>
          <p:cNvPr id="3" name="Content Placeholder 2">
            <a:extLst>
              <a:ext uri="{FF2B5EF4-FFF2-40B4-BE49-F238E27FC236}">
                <a16:creationId xmlns:a16="http://schemas.microsoft.com/office/drawing/2014/main" id="{8DE33D6E-D08B-417F-9341-17BF118265E4}"/>
              </a:ext>
            </a:extLst>
          </p:cNvPr>
          <p:cNvSpPr>
            <a:spLocks noGrp="1"/>
          </p:cNvSpPr>
          <p:nvPr>
            <p:ph idx="1"/>
          </p:nvPr>
        </p:nvSpPr>
        <p:spPr>
          <a:xfrm>
            <a:off x="838200" y="1825624"/>
            <a:ext cx="10515600" cy="4594225"/>
          </a:xfrm>
        </p:spPr>
        <p:txBody>
          <a:bodyPr>
            <a:normAutofit fontScale="92500" lnSpcReduction="20000"/>
          </a:bodyPr>
          <a:lstStyle/>
          <a:p>
            <a:r>
              <a:rPr lang="en-US" altLang="en-US" sz="2800" dirty="0"/>
              <a:t>What would be the result if you ran the </a:t>
            </a:r>
            <a:r>
              <a:rPr lang="en-US" altLang="en-US" sz="2800" i="1" dirty="0"/>
              <a:t>shortest</a:t>
            </a:r>
            <a:r>
              <a:rPr lang="en-US" altLang="en-US" sz="2800" dirty="0"/>
              <a:t> job first?</a:t>
            </a:r>
          </a:p>
          <a:p>
            <a:r>
              <a:rPr lang="en-US" altLang="en-US" sz="2800" dirty="0"/>
              <a:t>Again, the running times are </a:t>
            </a:r>
            <a:r>
              <a:rPr lang="en-US" altLang="en-US" sz="2800" dirty="0">
                <a:solidFill>
                  <a:schemeClr val="accent2"/>
                </a:solidFill>
                <a:latin typeface="Trebuchet MS" panose="020B0603020202020204" pitchFamily="34" charset="0"/>
              </a:rPr>
              <a:t>3</a:t>
            </a:r>
            <a:r>
              <a:rPr lang="en-US" altLang="en-US" sz="2800" dirty="0"/>
              <a:t>, </a:t>
            </a:r>
            <a:r>
              <a:rPr lang="en-US" altLang="en-US" sz="2800" dirty="0">
                <a:solidFill>
                  <a:schemeClr val="accent2"/>
                </a:solidFill>
                <a:latin typeface="Trebuchet MS" panose="020B0603020202020204" pitchFamily="34" charset="0"/>
              </a:rPr>
              <a:t>5</a:t>
            </a:r>
            <a:r>
              <a:rPr lang="en-US" altLang="en-US" sz="2800" dirty="0"/>
              <a:t>, </a:t>
            </a:r>
            <a:r>
              <a:rPr lang="en-US" altLang="en-US" sz="2800" dirty="0">
                <a:solidFill>
                  <a:schemeClr val="accent2"/>
                </a:solidFill>
                <a:latin typeface="Trebuchet MS" panose="020B0603020202020204" pitchFamily="34" charset="0"/>
              </a:rPr>
              <a:t>6</a:t>
            </a:r>
            <a:r>
              <a:rPr lang="en-US" altLang="en-US" sz="2800" dirty="0"/>
              <a:t>, </a:t>
            </a:r>
            <a:r>
              <a:rPr lang="en-US" altLang="en-US" sz="2800" dirty="0">
                <a:solidFill>
                  <a:schemeClr val="accent2"/>
                </a:solidFill>
                <a:latin typeface="Trebuchet MS" panose="020B0603020202020204" pitchFamily="34" charset="0"/>
              </a:rPr>
              <a:t>10</a:t>
            </a:r>
            <a:r>
              <a:rPr lang="en-US" altLang="en-US" sz="2800" dirty="0"/>
              <a:t>, </a:t>
            </a:r>
            <a:r>
              <a:rPr lang="en-US" altLang="en-US" sz="2800" dirty="0">
                <a:solidFill>
                  <a:schemeClr val="accent2"/>
                </a:solidFill>
                <a:latin typeface="Trebuchet MS" panose="020B0603020202020204" pitchFamily="34" charset="0"/>
              </a:rPr>
              <a:t>11</a:t>
            </a:r>
            <a:r>
              <a:rPr lang="en-US" altLang="en-US" sz="2800" dirty="0"/>
              <a:t>, </a:t>
            </a:r>
            <a:r>
              <a:rPr lang="en-US" altLang="en-US" sz="2800" dirty="0">
                <a:solidFill>
                  <a:schemeClr val="accent2"/>
                </a:solidFill>
                <a:latin typeface="Trebuchet MS" panose="020B0603020202020204" pitchFamily="34" charset="0"/>
              </a:rPr>
              <a:t>14</a:t>
            </a:r>
            <a:r>
              <a:rPr lang="en-US" altLang="en-US" sz="2800" dirty="0"/>
              <a:t>, </a:t>
            </a:r>
            <a:r>
              <a:rPr lang="en-US" altLang="en-US" sz="2800" dirty="0">
                <a:solidFill>
                  <a:schemeClr val="accent2"/>
                </a:solidFill>
                <a:latin typeface="Trebuchet MS" panose="020B0603020202020204" pitchFamily="34" charset="0"/>
              </a:rPr>
              <a:t>15</a:t>
            </a:r>
            <a:r>
              <a:rPr lang="en-US" altLang="en-US" sz="2800" dirty="0"/>
              <a:t>, </a:t>
            </a:r>
            <a:r>
              <a:rPr lang="en-US" altLang="en-US" sz="2800" dirty="0">
                <a:solidFill>
                  <a:schemeClr val="accent2"/>
                </a:solidFill>
                <a:latin typeface="Trebuchet MS" panose="020B0603020202020204" pitchFamily="34" charset="0"/>
              </a:rPr>
              <a:t>18</a:t>
            </a:r>
            <a:r>
              <a:rPr lang="en-US" altLang="en-US" sz="2800" dirty="0"/>
              <a:t>, and </a:t>
            </a:r>
            <a:r>
              <a:rPr lang="en-US" altLang="en-US" sz="2800" dirty="0">
                <a:solidFill>
                  <a:schemeClr val="accent2"/>
                </a:solidFill>
                <a:latin typeface="Trebuchet MS" panose="020B0603020202020204" pitchFamily="34" charset="0"/>
              </a:rPr>
              <a:t>20</a:t>
            </a:r>
            <a:r>
              <a:rPr lang="en-US" altLang="en-US" sz="2800" dirty="0"/>
              <a:t> minutes</a:t>
            </a:r>
          </a:p>
          <a:p>
            <a:endParaRPr lang="en-US" altLang="en-US" dirty="0"/>
          </a:p>
          <a:p>
            <a:endParaRPr lang="en-US" altLang="en-US" sz="2800" dirty="0"/>
          </a:p>
          <a:p>
            <a:endParaRPr lang="en-US" altLang="en-US" dirty="0"/>
          </a:p>
          <a:p>
            <a:endParaRPr lang="en-US" altLang="en-US" dirty="0"/>
          </a:p>
          <a:p>
            <a:endParaRPr lang="en-US" altLang="en-US" sz="2800" dirty="0"/>
          </a:p>
          <a:p>
            <a:r>
              <a:rPr lang="en-US" altLang="en-US" sz="3000" dirty="0"/>
              <a:t>That wasn’t such a good idea; time to completion is now</a:t>
            </a:r>
            <a:br>
              <a:rPr lang="en-US" altLang="en-US" sz="3000" dirty="0"/>
            </a:br>
            <a:r>
              <a:rPr lang="en-US" altLang="en-US" sz="3000" dirty="0">
                <a:solidFill>
                  <a:schemeClr val="accent2"/>
                </a:solidFill>
                <a:latin typeface="Trebuchet MS" panose="020B0603020202020204" pitchFamily="34" charset="0"/>
              </a:rPr>
              <a:t>6 + 14 + 20 = 40</a:t>
            </a:r>
            <a:r>
              <a:rPr lang="en-US" altLang="en-US" sz="3000" dirty="0"/>
              <a:t> minutes</a:t>
            </a:r>
          </a:p>
          <a:p>
            <a:r>
              <a:rPr lang="en-US" altLang="en-US" sz="3000" dirty="0"/>
              <a:t>Note, however, that the greedy algorithm itself is fast</a:t>
            </a:r>
          </a:p>
          <a:p>
            <a:pPr lvl="1"/>
            <a:r>
              <a:rPr lang="en-US" altLang="en-US" sz="2000" dirty="0"/>
              <a:t>All we had to do at each stage was pick the minimum or maximum</a:t>
            </a:r>
          </a:p>
          <a:p>
            <a:endParaRPr lang="en-US" altLang="en-US" sz="2800" dirty="0"/>
          </a:p>
          <a:p>
            <a:endParaRPr lang="en-US" dirty="0"/>
          </a:p>
        </p:txBody>
      </p:sp>
      <p:pic>
        <p:nvPicPr>
          <p:cNvPr id="5" name="Picture 4">
            <a:extLst>
              <a:ext uri="{FF2B5EF4-FFF2-40B4-BE49-F238E27FC236}">
                <a16:creationId xmlns:a16="http://schemas.microsoft.com/office/drawing/2014/main" id="{EFF43B02-23E7-4785-A1A7-EAD2E8D57777}"/>
              </a:ext>
            </a:extLst>
          </p:cNvPr>
          <p:cNvPicPr>
            <a:picLocks noChangeAspect="1"/>
          </p:cNvPicPr>
          <p:nvPr/>
        </p:nvPicPr>
        <p:blipFill>
          <a:blip r:embed="rId2"/>
          <a:stretch>
            <a:fillRect/>
          </a:stretch>
        </p:blipFill>
        <p:spPr>
          <a:xfrm>
            <a:off x="1829117" y="2674302"/>
            <a:ext cx="7858125" cy="1895475"/>
          </a:xfrm>
          <a:prstGeom prst="rect">
            <a:avLst/>
          </a:prstGeom>
        </p:spPr>
      </p:pic>
      <p:sp>
        <p:nvSpPr>
          <p:cNvPr id="4" name="Slide Number Placeholder 3">
            <a:extLst>
              <a:ext uri="{FF2B5EF4-FFF2-40B4-BE49-F238E27FC236}">
                <a16:creationId xmlns:a16="http://schemas.microsoft.com/office/drawing/2014/main" id="{1BBC702E-3237-40A1-8C5D-85CD678D6F3D}"/>
              </a:ext>
            </a:extLst>
          </p:cNvPr>
          <p:cNvSpPr>
            <a:spLocks noGrp="1"/>
          </p:cNvSpPr>
          <p:nvPr>
            <p:ph type="sldNum" sz="quarter" idx="12"/>
          </p:nvPr>
        </p:nvSpPr>
        <p:spPr/>
        <p:txBody>
          <a:bodyPr/>
          <a:lstStyle/>
          <a:p>
            <a:fld id="{564D4AF4-0706-42FF-9932-4A301B8C57D2}" type="slidenum">
              <a:rPr lang="en-US" smtClean="0"/>
              <a:t>7</a:t>
            </a:fld>
            <a:endParaRPr lang="en-US"/>
          </a:p>
        </p:txBody>
      </p:sp>
    </p:spTree>
    <p:extLst>
      <p:ext uri="{BB962C8B-B14F-4D97-AF65-F5344CB8AC3E}">
        <p14:creationId xmlns:p14="http://schemas.microsoft.com/office/powerpoint/2010/main" val="249164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EA091-11D2-499B-9B3E-4EA6DFFCE3A2}"/>
              </a:ext>
            </a:extLst>
          </p:cNvPr>
          <p:cNvSpPr>
            <a:spLocks noGrp="1"/>
          </p:cNvSpPr>
          <p:nvPr>
            <p:ph type="title"/>
          </p:nvPr>
        </p:nvSpPr>
        <p:spPr/>
        <p:txBody>
          <a:bodyPr/>
          <a:lstStyle/>
          <a:p>
            <a:r>
              <a:rPr lang="en-US" b="1" dirty="0"/>
              <a:t>Scheduling Problem – Optimal Solution</a:t>
            </a:r>
            <a:endParaRPr lang="en-US" dirty="0"/>
          </a:p>
        </p:txBody>
      </p:sp>
      <p:sp>
        <p:nvSpPr>
          <p:cNvPr id="3" name="Content Placeholder 2">
            <a:extLst>
              <a:ext uri="{FF2B5EF4-FFF2-40B4-BE49-F238E27FC236}">
                <a16:creationId xmlns:a16="http://schemas.microsoft.com/office/drawing/2014/main" id="{CF3BCA7D-02AA-42A0-9778-E74FCB82AAF9}"/>
              </a:ext>
            </a:extLst>
          </p:cNvPr>
          <p:cNvSpPr>
            <a:spLocks noGrp="1"/>
          </p:cNvSpPr>
          <p:nvPr>
            <p:ph idx="1"/>
          </p:nvPr>
        </p:nvSpPr>
        <p:spPr/>
        <p:txBody>
          <a:bodyPr>
            <a:normAutofit/>
          </a:bodyPr>
          <a:lstStyle/>
          <a:p>
            <a:endParaRPr lang="en-US" sz="3600" dirty="0"/>
          </a:p>
          <a:p>
            <a:endParaRPr lang="en-US" sz="3600" dirty="0"/>
          </a:p>
          <a:p>
            <a:endParaRPr lang="en-US" sz="3600" dirty="0"/>
          </a:p>
          <a:p>
            <a:endParaRPr lang="en-US" sz="3600" dirty="0"/>
          </a:p>
          <a:p>
            <a:r>
              <a:rPr lang="en-US" altLang="en-US" sz="3200" dirty="0"/>
              <a:t>How do we find such a solution?</a:t>
            </a:r>
          </a:p>
          <a:p>
            <a:pPr lvl="1"/>
            <a:r>
              <a:rPr lang="en-US" altLang="en-US" sz="2800" dirty="0"/>
              <a:t>One way: Try all possible assignments of jobs to processors</a:t>
            </a:r>
          </a:p>
          <a:p>
            <a:pPr lvl="1"/>
            <a:r>
              <a:rPr lang="en-US" altLang="en-US" sz="2800" dirty="0"/>
              <a:t>Unfortunately, this approach can take exponential time</a:t>
            </a:r>
          </a:p>
          <a:p>
            <a:endParaRPr lang="en-US" sz="3600" dirty="0"/>
          </a:p>
        </p:txBody>
      </p:sp>
      <p:pic>
        <p:nvPicPr>
          <p:cNvPr id="5" name="Picture 4">
            <a:extLst>
              <a:ext uri="{FF2B5EF4-FFF2-40B4-BE49-F238E27FC236}">
                <a16:creationId xmlns:a16="http://schemas.microsoft.com/office/drawing/2014/main" id="{6705981A-1723-4F12-96C2-8D56B4621E86}"/>
              </a:ext>
            </a:extLst>
          </p:cNvPr>
          <p:cNvPicPr>
            <a:picLocks noChangeAspect="1"/>
          </p:cNvPicPr>
          <p:nvPr/>
        </p:nvPicPr>
        <p:blipFill>
          <a:blip r:embed="rId2"/>
          <a:stretch>
            <a:fillRect/>
          </a:stretch>
        </p:blipFill>
        <p:spPr>
          <a:xfrm>
            <a:off x="1652587" y="1825625"/>
            <a:ext cx="6829425" cy="1857375"/>
          </a:xfrm>
          <a:prstGeom prst="rect">
            <a:avLst/>
          </a:prstGeom>
        </p:spPr>
      </p:pic>
      <p:sp>
        <p:nvSpPr>
          <p:cNvPr id="4" name="Slide Number Placeholder 3">
            <a:extLst>
              <a:ext uri="{FF2B5EF4-FFF2-40B4-BE49-F238E27FC236}">
                <a16:creationId xmlns:a16="http://schemas.microsoft.com/office/drawing/2014/main" id="{02A56964-656A-4C12-8F21-168FF94534BE}"/>
              </a:ext>
            </a:extLst>
          </p:cNvPr>
          <p:cNvSpPr>
            <a:spLocks noGrp="1"/>
          </p:cNvSpPr>
          <p:nvPr>
            <p:ph type="sldNum" sz="quarter" idx="12"/>
          </p:nvPr>
        </p:nvSpPr>
        <p:spPr/>
        <p:txBody>
          <a:bodyPr/>
          <a:lstStyle/>
          <a:p>
            <a:fld id="{564D4AF4-0706-42FF-9932-4A301B8C57D2}" type="slidenum">
              <a:rPr lang="en-US" smtClean="0"/>
              <a:t>8</a:t>
            </a:fld>
            <a:endParaRPr lang="en-US"/>
          </a:p>
        </p:txBody>
      </p:sp>
    </p:spTree>
    <p:extLst>
      <p:ext uri="{BB962C8B-B14F-4D97-AF65-F5344CB8AC3E}">
        <p14:creationId xmlns:p14="http://schemas.microsoft.com/office/powerpoint/2010/main" val="911369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4B7B-BFAA-4269-A65E-DE2023A45030}"/>
              </a:ext>
            </a:extLst>
          </p:cNvPr>
          <p:cNvSpPr>
            <a:spLocks noGrp="1"/>
          </p:cNvSpPr>
          <p:nvPr>
            <p:ph type="title"/>
          </p:nvPr>
        </p:nvSpPr>
        <p:spPr/>
        <p:txBody>
          <a:bodyPr/>
          <a:lstStyle/>
          <a:p>
            <a:r>
              <a:rPr lang="en-US" b="1" dirty="0"/>
              <a:t>Task Scheduling</a:t>
            </a:r>
          </a:p>
        </p:txBody>
      </p:sp>
      <p:sp>
        <p:nvSpPr>
          <p:cNvPr id="3" name="Content Placeholder 2">
            <a:extLst>
              <a:ext uri="{FF2B5EF4-FFF2-40B4-BE49-F238E27FC236}">
                <a16:creationId xmlns:a16="http://schemas.microsoft.com/office/drawing/2014/main" id="{4EBA7CB5-BC1E-4B72-BE59-88C3C4CFCDAD}"/>
              </a:ext>
            </a:extLst>
          </p:cNvPr>
          <p:cNvSpPr>
            <a:spLocks noGrp="1"/>
          </p:cNvSpPr>
          <p:nvPr>
            <p:ph idx="1"/>
          </p:nvPr>
        </p:nvSpPr>
        <p:spPr/>
        <p:txBody>
          <a:bodyPr>
            <a:normAutofit lnSpcReduction="10000"/>
          </a:bodyPr>
          <a:lstStyle/>
          <a:p>
            <a:pPr algn="just"/>
            <a:r>
              <a:rPr lang="en-US" sz="3200" dirty="0"/>
              <a:t>The task scheduling problem we consider here is to schedule all the tasks in T on the fewest machines possible in a nonconflicting way.</a:t>
            </a:r>
          </a:p>
          <a:p>
            <a:pPr lvl="1" algn="just"/>
            <a:r>
              <a:rPr lang="en-US" sz="2600" dirty="0"/>
              <a:t>Suppose we are given a set T of n tasks such that each task </a:t>
            </a:r>
            <a:r>
              <a:rPr lang="en-US" sz="2600" dirty="0" err="1"/>
              <a:t>i</a:t>
            </a:r>
            <a:r>
              <a:rPr lang="en-US" sz="2600" dirty="0"/>
              <a:t> has a start time, </a:t>
            </a:r>
            <a:r>
              <a:rPr lang="en-US" sz="2600" dirty="0" err="1"/>
              <a:t>si</a:t>
            </a:r>
            <a:r>
              <a:rPr lang="en-US" sz="2600" dirty="0"/>
              <a:t>, and a finish time, fi (where </a:t>
            </a:r>
            <a:r>
              <a:rPr lang="en-US" sz="2600" dirty="0" err="1"/>
              <a:t>si</a:t>
            </a:r>
            <a:r>
              <a:rPr lang="en-US" sz="2600" dirty="0"/>
              <a:t> &lt; fi). Task </a:t>
            </a:r>
            <a:r>
              <a:rPr lang="en-US" sz="2600" dirty="0" err="1"/>
              <a:t>i</a:t>
            </a:r>
            <a:r>
              <a:rPr lang="en-US" sz="2600" dirty="0"/>
              <a:t> must start at time </a:t>
            </a:r>
            <a:r>
              <a:rPr lang="en-US" sz="2600" dirty="0" err="1"/>
              <a:t>si</a:t>
            </a:r>
            <a:r>
              <a:rPr lang="en-US" sz="2600" dirty="0"/>
              <a:t> and must finish by time fi. </a:t>
            </a:r>
          </a:p>
          <a:p>
            <a:pPr lvl="1" algn="just"/>
            <a:r>
              <a:rPr lang="en-US" sz="2600" dirty="0"/>
              <a:t>Each task must be performed on a machine and each machine can execute only one task at a time. Two tasks </a:t>
            </a:r>
            <a:r>
              <a:rPr lang="en-US" sz="2600" dirty="0" err="1"/>
              <a:t>i</a:t>
            </a:r>
            <a:r>
              <a:rPr lang="en-US" sz="2600" dirty="0"/>
              <a:t> and j are said to be nonconflicting if they do not overlap in time, i.e., fi ≤ </a:t>
            </a:r>
            <a:r>
              <a:rPr lang="en-US" sz="2600" dirty="0" err="1"/>
              <a:t>sj</a:t>
            </a:r>
            <a:r>
              <a:rPr lang="en-US" sz="2600" dirty="0"/>
              <a:t> or fj ≤ </a:t>
            </a:r>
            <a:r>
              <a:rPr lang="en-US" sz="2600" dirty="0" err="1"/>
              <a:t>si</a:t>
            </a:r>
            <a:r>
              <a:rPr lang="en-US" sz="2600" dirty="0"/>
              <a:t>. </a:t>
            </a:r>
          </a:p>
          <a:p>
            <a:pPr lvl="1" algn="just"/>
            <a:r>
              <a:rPr lang="en-US" sz="2600" dirty="0"/>
              <a:t>Clearly, two tasks can be scheduled to be executed on the same machine only if they are nonconflicting.</a:t>
            </a:r>
          </a:p>
        </p:txBody>
      </p:sp>
      <p:sp>
        <p:nvSpPr>
          <p:cNvPr id="4" name="Slide Number Placeholder 3">
            <a:extLst>
              <a:ext uri="{FF2B5EF4-FFF2-40B4-BE49-F238E27FC236}">
                <a16:creationId xmlns:a16="http://schemas.microsoft.com/office/drawing/2014/main" id="{46C00F0D-DD67-4546-9FE7-B7229994B2EF}"/>
              </a:ext>
            </a:extLst>
          </p:cNvPr>
          <p:cNvSpPr>
            <a:spLocks noGrp="1"/>
          </p:cNvSpPr>
          <p:nvPr>
            <p:ph type="sldNum" sz="quarter" idx="12"/>
          </p:nvPr>
        </p:nvSpPr>
        <p:spPr/>
        <p:txBody>
          <a:bodyPr/>
          <a:lstStyle/>
          <a:p>
            <a:fld id="{564D4AF4-0706-42FF-9932-4A301B8C57D2}" type="slidenum">
              <a:rPr lang="en-US" smtClean="0"/>
              <a:t>9</a:t>
            </a:fld>
            <a:endParaRPr lang="en-US"/>
          </a:p>
        </p:txBody>
      </p:sp>
    </p:spTree>
    <p:extLst>
      <p:ext uri="{BB962C8B-B14F-4D97-AF65-F5344CB8AC3E}">
        <p14:creationId xmlns:p14="http://schemas.microsoft.com/office/powerpoint/2010/main" val="1342848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9CB7-EFCC-4D64-BC3D-ADDE72EEBB17}"/>
              </a:ext>
            </a:extLst>
          </p:cNvPr>
          <p:cNvSpPr>
            <a:spLocks noGrp="1"/>
          </p:cNvSpPr>
          <p:nvPr>
            <p:ph type="title"/>
          </p:nvPr>
        </p:nvSpPr>
        <p:spPr/>
        <p:txBody>
          <a:bodyPr/>
          <a:lstStyle/>
          <a:p>
            <a:r>
              <a:rPr lang="en-US" b="1" dirty="0"/>
              <a:t>Task Scheduling – Example 1</a:t>
            </a:r>
            <a:endParaRPr lang="en-US" dirty="0"/>
          </a:p>
        </p:txBody>
      </p:sp>
      <p:sp>
        <p:nvSpPr>
          <p:cNvPr id="3" name="Content Placeholder 2">
            <a:extLst>
              <a:ext uri="{FF2B5EF4-FFF2-40B4-BE49-F238E27FC236}">
                <a16:creationId xmlns:a16="http://schemas.microsoft.com/office/drawing/2014/main" id="{D5DBD545-4DA7-4270-BA59-EF82F2FC4C2C}"/>
              </a:ext>
            </a:extLst>
          </p:cNvPr>
          <p:cNvSpPr>
            <a:spLocks noGrp="1"/>
          </p:cNvSpPr>
          <p:nvPr>
            <p:ph idx="1"/>
          </p:nvPr>
        </p:nvSpPr>
        <p:spPr/>
        <p:txBody>
          <a:bodyPr/>
          <a:lstStyle/>
          <a:p>
            <a:pPr algn="just"/>
            <a:r>
              <a:rPr lang="en-US" sz="3200" dirty="0"/>
              <a:t>Find a solution to the task scheduling problem, for tasks whose collection of pairs of start times and finish times is </a:t>
            </a:r>
          </a:p>
          <a:p>
            <a:pPr marL="0" indent="0" algn="just">
              <a:buNone/>
            </a:pPr>
            <a:r>
              <a:rPr lang="en-US" sz="3200" dirty="0"/>
              <a:t>  {(1, 3), (1, 4), (2, 5), (3, 7), (4, 7), (6, 9), (7, 8)}.</a:t>
            </a:r>
          </a:p>
        </p:txBody>
      </p:sp>
      <p:pic>
        <p:nvPicPr>
          <p:cNvPr id="5" name="Picture 4">
            <a:extLst>
              <a:ext uri="{FF2B5EF4-FFF2-40B4-BE49-F238E27FC236}">
                <a16:creationId xmlns:a16="http://schemas.microsoft.com/office/drawing/2014/main" id="{33DA9C13-397F-4F97-BCFF-322F76E5FB9B}"/>
              </a:ext>
            </a:extLst>
          </p:cNvPr>
          <p:cNvPicPr>
            <a:picLocks noChangeAspect="1"/>
          </p:cNvPicPr>
          <p:nvPr/>
        </p:nvPicPr>
        <p:blipFill>
          <a:blip r:embed="rId2"/>
          <a:stretch>
            <a:fillRect/>
          </a:stretch>
        </p:blipFill>
        <p:spPr>
          <a:xfrm>
            <a:off x="1844733" y="3567112"/>
            <a:ext cx="8502533" cy="2609851"/>
          </a:xfrm>
          <a:prstGeom prst="rect">
            <a:avLst/>
          </a:prstGeom>
        </p:spPr>
      </p:pic>
      <p:sp>
        <p:nvSpPr>
          <p:cNvPr id="4" name="Slide Number Placeholder 3">
            <a:extLst>
              <a:ext uri="{FF2B5EF4-FFF2-40B4-BE49-F238E27FC236}">
                <a16:creationId xmlns:a16="http://schemas.microsoft.com/office/drawing/2014/main" id="{96A407B0-BED3-43BE-AF01-1E227D037880}"/>
              </a:ext>
            </a:extLst>
          </p:cNvPr>
          <p:cNvSpPr>
            <a:spLocks noGrp="1"/>
          </p:cNvSpPr>
          <p:nvPr>
            <p:ph type="sldNum" sz="quarter" idx="12"/>
          </p:nvPr>
        </p:nvSpPr>
        <p:spPr/>
        <p:txBody>
          <a:bodyPr/>
          <a:lstStyle/>
          <a:p>
            <a:fld id="{564D4AF4-0706-42FF-9932-4A301B8C57D2}" type="slidenum">
              <a:rPr lang="en-US" smtClean="0"/>
              <a:t>10</a:t>
            </a:fld>
            <a:endParaRPr lang="en-US"/>
          </a:p>
        </p:txBody>
      </p:sp>
    </p:spTree>
    <p:extLst>
      <p:ext uri="{BB962C8B-B14F-4D97-AF65-F5344CB8AC3E}">
        <p14:creationId xmlns:p14="http://schemas.microsoft.com/office/powerpoint/2010/main" val="313329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59A7F-6C73-4DB4-83D5-57C75C9C5B7D}"/>
              </a:ext>
            </a:extLst>
          </p:cNvPr>
          <p:cNvSpPr>
            <a:spLocks noGrp="1"/>
          </p:cNvSpPr>
          <p:nvPr>
            <p:ph type="title"/>
          </p:nvPr>
        </p:nvSpPr>
        <p:spPr/>
        <p:txBody>
          <a:bodyPr/>
          <a:lstStyle/>
          <a:p>
            <a:r>
              <a:rPr lang="en-US" b="1" dirty="0"/>
              <a:t>Task Scheduling - Algorithm</a:t>
            </a:r>
          </a:p>
        </p:txBody>
      </p:sp>
      <p:sp>
        <p:nvSpPr>
          <p:cNvPr id="3" name="Content Placeholder 2">
            <a:extLst>
              <a:ext uri="{FF2B5EF4-FFF2-40B4-BE49-F238E27FC236}">
                <a16:creationId xmlns:a16="http://schemas.microsoft.com/office/drawing/2014/main" id="{143A3A52-3DE0-4B29-85BF-CCF7416706EB}"/>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DA98C2B8-30E3-4B8E-AE1D-2BFAC4C05CCB}"/>
              </a:ext>
            </a:extLst>
          </p:cNvPr>
          <p:cNvPicPr>
            <a:picLocks noChangeAspect="1"/>
          </p:cNvPicPr>
          <p:nvPr/>
        </p:nvPicPr>
        <p:blipFill>
          <a:blip r:embed="rId2"/>
          <a:stretch>
            <a:fillRect/>
          </a:stretch>
        </p:blipFill>
        <p:spPr>
          <a:xfrm>
            <a:off x="913609" y="1825626"/>
            <a:ext cx="9041780" cy="4486274"/>
          </a:xfrm>
          <a:prstGeom prst="rect">
            <a:avLst/>
          </a:prstGeom>
        </p:spPr>
      </p:pic>
      <p:sp>
        <p:nvSpPr>
          <p:cNvPr id="6" name="TextBox 5">
            <a:extLst>
              <a:ext uri="{FF2B5EF4-FFF2-40B4-BE49-F238E27FC236}">
                <a16:creationId xmlns:a16="http://schemas.microsoft.com/office/drawing/2014/main" id="{562B5AEA-6CC2-48EB-9758-D8FE7AA22A7C}"/>
              </a:ext>
            </a:extLst>
          </p:cNvPr>
          <p:cNvSpPr txBox="1"/>
          <p:nvPr/>
        </p:nvSpPr>
        <p:spPr>
          <a:xfrm>
            <a:off x="8381209" y="5282684"/>
            <a:ext cx="1649589" cy="461665"/>
          </a:xfrm>
          <a:prstGeom prst="rect">
            <a:avLst/>
          </a:prstGeom>
          <a:noFill/>
        </p:spPr>
        <p:txBody>
          <a:bodyPr wrap="square">
            <a:spAutoFit/>
          </a:bodyPr>
          <a:lstStyle/>
          <a:p>
            <a:r>
              <a:rPr lang="en-US" sz="2400" b="1" i="1" dirty="0"/>
              <a:t>O(</a:t>
            </a:r>
            <a:r>
              <a:rPr lang="en-US" sz="2400" b="1" i="1" dirty="0" err="1"/>
              <a:t>nlogn</a:t>
            </a:r>
            <a:r>
              <a:rPr lang="en-US" sz="2400" b="1" i="1" dirty="0"/>
              <a:t>)</a:t>
            </a:r>
            <a:endParaRPr lang="en-US" sz="2400" b="1" dirty="0"/>
          </a:p>
        </p:txBody>
      </p:sp>
      <p:sp>
        <p:nvSpPr>
          <p:cNvPr id="7" name="Slide Number Placeholder 6">
            <a:extLst>
              <a:ext uri="{FF2B5EF4-FFF2-40B4-BE49-F238E27FC236}">
                <a16:creationId xmlns:a16="http://schemas.microsoft.com/office/drawing/2014/main" id="{37367441-8823-4DEB-BC89-0BAD4A728950}"/>
              </a:ext>
            </a:extLst>
          </p:cNvPr>
          <p:cNvSpPr>
            <a:spLocks noGrp="1"/>
          </p:cNvSpPr>
          <p:nvPr>
            <p:ph type="sldNum" sz="quarter" idx="12"/>
          </p:nvPr>
        </p:nvSpPr>
        <p:spPr/>
        <p:txBody>
          <a:bodyPr/>
          <a:lstStyle/>
          <a:p>
            <a:fld id="{564D4AF4-0706-42FF-9932-4A301B8C57D2}" type="slidenum">
              <a:rPr lang="en-US" smtClean="0"/>
              <a:t>11</a:t>
            </a:fld>
            <a:endParaRPr lang="en-US"/>
          </a:p>
        </p:txBody>
      </p:sp>
    </p:spTree>
    <p:extLst>
      <p:ext uri="{BB962C8B-B14F-4D97-AF65-F5344CB8AC3E}">
        <p14:creationId xmlns:p14="http://schemas.microsoft.com/office/powerpoint/2010/main" val="882427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66B4-C77B-4285-849E-FEFA8D2C18B8}"/>
              </a:ext>
            </a:extLst>
          </p:cNvPr>
          <p:cNvSpPr>
            <a:spLocks noGrp="1"/>
          </p:cNvSpPr>
          <p:nvPr>
            <p:ph type="title"/>
          </p:nvPr>
        </p:nvSpPr>
        <p:spPr/>
        <p:txBody>
          <a:bodyPr/>
          <a:lstStyle/>
          <a:p>
            <a:r>
              <a:rPr lang="en-US" b="1" dirty="0"/>
              <a:t>Example 2</a:t>
            </a:r>
          </a:p>
        </p:txBody>
      </p:sp>
      <p:sp>
        <p:nvSpPr>
          <p:cNvPr id="3" name="Content Placeholder 2">
            <a:extLst>
              <a:ext uri="{FF2B5EF4-FFF2-40B4-BE49-F238E27FC236}">
                <a16:creationId xmlns:a16="http://schemas.microsoft.com/office/drawing/2014/main" id="{39421CCF-F460-484D-AEE0-2AAE9360E4FD}"/>
              </a:ext>
            </a:extLst>
          </p:cNvPr>
          <p:cNvSpPr>
            <a:spLocks noGrp="1"/>
          </p:cNvSpPr>
          <p:nvPr>
            <p:ph idx="1"/>
          </p:nvPr>
        </p:nvSpPr>
        <p:spPr/>
        <p:txBody>
          <a:bodyPr/>
          <a:lstStyle/>
          <a:p>
            <a:r>
              <a:rPr lang="en-US" dirty="0"/>
              <a:t>Find the number of CPUs needed to schedule the jobs with start time-end time pair as {(0, 3), (4, 8), (6, 9), (2, 8), (7, 10)}</a:t>
            </a:r>
          </a:p>
        </p:txBody>
      </p:sp>
      <p:sp>
        <p:nvSpPr>
          <p:cNvPr id="4" name="Slide Number Placeholder 3">
            <a:extLst>
              <a:ext uri="{FF2B5EF4-FFF2-40B4-BE49-F238E27FC236}">
                <a16:creationId xmlns:a16="http://schemas.microsoft.com/office/drawing/2014/main" id="{86AFE2C3-BB46-44F8-984C-B7CEF1E24444}"/>
              </a:ext>
            </a:extLst>
          </p:cNvPr>
          <p:cNvSpPr>
            <a:spLocks noGrp="1"/>
          </p:cNvSpPr>
          <p:nvPr>
            <p:ph type="sldNum" sz="quarter" idx="12"/>
          </p:nvPr>
        </p:nvSpPr>
        <p:spPr/>
        <p:txBody>
          <a:bodyPr/>
          <a:lstStyle/>
          <a:p>
            <a:fld id="{564D4AF4-0706-42FF-9932-4A301B8C57D2}" type="slidenum">
              <a:rPr lang="en-US" smtClean="0"/>
              <a:t>12</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8081615-E764-4D97-936A-33FD7EB0DCF4}"/>
                  </a:ext>
                </a:extLst>
              </p14:cNvPr>
              <p14:cNvContentPartPr/>
              <p14:nvPr/>
            </p14:nvContentPartPr>
            <p14:xfrm>
              <a:off x="975240" y="2644920"/>
              <a:ext cx="9662760" cy="4030560"/>
            </p14:xfrm>
          </p:contentPart>
        </mc:Choice>
        <mc:Fallback xmlns="">
          <p:pic>
            <p:nvPicPr>
              <p:cNvPr id="5" name="Ink 4">
                <a:extLst>
                  <a:ext uri="{FF2B5EF4-FFF2-40B4-BE49-F238E27FC236}">
                    <a16:creationId xmlns:a16="http://schemas.microsoft.com/office/drawing/2014/main" id="{18081615-E764-4D97-936A-33FD7EB0DCF4}"/>
                  </a:ext>
                </a:extLst>
              </p:cNvPr>
              <p:cNvPicPr/>
              <p:nvPr/>
            </p:nvPicPr>
            <p:blipFill>
              <a:blip r:embed="rId3"/>
              <a:stretch>
                <a:fillRect/>
              </a:stretch>
            </p:blipFill>
            <p:spPr>
              <a:xfrm>
                <a:off x="965880" y="2635560"/>
                <a:ext cx="9681480" cy="4049280"/>
              </a:xfrm>
              <a:prstGeom prst="rect">
                <a:avLst/>
              </a:prstGeom>
            </p:spPr>
          </p:pic>
        </mc:Fallback>
      </mc:AlternateContent>
    </p:spTree>
    <p:extLst>
      <p:ext uri="{BB962C8B-B14F-4D97-AF65-F5344CB8AC3E}">
        <p14:creationId xmlns:p14="http://schemas.microsoft.com/office/powerpoint/2010/main" val="4137529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3E10B-AC6D-46EA-B03C-1E8A0A55413D}"/>
              </a:ext>
            </a:extLst>
          </p:cNvPr>
          <p:cNvSpPr>
            <a:spLocks noGrp="1"/>
          </p:cNvSpPr>
          <p:nvPr>
            <p:ph type="title"/>
          </p:nvPr>
        </p:nvSpPr>
        <p:spPr/>
        <p:txBody>
          <a:bodyPr/>
          <a:lstStyle/>
          <a:p>
            <a:r>
              <a:rPr lang="en-US" b="1" dirty="0"/>
              <a:t>Example 3</a:t>
            </a:r>
          </a:p>
        </p:txBody>
      </p:sp>
      <p:sp>
        <p:nvSpPr>
          <p:cNvPr id="3" name="Content Placeholder 2">
            <a:extLst>
              <a:ext uri="{FF2B5EF4-FFF2-40B4-BE49-F238E27FC236}">
                <a16:creationId xmlns:a16="http://schemas.microsoft.com/office/drawing/2014/main" id="{BC81B82D-F3A9-485F-B91D-D5E772B4975E}"/>
              </a:ext>
            </a:extLst>
          </p:cNvPr>
          <p:cNvSpPr>
            <a:spLocks noGrp="1"/>
          </p:cNvSpPr>
          <p:nvPr>
            <p:ph idx="1"/>
          </p:nvPr>
        </p:nvSpPr>
        <p:spPr/>
        <p:txBody>
          <a:bodyPr/>
          <a:lstStyle/>
          <a:p>
            <a:r>
              <a:rPr lang="en-US" dirty="0"/>
              <a:t>Find the number of machines needed to schedule the jobs with start time-end time pair as {(1,2), (2, 5), (3, 7), (1, 3), (4, 9), (7, 9), (5, 6), (1, 4), (6, 8)}</a:t>
            </a:r>
          </a:p>
        </p:txBody>
      </p:sp>
      <p:sp>
        <p:nvSpPr>
          <p:cNvPr id="4" name="Slide Number Placeholder 3">
            <a:extLst>
              <a:ext uri="{FF2B5EF4-FFF2-40B4-BE49-F238E27FC236}">
                <a16:creationId xmlns:a16="http://schemas.microsoft.com/office/drawing/2014/main" id="{2EA04A6B-DDB0-4CE7-A6E2-63046BFB5D56}"/>
              </a:ext>
            </a:extLst>
          </p:cNvPr>
          <p:cNvSpPr>
            <a:spLocks noGrp="1"/>
          </p:cNvSpPr>
          <p:nvPr>
            <p:ph type="sldNum" sz="quarter" idx="12"/>
          </p:nvPr>
        </p:nvSpPr>
        <p:spPr/>
        <p:txBody>
          <a:bodyPr/>
          <a:lstStyle/>
          <a:p>
            <a:fld id="{564D4AF4-0706-42FF-9932-4A301B8C57D2}" type="slidenum">
              <a:rPr lang="en-US" smtClean="0"/>
              <a:t>13</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7C3138A-B4B0-4081-B701-84F79FE2431F}"/>
                  </a:ext>
                </a:extLst>
              </p14:cNvPr>
              <p14:cNvContentPartPr/>
              <p14:nvPr/>
            </p14:nvContentPartPr>
            <p14:xfrm>
              <a:off x="802800" y="2575080"/>
              <a:ext cx="10238040" cy="4280040"/>
            </p14:xfrm>
          </p:contentPart>
        </mc:Choice>
        <mc:Fallback xmlns="">
          <p:pic>
            <p:nvPicPr>
              <p:cNvPr id="5" name="Ink 4">
                <a:extLst>
                  <a:ext uri="{FF2B5EF4-FFF2-40B4-BE49-F238E27FC236}">
                    <a16:creationId xmlns:a16="http://schemas.microsoft.com/office/drawing/2014/main" id="{97C3138A-B4B0-4081-B701-84F79FE2431F}"/>
                  </a:ext>
                </a:extLst>
              </p:cNvPr>
              <p:cNvPicPr/>
              <p:nvPr/>
            </p:nvPicPr>
            <p:blipFill>
              <a:blip r:embed="rId3"/>
              <a:stretch>
                <a:fillRect/>
              </a:stretch>
            </p:blipFill>
            <p:spPr>
              <a:xfrm>
                <a:off x="793440" y="2565720"/>
                <a:ext cx="10256760" cy="4298760"/>
              </a:xfrm>
              <a:prstGeom prst="rect">
                <a:avLst/>
              </a:prstGeom>
            </p:spPr>
          </p:pic>
        </mc:Fallback>
      </mc:AlternateContent>
    </p:spTree>
    <p:extLst>
      <p:ext uri="{BB962C8B-B14F-4D97-AF65-F5344CB8AC3E}">
        <p14:creationId xmlns:p14="http://schemas.microsoft.com/office/powerpoint/2010/main" val="340441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DABC-74D1-44FD-A63D-E108B4886A08}"/>
              </a:ext>
            </a:extLst>
          </p:cNvPr>
          <p:cNvSpPr>
            <a:spLocks noGrp="1"/>
          </p:cNvSpPr>
          <p:nvPr>
            <p:ph type="title"/>
          </p:nvPr>
        </p:nvSpPr>
        <p:spPr>
          <a:xfrm>
            <a:off x="838200" y="346075"/>
            <a:ext cx="10515600" cy="1325563"/>
          </a:xfrm>
        </p:spPr>
        <p:txBody>
          <a:bodyPr/>
          <a:lstStyle/>
          <a:p>
            <a:r>
              <a:rPr lang="en-US" b="1" dirty="0"/>
              <a:t>Job/Task Scheduling</a:t>
            </a:r>
          </a:p>
        </p:txBody>
      </p:sp>
      <p:sp>
        <p:nvSpPr>
          <p:cNvPr id="3" name="Content Placeholder 2">
            <a:extLst>
              <a:ext uri="{FF2B5EF4-FFF2-40B4-BE49-F238E27FC236}">
                <a16:creationId xmlns:a16="http://schemas.microsoft.com/office/drawing/2014/main" id="{01669BE0-EFBD-4786-9C71-10EC3C16F341}"/>
              </a:ext>
            </a:extLst>
          </p:cNvPr>
          <p:cNvSpPr>
            <a:spLocks noGrp="1"/>
          </p:cNvSpPr>
          <p:nvPr>
            <p:ph idx="1"/>
          </p:nvPr>
        </p:nvSpPr>
        <p:spPr/>
        <p:txBody>
          <a:bodyPr/>
          <a:lstStyle/>
          <a:p>
            <a:pPr algn="just"/>
            <a:r>
              <a:rPr lang="en-US" dirty="0"/>
              <a:t>Assuming there are N jobs that requires a single available resource for a certain period, find the maximum number of jobs that can avail the existing resource.</a:t>
            </a:r>
          </a:p>
          <a:p>
            <a:pPr marL="0" indent="0" algn="just">
              <a:buNone/>
            </a:pPr>
            <a:r>
              <a:rPr lang="en-US" dirty="0"/>
              <a:t>{(0, 35), (10, 20), (25, 35), (5, 15), (15, 25), (13, 20), (24, 27)}</a:t>
            </a:r>
          </a:p>
        </p:txBody>
      </p:sp>
      <p:sp>
        <p:nvSpPr>
          <p:cNvPr id="4" name="Slide Number Placeholder 3">
            <a:extLst>
              <a:ext uri="{FF2B5EF4-FFF2-40B4-BE49-F238E27FC236}">
                <a16:creationId xmlns:a16="http://schemas.microsoft.com/office/drawing/2014/main" id="{B47E7869-3785-4EC7-B76B-2B886FB1548B}"/>
              </a:ext>
            </a:extLst>
          </p:cNvPr>
          <p:cNvSpPr>
            <a:spLocks noGrp="1"/>
          </p:cNvSpPr>
          <p:nvPr>
            <p:ph type="sldNum" sz="quarter" idx="12"/>
          </p:nvPr>
        </p:nvSpPr>
        <p:spPr/>
        <p:txBody>
          <a:bodyPr/>
          <a:lstStyle/>
          <a:p>
            <a:fld id="{564D4AF4-0706-42FF-9932-4A301B8C57D2}" type="slidenum">
              <a:rPr lang="en-US" smtClean="0"/>
              <a:t>14</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5F161E0-E2F7-4276-A96B-505C4AC9DBDB}"/>
                  </a:ext>
                </a:extLst>
              </p14:cNvPr>
              <p14:cNvContentPartPr/>
              <p14:nvPr/>
            </p14:nvContentPartPr>
            <p14:xfrm>
              <a:off x="1161720" y="1365310"/>
              <a:ext cx="10888560" cy="4991040"/>
            </p14:xfrm>
          </p:contentPart>
        </mc:Choice>
        <mc:Fallback xmlns="">
          <p:pic>
            <p:nvPicPr>
              <p:cNvPr id="5" name="Ink 4">
                <a:extLst>
                  <a:ext uri="{FF2B5EF4-FFF2-40B4-BE49-F238E27FC236}">
                    <a16:creationId xmlns:a16="http://schemas.microsoft.com/office/drawing/2014/main" id="{45F161E0-E2F7-4276-A96B-505C4AC9DBDB}"/>
                  </a:ext>
                </a:extLst>
              </p:cNvPr>
              <p:cNvPicPr/>
              <p:nvPr/>
            </p:nvPicPr>
            <p:blipFill>
              <a:blip r:embed="rId3"/>
              <a:stretch>
                <a:fillRect/>
              </a:stretch>
            </p:blipFill>
            <p:spPr>
              <a:xfrm>
                <a:off x="1152360" y="1355950"/>
                <a:ext cx="10907280" cy="5009760"/>
              </a:xfrm>
              <a:prstGeom prst="rect">
                <a:avLst/>
              </a:prstGeom>
            </p:spPr>
          </p:pic>
        </mc:Fallback>
      </mc:AlternateContent>
    </p:spTree>
    <p:extLst>
      <p:ext uri="{BB962C8B-B14F-4D97-AF65-F5344CB8AC3E}">
        <p14:creationId xmlns:p14="http://schemas.microsoft.com/office/powerpoint/2010/main" val="86337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D6AB-11D9-401C-823E-1C71EFC8BB70}"/>
              </a:ext>
            </a:extLst>
          </p:cNvPr>
          <p:cNvSpPr>
            <a:spLocks noGrp="1"/>
          </p:cNvSpPr>
          <p:nvPr>
            <p:ph type="title"/>
          </p:nvPr>
        </p:nvSpPr>
        <p:spPr/>
        <p:txBody>
          <a:bodyPr/>
          <a:lstStyle/>
          <a:p>
            <a:r>
              <a:rPr lang="en-US" b="1" dirty="0"/>
              <a:t>Job/Task Scheduling - Algorithm</a:t>
            </a:r>
            <a:endParaRPr lang="en-US" dirty="0"/>
          </a:p>
        </p:txBody>
      </p:sp>
      <p:sp>
        <p:nvSpPr>
          <p:cNvPr id="3" name="Content Placeholder 2">
            <a:extLst>
              <a:ext uri="{FF2B5EF4-FFF2-40B4-BE49-F238E27FC236}">
                <a16:creationId xmlns:a16="http://schemas.microsoft.com/office/drawing/2014/main" id="{2F3F8995-A516-4AF9-8EE0-8D22E16538B2}"/>
              </a:ext>
            </a:extLst>
          </p:cNvPr>
          <p:cNvSpPr>
            <a:spLocks noGrp="1"/>
          </p:cNvSpPr>
          <p:nvPr>
            <p:ph idx="1"/>
          </p:nvPr>
        </p:nvSpPr>
        <p:spPr/>
        <p:txBody>
          <a:bodyPr>
            <a:normAutofit/>
          </a:bodyPr>
          <a:lstStyle/>
          <a:p>
            <a:r>
              <a:rPr lang="en-US" dirty="0"/>
              <a:t>Order the jobs based on finishing time fi</a:t>
            </a:r>
          </a:p>
          <a:p>
            <a:pPr marL="457200" lvl="1" indent="0">
              <a:buNone/>
            </a:pPr>
            <a:r>
              <a:rPr lang="en-US" dirty="0"/>
              <a:t> </a:t>
            </a:r>
            <a:r>
              <a:rPr lang="en-US" i="1" dirty="0"/>
              <a:t>n=length of the jobs</a:t>
            </a:r>
          </a:p>
          <a:p>
            <a:pPr marL="457200" lvl="1" indent="0">
              <a:buNone/>
            </a:pPr>
            <a:r>
              <a:rPr lang="en-US" i="1" dirty="0"/>
              <a:t> A = {J1}</a:t>
            </a:r>
          </a:p>
          <a:p>
            <a:pPr marL="457200" lvl="1" indent="0">
              <a:buNone/>
            </a:pPr>
            <a:r>
              <a:rPr lang="en-US" i="1" dirty="0"/>
              <a:t> k=1</a:t>
            </a:r>
          </a:p>
          <a:p>
            <a:pPr marL="457200" lvl="1" indent="0">
              <a:buNone/>
            </a:pPr>
            <a:r>
              <a:rPr lang="en-US" i="1" dirty="0"/>
              <a:t> for m in 2 to n do</a:t>
            </a:r>
          </a:p>
          <a:p>
            <a:pPr marL="457200" lvl="1" indent="0">
              <a:buNone/>
            </a:pPr>
            <a:r>
              <a:rPr lang="en-US" i="1" dirty="0"/>
              <a:t>    if (s[m]&gt;=f[k])</a:t>
            </a:r>
          </a:p>
          <a:p>
            <a:pPr marL="457200" lvl="1" indent="0">
              <a:buNone/>
            </a:pPr>
            <a:r>
              <a:rPr lang="en-US" i="1" dirty="0"/>
              <a:t>            A=A U {</a:t>
            </a:r>
            <a:r>
              <a:rPr lang="en-US" i="1" dirty="0" err="1"/>
              <a:t>Jm</a:t>
            </a:r>
            <a:r>
              <a:rPr lang="en-US" i="1" dirty="0"/>
              <a:t>}    </a:t>
            </a:r>
          </a:p>
          <a:p>
            <a:pPr marL="457200" lvl="1" indent="0">
              <a:buNone/>
            </a:pPr>
            <a:r>
              <a:rPr lang="en-US" i="1" dirty="0"/>
              <a:t>            k=m</a:t>
            </a:r>
          </a:p>
          <a:p>
            <a:pPr marL="457200" lvl="1" indent="0">
              <a:buNone/>
            </a:pPr>
            <a:r>
              <a:rPr lang="en-US" i="1" dirty="0"/>
              <a:t> return A                                  O(</a:t>
            </a:r>
            <a:r>
              <a:rPr lang="en-US" i="1" dirty="0" err="1"/>
              <a:t>nlogn</a:t>
            </a:r>
            <a:r>
              <a:rPr lang="en-US" i="1" dirty="0"/>
              <a:t>)</a:t>
            </a:r>
          </a:p>
        </p:txBody>
      </p:sp>
      <p:sp>
        <p:nvSpPr>
          <p:cNvPr id="4" name="Slide Number Placeholder 3">
            <a:extLst>
              <a:ext uri="{FF2B5EF4-FFF2-40B4-BE49-F238E27FC236}">
                <a16:creationId xmlns:a16="http://schemas.microsoft.com/office/drawing/2014/main" id="{F058CF23-7172-4621-8743-FA62959B4295}"/>
              </a:ext>
            </a:extLst>
          </p:cNvPr>
          <p:cNvSpPr>
            <a:spLocks noGrp="1"/>
          </p:cNvSpPr>
          <p:nvPr>
            <p:ph type="sldNum" sz="quarter" idx="12"/>
          </p:nvPr>
        </p:nvSpPr>
        <p:spPr/>
        <p:txBody>
          <a:bodyPr/>
          <a:lstStyle/>
          <a:p>
            <a:fld id="{564D4AF4-0706-42FF-9932-4A301B8C57D2}" type="slidenum">
              <a:rPr lang="en-US" smtClean="0"/>
              <a:t>15</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6829AC31-6B84-42CC-A02F-1B3D95D23436}"/>
                  </a:ext>
                </a:extLst>
              </p14:cNvPr>
              <p14:cNvContentPartPr/>
              <p14:nvPr/>
            </p14:nvContentPartPr>
            <p14:xfrm>
              <a:off x="3488400" y="1472040"/>
              <a:ext cx="8561880" cy="4110480"/>
            </p14:xfrm>
          </p:contentPart>
        </mc:Choice>
        <mc:Fallback xmlns="">
          <p:pic>
            <p:nvPicPr>
              <p:cNvPr id="5" name="Ink 4">
                <a:extLst>
                  <a:ext uri="{FF2B5EF4-FFF2-40B4-BE49-F238E27FC236}">
                    <a16:creationId xmlns:a16="http://schemas.microsoft.com/office/drawing/2014/main" id="{6829AC31-6B84-42CC-A02F-1B3D95D23436}"/>
                  </a:ext>
                </a:extLst>
              </p:cNvPr>
              <p:cNvPicPr/>
              <p:nvPr/>
            </p:nvPicPr>
            <p:blipFill>
              <a:blip r:embed="rId3"/>
              <a:stretch>
                <a:fillRect/>
              </a:stretch>
            </p:blipFill>
            <p:spPr>
              <a:xfrm>
                <a:off x="3479040" y="1462680"/>
                <a:ext cx="8580600" cy="4129200"/>
              </a:xfrm>
              <a:prstGeom prst="rect">
                <a:avLst/>
              </a:prstGeom>
            </p:spPr>
          </p:pic>
        </mc:Fallback>
      </mc:AlternateContent>
    </p:spTree>
    <p:extLst>
      <p:ext uri="{BB962C8B-B14F-4D97-AF65-F5344CB8AC3E}">
        <p14:creationId xmlns:p14="http://schemas.microsoft.com/office/powerpoint/2010/main" val="1833573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7397-2113-4D8B-8A80-37E7BE6A1A6D}"/>
              </a:ext>
            </a:extLst>
          </p:cNvPr>
          <p:cNvSpPr>
            <a:spLocks noGrp="1"/>
          </p:cNvSpPr>
          <p:nvPr>
            <p:ph type="title"/>
          </p:nvPr>
        </p:nvSpPr>
        <p:spPr/>
        <p:txBody>
          <a:bodyPr/>
          <a:lstStyle/>
          <a:p>
            <a:r>
              <a:rPr lang="en-US" b="1" dirty="0"/>
              <a:t>Knapsack problem</a:t>
            </a:r>
          </a:p>
        </p:txBody>
      </p:sp>
      <p:sp>
        <p:nvSpPr>
          <p:cNvPr id="3" name="Content Placeholder 2">
            <a:extLst>
              <a:ext uri="{FF2B5EF4-FFF2-40B4-BE49-F238E27FC236}">
                <a16:creationId xmlns:a16="http://schemas.microsoft.com/office/drawing/2014/main" id="{7CD1109E-6181-4111-B465-FC30C368B313}"/>
              </a:ext>
            </a:extLst>
          </p:cNvPr>
          <p:cNvSpPr>
            <a:spLocks noGrp="1"/>
          </p:cNvSpPr>
          <p:nvPr>
            <p:ph idx="1"/>
          </p:nvPr>
        </p:nvSpPr>
        <p:spPr/>
        <p:txBody>
          <a:bodyPr/>
          <a:lstStyle/>
          <a:p>
            <a:pPr algn="just"/>
            <a:r>
              <a:rPr lang="en-US" dirty="0"/>
              <a:t>0-1 Knapsack</a:t>
            </a:r>
          </a:p>
          <a:p>
            <a:pPr lvl="1" algn="just"/>
            <a:r>
              <a:rPr lang="en-US" b="0" i="0" dirty="0">
                <a:effectLst/>
                <a:latin typeface="urw-din"/>
              </a:rPr>
              <a:t>Given weights and values of n items, put these items in a knapsack of capacity W to get the maximum total value in the knapsack. </a:t>
            </a:r>
          </a:p>
          <a:p>
            <a:pPr lvl="1" algn="just"/>
            <a:r>
              <a:rPr lang="en-US" b="0" i="0" dirty="0">
                <a:effectLst/>
                <a:latin typeface="urw-din"/>
              </a:rPr>
              <a:t>You cannot break an item, either pick the complete item or don’t pick it (0-1 property).</a:t>
            </a:r>
            <a:endParaRPr lang="en-US" dirty="0"/>
          </a:p>
          <a:p>
            <a:pPr algn="just"/>
            <a:r>
              <a:rPr lang="en-US" dirty="0"/>
              <a:t>Fractional knapsack</a:t>
            </a:r>
          </a:p>
          <a:p>
            <a:pPr lvl="1" algn="just"/>
            <a:r>
              <a:rPr lang="en-US" b="0" i="0" dirty="0">
                <a:effectLst/>
                <a:latin typeface="urw-din"/>
              </a:rPr>
              <a:t>Given weights and values of n items, we need to put these items in a knapsack of capacity W to get the maximum total value in the knapsack.</a:t>
            </a:r>
          </a:p>
          <a:p>
            <a:pPr lvl="1" algn="just"/>
            <a:r>
              <a:rPr lang="en-US" b="0" i="0" dirty="0">
                <a:effectLst/>
                <a:latin typeface="urw-din"/>
              </a:rPr>
              <a:t>In </a:t>
            </a:r>
            <a:r>
              <a:rPr lang="en-US" b="1" i="0" dirty="0">
                <a:effectLst/>
                <a:latin typeface="urw-din"/>
              </a:rPr>
              <a:t>Fractional Knapsack</a:t>
            </a:r>
            <a:r>
              <a:rPr lang="en-US" b="0" i="0" dirty="0">
                <a:effectLst/>
                <a:latin typeface="urw-din"/>
              </a:rPr>
              <a:t>, we can break items for maximizing the total value of knapsack. </a:t>
            </a:r>
            <a:endParaRPr lang="en-US" dirty="0"/>
          </a:p>
          <a:p>
            <a:pPr marL="0" indent="0" algn="just">
              <a:buNone/>
            </a:pPr>
            <a:endParaRPr lang="en-US" dirty="0"/>
          </a:p>
        </p:txBody>
      </p:sp>
      <p:sp>
        <p:nvSpPr>
          <p:cNvPr id="4" name="Slide Number Placeholder 3">
            <a:extLst>
              <a:ext uri="{FF2B5EF4-FFF2-40B4-BE49-F238E27FC236}">
                <a16:creationId xmlns:a16="http://schemas.microsoft.com/office/drawing/2014/main" id="{4D813D92-7641-4F0E-90F9-DE0340CDAEDE}"/>
              </a:ext>
            </a:extLst>
          </p:cNvPr>
          <p:cNvSpPr>
            <a:spLocks noGrp="1"/>
          </p:cNvSpPr>
          <p:nvPr>
            <p:ph type="sldNum" sz="quarter" idx="12"/>
          </p:nvPr>
        </p:nvSpPr>
        <p:spPr/>
        <p:txBody>
          <a:bodyPr/>
          <a:lstStyle/>
          <a:p>
            <a:fld id="{564D4AF4-0706-42FF-9932-4A301B8C57D2}" type="slidenum">
              <a:rPr lang="en-US" smtClean="0"/>
              <a:t>16</a:t>
            </a:fld>
            <a:endParaRPr lang="en-US"/>
          </a:p>
        </p:txBody>
      </p:sp>
    </p:spTree>
    <p:extLst>
      <p:ext uri="{BB962C8B-B14F-4D97-AF65-F5344CB8AC3E}">
        <p14:creationId xmlns:p14="http://schemas.microsoft.com/office/powerpoint/2010/main" val="2089989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6F51C-11FA-4C4F-BA1E-6163E4663D9E}"/>
              </a:ext>
            </a:extLst>
          </p:cNvPr>
          <p:cNvSpPr>
            <a:spLocks noGrp="1"/>
          </p:cNvSpPr>
          <p:nvPr>
            <p:ph type="title"/>
          </p:nvPr>
        </p:nvSpPr>
        <p:spPr/>
        <p:txBody>
          <a:bodyPr/>
          <a:lstStyle/>
          <a:p>
            <a:r>
              <a:rPr lang="en-US" b="1" dirty="0"/>
              <a:t>Example 1 – 0/1 knapsack problem</a:t>
            </a:r>
          </a:p>
        </p:txBody>
      </p:sp>
      <p:sp>
        <p:nvSpPr>
          <p:cNvPr id="3" name="Content Placeholder 2">
            <a:extLst>
              <a:ext uri="{FF2B5EF4-FFF2-40B4-BE49-F238E27FC236}">
                <a16:creationId xmlns:a16="http://schemas.microsoft.com/office/drawing/2014/main" id="{6F481651-0C03-4AC0-89CE-61C222511CFC}"/>
              </a:ext>
            </a:extLst>
          </p:cNvPr>
          <p:cNvSpPr>
            <a:spLocks noGrp="1"/>
          </p:cNvSpPr>
          <p:nvPr>
            <p:ph idx="1"/>
          </p:nvPr>
        </p:nvSpPr>
        <p:spPr/>
        <p:txBody>
          <a:bodyPr/>
          <a:lstStyle/>
          <a:p>
            <a:pPr algn="just"/>
            <a:r>
              <a:rPr lang="en-US" dirty="0"/>
              <a:t>Consider 3 items with the benefit-weight pairs given as (10, 2), (15, 5), (20, 4) with sack capacity 8. Solve the 0-1 knapsack problem and provide an optimal solution.</a:t>
            </a:r>
          </a:p>
        </p:txBody>
      </p:sp>
      <p:sp>
        <p:nvSpPr>
          <p:cNvPr id="4" name="Slide Number Placeholder 3">
            <a:extLst>
              <a:ext uri="{FF2B5EF4-FFF2-40B4-BE49-F238E27FC236}">
                <a16:creationId xmlns:a16="http://schemas.microsoft.com/office/drawing/2014/main" id="{7131A1E2-9307-459E-A8BE-B11944401EE3}"/>
              </a:ext>
            </a:extLst>
          </p:cNvPr>
          <p:cNvSpPr>
            <a:spLocks noGrp="1"/>
          </p:cNvSpPr>
          <p:nvPr>
            <p:ph type="sldNum" sz="quarter" idx="12"/>
          </p:nvPr>
        </p:nvSpPr>
        <p:spPr/>
        <p:txBody>
          <a:bodyPr/>
          <a:lstStyle/>
          <a:p>
            <a:fld id="{564D4AF4-0706-42FF-9932-4A301B8C57D2}" type="slidenum">
              <a:rPr lang="en-US" smtClean="0"/>
              <a:t>17</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7C47998-CBC2-43BE-852E-C2F92D6719AA}"/>
                  </a:ext>
                </a:extLst>
              </p14:cNvPr>
              <p14:cNvContentPartPr/>
              <p14:nvPr/>
            </p14:nvContentPartPr>
            <p14:xfrm>
              <a:off x="785880" y="242640"/>
              <a:ext cx="11034000" cy="5605560"/>
            </p14:xfrm>
          </p:contentPart>
        </mc:Choice>
        <mc:Fallback xmlns="">
          <p:pic>
            <p:nvPicPr>
              <p:cNvPr id="5" name="Ink 4">
                <a:extLst>
                  <a:ext uri="{FF2B5EF4-FFF2-40B4-BE49-F238E27FC236}">
                    <a16:creationId xmlns:a16="http://schemas.microsoft.com/office/drawing/2014/main" id="{B7C47998-CBC2-43BE-852E-C2F92D6719AA}"/>
                  </a:ext>
                </a:extLst>
              </p:cNvPr>
              <p:cNvPicPr/>
              <p:nvPr/>
            </p:nvPicPr>
            <p:blipFill>
              <a:blip r:embed="rId3"/>
              <a:stretch>
                <a:fillRect/>
              </a:stretch>
            </p:blipFill>
            <p:spPr>
              <a:xfrm>
                <a:off x="776520" y="233280"/>
                <a:ext cx="11052720" cy="5624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7F5D258-D3CD-4B53-B8E3-C3C53CF083BF}"/>
                  </a:ext>
                </a:extLst>
              </p14:cNvPr>
              <p14:cNvContentPartPr/>
              <p14:nvPr/>
            </p14:nvContentPartPr>
            <p14:xfrm>
              <a:off x="9912600" y="3369240"/>
              <a:ext cx="1937880" cy="2153520"/>
            </p14:xfrm>
          </p:contentPart>
        </mc:Choice>
        <mc:Fallback xmlns="">
          <p:pic>
            <p:nvPicPr>
              <p:cNvPr id="6" name="Ink 5">
                <a:extLst>
                  <a:ext uri="{FF2B5EF4-FFF2-40B4-BE49-F238E27FC236}">
                    <a16:creationId xmlns:a16="http://schemas.microsoft.com/office/drawing/2014/main" id="{07F5D258-D3CD-4B53-B8E3-C3C53CF083BF}"/>
                  </a:ext>
                </a:extLst>
              </p:cNvPr>
              <p:cNvPicPr/>
              <p:nvPr/>
            </p:nvPicPr>
            <p:blipFill>
              <a:blip r:embed="rId5"/>
              <a:stretch>
                <a:fillRect/>
              </a:stretch>
            </p:blipFill>
            <p:spPr>
              <a:xfrm>
                <a:off x="9903240" y="3359880"/>
                <a:ext cx="1956600" cy="217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8942B9F-02B2-41D6-815D-05F1CB5A0951}"/>
                  </a:ext>
                </a:extLst>
              </p14:cNvPr>
              <p14:cNvContentPartPr/>
              <p14:nvPr/>
            </p14:nvContentPartPr>
            <p14:xfrm>
              <a:off x="951480" y="39960"/>
              <a:ext cx="11102040" cy="6635520"/>
            </p14:xfrm>
          </p:contentPart>
        </mc:Choice>
        <mc:Fallback xmlns="">
          <p:pic>
            <p:nvPicPr>
              <p:cNvPr id="7" name="Ink 6">
                <a:extLst>
                  <a:ext uri="{FF2B5EF4-FFF2-40B4-BE49-F238E27FC236}">
                    <a16:creationId xmlns:a16="http://schemas.microsoft.com/office/drawing/2014/main" id="{B8942B9F-02B2-41D6-815D-05F1CB5A0951}"/>
                  </a:ext>
                </a:extLst>
              </p:cNvPr>
              <p:cNvPicPr/>
              <p:nvPr/>
            </p:nvPicPr>
            <p:blipFill>
              <a:blip r:embed="rId7"/>
              <a:stretch>
                <a:fillRect/>
              </a:stretch>
            </p:blipFill>
            <p:spPr>
              <a:xfrm>
                <a:off x="942120" y="30600"/>
                <a:ext cx="11120760" cy="6654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314C418F-42AA-44A3-B73B-5B853A4B3D72}"/>
                  </a:ext>
                </a:extLst>
              </p14:cNvPr>
              <p14:cNvContentPartPr/>
              <p14:nvPr/>
            </p14:nvContentPartPr>
            <p14:xfrm>
              <a:off x="2875320" y="3758040"/>
              <a:ext cx="3966120" cy="2950920"/>
            </p14:xfrm>
          </p:contentPart>
        </mc:Choice>
        <mc:Fallback xmlns="">
          <p:pic>
            <p:nvPicPr>
              <p:cNvPr id="8" name="Ink 7">
                <a:extLst>
                  <a:ext uri="{FF2B5EF4-FFF2-40B4-BE49-F238E27FC236}">
                    <a16:creationId xmlns:a16="http://schemas.microsoft.com/office/drawing/2014/main" id="{314C418F-42AA-44A3-B73B-5B853A4B3D72}"/>
                  </a:ext>
                </a:extLst>
              </p:cNvPr>
              <p:cNvPicPr/>
              <p:nvPr/>
            </p:nvPicPr>
            <p:blipFill>
              <a:blip r:embed="rId9"/>
              <a:stretch>
                <a:fillRect/>
              </a:stretch>
            </p:blipFill>
            <p:spPr>
              <a:xfrm>
                <a:off x="2865960" y="3748680"/>
                <a:ext cx="3984840" cy="2969640"/>
              </a:xfrm>
              <a:prstGeom prst="rect">
                <a:avLst/>
              </a:prstGeom>
            </p:spPr>
          </p:pic>
        </mc:Fallback>
      </mc:AlternateContent>
    </p:spTree>
    <p:extLst>
      <p:ext uri="{BB962C8B-B14F-4D97-AF65-F5344CB8AC3E}">
        <p14:creationId xmlns:p14="http://schemas.microsoft.com/office/powerpoint/2010/main" val="279161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34C3-6A0C-4DAA-8D5B-11272483041F}"/>
              </a:ext>
            </a:extLst>
          </p:cNvPr>
          <p:cNvSpPr>
            <a:spLocks noGrp="1"/>
          </p:cNvSpPr>
          <p:nvPr>
            <p:ph type="title"/>
          </p:nvPr>
        </p:nvSpPr>
        <p:spPr/>
        <p:txBody>
          <a:bodyPr/>
          <a:lstStyle/>
          <a:p>
            <a:r>
              <a:rPr lang="en-US" b="1" dirty="0"/>
              <a:t>Example 1 – Fractional Knapsack</a:t>
            </a:r>
          </a:p>
        </p:txBody>
      </p:sp>
      <p:sp>
        <p:nvSpPr>
          <p:cNvPr id="3" name="Content Placeholder 2">
            <a:extLst>
              <a:ext uri="{FF2B5EF4-FFF2-40B4-BE49-F238E27FC236}">
                <a16:creationId xmlns:a16="http://schemas.microsoft.com/office/drawing/2014/main" id="{42822A9B-2997-4DEE-84F6-A20AF2DB5CB3}"/>
              </a:ext>
            </a:extLst>
          </p:cNvPr>
          <p:cNvSpPr>
            <a:spLocks noGrp="1"/>
          </p:cNvSpPr>
          <p:nvPr>
            <p:ph idx="1"/>
          </p:nvPr>
        </p:nvSpPr>
        <p:spPr/>
        <p:txBody>
          <a:bodyPr/>
          <a:lstStyle/>
          <a:p>
            <a:pPr algn="just"/>
            <a:r>
              <a:rPr lang="en-US" dirty="0"/>
              <a:t>Consider 3 items with the benefit-weight pairs given as (10, 2), (15, 5), (20, 4) with sack capacity 8. Solve the fractional knapsack problem and provide an optimal solution.</a:t>
            </a:r>
          </a:p>
          <a:p>
            <a:endParaRPr lang="en-US" dirty="0"/>
          </a:p>
        </p:txBody>
      </p:sp>
      <p:sp>
        <p:nvSpPr>
          <p:cNvPr id="4" name="Slide Number Placeholder 3">
            <a:extLst>
              <a:ext uri="{FF2B5EF4-FFF2-40B4-BE49-F238E27FC236}">
                <a16:creationId xmlns:a16="http://schemas.microsoft.com/office/drawing/2014/main" id="{85F7F86E-3E2D-4690-BD3D-369426D05BA7}"/>
              </a:ext>
            </a:extLst>
          </p:cNvPr>
          <p:cNvSpPr>
            <a:spLocks noGrp="1"/>
          </p:cNvSpPr>
          <p:nvPr>
            <p:ph type="sldNum" sz="quarter" idx="12"/>
          </p:nvPr>
        </p:nvSpPr>
        <p:spPr/>
        <p:txBody>
          <a:bodyPr/>
          <a:lstStyle/>
          <a:p>
            <a:fld id="{564D4AF4-0706-42FF-9932-4A301B8C57D2}" type="slidenum">
              <a:rPr lang="en-US" smtClean="0"/>
              <a:t>18</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3ACB22F-F0D9-4E83-8E0B-F52F69F765EA}"/>
                  </a:ext>
                </a:extLst>
              </p14:cNvPr>
              <p14:cNvContentPartPr/>
              <p14:nvPr/>
            </p14:nvContentPartPr>
            <p14:xfrm>
              <a:off x="1720440" y="1325880"/>
              <a:ext cx="4480920" cy="4083840"/>
            </p14:xfrm>
          </p:contentPart>
        </mc:Choice>
        <mc:Fallback xmlns="">
          <p:pic>
            <p:nvPicPr>
              <p:cNvPr id="5" name="Ink 4">
                <a:extLst>
                  <a:ext uri="{FF2B5EF4-FFF2-40B4-BE49-F238E27FC236}">
                    <a16:creationId xmlns:a16="http://schemas.microsoft.com/office/drawing/2014/main" id="{E3ACB22F-F0D9-4E83-8E0B-F52F69F765EA}"/>
                  </a:ext>
                </a:extLst>
              </p:cNvPr>
              <p:cNvPicPr/>
              <p:nvPr/>
            </p:nvPicPr>
            <p:blipFill>
              <a:blip r:embed="rId3"/>
              <a:stretch>
                <a:fillRect/>
              </a:stretch>
            </p:blipFill>
            <p:spPr>
              <a:xfrm>
                <a:off x="1711080" y="1316520"/>
                <a:ext cx="4499640" cy="4102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C62025A4-FC1A-4760-A43A-CC11F07B8E27}"/>
                  </a:ext>
                </a:extLst>
              </p14:cNvPr>
              <p14:cNvContentPartPr/>
              <p14:nvPr/>
            </p14:nvContentPartPr>
            <p14:xfrm>
              <a:off x="4751640" y="2621520"/>
              <a:ext cx="7237440" cy="3868200"/>
            </p14:xfrm>
          </p:contentPart>
        </mc:Choice>
        <mc:Fallback xmlns="">
          <p:pic>
            <p:nvPicPr>
              <p:cNvPr id="6" name="Ink 5">
                <a:extLst>
                  <a:ext uri="{FF2B5EF4-FFF2-40B4-BE49-F238E27FC236}">
                    <a16:creationId xmlns:a16="http://schemas.microsoft.com/office/drawing/2014/main" id="{C62025A4-FC1A-4760-A43A-CC11F07B8E27}"/>
                  </a:ext>
                </a:extLst>
              </p:cNvPr>
              <p:cNvPicPr/>
              <p:nvPr/>
            </p:nvPicPr>
            <p:blipFill>
              <a:blip r:embed="rId5"/>
              <a:stretch>
                <a:fillRect/>
              </a:stretch>
            </p:blipFill>
            <p:spPr>
              <a:xfrm>
                <a:off x="4742280" y="2612160"/>
                <a:ext cx="7256160" cy="3886920"/>
              </a:xfrm>
              <a:prstGeom prst="rect">
                <a:avLst/>
              </a:prstGeom>
            </p:spPr>
          </p:pic>
        </mc:Fallback>
      </mc:AlternateContent>
    </p:spTree>
    <p:extLst>
      <p:ext uri="{BB962C8B-B14F-4D97-AF65-F5344CB8AC3E}">
        <p14:creationId xmlns:p14="http://schemas.microsoft.com/office/powerpoint/2010/main" val="391628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1852-D0C1-4D77-AE0D-6BC62E40E8E1}"/>
              </a:ext>
            </a:extLst>
          </p:cNvPr>
          <p:cNvSpPr>
            <a:spLocks noGrp="1"/>
          </p:cNvSpPr>
          <p:nvPr>
            <p:ph type="title"/>
          </p:nvPr>
        </p:nvSpPr>
        <p:spPr/>
        <p:txBody>
          <a:bodyPr/>
          <a:lstStyle/>
          <a:p>
            <a:r>
              <a:rPr lang="en-US" b="1" dirty="0"/>
              <a:t>Example 2 – Fractional Knapsack</a:t>
            </a:r>
            <a:endParaRPr lang="en-US" dirty="0"/>
          </a:p>
        </p:txBody>
      </p:sp>
      <p:sp>
        <p:nvSpPr>
          <p:cNvPr id="3" name="Content Placeholder 2">
            <a:extLst>
              <a:ext uri="{FF2B5EF4-FFF2-40B4-BE49-F238E27FC236}">
                <a16:creationId xmlns:a16="http://schemas.microsoft.com/office/drawing/2014/main" id="{900FBE11-5E11-4107-99B8-348B21D75A50}"/>
              </a:ext>
            </a:extLst>
          </p:cNvPr>
          <p:cNvSpPr>
            <a:spLocks noGrp="1"/>
          </p:cNvSpPr>
          <p:nvPr>
            <p:ph idx="1"/>
          </p:nvPr>
        </p:nvSpPr>
        <p:spPr/>
        <p:txBody>
          <a:bodyPr>
            <a:normAutofit/>
          </a:bodyPr>
          <a:lstStyle/>
          <a:p>
            <a:pPr algn="just"/>
            <a:r>
              <a:rPr lang="en-US" sz="2000" dirty="0"/>
              <a:t>Let S = {a, b, c, d, e, f, g} be a collection of objects with benefit-weight values, </a:t>
            </a:r>
            <a:r>
              <a:rPr lang="pt-BR" sz="2000" dirty="0"/>
              <a:t>a: (12, 4), b: (10, 6), c: (8, 5), d: (11, 7), e: (14, 3), f : (7, 1), g: (9, 6). </a:t>
            </a:r>
            <a:r>
              <a:rPr lang="en-US" sz="2000" dirty="0"/>
              <a:t>What is an optimal solution to the fractional knapsack problem for S assuming we have a sack that can hold objects with total weight 18? Show your work.</a:t>
            </a:r>
          </a:p>
        </p:txBody>
      </p:sp>
      <p:sp>
        <p:nvSpPr>
          <p:cNvPr id="4" name="Slide Number Placeholder 3">
            <a:extLst>
              <a:ext uri="{FF2B5EF4-FFF2-40B4-BE49-F238E27FC236}">
                <a16:creationId xmlns:a16="http://schemas.microsoft.com/office/drawing/2014/main" id="{01754C5B-4D68-483C-99B1-71EF63C83AAC}"/>
              </a:ext>
            </a:extLst>
          </p:cNvPr>
          <p:cNvSpPr>
            <a:spLocks noGrp="1"/>
          </p:cNvSpPr>
          <p:nvPr>
            <p:ph type="sldNum" sz="quarter" idx="12"/>
          </p:nvPr>
        </p:nvSpPr>
        <p:spPr/>
        <p:txBody>
          <a:bodyPr/>
          <a:lstStyle/>
          <a:p>
            <a:fld id="{564D4AF4-0706-42FF-9932-4A301B8C57D2}" type="slidenum">
              <a:rPr lang="en-US" smtClean="0"/>
              <a:t>19</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CA7DDB8-9BD4-46EF-A557-05A6AFC8C3CE}"/>
                  </a:ext>
                </a:extLst>
              </p14:cNvPr>
              <p14:cNvContentPartPr/>
              <p14:nvPr/>
            </p14:nvContentPartPr>
            <p14:xfrm>
              <a:off x="1706760" y="0"/>
              <a:ext cx="10231560" cy="6698880"/>
            </p14:xfrm>
          </p:contentPart>
        </mc:Choice>
        <mc:Fallback xmlns="">
          <p:pic>
            <p:nvPicPr>
              <p:cNvPr id="5" name="Ink 4">
                <a:extLst>
                  <a:ext uri="{FF2B5EF4-FFF2-40B4-BE49-F238E27FC236}">
                    <a16:creationId xmlns:a16="http://schemas.microsoft.com/office/drawing/2014/main" id="{FCA7DDB8-9BD4-46EF-A557-05A6AFC8C3CE}"/>
                  </a:ext>
                </a:extLst>
              </p:cNvPr>
              <p:cNvPicPr/>
              <p:nvPr/>
            </p:nvPicPr>
            <p:blipFill>
              <a:blip r:embed="rId3"/>
              <a:stretch>
                <a:fillRect/>
              </a:stretch>
            </p:blipFill>
            <p:spPr>
              <a:xfrm>
                <a:off x="1697400" y="-9360"/>
                <a:ext cx="10250280" cy="6717600"/>
              </a:xfrm>
              <a:prstGeom prst="rect">
                <a:avLst/>
              </a:prstGeom>
            </p:spPr>
          </p:pic>
        </mc:Fallback>
      </mc:AlternateContent>
    </p:spTree>
    <p:extLst>
      <p:ext uri="{BB962C8B-B14F-4D97-AF65-F5344CB8AC3E}">
        <p14:creationId xmlns:p14="http://schemas.microsoft.com/office/powerpoint/2010/main" val="180478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25BF1-B7E0-4FC4-AFB9-4026FA70DFD1}"/>
              </a:ext>
            </a:extLst>
          </p:cNvPr>
          <p:cNvSpPr>
            <a:spLocks noGrp="1"/>
          </p:cNvSpPr>
          <p:nvPr>
            <p:ph type="title"/>
          </p:nvPr>
        </p:nvSpPr>
        <p:spPr/>
        <p:txBody>
          <a:bodyPr/>
          <a:lstStyle/>
          <a:p>
            <a:r>
              <a:rPr lang="en-US" b="1" dirty="0"/>
              <a:t>Example 3 – Fractional Knapsack</a:t>
            </a:r>
            <a:endParaRPr lang="en-US" dirty="0"/>
          </a:p>
        </p:txBody>
      </p:sp>
      <p:sp>
        <p:nvSpPr>
          <p:cNvPr id="3" name="Content Placeholder 2">
            <a:extLst>
              <a:ext uri="{FF2B5EF4-FFF2-40B4-BE49-F238E27FC236}">
                <a16:creationId xmlns:a16="http://schemas.microsoft.com/office/drawing/2014/main" id="{DE1C8F25-244C-4A8A-879D-9A7DD5F3F346}"/>
              </a:ext>
            </a:extLst>
          </p:cNvPr>
          <p:cNvSpPr>
            <a:spLocks noGrp="1"/>
          </p:cNvSpPr>
          <p:nvPr>
            <p:ph idx="1"/>
          </p:nvPr>
        </p:nvSpPr>
        <p:spPr/>
        <p:txBody>
          <a:bodyPr/>
          <a:lstStyle/>
          <a:p>
            <a:pPr algn="just"/>
            <a:r>
              <a:rPr lang="en-US" dirty="0"/>
              <a:t>Solve the fractional knapsack problem with profit-weight pairs as (10,3), (15, 4), (24, 7) and sack capacity 10.</a:t>
            </a:r>
          </a:p>
        </p:txBody>
      </p:sp>
      <p:sp>
        <p:nvSpPr>
          <p:cNvPr id="4" name="Slide Number Placeholder 3">
            <a:extLst>
              <a:ext uri="{FF2B5EF4-FFF2-40B4-BE49-F238E27FC236}">
                <a16:creationId xmlns:a16="http://schemas.microsoft.com/office/drawing/2014/main" id="{D2E7A4A1-45FB-42A7-B5D6-130855BF2DF8}"/>
              </a:ext>
            </a:extLst>
          </p:cNvPr>
          <p:cNvSpPr>
            <a:spLocks noGrp="1"/>
          </p:cNvSpPr>
          <p:nvPr>
            <p:ph type="sldNum" sz="quarter" idx="12"/>
          </p:nvPr>
        </p:nvSpPr>
        <p:spPr/>
        <p:txBody>
          <a:bodyPr/>
          <a:lstStyle/>
          <a:p>
            <a:fld id="{564D4AF4-0706-42FF-9932-4A301B8C57D2}" type="slidenum">
              <a:rPr lang="en-US" smtClean="0"/>
              <a:t>20</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4DF991A-3F74-408C-A58E-3C8C8CDF5FFC}"/>
                  </a:ext>
                </a:extLst>
              </p14:cNvPr>
              <p14:cNvContentPartPr/>
              <p14:nvPr/>
            </p14:nvContentPartPr>
            <p14:xfrm>
              <a:off x="1100520" y="2571840"/>
              <a:ext cx="10428120" cy="2163240"/>
            </p14:xfrm>
          </p:contentPart>
        </mc:Choice>
        <mc:Fallback xmlns="">
          <p:pic>
            <p:nvPicPr>
              <p:cNvPr id="5" name="Ink 4">
                <a:extLst>
                  <a:ext uri="{FF2B5EF4-FFF2-40B4-BE49-F238E27FC236}">
                    <a16:creationId xmlns:a16="http://schemas.microsoft.com/office/drawing/2014/main" id="{E4DF991A-3F74-408C-A58E-3C8C8CDF5FFC}"/>
                  </a:ext>
                </a:extLst>
              </p:cNvPr>
              <p:cNvPicPr/>
              <p:nvPr/>
            </p:nvPicPr>
            <p:blipFill>
              <a:blip r:embed="rId3"/>
              <a:stretch>
                <a:fillRect/>
              </a:stretch>
            </p:blipFill>
            <p:spPr>
              <a:xfrm>
                <a:off x="1091160" y="2562480"/>
                <a:ext cx="10446840" cy="2181960"/>
              </a:xfrm>
              <a:prstGeom prst="rect">
                <a:avLst/>
              </a:prstGeom>
            </p:spPr>
          </p:pic>
        </mc:Fallback>
      </mc:AlternateContent>
    </p:spTree>
    <p:extLst>
      <p:ext uri="{BB962C8B-B14F-4D97-AF65-F5344CB8AC3E}">
        <p14:creationId xmlns:p14="http://schemas.microsoft.com/office/powerpoint/2010/main" val="339185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1B7E-0CA1-41CA-AD42-0CFBC12B99A8}"/>
              </a:ext>
            </a:extLst>
          </p:cNvPr>
          <p:cNvSpPr>
            <a:spLocks noGrp="1"/>
          </p:cNvSpPr>
          <p:nvPr>
            <p:ph type="title"/>
          </p:nvPr>
        </p:nvSpPr>
        <p:spPr/>
        <p:txBody>
          <a:bodyPr/>
          <a:lstStyle/>
          <a:p>
            <a:r>
              <a:rPr lang="en-US" b="1" dirty="0"/>
              <a:t>Fractional knapsack algorithm</a:t>
            </a:r>
          </a:p>
        </p:txBody>
      </p:sp>
      <p:sp>
        <p:nvSpPr>
          <p:cNvPr id="3" name="Content Placeholder 2">
            <a:extLst>
              <a:ext uri="{FF2B5EF4-FFF2-40B4-BE49-F238E27FC236}">
                <a16:creationId xmlns:a16="http://schemas.microsoft.com/office/drawing/2014/main" id="{0E7428AB-5D21-4F2D-9E45-1EF131B12B34}"/>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04005371-7F14-4DD5-AFEB-7F1ADA62ED3D}"/>
              </a:ext>
            </a:extLst>
          </p:cNvPr>
          <p:cNvSpPr>
            <a:spLocks noGrp="1"/>
          </p:cNvSpPr>
          <p:nvPr>
            <p:ph type="sldNum" sz="quarter" idx="12"/>
          </p:nvPr>
        </p:nvSpPr>
        <p:spPr/>
        <p:txBody>
          <a:bodyPr/>
          <a:lstStyle/>
          <a:p>
            <a:fld id="{564D4AF4-0706-42FF-9932-4A301B8C57D2}" type="slidenum">
              <a:rPr lang="en-US" smtClean="0"/>
              <a:t>21</a:t>
            </a:fld>
            <a:endParaRPr lang="en-US"/>
          </a:p>
        </p:txBody>
      </p:sp>
      <p:grpSp>
        <p:nvGrpSpPr>
          <p:cNvPr id="14" name="Group 13">
            <a:extLst>
              <a:ext uri="{FF2B5EF4-FFF2-40B4-BE49-F238E27FC236}">
                <a16:creationId xmlns:a16="http://schemas.microsoft.com/office/drawing/2014/main" id="{B71EBF2F-ACAA-4721-8301-1361F28DF5BA}"/>
              </a:ext>
            </a:extLst>
          </p:cNvPr>
          <p:cNvGrpSpPr/>
          <p:nvPr/>
        </p:nvGrpSpPr>
        <p:grpSpPr>
          <a:xfrm>
            <a:off x="838200" y="1615441"/>
            <a:ext cx="9105253" cy="4967128"/>
            <a:chOff x="838200" y="1615441"/>
            <a:chExt cx="9105253" cy="4967128"/>
          </a:xfrm>
        </p:grpSpPr>
        <p:pic>
          <p:nvPicPr>
            <p:cNvPr id="6" name="Picture 5">
              <a:extLst>
                <a:ext uri="{FF2B5EF4-FFF2-40B4-BE49-F238E27FC236}">
                  <a16:creationId xmlns:a16="http://schemas.microsoft.com/office/drawing/2014/main" id="{A26F5887-9B1E-4D3A-AF1F-E40A36323ABA}"/>
                </a:ext>
              </a:extLst>
            </p:cNvPr>
            <p:cNvPicPr>
              <a:picLocks noChangeAspect="1"/>
            </p:cNvPicPr>
            <p:nvPr/>
          </p:nvPicPr>
          <p:blipFill>
            <a:blip r:embed="rId2"/>
            <a:stretch>
              <a:fillRect/>
            </a:stretch>
          </p:blipFill>
          <p:spPr>
            <a:xfrm>
              <a:off x="838200" y="1615441"/>
              <a:ext cx="9105253" cy="4877434"/>
            </a:xfrm>
            <a:prstGeom prst="rect">
              <a:avLst/>
            </a:prstGeom>
          </p:spPr>
        </p:pic>
        <p:sp>
          <p:nvSpPr>
            <p:cNvPr id="7" name="TextBox 6">
              <a:extLst>
                <a:ext uri="{FF2B5EF4-FFF2-40B4-BE49-F238E27FC236}">
                  <a16:creationId xmlns:a16="http://schemas.microsoft.com/office/drawing/2014/main" id="{37502F6C-EAD0-4BD7-A844-447D79BFBD08}"/>
                </a:ext>
              </a:extLst>
            </p:cNvPr>
            <p:cNvSpPr txBox="1"/>
            <p:nvPr/>
          </p:nvSpPr>
          <p:spPr>
            <a:xfrm>
              <a:off x="4399280" y="4326414"/>
              <a:ext cx="362077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Profit         0   // for profit calculation</a:t>
              </a:r>
            </a:p>
          </p:txBody>
        </p:sp>
        <p:sp>
          <p:nvSpPr>
            <p:cNvPr id="8" name="TextBox 7">
              <a:extLst>
                <a:ext uri="{FF2B5EF4-FFF2-40B4-BE49-F238E27FC236}">
                  <a16:creationId xmlns:a16="http://schemas.microsoft.com/office/drawing/2014/main" id="{E9810778-35AA-4F75-A524-1DFFADB5D926}"/>
                </a:ext>
              </a:extLst>
            </p:cNvPr>
            <p:cNvSpPr txBox="1"/>
            <p:nvPr/>
          </p:nvSpPr>
          <p:spPr>
            <a:xfrm>
              <a:off x="1503679" y="6213237"/>
              <a:ext cx="274320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Profit        </a:t>
              </a:r>
              <a:r>
                <a:rPr lang="en-US" i="1" dirty="0" err="1">
                  <a:latin typeface="Times New Roman" panose="02020603050405020304" pitchFamily="18" charset="0"/>
                  <a:cs typeface="Times New Roman" panose="02020603050405020304" pitchFamily="18" charset="0"/>
                </a:rPr>
                <a:t>Profit+x</a:t>
              </a:r>
              <a:r>
                <a:rPr lang="en-US" i="1" baseline="-25000" dirty="0" err="1">
                  <a:latin typeface="Times New Roman" panose="02020603050405020304" pitchFamily="18" charset="0"/>
                  <a:cs typeface="Times New Roman" panose="02020603050405020304" pitchFamily="18" charset="0"/>
                </a:rPr>
                <a:t>i</a:t>
              </a:r>
              <a:r>
                <a:rPr lang="en-US" i="1" dirty="0">
                  <a:latin typeface="Times New Roman" panose="02020603050405020304" pitchFamily="18" charset="0"/>
                  <a:cs typeface="Times New Roman" panose="02020603050405020304" pitchFamily="18" charset="0"/>
                </a:rPr>
                <a:t>*v</a:t>
              </a:r>
              <a:r>
                <a:rPr lang="en-US" i="1" baseline="-25000" dirty="0">
                  <a:latin typeface="Times New Roman" panose="02020603050405020304" pitchFamily="18" charset="0"/>
                  <a:cs typeface="Times New Roman" panose="02020603050405020304" pitchFamily="18" charset="0"/>
                </a:rPr>
                <a:t>i</a:t>
              </a:r>
            </a:p>
          </p:txBody>
        </p:sp>
      </p:grpSp>
      <p:cxnSp>
        <p:nvCxnSpPr>
          <p:cNvPr id="11" name="Straight Arrow Connector 10">
            <a:extLst>
              <a:ext uri="{FF2B5EF4-FFF2-40B4-BE49-F238E27FC236}">
                <a16:creationId xmlns:a16="http://schemas.microsoft.com/office/drawing/2014/main" id="{8225810F-A71C-453F-855D-8900427F354B}"/>
              </a:ext>
            </a:extLst>
          </p:cNvPr>
          <p:cNvCxnSpPr>
            <a:cxnSpLocks/>
          </p:cNvCxnSpPr>
          <p:nvPr/>
        </p:nvCxnSpPr>
        <p:spPr>
          <a:xfrm flipH="1">
            <a:off x="5205089" y="4524375"/>
            <a:ext cx="2622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71457D85-B45E-469E-9FC8-496219AB6332}"/>
              </a:ext>
            </a:extLst>
          </p:cNvPr>
          <p:cNvCxnSpPr>
            <a:cxnSpLocks/>
          </p:cNvCxnSpPr>
          <p:nvPr/>
        </p:nvCxnSpPr>
        <p:spPr>
          <a:xfrm flipH="1">
            <a:off x="2176139" y="6365875"/>
            <a:ext cx="2622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D5C73280-104B-4F16-A589-1E0AFE3E88F2}"/>
                  </a:ext>
                </a:extLst>
              </p14:cNvPr>
              <p14:cNvContentPartPr/>
              <p14:nvPr/>
            </p14:nvContentPartPr>
            <p14:xfrm>
              <a:off x="6143400" y="2983680"/>
              <a:ext cx="5605200" cy="3276720"/>
            </p14:xfrm>
          </p:contentPart>
        </mc:Choice>
        <mc:Fallback xmlns="">
          <p:pic>
            <p:nvPicPr>
              <p:cNvPr id="9" name="Ink 8">
                <a:extLst>
                  <a:ext uri="{FF2B5EF4-FFF2-40B4-BE49-F238E27FC236}">
                    <a16:creationId xmlns:a16="http://schemas.microsoft.com/office/drawing/2014/main" id="{D5C73280-104B-4F16-A589-1E0AFE3E88F2}"/>
                  </a:ext>
                </a:extLst>
              </p:cNvPr>
              <p:cNvPicPr/>
              <p:nvPr/>
            </p:nvPicPr>
            <p:blipFill>
              <a:blip r:embed="rId4"/>
              <a:stretch>
                <a:fillRect/>
              </a:stretch>
            </p:blipFill>
            <p:spPr>
              <a:xfrm>
                <a:off x="6134040" y="2974320"/>
                <a:ext cx="5623920" cy="3295440"/>
              </a:xfrm>
              <a:prstGeom prst="rect">
                <a:avLst/>
              </a:prstGeom>
            </p:spPr>
          </p:pic>
        </mc:Fallback>
      </mc:AlternateContent>
    </p:spTree>
    <p:extLst>
      <p:ext uri="{BB962C8B-B14F-4D97-AF65-F5344CB8AC3E}">
        <p14:creationId xmlns:p14="http://schemas.microsoft.com/office/powerpoint/2010/main" val="268429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CE8B-6C37-4219-AFF5-5172822004F3}"/>
              </a:ext>
            </a:extLst>
          </p:cNvPr>
          <p:cNvSpPr>
            <a:spLocks noGrp="1"/>
          </p:cNvSpPr>
          <p:nvPr>
            <p:ph type="title"/>
          </p:nvPr>
        </p:nvSpPr>
        <p:spPr/>
        <p:txBody>
          <a:bodyPr/>
          <a:lstStyle/>
          <a:p>
            <a:r>
              <a:rPr lang="en-US" b="1" dirty="0"/>
              <a:t>Value Index for 0-1 Fails…</a:t>
            </a:r>
          </a:p>
        </p:txBody>
      </p:sp>
      <p:sp>
        <p:nvSpPr>
          <p:cNvPr id="3" name="Content Placeholder 2">
            <a:extLst>
              <a:ext uri="{FF2B5EF4-FFF2-40B4-BE49-F238E27FC236}">
                <a16:creationId xmlns:a16="http://schemas.microsoft.com/office/drawing/2014/main" id="{63FF8CD3-F4EC-43E0-B6AF-00AA46682C8F}"/>
              </a:ext>
            </a:extLst>
          </p:cNvPr>
          <p:cNvSpPr>
            <a:spLocks noGrp="1"/>
          </p:cNvSpPr>
          <p:nvPr>
            <p:ph idx="1"/>
          </p:nvPr>
        </p:nvSpPr>
        <p:spPr/>
        <p:txBody>
          <a:bodyPr/>
          <a:lstStyle/>
          <a:p>
            <a:r>
              <a:rPr lang="en-US" dirty="0"/>
              <a:t>Consider the profit-weight pairs (10,3), (15, 4), (24, 7) with sack capacity 10. </a:t>
            </a:r>
          </a:p>
          <a:p>
            <a:pPr marL="0" indent="0">
              <a:buNone/>
            </a:pPr>
            <a:r>
              <a:rPr lang="en-US" dirty="0"/>
              <a:t>  </a:t>
            </a:r>
          </a:p>
        </p:txBody>
      </p:sp>
      <p:sp>
        <p:nvSpPr>
          <p:cNvPr id="4" name="Slide Number Placeholder 3">
            <a:extLst>
              <a:ext uri="{FF2B5EF4-FFF2-40B4-BE49-F238E27FC236}">
                <a16:creationId xmlns:a16="http://schemas.microsoft.com/office/drawing/2014/main" id="{71A65669-4469-48C9-9EAD-3FC4EFB7FCD4}"/>
              </a:ext>
            </a:extLst>
          </p:cNvPr>
          <p:cNvSpPr>
            <a:spLocks noGrp="1"/>
          </p:cNvSpPr>
          <p:nvPr>
            <p:ph type="sldNum" sz="quarter" idx="12"/>
          </p:nvPr>
        </p:nvSpPr>
        <p:spPr/>
        <p:txBody>
          <a:bodyPr/>
          <a:lstStyle/>
          <a:p>
            <a:fld id="{564D4AF4-0706-42FF-9932-4A301B8C57D2}" type="slidenum">
              <a:rPr lang="en-US" smtClean="0"/>
              <a:t>22</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CDD3EC5-E6C0-431A-BEDA-D1353157E64F}"/>
                  </a:ext>
                </a:extLst>
              </p14:cNvPr>
              <p14:cNvContentPartPr/>
              <p14:nvPr/>
            </p14:nvContentPartPr>
            <p14:xfrm>
              <a:off x="1500121" y="2322721"/>
              <a:ext cx="6196080" cy="2449548"/>
            </p14:xfrm>
          </p:contentPart>
        </mc:Choice>
        <mc:Fallback xmlns="">
          <p:pic>
            <p:nvPicPr>
              <p:cNvPr id="5" name="Ink 4">
                <a:extLst>
                  <a:ext uri="{FF2B5EF4-FFF2-40B4-BE49-F238E27FC236}">
                    <a16:creationId xmlns:a16="http://schemas.microsoft.com/office/drawing/2014/main" id="{7CDD3EC5-E6C0-431A-BEDA-D1353157E64F}"/>
                  </a:ext>
                </a:extLst>
              </p:cNvPr>
              <p:cNvPicPr/>
              <p:nvPr/>
            </p:nvPicPr>
            <p:blipFill>
              <a:blip r:embed="rId3"/>
              <a:stretch>
                <a:fillRect/>
              </a:stretch>
            </p:blipFill>
            <p:spPr>
              <a:xfrm>
                <a:off x="1490761" y="2313362"/>
                <a:ext cx="6214799" cy="246826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35109EF-CE51-4711-9678-7A3F1448E7B8}"/>
                  </a:ext>
                </a:extLst>
              </p14:cNvPr>
              <p14:cNvContentPartPr/>
              <p14:nvPr/>
            </p14:nvContentPartPr>
            <p14:xfrm>
              <a:off x="4598161" y="2686680"/>
              <a:ext cx="6921645" cy="3408942"/>
            </p14:xfrm>
          </p:contentPart>
        </mc:Choice>
        <mc:Fallback xmlns="">
          <p:pic>
            <p:nvPicPr>
              <p:cNvPr id="6" name="Ink 5">
                <a:extLst>
                  <a:ext uri="{FF2B5EF4-FFF2-40B4-BE49-F238E27FC236}">
                    <a16:creationId xmlns:a16="http://schemas.microsoft.com/office/drawing/2014/main" id="{335109EF-CE51-4711-9678-7A3F1448E7B8}"/>
                  </a:ext>
                </a:extLst>
              </p:cNvPr>
              <p:cNvPicPr/>
              <p:nvPr/>
            </p:nvPicPr>
            <p:blipFill>
              <a:blip r:embed="rId5"/>
              <a:stretch>
                <a:fillRect/>
              </a:stretch>
            </p:blipFill>
            <p:spPr>
              <a:xfrm>
                <a:off x="4588801" y="2677320"/>
                <a:ext cx="6940365" cy="342766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96B8F38D-E1D5-438A-9E4C-CEBF04D0B5B3}"/>
                  </a:ext>
                </a:extLst>
              </p14:cNvPr>
              <p14:cNvContentPartPr/>
              <p14:nvPr/>
            </p14:nvContentPartPr>
            <p14:xfrm>
              <a:off x="4477320" y="5199840"/>
              <a:ext cx="7403400" cy="1618560"/>
            </p14:xfrm>
          </p:contentPart>
        </mc:Choice>
        <mc:Fallback xmlns="">
          <p:pic>
            <p:nvPicPr>
              <p:cNvPr id="7" name="Ink 6">
                <a:extLst>
                  <a:ext uri="{FF2B5EF4-FFF2-40B4-BE49-F238E27FC236}">
                    <a16:creationId xmlns:a16="http://schemas.microsoft.com/office/drawing/2014/main" id="{96B8F38D-E1D5-438A-9E4C-CEBF04D0B5B3}"/>
                  </a:ext>
                </a:extLst>
              </p:cNvPr>
              <p:cNvPicPr/>
              <p:nvPr/>
            </p:nvPicPr>
            <p:blipFill>
              <a:blip r:embed="rId7"/>
              <a:stretch>
                <a:fillRect/>
              </a:stretch>
            </p:blipFill>
            <p:spPr>
              <a:xfrm>
                <a:off x="4467960" y="5190480"/>
                <a:ext cx="7422120" cy="1637280"/>
              </a:xfrm>
              <a:prstGeom prst="rect">
                <a:avLst/>
              </a:prstGeom>
            </p:spPr>
          </p:pic>
        </mc:Fallback>
      </mc:AlternateContent>
    </p:spTree>
    <p:extLst>
      <p:ext uri="{BB962C8B-B14F-4D97-AF65-F5344CB8AC3E}">
        <p14:creationId xmlns:p14="http://schemas.microsoft.com/office/powerpoint/2010/main" val="106860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2468E-3070-4691-8C6B-CC5A822BDEA0}"/>
              </a:ext>
            </a:extLst>
          </p:cNvPr>
          <p:cNvSpPr>
            <a:spLocks noGrp="1"/>
          </p:cNvSpPr>
          <p:nvPr>
            <p:ph type="title"/>
          </p:nvPr>
        </p:nvSpPr>
        <p:spPr/>
        <p:txBody>
          <a:bodyPr/>
          <a:lstStyle/>
          <a:p>
            <a:r>
              <a:rPr lang="en-US" b="1" dirty="0"/>
              <a:t>Huffman Coding</a:t>
            </a:r>
          </a:p>
        </p:txBody>
      </p:sp>
      <p:sp>
        <p:nvSpPr>
          <p:cNvPr id="3" name="Content Placeholder 2">
            <a:extLst>
              <a:ext uri="{FF2B5EF4-FFF2-40B4-BE49-F238E27FC236}">
                <a16:creationId xmlns:a16="http://schemas.microsoft.com/office/drawing/2014/main" id="{332F1DF9-3217-4C5C-9766-D75C81E7CE88}"/>
              </a:ext>
            </a:extLst>
          </p:cNvPr>
          <p:cNvSpPr>
            <a:spLocks noGrp="1"/>
          </p:cNvSpPr>
          <p:nvPr>
            <p:ph idx="1"/>
          </p:nvPr>
        </p:nvSpPr>
        <p:spPr/>
        <p:txBody>
          <a:bodyPr/>
          <a:lstStyle/>
          <a:p>
            <a:pPr algn="just"/>
            <a:r>
              <a:rPr lang="en-US" b="0" i="0" dirty="0">
                <a:effectLst/>
                <a:latin typeface="urw-din"/>
              </a:rPr>
              <a:t>Huffman coding is a lossless data compression algorithm. </a:t>
            </a:r>
          </a:p>
          <a:p>
            <a:pPr algn="just"/>
            <a:r>
              <a:rPr lang="en-US" b="0" i="0" dirty="0">
                <a:effectLst/>
                <a:latin typeface="urw-din"/>
              </a:rPr>
              <a:t>The idea is to assign variable-length codes to input characters, lengths of the assigned codes are based on the frequencies of corresponding characters. </a:t>
            </a:r>
          </a:p>
          <a:p>
            <a:pPr algn="just"/>
            <a:r>
              <a:rPr lang="en-US" b="0" i="0" dirty="0">
                <a:effectLst/>
                <a:latin typeface="urw-din"/>
              </a:rPr>
              <a:t>The most frequent character gets the smallest code, and the least frequent character gets the largest code.</a:t>
            </a:r>
          </a:p>
          <a:p>
            <a:pPr algn="just"/>
            <a:r>
              <a:rPr lang="en-US" b="0" i="0" dirty="0">
                <a:effectLst/>
                <a:latin typeface="urw-din"/>
              </a:rPr>
              <a:t>The variable-length codes assigned to input characters are Prefix codes</a:t>
            </a:r>
            <a:endParaRPr lang="en-US" dirty="0"/>
          </a:p>
        </p:txBody>
      </p:sp>
      <p:sp>
        <p:nvSpPr>
          <p:cNvPr id="4" name="Slide Number Placeholder 3">
            <a:extLst>
              <a:ext uri="{FF2B5EF4-FFF2-40B4-BE49-F238E27FC236}">
                <a16:creationId xmlns:a16="http://schemas.microsoft.com/office/drawing/2014/main" id="{CBBE062C-05A4-4387-89C3-611FAC27BE61}"/>
              </a:ext>
            </a:extLst>
          </p:cNvPr>
          <p:cNvSpPr>
            <a:spLocks noGrp="1"/>
          </p:cNvSpPr>
          <p:nvPr>
            <p:ph type="sldNum" sz="quarter" idx="12"/>
          </p:nvPr>
        </p:nvSpPr>
        <p:spPr/>
        <p:txBody>
          <a:bodyPr/>
          <a:lstStyle/>
          <a:p>
            <a:fld id="{564D4AF4-0706-42FF-9932-4A301B8C57D2}" type="slidenum">
              <a:rPr lang="en-US" smtClean="0"/>
              <a:t>23</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3FCD6B55-8B85-4080-A32D-3D16A809712F}"/>
                  </a:ext>
                </a:extLst>
              </p14:cNvPr>
              <p14:cNvContentPartPr/>
              <p14:nvPr/>
            </p14:nvContentPartPr>
            <p14:xfrm>
              <a:off x="2248920" y="5020560"/>
              <a:ext cx="9127080" cy="176400"/>
            </p14:xfrm>
          </p:contentPart>
        </mc:Choice>
        <mc:Fallback xmlns="">
          <p:pic>
            <p:nvPicPr>
              <p:cNvPr id="5" name="Ink 4">
                <a:extLst>
                  <a:ext uri="{FF2B5EF4-FFF2-40B4-BE49-F238E27FC236}">
                    <a16:creationId xmlns:a16="http://schemas.microsoft.com/office/drawing/2014/main" id="{3FCD6B55-8B85-4080-A32D-3D16A809712F}"/>
                  </a:ext>
                </a:extLst>
              </p:cNvPr>
              <p:cNvPicPr/>
              <p:nvPr/>
            </p:nvPicPr>
            <p:blipFill>
              <a:blip r:embed="rId3"/>
              <a:stretch>
                <a:fillRect/>
              </a:stretch>
            </p:blipFill>
            <p:spPr>
              <a:xfrm>
                <a:off x="2239560" y="5011200"/>
                <a:ext cx="9145800" cy="195120"/>
              </a:xfrm>
              <a:prstGeom prst="rect">
                <a:avLst/>
              </a:prstGeom>
            </p:spPr>
          </p:pic>
        </mc:Fallback>
      </mc:AlternateContent>
    </p:spTree>
    <p:extLst>
      <p:ext uri="{BB962C8B-B14F-4D97-AF65-F5344CB8AC3E}">
        <p14:creationId xmlns:p14="http://schemas.microsoft.com/office/powerpoint/2010/main" val="3873763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89D27-8932-484B-8D3E-C86B02CF5A9A}"/>
              </a:ext>
            </a:extLst>
          </p:cNvPr>
          <p:cNvSpPr>
            <a:spLocks noGrp="1"/>
          </p:cNvSpPr>
          <p:nvPr>
            <p:ph type="title"/>
          </p:nvPr>
        </p:nvSpPr>
        <p:spPr/>
        <p:txBody>
          <a:bodyPr/>
          <a:lstStyle/>
          <a:p>
            <a:r>
              <a:rPr lang="en-US" b="1" dirty="0"/>
              <a:t>What is Prefix code?</a:t>
            </a:r>
          </a:p>
        </p:txBody>
      </p:sp>
      <p:sp>
        <p:nvSpPr>
          <p:cNvPr id="3" name="Content Placeholder 2">
            <a:extLst>
              <a:ext uri="{FF2B5EF4-FFF2-40B4-BE49-F238E27FC236}">
                <a16:creationId xmlns:a16="http://schemas.microsoft.com/office/drawing/2014/main" id="{F8CE52A8-A15E-4FAE-ABF3-18727168A6C6}"/>
              </a:ext>
            </a:extLst>
          </p:cNvPr>
          <p:cNvSpPr>
            <a:spLocks noGrp="1"/>
          </p:cNvSpPr>
          <p:nvPr>
            <p:ph idx="1"/>
          </p:nvPr>
        </p:nvSpPr>
        <p:spPr/>
        <p:txBody>
          <a:bodyPr/>
          <a:lstStyle/>
          <a:p>
            <a:pPr algn="just"/>
            <a:r>
              <a:rPr lang="en-US" b="0" i="0" dirty="0">
                <a:effectLst/>
                <a:latin typeface="urw-din"/>
              </a:rPr>
              <a:t>Let us understand prefix codes with a counter example. </a:t>
            </a:r>
          </a:p>
          <a:p>
            <a:pPr algn="just"/>
            <a:r>
              <a:rPr lang="en-US" b="0" i="0" dirty="0">
                <a:effectLst/>
                <a:latin typeface="urw-din"/>
              </a:rPr>
              <a:t>Let there be four characters a, b, c and d, and their corresponding variable length codes be 00, 01, 0 and 1. </a:t>
            </a:r>
          </a:p>
          <a:p>
            <a:pPr algn="just"/>
            <a:r>
              <a:rPr lang="en-US" b="0" i="0" dirty="0">
                <a:effectLst/>
                <a:latin typeface="urw-din"/>
              </a:rPr>
              <a:t>This coding leads to ambiguity because code assigned to c is the prefix of codes assigned to a and b. </a:t>
            </a:r>
          </a:p>
          <a:p>
            <a:pPr algn="just"/>
            <a:r>
              <a:rPr lang="en-US" b="0" i="0" dirty="0">
                <a:effectLst/>
                <a:latin typeface="urw-din"/>
              </a:rPr>
              <a:t>If the compressed bit stream is 0001, the de-compressed output may be “</a:t>
            </a:r>
            <a:r>
              <a:rPr lang="en-US" b="0" i="0" dirty="0" err="1">
                <a:effectLst/>
                <a:latin typeface="urw-din"/>
              </a:rPr>
              <a:t>cccd</a:t>
            </a:r>
            <a:r>
              <a:rPr lang="en-US" b="0" i="0" dirty="0">
                <a:effectLst/>
                <a:latin typeface="urw-din"/>
              </a:rPr>
              <a:t>” or “</a:t>
            </a:r>
            <a:r>
              <a:rPr lang="en-US" b="0" i="0" dirty="0" err="1">
                <a:effectLst/>
                <a:latin typeface="urw-din"/>
              </a:rPr>
              <a:t>ccb</a:t>
            </a:r>
            <a:r>
              <a:rPr lang="en-US" b="0" i="0" dirty="0">
                <a:effectLst/>
                <a:latin typeface="urw-din"/>
              </a:rPr>
              <a:t>” or “</a:t>
            </a:r>
            <a:r>
              <a:rPr lang="en-US" b="0" i="0" dirty="0" err="1">
                <a:effectLst/>
                <a:latin typeface="urw-din"/>
              </a:rPr>
              <a:t>acd</a:t>
            </a:r>
            <a:r>
              <a:rPr lang="en-US" b="0" i="0" dirty="0">
                <a:effectLst/>
                <a:latin typeface="urw-din"/>
              </a:rPr>
              <a:t>” or “ab”.</a:t>
            </a:r>
            <a:endParaRPr lang="en-US" dirty="0"/>
          </a:p>
        </p:txBody>
      </p:sp>
      <p:sp>
        <p:nvSpPr>
          <p:cNvPr id="4" name="Slide Number Placeholder 3">
            <a:extLst>
              <a:ext uri="{FF2B5EF4-FFF2-40B4-BE49-F238E27FC236}">
                <a16:creationId xmlns:a16="http://schemas.microsoft.com/office/drawing/2014/main" id="{A72291CD-B032-4317-814C-F2AF47202ECF}"/>
              </a:ext>
            </a:extLst>
          </p:cNvPr>
          <p:cNvSpPr>
            <a:spLocks noGrp="1"/>
          </p:cNvSpPr>
          <p:nvPr>
            <p:ph type="sldNum" sz="quarter" idx="12"/>
          </p:nvPr>
        </p:nvSpPr>
        <p:spPr/>
        <p:txBody>
          <a:bodyPr/>
          <a:lstStyle/>
          <a:p>
            <a:fld id="{564D4AF4-0706-42FF-9932-4A301B8C57D2}" type="slidenum">
              <a:rPr lang="en-US" smtClean="0"/>
              <a:t>24</a:t>
            </a:fld>
            <a:endParaRPr lang="en-US"/>
          </a:p>
        </p:txBody>
      </p:sp>
    </p:spTree>
    <p:extLst>
      <p:ext uri="{BB962C8B-B14F-4D97-AF65-F5344CB8AC3E}">
        <p14:creationId xmlns:p14="http://schemas.microsoft.com/office/powerpoint/2010/main" val="2572738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7DD9-643E-471B-B53B-B5B3D725F2C9}"/>
              </a:ext>
            </a:extLst>
          </p:cNvPr>
          <p:cNvSpPr>
            <a:spLocks noGrp="1"/>
          </p:cNvSpPr>
          <p:nvPr>
            <p:ph type="title"/>
          </p:nvPr>
        </p:nvSpPr>
        <p:spPr/>
        <p:txBody>
          <a:bodyPr/>
          <a:lstStyle/>
          <a:p>
            <a:r>
              <a:rPr lang="en-US" b="1" dirty="0"/>
              <a:t>How to construct Huffman coding?</a:t>
            </a:r>
          </a:p>
        </p:txBody>
      </p:sp>
      <p:sp>
        <p:nvSpPr>
          <p:cNvPr id="3" name="Content Placeholder 2">
            <a:extLst>
              <a:ext uri="{FF2B5EF4-FFF2-40B4-BE49-F238E27FC236}">
                <a16:creationId xmlns:a16="http://schemas.microsoft.com/office/drawing/2014/main" id="{F0307243-E7D5-4C07-A242-AFA140A72FFD}"/>
              </a:ext>
            </a:extLst>
          </p:cNvPr>
          <p:cNvSpPr>
            <a:spLocks noGrp="1"/>
          </p:cNvSpPr>
          <p:nvPr>
            <p:ph idx="1"/>
          </p:nvPr>
        </p:nvSpPr>
        <p:spPr/>
        <p:txBody>
          <a:bodyPr>
            <a:normAutofit fontScale="92500"/>
          </a:bodyPr>
          <a:lstStyle/>
          <a:p>
            <a:pPr marL="0" indent="0" algn="just" fontAlgn="base">
              <a:buNone/>
            </a:pPr>
            <a:r>
              <a:rPr lang="en-US" b="0" i="0" dirty="0">
                <a:solidFill>
                  <a:srgbClr val="C00000"/>
                </a:solidFill>
                <a:effectLst/>
                <a:latin typeface="urw-din"/>
              </a:rPr>
              <a:t>Step 1: </a:t>
            </a:r>
            <a:r>
              <a:rPr lang="en-US" b="0" i="0" dirty="0">
                <a:effectLst/>
                <a:latin typeface="urw-din"/>
              </a:rPr>
              <a:t>Create a leaf node for each unique character and build a min heap of all leaf nodes </a:t>
            </a:r>
          </a:p>
          <a:p>
            <a:pPr lvl="1" algn="just" fontAlgn="base"/>
            <a:r>
              <a:rPr lang="en-US" b="0" i="0" dirty="0">
                <a:effectLst/>
                <a:latin typeface="urw-din"/>
              </a:rPr>
              <a:t>Min Heap is used as a priority queue. The value of frequency field is used to compare two nodes in min heap. Initially, the least frequent character is at root</a:t>
            </a:r>
          </a:p>
          <a:p>
            <a:pPr marL="0" indent="0" algn="just" fontAlgn="base">
              <a:buNone/>
            </a:pPr>
            <a:r>
              <a:rPr lang="en-US" b="0" i="0" dirty="0">
                <a:solidFill>
                  <a:srgbClr val="C00000"/>
                </a:solidFill>
                <a:effectLst/>
                <a:latin typeface="urw-din"/>
              </a:rPr>
              <a:t>Step 2: </a:t>
            </a:r>
            <a:r>
              <a:rPr lang="en-US" b="0" i="0" dirty="0">
                <a:effectLst/>
                <a:latin typeface="urw-din"/>
              </a:rPr>
              <a:t>Extract two nodes with the minimum frequency from the min heap.</a:t>
            </a:r>
          </a:p>
          <a:p>
            <a:pPr marL="0" indent="0" algn="just" fontAlgn="base">
              <a:buNone/>
            </a:pPr>
            <a:r>
              <a:rPr lang="en-US" b="0" i="0" dirty="0">
                <a:solidFill>
                  <a:srgbClr val="C00000"/>
                </a:solidFill>
                <a:effectLst/>
                <a:latin typeface="urw-din"/>
              </a:rPr>
              <a:t>Step 3: </a:t>
            </a:r>
            <a:r>
              <a:rPr lang="en-US" b="0" i="0" dirty="0">
                <a:effectLst/>
                <a:latin typeface="urw-din"/>
              </a:rPr>
              <a:t>Create a new internal node with a frequency equal to the sum of the two nodes frequencies. Make the first extracted node as its left child and the other extracted node as its right child. Add this node to the min heap.</a:t>
            </a:r>
          </a:p>
          <a:p>
            <a:pPr marL="0" indent="0" algn="just" fontAlgn="base">
              <a:buNone/>
            </a:pPr>
            <a:r>
              <a:rPr lang="en-US" b="0" i="0" dirty="0">
                <a:solidFill>
                  <a:srgbClr val="C00000"/>
                </a:solidFill>
                <a:effectLst/>
                <a:latin typeface="urw-din"/>
              </a:rPr>
              <a:t>Step 4: </a:t>
            </a:r>
            <a:r>
              <a:rPr lang="en-US" b="0" i="0" dirty="0">
                <a:effectLst/>
                <a:latin typeface="urw-din"/>
              </a:rPr>
              <a:t>Repeat steps#2 and #3 until the heap contains only one node. The remaining node is the root node and the tree is complete.</a:t>
            </a:r>
          </a:p>
          <a:p>
            <a:pPr algn="just"/>
            <a:endParaRPr lang="en-US" dirty="0"/>
          </a:p>
        </p:txBody>
      </p:sp>
      <p:sp>
        <p:nvSpPr>
          <p:cNvPr id="4" name="Slide Number Placeholder 3">
            <a:extLst>
              <a:ext uri="{FF2B5EF4-FFF2-40B4-BE49-F238E27FC236}">
                <a16:creationId xmlns:a16="http://schemas.microsoft.com/office/drawing/2014/main" id="{7EBD59EC-4547-4960-A48E-295C2F15FD0F}"/>
              </a:ext>
            </a:extLst>
          </p:cNvPr>
          <p:cNvSpPr>
            <a:spLocks noGrp="1"/>
          </p:cNvSpPr>
          <p:nvPr>
            <p:ph type="sldNum" sz="quarter" idx="12"/>
          </p:nvPr>
        </p:nvSpPr>
        <p:spPr/>
        <p:txBody>
          <a:bodyPr/>
          <a:lstStyle/>
          <a:p>
            <a:fld id="{564D4AF4-0706-42FF-9932-4A301B8C57D2}" type="slidenum">
              <a:rPr lang="en-US" smtClean="0"/>
              <a:t>25</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23BB3E0C-04E1-4CA1-914E-AE57B64F1E38}"/>
                  </a:ext>
                </a:extLst>
              </p14:cNvPr>
              <p14:cNvContentPartPr/>
              <p14:nvPr/>
            </p14:nvContentPartPr>
            <p14:xfrm>
              <a:off x="6793560" y="66600"/>
              <a:ext cx="4822920" cy="1801080"/>
            </p14:xfrm>
          </p:contentPart>
        </mc:Choice>
        <mc:Fallback xmlns="">
          <p:pic>
            <p:nvPicPr>
              <p:cNvPr id="5" name="Ink 4">
                <a:extLst>
                  <a:ext uri="{FF2B5EF4-FFF2-40B4-BE49-F238E27FC236}">
                    <a16:creationId xmlns:a16="http://schemas.microsoft.com/office/drawing/2014/main" id="{23BB3E0C-04E1-4CA1-914E-AE57B64F1E38}"/>
                  </a:ext>
                </a:extLst>
              </p:cNvPr>
              <p:cNvPicPr/>
              <p:nvPr/>
            </p:nvPicPr>
            <p:blipFill>
              <a:blip r:embed="rId3"/>
              <a:stretch>
                <a:fillRect/>
              </a:stretch>
            </p:blipFill>
            <p:spPr>
              <a:xfrm>
                <a:off x="6784200" y="57240"/>
                <a:ext cx="4841640" cy="1819800"/>
              </a:xfrm>
              <a:prstGeom prst="rect">
                <a:avLst/>
              </a:prstGeom>
            </p:spPr>
          </p:pic>
        </mc:Fallback>
      </mc:AlternateContent>
    </p:spTree>
    <p:extLst>
      <p:ext uri="{BB962C8B-B14F-4D97-AF65-F5344CB8AC3E}">
        <p14:creationId xmlns:p14="http://schemas.microsoft.com/office/powerpoint/2010/main" val="20589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4BE3-0A2F-4DA1-8EAE-FE12559E1B56}"/>
              </a:ext>
            </a:extLst>
          </p:cNvPr>
          <p:cNvSpPr>
            <a:spLocks noGrp="1"/>
          </p:cNvSpPr>
          <p:nvPr>
            <p:ph type="title"/>
          </p:nvPr>
        </p:nvSpPr>
        <p:spPr/>
        <p:txBody>
          <a:bodyPr/>
          <a:lstStyle/>
          <a:p>
            <a:r>
              <a:rPr lang="en-US" b="1" dirty="0"/>
              <a:t>Example 1</a:t>
            </a:r>
          </a:p>
        </p:txBody>
      </p:sp>
      <p:sp>
        <p:nvSpPr>
          <p:cNvPr id="3" name="Content Placeholder 2">
            <a:extLst>
              <a:ext uri="{FF2B5EF4-FFF2-40B4-BE49-F238E27FC236}">
                <a16:creationId xmlns:a16="http://schemas.microsoft.com/office/drawing/2014/main" id="{DC43300D-E69D-4609-A674-650C7391E6F3}"/>
              </a:ext>
            </a:extLst>
          </p:cNvPr>
          <p:cNvSpPr>
            <a:spLocks noGrp="1"/>
          </p:cNvSpPr>
          <p:nvPr>
            <p:ph idx="1"/>
          </p:nvPr>
        </p:nvSpPr>
        <p:spPr/>
        <p:txBody>
          <a:bodyPr/>
          <a:lstStyle/>
          <a:p>
            <a:pPr algn="just"/>
            <a:r>
              <a:rPr lang="en-US" dirty="0"/>
              <a:t>Consider the frequencies of the alphabets in a document as given below. Find the minimum number of bits needed to represent the characters using normal method and compare it with Huffman algorithm.</a:t>
            </a:r>
          </a:p>
        </p:txBody>
      </p:sp>
      <p:sp>
        <p:nvSpPr>
          <p:cNvPr id="4" name="Slide Number Placeholder 3">
            <a:extLst>
              <a:ext uri="{FF2B5EF4-FFF2-40B4-BE49-F238E27FC236}">
                <a16:creationId xmlns:a16="http://schemas.microsoft.com/office/drawing/2014/main" id="{08A18767-8E47-443B-9FDC-191D39EDDDAD}"/>
              </a:ext>
            </a:extLst>
          </p:cNvPr>
          <p:cNvSpPr>
            <a:spLocks noGrp="1"/>
          </p:cNvSpPr>
          <p:nvPr>
            <p:ph type="sldNum" sz="quarter" idx="12"/>
          </p:nvPr>
        </p:nvSpPr>
        <p:spPr/>
        <p:txBody>
          <a:bodyPr/>
          <a:lstStyle/>
          <a:p>
            <a:fld id="{564D4AF4-0706-42FF-9932-4A301B8C57D2}" type="slidenum">
              <a:rPr lang="en-US" smtClean="0"/>
              <a:t>26</a:t>
            </a:fld>
            <a:endParaRPr lang="en-US"/>
          </a:p>
        </p:txBody>
      </p:sp>
      <p:graphicFrame>
        <p:nvGraphicFramePr>
          <p:cNvPr id="5" name="Table 5">
            <a:extLst>
              <a:ext uri="{FF2B5EF4-FFF2-40B4-BE49-F238E27FC236}">
                <a16:creationId xmlns:a16="http://schemas.microsoft.com/office/drawing/2014/main" id="{A3133DF7-B2CC-498C-8CDA-270C887A8D0B}"/>
              </a:ext>
            </a:extLst>
          </p:cNvPr>
          <p:cNvGraphicFramePr>
            <a:graphicFrameLocks noGrp="1"/>
          </p:cNvGraphicFramePr>
          <p:nvPr>
            <p:extLst>
              <p:ext uri="{D42A27DB-BD31-4B8C-83A1-F6EECF244321}">
                <p14:modId xmlns:p14="http://schemas.microsoft.com/office/powerpoint/2010/main" val="689587455"/>
              </p:ext>
            </p:extLst>
          </p:nvPr>
        </p:nvGraphicFramePr>
        <p:xfrm>
          <a:off x="3581401" y="3201352"/>
          <a:ext cx="3855953" cy="3337560"/>
        </p:xfrm>
        <a:graphic>
          <a:graphicData uri="http://schemas.openxmlformats.org/drawingml/2006/table">
            <a:tbl>
              <a:tblPr firstRow="1" bandRow="1">
                <a:tableStyleId>{5C22544A-7EE6-4342-B048-85BDC9FD1C3A}</a:tableStyleId>
              </a:tblPr>
              <a:tblGrid>
                <a:gridCol w="1146620">
                  <a:extLst>
                    <a:ext uri="{9D8B030D-6E8A-4147-A177-3AD203B41FA5}">
                      <a16:colId xmlns:a16="http://schemas.microsoft.com/office/drawing/2014/main" val="2685794019"/>
                    </a:ext>
                  </a:extLst>
                </a:gridCol>
                <a:gridCol w="2709333">
                  <a:extLst>
                    <a:ext uri="{9D8B030D-6E8A-4147-A177-3AD203B41FA5}">
                      <a16:colId xmlns:a16="http://schemas.microsoft.com/office/drawing/2014/main" val="2715827928"/>
                    </a:ext>
                  </a:extLst>
                </a:gridCol>
              </a:tblGrid>
              <a:tr h="370840">
                <a:tc>
                  <a:txBody>
                    <a:bodyPr/>
                    <a:lstStyle/>
                    <a:p>
                      <a:pPr algn="ctr"/>
                      <a:r>
                        <a:rPr lang="en-US" dirty="0"/>
                        <a:t>Character</a:t>
                      </a:r>
                    </a:p>
                  </a:txBody>
                  <a:tcPr/>
                </a:tc>
                <a:tc>
                  <a:txBody>
                    <a:bodyPr/>
                    <a:lstStyle/>
                    <a:p>
                      <a:pPr algn="ctr"/>
                      <a:r>
                        <a:rPr lang="en-US" dirty="0"/>
                        <a:t>Occurrence (in lakhs)</a:t>
                      </a:r>
                    </a:p>
                  </a:txBody>
                  <a:tcPr/>
                </a:tc>
                <a:extLst>
                  <a:ext uri="{0D108BD9-81ED-4DB2-BD59-A6C34878D82A}">
                    <a16:rowId xmlns:a16="http://schemas.microsoft.com/office/drawing/2014/main" val="2235335923"/>
                  </a:ext>
                </a:extLst>
              </a:tr>
              <a:tr h="370840">
                <a:tc>
                  <a:txBody>
                    <a:bodyPr/>
                    <a:lstStyle/>
                    <a:p>
                      <a:pPr algn="ctr"/>
                      <a:r>
                        <a:rPr lang="en-US" dirty="0"/>
                        <a:t>A</a:t>
                      </a:r>
                    </a:p>
                  </a:txBody>
                  <a:tcPr/>
                </a:tc>
                <a:tc>
                  <a:txBody>
                    <a:bodyPr/>
                    <a:lstStyle/>
                    <a:p>
                      <a:pPr algn="ctr"/>
                      <a:r>
                        <a:rPr lang="en-US" dirty="0"/>
                        <a:t>16</a:t>
                      </a:r>
                    </a:p>
                  </a:txBody>
                  <a:tcPr/>
                </a:tc>
                <a:extLst>
                  <a:ext uri="{0D108BD9-81ED-4DB2-BD59-A6C34878D82A}">
                    <a16:rowId xmlns:a16="http://schemas.microsoft.com/office/drawing/2014/main" val="330783990"/>
                  </a:ext>
                </a:extLst>
              </a:tr>
              <a:tr h="370840">
                <a:tc>
                  <a:txBody>
                    <a:bodyPr/>
                    <a:lstStyle/>
                    <a:p>
                      <a:pPr algn="ctr"/>
                      <a:r>
                        <a:rPr lang="en-US" dirty="0"/>
                        <a:t>B</a:t>
                      </a:r>
                    </a:p>
                  </a:txBody>
                  <a:tcPr/>
                </a:tc>
                <a:tc>
                  <a:txBody>
                    <a:bodyPr/>
                    <a:lstStyle/>
                    <a:p>
                      <a:pPr algn="ctr"/>
                      <a:r>
                        <a:rPr lang="en-US" dirty="0"/>
                        <a:t>6</a:t>
                      </a:r>
                    </a:p>
                  </a:txBody>
                  <a:tcPr/>
                </a:tc>
                <a:extLst>
                  <a:ext uri="{0D108BD9-81ED-4DB2-BD59-A6C34878D82A}">
                    <a16:rowId xmlns:a16="http://schemas.microsoft.com/office/drawing/2014/main" val="436361906"/>
                  </a:ext>
                </a:extLst>
              </a:tr>
              <a:tr h="370840">
                <a:tc>
                  <a:txBody>
                    <a:bodyPr/>
                    <a:lstStyle/>
                    <a:p>
                      <a:pPr algn="ctr"/>
                      <a:r>
                        <a:rPr lang="en-US" dirty="0"/>
                        <a:t>C</a:t>
                      </a:r>
                    </a:p>
                  </a:txBody>
                  <a:tcPr/>
                </a:tc>
                <a:tc>
                  <a:txBody>
                    <a:bodyPr/>
                    <a:lstStyle/>
                    <a:p>
                      <a:pPr algn="ctr"/>
                      <a:r>
                        <a:rPr lang="en-US" dirty="0"/>
                        <a:t>4</a:t>
                      </a:r>
                    </a:p>
                  </a:txBody>
                  <a:tcPr/>
                </a:tc>
                <a:extLst>
                  <a:ext uri="{0D108BD9-81ED-4DB2-BD59-A6C34878D82A}">
                    <a16:rowId xmlns:a16="http://schemas.microsoft.com/office/drawing/2014/main" val="2651871297"/>
                  </a:ext>
                </a:extLst>
              </a:tr>
              <a:tr h="370840">
                <a:tc>
                  <a:txBody>
                    <a:bodyPr/>
                    <a:lstStyle/>
                    <a:p>
                      <a:pPr algn="ctr"/>
                      <a:r>
                        <a:rPr lang="en-US" dirty="0"/>
                        <a:t>D</a:t>
                      </a:r>
                    </a:p>
                  </a:txBody>
                  <a:tcPr/>
                </a:tc>
                <a:tc>
                  <a:txBody>
                    <a:bodyPr/>
                    <a:lstStyle/>
                    <a:p>
                      <a:pPr algn="ctr"/>
                      <a:r>
                        <a:rPr lang="en-US" dirty="0"/>
                        <a:t>8</a:t>
                      </a:r>
                    </a:p>
                  </a:txBody>
                  <a:tcPr/>
                </a:tc>
                <a:extLst>
                  <a:ext uri="{0D108BD9-81ED-4DB2-BD59-A6C34878D82A}">
                    <a16:rowId xmlns:a16="http://schemas.microsoft.com/office/drawing/2014/main" val="1750136851"/>
                  </a:ext>
                </a:extLst>
              </a:tr>
              <a:tr h="370840">
                <a:tc>
                  <a:txBody>
                    <a:bodyPr/>
                    <a:lstStyle/>
                    <a:p>
                      <a:pPr algn="ctr"/>
                      <a:r>
                        <a:rPr lang="en-US" dirty="0"/>
                        <a:t>E</a:t>
                      </a:r>
                    </a:p>
                  </a:txBody>
                  <a:tcPr/>
                </a:tc>
                <a:tc>
                  <a:txBody>
                    <a:bodyPr/>
                    <a:lstStyle/>
                    <a:p>
                      <a:pPr algn="ctr"/>
                      <a:r>
                        <a:rPr lang="en-US" dirty="0"/>
                        <a:t>5</a:t>
                      </a:r>
                    </a:p>
                  </a:txBody>
                  <a:tcPr/>
                </a:tc>
                <a:extLst>
                  <a:ext uri="{0D108BD9-81ED-4DB2-BD59-A6C34878D82A}">
                    <a16:rowId xmlns:a16="http://schemas.microsoft.com/office/drawing/2014/main" val="2446381781"/>
                  </a:ext>
                </a:extLst>
              </a:tr>
              <a:tr h="370840">
                <a:tc>
                  <a:txBody>
                    <a:bodyPr/>
                    <a:lstStyle/>
                    <a:p>
                      <a:pPr algn="ctr"/>
                      <a:r>
                        <a:rPr lang="en-US" dirty="0"/>
                        <a:t>F</a:t>
                      </a:r>
                    </a:p>
                  </a:txBody>
                  <a:tcPr/>
                </a:tc>
                <a:tc>
                  <a:txBody>
                    <a:bodyPr/>
                    <a:lstStyle/>
                    <a:p>
                      <a:pPr algn="ctr"/>
                      <a:r>
                        <a:rPr lang="en-US" dirty="0"/>
                        <a:t>2</a:t>
                      </a:r>
                    </a:p>
                  </a:txBody>
                  <a:tcPr/>
                </a:tc>
                <a:extLst>
                  <a:ext uri="{0D108BD9-81ED-4DB2-BD59-A6C34878D82A}">
                    <a16:rowId xmlns:a16="http://schemas.microsoft.com/office/drawing/2014/main" val="389162165"/>
                  </a:ext>
                </a:extLst>
              </a:tr>
              <a:tr h="370840">
                <a:tc>
                  <a:txBody>
                    <a:bodyPr/>
                    <a:lstStyle/>
                    <a:p>
                      <a:pPr algn="ctr"/>
                      <a:r>
                        <a:rPr lang="en-US" dirty="0"/>
                        <a:t>G</a:t>
                      </a:r>
                    </a:p>
                  </a:txBody>
                  <a:tcPr/>
                </a:tc>
                <a:tc>
                  <a:txBody>
                    <a:bodyPr/>
                    <a:lstStyle/>
                    <a:p>
                      <a:pPr algn="ctr"/>
                      <a:r>
                        <a:rPr lang="en-US" dirty="0"/>
                        <a:t>1</a:t>
                      </a:r>
                    </a:p>
                  </a:txBody>
                  <a:tcPr/>
                </a:tc>
                <a:extLst>
                  <a:ext uri="{0D108BD9-81ED-4DB2-BD59-A6C34878D82A}">
                    <a16:rowId xmlns:a16="http://schemas.microsoft.com/office/drawing/2014/main" val="124622492"/>
                  </a:ext>
                </a:extLst>
              </a:tr>
              <a:tr h="370840">
                <a:tc>
                  <a:txBody>
                    <a:bodyPr/>
                    <a:lstStyle/>
                    <a:p>
                      <a:pPr algn="ctr"/>
                      <a:r>
                        <a:rPr lang="en-US" dirty="0"/>
                        <a:t>H</a:t>
                      </a:r>
                    </a:p>
                  </a:txBody>
                  <a:tcPr/>
                </a:tc>
                <a:tc>
                  <a:txBody>
                    <a:bodyPr/>
                    <a:lstStyle/>
                    <a:p>
                      <a:pPr algn="ctr"/>
                      <a:r>
                        <a:rPr lang="en-US" dirty="0"/>
                        <a:t>3</a:t>
                      </a:r>
                    </a:p>
                  </a:txBody>
                  <a:tcPr/>
                </a:tc>
                <a:extLst>
                  <a:ext uri="{0D108BD9-81ED-4DB2-BD59-A6C34878D82A}">
                    <a16:rowId xmlns:a16="http://schemas.microsoft.com/office/drawing/2014/main" val="4067785848"/>
                  </a:ext>
                </a:extLst>
              </a:tr>
            </a:tbl>
          </a:graphicData>
        </a:graphic>
      </p:graphicFrame>
    </p:spTree>
    <p:extLst>
      <p:ext uri="{BB962C8B-B14F-4D97-AF65-F5344CB8AC3E}">
        <p14:creationId xmlns:p14="http://schemas.microsoft.com/office/powerpoint/2010/main" val="3979061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9FA1-C753-4979-A5C3-1ADC6D410FAC}"/>
              </a:ext>
            </a:extLst>
          </p:cNvPr>
          <p:cNvSpPr>
            <a:spLocks noGrp="1"/>
          </p:cNvSpPr>
          <p:nvPr>
            <p:ph type="title"/>
          </p:nvPr>
        </p:nvSpPr>
        <p:spPr/>
        <p:txBody>
          <a:bodyPr/>
          <a:lstStyle/>
          <a:p>
            <a:r>
              <a:rPr lang="en-US" b="1" dirty="0"/>
              <a:t>Example 1 - Solution</a:t>
            </a:r>
            <a:endParaRPr lang="en-US" dirty="0"/>
          </a:p>
        </p:txBody>
      </p:sp>
      <p:sp>
        <p:nvSpPr>
          <p:cNvPr id="3" name="Content Placeholder 2">
            <a:extLst>
              <a:ext uri="{FF2B5EF4-FFF2-40B4-BE49-F238E27FC236}">
                <a16:creationId xmlns:a16="http://schemas.microsoft.com/office/drawing/2014/main" id="{D765C867-87FF-48DD-8A9F-A81F21E30031}"/>
              </a:ext>
            </a:extLst>
          </p:cNvPr>
          <p:cNvSpPr>
            <a:spLocks noGrp="1"/>
          </p:cNvSpPr>
          <p:nvPr>
            <p:ph idx="1"/>
          </p:nvPr>
        </p:nvSpPr>
        <p:spPr>
          <a:xfrm>
            <a:off x="838200" y="1825625"/>
            <a:ext cx="10515600" cy="4895850"/>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Total bits needed = 135 lakh bits</a:t>
            </a:r>
          </a:p>
        </p:txBody>
      </p:sp>
      <p:sp>
        <p:nvSpPr>
          <p:cNvPr id="4" name="Slide Number Placeholder 3">
            <a:extLst>
              <a:ext uri="{FF2B5EF4-FFF2-40B4-BE49-F238E27FC236}">
                <a16:creationId xmlns:a16="http://schemas.microsoft.com/office/drawing/2014/main" id="{FA987D98-0C90-4A35-8F58-6C15F16C4F03}"/>
              </a:ext>
            </a:extLst>
          </p:cNvPr>
          <p:cNvSpPr>
            <a:spLocks noGrp="1"/>
          </p:cNvSpPr>
          <p:nvPr>
            <p:ph type="sldNum" sz="quarter" idx="12"/>
          </p:nvPr>
        </p:nvSpPr>
        <p:spPr/>
        <p:txBody>
          <a:bodyPr/>
          <a:lstStyle/>
          <a:p>
            <a:fld id="{564D4AF4-0706-42FF-9932-4A301B8C57D2}" type="slidenum">
              <a:rPr lang="en-US" smtClean="0"/>
              <a:t>27</a:t>
            </a:fld>
            <a:endParaRPr lang="en-US"/>
          </a:p>
        </p:txBody>
      </p:sp>
      <p:graphicFrame>
        <p:nvGraphicFramePr>
          <p:cNvPr id="5" name="Table 5">
            <a:extLst>
              <a:ext uri="{FF2B5EF4-FFF2-40B4-BE49-F238E27FC236}">
                <a16:creationId xmlns:a16="http://schemas.microsoft.com/office/drawing/2014/main" id="{32D190CA-61EA-49E4-8DDC-DB8C6AF9DC0A}"/>
              </a:ext>
            </a:extLst>
          </p:cNvPr>
          <p:cNvGraphicFramePr>
            <a:graphicFrameLocks noGrp="1"/>
          </p:cNvGraphicFramePr>
          <p:nvPr>
            <p:extLst>
              <p:ext uri="{D42A27DB-BD31-4B8C-83A1-F6EECF244321}">
                <p14:modId xmlns:p14="http://schemas.microsoft.com/office/powerpoint/2010/main" val="92913723"/>
              </p:ext>
            </p:extLst>
          </p:nvPr>
        </p:nvGraphicFramePr>
        <p:xfrm>
          <a:off x="2401972" y="1690688"/>
          <a:ext cx="6399128" cy="3606800"/>
        </p:xfrm>
        <a:graphic>
          <a:graphicData uri="http://schemas.openxmlformats.org/drawingml/2006/table">
            <a:tbl>
              <a:tblPr firstRow="1" bandRow="1">
                <a:tableStyleId>{5C22544A-7EE6-4342-B048-85BDC9FD1C3A}</a:tableStyleId>
              </a:tblPr>
              <a:tblGrid>
                <a:gridCol w="1293728">
                  <a:extLst>
                    <a:ext uri="{9D8B030D-6E8A-4147-A177-3AD203B41FA5}">
                      <a16:colId xmlns:a16="http://schemas.microsoft.com/office/drawing/2014/main" val="2685794019"/>
                    </a:ext>
                  </a:extLst>
                </a:gridCol>
                <a:gridCol w="1733550">
                  <a:extLst>
                    <a:ext uri="{9D8B030D-6E8A-4147-A177-3AD203B41FA5}">
                      <a16:colId xmlns:a16="http://schemas.microsoft.com/office/drawing/2014/main" val="2715827928"/>
                    </a:ext>
                  </a:extLst>
                </a:gridCol>
                <a:gridCol w="1400175">
                  <a:extLst>
                    <a:ext uri="{9D8B030D-6E8A-4147-A177-3AD203B41FA5}">
                      <a16:colId xmlns:a16="http://schemas.microsoft.com/office/drawing/2014/main" val="1757373542"/>
                    </a:ext>
                  </a:extLst>
                </a:gridCol>
                <a:gridCol w="1971675">
                  <a:extLst>
                    <a:ext uri="{9D8B030D-6E8A-4147-A177-3AD203B41FA5}">
                      <a16:colId xmlns:a16="http://schemas.microsoft.com/office/drawing/2014/main" val="1165723954"/>
                    </a:ext>
                  </a:extLst>
                </a:gridCol>
              </a:tblGrid>
              <a:tr h="370840">
                <a:tc>
                  <a:txBody>
                    <a:bodyPr/>
                    <a:lstStyle/>
                    <a:p>
                      <a:pPr algn="ctr"/>
                      <a:r>
                        <a:rPr lang="en-US" dirty="0"/>
                        <a:t>Character</a:t>
                      </a:r>
                    </a:p>
                  </a:txBody>
                  <a:tcPr/>
                </a:tc>
                <a:tc>
                  <a:txBody>
                    <a:bodyPr/>
                    <a:lstStyle/>
                    <a:p>
                      <a:pPr algn="ctr"/>
                      <a:r>
                        <a:rPr lang="en-US" dirty="0"/>
                        <a:t>Occurrence (in lakhs)</a:t>
                      </a:r>
                    </a:p>
                  </a:txBody>
                  <a:tcPr/>
                </a:tc>
                <a:tc>
                  <a:txBody>
                    <a:bodyPr/>
                    <a:lstStyle/>
                    <a:p>
                      <a:pPr algn="ctr"/>
                      <a:r>
                        <a:rPr lang="en-US" dirty="0"/>
                        <a:t>Bit codes used</a:t>
                      </a:r>
                    </a:p>
                  </a:txBody>
                  <a:tcPr/>
                </a:tc>
                <a:tc>
                  <a:txBody>
                    <a:bodyPr/>
                    <a:lstStyle/>
                    <a:p>
                      <a:pPr algn="ctr"/>
                      <a:r>
                        <a:rPr lang="en-US" dirty="0"/>
                        <a:t>Total No. of bits needed (in lakhs)</a:t>
                      </a:r>
                    </a:p>
                  </a:txBody>
                  <a:tcPr/>
                </a:tc>
                <a:extLst>
                  <a:ext uri="{0D108BD9-81ED-4DB2-BD59-A6C34878D82A}">
                    <a16:rowId xmlns:a16="http://schemas.microsoft.com/office/drawing/2014/main" val="2235335923"/>
                  </a:ext>
                </a:extLst>
              </a:tr>
              <a:tr h="370840">
                <a:tc>
                  <a:txBody>
                    <a:bodyPr/>
                    <a:lstStyle/>
                    <a:p>
                      <a:pPr algn="ctr"/>
                      <a:r>
                        <a:rPr lang="en-US" dirty="0"/>
                        <a:t>A</a:t>
                      </a:r>
                    </a:p>
                  </a:txBody>
                  <a:tcPr/>
                </a:tc>
                <a:tc>
                  <a:txBody>
                    <a:bodyPr/>
                    <a:lstStyle/>
                    <a:p>
                      <a:pPr algn="ctr"/>
                      <a:r>
                        <a:rPr lang="en-US" dirty="0"/>
                        <a:t>16</a:t>
                      </a:r>
                    </a:p>
                  </a:txBody>
                  <a:tcPr/>
                </a:tc>
                <a:tc>
                  <a:txBody>
                    <a:bodyPr/>
                    <a:lstStyle/>
                    <a:p>
                      <a:pPr algn="ctr"/>
                      <a:r>
                        <a:rPr lang="en-US" dirty="0"/>
                        <a:t>000</a:t>
                      </a:r>
                    </a:p>
                  </a:txBody>
                  <a:tcPr/>
                </a:tc>
                <a:tc>
                  <a:txBody>
                    <a:bodyPr/>
                    <a:lstStyle/>
                    <a:p>
                      <a:pPr algn="ctr"/>
                      <a:r>
                        <a:rPr lang="en-US" dirty="0"/>
                        <a:t>48</a:t>
                      </a:r>
                    </a:p>
                  </a:txBody>
                  <a:tcPr/>
                </a:tc>
                <a:extLst>
                  <a:ext uri="{0D108BD9-81ED-4DB2-BD59-A6C34878D82A}">
                    <a16:rowId xmlns:a16="http://schemas.microsoft.com/office/drawing/2014/main" val="330783990"/>
                  </a:ext>
                </a:extLst>
              </a:tr>
              <a:tr h="370840">
                <a:tc>
                  <a:txBody>
                    <a:bodyPr/>
                    <a:lstStyle/>
                    <a:p>
                      <a:pPr algn="ctr"/>
                      <a:r>
                        <a:rPr lang="en-US" dirty="0"/>
                        <a:t>B</a:t>
                      </a:r>
                    </a:p>
                  </a:txBody>
                  <a:tcPr/>
                </a:tc>
                <a:tc>
                  <a:txBody>
                    <a:bodyPr/>
                    <a:lstStyle/>
                    <a:p>
                      <a:pPr algn="ctr"/>
                      <a:r>
                        <a:rPr lang="en-US" dirty="0"/>
                        <a:t>6</a:t>
                      </a:r>
                    </a:p>
                  </a:txBody>
                  <a:tcPr/>
                </a:tc>
                <a:tc>
                  <a:txBody>
                    <a:bodyPr/>
                    <a:lstStyle/>
                    <a:p>
                      <a:pPr algn="ctr"/>
                      <a:r>
                        <a:rPr lang="en-US" dirty="0"/>
                        <a:t>001</a:t>
                      </a:r>
                    </a:p>
                  </a:txBody>
                  <a:tcPr/>
                </a:tc>
                <a:tc>
                  <a:txBody>
                    <a:bodyPr/>
                    <a:lstStyle/>
                    <a:p>
                      <a:pPr algn="ctr"/>
                      <a:r>
                        <a:rPr lang="en-US" dirty="0"/>
                        <a:t>18</a:t>
                      </a:r>
                    </a:p>
                  </a:txBody>
                  <a:tcPr/>
                </a:tc>
                <a:extLst>
                  <a:ext uri="{0D108BD9-81ED-4DB2-BD59-A6C34878D82A}">
                    <a16:rowId xmlns:a16="http://schemas.microsoft.com/office/drawing/2014/main" val="436361906"/>
                  </a:ext>
                </a:extLst>
              </a:tr>
              <a:tr h="370840">
                <a:tc>
                  <a:txBody>
                    <a:bodyPr/>
                    <a:lstStyle/>
                    <a:p>
                      <a:pPr algn="ctr"/>
                      <a:r>
                        <a:rPr lang="en-US" dirty="0"/>
                        <a:t>C</a:t>
                      </a:r>
                    </a:p>
                  </a:txBody>
                  <a:tcPr/>
                </a:tc>
                <a:tc>
                  <a:txBody>
                    <a:bodyPr/>
                    <a:lstStyle/>
                    <a:p>
                      <a:pPr algn="ctr"/>
                      <a:r>
                        <a:rPr lang="en-US" dirty="0"/>
                        <a:t>4</a:t>
                      </a:r>
                    </a:p>
                  </a:txBody>
                  <a:tcPr/>
                </a:tc>
                <a:tc>
                  <a:txBody>
                    <a:bodyPr/>
                    <a:lstStyle/>
                    <a:p>
                      <a:pPr algn="ctr"/>
                      <a:r>
                        <a:rPr lang="en-US" dirty="0"/>
                        <a:t>010</a:t>
                      </a:r>
                    </a:p>
                  </a:txBody>
                  <a:tcPr/>
                </a:tc>
                <a:tc>
                  <a:txBody>
                    <a:bodyPr/>
                    <a:lstStyle/>
                    <a:p>
                      <a:pPr algn="ctr"/>
                      <a:r>
                        <a:rPr lang="en-US" dirty="0"/>
                        <a:t>12</a:t>
                      </a:r>
                    </a:p>
                  </a:txBody>
                  <a:tcPr/>
                </a:tc>
                <a:extLst>
                  <a:ext uri="{0D108BD9-81ED-4DB2-BD59-A6C34878D82A}">
                    <a16:rowId xmlns:a16="http://schemas.microsoft.com/office/drawing/2014/main" val="2651871297"/>
                  </a:ext>
                </a:extLst>
              </a:tr>
              <a:tr h="370840">
                <a:tc>
                  <a:txBody>
                    <a:bodyPr/>
                    <a:lstStyle/>
                    <a:p>
                      <a:pPr algn="ctr"/>
                      <a:r>
                        <a:rPr lang="en-US" dirty="0"/>
                        <a:t>D</a:t>
                      </a:r>
                    </a:p>
                  </a:txBody>
                  <a:tcPr/>
                </a:tc>
                <a:tc>
                  <a:txBody>
                    <a:bodyPr/>
                    <a:lstStyle/>
                    <a:p>
                      <a:pPr algn="ctr"/>
                      <a:r>
                        <a:rPr lang="en-US" dirty="0"/>
                        <a:t>8</a:t>
                      </a:r>
                    </a:p>
                  </a:txBody>
                  <a:tcPr/>
                </a:tc>
                <a:tc>
                  <a:txBody>
                    <a:bodyPr/>
                    <a:lstStyle/>
                    <a:p>
                      <a:pPr algn="ctr"/>
                      <a:r>
                        <a:rPr lang="en-US" dirty="0"/>
                        <a:t>011</a:t>
                      </a:r>
                    </a:p>
                  </a:txBody>
                  <a:tcPr/>
                </a:tc>
                <a:tc>
                  <a:txBody>
                    <a:bodyPr/>
                    <a:lstStyle/>
                    <a:p>
                      <a:pPr algn="ctr"/>
                      <a:r>
                        <a:rPr lang="en-US" dirty="0"/>
                        <a:t>24</a:t>
                      </a:r>
                    </a:p>
                  </a:txBody>
                  <a:tcPr/>
                </a:tc>
                <a:extLst>
                  <a:ext uri="{0D108BD9-81ED-4DB2-BD59-A6C34878D82A}">
                    <a16:rowId xmlns:a16="http://schemas.microsoft.com/office/drawing/2014/main" val="1750136851"/>
                  </a:ext>
                </a:extLst>
              </a:tr>
              <a:tr h="370840">
                <a:tc>
                  <a:txBody>
                    <a:bodyPr/>
                    <a:lstStyle/>
                    <a:p>
                      <a:pPr algn="ctr"/>
                      <a:r>
                        <a:rPr lang="en-US" dirty="0"/>
                        <a:t>E</a:t>
                      </a:r>
                    </a:p>
                  </a:txBody>
                  <a:tcPr/>
                </a:tc>
                <a:tc>
                  <a:txBody>
                    <a:bodyPr/>
                    <a:lstStyle/>
                    <a:p>
                      <a:pPr algn="ctr"/>
                      <a:r>
                        <a:rPr lang="en-US" dirty="0"/>
                        <a:t>5</a:t>
                      </a:r>
                    </a:p>
                  </a:txBody>
                  <a:tcPr/>
                </a:tc>
                <a:tc>
                  <a:txBody>
                    <a:bodyPr/>
                    <a:lstStyle/>
                    <a:p>
                      <a:pPr algn="ctr"/>
                      <a:r>
                        <a:rPr lang="en-US" dirty="0"/>
                        <a:t>100</a:t>
                      </a:r>
                    </a:p>
                  </a:txBody>
                  <a:tcPr/>
                </a:tc>
                <a:tc>
                  <a:txBody>
                    <a:bodyPr/>
                    <a:lstStyle/>
                    <a:p>
                      <a:pPr algn="ctr"/>
                      <a:r>
                        <a:rPr lang="en-US" dirty="0"/>
                        <a:t>15</a:t>
                      </a:r>
                    </a:p>
                  </a:txBody>
                  <a:tcPr/>
                </a:tc>
                <a:extLst>
                  <a:ext uri="{0D108BD9-81ED-4DB2-BD59-A6C34878D82A}">
                    <a16:rowId xmlns:a16="http://schemas.microsoft.com/office/drawing/2014/main" val="2446381781"/>
                  </a:ext>
                </a:extLst>
              </a:tr>
              <a:tr h="370840">
                <a:tc>
                  <a:txBody>
                    <a:bodyPr/>
                    <a:lstStyle/>
                    <a:p>
                      <a:pPr algn="ctr"/>
                      <a:r>
                        <a:rPr lang="en-US" dirty="0"/>
                        <a:t>F</a:t>
                      </a:r>
                    </a:p>
                  </a:txBody>
                  <a:tcPr/>
                </a:tc>
                <a:tc>
                  <a:txBody>
                    <a:bodyPr/>
                    <a:lstStyle/>
                    <a:p>
                      <a:pPr algn="ctr"/>
                      <a:r>
                        <a:rPr lang="en-US" dirty="0"/>
                        <a:t>2</a:t>
                      </a:r>
                    </a:p>
                  </a:txBody>
                  <a:tcPr/>
                </a:tc>
                <a:tc>
                  <a:txBody>
                    <a:bodyPr/>
                    <a:lstStyle/>
                    <a:p>
                      <a:pPr algn="ctr"/>
                      <a:r>
                        <a:rPr lang="en-US" dirty="0"/>
                        <a:t>101</a:t>
                      </a:r>
                    </a:p>
                  </a:txBody>
                  <a:tcPr/>
                </a:tc>
                <a:tc>
                  <a:txBody>
                    <a:bodyPr/>
                    <a:lstStyle/>
                    <a:p>
                      <a:pPr algn="ctr"/>
                      <a:r>
                        <a:rPr lang="en-US" dirty="0"/>
                        <a:t>6</a:t>
                      </a:r>
                    </a:p>
                  </a:txBody>
                  <a:tcPr/>
                </a:tc>
                <a:extLst>
                  <a:ext uri="{0D108BD9-81ED-4DB2-BD59-A6C34878D82A}">
                    <a16:rowId xmlns:a16="http://schemas.microsoft.com/office/drawing/2014/main" val="389162165"/>
                  </a:ext>
                </a:extLst>
              </a:tr>
              <a:tr h="370840">
                <a:tc>
                  <a:txBody>
                    <a:bodyPr/>
                    <a:lstStyle/>
                    <a:p>
                      <a:pPr algn="ctr"/>
                      <a:r>
                        <a:rPr lang="en-US" dirty="0"/>
                        <a:t>G</a:t>
                      </a:r>
                    </a:p>
                  </a:txBody>
                  <a:tcPr/>
                </a:tc>
                <a:tc>
                  <a:txBody>
                    <a:bodyPr/>
                    <a:lstStyle/>
                    <a:p>
                      <a:pPr algn="ctr"/>
                      <a:r>
                        <a:rPr lang="en-US" dirty="0"/>
                        <a:t>1</a:t>
                      </a:r>
                    </a:p>
                  </a:txBody>
                  <a:tcPr/>
                </a:tc>
                <a:tc>
                  <a:txBody>
                    <a:bodyPr/>
                    <a:lstStyle/>
                    <a:p>
                      <a:pPr algn="ctr"/>
                      <a:r>
                        <a:rPr lang="en-US" dirty="0"/>
                        <a:t>110</a:t>
                      </a:r>
                    </a:p>
                  </a:txBody>
                  <a:tcPr/>
                </a:tc>
                <a:tc>
                  <a:txBody>
                    <a:bodyPr/>
                    <a:lstStyle/>
                    <a:p>
                      <a:pPr algn="ctr"/>
                      <a:r>
                        <a:rPr lang="en-US" dirty="0"/>
                        <a:t>3</a:t>
                      </a:r>
                    </a:p>
                  </a:txBody>
                  <a:tcPr/>
                </a:tc>
                <a:extLst>
                  <a:ext uri="{0D108BD9-81ED-4DB2-BD59-A6C34878D82A}">
                    <a16:rowId xmlns:a16="http://schemas.microsoft.com/office/drawing/2014/main" val="124622492"/>
                  </a:ext>
                </a:extLst>
              </a:tr>
              <a:tr h="370840">
                <a:tc>
                  <a:txBody>
                    <a:bodyPr/>
                    <a:lstStyle/>
                    <a:p>
                      <a:pPr algn="ctr"/>
                      <a:r>
                        <a:rPr lang="en-US" dirty="0"/>
                        <a:t>H</a:t>
                      </a:r>
                    </a:p>
                  </a:txBody>
                  <a:tcPr/>
                </a:tc>
                <a:tc>
                  <a:txBody>
                    <a:bodyPr/>
                    <a:lstStyle/>
                    <a:p>
                      <a:pPr algn="ctr"/>
                      <a:r>
                        <a:rPr lang="en-US" dirty="0"/>
                        <a:t>3</a:t>
                      </a:r>
                    </a:p>
                  </a:txBody>
                  <a:tcPr/>
                </a:tc>
                <a:tc>
                  <a:txBody>
                    <a:bodyPr/>
                    <a:lstStyle/>
                    <a:p>
                      <a:pPr algn="ctr"/>
                      <a:r>
                        <a:rPr lang="en-US" dirty="0"/>
                        <a:t>111</a:t>
                      </a:r>
                    </a:p>
                  </a:txBody>
                  <a:tcPr/>
                </a:tc>
                <a:tc>
                  <a:txBody>
                    <a:bodyPr/>
                    <a:lstStyle/>
                    <a:p>
                      <a:pPr algn="ctr"/>
                      <a:r>
                        <a:rPr lang="en-US" dirty="0"/>
                        <a:t>9</a:t>
                      </a:r>
                    </a:p>
                  </a:txBody>
                  <a:tcPr/>
                </a:tc>
                <a:extLst>
                  <a:ext uri="{0D108BD9-81ED-4DB2-BD59-A6C34878D82A}">
                    <a16:rowId xmlns:a16="http://schemas.microsoft.com/office/drawing/2014/main" val="406778584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6ED16089-8871-4CE3-997E-A7DD83635AB1}"/>
                  </a:ext>
                </a:extLst>
              </p14:cNvPr>
              <p14:cNvContentPartPr/>
              <p14:nvPr/>
            </p14:nvContentPartPr>
            <p14:xfrm>
              <a:off x="1987920" y="0"/>
              <a:ext cx="9981000" cy="6575760"/>
            </p14:xfrm>
          </p:contentPart>
        </mc:Choice>
        <mc:Fallback xmlns="">
          <p:pic>
            <p:nvPicPr>
              <p:cNvPr id="6" name="Ink 5">
                <a:extLst>
                  <a:ext uri="{FF2B5EF4-FFF2-40B4-BE49-F238E27FC236}">
                    <a16:creationId xmlns:a16="http://schemas.microsoft.com/office/drawing/2014/main" id="{6ED16089-8871-4CE3-997E-A7DD83635AB1}"/>
                  </a:ext>
                </a:extLst>
              </p:cNvPr>
              <p:cNvPicPr/>
              <p:nvPr/>
            </p:nvPicPr>
            <p:blipFill>
              <a:blip r:embed="rId3"/>
              <a:stretch>
                <a:fillRect/>
              </a:stretch>
            </p:blipFill>
            <p:spPr>
              <a:xfrm>
                <a:off x="1978560" y="-9360"/>
                <a:ext cx="9999720" cy="6594480"/>
              </a:xfrm>
              <a:prstGeom prst="rect">
                <a:avLst/>
              </a:prstGeom>
            </p:spPr>
          </p:pic>
        </mc:Fallback>
      </mc:AlternateContent>
    </p:spTree>
    <p:extLst>
      <p:ext uri="{BB962C8B-B14F-4D97-AF65-F5344CB8AC3E}">
        <p14:creationId xmlns:p14="http://schemas.microsoft.com/office/powerpoint/2010/main" val="73125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29251-DA4E-4F64-B9CB-9582E26A5D1B}"/>
              </a:ext>
            </a:extLst>
          </p:cNvPr>
          <p:cNvSpPr>
            <a:spLocks noGrp="1"/>
          </p:cNvSpPr>
          <p:nvPr>
            <p:ph type="title"/>
          </p:nvPr>
        </p:nvSpPr>
        <p:spPr/>
        <p:txBody>
          <a:bodyPr/>
          <a:lstStyle/>
          <a:p>
            <a:r>
              <a:rPr lang="en-US" b="1" dirty="0"/>
              <a:t>Example 1 – Huffman Coding</a:t>
            </a:r>
          </a:p>
        </p:txBody>
      </p:sp>
      <p:sp>
        <p:nvSpPr>
          <p:cNvPr id="3" name="Content Placeholder 2">
            <a:extLst>
              <a:ext uri="{FF2B5EF4-FFF2-40B4-BE49-F238E27FC236}">
                <a16:creationId xmlns:a16="http://schemas.microsoft.com/office/drawing/2014/main" id="{C6233702-A528-4ED8-B24D-02F596837ACC}"/>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C56AE399-05AA-4DE2-A5FD-57B27D4940EF}"/>
              </a:ext>
            </a:extLst>
          </p:cNvPr>
          <p:cNvSpPr>
            <a:spLocks noGrp="1"/>
          </p:cNvSpPr>
          <p:nvPr>
            <p:ph type="sldNum" sz="quarter" idx="12"/>
          </p:nvPr>
        </p:nvSpPr>
        <p:spPr/>
        <p:txBody>
          <a:bodyPr/>
          <a:lstStyle/>
          <a:p>
            <a:fld id="{564D4AF4-0706-42FF-9932-4A301B8C57D2}" type="slidenum">
              <a:rPr lang="en-US" smtClean="0"/>
              <a:t>28</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4EF49B5-DBFB-48CD-81DC-746B981D2018}"/>
                  </a:ext>
                </a:extLst>
              </p14:cNvPr>
              <p14:cNvContentPartPr/>
              <p14:nvPr/>
            </p14:nvContentPartPr>
            <p14:xfrm>
              <a:off x="74520" y="0"/>
              <a:ext cx="11799360" cy="6562800"/>
            </p14:xfrm>
          </p:contentPart>
        </mc:Choice>
        <mc:Fallback xmlns="">
          <p:pic>
            <p:nvPicPr>
              <p:cNvPr id="5" name="Ink 4">
                <a:extLst>
                  <a:ext uri="{FF2B5EF4-FFF2-40B4-BE49-F238E27FC236}">
                    <a16:creationId xmlns:a16="http://schemas.microsoft.com/office/drawing/2014/main" id="{B4EF49B5-DBFB-48CD-81DC-746B981D2018}"/>
                  </a:ext>
                </a:extLst>
              </p:cNvPr>
              <p:cNvPicPr/>
              <p:nvPr/>
            </p:nvPicPr>
            <p:blipFill>
              <a:blip r:embed="rId3"/>
              <a:stretch>
                <a:fillRect/>
              </a:stretch>
            </p:blipFill>
            <p:spPr>
              <a:xfrm>
                <a:off x="65160" y="-9360"/>
                <a:ext cx="11818080" cy="6581520"/>
              </a:xfrm>
              <a:prstGeom prst="rect">
                <a:avLst/>
              </a:prstGeom>
            </p:spPr>
          </p:pic>
        </mc:Fallback>
      </mc:AlternateContent>
    </p:spTree>
    <p:extLst>
      <p:ext uri="{BB962C8B-B14F-4D97-AF65-F5344CB8AC3E}">
        <p14:creationId xmlns:p14="http://schemas.microsoft.com/office/powerpoint/2010/main" val="2546120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F3F6-882A-406A-B417-BF1890A3D894}"/>
              </a:ext>
            </a:extLst>
          </p:cNvPr>
          <p:cNvSpPr>
            <a:spLocks noGrp="1"/>
          </p:cNvSpPr>
          <p:nvPr>
            <p:ph type="title"/>
          </p:nvPr>
        </p:nvSpPr>
        <p:spPr/>
        <p:txBody>
          <a:bodyPr/>
          <a:lstStyle/>
          <a:p>
            <a:r>
              <a:rPr lang="en-US" b="1" dirty="0"/>
              <a:t>Example 2</a:t>
            </a:r>
          </a:p>
        </p:txBody>
      </p:sp>
      <p:sp>
        <p:nvSpPr>
          <p:cNvPr id="3" name="Content Placeholder 2">
            <a:extLst>
              <a:ext uri="{FF2B5EF4-FFF2-40B4-BE49-F238E27FC236}">
                <a16:creationId xmlns:a16="http://schemas.microsoft.com/office/drawing/2014/main" id="{B91CF112-B06D-4790-9BB2-8DE70D0B4D4C}"/>
              </a:ext>
            </a:extLst>
          </p:cNvPr>
          <p:cNvSpPr>
            <a:spLocks noGrp="1"/>
          </p:cNvSpPr>
          <p:nvPr>
            <p:ph idx="1"/>
          </p:nvPr>
        </p:nvSpPr>
        <p:spPr/>
        <p:txBody>
          <a:bodyPr/>
          <a:lstStyle/>
          <a:p>
            <a:r>
              <a:rPr lang="en-US" dirty="0"/>
              <a:t>Compare the normal coding with Huffman coding</a:t>
            </a:r>
          </a:p>
        </p:txBody>
      </p:sp>
      <p:sp>
        <p:nvSpPr>
          <p:cNvPr id="4" name="Slide Number Placeholder 3">
            <a:extLst>
              <a:ext uri="{FF2B5EF4-FFF2-40B4-BE49-F238E27FC236}">
                <a16:creationId xmlns:a16="http://schemas.microsoft.com/office/drawing/2014/main" id="{1F9624B1-5A9C-46CA-A2AC-080951E1CB89}"/>
              </a:ext>
            </a:extLst>
          </p:cNvPr>
          <p:cNvSpPr>
            <a:spLocks noGrp="1"/>
          </p:cNvSpPr>
          <p:nvPr>
            <p:ph type="sldNum" sz="quarter" idx="12"/>
          </p:nvPr>
        </p:nvSpPr>
        <p:spPr/>
        <p:txBody>
          <a:bodyPr/>
          <a:lstStyle/>
          <a:p>
            <a:fld id="{564D4AF4-0706-42FF-9932-4A301B8C57D2}" type="slidenum">
              <a:rPr lang="en-US" smtClean="0"/>
              <a:t>29</a:t>
            </a:fld>
            <a:endParaRPr lang="en-US"/>
          </a:p>
        </p:txBody>
      </p:sp>
      <p:graphicFrame>
        <p:nvGraphicFramePr>
          <p:cNvPr id="5" name="Table 5">
            <a:extLst>
              <a:ext uri="{FF2B5EF4-FFF2-40B4-BE49-F238E27FC236}">
                <a16:creationId xmlns:a16="http://schemas.microsoft.com/office/drawing/2014/main" id="{3BD47ED8-D02C-4A04-9247-7F4CB01B15A5}"/>
              </a:ext>
            </a:extLst>
          </p:cNvPr>
          <p:cNvGraphicFramePr>
            <a:graphicFrameLocks noGrp="1"/>
          </p:cNvGraphicFramePr>
          <p:nvPr>
            <p:extLst>
              <p:ext uri="{D42A27DB-BD31-4B8C-83A1-F6EECF244321}">
                <p14:modId xmlns:p14="http://schemas.microsoft.com/office/powerpoint/2010/main" val="1854557960"/>
              </p:ext>
            </p:extLst>
          </p:nvPr>
        </p:nvGraphicFramePr>
        <p:xfrm>
          <a:off x="3467101" y="2515552"/>
          <a:ext cx="3855953" cy="2595880"/>
        </p:xfrm>
        <a:graphic>
          <a:graphicData uri="http://schemas.openxmlformats.org/drawingml/2006/table">
            <a:tbl>
              <a:tblPr firstRow="1" bandRow="1">
                <a:tableStyleId>{5C22544A-7EE6-4342-B048-85BDC9FD1C3A}</a:tableStyleId>
              </a:tblPr>
              <a:tblGrid>
                <a:gridCol w="1146620">
                  <a:extLst>
                    <a:ext uri="{9D8B030D-6E8A-4147-A177-3AD203B41FA5}">
                      <a16:colId xmlns:a16="http://schemas.microsoft.com/office/drawing/2014/main" val="2685794019"/>
                    </a:ext>
                  </a:extLst>
                </a:gridCol>
                <a:gridCol w="2709333">
                  <a:extLst>
                    <a:ext uri="{9D8B030D-6E8A-4147-A177-3AD203B41FA5}">
                      <a16:colId xmlns:a16="http://schemas.microsoft.com/office/drawing/2014/main" val="2715827928"/>
                    </a:ext>
                  </a:extLst>
                </a:gridCol>
              </a:tblGrid>
              <a:tr h="370840">
                <a:tc>
                  <a:txBody>
                    <a:bodyPr/>
                    <a:lstStyle/>
                    <a:p>
                      <a:pPr algn="ctr"/>
                      <a:r>
                        <a:rPr lang="en-US" dirty="0"/>
                        <a:t>Character</a:t>
                      </a:r>
                    </a:p>
                  </a:txBody>
                  <a:tcPr/>
                </a:tc>
                <a:tc>
                  <a:txBody>
                    <a:bodyPr/>
                    <a:lstStyle/>
                    <a:p>
                      <a:pPr algn="ctr"/>
                      <a:r>
                        <a:rPr lang="en-US" dirty="0"/>
                        <a:t>Occurrence (in lakhs)</a:t>
                      </a:r>
                    </a:p>
                  </a:txBody>
                  <a:tcPr/>
                </a:tc>
                <a:extLst>
                  <a:ext uri="{0D108BD9-81ED-4DB2-BD59-A6C34878D82A}">
                    <a16:rowId xmlns:a16="http://schemas.microsoft.com/office/drawing/2014/main" val="2235335923"/>
                  </a:ext>
                </a:extLst>
              </a:tr>
              <a:tr h="370840">
                <a:tc>
                  <a:txBody>
                    <a:bodyPr/>
                    <a:lstStyle/>
                    <a:p>
                      <a:pPr algn="ctr"/>
                      <a:r>
                        <a:rPr lang="en-US" dirty="0"/>
                        <a:t>A</a:t>
                      </a:r>
                    </a:p>
                  </a:txBody>
                  <a:tcPr/>
                </a:tc>
                <a:tc>
                  <a:txBody>
                    <a:bodyPr/>
                    <a:lstStyle/>
                    <a:p>
                      <a:pPr algn="ctr"/>
                      <a:r>
                        <a:rPr lang="en-US" dirty="0"/>
                        <a:t>45</a:t>
                      </a:r>
                    </a:p>
                  </a:txBody>
                  <a:tcPr/>
                </a:tc>
                <a:extLst>
                  <a:ext uri="{0D108BD9-81ED-4DB2-BD59-A6C34878D82A}">
                    <a16:rowId xmlns:a16="http://schemas.microsoft.com/office/drawing/2014/main" val="330783990"/>
                  </a:ext>
                </a:extLst>
              </a:tr>
              <a:tr h="370840">
                <a:tc>
                  <a:txBody>
                    <a:bodyPr/>
                    <a:lstStyle/>
                    <a:p>
                      <a:pPr algn="ctr"/>
                      <a:r>
                        <a:rPr lang="en-US" dirty="0"/>
                        <a:t>B</a:t>
                      </a:r>
                    </a:p>
                  </a:txBody>
                  <a:tcPr/>
                </a:tc>
                <a:tc>
                  <a:txBody>
                    <a:bodyPr/>
                    <a:lstStyle/>
                    <a:p>
                      <a:pPr algn="ctr"/>
                      <a:r>
                        <a:rPr lang="en-US" dirty="0"/>
                        <a:t>13</a:t>
                      </a:r>
                    </a:p>
                  </a:txBody>
                  <a:tcPr/>
                </a:tc>
                <a:extLst>
                  <a:ext uri="{0D108BD9-81ED-4DB2-BD59-A6C34878D82A}">
                    <a16:rowId xmlns:a16="http://schemas.microsoft.com/office/drawing/2014/main" val="436361906"/>
                  </a:ext>
                </a:extLst>
              </a:tr>
              <a:tr h="370840">
                <a:tc>
                  <a:txBody>
                    <a:bodyPr/>
                    <a:lstStyle/>
                    <a:p>
                      <a:pPr algn="ctr"/>
                      <a:r>
                        <a:rPr lang="en-US" dirty="0"/>
                        <a:t>C</a:t>
                      </a:r>
                    </a:p>
                  </a:txBody>
                  <a:tcPr/>
                </a:tc>
                <a:tc>
                  <a:txBody>
                    <a:bodyPr/>
                    <a:lstStyle/>
                    <a:p>
                      <a:pPr algn="ctr"/>
                      <a:r>
                        <a:rPr lang="en-US" dirty="0"/>
                        <a:t>12</a:t>
                      </a:r>
                    </a:p>
                  </a:txBody>
                  <a:tcPr/>
                </a:tc>
                <a:extLst>
                  <a:ext uri="{0D108BD9-81ED-4DB2-BD59-A6C34878D82A}">
                    <a16:rowId xmlns:a16="http://schemas.microsoft.com/office/drawing/2014/main" val="2651871297"/>
                  </a:ext>
                </a:extLst>
              </a:tr>
              <a:tr h="370840">
                <a:tc>
                  <a:txBody>
                    <a:bodyPr/>
                    <a:lstStyle/>
                    <a:p>
                      <a:pPr algn="ctr"/>
                      <a:r>
                        <a:rPr lang="en-US" dirty="0"/>
                        <a:t>D</a:t>
                      </a:r>
                    </a:p>
                  </a:txBody>
                  <a:tcPr/>
                </a:tc>
                <a:tc>
                  <a:txBody>
                    <a:bodyPr/>
                    <a:lstStyle/>
                    <a:p>
                      <a:pPr algn="ctr"/>
                      <a:r>
                        <a:rPr lang="en-US" dirty="0"/>
                        <a:t>16</a:t>
                      </a:r>
                    </a:p>
                  </a:txBody>
                  <a:tcPr/>
                </a:tc>
                <a:extLst>
                  <a:ext uri="{0D108BD9-81ED-4DB2-BD59-A6C34878D82A}">
                    <a16:rowId xmlns:a16="http://schemas.microsoft.com/office/drawing/2014/main" val="1750136851"/>
                  </a:ext>
                </a:extLst>
              </a:tr>
              <a:tr h="370840">
                <a:tc>
                  <a:txBody>
                    <a:bodyPr/>
                    <a:lstStyle/>
                    <a:p>
                      <a:pPr algn="ctr"/>
                      <a:r>
                        <a:rPr lang="en-US" dirty="0"/>
                        <a:t>E</a:t>
                      </a:r>
                    </a:p>
                  </a:txBody>
                  <a:tcPr/>
                </a:tc>
                <a:tc>
                  <a:txBody>
                    <a:bodyPr/>
                    <a:lstStyle/>
                    <a:p>
                      <a:pPr algn="ctr"/>
                      <a:r>
                        <a:rPr lang="en-US" dirty="0"/>
                        <a:t>9</a:t>
                      </a:r>
                    </a:p>
                  </a:txBody>
                  <a:tcPr/>
                </a:tc>
                <a:extLst>
                  <a:ext uri="{0D108BD9-81ED-4DB2-BD59-A6C34878D82A}">
                    <a16:rowId xmlns:a16="http://schemas.microsoft.com/office/drawing/2014/main" val="2446381781"/>
                  </a:ext>
                </a:extLst>
              </a:tr>
              <a:tr h="370840">
                <a:tc>
                  <a:txBody>
                    <a:bodyPr/>
                    <a:lstStyle/>
                    <a:p>
                      <a:pPr algn="ctr"/>
                      <a:r>
                        <a:rPr lang="en-US" dirty="0"/>
                        <a:t>F</a:t>
                      </a:r>
                    </a:p>
                  </a:txBody>
                  <a:tcPr/>
                </a:tc>
                <a:tc>
                  <a:txBody>
                    <a:bodyPr/>
                    <a:lstStyle/>
                    <a:p>
                      <a:pPr algn="ctr"/>
                      <a:r>
                        <a:rPr lang="en-US" dirty="0"/>
                        <a:t>5</a:t>
                      </a:r>
                    </a:p>
                  </a:txBody>
                  <a:tcPr/>
                </a:tc>
                <a:extLst>
                  <a:ext uri="{0D108BD9-81ED-4DB2-BD59-A6C34878D82A}">
                    <a16:rowId xmlns:a16="http://schemas.microsoft.com/office/drawing/2014/main" val="38916216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C55ADDE6-54D9-4FE3-9793-56EDAD916E39}"/>
                  </a:ext>
                </a:extLst>
              </p14:cNvPr>
              <p14:cNvContentPartPr/>
              <p14:nvPr/>
            </p14:nvContentPartPr>
            <p14:xfrm>
              <a:off x="480960" y="129600"/>
              <a:ext cx="11650320" cy="6618960"/>
            </p14:xfrm>
          </p:contentPart>
        </mc:Choice>
        <mc:Fallback xmlns="">
          <p:pic>
            <p:nvPicPr>
              <p:cNvPr id="6" name="Ink 5">
                <a:extLst>
                  <a:ext uri="{FF2B5EF4-FFF2-40B4-BE49-F238E27FC236}">
                    <a16:creationId xmlns:a16="http://schemas.microsoft.com/office/drawing/2014/main" id="{C55ADDE6-54D9-4FE3-9793-56EDAD916E39}"/>
                  </a:ext>
                </a:extLst>
              </p:cNvPr>
              <p:cNvPicPr/>
              <p:nvPr/>
            </p:nvPicPr>
            <p:blipFill>
              <a:blip r:embed="rId3"/>
              <a:stretch>
                <a:fillRect/>
              </a:stretch>
            </p:blipFill>
            <p:spPr>
              <a:xfrm>
                <a:off x="471600" y="120240"/>
                <a:ext cx="11669040" cy="6637680"/>
              </a:xfrm>
              <a:prstGeom prst="rect">
                <a:avLst/>
              </a:prstGeom>
            </p:spPr>
          </p:pic>
        </mc:Fallback>
      </mc:AlternateContent>
    </p:spTree>
    <p:extLst>
      <p:ext uri="{BB962C8B-B14F-4D97-AF65-F5344CB8AC3E}">
        <p14:creationId xmlns:p14="http://schemas.microsoft.com/office/powerpoint/2010/main" val="68194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DBA4-D335-4793-B818-E124F7FAB6F2}"/>
              </a:ext>
            </a:extLst>
          </p:cNvPr>
          <p:cNvSpPr>
            <a:spLocks noGrp="1"/>
          </p:cNvSpPr>
          <p:nvPr>
            <p:ph type="title"/>
          </p:nvPr>
        </p:nvSpPr>
        <p:spPr/>
        <p:txBody>
          <a:bodyPr/>
          <a:lstStyle/>
          <a:p>
            <a:r>
              <a:rPr lang="en-US" b="1" dirty="0"/>
              <a:t>Example 3</a:t>
            </a:r>
          </a:p>
        </p:txBody>
      </p:sp>
      <p:sp>
        <p:nvSpPr>
          <p:cNvPr id="3" name="Content Placeholder 2">
            <a:extLst>
              <a:ext uri="{FF2B5EF4-FFF2-40B4-BE49-F238E27FC236}">
                <a16:creationId xmlns:a16="http://schemas.microsoft.com/office/drawing/2014/main" id="{E15BDE8A-EA02-456E-B55E-9415FFCD29ED}"/>
              </a:ext>
            </a:extLst>
          </p:cNvPr>
          <p:cNvSpPr>
            <a:spLocks noGrp="1"/>
          </p:cNvSpPr>
          <p:nvPr>
            <p:ph idx="1"/>
          </p:nvPr>
        </p:nvSpPr>
        <p:spPr/>
        <p:txBody>
          <a:bodyPr/>
          <a:lstStyle/>
          <a:p>
            <a:r>
              <a:rPr lang="en-US" dirty="0"/>
              <a:t>Encode the characters in the word MISSISSIPPI</a:t>
            </a:r>
          </a:p>
        </p:txBody>
      </p:sp>
      <p:sp>
        <p:nvSpPr>
          <p:cNvPr id="4" name="Slide Number Placeholder 3">
            <a:extLst>
              <a:ext uri="{FF2B5EF4-FFF2-40B4-BE49-F238E27FC236}">
                <a16:creationId xmlns:a16="http://schemas.microsoft.com/office/drawing/2014/main" id="{CDA7BE33-A097-4346-953B-7B2A4339537C}"/>
              </a:ext>
            </a:extLst>
          </p:cNvPr>
          <p:cNvSpPr>
            <a:spLocks noGrp="1"/>
          </p:cNvSpPr>
          <p:nvPr>
            <p:ph type="sldNum" sz="quarter" idx="12"/>
          </p:nvPr>
        </p:nvSpPr>
        <p:spPr/>
        <p:txBody>
          <a:bodyPr/>
          <a:lstStyle/>
          <a:p>
            <a:fld id="{564D4AF4-0706-42FF-9932-4A301B8C57D2}" type="slidenum">
              <a:rPr lang="en-US" smtClean="0"/>
              <a:t>30</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D598725-3194-45C0-B5A8-478615C16F74}"/>
                  </a:ext>
                </a:extLst>
              </p14:cNvPr>
              <p14:cNvContentPartPr/>
              <p14:nvPr/>
            </p14:nvContentPartPr>
            <p14:xfrm>
              <a:off x="2177640" y="53280"/>
              <a:ext cx="9879120" cy="6310080"/>
            </p14:xfrm>
          </p:contentPart>
        </mc:Choice>
        <mc:Fallback xmlns="">
          <p:pic>
            <p:nvPicPr>
              <p:cNvPr id="5" name="Ink 4">
                <a:extLst>
                  <a:ext uri="{FF2B5EF4-FFF2-40B4-BE49-F238E27FC236}">
                    <a16:creationId xmlns:a16="http://schemas.microsoft.com/office/drawing/2014/main" id="{FD598725-3194-45C0-B5A8-478615C16F74}"/>
                  </a:ext>
                </a:extLst>
              </p:cNvPr>
              <p:cNvPicPr/>
              <p:nvPr/>
            </p:nvPicPr>
            <p:blipFill>
              <a:blip r:embed="rId3"/>
              <a:stretch>
                <a:fillRect/>
              </a:stretch>
            </p:blipFill>
            <p:spPr>
              <a:xfrm>
                <a:off x="2168280" y="43920"/>
                <a:ext cx="9897840" cy="6328800"/>
              </a:xfrm>
              <a:prstGeom prst="rect">
                <a:avLst/>
              </a:prstGeom>
            </p:spPr>
          </p:pic>
        </mc:Fallback>
      </mc:AlternateContent>
    </p:spTree>
    <p:extLst>
      <p:ext uri="{BB962C8B-B14F-4D97-AF65-F5344CB8AC3E}">
        <p14:creationId xmlns:p14="http://schemas.microsoft.com/office/powerpoint/2010/main" val="389292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1C178-0508-4A02-9D58-E7DE0440993E}"/>
              </a:ext>
            </a:extLst>
          </p:cNvPr>
          <p:cNvSpPr>
            <a:spLocks noGrp="1"/>
          </p:cNvSpPr>
          <p:nvPr>
            <p:ph type="title"/>
          </p:nvPr>
        </p:nvSpPr>
        <p:spPr/>
        <p:txBody>
          <a:bodyPr/>
          <a:lstStyle/>
          <a:p>
            <a:r>
              <a:rPr lang="en-US" b="1" dirty="0"/>
              <a:t>Huffman coding algorithm</a:t>
            </a:r>
          </a:p>
        </p:txBody>
      </p:sp>
      <p:sp>
        <p:nvSpPr>
          <p:cNvPr id="3" name="Content Placeholder 2">
            <a:extLst>
              <a:ext uri="{FF2B5EF4-FFF2-40B4-BE49-F238E27FC236}">
                <a16:creationId xmlns:a16="http://schemas.microsoft.com/office/drawing/2014/main" id="{1B1241EC-A3D9-43D0-956D-1EBDA3AE22A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FD22659-35DD-4986-A9A2-DD7D34CB83FD}"/>
              </a:ext>
            </a:extLst>
          </p:cNvPr>
          <p:cNvSpPr>
            <a:spLocks noGrp="1"/>
          </p:cNvSpPr>
          <p:nvPr>
            <p:ph type="sldNum" sz="quarter" idx="12"/>
          </p:nvPr>
        </p:nvSpPr>
        <p:spPr/>
        <p:txBody>
          <a:bodyPr/>
          <a:lstStyle/>
          <a:p>
            <a:fld id="{564D4AF4-0706-42FF-9932-4A301B8C57D2}" type="slidenum">
              <a:rPr lang="en-US" smtClean="0"/>
              <a:t>31</a:t>
            </a:fld>
            <a:endParaRPr lang="en-US"/>
          </a:p>
        </p:txBody>
      </p:sp>
      <p:pic>
        <p:nvPicPr>
          <p:cNvPr id="6" name="Picture 5">
            <a:extLst>
              <a:ext uri="{FF2B5EF4-FFF2-40B4-BE49-F238E27FC236}">
                <a16:creationId xmlns:a16="http://schemas.microsoft.com/office/drawing/2014/main" id="{A5CFC3B0-F3C7-4D7C-A282-FAE42A12F806}"/>
              </a:ext>
            </a:extLst>
          </p:cNvPr>
          <p:cNvPicPr>
            <a:picLocks noChangeAspect="1"/>
          </p:cNvPicPr>
          <p:nvPr/>
        </p:nvPicPr>
        <p:blipFill>
          <a:blip r:embed="rId2"/>
          <a:stretch>
            <a:fillRect/>
          </a:stretch>
        </p:blipFill>
        <p:spPr>
          <a:xfrm>
            <a:off x="1209675" y="1605756"/>
            <a:ext cx="7798418" cy="4977924"/>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63FDE23-29E8-4132-96E5-7BC1FE44C1D8}"/>
                  </a:ext>
                </a:extLst>
              </p14:cNvPr>
              <p14:cNvContentPartPr/>
              <p14:nvPr/>
            </p14:nvContentPartPr>
            <p14:xfrm>
              <a:off x="4568760" y="3156480"/>
              <a:ext cx="7467840" cy="3067200"/>
            </p14:xfrm>
          </p:contentPart>
        </mc:Choice>
        <mc:Fallback xmlns="">
          <p:pic>
            <p:nvPicPr>
              <p:cNvPr id="5" name="Ink 4">
                <a:extLst>
                  <a:ext uri="{FF2B5EF4-FFF2-40B4-BE49-F238E27FC236}">
                    <a16:creationId xmlns:a16="http://schemas.microsoft.com/office/drawing/2014/main" id="{F63FDE23-29E8-4132-96E5-7BC1FE44C1D8}"/>
                  </a:ext>
                </a:extLst>
              </p:cNvPr>
              <p:cNvPicPr/>
              <p:nvPr/>
            </p:nvPicPr>
            <p:blipFill>
              <a:blip r:embed="rId4"/>
              <a:stretch>
                <a:fillRect/>
              </a:stretch>
            </p:blipFill>
            <p:spPr>
              <a:xfrm>
                <a:off x="4559400" y="3147120"/>
                <a:ext cx="7486560" cy="3085920"/>
              </a:xfrm>
              <a:prstGeom prst="rect">
                <a:avLst/>
              </a:prstGeom>
            </p:spPr>
          </p:pic>
        </mc:Fallback>
      </mc:AlternateContent>
    </p:spTree>
    <p:extLst>
      <p:ext uri="{BB962C8B-B14F-4D97-AF65-F5344CB8AC3E}">
        <p14:creationId xmlns:p14="http://schemas.microsoft.com/office/powerpoint/2010/main" val="18201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313B-3F8C-4CBC-92B2-595A8D6B4453}"/>
              </a:ext>
            </a:extLst>
          </p:cNvPr>
          <p:cNvSpPr>
            <a:spLocks noGrp="1"/>
          </p:cNvSpPr>
          <p:nvPr>
            <p:ph type="title"/>
          </p:nvPr>
        </p:nvSpPr>
        <p:spPr/>
        <p:txBody>
          <a:bodyPr/>
          <a:lstStyle/>
          <a:p>
            <a:r>
              <a:rPr lang="en-US" b="1" dirty="0"/>
              <a:t>Coin Changing Problem</a:t>
            </a:r>
          </a:p>
        </p:txBody>
      </p:sp>
      <p:sp>
        <p:nvSpPr>
          <p:cNvPr id="3" name="Content Placeholder 2">
            <a:extLst>
              <a:ext uri="{FF2B5EF4-FFF2-40B4-BE49-F238E27FC236}">
                <a16:creationId xmlns:a16="http://schemas.microsoft.com/office/drawing/2014/main" id="{20E2033F-A35A-49AE-B300-9127FC70A528}"/>
              </a:ext>
            </a:extLst>
          </p:cNvPr>
          <p:cNvSpPr>
            <a:spLocks noGrp="1"/>
          </p:cNvSpPr>
          <p:nvPr>
            <p:ph idx="1"/>
          </p:nvPr>
        </p:nvSpPr>
        <p:spPr/>
        <p:txBody>
          <a:bodyPr/>
          <a:lstStyle/>
          <a:p>
            <a:pPr algn="just" fontAlgn="base"/>
            <a:r>
              <a:rPr lang="en-US" b="0" i="0" dirty="0">
                <a:effectLst/>
                <a:latin typeface="urw-din"/>
              </a:rPr>
              <a:t>Given a value N, if we want to make change for N cents, and we have infinite supply of each of S = { S1, S2, .. , </a:t>
            </a:r>
            <a:r>
              <a:rPr lang="en-US" b="0" i="0" dirty="0" err="1">
                <a:effectLst/>
                <a:latin typeface="urw-din"/>
              </a:rPr>
              <a:t>Sm</a:t>
            </a:r>
            <a:r>
              <a:rPr lang="en-US" b="0" i="0" dirty="0">
                <a:effectLst/>
                <a:latin typeface="urw-din"/>
              </a:rPr>
              <a:t>} valued coins, how many ways can we make the change? The order of coins doesn’t matter. Find the minimum number of coins to change. </a:t>
            </a:r>
          </a:p>
          <a:p>
            <a:pPr algn="just" fontAlgn="base"/>
            <a:r>
              <a:rPr lang="en-US" b="0" i="0" dirty="0">
                <a:effectLst/>
                <a:latin typeface="urw-din"/>
              </a:rPr>
              <a:t>For example, for N = 4 and S = {1,2,3}, there are four solutions: {1,1,1,1}, {1,1,2}, {2,2}, {1,3}. So output should be 4. Minimum is 2.</a:t>
            </a:r>
          </a:p>
          <a:p>
            <a:pPr algn="just" fontAlgn="base"/>
            <a:r>
              <a:rPr lang="en-US" b="0" i="0" dirty="0">
                <a:effectLst/>
                <a:latin typeface="urw-din"/>
              </a:rPr>
              <a:t>For N = 10 and S = {2, 5, 3, 6}, there are five solutions: {2,2,2,2,2}, {2,2,3,3}, {2,2,6}, {2,3,5} and {5,5}. So the output should be 5. Minimum is 2.</a:t>
            </a:r>
          </a:p>
          <a:p>
            <a:pPr algn="just"/>
            <a:endParaRPr lang="en-US" dirty="0"/>
          </a:p>
        </p:txBody>
      </p:sp>
      <p:sp>
        <p:nvSpPr>
          <p:cNvPr id="4" name="Slide Number Placeholder 3">
            <a:extLst>
              <a:ext uri="{FF2B5EF4-FFF2-40B4-BE49-F238E27FC236}">
                <a16:creationId xmlns:a16="http://schemas.microsoft.com/office/drawing/2014/main" id="{FC4F8002-F695-42D5-9319-67F7B030E327}"/>
              </a:ext>
            </a:extLst>
          </p:cNvPr>
          <p:cNvSpPr>
            <a:spLocks noGrp="1"/>
          </p:cNvSpPr>
          <p:nvPr>
            <p:ph type="sldNum" sz="quarter" idx="12"/>
          </p:nvPr>
        </p:nvSpPr>
        <p:spPr/>
        <p:txBody>
          <a:bodyPr/>
          <a:lstStyle/>
          <a:p>
            <a:fld id="{564D4AF4-0706-42FF-9932-4A301B8C57D2}" type="slidenum">
              <a:rPr lang="en-US" smtClean="0"/>
              <a:t>32</a:t>
            </a:fld>
            <a:endParaRPr lang="en-US"/>
          </a:p>
        </p:txBody>
      </p:sp>
    </p:spTree>
    <p:extLst>
      <p:ext uri="{BB962C8B-B14F-4D97-AF65-F5344CB8AC3E}">
        <p14:creationId xmlns:p14="http://schemas.microsoft.com/office/powerpoint/2010/main" val="4230468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1061F-8DCE-4C3E-9391-6ED925BF729E}"/>
              </a:ext>
            </a:extLst>
          </p:cNvPr>
          <p:cNvSpPr>
            <a:spLocks noGrp="1"/>
          </p:cNvSpPr>
          <p:nvPr>
            <p:ph type="title"/>
          </p:nvPr>
        </p:nvSpPr>
        <p:spPr/>
        <p:txBody>
          <a:bodyPr/>
          <a:lstStyle/>
          <a:p>
            <a:r>
              <a:rPr lang="en-US" b="1" dirty="0"/>
              <a:t>Example 1</a:t>
            </a:r>
          </a:p>
        </p:txBody>
      </p:sp>
      <p:sp>
        <p:nvSpPr>
          <p:cNvPr id="3" name="Content Placeholder 2">
            <a:extLst>
              <a:ext uri="{FF2B5EF4-FFF2-40B4-BE49-F238E27FC236}">
                <a16:creationId xmlns:a16="http://schemas.microsoft.com/office/drawing/2014/main" id="{589BB161-7B28-4184-8ECE-6F93DCEDF264}"/>
              </a:ext>
            </a:extLst>
          </p:cNvPr>
          <p:cNvSpPr>
            <a:spLocks noGrp="1"/>
          </p:cNvSpPr>
          <p:nvPr>
            <p:ph idx="1"/>
          </p:nvPr>
        </p:nvSpPr>
        <p:spPr/>
        <p:txBody>
          <a:bodyPr/>
          <a:lstStyle/>
          <a:p>
            <a:r>
              <a:rPr lang="en-US" dirty="0"/>
              <a:t>Assume the coins available as {30, 20, 5, 1}, how many ways you can make the change for the amount 28?</a:t>
            </a:r>
          </a:p>
          <a:p>
            <a:r>
              <a:rPr lang="en-US" dirty="0"/>
              <a:t>Solution:</a:t>
            </a:r>
          </a:p>
          <a:p>
            <a:pPr lvl="1" algn="just"/>
            <a:r>
              <a:rPr lang="en-US" dirty="0"/>
              <a:t>Sort the denominations in descending order and make change for the available amount. Say, pick 20, now remaining amount to make change is 28-20=8. Now pick the next highest denomination and repeat the steps. Solution is {20, 5, 1, 1, 1}</a:t>
            </a:r>
          </a:p>
          <a:p>
            <a:pPr marL="457200" lvl="1" indent="0" algn="just">
              <a:buNone/>
            </a:pPr>
            <a:endParaRPr lang="en-US" dirty="0"/>
          </a:p>
          <a:p>
            <a:endParaRPr lang="en-US" dirty="0"/>
          </a:p>
        </p:txBody>
      </p:sp>
      <p:sp>
        <p:nvSpPr>
          <p:cNvPr id="4" name="Slide Number Placeholder 3">
            <a:extLst>
              <a:ext uri="{FF2B5EF4-FFF2-40B4-BE49-F238E27FC236}">
                <a16:creationId xmlns:a16="http://schemas.microsoft.com/office/drawing/2014/main" id="{A2D99078-B10F-47ED-86A1-30E55C2CBED0}"/>
              </a:ext>
            </a:extLst>
          </p:cNvPr>
          <p:cNvSpPr>
            <a:spLocks noGrp="1"/>
          </p:cNvSpPr>
          <p:nvPr>
            <p:ph type="sldNum" sz="quarter" idx="12"/>
          </p:nvPr>
        </p:nvSpPr>
        <p:spPr/>
        <p:txBody>
          <a:bodyPr/>
          <a:lstStyle/>
          <a:p>
            <a:fld id="{564D4AF4-0706-42FF-9932-4A301B8C57D2}" type="slidenum">
              <a:rPr lang="en-US" smtClean="0"/>
              <a:t>33</a:t>
            </a:fld>
            <a:endParaRPr lang="en-US"/>
          </a:p>
        </p:txBody>
      </p:sp>
    </p:spTree>
    <p:extLst>
      <p:ext uri="{BB962C8B-B14F-4D97-AF65-F5344CB8AC3E}">
        <p14:creationId xmlns:p14="http://schemas.microsoft.com/office/powerpoint/2010/main" val="4010217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97F72-501D-41DC-82C6-78DD708CD64E}"/>
              </a:ext>
            </a:extLst>
          </p:cNvPr>
          <p:cNvSpPr>
            <a:spLocks noGrp="1"/>
          </p:cNvSpPr>
          <p:nvPr>
            <p:ph type="title"/>
          </p:nvPr>
        </p:nvSpPr>
        <p:spPr/>
        <p:txBody>
          <a:bodyPr/>
          <a:lstStyle/>
          <a:p>
            <a:r>
              <a:rPr lang="en-US" b="1" dirty="0"/>
              <a:t>Example 2</a:t>
            </a:r>
          </a:p>
        </p:txBody>
      </p:sp>
      <p:sp>
        <p:nvSpPr>
          <p:cNvPr id="3" name="Content Placeholder 2">
            <a:extLst>
              <a:ext uri="{FF2B5EF4-FFF2-40B4-BE49-F238E27FC236}">
                <a16:creationId xmlns:a16="http://schemas.microsoft.com/office/drawing/2014/main" id="{AD81B942-789D-4F1A-AC90-6AED63215F67}"/>
              </a:ext>
            </a:extLst>
          </p:cNvPr>
          <p:cNvSpPr>
            <a:spLocks noGrp="1"/>
          </p:cNvSpPr>
          <p:nvPr>
            <p:ph idx="1"/>
          </p:nvPr>
        </p:nvSpPr>
        <p:spPr/>
        <p:txBody>
          <a:bodyPr/>
          <a:lstStyle/>
          <a:p>
            <a:pPr algn="just"/>
            <a:r>
              <a:rPr lang="en-US" dirty="0"/>
              <a:t>Assume the coins available as {30, 20, 5, 1}, how many ways you can make the change for the amount 40?</a:t>
            </a:r>
          </a:p>
          <a:p>
            <a:pPr lvl="1" algn="just"/>
            <a:r>
              <a:rPr lang="en-US" dirty="0"/>
              <a:t>Using greedy, Solution is {30, 5, 5}. So the total coins are 3.</a:t>
            </a:r>
          </a:p>
          <a:p>
            <a:pPr lvl="1" algn="just"/>
            <a:r>
              <a:rPr lang="en-US" dirty="0"/>
              <a:t>But actually, solution could be {20, 20} with 2 coins.</a:t>
            </a:r>
          </a:p>
          <a:p>
            <a:pPr algn="just"/>
            <a:r>
              <a:rPr lang="en-US" dirty="0"/>
              <a:t>Greedy algorithm fails in such cases as it fails to give an optimal solution. </a:t>
            </a:r>
          </a:p>
          <a:p>
            <a:pPr algn="just"/>
            <a:r>
              <a:rPr lang="en-US" b="1" dirty="0">
                <a:solidFill>
                  <a:srgbClr val="C00000"/>
                </a:solidFill>
              </a:rPr>
              <a:t>Dynamic programming </a:t>
            </a:r>
            <a:r>
              <a:rPr lang="en-US" dirty="0"/>
              <a:t>approach can be used to get an optimal solution. </a:t>
            </a:r>
          </a:p>
        </p:txBody>
      </p:sp>
      <p:sp>
        <p:nvSpPr>
          <p:cNvPr id="4" name="Slide Number Placeholder 3">
            <a:extLst>
              <a:ext uri="{FF2B5EF4-FFF2-40B4-BE49-F238E27FC236}">
                <a16:creationId xmlns:a16="http://schemas.microsoft.com/office/drawing/2014/main" id="{8594F24F-96F0-4050-9564-DDD97CFE001D}"/>
              </a:ext>
            </a:extLst>
          </p:cNvPr>
          <p:cNvSpPr>
            <a:spLocks noGrp="1"/>
          </p:cNvSpPr>
          <p:nvPr>
            <p:ph type="sldNum" sz="quarter" idx="12"/>
          </p:nvPr>
        </p:nvSpPr>
        <p:spPr/>
        <p:txBody>
          <a:bodyPr/>
          <a:lstStyle/>
          <a:p>
            <a:fld id="{564D4AF4-0706-42FF-9932-4A301B8C57D2}" type="slidenum">
              <a:rPr lang="en-US" smtClean="0"/>
              <a:t>34</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FDF330E-60DE-45BE-8429-A950FDE2DDAD}"/>
                  </a:ext>
                </a:extLst>
              </p14:cNvPr>
              <p14:cNvContentPartPr/>
              <p14:nvPr/>
            </p14:nvContentPartPr>
            <p14:xfrm>
              <a:off x="1815120" y="455040"/>
              <a:ext cx="10238400" cy="4525920"/>
            </p14:xfrm>
          </p:contentPart>
        </mc:Choice>
        <mc:Fallback xmlns="">
          <p:pic>
            <p:nvPicPr>
              <p:cNvPr id="5" name="Ink 4">
                <a:extLst>
                  <a:ext uri="{FF2B5EF4-FFF2-40B4-BE49-F238E27FC236}">
                    <a16:creationId xmlns:a16="http://schemas.microsoft.com/office/drawing/2014/main" id="{CFDF330E-60DE-45BE-8429-A950FDE2DDAD}"/>
                  </a:ext>
                </a:extLst>
              </p:cNvPr>
              <p:cNvPicPr/>
              <p:nvPr/>
            </p:nvPicPr>
            <p:blipFill>
              <a:blip r:embed="rId3"/>
              <a:stretch>
                <a:fillRect/>
              </a:stretch>
            </p:blipFill>
            <p:spPr>
              <a:xfrm>
                <a:off x="1805760" y="445680"/>
                <a:ext cx="10257120" cy="4544640"/>
              </a:xfrm>
              <a:prstGeom prst="rect">
                <a:avLst/>
              </a:prstGeom>
            </p:spPr>
          </p:pic>
        </mc:Fallback>
      </mc:AlternateContent>
    </p:spTree>
    <p:extLst>
      <p:ext uri="{BB962C8B-B14F-4D97-AF65-F5344CB8AC3E}">
        <p14:creationId xmlns:p14="http://schemas.microsoft.com/office/powerpoint/2010/main" val="868254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DE929-F960-455D-9890-4AA3F2712B13}"/>
              </a:ext>
            </a:extLst>
          </p:cNvPr>
          <p:cNvSpPr>
            <a:spLocks noGrp="1"/>
          </p:cNvSpPr>
          <p:nvPr>
            <p:ph type="title"/>
          </p:nvPr>
        </p:nvSpPr>
        <p:spPr/>
        <p:txBody>
          <a:bodyPr/>
          <a:lstStyle/>
          <a:p>
            <a:r>
              <a:rPr lang="en-US" b="1" dirty="0"/>
              <a:t>Container Loading Problem</a:t>
            </a:r>
          </a:p>
        </p:txBody>
      </p:sp>
      <p:sp>
        <p:nvSpPr>
          <p:cNvPr id="3" name="Content Placeholder 2">
            <a:extLst>
              <a:ext uri="{FF2B5EF4-FFF2-40B4-BE49-F238E27FC236}">
                <a16:creationId xmlns:a16="http://schemas.microsoft.com/office/drawing/2014/main" id="{974DDBB4-7F3C-44BD-B8E7-932DE8A859F3}"/>
              </a:ext>
            </a:extLst>
          </p:cNvPr>
          <p:cNvSpPr>
            <a:spLocks noGrp="1"/>
          </p:cNvSpPr>
          <p:nvPr>
            <p:ph idx="1"/>
          </p:nvPr>
        </p:nvSpPr>
        <p:spPr/>
        <p:txBody>
          <a:bodyPr>
            <a:normAutofit fontScale="92500" lnSpcReduction="10000"/>
          </a:bodyPr>
          <a:lstStyle/>
          <a:p>
            <a:r>
              <a:rPr lang="en-US" dirty="0"/>
              <a:t>Loading a large ship with containers  </a:t>
            </a:r>
          </a:p>
          <a:p>
            <a:pPr lvl="1"/>
            <a:r>
              <a:rPr lang="en-US" dirty="0"/>
              <a:t>Different containers have different sizes  </a:t>
            </a:r>
          </a:p>
          <a:p>
            <a:pPr lvl="1"/>
            <a:r>
              <a:rPr lang="en-US" dirty="0"/>
              <a:t>Different containers have different weights  </a:t>
            </a:r>
          </a:p>
          <a:p>
            <a:pPr lvl="1"/>
            <a:r>
              <a:rPr lang="en-US" dirty="0"/>
              <a:t>Goal To load the ship with the maximum # of containers  </a:t>
            </a:r>
          </a:p>
          <a:p>
            <a:pPr lvl="1"/>
            <a:r>
              <a:rPr lang="en-US" dirty="0"/>
              <a:t>Container-loading problem is a kind of bin packing problem</a:t>
            </a:r>
          </a:p>
          <a:p>
            <a:r>
              <a:rPr lang="en-US" dirty="0"/>
              <a:t>Problem: Load as many containers as possible without sinking the ship!  </a:t>
            </a:r>
          </a:p>
          <a:p>
            <a:pPr lvl="1"/>
            <a:r>
              <a:rPr lang="en-US" dirty="0"/>
              <a:t>The ship has the capacity c  </a:t>
            </a:r>
          </a:p>
          <a:p>
            <a:pPr lvl="1"/>
            <a:r>
              <a:rPr lang="en-US" dirty="0"/>
              <a:t>There are m containers available for loading  </a:t>
            </a:r>
          </a:p>
          <a:p>
            <a:pPr lvl="1"/>
            <a:r>
              <a:rPr lang="en-US" dirty="0"/>
              <a:t>The weight of container </a:t>
            </a:r>
            <a:r>
              <a:rPr lang="en-US" dirty="0" err="1"/>
              <a:t>i</a:t>
            </a:r>
            <a:r>
              <a:rPr lang="en-US" dirty="0"/>
              <a:t> is </a:t>
            </a:r>
            <a:r>
              <a:rPr lang="en-US" dirty="0" err="1"/>
              <a:t>wi</a:t>
            </a:r>
            <a:r>
              <a:rPr lang="en-US" dirty="0"/>
              <a:t>  </a:t>
            </a:r>
          </a:p>
          <a:p>
            <a:pPr lvl="1"/>
            <a:r>
              <a:rPr lang="en-US" dirty="0"/>
              <a:t>Each weight is a positive number  </a:t>
            </a:r>
          </a:p>
          <a:p>
            <a:pPr lvl="1"/>
            <a:r>
              <a:rPr lang="en-US" dirty="0"/>
              <a:t>The volume of container is fixed  </a:t>
            </a:r>
          </a:p>
          <a:p>
            <a:pPr lvl="1"/>
            <a:r>
              <a:rPr lang="en-US" dirty="0"/>
              <a:t>Constraint: Sum of container weights &lt; c</a:t>
            </a:r>
          </a:p>
        </p:txBody>
      </p:sp>
      <p:sp>
        <p:nvSpPr>
          <p:cNvPr id="4" name="Slide Number Placeholder 3">
            <a:extLst>
              <a:ext uri="{FF2B5EF4-FFF2-40B4-BE49-F238E27FC236}">
                <a16:creationId xmlns:a16="http://schemas.microsoft.com/office/drawing/2014/main" id="{638FDB40-22A7-43FC-8D73-93558F9E43E3}"/>
              </a:ext>
            </a:extLst>
          </p:cNvPr>
          <p:cNvSpPr>
            <a:spLocks noGrp="1"/>
          </p:cNvSpPr>
          <p:nvPr>
            <p:ph type="sldNum" sz="quarter" idx="12"/>
          </p:nvPr>
        </p:nvSpPr>
        <p:spPr/>
        <p:txBody>
          <a:bodyPr/>
          <a:lstStyle/>
          <a:p>
            <a:fld id="{564D4AF4-0706-42FF-9932-4A301B8C57D2}" type="slidenum">
              <a:rPr lang="en-US" smtClean="0"/>
              <a:t>35</a:t>
            </a:fld>
            <a:endParaRPr lang="en-US"/>
          </a:p>
        </p:txBody>
      </p:sp>
    </p:spTree>
    <p:extLst>
      <p:ext uri="{BB962C8B-B14F-4D97-AF65-F5344CB8AC3E}">
        <p14:creationId xmlns:p14="http://schemas.microsoft.com/office/powerpoint/2010/main" val="3449448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800</TotalTime>
  <Words>2344</Words>
  <Application>Microsoft Office PowerPoint</Application>
  <PresentationFormat>Widescreen</PresentationFormat>
  <Paragraphs>268</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Times New Roman</vt:lpstr>
      <vt:lpstr>Trebuchet MS</vt:lpstr>
      <vt:lpstr>urw-din</vt:lpstr>
      <vt:lpstr>Office Theme</vt:lpstr>
      <vt:lpstr>Greedy Algorithms</vt:lpstr>
      <vt:lpstr>Optimization problems</vt:lpstr>
      <vt:lpstr>Greedy Approach</vt:lpstr>
      <vt:lpstr>Example</vt:lpstr>
      <vt:lpstr>Example</vt:lpstr>
      <vt:lpstr>Scheduling Problem – Solution 1</vt:lpstr>
      <vt:lpstr>Scheduling Problem – Solution 2</vt:lpstr>
      <vt:lpstr>Scheduling Problem – Optimal Solution</vt:lpstr>
      <vt:lpstr>Task Scheduling</vt:lpstr>
      <vt:lpstr>Task Scheduling – Example 1</vt:lpstr>
      <vt:lpstr>Task Scheduling - Algorithm</vt:lpstr>
      <vt:lpstr>Example 2</vt:lpstr>
      <vt:lpstr>Example 3</vt:lpstr>
      <vt:lpstr>Job/Task Scheduling</vt:lpstr>
      <vt:lpstr>Job/Task Scheduling - Algorithm</vt:lpstr>
      <vt:lpstr>Knapsack problem</vt:lpstr>
      <vt:lpstr>Example 1 – 0/1 knapsack problem</vt:lpstr>
      <vt:lpstr>Example 1 – Fractional Knapsack</vt:lpstr>
      <vt:lpstr>Example 2 – Fractional Knapsack</vt:lpstr>
      <vt:lpstr>Example 3 – Fractional Knapsack</vt:lpstr>
      <vt:lpstr>Fractional knapsack algorithm</vt:lpstr>
      <vt:lpstr>Value Index for 0-1 Fails…</vt:lpstr>
      <vt:lpstr>Huffman Coding</vt:lpstr>
      <vt:lpstr>What is Prefix code?</vt:lpstr>
      <vt:lpstr>How to construct Huffman coding?</vt:lpstr>
      <vt:lpstr>Example 1</vt:lpstr>
      <vt:lpstr>Example 1 - Solution</vt:lpstr>
      <vt:lpstr>Example 1 – Huffman Coding</vt:lpstr>
      <vt:lpstr>Example 2</vt:lpstr>
      <vt:lpstr>Example 3</vt:lpstr>
      <vt:lpstr>Huffman coding algorithm</vt:lpstr>
      <vt:lpstr>Coin Changing Problem</vt:lpstr>
      <vt:lpstr>Example 1</vt:lpstr>
      <vt:lpstr>Example 2</vt:lpstr>
      <vt:lpstr>Container Loading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Greedy Algorithms</dc:title>
  <dc:creator>Supriya M</dc:creator>
  <cp:lastModifiedBy>Dr. Supriya M.</cp:lastModifiedBy>
  <cp:revision>114</cp:revision>
  <dcterms:created xsi:type="dcterms:W3CDTF">2021-03-10T14:56:12Z</dcterms:created>
  <dcterms:modified xsi:type="dcterms:W3CDTF">2026-03-05T06:32:27Z</dcterms:modified>
</cp:coreProperties>
</file>