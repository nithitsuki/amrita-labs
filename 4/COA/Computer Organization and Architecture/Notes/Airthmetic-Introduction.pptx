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548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877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181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0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01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45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19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611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79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67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76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D0BEE-2711-44A0-9113-DAD88440B2B2}" type="datetimeFigureOut">
              <a:rPr lang="en-IN" smtClean="0"/>
              <a:t>28-10-2020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29CBC-F706-4A11-B2BD-026CFF1BF6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95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855" y="1634981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490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0082"/>
            <a:ext cx="10515600" cy="37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50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581891"/>
            <a:ext cx="9553575" cy="615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68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81" y="3021589"/>
            <a:ext cx="7762875" cy="3724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0764" y="2216727"/>
            <a:ext cx="5365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the concept of MSB and LSB?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155" y="687310"/>
            <a:ext cx="57245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91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46" y="1842656"/>
            <a:ext cx="11439525" cy="453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747837"/>
            <a:ext cx="11077575" cy="32120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4959927"/>
            <a:ext cx="11329988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85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25" y="0"/>
            <a:ext cx="6543675" cy="66198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" y="1560800"/>
            <a:ext cx="5652930" cy="4798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267392" y="193963"/>
            <a:ext cx="29191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2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763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16" y="2463944"/>
            <a:ext cx="11200968" cy="330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5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5743"/>
            <a:ext cx="3338945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928" y="235961"/>
            <a:ext cx="8487207" cy="645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75" y="143454"/>
            <a:ext cx="10515600" cy="8679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and Subtraction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384" y="1171575"/>
            <a:ext cx="6638925" cy="5686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14" y="1570327"/>
            <a:ext cx="4934095" cy="426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5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687"/>
            <a:ext cx="12192000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71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90" y="229585"/>
            <a:ext cx="10515600" cy="99262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does overflow occur?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97" y="1222206"/>
            <a:ext cx="11921403" cy="533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6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304800"/>
            <a:ext cx="11630025" cy="620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4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2062162"/>
            <a:ext cx="11001375" cy="34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166687"/>
            <a:ext cx="1176337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06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2" y="1856510"/>
            <a:ext cx="11268075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936" y="4203556"/>
            <a:ext cx="55721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30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38" y="-42863"/>
            <a:ext cx="12258675" cy="694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76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213" y="-119063"/>
            <a:ext cx="12544425" cy="70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87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343FEB5C221444880D7DBF4538A234" ma:contentTypeVersion="4" ma:contentTypeDescription="Create a new document." ma:contentTypeScope="" ma:versionID="f9278635f885b50443801e55704d5923">
  <xsd:schema xmlns:xsd="http://www.w3.org/2001/XMLSchema" xmlns:xs="http://www.w3.org/2001/XMLSchema" xmlns:p="http://schemas.microsoft.com/office/2006/metadata/properties" xmlns:ns2="08d7cdda-6996-4fae-af94-c53be16a0953" targetNamespace="http://schemas.microsoft.com/office/2006/metadata/properties" ma:root="true" ma:fieldsID="6333a04f46b1de33c84c409f2b85283a" ns2:_="">
    <xsd:import namespace="08d7cdda-6996-4fae-af94-c53be16a09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d7cdda-6996-4fae-af94-c53be16a0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CC7617-FFE0-4548-BEC2-5970CCD543D3}"/>
</file>

<file path=customXml/itemProps2.xml><?xml version="1.0" encoding="utf-8"?>
<ds:datastoreItem xmlns:ds="http://schemas.openxmlformats.org/officeDocument/2006/customXml" ds:itemID="{732A4D95-8277-42B6-ABD2-5C18B3BCACA9}"/>
</file>

<file path=customXml/itemProps3.xml><?xml version="1.0" encoding="utf-8"?>
<ds:datastoreItem xmlns:ds="http://schemas.openxmlformats.org/officeDocument/2006/customXml" ds:itemID="{36E50CA5-0CB0-433B-AA30-738FC367BBC2}"/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31</Words>
  <Application>Microsoft Office PowerPoint</Application>
  <PresentationFormat>Widescreen</PresentationFormat>
  <Paragraphs>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Arithmetic Operations</vt:lpstr>
      <vt:lpstr>Important</vt:lpstr>
      <vt:lpstr>PowerPoint Presentation</vt:lpstr>
      <vt:lpstr>PowerPoint Presentation</vt:lpstr>
      <vt:lpstr>Sign</vt:lpstr>
      <vt:lpstr>Contd.,</vt:lpstr>
      <vt:lpstr>PowerPoint Presentation</vt:lpstr>
      <vt:lpstr>New Introduction</vt:lpstr>
      <vt:lpstr>Negation</vt:lpstr>
      <vt:lpstr>Addition and Subtraction</vt:lpstr>
      <vt:lpstr>PowerPoint Presentation</vt:lpstr>
      <vt:lpstr>When does overflow occur?</vt:lpstr>
      <vt:lpstr>PowerPoint Presentation</vt:lpstr>
      <vt:lpstr>Contd.,</vt:lpstr>
      <vt:lpstr>PowerPoint Presentation</vt:lpstr>
      <vt:lpstr>Contd.,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Arithmetic Operations</dc:title>
  <dc:creator>admin</dc:creator>
  <cp:lastModifiedBy>admin</cp:lastModifiedBy>
  <cp:revision>14</cp:revision>
  <dcterms:created xsi:type="dcterms:W3CDTF">2020-10-23T03:40:08Z</dcterms:created>
  <dcterms:modified xsi:type="dcterms:W3CDTF">2020-10-28T05:25:56Z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0x0101002F343FEB5C221444880D7DBF4538A234</vt:lpwstr>
  </property>
</Properties>
</file>