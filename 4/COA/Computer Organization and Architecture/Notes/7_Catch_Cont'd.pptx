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1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21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34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17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51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2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57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76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8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03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47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796E4-4F09-4C80-95EA-88DEB1A510E9}" type="datetimeFigureOut">
              <a:rPr lang="en-IN" smtClean="0"/>
              <a:t>20-11-2020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58975-3FB4-4C24-81DE-A8E57E34B7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353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9418" y="1482581"/>
            <a:ext cx="9144000" cy="2387600"/>
          </a:xfrm>
        </p:spPr>
        <p:txBody>
          <a:bodyPr/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Catch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2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cache with 64 blocks and a block size of 16 bytes. To what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number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byte address 1200 map?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62127"/>
            <a:ext cx="5285509" cy="3096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976" y="2362127"/>
            <a:ext cx="5336840" cy="30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2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7818"/>
            <a:ext cx="10515600" cy="596179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03997"/>
            <a:ext cx="8991600" cy="676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0272"/>
            <a:ext cx="4848225" cy="1695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3851997"/>
            <a:ext cx="3324225" cy="2152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455" y="2955878"/>
            <a:ext cx="3382241" cy="294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0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26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Catch Miss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8290"/>
            <a:ext cx="10515600" cy="3786764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miss: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cache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cannot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filled because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not present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miss handling is done in collaboration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control unit and with a separate controller that initiates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refills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cache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Stall the processor.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89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5018" y="955965"/>
            <a:ext cx="1055716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be taken on an instruction cache miss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PC value (current PC – 4) to the memory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Instruct main memory to perform a read and wait for the memory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access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Write the cache entry, putting the data from memory in the data portion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entry, writing the upper bits of the address (from the ALU) into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tag field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turning the valid bit 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Restart the instruction execution at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step, which will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refetch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instruction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time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 the cache.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6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625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Writes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1818"/>
            <a:ext cx="10515600" cy="4680672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store instruction.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wrote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only the 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cache, without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main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have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from that in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and memory are said to be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rite-through: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in which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always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both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next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always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between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process.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0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1998"/>
            <a:ext cx="10515600" cy="86793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rite buffer: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queue that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waiting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written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memory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the data into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cache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into the write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processor can continue execution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 completes, the entry in the write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buffer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freed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if the write buffer is full?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Stall the processor.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at which the memory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complete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writes is less than the rate at which the processor is generating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53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to a write-through scheme is a scheme called write-back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rite-back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scheme that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writes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updating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only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in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cache, then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lower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hierarchy when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replaced.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04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43FEB5C221444880D7DBF4538A234" ma:contentTypeVersion="4" ma:contentTypeDescription="Create a new document." ma:contentTypeScope="" ma:versionID="f9278635f885b50443801e55704d5923">
  <xsd:schema xmlns:xsd="http://www.w3.org/2001/XMLSchema" xmlns:xs="http://www.w3.org/2001/XMLSchema" xmlns:p="http://schemas.microsoft.com/office/2006/metadata/properties" xmlns:ns2="08d7cdda-6996-4fae-af94-c53be16a0953" targetNamespace="http://schemas.microsoft.com/office/2006/metadata/properties" ma:root="true" ma:fieldsID="6333a04f46b1de33c84c409f2b85283a" ns2:_="">
    <xsd:import namespace="08d7cdda-6996-4fae-af94-c53be16a09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d7cdda-6996-4fae-af94-c53be16a0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A5CC9C-0DCA-4DE3-9942-606B6DDCF68D}"/>
</file>

<file path=customXml/itemProps2.xml><?xml version="1.0" encoding="utf-8"?>
<ds:datastoreItem xmlns:ds="http://schemas.openxmlformats.org/officeDocument/2006/customXml" ds:itemID="{C4F5CBEF-C3C3-4126-9ED9-80A6384EFCBF}"/>
</file>

<file path=customXml/itemProps3.xml><?xml version="1.0" encoding="utf-8"?>
<ds:datastoreItem xmlns:ds="http://schemas.openxmlformats.org/officeDocument/2006/customXml" ds:itemID="{FA5E92F0-52C7-43A0-95C7-D336B5F5FA19}"/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426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Problems on Catch</vt:lpstr>
      <vt:lpstr>Example 1. Consider a cache with 64 blocks and a block size of 16 bytes. To what block number does byte address 1200 map?</vt:lpstr>
      <vt:lpstr>Example 2.</vt:lpstr>
      <vt:lpstr>Handling Catch Miss</vt:lpstr>
      <vt:lpstr>PowerPoint Presentation</vt:lpstr>
      <vt:lpstr>Handling Writes</vt:lpstr>
      <vt:lpstr>Cont’d.</vt:lpstr>
      <vt:lpstr>Cont’d.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 on Catch</dc:title>
  <dc:creator>admin</dc:creator>
  <cp:lastModifiedBy>admin</cp:lastModifiedBy>
  <cp:revision>11</cp:revision>
  <dcterms:created xsi:type="dcterms:W3CDTF">2020-11-19T16:23:21Z</dcterms:created>
  <dcterms:modified xsi:type="dcterms:W3CDTF">2020-11-20T05:24:16Z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0x0101002F343FEB5C221444880D7DBF4538A234</vt:lpwstr>
  </property>
</Properties>
</file>