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01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68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59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88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58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2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78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2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2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F3661-8B4D-45F8-914C-F2CE7D59C438}" type="datetimeFigureOut">
              <a:rPr lang="en-IN" smtClean="0"/>
              <a:t>19-11-2020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64AA0-DA79-4E90-9642-E62F42216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7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13308"/>
            <a:ext cx="9144000" cy="238760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3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7915"/>
            <a:ext cx="10515600" cy="461673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library example, the desk acted as a cache—a safe place to store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things(books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we needed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 is the top level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memory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hierarchy, which is in between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and main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memories in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replaced by caches.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21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5" y="492220"/>
            <a:ext cx="10792690" cy="59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3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 Cache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mapping a data from main memory to catch memory.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mapping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Associative mapping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associative mapping</a:t>
            </a:r>
          </a:p>
          <a:p>
            <a:pPr marL="457200" lvl="1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 refers to copying the content of a location in main memory to a location in the catch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13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8388"/>
            <a:ext cx="3886200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961225"/>
            <a:ext cx="3886200" cy="1285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8807" y="1068388"/>
            <a:ext cx="390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Frame size = page size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807" y="2558905"/>
            <a:ext cx="6001224" cy="37809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8807" y="1913675"/>
            <a:ext cx="2248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dirty="0" smtClean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451" y="3805814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1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60" y="1302328"/>
            <a:ext cx="7495297" cy="4903207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02328"/>
            <a:ext cx="3886200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919660"/>
            <a:ext cx="3886200" cy="1285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89485" y="556552"/>
            <a:ext cx="3385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Associative Mapping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15" y="3999778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1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65" y="662852"/>
            <a:ext cx="6900860" cy="3438525"/>
          </a:xfrm>
          <a:prstGeom prst="rect">
            <a:avLst/>
          </a:prstGeom>
        </p:spPr>
      </p:pic>
      <p:pic>
        <p:nvPicPr>
          <p:cNvPr id="3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1" y="767627"/>
            <a:ext cx="3886200" cy="3333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81" y="4531733"/>
            <a:ext cx="3886200" cy="1285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766" y="4271962"/>
            <a:ext cx="6958010" cy="2276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141" y="3417887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9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43FEB5C221444880D7DBF4538A234" ma:contentTypeVersion="4" ma:contentTypeDescription="Create a new document." ma:contentTypeScope="" ma:versionID="f9278635f885b50443801e55704d5923">
  <xsd:schema xmlns:xsd="http://www.w3.org/2001/XMLSchema" xmlns:xs="http://www.w3.org/2001/XMLSchema" xmlns:p="http://schemas.microsoft.com/office/2006/metadata/properties" xmlns:ns2="08d7cdda-6996-4fae-af94-c53be16a0953" targetNamespace="http://schemas.microsoft.com/office/2006/metadata/properties" ma:root="true" ma:fieldsID="6333a04f46b1de33c84c409f2b85283a" ns2:_="">
    <xsd:import namespace="08d7cdda-6996-4fae-af94-c53be16a09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7cdda-6996-4fae-af94-c53be16a0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B66ADF-DD19-49C3-9DC1-5C612AF1DC18}"/>
</file>

<file path=customXml/itemProps2.xml><?xml version="1.0" encoding="utf-8"?>
<ds:datastoreItem xmlns:ds="http://schemas.openxmlformats.org/officeDocument/2006/customXml" ds:itemID="{B397FD7C-FC64-44ED-9A49-8B17860B9BDA}"/>
</file>

<file path=customXml/itemProps3.xml><?xml version="1.0" encoding="utf-8"?>
<ds:datastoreItem xmlns:ds="http://schemas.openxmlformats.org/officeDocument/2006/customXml" ds:itemID="{D973D1E9-F512-43C8-A11E-8429F911835E}"/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117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Cache Memory</vt:lpstr>
      <vt:lpstr>Introduction</vt:lpstr>
      <vt:lpstr>PowerPoint Presentation</vt:lpstr>
      <vt:lpstr>Accessing a Cache</vt:lpstr>
      <vt:lpstr>Example.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Memory</dc:title>
  <dc:creator>admin</dc:creator>
  <cp:lastModifiedBy>admin</cp:lastModifiedBy>
  <cp:revision>15</cp:revision>
  <dcterms:created xsi:type="dcterms:W3CDTF">2020-11-12T15:42:21Z</dcterms:created>
  <dcterms:modified xsi:type="dcterms:W3CDTF">2020-11-19T16:25:47Z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0x0101002F343FEB5C221444880D7DBF4538A234</vt:lpwstr>
  </property>
</Properties>
</file>