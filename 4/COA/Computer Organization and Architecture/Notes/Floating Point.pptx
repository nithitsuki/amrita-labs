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71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6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59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76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9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18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61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820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5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53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D1966-1C09-4BA2-B3B1-43ACD3DE4371}" type="datetimeFigureOut">
              <a:rPr lang="en-IN" smtClean="0"/>
              <a:t>02-11-2020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B3E30-160A-4897-A636-9C40384823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496436"/>
            <a:ext cx="9144000" cy="238760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Point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64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145"/>
            <a:ext cx="10515600" cy="4666818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fractions, which are called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number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that has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leading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0s is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number.</a:t>
            </a:r>
          </a:p>
          <a:p>
            <a:pPr lvl="1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-9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 normalized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notation.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as we can show decimal numbers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notation, we can also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binary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notation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  <a:p>
            <a:pPr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is not 10, we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name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in computer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point.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76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Point Representation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numbers are usually a multiple of the size of a word.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representation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MIPS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is shown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sizes of exponent and fraction give MIPS computer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extraordinary range.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117" y="3262674"/>
            <a:ext cx="9371765" cy="114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3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a double precision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takes two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MIPS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shown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are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</a:p>
          <a:p>
            <a:pPr marL="457200" lvl="1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(-1)</a:t>
            </a:r>
            <a:r>
              <a:rPr lang="en-I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F X 2</a:t>
            </a:r>
            <a:r>
              <a:rPr lang="en-I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marL="457200" lvl="1" indent="0">
              <a:buNone/>
            </a:pPr>
            <a:endParaRPr lang="en-I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involves the value in the fraction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 involves the value in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exponent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377" y="2646218"/>
            <a:ext cx="9085245" cy="170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11680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IEEE 754 binary representation of the number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263.3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precision.</a:t>
            </a:r>
          </a:p>
          <a:p>
            <a:pPr marL="0" indent="0"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us watch a video to understand it better.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Link: https://youtu.be/8afbTaA-gOQ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44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56" y="762001"/>
            <a:ext cx="9865736" cy="5798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9356" y="0"/>
            <a:ext cx="2633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1 and 2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64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3" y="870671"/>
            <a:ext cx="8594440" cy="51283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1440873" y="124691"/>
            <a:ext cx="2074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0873" y="6160223"/>
            <a:ext cx="8594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Result: 0100 0011 1000 0011 1010 0110 0110 0110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37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43019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Show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IEEE 754 binary representation of the number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45.45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single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 smtClean="0"/>
              <a:t>The </a:t>
            </a:r>
            <a:r>
              <a:rPr lang="en-US" dirty="0"/>
              <a:t>exponent bias </a:t>
            </a:r>
            <a:r>
              <a:rPr lang="en-US" dirty="0" smtClean="0"/>
              <a:t>for </a:t>
            </a:r>
            <a:r>
              <a:rPr lang="en-IN" dirty="0" smtClean="0"/>
              <a:t>single </a:t>
            </a:r>
            <a:r>
              <a:rPr lang="en-IN" dirty="0"/>
              <a:t>precision is </a:t>
            </a:r>
            <a:r>
              <a:rPr lang="en-IN" dirty="0" smtClean="0"/>
              <a:t>127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/>
              <a:t>	  The </a:t>
            </a:r>
            <a:r>
              <a:rPr lang="en-US" dirty="0"/>
              <a:t>exponent bias </a:t>
            </a:r>
            <a:r>
              <a:rPr lang="en-US" dirty="0" smtClean="0"/>
              <a:t>for </a:t>
            </a:r>
            <a:r>
              <a:rPr lang="en-IN" dirty="0" smtClean="0"/>
              <a:t>double </a:t>
            </a:r>
            <a:r>
              <a:rPr lang="en-IN" dirty="0"/>
              <a:t>precision is </a:t>
            </a:r>
            <a:r>
              <a:rPr lang="en-IN" dirty="0" smtClean="0"/>
              <a:t>1023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IEEE 754 binary representation of the number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A0F9.0EB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precision.</a:t>
            </a:r>
          </a:p>
          <a:p>
            <a:pPr marL="0" indent="0"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96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43FEB5C221444880D7DBF4538A234" ma:contentTypeVersion="4" ma:contentTypeDescription="Create a new document." ma:contentTypeScope="" ma:versionID="f9278635f885b50443801e55704d5923">
  <xsd:schema xmlns:xsd="http://www.w3.org/2001/XMLSchema" xmlns:xs="http://www.w3.org/2001/XMLSchema" xmlns:p="http://schemas.microsoft.com/office/2006/metadata/properties" xmlns:ns2="08d7cdda-6996-4fae-af94-c53be16a0953" targetNamespace="http://schemas.microsoft.com/office/2006/metadata/properties" ma:root="true" ma:fieldsID="6333a04f46b1de33c84c409f2b85283a" ns2:_="">
    <xsd:import namespace="08d7cdda-6996-4fae-af94-c53be16a09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d7cdda-6996-4fae-af94-c53be16a0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94D2F0-991F-4667-8435-8DD9F8E6EFCE}"/>
</file>

<file path=customXml/itemProps2.xml><?xml version="1.0" encoding="utf-8"?>
<ds:datastoreItem xmlns:ds="http://schemas.openxmlformats.org/officeDocument/2006/customXml" ds:itemID="{C8631D7F-A6E3-4CB7-98CE-008D8D78CF4D}"/>
</file>

<file path=customXml/itemProps3.xml><?xml version="1.0" encoding="utf-8"?>
<ds:datastoreItem xmlns:ds="http://schemas.openxmlformats.org/officeDocument/2006/customXml" ds:itemID="{A0E6C310-5FFF-4F4B-B79E-3DE4CEC8C245}"/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260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Floating Point</vt:lpstr>
      <vt:lpstr>Introduction</vt:lpstr>
      <vt:lpstr>Floating Point Representation</vt:lpstr>
      <vt:lpstr>Contd.,</vt:lpstr>
      <vt:lpstr>Example.</vt:lpstr>
      <vt:lpstr>PowerPoint Presentation</vt:lpstr>
      <vt:lpstr>PowerPoint Presentation</vt:lpstr>
      <vt:lpstr>Contd.,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Floating Point Representation</dc:title>
  <dc:creator>admin</dc:creator>
  <cp:lastModifiedBy>admin</cp:lastModifiedBy>
  <cp:revision>12</cp:revision>
  <dcterms:created xsi:type="dcterms:W3CDTF">2020-10-30T17:28:29Z</dcterms:created>
  <dcterms:modified xsi:type="dcterms:W3CDTF">2020-11-02T08:59:51Z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0x0101002F343FEB5C221444880D7DBF4538A234</vt:lpwstr>
  </property>
</Properties>
</file>