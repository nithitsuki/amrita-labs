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6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D6BD-B0B9-9939-4551-8CAE52B5B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B271E-115C-7EFD-FB6E-DDA0379C3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08CD-2630-698F-FF58-A36365CE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9E166-8F39-68DA-67D7-02D58E58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6FFFF-04CA-8E8F-C83A-1940DFF4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41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C4C7-6EBF-5080-9072-F123CD16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AB82-3C77-F07B-21F8-1A4B70F49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F7DC2-08CB-E325-102E-2FC0493A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7B9B6-9652-6633-505A-D4F516F3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35886-103B-344E-81F6-CBCE9D8E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58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0D51-2F51-24D5-870C-FDAB28C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FCE08-4FC6-7BD2-ACFD-BAE057FD7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FB1E-83D8-FBF0-EA69-CA5B29A5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B3BE-3BA5-2721-94C7-1B50AFB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8CF77-B58C-D784-D55D-AF3F97C7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89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DBA9-F388-7658-139F-BB14A096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FB5A5-69D2-9706-D624-74BFE36A3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F90D2-4C46-31E3-288A-7C1BE2A4C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6A239-ECC0-E4DE-218F-963491DA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23A2C-9D66-E071-6840-30CF57AF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5CC24-10EF-0549-1F04-F3721B2F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72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84EB-CD5C-4DCA-FB56-F52F66CBF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60448-B5C2-B28C-8B88-3F596430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EB56F-96D2-2FDF-3F9F-92A226972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BF043-8F01-C35C-C1AD-BE812A8AB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E0F1C-0A2B-51C5-878A-B900D02A8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67B01-7498-0D91-5FCD-2ACB2DF0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9FC0B-B52C-CD28-D0A3-AD2167C4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DECF9-A348-D4AF-1CE5-BFCD9E7A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8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C9B-75F1-DDC2-3F21-6C951204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F2EBB-9112-567D-23FF-F1738E4F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39C29-17DD-4569-EE67-23424350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417B4-C253-07D0-5200-6066A986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10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15A9C-979D-24ED-899A-2764F5A7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2DEC7-B3D3-5671-1BB7-508F3C450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F1FD4-3494-3631-9740-FA292EC2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3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BA12-D8FE-B01E-3BC5-9D3DB433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886B-2163-66B1-D6E2-870B88A52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DD4B1-6CC7-9FEC-5687-5C549C025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D7426-8310-8B23-07D7-655974F4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230DB-5A76-E5C9-3FB3-5469C1AF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63A22-7092-AAD9-BDFD-24589A8A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61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57D2-E151-BE80-CC69-CAC1B010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2A608-D2B2-2125-BE64-5C1442AD9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74393-54B3-A964-F163-72F9C397C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E178B-26F4-DC9A-90F1-1009449A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1DC55-495E-AF7C-D2B5-2E89D0B73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2EA51-3B64-165E-A06F-761E11C8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3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E50-035C-EF8D-5663-5DD40397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0EC7D-368A-F827-DE40-C852FB457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36366-07D9-9F16-448D-2926BECB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8F1F0-B246-D6AE-50C1-D439553C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A243E-C51D-DD83-4215-7069D803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E7D2B-6208-0CE9-EFE8-D811D7B7F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68BE6-5857-E34A-1D5A-592610B93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81068-1D21-C094-419F-8ECAEB3E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2F077-CC2A-CC78-3153-89456A42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D5A02-28DC-D331-1D08-EE3B0C0B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71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3C1BDE-AB9D-D4B3-0148-176A0A87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57B34-121E-5FDF-816E-515A60E0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2DDC-1ABB-6C4A-EFB0-C8A22BDD7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9225E-CE77-458E-981D-462F256F208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ED6D1-1D8B-4BA4-82DC-251F12FD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E5C3A-C03E-25DE-AAFF-A2FBBF25B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498FB-26B6-40D0-95DE-DD774CB71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91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AC5F-186C-DED1-6DC1-64CBD5982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93BEB-4F79-C5DA-29A5-A80835DA34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6844D-DE56-A983-DD10-F58617950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3" y="881743"/>
            <a:ext cx="11721014" cy="57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54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1CC9-DFBB-DEEF-B24E-614638D0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D84C-6A65-B9EA-8FBB-94A0E79B2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6C4B6-5189-3398-4C0F-A9E2D0A6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228600"/>
            <a:ext cx="11098174" cy="62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1F0-7C8F-A188-4199-112FCE8A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6250F-39DD-867E-432D-8D87DC3DA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64A83-DB20-D4B6-AF13-286FA65D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185058"/>
            <a:ext cx="10517068" cy="635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7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38290-28AE-8DE0-7C3B-C00A48DD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23E63-7DBB-C17C-B316-FE6E54CC4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B5548-DD06-4FB4-2C91-258EAB84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261257"/>
            <a:ext cx="11183911" cy="609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1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042C-3A6E-1135-E8BE-E418C8E3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62B34-9663-A673-E9C7-9B12A27C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226EC-4793-69B4-03FF-6C9418F1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66" y="141514"/>
            <a:ext cx="11060068" cy="633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8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2204-4292-F94B-E9A7-5BAD9C6A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C3F5B-249B-6A17-F514-7E56C73A1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C5621-2BBC-716C-9D6A-0FCC89864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228600"/>
            <a:ext cx="11612596" cy="625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2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9B8D-44B5-3592-3C83-DED5AE675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D3F9-F89F-EB70-1DD9-D026F5E7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FC965-FCB3-7D3C-BF24-D4EF77792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59" y="268184"/>
            <a:ext cx="11318584" cy="608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6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E12F-D31F-4EE3-57E2-E6023643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C89D-F506-C7DE-3AEF-8192341BB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6FCF6-B26E-9117-78C6-0933F68AE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266258"/>
            <a:ext cx="11412543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0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E60B-8EFD-FB65-4478-18D3C97F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E0CF5-F665-F7E2-B3E9-4ECB76536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43442-54C2-6C4C-9C65-844E2DD3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32890"/>
            <a:ext cx="11202963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0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84E8-7CD5-CCD3-9483-2F9ED105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BAB3-E2EF-F7DC-65A4-C6C4995C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1EF98-A7A1-5406-D4DB-A3F7546A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250371"/>
            <a:ext cx="11745964" cy="614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5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8BEA-A541-D492-EC5D-1D1BC260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863A1-7F2E-FC91-BF9B-75990A9E9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8702B-5305-0F10-3374-438C601CF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239486"/>
            <a:ext cx="11755491" cy="636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4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53B5-7C01-1443-7CC4-5E4C95B9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6BB00-5183-48A7-F036-79BB34DA4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6B69D-CC19-32E8-3942-FF77B3F09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309127"/>
            <a:ext cx="11736438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FC0B-AC2D-179E-780C-ABC373C3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21CB-78EB-1A37-75AE-E546C50A5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FE23C-3F4C-36EF-C581-D1EE497A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151942"/>
            <a:ext cx="11545911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61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9653-AFC8-9861-8AF8-145784EC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E8EF5-A8A1-405F-6C41-79EA47BA1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1BC33-CC25-AC30-FF5C-231C57FC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137653"/>
            <a:ext cx="11850754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3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28F4-AEEC-40FF-B7CF-B1730BA2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48549-5E5A-26D2-F401-A8CD18260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956F5-EB7F-1613-0C5D-48789E92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204337"/>
            <a:ext cx="11364911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6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4109-C2C0-DC8D-4A38-75543839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19744-0681-2414-1D0A-A4B6C8659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4DB4D-5348-0BB5-6645-60CA31172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304364"/>
            <a:ext cx="11545911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30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A9CD-812E-D031-2694-C5DB78C7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A9D4-A9D6-23CA-3610-11252D36E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DD578-FB15-E025-C0A5-D6E6D069D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66" y="365125"/>
            <a:ext cx="11060068" cy="58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88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B3DE-89AF-1DAD-963C-BF78E86B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4E72-B397-D1F4-F9B1-09A4C93E7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FA20D-CD78-7A2F-879C-8DE9C6855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275785"/>
            <a:ext cx="11650701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47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9396-0BE3-1053-C062-4C704C34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30C6E-A4BF-35F6-B41C-DDE969C0A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E0194-2E05-011C-8287-6C9293002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268302"/>
            <a:ext cx="10840963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8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50ED-4B95-1F9B-E445-25EB2045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4CE62-ADAC-9096-F249-F58F4202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0D0A3-3D6A-3136-06E6-528AA4123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365125"/>
            <a:ext cx="10917174" cy="602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91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40C6-F734-F84F-0D93-62212894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562D-3631-794E-8CA6-1C8FA3F7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D63B8-DE86-83CF-1A90-C2EFC295F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28100"/>
            <a:ext cx="12060333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06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1EBF-5614-727C-22BB-6CF17D80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39B18-82AA-D74C-254C-1578F2F0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51A58-720A-4125-B877-60D175036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256732"/>
            <a:ext cx="11698333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62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F5A0-AFEE-4065-49DE-ACE4ED05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56E7A-FFF3-E3C0-18F3-93FAD34B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11354-CF14-5F03-3EA8-12758071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232916"/>
            <a:ext cx="12165123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79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0DAF-7DB1-AF21-6661-D4556D08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4246-2B2E-2453-1F28-33985F0C7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44583-CF5F-8949-80A5-DC23AB1F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2" y="318653"/>
            <a:ext cx="11641175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99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BD78-F0D5-B8E3-6A46-523991BB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38BA3-7CE7-C9E3-B5B8-8CFA70FD4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E6947-5CA2-3169-87B8-C5C58819A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75732"/>
            <a:ext cx="11450648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52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8678-7E1C-0E0C-FD51-E83D79DA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385E4-E9DD-0328-6494-342E22FEC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651B5-428E-7C36-5574-156AE16F3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91" y="332943"/>
            <a:ext cx="11584017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93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CB4F-672D-E3D6-076F-8F44DBD1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9D951-94BF-8C26-2AA2-9CE6C79F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75E27-B623-100E-C331-D016BEDF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365125"/>
            <a:ext cx="10869542" cy="564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97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56BE-02B6-87A6-2762-D953D84A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5002F-E8A8-5DD3-98EC-C1BADDF0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57A06-F559-FFB9-42D5-ED5679C72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365125"/>
            <a:ext cx="11298227" cy="56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29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5B4D-7598-D1F2-1310-50ED7CE3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C437-F8F5-E275-5328-90912110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0906A-1871-5B17-EBC4-6437EB109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180521"/>
            <a:ext cx="11450648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29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171DD2-248A-188B-6B82-EEA668A8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1785708"/>
            <a:ext cx="10869542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86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9587E5-F789-6A6E-F6BA-9DDADC88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909286"/>
            <a:ext cx="11536385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91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1F59-F7E2-268E-71CF-38D25976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26E0-C217-0AEE-F6B4-C0E61D83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7A325-5D40-6058-3A23-450C8825B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266258"/>
            <a:ext cx="11717385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02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F301-732C-E431-C7C2-9B79A84C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99474-B3D7-6011-591C-4890C34FB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2F496-84C1-39EE-C10F-BACC8D38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147179"/>
            <a:ext cx="11260121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7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6611</TotalTime>
  <Words>2</Words>
  <Application>Microsoft Office PowerPoint</Application>
  <PresentationFormat>Widescreen</PresentationFormat>
  <Paragraphs>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Vishwas Swamy</dc:creator>
  <cp:lastModifiedBy>Gandrala Venkata Satya Sreepada-[BL.SC.U4CSE24012]</cp:lastModifiedBy>
  <cp:revision>2</cp:revision>
  <dcterms:created xsi:type="dcterms:W3CDTF">2025-03-17T04:03:13Z</dcterms:created>
  <dcterms:modified xsi:type="dcterms:W3CDTF">2026-04-05T18:39:17Z</dcterms:modified>
</cp:coreProperties>
</file>