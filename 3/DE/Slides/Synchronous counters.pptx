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18"/>
  </p:notesMasterIdLst>
  <p:sldIdLst>
    <p:sldId id="256" r:id="rId3"/>
    <p:sldId id="260" r:id="rId4"/>
    <p:sldId id="257" r:id="rId5"/>
    <p:sldId id="258" r:id="rId6"/>
    <p:sldId id="259" r:id="rId7"/>
    <p:sldId id="261" r:id="rId8"/>
    <p:sldId id="262" r:id="rId9"/>
    <p:sldId id="263" r:id="rId10"/>
    <p:sldId id="264" r:id="rId11"/>
    <p:sldId id="265" r:id="rId12"/>
    <p:sldId id="267" r:id="rId13"/>
    <p:sldId id="266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ebbbcd62-c0a9-46ff-a92c-5f2300087164::" providerId="AD" clId="Web-{B1214025-6336-2602-FF70-DF01C22763F4}"/>
    <pc:docChg chg="modSld">
      <pc:chgData name="Guest User" userId="S::urn:spo:tenantanon#ebbbcd62-c0a9-46ff-a92c-5f2300087164::" providerId="AD" clId="Web-{B1214025-6336-2602-FF70-DF01C22763F4}" dt="2025-10-31T03:59:16.613" v="1" actId="1076"/>
      <pc:docMkLst>
        <pc:docMk/>
      </pc:docMkLst>
      <pc:sldChg chg="modSp">
        <pc:chgData name="Guest User" userId="S::urn:spo:tenantanon#ebbbcd62-c0a9-46ff-a92c-5f2300087164::" providerId="AD" clId="Web-{B1214025-6336-2602-FF70-DF01C22763F4}" dt="2025-10-31T03:59:16.613" v="1" actId="1076"/>
        <pc:sldMkLst>
          <pc:docMk/>
          <pc:sldMk cId="4187314053" sldId="260"/>
        </pc:sldMkLst>
        <pc:picChg chg="mod">
          <ac:chgData name="Guest User" userId="S::urn:spo:tenantanon#ebbbcd62-c0a9-46ff-a92c-5f2300087164::" providerId="AD" clId="Web-{B1214025-6336-2602-FF70-DF01C22763F4}" dt="2025-10-31T03:59:16.613" v="1" actId="1076"/>
          <ac:picMkLst>
            <pc:docMk/>
            <pc:sldMk cId="4187314053" sldId="260"/>
            <ac:picMk id="7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B3A6A6-94DB-4E69-A51D-AC6BAED101D1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2563FF-343A-44BD-9B8C-8979209918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637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BD4EF-3056-4B97-9556-2B5E2B0ECB07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19ECE204/Digital Electronics &amp; Systems, III Semester, B. Tech. (ECE and CSE)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75514-8565-4B1F-808F-4A3F55E508C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G:\School\AVV logo\Amrita-colr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35213" y="175475"/>
            <a:ext cx="2303462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24720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E79CC-A6B8-4C49-AF34-96484E9A19DF}" type="datetime1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19ECE204/Digital Electronics &amp; Systems, III Semester, B. Tech. (ECE and CSE)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75514-8565-4B1F-808F-4A3F55E508C2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 descr="G:\School\AVV logo\Amrita-colr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35213" y="175475"/>
            <a:ext cx="2303462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47408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642D4-807D-420D-80A1-F35452B67CB3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19ECE204/Digital Electronics &amp; Systems, III Semester, B. Tech. (ECE and CSE)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75514-8565-4B1F-808F-4A3F55E50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387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50D6-8969-4F90-B501-B02EAEAED0F4}" type="datetime1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19ECE204/Digital Electronics &amp; Systems, III Semester, B. Tech. (ECE and CSE)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75514-8565-4B1F-808F-4A3F55E50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84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281B8-BBF3-434A-93B1-CF08EA714994}" type="datetime1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19ECE204/Digital Electronics &amp; Systems, III Semester, B. Tech. (ECE and CSE)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75514-8565-4B1F-808F-4A3F55E50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722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30E48-BE2D-4AA2-A0EB-9EA694F21726}" type="datetime1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19ECE204/Digital Electronics &amp; Systems, III Semester, B. Tech. (ECE and CSE)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75514-8565-4B1F-808F-4A3F55E50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872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AFC3D-4387-49FD-A45B-F652CB747E05}" type="datetime1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19ECE204/Digital Electronics &amp; Systems, III Semester, B. Tech. (ECE and CSE)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75514-8565-4B1F-808F-4A3F55E50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275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28F30-94FE-4D3B-B1BE-8F01BBC3B0D5}" type="datetime1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19ECE204/Digital Electronics &amp; Systems, III Semester, B. Tech. (ECE and CSE)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75514-8565-4B1F-808F-4A3F55E50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560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D5117-E551-4A2E-9BBE-E73A17A8D695}" type="datetime1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19ECE204/Digital Electronics &amp; Systems, III Semester, B. Tech. (ECE and CSE)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75514-8565-4B1F-808F-4A3F55E50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265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979C2-1AA3-431E-BDAF-BD3D286FD147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19ECE204/Digital Electronics &amp; Systems, III Semester, B. Tech. (ECE and CSE)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75514-8565-4B1F-808F-4A3F55E50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168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B5EEE-2FDC-495F-9583-E05CE03C685D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19ECE204/Digital Electronics &amp; Systems, III Semester, B. Tech. (ECE and CSE)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75514-8565-4B1F-808F-4A3F55E50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881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4116F-E6DB-45FA-8550-946574418C50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19ECE204/Digital Electronics &amp; Systems, III Semester, B. Tech. (ECE and CSE)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8CEE4-497A-46F1-9B46-31574AD5C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6672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CAAD-A33B-4E51-A45C-933544C1C87A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19ECE204/Digital Electronics &amp; Systems, III Semester, B. Tech. (ECE and CSE)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8CEE4-497A-46F1-9B46-31574AD5C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8401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620A9-077A-43BA-B166-40E9CA25818D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19ECE204/Digital Electronics &amp; Systems, III Semester, B. Tech. (ECE and CSE)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8CEE4-497A-46F1-9B46-31574AD5C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FE07F-ED13-4319-B417-C7202829986A}" type="datetime1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19ECE204/Digital Electronics &amp; Systems, III Semester, B. Tech. (ECE and CSE)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8CEE4-497A-46F1-9B46-31574AD5C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9111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8FF0C-C765-443E-9334-3170E3AFC63E}" type="datetime1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19ECE204/Digital Electronics &amp; Systems, III Semester, B. Tech. (ECE and CSE)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8CEE4-497A-46F1-9B46-31574AD5C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92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97AC9-1F9E-4900-AADC-FC5AFB2FEEDF}" type="datetime1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19ECE204/Digital Electronics &amp; Systems, III Semester, B. Tech. (ECE and CSE)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8CEE4-497A-46F1-9B46-31574AD5C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4955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E8E0F-664B-47D0-919C-32EC9C78FCD1}" type="datetime1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19ECE204/Digital Electronics &amp; Systems, III Semester, B. Tech. (ECE and CSE)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8CEE4-497A-46F1-9B46-31574AD5C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8743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AE3EE-ECF8-4108-B490-C0B7EB305B59}" type="datetime1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19ECE204/Digital Electronics &amp; Systems, III Semester, B. Tech. (ECE and CSE)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8CEE4-497A-46F1-9B46-31574AD5C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6409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DC9BC-885C-4B56-B552-275307930026}" type="datetime1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19ECE204/Digital Electronics &amp; Systems, III Semester, B. Tech. (ECE and CSE)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8CEE4-497A-46F1-9B46-31574AD5C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9589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04F65-FBD5-4097-9DE2-B18DD8E779F9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19ECE204/Digital Electronics &amp; Systems, III Semester, B. Tech. (ECE and CSE)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8CEE4-497A-46F1-9B46-31574AD5C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5253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39265-B67A-4D8D-8B1B-E501B4F16AF9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19ECE204/Digital Electronics &amp; Systems, III Semester, B. Tech. (ECE and CSE)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8CEE4-497A-46F1-9B46-31574AD5C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709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B591D-6F37-4428-BD72-AF1D3F11460E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19ECE204/Digital Electronics &amp; Systems, III Semester, B. Tech. (ECE and CSE)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075514-8565-4B1F-808F-4A3F55E50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501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828E6B-F33D-4C00-B33E-77918AB848A2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19ECE204/Digital Electronics &amp; Systems, III Semester, B. Tech. (ECE and CSE)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38CEE4-497A-46F1-9B46-31574AD5C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228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87337"/>
            <a:ext cx="9144000" cy="6091274"/>
          </a:xfrm>
        </p:spPr>
        <p:txBody>
          <a:bodyPr>
            <a:normAutofit fontScale="90000"/>
          </a:bodyPr>
          <a:lstStyle/>
          <a:p>
            <a:br>
              <a:rPr lang="en-US"/>
            </a:br>
            <a:r>
              <a:rPr lang="en-US"/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19ECE204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Digital Electronics and Systems  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III Semester 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B. Tech. (ECE &amp; CSE)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Amrita School of Engineering, Bengaluru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Lecture 45 to 46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895260"/>
            <a:ext cx="9144000" cy="1655762"/>
          </a:xfrm>
        </p:spPr>
        <p:txBody>
          <a:bodyPr/>
          <a:lstStyle/>
          <a:p>
            <a:endParaRPr lang="en-US"/>
          </a:p>
          <a:p>
            <a:r>
              <a:rPr lang="en-US"/>
              <a:t> 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8968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3412"/>
          </a:xfrm>
        </p:spPr>
        <p:txBody>
          <a:bodyPr>
            <a:normAutofit/>
          </a:bodyPr>
          <a:lstStyle/>
          <a:p>
            <a:r>
              <a:rPr lang="en-US">
                <a:latin typeface="Times New Roman"/>
                <a:cs typeface="Times New Roman"/>
              </a:rPr>
              <a:t>Steps to Design a Synchronous Counter 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6103" y="1578826"/>
            <a:ext cx="7009332" cy="3924027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E79CC-A6B8-4C49-AF34-96484E9A19DF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19ECE204/Digital Electronics &amp; Systems, III Semester, B. Tech. (ECE and CSE)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75514-8565-4B1F-808F-4A3F55E508C2}" type="slidenum">
              <a:rPr lang="en-US" smtClean="0"/>
              <a:t>2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253" y="1358538"/>
            <a:ext cx="4953000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314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335" y="725530"/>
            <a:ext cx="10515600" cy="58118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Design synchronous counter for sequence: 0 → 1 → 3 → 4 → 5 → 7 → 0, using T flip-flop.</a:t>
            </a:r>
          </a:p>
          <a:p>
            <a:r>
              <a:rPr lang="en-US"/>
              <a:t>For given sequence, state transition diagram as following below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E79CC-A6B8-4C49-AF34-96484E9A19DF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19ECE204/Digital Electronics &amp; Systems, III Semester, B. Tech. (ECE and CSE)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75514-8565-4B1F-808F-4A3F55E508C2}" type="slidenum">
              <a:rPr lang="en-US" smtClean="0"/>
              <a:t>3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02" r="286" b="602"/>
          <a:stretch/>
        </p:blipFill>
        <p:spPr>
          <a:xfrm>
            <a:off x="1737292" y="3537744"/>
            <a:ext cx="1914525" cy="1819275"/>
          </a:xfrm>
          <a:prstGeom prst="rect">
            <a:avLst/>
          </a:prstGeom>
        </p:spPr>
      </p:pic>
      <p:pic>
        <p:nvPicPr>
          <p:cNvPr id="9" name="Content Placeholder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944" y="2064294"/>
            <a:ext cx="6074778" cy="4112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818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E79CC-A6B8-4C49-AF34-96484E9A19DF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19ECE204/Digital Electronics &amp; Systems, III Semester, B. Tech. (ECE and CSE)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75514-8565-4B1F-808F-4A3F55E508C2}" type="slidenum">
              <a:rPr lang="en-US" smtClean="0"/>
              <a:t>4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854" y="71930"/>
            <a:ext cx="6276975" cy="35909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7031" y="3664402"/>
            <a:ext cx="4734741" cy="212565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557" y="18927"/>
            <a:ext cx="5133975" cy="3667125"/>
          </a:xfrm>
          <a:prstGeom prst="rect">
            <a:avLst/>
          </a:prstGeom>
        </p:spPr>
      </p:pic>
      <p:sp>
        <p:nvSpPr>
          <p:cNvPr id="13" name="Content Placeholder 12"/>
          <p:cNvSpPr>
            <a:spLocks noGrp="1"/>
          </p:cNvSpPr>
          <p:nvPr>
            <p:ph idx="1"/>
          </p:nvPr>
        </p:nvSpPr>
        <p:spPr>
          <a:xfrm>
            <a:off x="838200" y="5848667"/>
            <a:ext cx="10515600" cy="50768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Compare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Qn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Qn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(t+1) and use excitation table of the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flipflop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to be used and write the excitation table for the counter to be designed </a:t>
            </a:r>
          </a:p>
        </p:txBody>
      </p:sp>
    </p:spTree>
    <p:extLst>
      <p:ext uri="{BB962C8B-B14F-4D97-AF65-F5344CB8AC3E}">
        <p14:creationId xmlns:p14="http://schemas.microsoft.com/office/powerpoint/2010/main" val="1878363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3009"/>
            <a:ext cx="10515600" cy="1325563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Find value of T</a:t>
            </a:r>
            <a:r>
              <a:rPr lang="en-US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T</a:t>
            </a:r>
            <a:r>
              <a:rPr lang="en-US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T</a:t>
            </a:r>
            <a:r>
              <a:rPr lang="en-US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in terms of Q</a:t>
            </a:r>
            <a:r>
              <a:rPr lang="en-US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Q</a:t>
            </a:r>
            <a:r>
              <a:rPr lang="en-US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Q</a:t>
            </a:r>
            <a:r>
              <a:rPr lang="en-US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using K-Map (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Karnaugh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Map):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118" y="1152625"/>
            <a:ext cx="5848350" cy="173355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E79CC-A6B8-4C49-AF34-96484E9A19DF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46825"/>
            <a:ext cx="4114800" cy="365125"/>
          </a:xfrm>
        </p:spPr>
        <p:txBody>
          <a:bodyPr/>
          <a:lstStyle/>
          <a:p>
            <a:r>
              <a:rPr lang="en-US"/>
              <a:t>19ECE204/Digital Electronics &amp; Systems, III Semester, B. Tech. (ECE and CSE)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46825"/>
            <a:ext cx="2743200" cy="365125"/>
          </a:xfrm>
        </p:spPr>
        <p:txBody>
          <a:bodyPr/>
          <a:lstStyle/>
          <a:p>
            <a:fld id="{84075514-8565-4B1F-808F-4A3F55E508C2}" type="slidenum">
              <a:rPr lang="en-US" smtClean="0"/>
              <a:t>5</a:t>
            </a:fld>
            <a:endParaRPr lang="en-US"/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5885770" y="1803494"/>
            <a:ext cx="203345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Therefore,</a:t>
            </a: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</a:t>
            </a:r>
            <a:r>
              <a:rPr kumimoji="0" lang="en-US" altLang="en-US" b="0" i="0" u="none" strike="noStrike" cap="none" normalizeH="0" baseline="-3000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3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= Q</a:t>
            </a:r>
            <a:r>
              <a:rPr kumimoji="0" lang="en-US" altLang="en-US" b="0" i="0" u="none" strike="noStrike" cap="none" normalizeH="0" baseline="-3000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2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05" y="2897048"/>
            <a:ext cx="5743575" cy="1657350"/>
          </a:xfrm>
          <a:prstGeom prst="rect">
            <a:avLst/>
          </a:prstGeom>
        </p:spPr>
      </p:pic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5868080" y="3485478"/>
            <a:ext cx="156536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Therefore,</a:t>
            </a: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</a:t>
            </a:r>
            <a:r>
              <a:rPr kumimoji="0" lang="en-US" altLang="en-US" b="0" i="0" u="none" strike="noStrike" cap="none" normalizeH="0" baseline="-3000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2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= Q</a:t>
            </a:r>
            <a:r>
              <a:rPr kumimoji="0" lang="en-US" altLang="en-US" b="0" i="0" u="none" strike="noStrike" cap="none" normalizeH="0" baseline="-3000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1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7"/>
          <p:cNvSpPr>
            <a:spLocks noChangeArrowheads="1"/>
          </p:cNvSpPr>
          <p:nvPr/>
        </p:nvSpPr>
        <p:spPr bwMode="auto">
          <a:xfrm>
            <a:off x="5885770" y="5049918"/>
            <a:ext cx="164592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Therefore,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</a:t>
            </a:r>
            <a:r>
              <a:rPr kumimoji="0" lang="en-US" altLang="en-US" b="0" i="0" u="none" strike="noStrike" cap="none" normalizeH="0" baseline="-3000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1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= Q</a:t>
            </a:r>
            <a:r>
              <a:rPr kumimoji="0" lang="en-US" altLang="en-US" b="0" i="0" u="none" strike="noStrike" cap="none" normalizeH="0" baseline="-3000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2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’ 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2718" y="1315433"/>
            <a:ext cx="5153025" cy="4057650"/>
          </a:xfrm>
          <a:prstGeom prst="rect">
            <a:avLst/>
          </a:prstGeom>
        </p:spPr>
      </p:pic>
      <p:pic>
        <p:nvPicPr>
          <p:cNvPr id="3" name="Picture 2" descr="A grid with numbers and a number on it&#10;&#10;Description automatically generated">
            <a:extLst>
              <a:ext uri="{FF2B5EF4-FFF2-40B4-BE49-F238E27FC236}">
                <a16:creationId xmlns:a16="http://schemas.microsoft.com/office/drawing/2014/main" id="{4B9D309D-3842-2C83-6FA6-CE0950049A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" y="4681538"/>
            <a:ext cx="5772150" cy="166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85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0380" y="378377"/>
            <a:ext cx="11095424" cy="459876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E79CC-A6B8-4C49-AF34-96484E9A19DF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19ECE204/Digital Electronics &amp; Systems, III Semester, B. Tech. (ECE and CSE)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75514-8565-4B1F-808F-4A3F55E508C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188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0447" y="398017"/>
            <a:ext cx="4955885" cy="4462196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E79CC-A6B8-4C49-AF34-96484E9A19DF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19ECE204/Digital Electronics &amp; Systems, III Semester, B. Tech. (ECE and CSE)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75514-8565-4B1F-808F-4A3F55E508C2}" type="slidenum">
              <a:rPr lang="en-US" smtClean="0"/>
              <a:t>7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8608" y="758377"/>
            <a:ext cx="6903984" cy="4068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110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174" y="133861"/>
            <a:ext cx="7807098" cy="4794124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E79CC-A6B8-4C49-AF34-96484E9A19DF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19ECE204/Digital Electronics &amp; Systems, III Semester, B. Tech. (ECE and CSE)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75514-8565-4B1F-808F-4A3F55E508C2}" type="slidenum">
              <a:rPr lang="en-US" smtClean="0"/>
              <a:t>8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2149" y="3785040"/>
            <a:ext cx="4292713" cy="2405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441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42149" y="1129768"/>
            <a:ext cx="4078875" cy="229270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E79CC-A6B8-4C49-AF34-96484E9A19DF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19ECE204/Digital Electronics &amp; Systems, III Semester, B. Tech. (ECE and CSE)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75514-8565-4B1F-808F-4A3F55E508C2}" type="slidenum">
              <a:rPr lang="en-US" smtClean="0"/>
              <a:t>9</a:t>
            </a:fld>
            <a:endParaRPr lang="en-US"/>
          </a:p>
        </p:txBody>
      </p:sp>
      <p:pic>
        <p:nvPicPr>
          <p:cNvPr id="8" name="Content Placeholder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051" y="94672"/>
            <a:ext cx="7675449" cy="471328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501" y="4187112"/>
            <a:ext cx="4143818" cy="2370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079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E79CC-A6B8-4C49-AF34-96484E9A19DF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19ECE204/Digital Electronics &amp; Systems, III Semester, B. Tech. (ECE and CSE)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75514-8565-4B1F-808F-4A3F55E508C2}" type="slidenum">
              <a:rPr lang="en-US" smtClean="0"/>
              <a:t>10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837" y="476250"/>
            <a:ext cx="10220325" cy="590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335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76" y="244904"/>
            <a:ext cx="4325309" cy="6101777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E79CC-A6B8-4C49-AF34-96484E9A19DF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19ECE204/Digital Electronics &amp; Systems, III Semester, B. Tech. (ECE and CSE)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75514-8565-4B1F-808F-4A3F55E508C2}" type="slidenum">
              <a:rPr lang="en-US" smtClean="0"/>
              <a:t>11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871447" y="2390503"/>
            <a:ext cx="4800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This counter counts 1, 3, 6, 5, 1 using D flip flop.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To get the minimized cost the unused state can be assumed to go to don’t care state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122" y="4061692"/>
            <a:ext cx="1952625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824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 D flip-flop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E79CC-A6B8-4C49-AF34-96484E9A19DF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19ECE204/Digital Electronics &amp; Systems, III Semester, B. Tech. (ECE and CSE)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75514-8565-4B1F-808F-4A3F55E508C2}" type="slidenum">
              <a:rPr lang="en-US" smtClean="0"/>
              <a:t>12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311" y="1701859"/>
            <a:ext cx="7738923" cy="2540956"/>
          </a:xfrm>
          <a:prstGeom prst="rect">
            <a:avLst/>
          </a:prstGeom>
        </p:spPr>
      </p:pic>
      <p:pic>
        <p:nvPicPr>
          <p:cNvPr id="11" name="Picture 10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9F65DD98-D436-373C-8CB0-F8D9C51BC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679" y="1842227"/>
            <a:ext cx="7738923" cy="2540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631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output of the circuit – if the clear signal is assumed to be asynchronous signal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0467" y="1690688"/>
            <a:ext cx="8938180" cy="2448582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E79CC-A6B8-4C49-AF34-96484E9A19DF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19ECE204/Digital Electronics &amp; Systems, III Semester, B. Tech. (ECE and CSE)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75514-8565-4B1F-808F-4A3F55E508C2}" type="slidenum">
              <a:rPr lang="en-US" smtClean="0"/>
              <a:t>13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3863" y="4354028"/>
            <a:ext cx="6461760" cy="192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594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output of the circuit – if the clear signal is assumed to be synchronous signal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E79CC-A6B8-4C49-AF34-96484E9A19DF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19ECE204/Digital Electronics &amp; Systems, III Semester, B. Tech. (ECE and CSE)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75514-8565-4B1F-808F-4A3F55E508C2}" type="slidenum">
              <a:rPr lang="en-US" smtClean="0"/>
              <a:t>14</a:t>
            </a:fld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4683" y="1690688"/>
            <a:ext cx="6944814" cy="190250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502" y="3593194"/>
            <a:ext cx="8445137" cy="2497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931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Home Work - Identify the output of the following Circuit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36397"/>
            <a:ext cx="5976586" cy="2696413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E79CC-A6B8-4C49-AF34-96484E9A19DF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19ECE204/Digital Electronics &amp; Systems, III Semester, B. Tech. (ECE and CSE)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75514-8565-4B1F-808F-4A3F55E508C2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3868240"/>
              </p:ext>
            </p:extLst>
          </p:nvPr>
        </p:nvGraphicFramePr>
        <p:xfrm>
          <a:off x="7683135" y="2107020"/>
          <a:ext cx="367066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3555">
                  <a:extLst>
                    <a:ext uri="{9D8B030D-6E8A-4147-A177-3AD203B41FA5}">
                      <a16:colId xmlns:a16="http://schemas.microsoft.com/office/drawing/2014/main" val="398149246"/>
                    </a:ext>
                  </a:extLst>
                </a:gridCol>
                <a:gridCol w="1223555">
                  <a:extLst>
                    <a:ext uri="{9D8B030D-6E8A-4147-A177-3AD203B41FA5}">
                      <a16:colId xmlns:a16="http://schemas.microsoft.com/office/drawing/2014/main" val="3412231224"/>
                    </a:ext>
                  </a:extLst>
                </a:gridCol>
                <a:gridCol w="1223555">
                  <a:extLst>
                    <a:ext uri="{9D8B030D-6E8A-4147-A177-3AD203B41FA5}">
                      <a16:colId xmlns:a16="http://schemas.microsoft.com/office/drawing/2014/main" val="26220850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2357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766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baseline="30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9926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baseline="30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nd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6793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baseline="30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rd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8322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baseline="30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840173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30389" y="4890582"/>
            <a:ext cx="3584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Assume initial value on Q1 Q0 = 00 </a:t>
            </a:r>
          </a:p>
        </p:txBody>
      </p:sp>
    </p:spTree>
    <p:extLst>
      <p:ext uri="{BB962C8B-B14F-4D97-AF65-F5344CB8AC3E}">
        <p14:creationId xmlns:p14="http://schemas.microsoft.com/office/powerpoint/2010/main" val="3956611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Office Theme</vt:lpstr>
      <vt:lpstr>Custom Design</vt:lpstr>
      <vt:lpstr>  19ECE204 Digital Electronics and Systems   III Semester  B. Tech. (ECE &amp; CSE) Amrita School of Engineering, Bengaluru Lecture 45 to 46</vt:lpstr>
      <vt:lpstr>Steps to Design a Synchronous Counter </vt:lpstr>
      <vt:lpstr>PowerPoint Presentation</vt:lpstr>
      <vt:lpstr>PowerPoint Presentation</vt:lpstr>
      <vt:lpstr>Find value of T3, T2, T1 in terms of Q3, Q2, Q1 using K-Map (Karnaugh Map):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Use D flip-flop </vt:lpstr>
      <vt:lpstr>Identify the output of the circuit – if the clear signal is assumed to be asynchronous signal</vt:lpstr>
      <vt:lpstr>Identify the output of the circuit – if the clear signal is assumed to be synchronous signal</vt:lpstr>
      <vt:lpstr>Home Work - Identify the output of the following Circuit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15ECE313/VLSI Design VI Semester Department of ECE Amrita School of Engineering, Bengaluru</dc:title>
  <dc:creator>kirti</dc:creator>
  <cp:revision>3</cp:revision>
  <dcterms:created xsi:type="dcterms:W3CDTF">2020-04-22T02:45:14Z</dcterms:created>
  <dcterms:modified xsi:type="dcterms:W3CDTF">2025-11-07T01:32:51Z</dcterms:modified>
</cp:coreProperties>
</file>