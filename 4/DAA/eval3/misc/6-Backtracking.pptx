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63" r:id="rId5"/>
    <p:sldId id="265" r:id="rId6"/>
    <p:sldId id="259" r:id="rId7"/>
    <p:sldId id="260" r:id="rId8"/>
    <p:sldId id="261" r:id="rId9"/>
    <p:sldId id="262" r:id="rId10"/>
    <p:sldId id="264" r:id="rId11"/>
    <p:sldId id="266" r:id="rId12"/>
    <p:sldId id="267" r:id="rId13"/>
    <p:sldId id="268" r:id="rId14"/>
    <p:sldId id="269" r:id="rId15"/>
    <p:sldId id="270" r:id="rId16"/>
    <p:sldId id="271" r:id="rId17"/>
    <p:sldId id="273" r:id="rId18"/>
    <p:sldId id="272" r:id="rId19"/>
    <p:sldId id="275" r:id="rId20"/>
    <p:sldId id="274" r:id="rId21"/>
    <p:sldId id="283" r:id="rId22"/>
    <p:sldId id="276" r:id="rId23"/>
    <p:sldId id="277" r:id="rId24"/>
    <p:sldId id="279" r:id="rId25"/>
    <p:sldId id="280" r:id="rId26"/>
    <p:sldId id="281" r:id="rId27"/>
    <p:sldId id="282" r:id="rId28"/>
    <p:sldId id="284" r:id="rId29"/>
    <p:sldId id="278" r:id="rId30"/>
    <p:sldId id="286" r:id="rId31"/>
    <p:sldId id="287" r:id="rId32"/>
    <p:sldId id="288" r:id="rId33"/>
    <p:sldId id="289" r:id="rId34"/>
    <p:sldId id="290" r:id="rId35"/>
    <p:sldId id="285" r:id="rId36"/>
  </p:sldIdLst>
  <p:sldSz cx="12192000" cy="6858000"/>
  <p:notesSz cx="6858000" cy="9144000"/>
  <p:defaultText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i-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C23777-C378-4511-93E5-C7DE6CDE7C18}" type="datetimeFigureOut">
              <a:rPr lang="hi-IN" smtClean="0"/>
              <a:t>सोमवार, 6 अग्रहायन 1945</a:t>
            </a:fld>
            <a:endParaRPr lang="hi-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i-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i-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C3994-B889-4496-A4E0-DFBE508C1ED6}" type="slidenum">
              <a:rPr lang="hi-IN" smtClean="0"/>
              <a:t>‹#›</a:t>
            </a:fld>
            <a:endParaRPr lang="hi-IN"/>
          </a:p>
        </p:txBody>
      </p:sp>
    </p:spTree>
    <p:extLst>
      <p:ext uri="{BB962C8B-B14F-4D97-AF65-F5344CB8AC3E}">
        <p14:creationId xmlns:p14="http://schemas.microsoft.com/office/powerpoint/2010/main" val="7494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E8921-F2BB-4E6D-A9D3-B548B368E7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i-IN"/>
          </a:p>
        </p:txBody>
      </p:sp>
      <p:sp>
        <p:nvSpPr>
          <p:cNvPr id="3" name="Subtitle 2">
            <a:extLst>
              <a:ext uri="{FF2B5EF4-FFF2-40B4-BE49-F238E27FC236}">
                <a16:creationId xmlns:a16="http://schemas.microsoft.com/office/drawing/2014/main" id="{97B953AA-7F5B-477C-B734-D47FD6A26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i-IN"/>
          </a:p>
        </p:txBody>
      </p:sp>
      <p:sp>
        <p:nvSpPr>
          <p:cNvPr id="4" name="Date Placeholder 3">
            <a:extLst>
              <a:ext uri="{FF2B5EF4-FFF2-40B4-BE49-F238E27FC236}">
                <a16:creationId xmlns:a16="http://schemas.microsoft.com/office/drawing/2014/main" id="{9AC65AFB-678A-46CA-A506-AB1778F31A3E}"/>
              </a:ext>
            </a:extLst>
          </p:cNvPr>
          <p:cNvSpPr>
            <a:spLocks noGrp="1"/>
          </p:cNvSpPr>
          <p:nvPr>
            <p:ph type="dt" sz="half" idx="10"/>
          </p:nvPr>
        </p:nvSpPr>
        <p:spPr/>
        <p:txBody>
          <a:bodyPr/>
          <a:lstStyle/>
          <a:p>
            <a:fld id="{AAEB5B5E-B4A4-411C-8F9F-FE90200527EA}" type="datetime8">
              <a:rPr lang="hi-IN" smtClean="0"/>
              <a:t>२७/११/२३</a:t>
            </a:fld>
            <a:endParaRPr lang="hi-IN"/>
          </a:p>
        </p:txBody>
      </p:sp>
      <p:sp>
        <p:nvSpPr>
          <p:cNvPr id="5" name="Footer Placeholder 4">
            <a:extLst>
              <a:ext uri="{FF2B5EF4-FFF2-40B4-BE49-F238E27FC236}">
                <a16:creationId xmlns:a16="http://schemas.microsoft.com/office/drawing/2014/main" id="{37F58675-2DE1-43CE-BE57-730863E84561}"/>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30313F71-9304-4572-A0B3-FFF855610759}"/>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2653010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BE420-46E7-428E-B14F-923B20855A72}"/>
              </a:ext>
            </a:extLst>
          </p:cNvPr>
          <p:cNvSpPr>
            <a:spLocks noGrp="1"/>
          </p:cNvSpPr>
          <p:nvPr>
            <p:ph type="title"/>
          </p:nvPr>
        </p:nvSpPr>
        <p:spPr/>
        <p:txBody>
          <a:bodyPr/>
          <a:lstStyle/>
          <a:p>
            <a:r>
              <a:rPr lang="en-US"/>
              <a:t>Click to edit Master title style</a:t>
            </a:r>
            <a:endParaRPr lang="hi-IN"/>
          </a:p>
        </p:txBody>
      </p:sp>
      <p:sp>
        <p:nvSpPr>
          <p:cNvPr id="3" name="Content Placeholder 2">
            <a:extLst>
              <a:ext uri="{FF2B5EF4-FFF2-40B4-BE49-F238E27FC236}">
                <a16:creationId xmlns:a16="http://schemas.microsoft.com/office/drawing/2014/main" id="{58104A7E-67D9-4ABF-9C03-83ABF0E3D0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19B9121F-E207-47FE-9B9D-CC9F913ABCDB}"/>
              </a:ext>
            </a:extLst>
          </p:cNvPr>
          <p:cNvSpPr>
            <a:spLocks noGrp="1"/>
          </p:cNvSpPr>
          <p:nvPr>
            <p:ph type="dt" sz="half" idx="10"/>
          </p:nvPr>
        </p:nvSpPr>
        <p:spPr/>
        <p:txBody>
          <a:bodyPr/>
          <a:lstStyle/>
          <a:p>
            <a:fld id="{225CAD39-596E-46BF-B383-5051B7822EB6}" type="datetime8">
              <a:rPr lang="hi-IN" smtClean="0"/>
              <a:t>२७/११/२३</a:t>
            </a:fld>
            <a:endParaRPr lang="hi-IN"/>
          </a:p>
        </p:txBody>
      </p:sp>
      <p:sp>
        <p:nvSpPr>
          <p:cNvPr id="5" name="Footer Placeholder 4">
            <a:extLst>
              <a:ext uri="{FF2B5EF4-FFF2-40B4-BE49-F238E27FC236}">
                <a16:creationId xmlns:a16="http://schemas.microsoft.com/office/drawing/2014/main" id="{92BA4A6C-81F0-4D9A-B422-1009A4CBF87C}"/>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CDEB4B07-1815-4CD9-AFCE-71EE2E225ACD}"/>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49639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2306-C732-404E-9F30-24153A5F28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i-IN"/>
          </a:p>
        </p:txBody>
      </p:sp>
      <p:sp>
        <p:nvSpPr>
          <p:cNvPr id="3" name="Text Placeholder 2">
            <a:extLst>
              <a:ext uri="{FF2B5EF4-FFF2-40B4-BE49-F238E27FC236}">
                <a16:creationId xmlns:a16="http://schemas.microsoft.com/office/drawing/2014/main" id="{839ECD76-C80A-41A3-8800-774E17BC62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E567A8-7077-4B86-B442-DA49FD9451E3}"/>
              </a:ext>
            </a:extLst>
          </p:cNvPr>
          <p:cNvSpPr>
            <a:spLocks noGrp="1"/>
          </p:cNvSpPr>
          <p:nvPr>
            <p:ph type="dt" sz="half" idx="10"/>
          </p:nvPr>
        </p:nvSpPr>
        <p:spPr/>
        <p:txBody>
          <a:bodyPr/>
          <a:lstStyle/>
          <a:p>
            <a:fld id="{02037089-D660-4091-B592-AC88A3913AEE}" type="datetime8">
              <a:rPr lang="hi-IN" smtClean="0"/>
              <a:t>२७/११/२३</a:t>
            </a:fld>
            <a:endParaRPr lang="hi-IN"/>
          </a:p>
        </p:txBody>
      </p:sp>
      <p:sp>
        <p:nvSpPr>
          <p:cNvPr id="5" name="Footer Placeholder 4">
            <a:extLst>
              <a:ext uri="{FF2B5EF4-FFF2-40B4-BE49-F238E27FC236}">
                <a16:creationId xmlns:a16="http://schemas.microsoft.com/office/drawing/2014/main" id="{BBF3F3E4-C82F-4059-B840-643083272073}"/>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E26C5F65-C55F-4BF6-B450-93C8DAB18A6A}"/>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670163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157D4-7724-4B2C-939C-3E63D753DB19}"/>
              </a:ext>
            </a:extLst>
          </p:cNvPr>
          <p:cNvSpPr>
            <a:spLocks noGrp="1"/>
          </p:cNvSpPr>
          <p:nvPr>
            <p:ph type="title"/>
          </p:nvPr>
        </p:nvSpPr>
        <p:spPr/>
        <p:txBody>
          <a:bodyPr/>
          <a:lstStyle/>
          <a:p>
            <a:r>
              <a:rPr lang="en-US"/>
              <a:t>Click to edit Master title style</a:t>
            </a:r>
            <a:endParaRPr lang="hi-IN"/>
          </a:p>
        </p:txBody>
      </p:sp>
      <p:sp>
        <p:nvSpPr>
          <p:cNvPr id="3" name="Content Placeholder 2">
            <a:extLst>
              <a:ext uri="{FF2B5EF4-FFF2-40B4-BE49-F238E27FC236}">
                <a16:creationId xmlns:a16="http://schemas.microsoft.com/office/drawing/2014/main" id="{1F9DB64A-FCB0-4F5D-B21F-BCE5B1BAF2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Content Placeholder 3">
            <a:extLst>
              <a:ext uri="{FF2B5EF4-FFF2-40B4-BE49-F238E27FC236}">
                <a16:creationId xmlns:a16="http://schemas.microsoft.com/office/drawing/2014/main" id="{B0C64749-84F8-4F83-B5EC-13B5C6B0DB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5" name="Date Placeholder 4">
            <a:extLst>
              <a:ext uri="{FF2B5EF4-FFF2-40B4-BE49-F238E27FC236}">
                <a16:creationId xmlns:a16="http://schemas.microsoft.com/office/drawing/2014/main" id="{AE5CD620-7306-4522-908F-4248E049AF23}"/>
              </a:ext>
            </a:extLst>
          </p:cNvPr>
          <p:cNvSpPr>
            <a:spLocks noGrp="1"/>
          </p:cNvSpPr>
          <p:nvPr>
            <p:ph type="dt" sz="half" idx="10"/>
          </p:nvPr>
        </p:nvSpPr>
        <p:spPr/>
        <p:txBody>
          <a:bodyPr/>
          <a:lstStyle/>
          <a:p>
            <a:fld id="{E3B98AC4-7B7F-474F-AE60-01C2CFAEC66A}" type="datetime8">
              <a:rPr lang="hi-IN" smtClean="0"/>
              <a:t>२७/११/२३</a:t>
            </a:fld>
            <a:endParaRPr lang="hi-IN"/>
          </a:p>
        </p:txBody>
      </p:sp>
      <p:sp>
        <p:nvSpPr>
          <p:cNvPr id="6" name="Footer Placeholder 5">
            <a:extLst>
              <a:ext uri="{FF2B5EF4-FFF2-40B4-BE49-F238E27FC236}">
                <a16:creationId xmlns:a16="http://schemas.microsoft.com/office/drawing/2014/main" id="{C145919D-FF2E-4954-AF86-ED9C594C7A2C}"/>
              </a:ext>
            </a:extLst>
          </p:cNvPr>
          <p:cNvSpPr>
            <a:spLocks noGrp="1"/>
          </p:cNvSpPr>
          <p:nvPr>
            <p:ph type="ftr" sz="quarter" idx="11"/>
          </p:nvPr>
        </p:nvSpPr>
        <p:spPr/>
        <p:txBody>
          <a:bodyPr/>
          <a:lstStyle/>
          <a:p>
            <a:r>
              <a:rPr lang="en-US"/>
              <a:t>Amrita School of Engineering</a:t>
            </a:r>
            <a:endParaRPr lang="hi-IN"/>
          </a:p>
        </p:txBody>
      </p:sp>
      <p:sp>
        <p:nvSpPr>
          <p:cNvPr id="7" name="Slide Number Placeholder 6">
            <a:extLst>
              <a:ext uri="{FF2B5EF4-FFF2-40B4-BE49-F238E27FC236}">
                <a16:creationId xmlns:a16="http://schemas.microsoft.com/office/drawing/2014/main" id="{91A86955-F2B2-4AFE-9F3D-9CC9A020B1D5}"/>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1712580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9EB2-DA7B-40AA-ADC2-B23244A00A55}"/>
              </a:ext>
            </a:extLst>
          </p:cNvPr>
          <p:cNvSpPr>
            <a:spLocks noGrp="1"/>
          </p:cNvSpPr>
          <p:nvPr>
            <p:ph type="title"/>
          </p:nvPr>
        </p:nvSpPr>
        <p:spPr>
          <a:xfrm>
            <a:off x="839788" y="365125"/>
            <a:ext cx="10515600" cy="1325563"/>
          </a:xfrm>
        </p:spPr>
        <p:txBody>
          <a:bodyPr/>
          <a:lstStyle/>
          <a:p>
            <a:r>
              <a:rPr lang="en-US"/>
              <a:t>Click to edit Master title style</a:t>
            </a:r>
            <a:endParaRPr lang="hi-IN"/>
          </a:p>
        </p:txBody>
      </p:sp>
      <p:sp>
        <p:nvSpPr>
          <p:cNvPr id="3" name="Text Placeholder 2">
            <a:extLst>
              <a:ext uri="{FF2B5EF4-FFF2-40B4-BE49-F238E27FC236}">
                <a16:creationId xmlns:a16="http://schemas.microsoft.com/office/drawing/2014/main" id="{C8D140F9-923C-47B3-993B-802C1CDF35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57584-056D-4825-9906-965C43E23C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5" name="Text Placeholder 4">
            <a:extLst>
              <a:ext uri="{FF2B5EF4-FFF2-40B4-BE49-F238E27FC236}">
                <a16:creationId xmlns:a16="http://schemas.microsoft.com/office/drawing/2014/main" id="{8F6CEB75-3741-47A1-B560-B53BE7ACD5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457E05-8572-46B2-BBD0-7C93171F8C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7" name="Date Placeholder 6">
            <a:extLst>
              <a:ext uri="{FF2B5EF4-FFF2-40B4-BE49-F238E27FC236}">
                <a16:creationId xmlns:a16="http://schemas.microsoft.com/office/drawing/2014/main" id="{67DDC2D3-218D-47C8-8A06-F5E0DB5E2EFE}"/>
              </a:ext>
            </a:extLst>
          </p:cNvPr>
          <p:cNvSpPr>
            <a:spLocks noGrp="1"/>
          </p:cNvSpPr>
          <p:nvPr>
            <p:ph type="dt" sz="half" idx="10"/>
          </p:nvPr>
        </p:nvSpPr>
        <p:spPr/>
        <p:txBody>
          <a:bodyPr/>
          <a:lstStyle/>
          <a:p>
            <a:fld id="{C39ABBAE-841C-4E27-9469-BF4FAEE1BB0D}" type="datetime8">
              <a:rPr lang="hi-IN" smtClean="0"/>
              <a:t>२७/११/२३</a:t>
            </a:fld>
            <a:endParaRPr lang="hi-IN"/>
          </a:p>
        </p:txBody>
      </p:sp>
      <p:sp>
        <p:nvSpPr>
          <p:cNvPr id="8" name="Footer Placeholder 7">
            <a:extLst>
              <a:ext uri="{FF2B5EF4-FFF2-40B4-BE49-F238E27FC236}">
                <a16:creationId xmlns:a16="http://schemas.microsoft.com/office/drawing/2014/main" id="{C27E2C40-E2D9-4FBB-8B76-2FFFFE016C93}"/>
              </a:ext>
            </a:extLst>
          </p:cNvPr>
          <p:cNvSpPr>
            <a:spLocks noGrp="1"/>
          </p:cNvSpPr>
          <p:nvPr>
            <p:ph type="ftr" sz="quarter" idx="11"/>
          </p:nvPr>
        </p:nvSpPr>
        <p:spPr/>
        <p:txBody>
          <a:bodyPr/>
          <a:lstStyle/>
          <a:p>
            <a:r>
              <a:rPr lang="en-US"/>
              <a:t>Amrita School of Engineering</a:t>
            </a:r>
            <a:endParaRPr lang="hi-IN"/>
          </a:p>
        </p:txBody>
      </p:sp>
      <p:sp>
        <p:nvSpPr>
          <p:cNvPr id="9" name="Slide Number Placeholder 8">
            <a:extLst>
              <a:ext uri="{FF2B5EF4-FFF2-40B4-BE49-F238E27FC236}">
                <a16:creationId xmlns:a16="http://schemas.microsoft.com/office/drawing/2014/main" id="{24039906-8456-4741-8566-4DB333D05EB0}"/>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2293599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4346B-48F6-4812-B955-F25594CBA32D}"/>
              </a:ext>
            </a:extLst>
          </p:cNvPr>
          <p:cNvSpPr>
            <a:spLocks noGrp="1"/>
          </p:cNvSpPr>
          <p:nvPr>
            <p:ph type="title"/>
          </p:nvPr>
        </p:nvSpPr>
        <p:spPr/>
        <p:txBody>
          <a:bodyPr/>
          <a:lstStyle/>
          <a:p>
            <a:r>
              <a:rPr lang="en-US"/>
              <a:t>Click to edit Master title style</a:t>
            </a:r>
            <a:endParaRPr lang="hi-IN"/>
          </a:p>
        </p:txBody>
      </p:sp>
      <p:sp>
        <p:nvSpPr>
          <p:cNvPr id="3" name="Date Placeholder 2">
            <a:extLst>
              <a:ext uri="{FF2B5EF4-FFF2-40B4-BE49-F238E27FC236}">
                <a16:creationId xmlns:a16="http://schemas.microsoft.com/office/drawing/2014/main" id="{C33F3C42-1F58-4667-B467-8D5B3222FA8D}"/>
              </a:ext>
            </a:extLst>
          </p:cNvPr>
          <p:cNvSpPr>
            <a:spLocks noGrp="1"/>
          </p:cNvSpPr>
          <p:nvPr>
            <p:ph type="dt" sz="half" idx="10"/>
          </p:nvPr>
        </p:nvSpPr>
        <p:spPr/>
        <p:txBody>
          <a:bodyPr/>
          <a:lstStyle/>
          <a:p>
            <a:fld id="{70CB0A84-C0FD-4542-B83E-C48B5E4DE72E}" type="datetime8">
              <a:rPr lang="hi-IN" smtClean="0"/>
              <a:t>२७/११/२३</a:t>
            </a:fld>
            <a:endParaRPr lang="hi-IN"/>
          </a:p>
        </p:txBody>
      </p:sp>
      <p:sp>
        <p:nvSpPr>
          <p:cNvPr id="4" name="Footer Placeholder 3">
            <a:extLst>
              <a:ext uri="{FF2B5EF4-FFF2-40B4-BE49-F238E27FC236}">
                <a16:creationId xmlns:a16="http://schemas.microsoft.com/office/drawing/2014/main" id="{DE42FB4B-1495-4220-AD59-48050EABC404}"/>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6AF1A14-9C11-4917-BECE-7CB554BBD40E}"/>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21794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A3FCC4-2837-4941-A6B2-D53F4769F8F8}"/>
              </a:ext>
            </a:extLst>
          </p:cNvPr>
          <p:cNvSpPr>
            <a:spLocks noGrp="1"/>
          </p:cNvSpPr>
          <p:nvPr>
            <p:ph type="dt" sz="half" idx="10"/>
          </p:nvPr>
        </p:nvSpPr>
        <p:spPr/>
        <p:txBody>
          <a:bodyPr/>
          <a:lstStyle/>
          <a:p>
            <a:fld id="{7F122E4C-C133-465C-B63A-B277FC0AD814}" type="datetime8">
              <a:rPr lang="hi-IN" smtClean="0"/>
              <a:t>२७/११/२३</a:t>
            </a:fld>
            <a:endParaRPr lang="hi-IN"/>
          </a:p>
        </p:txBody>
      </p:sp>
      <p:sp>
        <p:nvSpPr>
          <p:cNvPr id="3" name="Footer Placeholder 2">
            <a:extLst>
              <a:ext uri="{FF2B5EF4-FFF2-40B4-BE49-F238E27FC236}">
                <a16:creationId xmlns:a16="http://schemas.microsoft.com/office/drawing/2014/main" id="{F1B0F596-55EB-42C0-95A1-02D8C090CF9E}"/>
              </a:ext>
            </a:extLst>
          </p:cNvPr>
          <p:cNvSpPr>
            <a:spLocks noGrp="1"/>
          </p:cNvSpPr>
          <p:nvPr>
            <p:ph type="ftr" sz="quarter" idx="11"/>
          </p:nvPr>
        </p:nvSpPr>
        <p:spPr/>
        <p:txBody>
          <a:bodyPr/>
          <a:lstStyle/>
          <a:p>
            <a:r>
              <a:rPr lang="en-US"/>
              <a:t>Amrita School of Engineering</a:t>
            </a:r>
            <a:endParaRPr lang="hi-IN"/>
          </a:p>
        </p:txBody>
      </p:sp>
      <p:sp>
        <p:nvSpPr>
          <p:cNvPr id="4" name="Slide Number Placeholder 3">
            <a:extLst>
              <a:ext uri="{FF2B5EF4-FFF2-40B4-BE49-F238E27FC236}">
                <a16:creationId xmlns:a16="http://schemas.microsoft.com/office/drawing/2014/main" id="{67CE73CC-7C18-4CAC-B0B4-19CD4FD0E87E}"/>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3277114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6162-5C5A-4FD0-8DCA-11EBD56118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i-IN"/>
          </a:p>
        </p:txBody>
      </p:sp>
      <p:sp>
        <p:nvSpPr>
          <p:cNvPr id="3" name="Content Placeholder 2">
            <a:extLst>
              <a:ext uri="{FF2B5EF4-FFF2-40B4-BE49-F238E27FC236}">
                <a16:creationId xmlns:a16="http://schemas.microsoft.com/office/drawing/2014/main" id="{944B94CD-8D2E-487E-8F0E-47872804E5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Text Placeholder 3">
            <a:extLst>
              <a:ext uri="{FF2B5EF4-FFF2-40B4-BE49-F238E27FC236}">
                <a16:creationId xmlns:a16="http://schemas.microsoft.com/office/drawing/2014/main" id="{3A0B1FE7-3A04-456F-B33D-0ACA2DD57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B78FC-0927-4A69-B1E6-DF3BF5B22516}"/>
              </a:ext>
            </a:extLst>
          </p:cNvPr>
          <p:cNvSpPr>
            <a:spLocks noGrp="1"/>
          </p:cNvSpPr>
          <p:nvPr>
            <p:ph type="dt" sz="half" idx="10"/>
          </p:nvPr>
        </p:nvSpPr>
        <p:spPr/>
        <p:txBody>
          <a:bodyPr/>
          <a:lstStyle/>
          <a:p>
            <a:fld id="{311883A0-F4D1-4480-B1AB-03AC3A1A0C46}" type="datetime8">
              <a:rPr lang="hi-IN" smtClean="0"/>
              <a:t>२७/११/२३</a:t>
            </a:fld>
            <a:endParaRPr lang="hi-IN"/>
          </a:p>
        </p:txBody>
      </p:sp>
      <p:sp>
        <p:nvSpPr>
          <p:cNvPr id="6" name="Footer Placeholder 5">
            <a:extLst>
              <a:ext uri="{FF2B5EF4-FFF2-40B4-BE49-F238E27FC236}">
                <a16:creationId xmlns:a16="http://schemas.microsoft.com/office/drawing/2014/main" id="{320C8A1B-F314-418D-92A1-8F41B75FA876}"/>
              </a:ext>
            </a:extLst>
          </p:cNvPr>
          <p:cNvSpPr>
            <a:spLocks noGrp="1"/>
          </p:cNvSpPr>
          <p:nvPr>
            <p:ph type="ftr" sz="quarter" idx="11"/>
          </p:nvPr>
        </p:nvSpPr>
        <p:spPr/>
        <p:txBody>
          <a:bodyPr/>
          <a:lstStyle/>
          <a:p>
            <a:r>
              <a:rPr lang="en-US"/>
              <a:t>Amrita School of Engineering</a:t>
            </a:r>
            <a:endParaRPr lang="hi-IN"/>
          </a:p>
        </p:txBody>
      </p:sp>
      <p:sp>
        <p:nvSpPr>
          <p:cNvPr id="7" name="Slide Number Placeholder 6">
            <a:extLst>
              <a:ext uri="{FF2B5EF4-FFF2-40B4-BE49-F238E27FC236}">
                <a16:creationId xmlns:a16="http://schemas.microsoft.com/office/drawing/2014/main" id="{66F64D5B-C47C-41A0-A4C5-B40702561531}"/>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290191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2576-915C-49E4-ABB7-71DA6F60DF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i-IN"/>
          </a:p>
        </p:txBody>
      </p:sp>
      <p:sp>
        <p:nvSpPr>
          <p:cNvPr id="3" name="Picture Placeholder 2">
            <a:extLst>
              <a:ext uri="{FF2B5EF4-FFF2-40B4-BE49-F238E27FC236}">
                <a16:creationId xmlns:a16="http://schemas.microsoft.com/office/drawing/2014/main" id="{0FF1FFFA-D009-46E9-9B1C-E9CE280A47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i-IN"/>
          </a:p>
        </p:txBody>
      </p:sp>
      <p:sp>
        <p:nvSpPr>
          <p:cNvPr id="4" name="Text Placeholder 3">
            <a:extLst>
              <a:ext uri="{FF2B5EF4-FFF2-40B4-BE49-F238E27FC236}">
                <a16:creationId xmlns:a16="http://schemas.microsoft.com/office/drawing/2014/main" id="{0E06EA4C-F83D-441D-9906-4969D4B1B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BBF81B-3AF9-4061-B526-6B168216F96C}"/>
              </a:ext>
            </a:extLst>
          </p:cNvPr>
          <p:cNvSpPr>
            <a:spLocks noGrp="1"/>
          </p:cNvSpPr>
          <p:nvPr>
            <p:ph type="dt" sz="half" idx="10"/>
          </p:nvPr>
        </p:nvSpPr>
        <p:spPr/>
        <p:txBody>
          <a:bodyPr/>
          <a:lstStyle/>
          <a:p>
            <a:fld id="{5303EA80-E523-4D28-B7E4-80A33ABE532B}" type="datetime8">
              <a:rPr lang="hi-IN" smtClean="0"/>
              <a:t>२७/११/२३</a:t>
            </a:fld>
            <a:endParaRPr lang="hi-IN"/>
          </a:p>
        </p:txBody>
      </p:sp>
      <p:sp>
        <p:nvSpPr>
          <p:cNvPr id="6" name="Footer Placeholder 5">
            <a:extLst>
              <a:ext uri="{FF2B5EF4-FFF2-40B4-BE49-F238E27FC236}">
                <a16:creationId xmlns:a16="http://schemas.microsoft.com/office/drawing/2014/main" id="{751D0CC0-2D46-4B35-9E14-F3DA32FE026B}"/>
              </a:ext>
            </a:extLst>
          </p:cNvPr>
          <p:cNvSpPr>
            <a:spLocks noGrp="1"/>
          </p:cNvSpPr>
          <p:nvPr>
            <p:ph type="ftr" sz="quarter" idx="11"/>
          </p:nvPr>
        </p:nvSpPr>
        <p:spPr/>
        <p:txBody>
          <a:bodyPr/>
          <a:lstStyle/>
          <a:p>
            <a:r>
              <a:rPr lang="en-US"/>
              <a:t>Amrita School of Engineering</a:t>
            </a:r>
            <a:endParaRPr lang="hi-IN"/>
          </a:p>
        </p:txBody>
      </p:sp>
      <p:sp>
        <p:nvSpPr>
          <p:cNvPr id="7" name="Slide Number Placeholder 6">
            <a:extLst>
              <a:ext uri="{FF2B5EF4-FFF2-40B4-BE49-F238E27FC236}">
                <a16:creationId xmlns:a16="http://schemas.microsoft.com/office/drawing/2014/main" id="{E8263DEC-3E72-4711-9E05-FCF4B7BFDCDC}"/>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2084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6DD09-6E23-497D-98E4-D4A589B2D65E}"/>
              </a:ext>
            </a:extLst>
          </p:cNvPr>
          <p:cNvSpPr>
            <a:spLocks noGrp="1"/>
          </p:cNvSpPr>
          <p:nvPr>
            <p:ph type="title"/>
          </p:nvPr>
        </p:nvSpPr>
        <p:spPr/>
        <p:txBody>
          <a:bodyPr/>
          <a:lstStyle/>
          <a:p>
            <a:r>
              <a:rPr lang="en-US"/>
              <a:t>Click to edit Master title style</a:t>
            </a:r>
            <a:endParaRPr lang="hi-IN"/>
          </a:p>
        </p:txBody>
      </p:sp>
      <p:sp>
        <p:nvSpPr>
          <p:cNvPr id="3" name="Vertical Text Placeholder 2">
            <a:extLst>
              <a:ext uri="{FF2B5EF4-FFF2-40B4-BE49-F238E27FC236}">
                <a16:creationId xmlns:a16="http://schemas.microsoft.com/office/drawing/2014/main" id="{93B30F80-86C9-4899-91C4-BE1EE2A188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282BBDDC-2880-4DF2-998B-FC877A94FF9B}"/>
              </a:ext>
            </a:extLst>
          </p:cNvPr>
          <p:cNvSpPr>
            <a:spLocks noGrp="1"/>
          </p:cNvSpPr>
          <p:nvPr>
            <p:ph type="dt" sz="half" idx="10"/>
          </p:nvPr>
        </p:nvSpPr>
        <p:spPr/>
        <p:txBody>
          <a:bodyPr/>
          <a:lstStyle/>
          <a:p>
            <a:fld id="{D8EC986D-AC8A-4206-A0EE-DE897C069D21}" type="datetime8">
              <a:rPr lang="hi-IN" smtClean="0"/>
              <a:t>२७/११/२३</a:t>
            </a:fld>
            <a:endParaRPr lang="hi-IN"/>
          </a:p>
        </p:txBody>
      </p:sp>
      <p:sp>
        <p:nvSpPr>
          <p:cNvPr id="5" name="Footer Placeholder 4">
            <a:extLst>
              <a:ext uri="{FF2B5EF4-FFF2-40B4-BE49-F238E27FC236}">
                <a16:creationId xmlns:a16="http://schemas.microsoft.com/office/drawing/2014/main" id="{EEC14AD1-05E2-48EE-8ACC-6D26ECC9DF24}"/>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E269D800-1FAC-44E9-A1A5-7F3402D6F795}"/>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3141583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1E08B-1354-4D01-A6C4-B225CF3139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i-IN"/>
          </a:p>
        </p:txBody>
      </p:sp>
      <p:sp>
        <p:nvSpPr>
          <p:cNvPr id="3" name="Vertical Text Placeholder 2">
            <a:extLst>
              <a:ext uri="{FF2B5EF4-FFF2-40B4-BE49-F238E27FC236}">
                <a16:creationId xmlns:a16="http://schemas.microsoft.com/office/drawing/2014/main" id="{6F6800E0-BE4B-4150-9D6A-1D5056FD76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B1016E3C-08E9-490F-B7AB-6DB6ED91A134}"/>
              </a:ext>
            </a:extLst>
          </p:cNvPr>
          <p:cNvSpPr>
            <a:spLocks noGrp="1"/>
          </p:cNvSpPr>
          <p:nvPr>
            <p:ph type="dt" sz="half" idx="10"/>
          </p:nvPr>
        </p:nvSpPr>
        <p:spPr/>
        <p:txBody>
          <a:bodyPr/>
          <a:lstStyle/>
          <a:p>
            <a:fld id="{C437CE21-A511-4B2C-8A5C-8ABAD9C9BF99}" type="datetime8">
              <a:rPr lang="hi-IN" smtClean="0"/>
              <a:t>२७/११/२३</a:t>
            </a:fld>
            <a:endParaRPr lang="hi-IN"/>
          </a:p>
        </p:txBody>
      </p:sp>
      <p:sp>
        <p:nvSpPr>
          <p:cNvPr id="5" name="Footer Placeholder 4">
            <a:extLst>
              <a:ext uri="{FF2B5EF4-FFF2-40B4-BE49-F238E27FC236}">
                <a16:creationId xmlns:a16="http://schemas.microsoft.com/office/drawing/2014/main" id="{51E69658-7F9B-46C2-B833-187570AED8E4}"/>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2A415BDA-0A13-4A2C-B059-C4DEAE7A0DDD}"/>
              </a:ext>
            </a:extLst>
          </p:cNvPr>
          <p:cNvSpPr>
            <a:spLocks noGrp="1"/>
          </p:cNvSpPr>
          <p:nvPr>
            <p:ph type="sldNum" sz="quarter" idx="12"/>
          </p:nvPr>
        </p:nvSpPr>
        <p:spPr/>
        <p:txBody>
          <a:bodyPr/>
          <a:lstStyle/>
          <a:p>
            <a:fld id="{2B5846A9-D11D-4E74-86F2-C0CCFC181E09}" type="slidenum">
              <a:rPr lang="hi-IN" smtClean="0"/>
              <a:t>‹#›</a:t>
            </a:fld>
            <a:endParaRPr lang="hi-IN"/>
          </a:p>
        </p:txBody>
      </p:sp>
    </p:spTree>
    <p:extLst>
      <p:ext uri="{BB962C8B-B14F-4D97-AF65-F5344CB8AC3E}">
        <p14:creationId xmlns:p14="http://schemas.microsoft.com/office/powerpoint/2010/main" val="4183547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4B7223-CB7D-4F8C-8C34-8538D7267A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i-IN"/>
          </a:p>
        </p:txBody>
      </p:sp>
      <p:sp>
        <p:nvSpPr>
          <p:cNvPr id="3" name="Text Placeholder 2">
            <a:extLst>
              <a:ext uri="{FF2B5EF4-FFF2-40B4-BE49-F238E27FC236}">
                <a16:creationId xmlns:a16="http://schemas.microsoft.com/office/drawing/2014/main" id="{5CA42D0C-EED1-48AF-93D4-45369FC0B5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D048F7C4-F451-41B8-9F5D-8AA36D4895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3F515E-EAD2-4DE8-90A2-4B43B5E123BF}" type="datetime8">
              <a:rPr lang="hi-IN" smtClean="0"/>
              <a:t>२७/११/२३</a:t>
            </a:fld>
            <a:endParaRPr lang="hi-IN"/>
          </a:p>
        </p:txBody>
      </p:sp>
      <p:sp>
        <p:nvSpPr>
          <p:cNvPr id="5" name="Footer Placeholder 4">
            <a:extLst>
              <a:ext uri="{FF2B5EF4-FFF2-40B4-BE49-F238E27FC236}">
                <a16:creationId xmlns:a16="http://schemas.microsoft.com/office/drawing/2014/main" id="{DA9EA631-1D9D-49CF-99D1-0D38C6009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Amrita School of Engineering</a:t>
            </a:r>
            <a:endParaRPr lang="hi-IN"/>
          </a:p>
        </p:txBody>
      </p:sp>
      <p:sp>
        <p:nvSpPr>
          <p:cNvPr id="6" name="Slide Number Placeholder 5">
            <a:extLst>
              <a:ext uri="{FF2B5EF4-FFF2-40B4-BE49-F238E27FC236}">
                <a16:creationId xmlns:a16="http://schemas.microsoft.com/office/drawing/2014/main" id="{16146522-1B51-461D-9D70-F7451C0C4A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5846A9-D11D-4E74-86F2-C0CCFC181E09}" type="slidenum">
              <a:rPr lang="hi-IN" smtClean="0"/>
              <a:t>‹#›</a:t>
            </a:fld>
            <a:endParaRPr lang="hi-IN"/>
          </a:p>
        </p:txBody>
      </p:sp>
    </p:spTree>
    <p:extLst>
      <p:ext uri="{BB962C8B-B14F-4D97-AF65-F5344CB8AC3E}">
        <p14:creationId xmlns:p14="http://schemas.microsoft.com/office/powerpoint/2010/main" val="880706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F8E12-0668-4785-9B80-06B1F9939B4C}"/>
              </a:ext>
            </a:extLst>
          </p:cNvPr>
          <p:cNvSpPr>
            <a:spLocks noGrp="1"/>
          </p:cNvSpPr>
          <p:nvPr>
            <p:ph type="ctrTitle"/>
          </p:nvPr>
        </p:nvSpPr>
        <p:spPr/>
        <p:txBody>
          <a:bodyPr/>
          <a:lstStyle/>
          <a:p>
            <a:r>
              <a:rPr lang="en-US" b="1" dirty="0"/>
              <a:t>Backtracking</a:t>
            </a:r>
            <a:endParaRPr lang="hi-IN" b="1" dirty="0"/>
          </a:p>
        </p:txBody>
      </p:sp>
      <p:sp>
        <p:nvSpPr>
          <p:cNvPr id="3" name="Subtitle 2">
            <a:extLst>
              <a:ext uri="{FF2B5EF4-FFF2-40B4-BE49-F238E27FC236}">
                <a16:creationId xmlns:a16="http://schemas.microsoft.com/office/drawing/2014/main" id="{E8ED05D8-DE1A-4F25-B039-79D238FD739E}"/>
              </a:ext>
            </a:extLst>
          </p:cNvPr>
          <p:cNvSpPr>
            <a:spLocks noGrp="1"/>
          </p:cNvSpPr>
          <p:nvPr>
            <p:ph type="subTitle" idx="1"/>
          </p:nvPr>
        </p:nvSpPr>
        <p:spPr/>
        <p:txBody>
          <a:bodyPr/>
          <a:lstStyle/>
          <a:p>
            <a:endParaRPr lang="hi-IN"/>
          </a:p>
        </p:txBody>
      </p:sp>
      <p:sp>
        <p:nvSpPr>
          <p:cNvPr id="4" name="Footer Placeholder 3">
            <a:extLst>
              <a:ext uri="{FF2B5EF4-FFF2-40B4-BE49-F238E27FC236}">
                <a16:creationId xmlns:a16="http://schemas.microsoft.com/office/drawing/2014/main" id="{B0F6171B-86DF-4E91-8EFA-5BDEC96472D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F214F918-9E4B-4F7B-83C6-2B2895D9EC38}"/>
              </a:ext>
            </a:extLst>
          </p:cNvPr>
          <p:cNvSpPr>
            <a:spLocks noGrp="1"/>
          </p:cNvSpPr>
          <p:nvPr>
            <p:ph type="sldNum" sz="quarter" idx="12"/>
          </p:nvPr>
        </p:nvSpPr>
        <p:spPr/>
        <p:txBody>
          <a:bodyPr/>
          <a:lstStyle/>
          <a:p>
            <a:fld id="{2B5846A9-D11D-4E74-86F2-C0CCFC181E09}" type="slidenum">
              <a:rPr lang="hi-IN" smtClean="0"/>
              <a:t>1</a:t>
            </a:fld>
            <a:endParaRPr lang="hi-IN"/>
          </a:p>
        </p:txBody>
      </p:sp>
    </p:spTree>
    <p:extLst>
      <p:ext uri="{BB962C8B-B14F-4D97-AF65-F5344CB8AC3E}">
        <p14:creationId xmlns:p14="http://schemas.microsoft.com/office/powerpoint/2010/main" val="2679730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EA1BC-DA2F-4529-B264-147CB6658060}"/>
              </a:ext>
            </a:extLst>
          </p:cNvPr>
          <p:cNvSpPr>
            <a:spLocks noGrp="1"/>
          </p:cNvSpPr>
          <p:nvPr>
            <p:ph type="title"/>
          </p:nvPr>
        </p:nvSpPr>
        <p:spPr/>
        <p:txBody>
          <a:bodyPr/>
          <a:lstStyle/>
          <a:p>
            <a:r>
              <a:rPr lang="en-US" b="1" dirty="0"/>
              <a:t>Backtracking</a:t>
            </a:r>
            <a:endParaRPr lang="hi-IN" b="1" dirty="0"/>
          </a:p>
        </p:txBody>
      </p:sp>
      <p:sp>
        <p:nvSpPr>
          <p:cNvPr id="3" name="Content Placeholder 2">
            <a:extLst>
              <a:ext uri="{FF2B5EF4-FFF2-40B4-BE49-F238E27FC236}">
                <a16:creationId xmlns:a16="http://schemas.microsoft.com/office/drawing/2014/main" id="{33A8AC4F-E3AF-40DB-9EEF-DD9AB95DEA65}"/>
              </a:ext>
            </a:extLst>
          </p:cNvPr>
          <p:cNvSpPr>
            <a:spLocks noGrp="1"/>
          </p:cNvSpPr>
          <p:nvPr>
            <p:ph idx="1"/>
          </p:nvPr>
        </p:nvSpPr>
        <p:spPr/>
        <p:txBody>
          <a:bodyPr>
            <a:normAutofit fontScale="92500" lnSpcReduction="10000"/>
          </a:bodyPr>
          <a:lstStyle/>
          <a:p>
            <a:r>
              <a:rPr lang="en-US" dirty="0"/>
              <a:t>Suppose you have to make a series of decisions, among various choices, where </a:t>
            </a:r>
          </a:p>
          <a:p>
            <a:pPr marL="0" indent="0">
              <a:buNone/>
            </a:pPr>
            <a:r>
              <a:rPr lang="en-US" dirty="0"/>
              <a:t>	– You don’t have enough information to know what to choose </a:t>
            </a:r>
          </a:p>
          <a:p>
            <a:pPr marL="0" indent="0">
              <a:buNone/>
            </a:pPr>
            <a:r>
              <a:rPr lang="en-US" dirty="0"/>
              <a:t>	– Each decision leads to a new set of choices </a:t>
            </a:r>
          </a:p>
          <a:p>
            <a:pPr marL="0" indent="0">
              <a:buNone/>
            </a:pPr>
            <a:r>
              <a:rPr lang="en-US" dirty="0"/>
              <a:t>	– Some sequence of choices (possibly more than one) may be a     </a:t>
            </a:r>
          </a:p>
          <a:p>
            <a:pPr marL="0" indent="0">
              <a:buNone/>
            </a:pPr>
            <a:r>
              <a:rPr lang="en-US" dirty="0"/>
              <a:t>               solution to your problem </a:t>
            </a:r>
          </a:p>
          <a:p>
            <a:r>
              <a:rPr lang="en-US" b="1" dirty="0"/>
              <a:t>Backtracking</a:t>
            </a:r>
            <a:r>
              <a:rPr lang="en-US" dirty="0"/>
              <a:t> is a methodical way of trying out various sequences of decisions, until you find one that “works”</a:t>
            </a:r>
          </a:p>
          <a:p>
            <a:pPr algn="just"/>
            <a:r>
              <a:rPr lang="en-US" dirty="0"/>
              <a:t>Solutions to many combinatorial optimization problems include exhaustive search and Backtracking can be used to reduce the cost involved</a:t>
            </a:r>
            <a:endParaRPr lang="hi-IN" dirty="0"/>
          </a:p>
        </p:txBody>
      </p:sp>
      <p:sp>
        <p:nvSpPr>
          <p:cNvPr id="4" name="Footer Placeholder 3">
            <a:extLst>
              <a:ext uri="{FF2B5EF4-FFF2-40B4-BE49-F238E27FC236}">
                <a16:creationId xmlns:a16="http://schemas.microsoft.com/office/drawing/2014/main" id="{497E5ABC-E328-4733-B77F-215B7E8C7018}"/>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4AD846B2-4EF0-43B8-8A12-58742FFCDBC9}"/>
              </a:ext>
            </a:extLst>
          </p:cNvPr>
          <p:cNvSpPr>
            <a:spLocks noGrp="1"/>
          </p:cNvSpPr>
          <p:nvPr>
            <p:ph type="sldNum" sz="quarter" idx="12"/>
          </p:nvPr>
        </p:nvSpPr>
        <p:spPr/>
        <p:txBody>
          <a:bodyPr/>
          <a:lstStyle/>
          <a:p>
            <a:fld id="{2B5846A9-D11D-4E74-86F2-C0CCFC181E09}" type="slidenum">
              <a:rPr lang="hi-IN" smtClean="0"/>
              <a:t>2</a:t>
            </a:fld>
            <a:endParaRPr lang="hi-IN"/>
          </a:p>
        </p:txBody>
      </p:sp>
    </p:spTree>
    <p:extLst>
      <p:ext uri="{BB962C8B-B14F-4D97-AF65-F5344CB8AC3E}">
        <p14:creationId xmlns:p14="http://schemas.microsoft.com/office/powerpoint/2010/main" val="1976009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95A3D-1012-4608-9D5F-78956C0BB4F5}"/>
              </a:ext>
            </a:extLst>
          </p:cNvPr>
          <p:cNvSpPr>
            <a:spLocks noGrp="1"/>
          </p:cNvSpPr>
          <p:nvPr>
            <p:ph type="title"/>
          </p:nvPr>
        </p:nvSpPr>
        <p:spPr/>
        <p:txBody>
          <a:bodyPr/>
          <a:lstStyle/>
          <a:p>
            <a:r>
              <a:rPr lang="en-US" b="1" dirty="0"/>
              <a:t>Example</a:t>
            </a:r>
            <a:endParaRPr lang="hi-IN" b="1" dirty="0"/>
          </a:p>
        </p:txBody>
      </p:sp>
      <p:sp>
        <p:nvSpPr>
          <p:cNvPr id="3" name="Content Placeholder 2">
            <a:extLst>
              <a:ext uri="{FF2B5EF4-FFF2-40B4-BE49-F238E27FC236}">
                <a16:creationId xmlns:a16="http://schemas.microsoft.com/office/drawing/2014/main" id="{DD778D57-46B1-4E5A-ACAE-F140BA65523E}"/>
              </a:ext>
            </a:extLst>
          </p:cNvPr>
          <p:cNvSpPr>
            <a:spLocks noGrp="1"/>
          </p:cNvSpPr>
          <p:nvPr>
            <p:ph idx="1"/>
          </p:nvPr>
        </p:nvSpPr>
        <p:spPr/>
        <p:txBody>
          <a:bodyPr>
            <a:normAutofit/>
          </a:bodyPr>
          <a:lstStyle/>
          <a:p>
            <a:pPr marL="0" indent="0">
              <a:buNone/>
            </a:pPr>
            <a:r>
              <a:rPr lang="en-US" sz="3200" dirty="0"/>
              <a:t>Problem: </a:t>
            </a:r>
          </a:p>
          <a:p>
            <a:r>
              <a:rPr lang="en-US" sz="3200" dirty="0"/>
              <a:t>Find out all 3-bit binary numbers for which the sum of the 1's is greater than or equal to 2. </a:t>
            </a:r>
          </a:p>
          <a:p>
            <a:pPr lvl="1"/>
            <a:r>
              <a:rPr lang="en-US" sz="2800" dirty="0"/>
              <a:t>The only way to solve this problem is to check all the possibilities: </a:t>
            </a:r>
          </a:p>
          <a:p>
            <a:pPr marL="457200" lvl="1" indent="0">
              <a:buNone/>
            </a:pPr>
            <a:r>
              <a:rPr lang="en-US" sz="2800" dirty="0"/>
              <a:t>     (000, 001, 010, ....,111) </a:t>
            </a:r>
          </a:p>
          <a:p>
            <a:pPr lvl="1"/>
            <a:r>
              <a:rPr lang="en-US" sz="2800" dirty="0"/>
              <a:t>The 8 possibilities are called the search space of the problem. They can be organized into a tree generally called as </a:t>
            </a:r>
            <a:r>
              <a:rPr lang="en-US" sz="2800" b="1" dirty="0">
                <a:solidFill>
                  <a:srgbClr val="C00000"/>
                </a:solidFill>
              </a:rPr>
              <a:t>state space tree.</a:t>
            </a:r>
            <a:endParaRPr lang="hi-IN" sz="2800" b="1" dirty="0">
              <a:solidFill>
                <a:srgbClr val="C00000"/>
              </a:solidFill>
            </a:endParaRPr>
          </a:p>
        </p:txBody>
      </p:sp>
      <p:sp>
        <p:nvSpPr>
          <p:cNvPr id="4" name="Footer Placeholder 3">
            <a:extLst>
              <a:ext uri="{FF2B5EF4-FFF2-40B4-BE49-F238E27FC236}">
                <a16:creationId xmlns:a16="http://schemas.microsoft.com/office/drawing/2014/main" id="{D5376A5F-D446-4F98-9ED2-5896E007DF0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A01F0260-C4E4-4582-91AB-0CE615F06E4E}"/>
              </a:ext>
            </a:extLst>
          </p:cNvPr>
          <p:cNvSpPr>
            <a:spLocks noGrp="1"/>
          </p:cNvSpPr>
          <p:nvPr>
            <p:ph type="sldNum" sz="quarter" idx="12"/>
          </p:nvPr>
        </p:nvSpPr>
        <p:spPr/>
        <p:txBody>
          <a:bodyPr/>
          <a:lstStyle/>
          <a:p>
            <a:fld id="{2B5846A9-D11D-4E74-86F2-C0CCFC181E09}" type="slidenum">
              <a:rPr lang="hi-IN" smtClean="0"/>
              <a:t>3</a:t>
            </a:fld>
            <a:endParaRPr lang="hi-IN"/>
          </a:p>
        </p:txBody>
      </p:sp>
    </p:spTree>
    <p:extLst>
      <p:ext uri="{BB962C8B-B14F-4D97-AF65-F5344CB8AC3E}">
        <p14:creationId xmlns:p14="http://schemas.microsoft.com/office/powerpoint/2010/main" val="2490868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4B36-99D9-4129-80EE-CA69A7B5CBA9}"/>
              </a:ext>
            </a:extLst>
          </p:cNvPr>
          <p:cNvSpPr>
            <a:spLocks noGrp="1"/>
          </p:cNvSpPr>
          <p:nvPr>
            <p:ph type="title"/>
          </p:nvPr>
        </p:nvSpPr>
        <p:spPr/>
        <p:txBody>
          <a:bodyPr/>
          <a:lstStyle/>
          <a:p>
            <a:r>
              <a:rPr lang="en-US" b="1" dirty="0"/>
              <a:t>State space tree</a:t>
            </a:r>
            <a:endParaRPr lang="hi-IN" b="1" dirty="0"/>
          </a:p>
        </p:txBody>
      </p:sp>
      <p:sp>
        <p:nvSpPr>
          <p:cNvPr id="3" name="Content Placeholder 2">
            <a:extLst>
              <a:ext uri="{FF2B5EF4-FFF2-40B4-BE49-F238E27FC236}">
                <a16:creationId xmlns:a16="http://schemas.microsoft.com/office/drawing/2014/main" id="{79F152D7-2539-4B50-94E9-E5AD7E22318E}"/>
              </a:ext>
            </a:extLst>
          </p:cNvPr>
          <p:cNvSpPr>
            <a:spLocks noGrp="1"/>
          </p:cNvSpPr>
          <p:nvPr>
            <p:ph idx="1"/>
          </p:nvPr>
        </p:nvSpPr>
        <p:spPr>
          <a:xfrm>
            <a:off x="838200" y="1825625"/>
            <a:ext cx="10515600" cy="4667250"/>
          </a:xfrm>
        </p:spPr>
        <p:txBody>
          <a:bodyPr>
            <a:normAutofit fontScale="92500" lnSpcReduction="10000"/>
          </a:bodyPr>
          <a:lstStyle/>
          <a:p>
            <a:pPr algn="just"/>
            <a:r>
              <a:rPr lang="en-US" sz="3200" dirty="0"/>
              <a:t>A rooted tree where each level represents a choice in the solution space that depends on</a:t>
            </a:r>
          </a:p>
          <a:p>
            <a:pPr lvl="1" algn="just"/>
            <a:r>
              <a:rPr lang="en-US" sz="2800" dirty="0"/>
              <a:t>the level above and</a:t>
            </a:r>
          </a:p>
          <a:p>
            <a:pPr lvl="1" algn="just"/>
            <a:r>
              <a:rPr lang="en-US" sz="2800" dirty="0"/>
              <a:t>any possible solution is represented by some path starting out at the root and ending at a leaf</a:t>
            </a:r>
          </a:p>
          <a:p>
            <a:pPr algn="just"/>
            <a:r>
              <a:rPr lang="en-US" sz="3200" dirty="0"/>
              <a:t>Root represents state where no partial solution has been made</a:t>
            </a:r>
          </a:p>
          <a:p>
            <a:pPr algn="just"/>
            <a:r>
              <a:rPr lang="en-US" sz="3200" dirty="0"/>
              <a:t>A leaf represents the state where all choices making up a solution have been made</a:t>
            </a:r>
          </a:p>
          <a:p>
            <a:pPr algn="just"/>
            <a:r>
              <a:rPr lang="en-US" sz="3200" dirty="0"/>
              <a:t>A node in a state-space tree is </a:t>
            </a:r>
            <a:r>
              <a:rPr lang="en-US" sz="3200" b="1" dirty="0"/>
              <a:t>promising</a:t>
            </a:r>
            <a:r>
              <a:rPr lang="en-US" sz="3200" dirty="0"/>
              <a:t> if it corresponds to a partial solution that may still lead to a complete solution otherwise it is called </a:t>
            </a:r>
            <a:r>
              <a:rPr lang="en-US" sz="3200" b="1" dirty="0"/>
              <a:t>nonpromising</a:t>
            </a:r>
            <a:endParaRPr lang="hi-IN" sz="3200" b="1" dirty="0"/>
          </a:p>
        </p:txBody>
      </p:sp>
      <p:sp>
        <p:nvSpPr>
          <p:cNvPr id="4" name="Footer Placeholder 3">
            <a:extLst>
              <a:ext uri="{FF2B5EF4-FFF2-40B4-BE49-F238E27FC236}">
                <a16:creationId xmlns:a16="http://schemas.microsoft.com/office/drawing/2014/main" id="{4F19EC61-91DD-4B72-AEAA-5D31B130DB2D}"/>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3509F0F2-71D2-41B4-81E7-66600D4787FC}"/>
              </a:ext>
            </a:extLst>
          </p:cNvPr>
          <p:cNvSpPr>
            <a:spLocks noGrp="1"/>
          </p:cNvSpPr>
          <p:nvPr>
            <p:ph type="sldNum" sz="quarter" idx="12"/>
          </p:nvPr>
        </p:nvSpPr>
        <p:spPr/>
        <p:txBody>
          <a:bodyPr/>
          <a:lstStyle/>
          <a:p>
            <a:fld id="{2B5846A9-D11D-4E74-86F2-C0CCFC181E09}" type="slidenum">
              <a:rPr lang="hi-IN" smtClean="0"/>
              <a:t>4</a:t>
            </a:fld>
            <a:endParaRPr lang="hi-IN"/>
          </a:p>
        </p:txBody>
      </p:sp>
    </p:spTree>
    <p:extLst>
      <p:ext uri="{BB962C8B-B14F-4D97-AF65-F5344CB8AC3E}">
        <p14:creationId xmlns:p14="http://schemas.microsoft.com/office/powerpoint/2010/main" val="3596540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95A3D-1012-4608-9D5F-78956C0BB4F5}"/>
              </a:ext>
            </a:extLst>
          </p:cNvPr>
          <p:cNvSpPr>
            <a:spLocks noGrp="1"/>
          </p:cNvSpPr>
          <p:nvPr>
            <p:ph type="title"/>
          </p:nvPr>
        </p:nvSpPr>
        <p:spPr/>
        <p:txBody>
          <a:bodyPr/>
          <a:lstStyle/>
          <a:p>
            <a:r>
              <a:rPr lang="en-US" b="1" dirty="0"/>
              <a:t>Coming back to the example…</a:t>
            </a:r>
            <a:endParaRPr lang="hi-IN" b="1" dirty="0"/>
          </a:p>
        </p:txBody>
      </p:sp>
      <p:sp>
        <p:nvSpPr>
          <p:cNvPr id="3" name="Content Placeholder 2">
            <a:extLst>
              <a:ext uri="{FF2B5EF4-FFF2-40B4-BE49-F238E27FC236}">
                <a16:creationId xmlns:a16="http://schemas.microsoft.com/office/drawing/2014/main" id="{DD778D57-46B1-4E5A-ACAE-F140BA65523E}"/>
              </a:ext>
            </a:extLst>
          </p:cNvPr>
          <p:cNvSpPr>
            <a:spLocks noGrp="1"/>
          </p:cNvSpPr>
          <p:nvPr>
            <p:ph idx="1"/>
          </p:nvPr>
        </p:nvSpPr>
        <p:spPr/>
        <p:txBody>
          <a:bodyPr>
            <a:normAutofit/>
          </a:bodyPr>
          <a:lstStyle/>
          <a:p>
            <a:pPr marL="0" indent="0">
              <a:buNone/>
            </a:pPr>
            <a:r>
              <a:rPr lang="en-US" sz="3200" dirty="0"/>
              <a:t>Problem: </a:t>
            </a:r>
          </a:p>
          <a:p>
            <a:r>
              <a:rPr lang="en-US" sz="3200" dirty="0"/>
              <a:t>Find out all 3-bit binary numbers for which the sum of the 1's is greater than or equal to 2. </a:t>
            </a:r>
          </a:p>
          <a:p>
            <a:pPr lvl="1"/>
            <a:r>
              <a:rPr lang="en-US" sz="2800" dirty="0"/>
              <a:t>The only way to solve this problem is to check all the possibilities: </a:t>
            </a:r>
          </a:p>
          <a:p>
            <a:pPr marL="457200" lvl="1" indent="0">
              <a:buNone/>
            </a:pPr>
            <a:r>
              <a:rPr lang="en-US" sz="2800" dirty="0"/>
              <a:t>     (000, 001, 010, ....,111) </a:t>
            </a:r>
          </a:p>
          <a:p>
            <a:pPr lvl="1"/>
            <a:r>
              <a:rPr lang="en-US" sz="2800" dirty="0"/>
              <a:t>The 8 possibilities are called the search space of the problem. They can be organized into a tree generally called as </a:t>
            </a:r>
            <a:r>
              <a:rPr lang="en-US" sz="2800" b="1" dirty="0">
                <a:solidFill>
                  <a:srgbClr val="C00000"/>
                </a:solidFill>
              </a:rPr>
              <a:t>state space tree.</a:t>
            </a:r>
            <a:endParaRPr lang="hi-IN" sz="2800" b="1" dirty="0">
              <a:solidFill>
                <a:srgbClr val="C00000"/>
              </a:solidFill>
            </a:endParaRPr>
          </a:p>
        </p:txBody>
      </p:sp>
      <p:sp>
        <p:nvSpPr>
          <p:cNvPr id="4" name="Footer Placeholder 3">
            <a:extLst>
              <a:ext uri="{FF2B5EF4-FFF2-40B4-BE49-F238E27FC236}">
                <a16:creationId xmlns:a16="http://schemas.microsoft.com/office/drawing/2014/main" id="{D5376A5F-D446-4F98-9ED2-5896E007DF0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A01F0260-C4E4-4582-91AB-0CE615F06E4E}"/>
              </a:ext>
            </a:extLst>
          </p:cNvPr>
          <p:cNvSpPr>
            <a:spLocks noGrp="1"/>
          </p:cNvSpPr>
          <p:nvPr>
            <p:ph type="sldNum" sz="quarter" idx="12"/>
          </p:nvPr>
        </p:nvSpPr>
        <p:spPr/>
        <p:txBody>
          <a:bodyPr/>
          <a:lstStyle/>
          <a:p>
            <a:fld id="{2B5846A9-D11D-4E74-86F2-C0CCFC181E09}" type="slidenum">
              <a:rPr lang="hi-IN" smtClean="0"/>
              <a:t>5</a:t>
            </a:fld>
            <a:endParaRPr lang="hi-IN"/>
          </a:p>
        </p:txBody>
      </p:sp>
    </p:spTree>
    <p:extLst>
      <p:ext uri="{BB962C8B-B14F-4D97-AF65-F5344CB8AC3E}">
        <p14:creationId xmlns:p14="http://schemas.microsoft.com/office/powerpoint/2010/main" val="2952619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06BF8-F81E-400F-AB4C-5BB9E2132A49}"/>
              </a:ext>
            </a:extLst>
          </p:cNvPr>
          <p:cNvSpPr>
            <a:spLocks noGrp="1"/>
          </p:cNvSpPr>
          <p:nvPr>
            <p:ph type="title"/>
          </p:nvPr>
        </p:nvSpPr>
        <p:spPr/>
        <p:txBody>
          <a:bodyPr/>
          <a:lstStyle/>
          <a:p>
            <a:r>
              <a:rPr lang="en-US" b="1" dirty="0"/>
              <a:t>Example – state space tree</a:t>
            </a:r>
            <a:endParaRPr lang="hi-IN" dirty="0"/>
          </a:p>
        </p:txBody>
      </p:sp>
      <p:sp>
        <p:nvSpPr>
          <p:cNvPr id="3" name="Content Placeholder 2">
            <a:extLst>
              <a:ext uri="{FF2B5EF4-FFF2-40B4-BE49-F238E27FC236}">
                <a16:creationId xmlns:a16="http://schemas.microsoft.com/office/drawing/2014/main" id="{6658AA46-C24F-42A3-8DD3-9B75E1A9BAEF}"/>
              </a:ext>
            </a:extLst>
          </p:cNvPr>
          <p:cNvSpPr>
            <a:spLocks noGrp="1"/>
          </p:cNvSpPr>
          <p:nvPr>
            <p:ph idx="1"/>
          </p:nvPr>
        </p:nvSpPr>
        <p:spPr/>
        <p:txBody>
          <a:bodyPr/>
          <a:lstStyle/>
          <a:p>
            <a:endParaRPr lang="hi-IN" dirty="0"/>
          </a:p>
        </p:txBody>
      </p:sp>
      <p:grpSp>
        <p:nvGrpSpPr>
          <p:cNvPr id="10" name="Group 9">
            <a:extLst>
              <a:ext uri="{FF2B5EF4-FFF2-40B4-BE49-F238E27FC236}">
                <a16:creationId xmlns:a16="http://schemas.microsoft.com/office/drawing/2014/main" id="{D63BFE4D-0A1C-42AE-99D0-204C54554D93}"/>
              </a:ext>
            </a:extLst>
          </p:cNvPr>
          <p:cNvGrpSpPr/>
          <p:nvPr/>
        </p:nvGrpSpPr>
        <p:grpSpPr>
          <a:xfrm>
            <a:off x="1114425" y="1751686"/>
            <a:ext cx="9344025" cy="4753118"/>
            <a:chOff x="1114425" y="1751686"/>
            <a:chExt cx="9344025" cy="4753118"/>
          </a:xfrm>
        </p:grpSpPr>
        <p:pic>
          <p:nvPicPr>
            <p:cNvPr id="4" name="Picture 3">
              <a:extLst>
                <a:ext uri="{FF2B5EF4-FFF2-40B4-BE49-F238E27FC236}">
                  <a16:creationId xmlns:a16="http://schemas.microsoft.com/office/drawing/2014/main" id="{483F3062-D21B-417D-A75C-E3E8EBEE4260}"/>
                </a:ext>
              </a:extLst>
            </p:cNvPr>
            <p:cNvPicPr>
              <a:picLocks noChangeAspect="1"/>
            </p:cNvPicPr>
            <p:nvPr/>
          </p:nvPicPr>
          <p:blipFill>
            <a:blip r:embed="rId2"/>
            <a:stretch>
              <a:fillRect/>
            </a:stretch>
          </p:blipFill>
          <p:spPr>
            <a:xfrm>
              <a:off x="1114425" y="1751686"/>
              <a:ext cx="9344025" cy="4499216"/>
            </a:xfrm>
            <a:prstGeom prst="rect">
              <a:avLst/>
            </a:prstGeom>
          </p:spPr>
        </p:pic>
        <p:sp>
          <p:nvSpPr>
            <p:cNvPr id="5" name="TextBox 4">
              <a:extLst>
                <a:ext uri="{FF2B5EF4-FFF2-40B4-BE49-F238E27FC236}">
                  <a16:creationId xmlns:a16="http://schemas.microsoft.com/office/drawing/2014/main" id="{07494DC9-982D-497B-8C6E-5C3E09597C0F}"/>
                </a:ext>
              </a:extLst>
            </p:cNvPr>
            <p:cNvSpPr txBox="1"/>
            <p:nvPr/>
          </p:nvSpPr>
          <p:spPr>
            <a:xfrm>
              <a:off x="5734050" y="6019800"/>
              <a:ext cx="361950" cy="369332"/>
            </a:xfrm>
            <a:prstGeom prst="rect">
              <a:avLst/>
            </a:prstGeom>
            <a:solidFill>
              <a:schemeClr val="bg1"/>
            </a:solidFill>
          </p:spPr>
          <p:txBody>
            <a:bodyPr wrap="square" rtlCol="0">
              <a:spAutoFit/>
            </a:bodyPr>
            <a:lstStyle/>
            <a:p>
              <a:endParaRPr lang="hi-IN" dirty="0"/>
            </a:p>
          </p:txBody>
        </p:sp>
        <p:sp>
          <p:nvSpPr>
            <p:cNvPr id="6" name="TextBox 5">
              <a:extLst>
                <a:ext uri="{FF2B5EF4-FFF2-40B4-BE49-F238E27FC236}">
                  <a16:creationId xmlns:a16="http://schemas.microsoft.com/office/drawing/2014/main" id="{F099AB57-5300-45CC-98CA-29C3233EECDF}"/>
                </a:ext>
              </a:extLst>
            </p:cNvPr>
            <p:cNvSpPr txBox="1"/>
            <p:nvPr/>
          </p:nvSpPr>
          <p:spPr>
            <a:xfrm>
              <a:off x="6096000" y="6067425"/>
              <a:ext cx="581025" cy="369332"/>
            </a:xfrm>
            <a:prstGeom prst="rect">
              <a:avLst/>
            </a:prstGeom>
            <a:solidFill>
              <a:schemeClr val="bg1"/>
            </a:solidFill>
          </p:spPr>
          <p:txBody>
            <a:bodyPr wrap="square" rtlCol="0">
              <a:spAutoFit/>
            </a:bodyPr>
            <a:lstStyle/>
            <a:p>
              <a:endParaRPr lang="hi-IN" dirty="0"/>
            </a:p>
          </p:txBody>
        </p:sp>
        <p:sp>
          <p:nvSpPr>
            <p:cNvPr id="7" name="TextBox 6">
              <a:extLst>
                <a:ext uri="{FF2B5EF4-FFF2-40B4-BE49-F238E27FC236}">
                  <a16:creationId xmlns:a16="http://schemas.microsoft.com/office/drawing/2014/main" id="{1E88E986-DACD-4B1B-B90B-5B622B0D07A7}"/>
                </a:ext>
              </a:extLst>
            </p:cNvPr>
            <p:cNvSpPr txBox="1"/>
            <p:nvPr/>
          </p:nvSpPr>
          <p:spPr>
            <a:xfrm>
              <a:off x="5086350" y="6106897"/>
              <a:ext cx="733425" cy="369332"/>
            </a:xfrm>
            <a:prstGeom prst="rect">
              <a:avLst/>
            </a:prstGeom>
            <a:solidFill>
              <a:schemeClr val="bg1"/>
            </a:solidFill>
          </p:spPr>
          <p:txBody>
            <a:bodyPr wrap="square" rtlCol="0">
              <a:spAutoFit/>
            </a:bodyPr>
            <a:lstStyle/>
            <a:p>
              <a:endParaRPr lang="hi-IN" dirty="0"/>
            </a:p>
          </p:txBody>
        </p:sp>
        <p:sp>
          <p:nvSpPr>
            <p:cNvPr id="9" name="TextBox 8">
              <a:extLst>
                <a:ext uri="{FF2B5EF4-FFF2-40B4-BE49-F238E27FC236}">
                  <a16:creationId xmlns:a16="http://schemas.microsoft.com/office/drawing/2014/main" id="{0DD41A0B-AE92-4BA7-8C8D-DE9A379EF012}"/>
                </a:ext>
              </a:extLst>
            </p:cNvPr>
            <p:cNvSpPr txBox="1"/>
            <p:nvPr/>
          </p:nvSpPr>
          <p:spPr>
            <a:xfrm>
              <a:off x="9639300" y="6135472"/>
              <a:ext cx="733425" cy="369332"/>
            </a:xfrm>
            <a:prstGeom prst="rect">
              <a:avLst/>
            </a:prstGeom>
            <a:solidFill>
              <a:schemeClr val="bg1"/>
            </a:solidFill>
          </p:spPr>
          <p:txBody>
            <a:bodyPr wrap="square" rtlCol="0">
              <a:spAutoFit/>
            </a:bodyPr>
            <a:lstStyle/>
            <a:p>
              <a:endParaRPr lang="hi-IN" dirty="0"/>
            </a:p>
          </p:txBody>
        </p:sp>
      </p:grpSp>
      <p:sp>
        <p:nvSpPr>
          <p:cNvPr id="11" name="Footer Placeholder 10">
            <a:extLst>
              <a:ext uri="{FF2B5EF4-FFF2-40B4-BE49-F238E27FC236}">
                <a16:creationId xmlns:a16="http://schemas.microsoft.com/office/drawing/2014/main" id="{90848D7D-5A40-40FB-BE66-0417666B4B43}"/>
              </a:ext>
            </a:extLst>
          </p:cNvPr>
          <p:cNvSpPr>
            <a:spLocks noGrp="1"/>
          </p:cNvSpPr>
          <p:nvPr>
            <p:ph type="ftr" sz="quarter" idx="11"/>
          </p:nvPr>
        </p:nvSpPr>
        <p:spPr/>
        <p:txBody>
          <a:bodyPr/>
          <a:lstStyle/>
          <a:p>
            <a:r>
              <a:rPr lang="en-US"/>
              <a:t>Amrita School of Engineering</a:t>
            </a:r>
            <a:endParaRPr lang="hi-IN"/>
          </a:p>
        </p:txBody>
      </p:sp>
      <p:sp>
        <p:nvSpPr>
          <p:cNvPr id="12" name="Slide Number Placeholder 11">
            <a:extLst>
              <a:ext uri="{FF2B5EF4-FFF2-40B4-BE49-F238E27FC236}">
                <a16:creationId xmlns:a16="http://schemas.microsoft.com/office/drawing/2014/main" id="{5A9D468A-FAEE-4B52-9FA1-92DC37855C97}"/>
              </a:ext>
            </a:extLst>
          </p:cNvPr>
          <p:cNvSpPr>
            <a:spLocks noGrp="1"/>
          </p:cNvSpPr>
          <p:nvPr>
            <p:ph type="sldNum" sz="quarter" idx="12"/>
          </p:nvPr>
        </p:nvSpPr>
        <p:spPr/>
        <p:txBody>
          <a:bodyPr/>
          <a:lstStyle/>
          <a:p>
            <a:fld id="{2B5846A9-D11D-4E74-86F2-C0CCFC181E09}" type="slidenum">
              <a:rPr lang="hi-IN" smtClean="0"/>
              <a:t>6</a:t>
            </a:fld>
            <a:endParaRPr lang="hi-IN"/>
          </a:p>
        </p:txBody>
      </p:sp>
    </p:spTree>
    <p:extLst>
      <p:ext uri="{BB962C8B-B14F-4D97-AF65-F5344CB8AC3E}">
        <p14:creationId xmlns:p14="http://schemas.microsoft.com/office/powerpoint/2010/main" val="155463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A74AE-A3A6-4EE4-8D66-53A3980D2BFB}"/>
              </a:ext>
            </a:extLst>
          </p:cNvPr>
          <p:cNvSpPr>
            <a:spLocks noGrp="1"/>
          </p:cNvSpPr>
          <p:nvPr>
            <p:ph type="title"/>
          </p:nvPr>
        </p:nvSpPr>
        <p:spPr/>
        <p:txBody>
          <a:bodyPr/>
          <a:lstStyle/>
          <a:p>
            <a:r>
              <a:rPr lang="en-US" b="1" dirty="0"/>
              <a:t>Backtracking - relook</a:t>
            </a:r>
            <a:endParaRPr lang="hi-IN" b="1" dirty="0"/>
          </a:p>
        </p:txBody>
      </p:sp>
      <p:sp>
        <p:nvSpPr>
          <p:cNvPr id="3" name="Content Placeholder 2">
            <a:extLst>
              <a:ext uri="{FF2B5EF4-FFF2-40B4-BE49-F238E27FC236}">
                <a16:creationId xmlns:a16="http://schemas.microsoft.com/office/drawing/2014/main" id="{EEC1F875-D347-45ED-BE5D-FD3D1276162F}"/>
              </a:ext>
            </a:extLst>
          </p:cNvPr>
          <p:cNvSpPr>
            <a:spLocks noGrp="1"/>
          </p:cNvSpPr>
          <p:nvPr>
            <p:ph idx="1"/>
          </p:nvPr>
        </p:nvSpPr>
        <p:spPr>
          <a:xfrm>
            <a:off x="838200" y="1690687"/>
            <a:ext cx="10515600" cy="4802188"/>
          </a:xfrm>
        </p:spPr>
        <p:txBody>
          <a:bodyPr>
            <a:normAutofit fontScale="92500" lnSpcReduction="10000"/>
          </a:bodyPr>
          <a:lstStyle/>
          <a:p>
            <a:pPr algn="just"/>
            <a:r>
              <a:rPr lang="en-US" dirty="0"/>
              <a:t>For some problems, the only way to solve is to check all possibilities.</a:t>
            </a:r>
          </a:p>
          <a:p>
            <a:pPr algn="just"/>
            <a:r>
              <a:rPr lang="en-US" dirty="0"/>
              <a:t>Backtracking is a systematic way to go through all the possible configurations of a search space. </a:t>
            </a:r>
          </a:p>
          <a:p>
            <a:pPr algn="just"/>
            <a:r>
              <a:rPr lang="en-US" dirty="0"/>
              <a:t>Backtracking is easily implemented with recursion because: </a:t>
            </a:r>
          </a:p>
          <a:p>
            <a:pPr lvl="1" algn="just"/>
            <a:r>
              <a:rPr lang="en-US" dirty="0"/>
              <a:t>The run-time stack takes care of keeping track of the choices that got us to a given point.</a:t>
            </a:r>
          </a:p>
          <a:p>
            <a:pPr lvl="1" algn="just"/>
            <a:r>
              <a:rPr lang="en-US" dirty="0"/>
              <a:t>Upon failure we can get to the previous choice simply by returning a failure code from the recursive call. </a:t>
            </a:r>
          </a:p>
          <a:p>
            <a:pPr algn="just"/>
            <a:r>
              <a:rPr lang="en-US" dirty="0"/>
              <a:t>Optimized Backtracking: </a:t>
            </a:r>
          </a:p>
          <a:p>
            <a:pPr lvl="1" algn="just"/>
            <a:r>
              <a:rPr lang="en-US" dirty="0"/>
              <a:t>It help us to reduce the search space and hence get a solution faster.</a:t>
            </a:r>
          </a:p>
          <a:p>
            <a:pPr lvl="1" algn="just"/>
            <a:r>
              <a:rPr lang="en-US" dirty="0"/>
              <a:t>The idea is to avoid those paths that may not lead to solutions as early as possible by finding contradictions so that we can backtrack immediately without the need to build a hopeless solution vector.</a:t>
            </a:r>
            <a:endParaRPr lang="hi-IN" dirty="0"/>
          </a:p>
        </p:txBody>
      </p:sp>
      <p:sp>
        <p:nvSpPr>
          <p:cNvPr id="4" name="Footer Placeholder 3">
            <a:extLst>
              <a:ext uri="{FF2B5EF4-FFF2-40B4-BE49-F238E27FC236}">
                <a16:creationId xmlns:a16="http://schemas.microsoft.com/office/drawing/2014/main" id="{D72EE700-7647-4383-9630-7A7DF5DF1698}"/>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74702B3D-507C-43E1-A894-D886865BCA71}"/>
              </a:ext>
            </a:extLst>
          </p:cNvPr>
          <p:cNvSpPr>
            <a:spLocks noGrp="1"/>
          </p:cNvSpPr>
          <p:nvPr>
            <p:ph type="sldNum" sz="quarter" idx="12"/>
          </p:nvPr>
        </p:nvSpPr>
        <p:spPr/>
        <p:txBody>
          <a:bodyPr/>
          <a:lstStyle/>
          <a:p>
            <a:fld id="{2B5846A9-D11D-4E74-86F2-C0CCFC181E09}" type="slidenum">
              <a:rPr lang="hi-IN" smtClean="0"/>
              <a:t>7</a:t>
            </a:fld>
            <a:endParaRPr lang="hi-IN"/>
          </a:p>
        </p:txBody>
      </p:sp>
    </p:spTree>
    <p:extLst>
      <p:ext uri="{BB962C8B-B14F-4D97-AF65-F5344CB8AC3E}">
        <p14:creationId xmlns:p14="http://schemas.microsoft.com/office/powerpoint/2010/main" val="616586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956E-5900-429D-98C9-E321D5B442DB}"/>
              </a:ext>
            </a:extLst>
          </p:cNvPr>
          <p:cNvSpPr>
            <a:spLocks noGrp="1"/>
          </p:cNvSpPr>
          <p:nvPr>
            <p:ph type="title"/>
          </p:nvPr>
        </p:nvSpPr>
        <p:spPr/>
        <p:txBody>
          <a:bodyPr/>
          <a:lstStyle/>
          <a:p>
            <a:r>
              <a:rPr lang="en-US" b="1" dirty="0"/>
              <a:t>Backtracking Examples</a:t>
            </a:r>
            <a:endParaRPr lang="hi-IN" b="1" dirty="0"/>
          </a:p>
        </p:txBody>
      </p:sp>
      <p:sp>
        <p:nvSpPr>
          <p:cNvPr id="3" name="Content Placeholder 2">
            <a:extLst>
              <a:ext uri="{FF2B5EF4-FFF2-40B4-BE49-F238E27FC236}">
                <a16:creationId xmlns:a16="http://schemas.microsoft.com/office/drawing/2014/main" id="{7812AF3C-357B-494F-8771-E0F8DD64C40D}"/>
              </a:ext>
            </a:extLst>
          </p:cNvPr>
          <p:cNvSpPr>
            <a:spLocks noGrp="1"/>
          </p:cNvSpPr>
          <p:nvPr>
            <p:ph idx="1"/>
          </p:nvPr>
        </p:nvSpPr>
        <p:spPr/>
        <p:txBody>
          <a:bodyPr/>
          <a:lstStyle/>
          <a:p>
            <a:r>
              <a:rPr lang="en-US" dirty="0"/>
              <a:t>Solving a Maze</a:t>
            </a:r>
          </a:p>
          <a:p>
            <a:r>
              <a:rPr lang="en-US" dirty="0"/>
              <a:t>N Queen’s problem</a:t>
            </a:r>
          </a:p>
          <a:p>
            <a:r>
              <a:rPr lang="en-US" dirty="0"/>
              <a:t>Sudoku solving</a:t>
            </a:r>
          </a:p>
          <a:p>
            <a:r>
              <a:rPr lang="en-US" dirty="0"/>
              <a:t>Map coloring  etc.</a:t>
            </a:r>
            <a:endParaRPr lang="hi-IN" dirty="0"/>
          </a:p>
        </p:txBody>
      </p:sp>
      <p:grpSp>
        <p:nvGrpSpPr>
          <p:cNvPr id="13" name="Group 12">
            <a:extLst>
              <a:ext uri="{FF2B5EF4-FFF2-40B4-BE49-F238E27FC236}">
                <a16:creationId xmlns:a16="http://schemas.microsoft.com/office/drawing/2014/main" id="{F1AB2777-73C8-425F-9955-83B517F04E61}"/>
              </a:ext>
            </a:extLst>
          </p:cNvPr>
          <p:cNvGrpSpPr/>
          <p:nvPr/>
        </p:nvGrpSpPr>
        <p:grpSpPr>
          <a:xfrm>
            <a:off x="3434080" y="1563031"/>
            <a:ext cx="8176895" cy="3970994"/>
            <a:chOff x="3434080" y="1563031"/>
            <a:chExt cx="8176895" cy="3970994"/>
          </a:xfrm>
        </p:grpSpPr>
        <p:pic>
          <p:nvPicPr>
            <p:cNvPr id="4" name="Picture 3">
              <a:extLst>
                <a:ext uri="{FF2B5EF4-FFF2-40B4-BE49-F238E27FC236}">
                  <a16:creationId xmlns:a16="http://schemas.microsoft.com/office/drawing/2014/main" id="{E79A53A6-BB6F-48E6-A505-D3DB1207E259}"/>
                </a:ext>
              </a:extLst>
            </p:cNvPr>
            <p:cNvPicPr>
              <a:picLocks noChangeAspect="1"/>
            </p:cNvPicPr>
            <p:nvPr/>
          </p:nvPicPr>
          <p:blipFill>
            <a:blip r:embed="rId2"/>
            <a:stretch>
              <a:fillRect/>
            </a:stretch>
          </p:blipFill>
          <p:spPr>
            <a:xfrm>
              <a:off x="4724400" y="1563031"/>
              <a:ext cx="6886575" cy="3970994"/>
            </a:xfrm>
            <a:prstGeom prst="rect">
              <a:avLst/>
            </a:prstGeom>
          </p:spPr>
        </p:pic>
        <p:cxnSp>
          <p:nvCxnSpPr>
            <p:cNvPr id="9" name="Connector: Curved 8">
              <a:extLst>
                <a:ext uri="{FF2B5EF4-FFF2-40B4-BE49-F238E27FC236}">
                  <a16:creationId xmlns:a16="http://schemas.microsoft.com/office/drawing/2014/main" id="{289A8B83-0D7A-44BF-A02C-AC69F20A8314}"/>
                </a:ext>
              </a:extLst>
            </p:cNvPr>
            <p:cNvCxnSpPr/>
            <p:nvPr/>
          </p:nvCxnSpPr>
          <p:spPr>
            <a:xfrm>
              <a:off x="3434080" y="1971040"/>
              <a:ext cx="2804160" cy="1300480"/>
            </a:xfrm>
            <a:prstGeom prst="curvedConnector3">
              <a:avLst>
                <a:gd name="adj1" fmla="val 77536"/>
              </a:avLst>
            </a:prstGeom>
            <a:ln>
              <a:tailEnd type="stealth"/>
            </a:ln>
          </p:spPr>
          <p:style>
            <a:lnRef idx="1">
              <a:schemeClr val="dk1"/>
            </a:lnRef>
            <a:fillRef idx="0">
              <a:schemeClr val="dk1"/>
            </a:fillRef>
            <a:effectRef idx="0">
              <a:schemeClr val="dk1"/>
            </a:effectRef>
            <a:fontRef idx="minor">
              <a:schemeClr val="tx1"/>
            </a:fontRef>
          </p:style>
        </p:cxnSp>
      </p:grpSp>
      <p:sp>
        <p:nvSpPr>
          <p:cNvPr id="14" name="Footer Placeholder 13">
            <a:extLst>
              <a:ext uri="{FF2B5EF4-FFF2-40B4-BE49-F238E27FC236}">
                <a16:creationId xmlns:a16="http://schemas.microsoft.com/office/drawing/2014/main" id="{2EA58178-A20C-4D38-B334-1B6201BED5BB}"/>
              </a:ext>
            </a:extLst>
          </p:cNvPr>
          <p:cNvSpPr>
            <a:spLocks noGrp="1"/>
          </p:cNvSpPr>
          <p:nvPr>
            <p:ph type="ftr" sz="quarter" idx="11"/>
          </p:nvPr>
        </p:nvSpPr>
        <p:spPr/>
        <p:txBody>
          <a:bodyPr/>
          <a:lstStyle/>
          <a:p>
            <a:r>
              <a:rPr lang="en-US"/>
              <a:t>Amrita School of Engineering</a:t>
            </a:r>
            <a:endParaRPr lang="hi-IN"/>
          </a:p>
        </p:txBody>
      </p:sp>
      <p:sp>
        <p:nvSpPr>
          <p:cNvPr id="15" name="Slide Number Placeholder 14">
            <a:extLst>
              <a:ext uri="{FF2B5EF4-FFF2-40B4-BE49-F238E27FC236}">
                <a16:creationId xmlns:a16="http://schemas.microsoft.com/office/drawing/2014/main" id="{A2DADB08-EA4C-482D-9ECB-DC88F9945DE2}"/>
              </a:ext>
            </a:extLst>
          </p:cNvPr>
          <p:cNvSpPr>
            <a:spLocks noGrp="1"/>
          </p:cNvSpPr>
          <p:nvPr>
            <p:ph type="sldNum" sz="quarter" idx="12"/>
          </p:nvPr>
        </p:nvSpPr>
        <p:spPr/>
        <p:txBody>
          <a:bodyPr/>
          <a:lstStyle/>
          <a:p>
            <a:fld id="{2B5846A9-D11D-4E74-86F2-C0CCFC181E09}" type="slidenum">
              <a:rPr lang="hi-IN" smtClean="0"/>
              <a:t>8</a:t>
            </a:fld>
            <a:endParaRPr lang="hi-IN"/>
          </a:p>
        </p:txBody>
      </p:sp>
      <p:pic>
        <p:nvPicPr>
          <p:cNvPr id="1026" name="Picture 2" descr="Depth-First Search (DFS) | Brilliant Math &amp; Science Wiki">
            <a:extLst>
              <a:ext uri="{FF2B5EF4-FFF2-40B4-BE49-F238E27FC236}">
                <a16:creationId xmlns:a16="http://schemas.microsoft.com/office/drawing/2014/main" id="{1F433FB2-B547-4CA7-BBCA-DC1229F671A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38214" y="3905249"/>
            <a:ext cx="4283586"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31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6DA80-5B63-482B-B9B7-6BFFFD5D307E}"/>
              </a:ext>
            </a:extLst>
          </p:cNvPr>
          <p:cNvSpPr>
            <a:spLocks noGrp="1"/>
          </p:cNvSpPr>
          <p:nvPr>
            <p:ph type="title"/>
          </p:nvPr>
        </p:nvSpPr>
        <p:spPr/>
        <p:txBody>
          <a:bodyPr/>
          <a:lstStyle/>
          <a:p>
            <a:r>
              <a:rPr lang="en-US" b="1" dirty="0"/>
              <a:t>N-Queen’s problem</a:t>
            </a:r>
            <a:endParaRPr lang="hi-IN" b="1" dirty="0"/>
          </a:p>
        </p:txBody>
      </p:sp>
      <p:sp>
        <p:nvSpPr>
          <p:cNvPr id="3" name="Content Placeholder 2">
            <a:extLst>
              <a:ext uri="{FF2B5EF4-FFF2-40B4-BE49-F238E27FC236}">
                <a16:creationId xmlns:a16="http://schemas.microsoft.com/office/drawing/2014/main" id="{6F7AE688-FFF5-4850-AFA5-E0C0E07C57CF}"/>
              </a:ext>
            </a:extLst>
          </p:cNvPr>
          <p:cNvSpPr>
            <a:spLocks noGrp="1"/>
          </p:cNvSpPr>
          <p:nvPr>
            <p:ph idx="1"/>
          </p:nvPr>
        </p:nvSpPr>
        <p:spPr>
          <a:xfrm>
            <a:off x="586378" y="1690688"/>
            <a:ext cx="5257800" cy="4693603"/>
          </a:xfrm>
        </p:spPr>
        <p:txBody>
          <a:bodyPr>
            <a:noAutofit/>
          </a:bodyPr>
          <a:lstStyle/>
          <a:p>
            <a:pPr algn="just"/>
            <a:r>
              <a:rPr lang="en-US" sz="3200" dirty="0"/>
              <a:t>Given: n-queens and an </a:t>
            </a:r>
            <a:r>
              <a:rPr lang="en-US" sz="3200" dirty="0" err="1"/>
              <a:t>nxn</a:t>
            </a:r>
            <a:r>
              <a:rPr lang="en-US" sz="3200" dirty="0"/>
              <a:t> chess board </a:t>
            </a:r>
          </a:p>
          <a:p>
            <a:pPr algn="just"/>
            <a:r>
              <a:rPr lang="en-US" sz="3200" dirty="0"/>
              <a:t>Find: A way to place all n queens on the board </a:t>
            </a:r>
            <a:r>
              <a:rPr lang="en-US" sz="3200" dirty="0" err="1"/>
              <a:t>s.t.</a:t>
            </a:r>
            <a:r>
              <a:rPr lang="en-US" sz="3200" dirty="0"/>
              <a:t> no queens are attacking each other (i.e.)</a:t>
            </a:r>
          </a:p>
          <a:p>
            <a:pPr lvl="1" algn="just"/>
            <a:r>
              <a:rPr lang="en-US" sz="2800" dirty="0"/>
              <a:t>No two queens on the same row or column or diagonal</a:t>
            </a:r>
          </a:p>
          <a:p>
            <a:r>
              <a:rPr lang="en-US" sz="3200" dirty="0"/>
              <a:t>If n=1, trivial case</a:t>
            </a:r>
          </a:p>
          <a:p>
            <a:r>
              <a:rPr lang="en-US" sz="3200" dirty="0"/>
              <a:t>No solution for n=2 or 3</a:t>
            </a:r>
          </a:p>
        </p:txBody>
      </p:sp>
      <p:pic>
        <p:nvPicPr>
          <p:cNvPr id="4" name="Picture 3">
            <a:extLst>
              <a:ext uri="{FF2B5EF4-FFF2-40B4-BE49-F238E27FC236}">
                <a16:creationId xmlns:a16="http://schemas.microsoft.com/office/drawing/2014/main" id="{137CEB30-D5BC-4125-8260-B05913164C19}"/>
              </a:ext>
            </a:extLst>
          </p:cNvPr>
          <p:cNvPicPr>
            <a:picLocks noChangeAspect="1"/>
          </p:cNvPicPr>
          <p:nvPr/>
        </p:nvPicPr>
        <p:blipFill>
          <a:blip r:embed="rId2"/>
          <a:stretch>
            <a:fillRect/>
          </a:stretch>
        </p:blipFill>
        <p:spPr>
          <a:xfrm>
            <a:off x="6301378" y="1090612"/>
            <a:ext cx="5138147" cy="5086351"/>
          </a:xfrm>
          <a:prstGeom prst="rect">
            <a:avLst/>
          </a:prstGeom>
        </p:spPr>
      </p:pic>
      <p:sp>
        <p:nvSpPr>
          <p:cNvPr id="5" name="Footer Placeholder 4">
            <a:extLst>
              <a:ext uri="{FF2B5EF4-FFF2-40B4-BE49-F238E27FC236}">
                <a16:creationId xmlns:a16="http://schemas.microsoft.com/office/drawing/2014/main" id="{5D7F6BF2-B2D0-4551-9FB3-39DF0196341F}"/>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B66B299B-CB86-4EE3-9938-4C9AB1B0A5DD}"/>
              </a:ext>
            </a:extLst>
          </p:cNvPr>
          <p:cNvSpPr>
            <a:spLocks noGrp="1"/>
          </p:cNvSpPr>
          <p:nvPr>
            <p:ph type="sldNum" sz="quarter" idx="12"/>
          </p:nvPr>
        </p:nvSpPr>
        <p:spPr/>
        <p:txBody>
          <a:bodyPr/>
          <a:lstStyle/>
          <a:p>
            <a:fld id="{2B5846A9-D11D-4E74-86F2-C0CCFC181E09}" type="slidenum">
              <a:rPr lang="hi-IN" smtClean="0"/>
              <a:t>9</a:t>
            </a:fld>
            <a:endParaRPr lang="hi-IN"/>
          </a:p>
        </p:txBody>
      </p:sp>
    </p:spTree>
    <p:extLst>
      <p:ext uri="{BB962C8B-B14F-4D97-AF65-F5344CB8AC3E}">
        <p14:creationId xmlns:p14="http://schemas.microsoft.com/office/powerpoint/2010/main" val="292740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16782-0AA7-49EF-B25F-9735E4F39AD1}"/>
              </a:ext>
            </a:extLst>
          </p:cNvPr>
          <p:cNvSpPr>
            <a:spLocks noGrp="1"/>
          </p:cNvSpPr>
          <p:nvPr>
            <p:ph type="title"/>
          </p:nvPr>
        </p:nvSpPr>
        <p:spPr/>
        <p:txBody>
          <a:bodyPr/>
          <a:lstStyle/>
          <a:p>
            <a:r>
              <a:rPr lang="en-US" b="1" dirty="0"/>
              <a:t>Solution to 4-queens problem</a:t>
            </a:r>
            <a:endParaRPr lang="hi-IN" b="1" dirty="0"/>
          </a:p>
        </p:txBody>
      </p:sp>
      <p:graphicFrame>
        <p:nvGraphicFramePr>
          <p:cNvPr id="7" name="Table 7">
            <a:extLst>
              <a:ext uri="{FF2B5EF4-FFF2-40B4-BE49-F238E27FC236}">
                <a16:creationId xmlns:a16="http://schemas.microsoft.com/office/drawing/2014/main" id="{25F7FE63-9ADE-4C5D-9302-370B94CCC620}"/>
              </a:ext>
            </a:extLst>
          </p:cNvPr>
          <p:cNvGraphicFramePr>
            <a:graphicFrameLocks noGrp="1"/>
          </p:cNvGraphicFramePr>
          <p:nvPr>
            <p:ph idx="1"/>
            <p:extLst>
              <p:ext uri="{D42A27DB-BD31-4B8C-83A1-F6EECF244321}">
                <p14:modId xmlns:p14="http://schemas.microsoft.com/office/powerpoint/2010/main" val="3127182194"/>
              </p:ext>
            </p:extLst>
          </p:nvPr>
        </p:nvGraphicFramePr>
        <p:xfrm>
          <a:off x="7805737" y="1106488"/>
          <a:ext cx="3209925" cy="2187575"/>
        </p:xfrm>
        <a:graphic>
          <a:graphicData uri="http://schemas.openxmlformats.org/drawingml/2006/table">
            <a:tbl>
              <a:tblPr firstRow="1" bandRow="1">
                <a:tableStyleId>{073A0DAA-6AF3-43AB-8588-CEC1D06C72B9}</a:tableStyleId>
              </a:tblPr>
              <a:tblGrid>
                <a:gridCol w="641985">
                  <a:extLst>
                    <a:ext uri="{9D8B030D-6E8A-4147-A177-3AD203B41FA5}">
                      <a16:colId xmlns:a16="http://schemas.microsoft.com/office/drawing/2014/main" val="1909641285"/>
                    </a:ext>
                  </a:extLst>
                </a:gridCol>
                <a:gridCol w="641985">
                  <a:extLst>
                    <a:ext uri="{9D8B030D-6E8A-4147-A177-3AD203B41FA5}">
                      <a16:colId xmlns:a16="http://schemas.microsoft.com/office/drawing/2014/main" val="308685822"/>
                    </a:ext>
                  </a:extLst>
                </a:gridCol>
                <a:gridCol w="641985">
                  <a:extLst>
                    <a:ext uri="{9D8B030D-6E8A-4147-A177-3AD203B41FA5}">
                      <a16:colId xmlns:a16="http://schemas.microsoft.com/office/drawing/2014/main" val="2663330346"/>
                    </a:ext>
                  </a:extLst>
                </a:gridCol>
                <a:gridCol w="641985">
                  <a:extLst>
                    <a:ext uri="{9D8B030D-6E8A-4147-A177-3AD203B41FA5}">
                      <a16:colId xmlns:a16="http://schemas.microsoft.com/office/drawing/2014/main" val="885493794"/>
                    </a:ext>
                  </a:extLst>
                </a:gridCol>
                <a:gridCol w="641985">
                  <a:extLst>
                    <a:ext uri="{9D8B030D-6E8A-4147-A177-3AD203B41FA5}">
                      <a16:colId xmlns:a16="http://schemas.microsoft.com/office/drawing/2014/main" val="360080387"/>
                    </a:ext>
                  </a:extLst>
                </a:gridCol>
              </a:tblGrid>
              <a:tr h="437515">
                <a:tc>
                  <a:txBody>
                    <a:bodyPr/>
                    <a:lstStyle/>
                    <a:p>
                      <a:pPr algn="ctr"/>
                      <a:endParaRPr lang="hi-IN"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Q1</a:t>
                      </a:r>
                      <a:endParaRPr lang="hi-IN"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Q2</a:t>
                      </a:r>
                      <a:endParaRPr lang="hi-IN"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Q3</a:t>
                      </a:r>
                      <a:endParaRPr lang="hi-IN"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Q4</a:t>
                      </a:r>
                      <a:endParaRPr lang="hi-IN" dirty="0">
                        <a:solidFill>
                          <a:schemeClr val="tx1"/>
                        </a:solidFill>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613080"/>
                  </a:ext>
                </a:extLst>
              </a:tr>
              <a:tr h="437515">
                <a:tc>
                  <a:txBody>
                    <a:bodyPr/>
                    <a:lstStyle/>
                    <a:p>
                      <a:pPr algn="ctr"/>
                      <a:r>
                        <a:rPr lang="en-US" dirty="0">
                          <a:solidFill>
                            <a:schemeClr val="tx1"/>
                          </a:solidFill>
                        </a:rPr>
                        <a:t>1</a:t>
                      </a:r>
                      <a:endParaRPr lang="hi-IN"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437515">
                <a:tc>
                  <a:txBody>
                    <a:bodyPr/>
                    <a:lstStyle/>
                    <a:p>
                      <a:pPr algn="ctr"/>
                      <a:r>
                        <a:rPr lang="en-US" dirty="0">
                          <a:solidFill>
                            <a:schemeClr val="tx1"/>
                          </a:solidFill>
                        </a:rPr>
                        <a:t>2</a:t>
                      </a:r>
                      <a:endParaRPr lang="hi-IN"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437515">
                <a:tc>
                  <a:txBody>
                    <a:bodyPr/>
                    <a:lstStyle/>
                    <a:p>
                      <a:pPr algn="ctr"/>
                      <a:r>
                        <a:rPr lang="en-US" dirty="0">
                          <a:solidFill>
                            <a:schemeClr val="tx1"/>
                          </a:solidFill>
                        </a:rPr>
                        <a:t>3</a:t>
                      </a:r>
                      <a:endParaRPr lang="hi-IN"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437515">
                <a:tc>
                  <a:txBody>
                    <a:bodyPr/>
                    <a:lstStyle/>
                    <a:p>
                      <a:pPr algn="ctr"/>
                      <a:r>
                        <a:rPr lang="en-US" dirty="0">
                          <a:solidFill>
                            <a:schemeClr val="tx1"/>
                          </a:solidFill>
                        </a:rPr>
                        <a:t>4</a:t>
                      </a:r>
                      <a:endParaRPr lang="hi-IN"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sp>
        <p:nvSpPr>
          <p:cNvPr id="4" name="Footer Placeholder 3">
            <a:extLst>
              <a:ext uri="{FF2B5EF4-FFF2-40B4-BE49-F238E27FC236}">
                <a16:creationId xmlns:a16="http://schemas.microsoft.com/office/drawing/2014/main" id="{93776698-723D-4DFF-ADBF-879E6D9421C6}"/>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9146BBA-33F9-4C1F-AE82-F44CAE01F216}"/>
              </a:ext>
            </a:extLst>
          </p:cNvPr>
          <p:cNvSpPr>
            <a:spLocks noGrp="1"/>
          </p:cNvSpPr>
          <p:nvPr>
            <p:ph type="sldNum" sz="quarter" idx="12"/>
          </p:nvPr>
        </p:nvSpPr>
        <p:spPr/>
        <p:txBody>
          <a:bodyPr/>
          <a:lstStyle/>
          <a:p>
            <a:fld id="{2B5846A9-D11D-4E74-86F2-C0CCFC181E09}" type="slidenum">
              <a:rPr lang="hi-IN" smtClean="0"/>
              <a:t>10</a:t>
            </a:fld>
            <a:endParaRPr lang="hi-IN"/>
          </a:p>
        </p:txBody>
      </p:sp>
      <p:sp>
        <p:nvSpPr>
          <p:cNvPr id="10" name="Rectangle 1">
            <a:extLst>
              <a:ext uri="{FF2B5EF4-FFF2-40B4-BE49-F238E27FC236}">
                <a16:creationId xmlns:a16="http://schemas.microsoft.com/office/drawing/2014/main" id="{989365EA-1E5F-446A-96D9-D994F2A665A0}"/>
              </a:ext>
            </a:extLst>
          </p:cNvPr>
          <p:cNvSpPr>
            <a:spLocks noChangeArrowheads="1"/>
          </p:cNvSpPr>
          <p:nvPr/>
        </p:nvSpPr>
        <p:spPr bwMode="auto">
          <a:xfrm>
            <a:off x="979170" y="1580735"/>
            <a:ext cx="6488430" cy="5050080"/>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Tx/>
              <a:buAutoNum type="arabicParenR"/>
              <a:tabLst/>
            </a:pPr>
            <a:r>
              <a:rPr kumimoji="0" lang="hi-IN" altLang="hi-IN" b="0" i="0" u="none" strike="noStrike" cap="none" normalizeH="0" baseline="0" dirty="0">
                <a:ln>
                  <a:noFill/>
                </a:ln>
                <a:solidFill>
                  <a:schemeClr val="tx1"/>
                </a:solidFill>
                <a:effectLst/>
                <a:latin typeface="Consolas" panose="020B0609020204030204" pitchFamily="49" charset="0"/>
              </a:rPr>
              <a:t>Start in the leftmost column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L="457200" marR="0" lvl="0" indent="-457200" algn="just" defTabSz="914400" rtl="0" eaLnBrk="0" fontAlgn="base" latinLnBrk="0" hangingPunct="0">
              <a:lnSpc>
                <a:spcPct val="100000"/>
              </a:lnSpc>
              <a:spcBef>
                <a:spcPct val="0"/>
              </a:spcBef>
              <a:spcAft>
                <a:spcPct val="0"/>
              </a:spcAft>
              <a:buClrTx/>
              <a:buSzTx/>
              <a:buFontTx/>
              <a:buAutoNum type="arabicParenR"/>
              <a:tabLst/>
            </a:pPr>
            <a:r>
              <a:rPr kumimoji="0" lang="hi-IN" altLang="hi-IN" b="0" i="0" u="none" strike="noStrike" cap="none" normalizeH="0" baseline="0" dirty="0">
                <a:ln>
                  <a:noFill/>
                </a:ln>
                <a:solidFill>
                  <a:schemeClr val="tx1"/>
                </a:solidFill>
                <a:effectLst/>
                <a:latin typeface="Consolas" panose="020B0609020204030204" pitchFamily="49" charset="0"/>
              </a:rPr>
              <a:t>If all queens are placed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return true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3</a:t>
            </a:r>
            <a:r>
              <a:rPr kumimoji="0" lang="hi-IN" altLang="hi-IN" b="0" i="0" u="none" strike="noStrike" cap="none" normalizeH="0" baseline="0" dirty="0">
                <a:ln>
                  <a:noFill/>
                </a:ln>
                <a:solidFill>
                  <a:schemeClr val="tx1"/>
                </a:solidFill>
                <a:effectLst/>
                <a:latin typeface="Consolas" panose="020B0609020204030204" pitchFamily="49" charset="0"/>
              </a:rPr>
              <a:t>) Try all rows in the current column. Do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following for every tried row.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a) If the queen can be placed safely in</a:t>
            </a:r>
            <a:r>
              <a:rPr lang="en-US" altLang="hi-IN" dirty="0">
                <a:latin typeface="Consolas" panose="020B0609020204030204" pitchFamily="49" charset="0"/>
              </a:rPr>
              <a:t>         </a:t>
            </a:r>
          </a:p>
          <a:p>
            <a:pPr marR="0" lvl="0" algn="just" defTabSz="914400" rtl="0" eaLnBrk="0" fontAlgn="base" latinLnBrk="0" hangingPunct="0">
              <a:lnSpc>
                <a:spcPct val="100000"/>
              </a:lnSpc>
              <a:spcBef>
                <a:spcPct val="0"/>
              </a:spcBef>
              <a:spcAft>
                <a:spcPct val="0"/>
              </a:spcAft>
              <a:buClrTx/>
              <a:buSzTx/>
              <a:tabLst/>
            </a:pPr>
            <a:r>
              <a:rPr kumimoji="0" lang="en-US" altLang="hi-IN" b="0" i="0" u="none" strike="noStrike" cap="none" normalizeH="0" baseline="0" dirty="0">
                <a:ln>
                  <a:noFill/>
                </a:ln>
                <a:solidFill>
                  <a:schemeClr val="tx1"/>
                </a:solidFill>
                <a:effectLst/>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this row then mark this [row, column] </a:t>
            </a:r>
            <a:r>
              <a:rPr kumimoji="0" lang="en-US" altLang="hi-IN" b="0" i="0" u="none" strike="noStrike" cap="none" normalizeH="0" baseline="0" dirty="0">
                <a:ln>
                  <a:noFill/>
                </a:ln>
                <a:solidFill>
                  <a:schemeClr val="tx1"/>
                </a:solidFill>
                <a:effectLst/>
                <a:latin typeface="Consolas" panose="020B0609020204030204" pitchFamily="49" charset="0"/>
              </a:rPr>
              <a:t> </a:t>
            </a: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as part of the solution and </a:t>
            </a:r>
            <a:r>
              <a:rPr kumimoji="0" lang="en-US" altLang="hi-IN" b="0" i="0" u="none" strike="noStrike" cap="none" normalizeH="0" baseline="0" dirty="0">
                <a:ln>
                  <a:noFill/>
                </a:ln>
                <a:solidFill>
                  <a:schemeClr val="tx1"/>
                </a:solidFill>
                <a:effectLst/>
                <a:latin typeface="Consolas" panose="020B0609020204030204" pitchFamily="49" charset="0"/>
              </a:rPr>
              <a:t> </a:t>
            </a: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recursively check if placing queen </a:t>
            </a:r>
            <a:r>
              <a:rPr kumimoji="0" lang="en-US" altLang="hi-IN" b="0" i="0" u="none" strike="noStrike" cap="none" normalizeH="0" baseline="0" dirty="0">
                <a:ln>
                  <a:noFill/>
                </a:ln>
                <a:solidFill>
                  <a:schemeClr val="tx1"/>
                </a:solidFill>
                <a:effectLst/>
                <a:latin typeface="Consolas" panose="020B0609020204030204" pitchFamily="49" charset="0"/>
              </a:rPr>
              <a:t> </a:t>
            </a: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here leads to a solution.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b) If placing the queen in [row, column]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leads to a solution then return true. </a:t>
            </a:r>
            <a:r>
              <a:rPr kumimoji="0" lang="en-US" altLang="hi-IN" b="0" i="0" u="none" strike="noStrike" cap="none" normalizeH="0" baseline="0" dirty="0">
                <a:ln>
                  <a:noFill/>
                </a:ln>
                <a:solidFill>
                  <a:schemeClr val="tx1"/>
                </a:solidFill>
                <a:effectLst/>
                <a:latin typeface="Consolas" panose="020B0609020204030204" pitchFamily="49" charset="0"/>
              </a:rPr>
              <a:t>	</a:t>
            </a: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c) If placing queen doesn't lead to a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solution then unmark this [row,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column] (Backtrack) and go to step (a)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to try other rows.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4</a:t>
            </a:r>
            <a:r>
              <a:rPr kumimoji="0" lang="hi-IN" altLang="hi-IN" b="0" i="0" u="none" strike="noStrike" cap="none" normalizeH="0" baseline="0" dirty="0">
                <a:ln>
                  <a:noFill/>
                </a:ln>
                <a:solidFill>
                  <a:schemeClr val="tx1"/>
                </a:solidFill>
                <a:effectLst/>
                <a:latin typeface="Consolas" panose="020B0609020204030204" pitchFamily="49" charset="0"/>
              </a:rPr>
              <a:t>) If all rows have been tried and nothing </a:t>
            </a:r>
            <a:endParaRPr kumimoji="0" lang="en-US" altLang="hi-IN" b="0" i="0" u="none" strike="noStrike" cap="none" normalizeH="0" baseline="0" dirty="0">
              <a:ln>
                <a:noFill/>
              </a:ln>
              <a:solidFill>
                <a:schemeClr val="tx1"/>
              </a:solidFill>
              <a:effectLst/>
              <a:latin typeface="Consolas" panose="020B0609020204030204" pitchFamily="49" charset="0"/>
            </a:endParaRPr>
          </a:p>
          <a:p>
            <a:pPr marR="0" lvl="0" algn="just" defTabSz="914400" rtl="0" eaLnBrk="0" fontAlgn="base" latinLnBrk="0" hangingPunct="0">
              <a:lnSpc>
                <a:spcPct val="100000"/>
              </a:lnSpc>
              <a:spcBef>
                <a:spcPct val="0"/>
              </a:spcBef>
              <a:spcAft>
                <a:spcPct val="0"/>
              </a:spcAft>
              <a:buClrTx/>
              <a:buSzTx/>
              <a:tabLst/>
            </a:pPr>
            <a:r>
              <a:rPr lang="en-US" altLang="hi-IN" dirty="0">
                <a:latin typeface="Consolas" panose="020B0609020204030204" pitchFamily="49" charset="0"/>
              </a:rPr>
              <a:t>   </a:t>
            </a:r>
            <a:r>
              <a:rPr kumimoji="0" lang="hi-IN" altLang="hi-IN" b="0" i="0" u="none" strike="noStrike" cap="none" normalizeH="0" baseline="0" dirty="0">
                <a:ln>
                  <a:noFill/>
                </a:ln>
                <a:solidFill>
                  <a:schemeClr val="tx1"/>
                </a:solidFill>
                <a:effectLst/>
                <a:latin typeface="Consolas" panose="020B0609020204030204" pitchFamily="49" charset="0"/>
              </a:rPr>
              <a:t>worked, return false to trigger backtracking.</a:t>
            </a:r>
            <a:r>
              <a:rPr kumimoji="0" lang="hi-IN" altLang="hi-IN" sz="1100" b="0" i="0" u="none" strike="noStrike" cap="none" normalizeH="0" baseline="0" dirty="0">
                <a:ln>
                  <a:noFill/>
                </a:ln>
                <a:solidFill>
                  <a:schemeClr val="tx1"/>
                </a:solidFill>
                <a:effectLst/>
              </a:rPr>
              <a:t> </a:t>
            </a:r>
            <a:endParaRPr kumimoji="0" lang="hi-IN" altLang="hi-IN" sz="32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54CB708D-67A9-4451-9852-5F6E96275C99}"/>
              </a:ext>
            </a:extLst>
          </p:cNvPr>
          <p:cNvSpPr txBox="1"/>
          <p:nvPr/>
        </p:nvSpPr>
        <p:spPr>
          <a:xfrm>
            <a:off x="7713345" y="3494028"/>
            <a:ext cx="4278629" cy="3139321"/>
          </a:xfrm>
          <a:prstGeom prst="rect">
            <a:avLst/>
          </a:prstGeom>
          <a:noFill/>
        </p:spPr>
        <p:txBody>
          <a:bodyPr wrap="square" rtlCol="0">
            <a:spAutoFit/>
          </a:bodyPr>
          <a:lstStyle/>
          <a:p>
            <a:pPr algn="just"/>
            <a:r>
              <a:rPr lang="en-US" dirty="0"/>
              <a:t>Efficient version is:</a:t>
            </a:r>
          </a:p>
          <a:p>
            <a:pPr marL="342900" indent="-342900" algn="just">
              <a:buAutoNum type="arabicParenR"/>
            </a:pPr>
            <a:r>
              <a:rPr lang="en-US" dirty="0"/>
              <a:t>After placing the first Queen in the </a:t>
            </a:r>
            <a:r>
              <a:rPr lang="en-US"/>
              <a:t>first cell, </a:t>
            </a:r>
            <a:r>
              <a:rPr lang="en-US" dirty="0"/>
              <a:t>leave the current column and first row in the next column and proceed</a:t>
            </a:r>
          </a:p>
          <a:p>
            <a:pPr marL="342900" indent="-342900" algn="just">
              <a:buAutoNum type="arabicParenR"/>
            </a:pPr>
            <a:r>
              <a:rPr lang="en-US" dirty="0"/>
              <a:t>After placing the 2</a:t>
            </a:r>
            <a:r>
              <a:rPr lang="en-US" baseline="30000" dirty="0"/>
              <a:t>nd</a:t>
            </a:r>
            <a:r>
              <a:rPr lang="en-US" dirty="0"/>
              <a:t> Queen, leave the current column and first 2 rows in the next column</a:t>
            </a:r>
          </a:p>
          <a:p>
            <a:pPr marL="342900" indent="-342900" algn="just">
              <a:buAutoNum type="arabicParenR"/>
            </a:pPr>
            <a:r>
              <a:rPr lang="en-US" dirty="0"/>
              <a:t>Repeat the same till you have a solution or backtrack to the previous placement and change the position</a:t>
            </a:r>
          </a:p>
          <a:p>
            <a:pPr marL="342900" indent="-342900" algn="just">
              <a:buAutoNum type="arabicParenR"/>
            </a:pPr>
            <a:r>
              <a:rPr lang="en-US" dirty="0"/>
              <a:t>Repeat until you return a true or a false</a:t>
            </a:r>
            <a:endParaRPr lang="hi-IN" dirty="0"/>
          </a:p>
        </p:txBody>
      </p:sp>
    </p:spTree>
    <p:extLst>
      <p:ext uri="{BB962C8B-B14F-4D97-AF65-F5344CB8AC3E}">
        <p14:creationId xmlns:p14="http://schemas.microsoft.com/office/powerpoint/2010/main" val="135902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D9AE-6D63-4506-8544-B7B43E5382A9}"/>
              </a:ext>
            </a:extLst>
          </p:cNvPr>
          <p:cNvSpPr>
            <a:spLocks noGrp="1"/>
          </p:cNvSpPr>
          <p:nvPr>
            <p:ph type="title"/>
          </p:nvPr>
        </p:nvSpPr>
        <p:spPr>
          <a:xfrm>
            <a:off x="838200" y="365125"/>
            <a:ext cx="4352924" cy="1325563"/>
          </a:xfrm>
        </p:spPr>
        <p:txBody>
          <a:bodyPr/>
          <a:lstStyle/>
          <a:p>
            <a:r>
              <a:rPr lang="en-US" b="1" dirty="0"/>
              <a:t>4-queens problem</a:t>
            </a:r>
            <a:br>
              <a:rPr lang="en-US" b="1" dirty="0"/>
            </a:br>
            <a:r>
              <a:rPr lang="en-US" b="1" dirty="0"/>
              <a:t>-state space tree</a:t>
            </a:r>
            <a:endParaRPr lang="hi-IN" dirty="0"/>
          </a:p>
        </p:txBody>
      </p:sp>
      <p:sp>
        <p:nvSpPr>
          <p:cNvPr id="4" name="Footer Placeholder 3">
            <a:extLst>
              <a:ext uri="{FF2B5EF4-FFF2-40B4-BE49-F238E27FC236}">
                <a16:creationId xmlns:a16="http://schemas.microsoft.com/office/drawing/2014/main" id="{B066B635-62C5-40E2-8096-DF091BB84E6D}"/>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7943709-3A8B-4257-9CE8-42FDA79433C2}"/>
              </a:ext>
            </a:extLst>
          </p:cNvPr>
          <p:cNvSpPr>
            <a:spLocks noGrp="1"/>
          </p:cNvSpPr>
          <p:nvPr>
            <p:ph type="sldNum" sz="quarter" idx="12"/>
          </p:nvPr>
        </p:nvSpPr>
        <p:spPr/>
        <p:txBody>
          <a:bodyPr/>
          <a:lstStyle/>
          <a:p>
            <a:fld id="{2B5846A9-D11D-4E74-86F2-C0CCFC181E09}" type="slidenum">
              <a:rPr lang="hi-IN" smtClean="0"/>
              <a:t>11</a:t>
            </a:fld>
            <a:endParaRPr lang="hi-IN"/>
          </a:p>
        </p:txBody>
      </p:sp>
      <p:graphicFrame>
        <p:nvGraphicFramePr>
          <p:cNvPr id="6" name="Table 7">
            <a:extLst>
              <a:ext uri="{FF2B5EF4-FFF2-40B4-BE49-F238E27FC236}">
                <a16:creationId xmlns:a16="http://schemas.microsoft.com/office/drawing/2014/main" id="{29C5889A-CD4A-4A3E-BF9E-725B33F38C01}"/>
              </a:ext>
            </a:extLst>
          </p:cNvPr>
          <p:cNvGraphicFramePr>
            <a:graphicFrameLocks/>
          </p:cNvGraphicFramePr>
          <p:nvPr>
            <p:extLst>
              <p:ext uri="{D42A27DB-BD31-4B8C-83A1-F6EECF244321}">
                <p14:modId xmlns:p14="http://schemas.microsoft.com/office/powerpoint/2010/main" val="1247076653"/>
              </p:ext>
            </p:extLst>
          </p:nvPr>
        </p:nvGraphicFramePr>
        <p:xfrm>
          <a:off x="5191124" y="1398270"/>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graphicFrame>
        <p:nvGraphicFramePr>
          <p:cNvPr id="7" name="Table 7">
            <a:extLst>
              <a:ext uri="{FF2B5EF4-FFF2-40B4-BE49-F238E27FC236}">
                <a16:creationId xmlns:a16="http://schemas.microsoft.com/office/drawing/2014/main" id="{44BA2EA3-DFC2-4F41-93F8-8AD28C0B6C84}"/>
              </a:ext>
            </a:extLst>
          </p:cNvPr>
          <p:cNvGraphicFramePr>
            <a:graphicFrameLocks/>
          </p:cNvGraphicFramePr>
          <p:nvPr>
            <p:extLst>
              <p:ext uri="{D42A27DB-BD31-4B8C-83A1-F6EECF244321}">
                <p14:modId xmlns:p14="http://schemas.microsoft.com/office/powerpoint/2010/main" val="2732151932"/>
              </p:ext>
            </p:extLst>
          </p:nvPr>
        </p:nvGraphicFramePr>
        <p:xfrm>
          <a:off x="5843588" y="3646646"/>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cxnSp>
        <p:nvCxnSpPr>
          <p:cNvPr id="11" name="Straight Arrow Connector 10">
            <a:extLst>
              <a:ext uri="{FF2B5EF4-FFF2-40B4-BE49-F238E27FC236}">
                <a16:creationId xmlns:a16="http://schemas.microsoft.com/office/drawing/2014/main" id="{A759AF95-0533-4162-9D4B-D0BB8751DB53}"/>
              </a:ext>
            </a:extLst>
          </p:cNvPr>
          <p:cNvCxnSpPr>
            <a:cxnSpLocks/>
            <a:stCxn id="6" idx="2"/>
          </p:cNvCxnSpPr>
          <p:nvPr/>
        </p:nvCxnSpPr>
        <p:spPr>
          <a:xfrm flipH="1">
            <a:off x="3352800" y="2861310"/>
            <a:ext cx="2490788" cy="1148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31559BD9-3E24-42C5-BC67-4D0198B8FB85}"/>
              </a:ext>
            </a:extLst>
          </p:cNvPr>
          <p:cNvCxnSpPr>
            <a:cxnSpLocks/>
            <a:stCxn id="6" idx="2"/>
          </p:cNvCxnSpPr>
          <p:nvPr/>
        </p:nvCxnSpPr>
        <p:spPr>
          <a:xfrm flipH="1">
            <a:off x="4429126" y="2861310"/>
            <a:ext cx="1414462" cy="1214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F3D8369F-C6AE-4092-9D31-F9D83213CDDE}"/>
              </a:ext>
            </a:extLst>
          </p:cNvPr>
          <p:cNvCxnSpPr>
            <a:endCxn id="7" idx="0"/>
          </p:cNvCxnSpPr>
          <p:nvPr/>
        </p:nvCxnSpPr>
        <p:spPr>
          <a:xfrm>
            <a:off x="5843588" y="2861310"/>
            <a:ext cx="652464" cy="785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Multiplication Sign 17">
            <a:extLst>
              <a:ext uri="{FF2B5EF4-FFF2-40B4-BE49-F238E27FC236}">
                <a16:creationId xmlns:a16="http://schemas.microsoft.com/office/drawing/2014/main" id="{228056F4-5EED-4F0A-891F-147AD601BE0F}"/>
              </a:ext>
            </a:extLst>
          </p:cNvPr>
          <p:cNvSpPr/>
          <p:nvPr/>
        </p:nvSpPr>
        <p:spPr>
          <a:xfrm>
            <a:off x="3114673" y="408781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0" name="Multiplication Sign 19">
            <a:extLst>
              <a:ext uri="{FF2B5EF4-FFF2-40B4-BE49-F238E27FC236}">
                <a16:creationId xmlns:a16="http://schemas.microsoft.com/office/drawing/2014/main" id="{C70DA3AE-A392-468C-BF4B-BBDDC7F5D619}"/>
              </a:ext>
            </a:extLst>
          </p:cNvPr>
          <p:cNvSpPr/>
          <p:nvPr/>
        </p:nvSpPr>
        <p:spPr>
          <a:xfrm>
            <a:off x="4243387" y="4147661"/>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23" name="Straight Arrow Connector 22">
            <a:extLst>
              <a:ext uri="{FF2B5EF4-FFF2-40B4-BE49-F238E27FC236}">
                <a16:creationId xmlns:a16="http://schemas.microsoft.com/office/drawing/2014/main" id="{C9D2189F-D591-4D6F-AAC8-DA826B6AAA60}"/>
              </a:ext>
            </a:extLst>
          </p:cNvPr>
          <p:cNvCxnSpPr/>
          <p:nvPr/>
        </p:nvCxnSpPr>
        <p:spPr>
          <a:xfrm flipH="1">
            <a:off x="4953000" y="5097223"/>
            <a:ext cx="1543052" cy="6719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03DE90F6-F134-4142-BE78-FF23C19351E8}"/>
              </a:ext>
            </a:extLst>
          </p:cNvPr>
          <p:cNvCxnSpPr/>
          <p:nvPr/>
        </p:nvCxnSpPr>
        <p:spPr>
          <a:xfrm flipH="1">
            <a:off x="6248400" y="5109686"/>
            <a:ext cx="247652" cy="764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7DFE2EBD-95D6-4E30-9943-384A09A836FE}"/>
              </a:ext>
            </a:extLst>
          </p:cNvPr>
          <p:cNvCxnSpPr>
            <a:cxnSpLocks/>
          </p:cNvCxnSpPr>
          <p:nvPr/>
        </p:nvCxnSpPr>
        <p:spPr>
          <a:xfrm>
            <a:off x="6496052" y="5109686"/>
            <a:ext cx="647700" cy="764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7D18FB0C-91A3-4787-B048-AA001AC91DAC}"/>
              </a:ext>
            </a:extLst>
          </p:cNvPr>
          <p:cNvCxnSpPr>
            <a:cxnSpLocks/>
          </p:cNvCxnSpPr>
          <p:nvPr/>
        </p:nvCxnSpPr>
        <p:spPr>
          <a:xfrm>
            <a:off x="6496052" y="5109686"/>
            <a:ext cx="1395409" cy="706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Multiplication Sign 29">
            <a:extLst>
              <a:ext uri="{FF2B5EF4-FFF2-40B4-BE49-F238E27FC236}">
                <a16:creationId xmlns:a16="http://schemas.microsoft.com/office/drawing/2014/main" id="{6C479991-F0AA-47BE-8634-A26C1E770887}"/>
              </a:ext>
            </a:extLst>
          </p:cNvPr>
          <p:cNvSpPr/>
          <p:nvPr/>
        </p:nvSpPr>
        <p:spPr>
          <a:xfrm>
            <a:off x="4743448" y="5923199"/>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1" name="Multiplication Sign 30">
            <a:extLst>
              <a:ext uri="{FF2B5EF4-FFF2-40B4-BE49-F238E27FC236}">
                <a16:creationId xmlns:a16="http://schemas.microsoft.com/office/drawing/2014/main" id="{53842231-4F2A-4B7A-B237-949E8585C1B1}"/>
              </a:ext>
            </a:extLst>
          </p:cNvPr>
          <p:cNvSpPr/>
          <p:nvPr/>
        </p:nvSpPr>
        <p:spPr>
          <a:xfrm>
            <a:off x="6105523" y="5964237"/>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2" name="Multiplication Sign 31">
            <a:extLst>
              <a:ext uri="{FF2B5EF4-FFF2-40B4-BE49-F238E27FC236}">
                <a16:creationId xmlns:a16="http://schemas.microsoft.com/office/drawing/2014/main" id="{DCA675F9-920F-4CB2-9896-86E1838A1DEB}"/>
              </a:ext>
            </a:extLst>
          </p:cNvPr>
          <p:cNvSpPr/>
          <p:nvPr/>
        </p:nvSpPr>
        <p:spPr>
          <a:xfrm>
            <a:off x="7000873" y="5888037"/>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3" name="Multiplication Sign 32">
            <a:extLst>
              <a:ext uri="{FF2B5EF4-FFF2-40B4-BE49-F238E27FC236}">
                <a16:creationId xmlns:a16="http://schemas.microsoft.com/office/drawing/2014/main" id="{0C9BB459-0481-4B72-92C0-0BAEECA97269}"/>
              </a:ext>
            </a:extLst>
          </p:cNvPr>
          <p:cNvSpPr/>
          <p:nvPr/>
        </p:nvSpPr>
        <p:spPr>
          <a:xfrm>
            <a:off x="7705723" y="5868987"/>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6" name="TextBox 35">
            <a:extLst>
              <a:ext uri="{FF2B5EF4-FFF2-40B4-BE49-F238E27FC236}">
                <a16:creationId xmlns:a16="http://schemas.microsoft.com/office/drawing/2014/main" id="{8AD0D6D5-88C3-49C2-B0E2-8B088D9F6827}"/>
              </a:ext>
            </a:extLst>
          </p:cNvPr>
          <p:cNvSpPr txBox="1"/>
          <p:nvPr/>
        </p:nvSpPr>
        <p:spPr>
          <a:xfrm>
            <a:off x="8410573" y="5407322"/>
            <a:ext cx="3276600" cy="1477328"/>
          </a:xfrm>
          <a:prstGeom prst="rect">
            <a:avLst/>
          </a:prstGeom>
          <a:noFill/>
        </p:spPr>
        <p:txBody>
          <a:bodyPr wrap="square" rtlCol="0">
            <a:spAutoFit/>
          </a:bodyPr>
          <a:lstStyle/>
          <a:p>
            <a:pPr algn="just"/>
            <a:r>
              <a:rPr lang="en-US" dirty="0"/>
              <a:t>Not possible, so backtrack to the previous successful placement and change the Queen to the next possible position and continue</a:t>
            </a:r>
            <a:endParaRPr lang="hi-IN" dirty="0"/>
          </a:p>
        </p:txBody>
      </p:sp>
      <p:graphicFrame>
        <p:nvGraphicFramePr>
          <p:cNvPr id="37" name="Table 7">
            <a:extLst>
              <a:ext uri="{FF2B5EF4-FFF2-40B4-BE49-F238E27FC236}">
                <a16:creationId xmlns:a16="http://schemas.microsoft.com/office/drawing/2014/main" id="{67AE08C2-C855-46F7-96FA-F3BE145F9967}"/>
              </a:ext>
            </a:extLst>
          </p:cNvPr>
          <p:cNvGraphicFramePr>
            <a:graphicFrameLocks/>
          </p:cNvGraphicFramePr>
          <p:nvPr>
            <p:extLst>
              <p:ext uri="{D42A27DB-BD31-4B8C-83A1-F6EECF244321}">
                <p14:modId xmlns:p14="http://schemas.microsoft.com/office/powerpoint/2010/main" val="1729638485"/>
              </p:ext>
            </p:extLst>
          </p:nvPr>
        </p:nvGraphicFramePr>
        <p:xfrm>
          <a:off x="7967663" y="3579971"/>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cxnSp>
        <p:nvCxnSpPr>
          <p:cNvPr id="39" name="Straight Arrow Connector 38">
            <a:extLst>
              <a:ext uri="{FF2B5EF4-FFF2-40B4-BE49-F238E27FC236}">
                <a16:creationId xmlns:a16="http://schemas.microsoft.com/office/drawing/2014/main" id="{9BC57974-42D6-4653-8AAA-DEAD317DC092}"/>
              </a:ext>
            </a:extLst>
          </p:cNvPr>
          <p:cNvCxnSpPr/>
          <p:nvPr/>
        </p:nvCxnSpPr>
        <p:spPr>
          <a:xfrm>
            <a:off x="5843588" y="2861310"/>
            <a:ext cx="2647950" cy="5676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5" name="Picture 44">
            <a:extLst>
              <a:ext uri="{FF2B5EF4-FFF2-40B4-BE49-F238E27FC236}">
                <a16:creationId xmlns:a16="http://schemas.microsoft.com/office/drawing/2014/main" id="{C4C5BC7C-CF33-410E-B8DB-46271C2F9478}"/>
              </a:ext>
            </a:extLst>
          </p:cNvPr>
          <p:cNvPicPr>
            <a:picLocks noChangeAspect="1"/>
          </p:cNvPicPr>
          <p:nvPr/>
        </p:nvPicPr>
        <p:blipFill>
          <a:blip r:embed="rId2"/>
          <a:stretch>
            <a:fillRect/>
          </a:stretch>
        </p:blipFill>
        <p:spPr>
          <a:xfrm>
            <a:off x="6643372" y="25480"/>
            <a:ext cx="1524000" cy="1457325"/>
          </a:xfrm>
          <a:prstGeom prst="rect">
            <a:avLst/>
          </a:prstGeom>
        </p:spPr>
      </p:pic>
      <p:cxnSp>
        <p:nvCxnSpPr>
          <p:cNvPr id="47" name="Straight Arrow Connector 46">
            <a:extLst>
              <a:ext uri="{FF2B5EF4-FFF2-40B4-BE49-F238E27FC236}">
                <a16:creationId xmlns:a16="http://schemas.microsoft.com/office/drawing/2014/main" id="{47A56B26-B99D-49AD-8844-0AB70DD22652}"/>
              </a:ext>
            </a:extLst>
          </p:cNvPr>
          <p:cNvCxnSpPr>
            <a:stCxn id="45" idx="1"/>
          </p:cNvCxnSpPr>
          <p:nvPr/>
        </p:nvCxnSpPr>
        <p:spPr>
          <a:xfrm flipH="1">
            <a:off x="5724526" y="754143"/>
            <a:ext cx="918846" cy="53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AD478F58-3A9B-4D65-81ED-9BC01F16D11F}"/>
              </a:ext>
            </a:extLst>
          </p:cNvPr>
          <p:cNvSpPr txBox="1"/>
          <p:nvPr/>
        </p:nvSpPr>
        <p:spPr>
          <a:xfrm>
            <a:off x="8491538" y="438449"/>
            <a:ext cx="1304928" cy="584775"/>
          </a:xfrm>
          <a:prstGeom prst="rect">
            <a:avLst/>
          </a:prstGeom>
          <a:noFill/>
        </p:spPr>
        <p:txBody>
          <a:bodyPr wrap="square" rtlCol="0">
            <a:spAutoFit/>
          </a:bodyPr>
          <a:lstStyle/>
          <a:p>
            <a:r>
              <a:rPr lang="en-US" sz="3200" b="1" dirty="0"/>
              <a:t>Root</a:t>
            </a:r>
            <a:endParaRPr lang="hi-IN" sz="3200" b="1" dirty="0"/>
          </a:p>
        </p:txBody>
      </p:sp>
    </p:spTree>
    <p:extLst>
      <p:ext uri="{BB962C8B-B14F-4D97-AF65-F5344CB8AC3E}">
        <p14:creationId xmlns:p14="http://schemas.microsoft.com/office/powerpoint/2010/main" val="208854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30" grpId="0" animBg="1"/>
      <p:bldP spid="31" grpId="0" animBg="1"/>
      <p:bldP spid="32" grpId="0" animBg="1"/>
      <p:bldP spid="33" grpId="0" animBg="1"/>
      <p:bldP spid="36" grpId="0"/>
      <p:bldP spid="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9813D02E-943A-454E-B5A2-89FC04021469}"/>
              </a:ext>
            </a:extLst>
          </p:cNvPr>
          <p:cNvGrpSpPr/>
          <p:nvPr/>
        </p:nvGrpSpPr>
        <p:grpSpPr>
          <a:xfrm>
            <a:off x="2955125" y="231958"/>
            <a:ext cx="3711862" cy="3754770"/>
            <a:chOff x="2955125" y="231958"/>
            <a:chExt cx="3711862" cy="3754770"/>
          </a:xfrm>
        </p:grpSpPr>
        <p:pic>
          <p:nvPicPr>
            <p:cNvPr id="24" name="Picture 23">
              <a:extLst>
                <a:ext uri="{FF2B5EF4-FFF2-40B4-BE49-F238E27FC236}">
                  <a16:creationId xmlns:a16="http://schemas.microsoft.com/office/drawing/2014/main" id="{AA6180D8-F058-4DA9-8B83-ADE98AF6AA3D}"/>
                </a:ext>
              </a:extLst>
            </p:cNvPr>
            <p:cNvPicPr>
              <a:picLocks noChangeAspect="1"/>
            </p:cNvPicPr>
            <p:nvPr/>
          </p:nvPicPr>
          <p:blipFill>
            <a:blip r:embed="rId2"/>
            <a:stretch>
              <a:fillRect/>
            </a:stretch>
          </p:blipFill>
          <p:spPr>
            <a:xfrm>
              <a:off x="2955125" y="1075253"/>
              <a:ext cx="3711862" cy="2911475"/>
            </a:xfrm>
            <a:prstGeom prst="rect">
              <a:avLst/>
            </a:prstGeom>
          </p:spPr>
        </p:pic>
        <p:pic>
          <p:nvPicPr>
            <p:cNvPr id="47" name="Picture 46">
              <a:extLst>
                <a:ext uri="{FF2B5EF4-FFF2-40B4-BE49-F238E27FC236}">
                  <a16:creationId xmlns:a16="http://schemas.microsoft.com/office/drawing/2014/main" id="{7C0B0273-AC61-4203-AEB8-003CFEB9DACB}"/>
                </a:ext>
              </a:extLst>
            </p:cNvPr>
            <p:cNvPicPr>
              <a:picLocks noChangeAspect="1"/>
            </p:cNvPicPr>
            <p:nvPr/>
          </p:nvPicPr>
          <p:blipFill>
            <a:blip r:embed="rId3"/>
            <a:stretch>
              <a:fillRect/>
            </a:stretch>
          </p:blipFill>
          <p:spPr>
            <a:xfrm>
              <a:off x="4628925" y="231958"/>
              <a:ext cx="979395" cy="917908"/>
            </a:xfrm>
            <a:prstGeom prst="rect">
              <a:avLst/>
            </a:prstGeom>
          </p:spPr>
        </p:pic>
      </p:grpSp>
      <p:sp>
        <p:nvSpPr>
          <p:cNvPr id="4" name="Footer Placeholder 3">
            <a:extLst>
              <a:ext uri="{FF2B5EF4-FFF2-40B4-BE49-F238E27FC236}">
                <a16:creationId xmlns:a16="http://schemas.microsoft.com/office/drawing/2014/main" id="{40212EE9-CC3A-4511-B4C9-98C8725AD72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3AE1906A-2EDC-4FA5-B592-FD2D8A70C228}"/>
              </a:ext>
            </a:extLst>
          </p:cNvPr>
          <p:cNvSpPr>
            <a:spLocks noGrp="1"/>
          </p:cNvSpPr>
          <p:nvPr>
            <p:ph type="sldNum" sz="quarter" idx="12"/>
          </p:nvPr>
        </p:nvSpPr>
        <p:spPr/>
        <p:txBody>
          <a:bodyPr/>
          <a:lstStyle/>
          <a:p>
            <a:fld id="{2B5846A9-D11D-4E74-86F2-C0CCFC181E09}" type="slidenum">
              <a:rPr lang="hi-IN" smtClean="0"/>
              <a:t>12</a:t>
            </a:fld>
            <a:endParaRPr lang="hi-IN"/>
          </a:p>
        </p:txBody>
      </p:sp>
      <p:graphicFrame>
        <p:nvGraphicFramePr>
          <p:cNvPr id="25" name="Table 7">
            <a:extLst>
              <a:ext uri="{FF2B5EF4-FFF2-40B4-BE49-F238E27FC236}">
                <a16:creationId xmlns:a16="http://schemas.microsoft.com/office/drawing/2014/main" id="{7B123E7E-EA92-48C4-943F-8768A67A34A1}"/>
              </a:ext>
            </a:extLst>
          </p:cNvPr>
          <p:cNvGraphicFramePr>
            <a:graphicFrameLocks/>
          </p:cNvGraphicFramePr>
          <p:nvPr>
            <p:extLst>
              <p:ext uri="{D42A27DB-BD31-4B8C-83A1-F6EECF244321}">
                <p14:modId xmlns:p14="http://schemas.microsoft.com/office/powerpoint/2010/main" val="1492351813"/>
              </p:ext>
            </p:extLst>
          </p:nvPr>
        </p:nvGraphicFramePr>
        <p:xfrm>
          <a:off x="7116108" y="3959860"/>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cxnSp>
        <p:nvCxnSpPr>
          <p:cNvPr id="27" name="Straight Arrow Connector 26">
            <a:extLst>
              <a:ext uri="{FF2B5EF4-FFF2-40B4-BE49-F238E27FC236}">
                <a16:creationId xmlns:a16="http://schemas.microsoft.com/office/drawing/2014/main" id="{495DD647-A019-4E04-96A1-43C5331DCC91}"/>
              </a:ext>
            </a:extLst>
          </p:cNvPr>
          <p:cNvCxnSpPr/>
          <p:nvPr/>
        </p:nvCxnSpPr>
        <p:spPr>
          <a:xfrm>
            <a:off x="6208389" y="3246675"/>
            <a:ext cx="152400" cy="628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Multiplication Sign 27">
            <a:extLst>
              <a:ext uri="{FF2B5EF4-FFF2-40B4-BE49-F238E27FC236}">
                <a16:creationId xmlns:a16="http://schemas.microsoft.com/office/drawing/2014/main" id="{013E7F77-A491-4492-B6E4-99EE3F12B661}"/>
              </a:ext>
            </a:extLst>
          </p:cNvPr>
          <p:cNvSpPr/>
          <p:nvPr/>
        </p:nvSpPr>
        <p:spPr>
          <a:xfrm>
            <a:off x="6229348" y="4078287"/>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32" name="Straight Arrow Connector 31">
            <a:extLst>
              <a:ext uri="{FF2B5EF4-FFF2-40B4-BE49-F238E27FC236}">
                <a16:creationId xmlns:a16="http://schemas.microsoft.com/office/drawing/2014/main" id="{28C54004-32F7-47EC-A5BD-53B33E2E5BB4}"/>
              </a:ext>
            </a:extLst>
          </p:cNvPr>
          <p:cNvCxnSpPr/>
          <p:nvPr/>
        </p:nvCxnSpPr>
        <p:spPr>
          <a:xfrm flipH="1">
            <a:off x="6267450" y="5408612"/>
            <a:ext cx="1543052" cy="6719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77D5FC04-FBBB-47F0-8621-6CC52066A17B}"/>
              </a:ext>
            </a:extLst>
          </p:cNvPr>
          <p:cNvCxnSpPr/>
          <p:nvPr/>
        </p:nvCxnSpPr>
        <p:spPr>
          <a:xfrm flipH="1">
            <a:off x="7562850" y="5408612"/>
            <a:ext cx="247652" cy="764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675D524B-7586-4032-8FF5-DF6F87200FEE}"/>
              </a:ext>
            </a:extLst>
          </p:cNvPr>
          <p:cNvCxnSpPr>
            <a:cxnSpLocks/>
          </p:cNvCxnSpPr>
          <p:nvPr/>
        </p:nvCxnSpPr>
        <p:spPr>
          <a:xfrm>
            <a:off x="7810502" y="5408612"/>
            <a:ext cx="647700" cy="764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6B7FE556-B1C0-44BA-8898-76DB90E316C2}"/>
              </a:ext>
            </a:extLst>
          </p:cNvPr>
          <p:cNvCxnSpPr>
            <a:cxnSpLocks/>
          </p:cNvCxnSpPr>
          <p:nvPr/>
        </p:nvCxnSpPr>
        <p:spPr>
          <a:xfrm>
            <a:off x="7810502" y="5408612"/>
            <a:ext cx="1395409" cy="706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Multiplication Sign 35">
            <a:extLst>
              <a:ext uri="{FF2B5EF4-FFF2-40B4-BE49-F238E27FC236}">
                <a16:creationId xmlns:a16="http://schemas.microsoft.com/office/drawing/2014/main" id="{73F866DD-16F6-4850-9AA0-40D3241F635F}"/>
              </a:ext>
            </a:extLst>
          </p:cNvPr>
          <p:cNvSpPr/>
          <p:nvPr/>
        </p:nvSpPr>
        <p:spPr>
          <a:xfrm>
            <a:off x="6057898" y="6234588"/>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7" name="Multiplication Sign 36">
            <a:extLst>
              <a:ext uri="{FF2B5EF4-FFF2-40B4-BE49-F238E27FC236}">
                <a16:creationId xmlns:a16="http://schemas.microsoft.com/office/drawing/2014/main" id="{D8E613DC-BC14-40C1-B0A9-D39B605C98BC}"/>
              </a:ext>
            </a:extLst>
          </p:cNvPr>
          <p:cNvSpPr/>
          <p:nvPr/>
        </p:nvSpPr>
        <p:spPr>
          <a:xfrm>
            <a:off x="7419973" y="626316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8" name="Multiplication Sign 37">
            <a:extLst>
              <a:ext uri="{FF2B5EF4-FFF2-40B4-BE49-F238E27FC236}">
                <a16:creationId xmlns:a16="http://schemas.microsoft.com/office/drawing/2014/main" id="{D08344D2-64E1-4D37-9E54-804984EE870E}"/>
              </a:ext>
            </a:extLst>
          </p:cNvPr>
          <p:cNvSpPr/>
          <p:nvPr/>
        </p:nvSpPr>
        <p:spPr>
          <a:xfrm>
            <a:off x="8315323" y="618696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9" name="Multiplication Sign 38">
            <a:extLst>
              <a:ext uri="{FF2B5EF4-FFF2-40B4-BE49-F238E27FC236}">
                <a16:creationId xmlns:a16="http://schemas.microsoft.com/office/drawing/2014/main" id="{47B0D52C-3C93-450F-82D1-65E2C5E7BC23}"/>
              </a:ext>
            </a:extLst>
          </p:cNvPr>
          <p:cNvSpPr/>
          <p:nvPr/>
        </p:nvSpPr>
        <p:spPr>
          <a:xfrm>
            <a:off x="9020173" y="616791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40" name="TextBox 39">
            <a:extLst>
              <a:ext uri="{FF2B5EF4-FFF2-40B4-BE49-F238E27FC236}">
                <a16:creationId xmlns:a16="http://schemas.microsoft.com/office/drawing/2014/main" id="{8EFBA531-975F-456B-B1FB-AFF4B3FCCCD1}"/>
              </a:ext>
            </a:extLst>
          </p:cNvPr>
          <p:cNvSpPr txBox="1"/>
          <p:nvPr/>
        </p:nvSpPr>
        <p:spPr>
          <a:xfrm>
            <a:off x="9467842" y="4884906"/>
            <a:ext cx="2447929" cy="2031325"/>
          </a:xfrm>
          <a:prstGeom prst="rect">
            <a:avLst/>
          </a:prstGeom>
          <a:noFill/>
        </p:spPr>
        <p:txBody>
          <a:bodyPr wrap="square" rtlCol="0">
            <a:spAutoFit/>
          </a:bodyPr>
          <a:lstStyle/>
          <a:p>
            <a:pPr algn="just"/>
            <a:r>
              <a:rPr lang="en-US" dirty="0"/>
              <a:t>Not possible, so backtrack to the previous successful placement and change the Queen to the next possible position and continue</a:t>
            </a:r>
            <a:endParaRPr lang="hi-IN" dirty="0"/>
          </a:p>
        </p:txBody>
      </p:sp>
      <p:sp>
        <p:nvSpPr>
          <p:cNvPr id="41" name="Arrow: Curved Up 40">
            <a:extLst>
              <a:ext uri="{FF2B5EF4-FFF2-40B4-BE49-F238E27FC236}">
                <a16:creationId xmlns:a16="http://schemas.microsoft.com/office/drawing/2014/main" id="{B4C4345B-0577-437F-8653-0748E9943A34}"/>
              </a:ext>
            </a:extLst>
          </p:cNvPr>
          <p:cNvSpPr/>
          <p:nvPr/>
        </p:nvSpPr>
        <p:spPr>
          <a:xfrm rot="12461735">
            <a:off x="8562554" y="3725446"/>
            <a:ext cx="1935548" cy="799206"/>
          </a:xfrm>
          <a:prstGeom prst="curvedUpArrow">
            <a:avLst/>
          </a:prstGeom>
          <a:solidFill>
            <a:srgbClr val="C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solidFill>
                <a:schemeClr val="tx1"/>
              </a:solidFill>
            </a:endParaRPr>
          </a:p>
        </p:txBody>
      </p:sp>
      <p:sp>
        <p:nvSpPr>
          <p:cNvPr id="42" name="TextBox 41">
            <a:extLst>
              <a:ext uri="{FF2B5EF4-FFF2-40B4-BE49-F238E27FC236}">
                <a16:creationId xmlns:a16="http://schemas.microsoft.com/office/drawing/2014/main" id="{9811B680-B375-4808-8D95-080BB941637B}"/>
              </a:ext>
            </a:extLst>
          </p:cNvPr>
          <p:cNvSpPr txBox="1"/>
          <p:nvPr/>
        </p:nvSpPr>
        <p:spPr>
          <a:xfrm>
            <a:off x="8748701" y="2072322"/>
            <a:ext cx="3238508" cy="1477328"/>
          </a:xfrm>
          <a:prstGeom prst="rect">
            <a:avLst/>
          </a:prstGeom>
          <a:noFill/>
        </p:spPr>
        <p:txBody>
          <a:bodyPr wrap="square" rtlCol="0">
            <a:spAutoFit/>
          </a:bodyPr>
          <a:lstStyle/>
          <a:p>
            <a:pPr algn="just"/>
            <a:r>
              <a:rPr lang="en-US" dirty="0"/>
              <a:t>Not possible, so backtrack to the previous successful placement and change the Queen to the next possible position and continue</a:t>
            </a:r>
            <a:endParaRPr lang="hi-IN" dirty="0"/>
          </a:p>
        </p:txBody>
      </p:sp>
      <p:cxnSp>
        <p:nvCxnSpPr>
          <p:cNvPr id="49" name="Straight Arrow Connector 48">
            <a:extLst>
              <a:ext uri="{FF2B5EF4-FFF2-40B4-BE49-F238E27FC236}">
                <a16:creationId xmlns:a16="http://schemas.microsoft.com/office/drawing/2014/main" id="{72717ECE-1AB8-443C-BD05-7AF5DBAE5053}"/>
              </a:ext>
            </a:extLst>
          </p:cNvPr>
          <p:cNvCxnSpPr>
            <a:cxnSpLocks/>
          </p:cNvCxnSpPr>
          <p:nvPr/>
        </p:nvCxnSpPr>
        <p:spPr>
          <a:xfrm>
            <a:off x="6243636" y="3263726"/>
            <a:ext cx="4388374" cy="10309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43B0E108-4A53-4C12-9095-7A7424C4132A}"/>
              </a:ext>
            </a:extLst>
          </p:cNvPr>
          <p:cNvCxnSpPr>
            <a:cxnSpLocks/>
          </p:cNvCxnSpPr>
          <p:nvPr/>
        </p:nvCxnSpPr>
        <p:spPr>
          <a:xfrm>
            <a:off x="6208389" y="3263726"/>
            <a:ext cx="3183261" cy="9240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Multiplication Sign 58">
            <a:extLst>
              <a:ext uri="{FF2B5EF4-FFF2-40B4-BE49-F238E27FC236}">
                <a16:creationId xmlns:a16="http://schemas.microsoft.com/office/drawing/2014/main" id="{BCC871AD-70B3-4411-818C-B37C48649FC6}"/>
              </a:ext>
            </a:extLst>
          </p:cNvPr>
          <p:cNvSpPr/>
          <p:nvPr/>
        </p:nvSpPr>
        <p:spPr>
          <a:xfrm>
            <a:off x="9205911" y="4254238"/>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61" name="Multiplication Sign 60">
            <a:extLst>
              <a:ext uri="{FF2B5EF4-FFF2-40B4-BE49-F238E27FC236}">
                <a16:creationId xmlns:a16="http://schemas.microsoft.com/office/drawing/2014/main" id="{C4C888F1-DEAE-4ABB-B953-42CD4EF40699}"/>
              </a:ext>
            </a:extLst>
          </p:cNvPr>
          <p:cNvSpPr/>
          <p:nvPr/>
        </p:nvSpPr>
        <p:spPr>
          <a:xfrm>
            <a:off x="10453881" y="4334905"/>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 name="Title 1">
            <a:extLst>
              <a:ext uri="{FF2B5EF4-FFF2-40B4-BE49-F238E27FC236}">
                <a16:creationId xmlns:a16="http://schemas.microsoft.com/office/drawing/2014/main" id="{73DC3FD3-2FE2-4014-8FC1-476F0EAABC8C}"/>
              </a:ext>
            </a:extLst>
          </p:cNvPr>
          <p:cNvSpPr>
            <a:spLocks noGrp="1"/>
          </p:cNvSpPr>
          <p:nvPr>
            <p:ph type="title"/>
          </p:nvPr>
        </p:nvSpPr>
        <p:spPr>
          <a:xfrm>
            <a:off x="838200" y="365125"/>
            <a:ext cx="3711862" cy="1325563"/>
          </a:xfrm>
        </p:spPr>
        <p:txBody>
          <a:bodyPr>
            <a:noAutofit/>
          </a:bodyPr>
          <a:lstStyle/>
          <a:p>
            <a:r>
              <a:rPr lang="en-US" sz="3200" b="1" dirty="0"/>
              <a:t>4-queens problem-state space tree --</a:t>
            </a:r>
            <a:r>
              <a:rPr lang="en-US" sz="3200" b="1" dirty="0" err="1"/>
              <a:t>contd</a:t>
            </a:r>
            <a:endParaRPr lang="hi-IN" sz="3200" dirty="0"/>
          </a:p>
        </p:txBody>
      </p:sp>
      <p:cxnSp>
        <p:nvCxnSpPr>
          <p:cNvPr id="30" name="Straight Arrow Connector 29">
            <a:extLst>
              <a:ext uri="{FF2B5EF4-FFF2-40B4-BE49-F238E27FC236}">
                <a16:creationId xmlns:a16="http://schemas.microsoft.com/office/drawing/2014/main" id="{133BE684-BEF0-4655-A42B-05422AAD7D9E}"/>
              </a:ext>
            </a:extLst>
          </p:cNvPr>
          <p:cNvCxnSpPr>
            <a:cxnSpLocks/>
          </p:cNvCxnSpPr>
          <p:nvPr/>
        </p:nvCxnSpPr>
        <p:spPr>
          <a:xfrm>
            <a:off x="6267450" y="3264140"/>
            <a:ext cx="832915" cy="5620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Arrow: Curved Up 42">
            <a:extLst>
              <a:ext uri="{FF2B5EF4-FFF2-40B4-BE49-F238E27FC236}">
                <a16:creationId xmlns:a16="http://schemas.microsoft.com/office/drawing/2014/main" id="{BD7EF63F-1AFE-4095-B2DB-201ABF36F485}"/>
              </a:ext>
            </a:extLst>
          </p:cNvPr>
          <p:cNvSpPr/>
          <p:nvPr/>
        </p:nvSpPr>
        <p:spPr>
          <a:xfrm rot="12711693">
            <a:off x="5276127" y="1222661"/>
            <a:ext cx="3244053" cy="943957"/>
          </a:xfrm>
          <a:prstGeom prst="curvedUpArrow">
            <a:avLst/>
          </a:prstGeom>
          <a:solidFill>
            <a:srgbClr val="C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solidFill>
                <a:schemeClr val="tx1"/>
              </a:solidFill>
            </a:endParaRPr>
          </a:p>
        </p:txBody>
      </p:sp>
    </p:spTree>
    <p:extLst>
      <p:ext uri="{BB962C8B-B14F-4D97-AF65-F5344CB8AC3E}">
        <p14:creationId xmlns:p14="http://schemas.microsoft.com/office/powerpoint/2010/main" val="226319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6" grpId="0" animBg="1"/>
      <p:bldP spid="37" grpId="0" animBg="1"/>
      <p:bldP spid="38" grpId="0" animBg="1"/>
      <p:bldP spid="39" grpId="0" animBg="1"/>
      <p:bldP spid="40" grpId="0"/>
      <p:bldP spid="41" grpId="0" animBg="1"/>
      <p:bldP spid="42" grpId="0"/>
      <p:bldP spid="59" grpId="0" animBg="1"/>
      <p:bldP spid="61" grpId="0" animBg="1"/>
      <p:bldP spid="4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7E39-113E-4085-BBCF-B999D5307D0D}"/>
              </a:ext>
            </a:extLst>
          </p:cNvPr>
          <p:cNvSpPr>
            <a:spLocks noGrp="1"/>
          </p:cNvSpPr>
          <p:nvPr>
            <p:ph type="title"/>
          </p:nvPr>
        </p:nvSpPr>
        <p:spPr>
          <a:xfrm>
            <a:off x="838200" y="365125"/>
            <a:ext cx="4211320" cy="1325563"/>
          </a:xfrm>
        </p:spPr>
        <p:txBody>
          <a:bodyPr>
            <a:noAutofit/>
          </a:bodyPr>
          <a:lstStyle/>
          <a:p>
            <a:r>
              <a:rPr lang="en-US" sz="3200" b="1" dirty="0"/>
              <a:t>4-queens problem-state space tree --</a:t>
            </a:r>
            <a:r>
              <a:rPr lang="en-US" sz="3200" b="1" dirty="0" err="1"/>
              <a:t>contd</a:t>
            </a:r>
            <a:endParaRPr lang="hi-IN" sz="3200" dirty="0"/>
          </a:p>
        </p:txBody>
      </p:sp>
      <p:sp>
        <p:nvSpPr>
          <p:cNvPr id="4" name="Footer Placeholder 3">
            <a:extLst>
              <a:ext uri="{FF2B5EF4-FFF2-40B4-BE49-F238E27FC236}">
                <a16:creationId xmlns:a16="http://schemas.microsoft.com/office/drawing/2014/main" id="{3EBF4F65-7DD8-4515-8890-4FCC732E7AB5}"/>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1D5ABDC-BFCC-431F-9655-E3DFF4ED1FD7}"/>
              </a:ext>
            </a:extLst>
          </p:cNvPr>
          <p:cNvSpPr>
            <a:spLocks noGrp="1"/>
          </p:cNvSpPr>
          <p:nvPr>
            <p:ph type="sldNum" sz="quarter" idx="12"/>
          </p:nvPr>
        </p:nvSpPr>
        <p:spPr/>
        <p:txBody>
          <a:bodyPr/>
          <a:lstStyle/>
          <a:p>
            <a:fld id="{2B5846A9-D11D-4E74-86F2-C0CCFC181E09}" type="slidenum">
              <a:rPr lang="hi-IN" smtClean="0"/>
              <a:t>13</a:t>
            </a:fld>
            <a:endParaRPr lang="hi-IN"/>
          </a:p>
        </p:txBody>
      </p:sp>
      <p:graphicFrame>
        <p:nvGraphicFramePr>
          <p:cNvPr id="6" name="Table 7">
            <a:extLst>
              <a:ext uri="{FF2B5EF4-FFF2-40B4-BE49-F238E27FC236}">
                <a16:creationId xmlns:a16="http://schemas.microsoft.com/office/drawing/2014/main" id="{CF02DA63-E703-471E-B676-607284224DA8}"/>
              </a:ext>
            </a:extLst>
          </p:cNvPr>
          <p:cNvGraphicFramePr>
            <a:graphicFrameLocks/>
          </p:cNvGraphicFramePr>
          <p:nvPr>
            <p:extLst>
              <p:ext uri="{D42A27DB-BD31-4B8C-83A1-F6EECF244321}">
                <p14:modId xmlns:p14="http://schemas.microsoft.com/office/powerpoint/2010/main" val="3718873271"/>
              </p:ext>
            </p:extLst>
          </p:nvPr>
        </p:nvGraphicFramePr>
        <p:xfrm>
          <a:off x="8365012" y="2482473"/>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graphicFrame>
        <p:nvGraphicFramePr>
          <p:cNvPr id="7" name="Table 7">
            <a:extLst>
              <a:ext uri="{FF2B5EF4-FFF2-40B4-BE49-F238E27FC236}">
                <a16:creationId xmlns:a16="http://schemas.microsoft.com/office/drawing/2014/main" id="{A398069A-BFAF-42C4-955D-5F5C3063D231}"/>
              </a:ext>
            </a:extLst>
          </p:cNvPr>
          <p:cNvGraphicFramePr>
            <a:graphicFrameLocks/>
          </p:cNvGraphicFramePr>
          <p:nvPr>
            <p:extLst>
              <p:ext uri="{D42A27DB-BD31-4B8C-83A1-F6EECF244321}">
                <p14:modId xmlns:p14="http://schemas.microsoft.com/office/powerpoint/2010/main" val="918486785"/>
              </p:ext>
            </p:extLst>
          </p:nvPr>
        </p:nvGraphicFramePr>
        <p:xfrm>
          <a:off x="10162858" y="4543228"/>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cxnSp>
        <p:nvCxnSpPr>
          <p:cNvPr id="9" name="Straight Arrow Connector 8">
            <a:extLst>
              <a:ext uri="{FF2B5EF4-FFF2-40B4-BE49-F238E27FC236}">
                <a16:creationId xmlns:a16="http://schemas.microsoft.com/office/drawing/2014/main" id="{51E189F1-6CD3-481B-BE70-B29BCDF78CAE}"/>
              </a:ext>
            </a:extLst>
          </p:cNvPr>
          <p:cNvCxnSpPr>
            <a:cxnSpLocks/>
          </p:cNvCxnSpPr>
          <p:nvPr/>
        </p:nvCxnSpPr>
        <p:spPr>
          <a:xfrm flipH="1">
            <a:off x="8365012" y="3975538"/>
            <a:ext cx="664371" cy="5571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4262A7A6-AC97-4431-A426-07642DC1833F}"/>
              </a:ext>
            </a:extLst>
          </p:cNvPr>
          <p:cNvCxnSpPr/>
          <p:nvPr/>
        </p:nvCxnSpPr>
        <p:spPr>
          <a:xfrm flipH="1">
            <a:off x="8872220" y="3975538"/>
            <a:ext cx="157163" cy="5768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53919B4-1336-43B7-86A7-7564E63D7177}"/>
              </a:ext>
            </a:extLst>
          </p:cNvPr>
          <p:cNvCxnSpPr/>
          <p:nvPr/>
        </p:nvCxnSpPr>
        <p:spPr>
          <a:xfrm>
            <a:off x="9029383" y="3975538"/>
            <a:ext cx="504826" cy="5768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783BF578-A230-448A-8294-D8A03313ACEF}"/>
              </a:ext>
            </a:extLst>
          </p:cNvPr>
          <p:cNvCxnSpPr>
            <a:cxnSpLocks/>
          </p:cNvCxnSpPr>
          <p:nvPr/>
        </p:nvCxnSpPr>
        <p:spPr>
          <a:xfrm>
            <a:off x="9029383" y="3992109"/>
            <a:ext cx="1416843" cy="4939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Multiplication Sign 17">
            <a:extLst>
              <a:ext uri="{FF2B5EF4-FFF2-40B4-BE49-F238E27FC236}">
                <a16:creationId xmlns:a16="http://schemas.microsoft.com/office/drawing/2014/main" id="{01D89C22-7315-4F28-A856-60B08C0AB6C6}"/>
              </a:ext>
            </a:extLst>
          </p:cNvPr>
          <p:cNvSpPr/>
          <p:nvPr/>
        </p:nvSpPr>
        <p:spPr>
          <a:xfrm>
            <a:off x="9298463" y="4601887"/>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pic>
        <p:nvPicPr>
          <p:cNvPr id="21" name="Picture 20">
            <a:extLst>
              <a:ext uri="{FF2B5EF4-FFF2-40B4-BE49-F238E27FC236}">
                <a16:creationId xmlns:a16="http://schemas.microsoft.com/office/drawing/2014/main" id="{7464A9DD-91C7-4887-92F7-889C329F74BE}"/>
              </a:ext>
            </a:extLst>
          </p:cNvPr>
          <p:cNvPicPr>
            <a:picLocks noChangeAspect="1"/>
          </p:cNvPicPr>
          <p:nvPr/>
        </p:nvPicPr>
        <p:blipFill>
          <a:blip r:embed="rId2"/>
          <a:stretch>
            <a:fillRect/>
          </a:stretch>
        </p:blipFill>
        <p:spPr>
          <a:xfrm>
            <a:off x="6812139" y="365125"/>
            <a:ext cx="1524000" cy="1457325"/>
          </a:xfrm>
          <a:prstGeom prst="rect">
            <a:avLst/>
          </a:prstGeom>
        </p:spPr>
      </p:pic>
      <p:cxnSp>
        <p:nvCxnSpPr>
          <p:cNvPr id="22" name="Straight Arrow Connector 21">
            <a:extLst>
              <a:ext uri="{FF2B5EF4-FFF2-40B4-BE49-F238E27FC236}">
                <a16:creationId xmlns:a16="http://schemas.microsoft.com/office/drawing/2014/main" id="{06380383-1EB7-4C8A-982C-43DFD58C8B37}"/>
              </a:ext>
            </a:extLst>
          </p:cNvPr>
          <p:cNvCxnSpPr>
            <a:cxnSpLocks/>
          </p:cNvCxnSpPr>
          <p:nvPr/>
        </p:nvCxnSpPr>
        <p:spPr>
          <a:xfrm flipH="1">
            <a:off x="5049520" y="1786693"/>
            <a:ext cx="2584458" cy="4610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3" name="Picture 22">
            <a:extLst>
              <a:ext uri="{FF2B5EF4-FFF2-40B4-BE49-F238E27FC236}">
                <a16:creationId xmlns:a16="http://schemas.microsoft.com/office/drawing/2014/main" id="{210B0EF0-1490-4E0F-9FEF-DCAA09F451DB}"/>
              </a:ext>
            </a:extLst>
          </p:cNvPr>
          <p:cNvPicPr>
            <a:picLocks noChangeAspect="1"/>
          </p:cNvPicPr>
          <p:nvPr/>
        </p:nvPicPr>
        <p:blipFill>
          <a:blip r:embed="rId3"/>
          <a:stretch>
            <a:fillRect/>
          </a:stretch>
        </p:blipFill>
        <p:spPr>
          <a:xfrm>
            <a:off x="2986595" y="2384741"/>
            <a:ext cx="3945222" cy="3094516"/>
          </a:xfrm>
          <a:prstGeom prst="rect">
            <a:avLst/>
          </a:prstGeom>
        </p:spPr>
      </p:pic>
      <p:sp>
        <p:nvSpPr>
          <p:cNvPr id="16" name="Multiplication Sign 15">
            <a:extLst>
              <a:ext uri="{FF2B5EF4-FFF2-40B4-BE49-F238E27FC236}">
                <a16:creationId xmlns:a16="http://schemas.microsoft.com/office/drawing/2014/main" id="{D1AF4875-F167-418C-81FC-80200DC48A23}"/>
              </a:ext>
            </a:extLst>
          </p:cNvPr>
          <p:cNvSpPr/>
          <p:nvPr/>
        </p:nvSpPr>
        <p:spPr>
          <a:xfrm>
            <a:off x="8195198" y="458418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17" name="Multiplication Sign 16">
            <a:extLst>
              <a:ext uri="{FF2B5EF4-FFF2-40B4-BE49-F238E27FC236}">
                <a16:creationId xmlns:a16="http://schemas.microsoft.com/office/drawing/2014/main" id="{237A8F64-FF32-435F-86FC-21597FAD4E78}"/>
              </a:ext>
            </a:extLst>
          </p:cNvPr>
          <p:cNvSpPr/>
          <p:nvPr/>
        </p:nvSpPr>
        <p:spPr>
          <a:xfrm>
            <a:off x="8719915" y="458418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27" name="Straight Arrow Connector 26">
            <a:extLst>
              <a:ext uri="{FF2B5EF4-FFF2-40B4-BE49-F238E27FC236}">
                <a16:creationId xmlns:a16="http://schemas.microsoft.com/office/drawing/2014/main" id="{0C570FB4-0971-4502-A818-BA1CAF2FE0C6}"/>
              </a:ext>
            </a:extLst>
          </p:cNvPr>
          <p:cNvCxnSpPr>
            <a:cxnSpLocks/>
            <a:endCxn id="6" idx="0"/>
          </p:cNvCxnSpPr>
          <p:nvPr/>
        </p:nvCxnSpPr>
        <p:spPr>
          <a:xfrm>
            <a:off x="7633978" y="1788737"/>
            <a:ext cx="1383498" cy="6937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4" name="Group 43">
            <a:extLst>
              <a:ext uri="{FF2B5EF4-FFF2-40B4-BE49-F238E27FC236}">
                <a16:creationId xmlns:a16="http://schemas.microsoft.com/office/drawing/2014/main" id="{746E1F73-0F8C-4A7B-8299-D6C419ECC51A}"/>
              </a:ext>
            </a:extLst>
          </p:cNvPr>
          <p:cNvGrpSpPr/>
          <p:nvPr/>
        </p:nvGrpSpPr>
        <p:grpSpPr>
          <a:xfrm>
            <a:off x="6034211" y="4661871"/>
            <a:ext cx="2238949" cy="2011008"/>
            <a:chOff x="6034211" y="4661871"/>
            <a:chExt cx="2238949" cy="2011008"/>
          </a:xfrm>
        </p:grpSpPr>
        <p:pic>
          <p:nvPicPr>
            <p:cNvPr id="25" name="Picture 24">
              <a:extLst>
                <a:ext uri="{FF2B5EF4-FFF2-40B4-BE49-F238E27FC236}">
                  <a16:creationId xmlns:a16="http://schemas.microsoft.com/office/drawing/2014/main" id="{262C2C7A-C37A-4791-BD44-6830C4DB5AC4}"/>
                </a:ext>
              </a:extLst>
            </p:cNvPr>
            <p:cNvPicPr>
              <a:picLocks noChangeAspect="1"/>
            </p:cNvPicPr>
            <p:nvPr/>
          </p:nvPicPr>
          <p:blipFill>
            <a:blip r:embed="rId4"/>
            <a:stretch>
              <a:fillRect/>
            </a:stretch>
          </p:blipFill>
          <p:spPr>
            <a:xfrm>
              <a:off x="6034211" y="4661871"/>
              <a:ext cx="2209354" cy="2011008"/>
            </a:xfrm>
            <a:prstGeom prst="rect">
              <a:avLst/>
            </a:prstGeom>
          </p:spPr>
        </p:pic>
        <p:cxnSp>
          <p:nvCxnSpPr>
            <p:cNvPr id="32" name="Straight Arrow Connector 31">
              <a:extLst>
                <a:ext uri="{FF2B5EF4-FFF2-40B4-BE49-F238E27FC236}">
                  <a16:creationId xmlns:a16="http://schemas.microsoft.com/office/drawing/2014/main" id="{FA77DE5F-CBDC-4FC4-983C-F9E6DFA6AFE5}"/>
                </a:ext>
              </a:extLst>
            </p:cNvPr>
            <p:cNvCxnSpPr>
              <a:cxnSpLocks/>
            </p:cNvCxnSpPr>
            <p:nvPr/>
          </p:nvCxnSpPr>
          <p:spPr>
            <a:xfrm>
              <a:off x="6341749" y="4748731"/>
              <a:ext cx="1481451" cy="2296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Multiplication Sign 32">
              <a:extLst>
                <a:ext uri="{FF2B5EF4-FFF2-40B4-BE49-F238E27FC236}">
                  <a16:creationId xmlns:a16="http://schemas.microsoft.com/office/drawing/2014/main" id="{0D8A7B4C-F1AD-49BD-8C5A-5B74366333EF}"/>
                </a:ext>
              </a:extLst>
            </p:cNvPr>
            <p:cNvSpPr/>
            <p:nvPr/>
          </p:nvSpPr>
          <p:spPr>
            <a:xfrm>
              <a:off x="7693815" y="5009526"/>
              <a:ext cx="220825" cy="229669"/>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5" name="Multiplication Sign 34">
              <a:extLst>
                <a:ext uri="{FF2B5EF4-FFF2-40B4-BE49-F238E27FC236}">
                  <a16:creationId xmlns:a16="http://schemas.microsoft.com/office/drawing/2014/main" id="{CFA3CF33-2F57-4327-BCBB-4264F882D0EA}"/>
                </a:ext>
              </a:extLst>
            </p:cNvPr>
            <p:cNvSpPr/>
            <p:nvPr/>
          </p:nvSpPr>
          <p:spPr>
            <a:xfrm>
              <a:off x="8052335" y="4996647"/>
              <a:ext cx="220825" cy="229669"/>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37" name="Straight Arrow Connector 36">
              <a:extLst>
                <a:ext uri="{FF2B5EF4-FFF2-40B4-BE49-F238E27FC236}">
                  <a16:creationId xmlns:a16="http://schemas.microsoft.com/office/drawing/2014/main" id="{9929FB10-7785-414A-8B56-4E29E68285D7}"/>
                </a:ext>
              </a:extLst>
            </p:cNvPr>
            <p:cNvCxnSpPr>
              <a:cxnSpLocks/>
            </p:cNvCxnSpPr>
            <p:nvPr/>
          </p:nvCxnSpPr>
          <p:spPr>
            <a:xfrm>
              <a:off x="6346062" y="4714324"/>
              <a:ext cx="1734445" cy="2337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29319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36E83A-C002-4256-AC1C-CB1F36990EDB}"/>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AA19ECF5-6991-44C5-916B-9962B9307F05}"/>
              </a:ext>
            </a:extLst>
          </p:cNvPr>
          <p:cNvSpPr>
            <a:spLocks noGrp="1"/>
          </p:cNvSpPr>
          <p:nvPr>
            <p:ph type="sldNum" sz="quarter" idx="12"/>
          </p:nvPr>
        </p:nvSpPr>
        <p:spPr/>
        <p:txBody>
          <a:bodyPr/>
          <a:lstStyle/>
          <a:p>
            <a:fld id="{2B5846A9-D11D-4E74-86F2-C0CCFC181E09}" type="slidenum">
              <a:rPr lang="hi-IN" smtClean="0"/>
              <a:t>14</a:t>
            </a:fld>
            <a:endParaRPr lang="hi-IN"/>
          </a:p>
        </p:txBody>
      </p:sp>
      <p:graphicFrame>
        <p:nvGraphicFramePr>
          <p:cNvPr id="6" name="Table 7">
            <a:extLst>
              <a:ext uri="{FF2B5EF4-FFF2-40B4-BE49-F238E27FC236}">
                <a16:creationId xmlns:a16="http://schemas.microsoft.com/office/drawing/2014/main" id="{2C171B6B-2C19-49CE-BBCC-DBBA55922FA8}"/>
              </a:ext>
            </a:extLst>
          </p:cNvPr>
          <p:cNvGraphicFramePr>
            <a:graphicFrameLocks/>
          </p:cNvGraphicFramePr>
          <p:nvPr>
            <p:extLst>
              <p:ext uri="{D42A27DB-BD31-4B8C-83A1-F6EECF244321}">
                <p14:modId xmlns:p14="http://schemas.microsoft.com/office/powerpoint/2010/main" val="56456740"/>
              </p:ext>
            </p:extLst>
          </p:nvPr>
        </p:nvGraphicFramePr>
        <p:xfrm>
          <a:off x="4983953" y="3707335"/>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cxnSp>
        <p:nvCxnSpPr>
          <p:cNvPr id="9" name="Straight Arrow Connector 8">
            <a:extLst>
              <a:ext uri="{FF2B5EF4-FFF2-40B4-BE49-F238E27FC236}">
                <a16:creationId xmlns:a16="http://schemas.microsoft.com/office/drawing/2014/main" id="{9CA55B23-988E-42C3-A68E-C7EB97AC3ED8}"/>
              </a:ext>
            </a:extLst>
          </p:cNvPr>
          <p:cNvCxnSpPr/>
          <p:nvPr/>
        </p:nvCxnSpPr>
        <p:spPr>
          <a:xfrm flipH="1">
            <a:off x="4502944" y="5194505"/>
            <a:ext cx="1081087" cy="514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E859F3F-EAB0-45A1-97A7-00599C176D2B}"/>
              </a:ext>
            </a:extLst>
          </p:cNvPr>
          <p:cNvCxnSpPr/>
          <p:nvPr/>
        </p:nvCxnSpPr>
        <p:spPr>
          <a:xfrm>
            <a:off x="5595937" y="5194505"/>
            <a:ext cx="395288" cy="491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2" name="Table 7">
            <a:extLst>
              <a:ext uri="{FF2B5EF4-FFF2-40B4-BE49-F238E27FC236}">
                <a16:creationId xmlns:a16="http://schemas.microsoft.com/office/drawing/2014/main" id="{6C0AD95B-8D6A-4023-9B9C-5AB6C026C5BA}"/>
              </a:ext>
            </a:extLst>
          </p:cNvPr>
          <p:cNvGraphicFramePr>
            <a:graphicFrameLocks/>
          </p:cNvGraphicFramePr>
          <p:nvPr>
            <p:extLst>
              <p:ext uri="{D42A27DB-BD31-4B8C-83A1-F6EECF244321}">
                <p14:modId xmlns:p14="http://schemas.microsoft.com/office/powerpoint/2010/main" val="2323174565"/>
              </p:ext>
            </p:extLst>
          </p:nvPr>
        </p:nvGraphicFramePr>
        <p:xfrm>
          <a:off x="7077072" y="5363732"/>
          <a:ext cx="1304928" cy="1463040"/>
        </p:xfrm>
        <a:graphic>
          <a:graphicData uri="http://schemas.openxmlformats.org/drawingml/2006/table">
            <a:tbl>
              <a:tblPr firstRow="1" bandRow="1">
                <a:tableStyleId>{073A0DAA-6AF3-43AB-8588-CEC1D06C72B9}</a:tableStyleId>
              </a:tblPr>
              <a:tblGrid>
                <a:gridCol w="326232">
                  <a:extLst>
                    <a:ext uri="{9D8B030D-6E8A-4147-A177-3AD203B41FA5}">
                      <a16:colId xmlns:a16="http://schemas.microsoft.com/office/drawing/2014/main" val="308685822"/>
                    </a:ext>
                  </a:extLst>
                </a:gridCol>
                <a:gridCol w="326232">
                  <a:extLst>
                    <a:ext uri="{9D8B030D-6E8A-4147-A177-3AD203B41FA5}">
                      <a16:colId xmlns:a16="http://schemas.microsoft.com/office/drawing/2014/main" val="2663330346"/>
                    </a:ext>
                  </a:extLst>
                </a:gridCol>
                <a:gridCol w="326232">
                  <a:extLst>
                    <a:ext uri="{9D8B030D-6E8A-4147-A177-3AD203B41FA5}">
                      <a16:colId xmlns:a16="http://schemas.microsoft.com/office/drawing/2014/main" val="885493794"/>
                    </a:ext>
                  </a:extLst>
                </a:gridCol>
                <a:gridCol w="326232">
                  <a:extLst>
                    <a:ext uri="{9D8B030D-6E8A-4147-A177-3AD203B41FA5}">
                      <a16:colId xmlns:a16="http://schemas.microsoft.com/office/drawing/2014/main" val="360080387"/>
                    </a:ext>
                  </a:extLst>
                </a:gridCol>
              </a:tblGrid>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842867"/>
                  </a:ext>
                </a:extLst>
              </a:tr>
              <a:tr h="337503">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3677862"/>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9486334"/>
                  </a:ext>
                </a:extLst>
              </a:tr>
              <a:tr h="337503">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47455"/>
                  </a:ext>
                </a:extLst>
              </a:tr>
            </a:tbl>
          </a:graphicData>
        </a:graphic>
      </p:graphicFrame>
      <p:cxnSp>
        <p:nvCxnSpPr>
          <p:cNvPr id="17" name="Straight Arrow Connector 16">
            <a:extLst>
              <a:ext uri="{FF2B5EF4-FFF2-40B4-BE49-F238E27FC236}">
                <a16:creationId xmlns:a16="http://schemas.microsoft.com/office/drawing/2014/main" id="{9DC507EB-4BDA-424A-A74B-CB3B2E066D32}"/>
              </a:ext>
            </a:extLst>
          </p:cNvPr>
          <p:cNvCxnSpPr>
            <a:cxnSpLocks/>
          </p:cNvCxnSpPr>
          <p:nvPr/>
        </p:nvCxnSpPr>
        <p:spPr>
          <a:xfrm>
            <a:off x="5595937" y="5194505"/>
            <a:ext cx="1385888" cy="4061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Multiplication Sign 18">
            <a:extLst>
              <a:ext uri="{FF2B5EF4-FFF2-40B4-BE49-F238E27FC236}">
                <a16:creationId xmlns:a16="http://schemas.microsoft.com/office/drawing/2014/main" id="{BF9C1429-5BD0-4EEF-93F6-D7CFAE849D85}"/>
              </a:ext>
            </a:extLst>
          </p:cNvPr>
          <p:cNvSpPr/>
          <p:nvPr/>
        </p:nvSpPr>
        <p:spPr>
          <a:xfrm>
            <a:off x="4317205" y="5774531"/>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0" name="Multiplication Sign 19">
            <a:extLst>
              <a:ext uri="{FF2B5EF4-FFF2-40B4-BE49-F238E27FC236}">
                <a16:creationId xmlns:a16="http://schemas.microsoft.com/office/drawing/2014/main" id="{1D173B2E-3622-4BC2-8805-353955DBC35D}"/>
              </a:ext>
            </a:extLst>
          </p:cNvPr>
          <p:cNvSpPr/>
          <p:nvPr/>
        </p:nvSpPr>
        <p:spPr>
          <a:xfrm>
            <a:off x="5661420" y="571758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1" name="Arrow: Left 20">
            <a:extLst>
              <a:ext uri="{FF2B5EF4-FFF2-40B4-BE49-F238E27FC236}">
                <a16:creationId xmlns:a16="http://schemas.microsoft.com/office/drawing/2014/main" id="{ABAB1F8E-91E1-488E-BEBA-C0275A416E97}"/>
              </a:ext>
            </a:extLst>
          </p:cNvPr>
          <p:cNvSpPr/>
          <p:nvPr/>
        </p:nvSpPr>
        <p:spPr>
          <a:xfrm>
            <a:off x="8772525" y="6068219"/>
            <a:ext cx="1057275" cy="94456"/>
          </a:xfrm>
          <a:prstGeom prst="leftArrow">
            <a:avLst/>
          </a:prstGeom>
          <a:solidFill>
            <a:srgbClr val="C00000"/>
          </a:solidFill>
          <a:ln cap="sq"/>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2" name="TextBox 21">
            <a:extLst>
              <a:ext uri="{FF2B5EF4-FFF2-40B4-BE49-F238E27FC236}">
                <a16:creationId xmlns:a16="http://schemas.microsoft.com/office/drawing/2014/main" id="{C48DE6AA-F49C-499F-8DDB-7B95A2088DB5}"/>
              </a:ext>
            </a:extLst>
          </p:cNvPr>
          <p:cNvSpPr txBox="1"/>
          <p:nvPr/>
        </p:nvSpPr>
        <p:spPr>
          <a:xfrm>
            <a:off x="9944100" y="5613181"/>
            <a:ext cx="1638300" cy="646331"/>
          </a:xfrm>
          <a:prstGeom prst="rect">
            <a:avLst/>
          </a:prstGeom>
          <a:noFill/>
        </p:spPr>
        <p:txBody>
          <a:bodyPr wrap="square" rtlCol="0">
            <a:spAutoFit/>
          </a:bodyPr>
          <a:lstStyle/>
          <a:p>
            <a:r>
              <a:rPr lang="en-US" b="1" dirty="0"/>
              <a:t>One Possible Final Solution</a:t>
            </a:r>
            <a:endParaRPr lang="hi-IN" b="1" dirty="0"/>
          </a:p>
        </p:txBody>
      </p:sp>
      <p:pic>
        <p:nvPicPr>
          <p:cNvPr id="24" name="Picture 23">
            <a:extLst>
              <a:ext uri="{FF2B5EF4-FFF2-40B4-BE49-F238E27FC236}">
                <a16:creationId xmlns:a16="http://schemas.microsoft.com/office/drawing/2014/main" id="{3657EF31-89CE-46D8-A616-525643C75F59}"/>
              </a:ext>
            </a:extLst>
          </p:cNvPr>
          <p:cNvPicPr>
            <a:picLocks noChangeAspect="1"/>
          </p:cNvPicPr>
          <p:nvPr/>
        </p:nvPicPr>
        <p:blipFill>
          <a:blip r:embed="rId2"/>
          <a:stretch>
            <a:fillRect/>
          </a:stretch>
        </p:blipFill>
        <p:spPr>
          <a:xfrm>
            <a:off x="3508769" y="305627"/>
            <a:ext cx="4305302" cy="3170692"/>
          </a:xfrm>
          <a:prstGeom prst="rect">
            <a:avLst/>
          </a:prstGeom>
        </p:spPr>
      </p:pic>
      <p:cxnSp>
        <p:nvCxnSpPr>
          <p:cNvPr id="14" name="Straight Arrow Connector 13">
            <a:extLst>
              <a:ext uri="{FF2B5EF4-FFF2-40B4-BE49-F238E27FC236}">
                <a16:creationId xmlns:a16="http://schemas.microsoft.com/office/drawing/2014/main" id="{380CF02F-482C-4121-A8C6-80159D6F37D6}"/>
              </a:ext>
            </a:extLst>
          </p:cNvPr>
          <p:cNvCxnSpPr>
            <a:cxnSpLocks/>
          </p:cNvCxnSpPr>
          <p:nvPr/>
        </p:nvCxnSpPr>
        <p:spPr>
          <a:xfrm flipH="1">
            <a:off x="6032897" y="3303704"/>
            <a:ext cx="1378743" cy="3026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FE8D3EEC-7C1B-448D-9904-BB538212FAF5}"/>
              </a:ext>
            </a:extLst>
          </p:cNvPr>
          <p:cNvSpPr>
            <a:spLocks noGrp="1"/>
          </p:cNvSpPr>
          <p:nvPr>
            <p:ph type="title"/>
          </p:nvPr>
        </p:nvSpPr>
        <p:spPr>
          <a:xfrm>
            <a:off x="838200" y="365125"/>
            <a:ext cx="4170680" cy="1325563"/>
          </a:xfrm>
        </p:spPr>
        <p:txBody>
          <a:bodyPr>
            <a:noAutofit/>
          </a:bodyPr>
          <a:lstStyle/>
          <a:p>
            <a:r>
              <a:rPr lang="en-US" sz="3600" b="1" dirty="0"/>
              <a:t>4-queens problem-state space tree --</a:t>
            </a:r>
            <a:r>
              <a:rPr lang="en-US" sz="3600" b="1" dirty="0" err="1"/>
              <a:t>contd</a:t>
            </a:r>
            <a:endParaRPr lang="hi-IN" sz="3600" dirty="0"/>
          </a:p>
        </p:txBody>
      </p:sp>
    </p:spTree>
    <p:extLst>
      <p:ext uri="{BB962C8B-B14F-4D97-AF65-F5344CB8AC3E}">
        <p14:creationId xmlns:p14="http://schemas.microsoft.com/office/powerpoint/2010/main" val="58918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7C1AB1D-8FEB-4230-96B9-702DA90A52C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A06666E5-8E49-4FA5-BE1C-B83791BF3AAD}"/>
              </a:ext>
            </a:extLst>
          </p:cNvPr>
          <p:cNvSpPr>
            <a:spLocks noGrp="1"/>
          </p:cNvSpPr>
          <p:nvPr>
            <p:ph type="sldNum" sz="quarter" idx="12"/>
          </p:nvPr>
        </p:nvSpPr>
        <p:spPr/>
        <p:txBody>
          <a:bodyPr/>
          <a:lstStyle/>
          <a:p>
            <a:fld id="{2B5846A9-D11D-4E74-86F2-C0CCFC181E09}" type="slidenum">
              <a:rPr lang="hi-IN" smtClean="0"/>
              <a:t>15</a:t>
            </a:fld>
            <a:endParaRPr lang="hi-IN"/>
          </a:p>
        </p:txBody>
      </p:sp>
      <p:pic>
        <p:nvPicPr>
          <p:cNvPr id="33" name="Picture 32">
            <a:extLst>
              <a:ext uri="{FF2B5EF4-FFF2-40B4-BE49-F238E27FC236}">
                <a16:creationId xmlns:a16="http://schemas.microsoft.com/office/drawing/2014/main" id="{A98993AA-0089-4726-A684-8D6F0CC4C91D}"/>
              </a:ext>
            </a:extLst>
          </p:cNvPr>
          <p:cNvPicPr>
            <a:picLocks noChangeAspect="1"/>
          </p:cNvPicPr>
          <p:nvPr/>
        </p:nvPicPr>
        <p:blipFill>
          <a:blip r:embed="rId2"/>
          <a:stretch>
            <a:fillRect/>
          </a:stretch>
        </p:blipFill>
        <p:spPr>
          <a:xfrm>
            <a:off x="3017202" y="390525"/>
            <a:ext cx="7458075" cy="6076950"/>
          </a:xfrm>
          <a:prstGeom prst="rect">
            <a:avLst/>
          </a:prstGeom>
        </p:spPr>
      </p:pic>
      <p:sp>
        <p:nvSpPr>
          <p:cNvPr id="34" name="Rectangle 33">
            <a:extLst>
              <a:ext uri="{FF2B5EF4-FFF2-40B4-BE49-F238E27FC236}">
                <a16:creationId xmlns:a16="http://schemas.microsoft.com/office/drawing/2014/main" id="{5584F6EC-F958-48CA-8A2C-D0A07A9C59C8}"/>
              </a:ext>
            </a:extLst>
          </p:cNvPr>
          <p:cNvSpPr/>
          <p:nvPr/>
        </p:nvSpPr>
        <p:spPr>
          <a:xfrm>
            <a:off x="203199" y="181610"/>
            <a:ext cx="6096000" cy="1200329"/>
          </a:xfrm>
          <a:prstGeom prst="rect">
            <a:avLst/>
          </a:prstGeom>
        </p:spPr>
        <p:txBody>
          <a:bodyPr>
            <a:spAutoFit/>
          </a:bodyPr>
          <a:lstStyle/>
          <a:p>
            <a:r>
              <a:rPr lang="en-US" sz="3600" b="1" dirty="0"/>
              <a:t>4-queens problem</a:t>
            </a:r>
            <a:br>
              <a:rPr lang="en-US" sz="3600" b="1" dirty="0"/>
            </a:br>
            <a:r>
              <a:rPr lang="en-US" sz="3600" b="1" dirty="0"/>
              <a:t>- final state space tree</a:t>
            </a:r>
            <a:endParaRPr lang="hi-IN" sz="3600" dirty="0"/>
          </a:p>
        </p:txBody>
      </p:sp>
    </p:spTree>
    <p:extLst>
      <p:ext uri="{BB962C8B-B14F-4D97-AF65-F5344CB8AC3E}">
        <p14:creationId xmlns:p14="http://schemas.microsoft.com/office/powerpoint/2010/main" val="2065898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9B7A-B82A-4D49-B982-349350BA4FE5}"/>
              </a:ext>
            </a:extLst>
          </p:cNvPr>
          <p:cNvSpPr>
            <a:spLocks noGrp="1"/>
          </p:cNvSpPr>
          <p:nvPr>
            <p:ph type="title"/>
          </p:nvPr>
        </p:nvSpPr>
        <p:spPr/>
        <p:txBody>
          <a:bodyPr/>
          <a:lstStyle/>
          <a:p>
            <a:r>
              <a:rPr lang="en-US" b="1" dirty="0"/>
              <a:t>2-Queens Problem</a:t>
            </a:r>
            <a:endParaRPr lang="hi-IN" b="1" dirty="0"/>
          </a:p>
        </p:txBody>
      </p:sp>
      <p:sp>
        <p:nvSpPr>
          <p:cNvPr id="3" name="Content Placeholder 2">
            <a:extLst>
              <a:ext uri="{FF2B5EF4-FFF2-40B4-BE49-F238E27FC236}">
                <a16:creationId xmlns:a16="http://schemas.microsoft.com/office/drawing/2014/main" id="{61BEE4B5-CAD9-42B9-8CDC-F60974A99D99}"/>
              </a:ext>
            </a:extLst>
          </p:cNvPr>
          <p:cNvSpPr>
            <a:spLocks noGrp="1"/>
          </p:cNvSpPr>
          <p:nvPr>
            <p:ph idx="1"/>
          </p:nvPr>
        </p:nvSpPr>
        <p:spPr>
          <a:xfrm>
            <a:off x="838200" y="1825625"/>
            <a:ext cx="3713242" cy="4351338"/>
          </a:xfrm>
        </p:spPr>
        <p:txBody>
          <a:bodyPr/>
          <a:lstStyle/>
          <a:p>
            <a:pPr marL="0" indent="0">
              <a:buNone/>
            </a:pPr>
            <a:r>
              <a:rPr lang="en-US" dirty="0"/>
              <a:t>				</a:t>
            </a:r>
            <a:endParaRPr lang="hi-IN" dirty="0"/>
          </a:p>
        </p:txBody>
      </p:sp>
      <p:sp>
        <p:nvSpPr>
          <p:cNvPr id="4" name="Footer Placeholder 3">
            <a:extLst>
              <a:ext uri="{FF2B5EF4-FFF2-40B4-BE49-F238E27FC236}">
                <a16:creationId xmlns:a16="http://schemas.microsoft.com/office/drawing/2014/main" id="{3CFDCA66-ECC7-448A-9A47-477997294C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7DB7022-48F6-4E31-9766-2C79214AB169}"/>
              </a:ext>
            </a:extLst>
          </p:cNvPr>
          <p:cNvSpPr>
            <a:spLocks noGrp="1"/>
          </p:cNvSpPr>
          <p:nvPr>
            <p:ph type="sldNum" sz="quarter" idx="12"/>
          </p:nvPr>
        </p:nvSpPr>
        <p:spPr/>
        <p:txBody>
          <a:bodyPr/>
          <a:lstStyle/>
          <a:p>
            <a:fld id="{2B5846A9-D11D-4E74-86F2-C0CCFC181E09}" type="slidenum">
              <a:rPr lang="hi-IN" smtClean="0"/>
              <a:t>16</a:t>
            </a:fld>
            <a:endParaRPr lang="hi-IN"/>
          </a:p>
        </p:txBody>
      </p:sp>
      <p:graphicFrame>
        <p:nvGraphicFramePr>
          <p:cNvPr id="6" name="Table 8">
            <a:extLst>
              <a:ext uri="{FF2B5EF4-FFF2-40B4-BE49-F238E27FC236}">
                <a16:creationId xmlns:a16="http://schemas.microsoft.com/office/drawing/2014/main" id="{C002D2CB-20BC-4711-ADB5-9DEDE3CA725D}"/>
              </a:ext>
            </a:extLst>
          </p:cNvPr>
          <p:cNvGraphicFramePr>
            <a:graphicFrameLocks noGrp="1"/>
          </p:cNvGraphicFramePr>
          <p:nvPr>
            <p:extLst>
              <p:ext uri="{D42A27DB-BD31-4B8C-83A1-F6EECF244321}">
                <p14:modId xmlns:p14="http://schemas.microsoft.com/office/powerpoint/2010/main" val="1750284766"/>
              </p:ext>
            </p:extLst>
          </p:nvPr>
        </p:nvGraphicFramePr>
        <p:xfrm>
          <a:off x="1071880" y="3579814"/>
          <a:ext cx="894080" cy="731520"/>
        </p:xfrm>
        <a:graphic>
          <a:graphicData uri="http://schemas.openxmlformats.org/drawingml/2006/table">
            <a:tbl>
              <a:tblPr firstRow="1" bandRow="1">
                <a:tableStyleId>{073A0DAA-6AF3-43AB-8588-CEC1D06C72B9}</a:tableStyleId>
              </a:tblPr>
              <a:tblGrid>
                <a:gridCol w="447040">
                  <a:extLst>
                    <a:ext uri="{9D8B030D-6E8A-4147-A177-3AD203B41FA5}">
                      <a16:colId xmlns:a16="http://schemas.microsoft.com/office/drawing/2014/main" val="3185744569"/>
                    </a:ext>
                  </a:extLst>
                </a:gridCol>
                <a:gridCol w="447040">
                  <a:extLst>
                    <a:ext uri="{9D8B030D-6E8A-4147-A177-3AD203B41FA5}">
                      <a16:colId xmlns:a16="http://schemas.microsoft.com/office/drawing/2014/main" val="687752452"/>
                    </a:ext>
                  </a:extLst>
                </a:gridCol>
              </a:tblGrid>
              <a:tr h="329169">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29169">
                <a:tc>
                  <a:txBody>
                    <a:bodyPr/>
                    <a:lstStyle/>
                    <a:p>
                      <a:endParaRPr lang="hi-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bl>
          </a:graphicData>
        </a:graphic>
      </p:graphicFrame>
      <p:sp>
        <p:nvSpPr>
          <p:cNvPr id="8" name="Multiplication Sign 7">
            <a:extLst>
              <a:ext uri="{FF2B5EF4-FFF2-40B4-BE49-F238E27FC236}">
                <a16:creationId xmlns:a16="http://schemas.microsoft.com/office/drawing/2014/main" id="{77ADB035-4093-4AAD-89D4-50F9026C4DFD}"/>
              </a:ext>
            </a:extLst>
          </p:cNvPr>
          <p:cNvSpPr/>
          <p:nvPr/>
        </p:nvSpPr>
        <p:spPr>
          <a:xfrm>
            <a:off x="838200" y="479758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9" name="Multiplication Sign 8">
            <a:extLst>
              <a:ext uri="{FF2B5EF4-FFF2-40B4-BE49-F238E27FC236}">
                <a16:creationId xmlns:a16="http://schemas.microsoft.com/office/drawing/2014/main" id="{FE8DE754-5C0B-440C-ADF0-26AEA23A2A2C}"/>
              </a:ext>
            </a:extLst>
          </p:cNvPr>
          <p:cNvSpPr/>
          <p:nvPr/>
        </p:nvSpPr>
        <p:spPr>
          <a:xfrm>
            <a:off x="1594483" y="479758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11" name="Straight Arrow Connector 10">
            <a:extLst>
              <a:ext uri="{FF2B5EF4-FFF2-40B4-BE49-F238E27FC236}">
                <a16:creationId xmlns:a16="http://schemas.microsoft.com/office/drawing/2014/main" id="{29E207A4-B387-4F4B-BD3C-990E065A9F2A}"/>
              </a:ext>
            </a:extLst>
          </p:cNvPr>
          <p:cNvCxnSpPr>
            <a:cxnSpLocks/>
            <a:stCxn id="6" idx="2"/>
          </p:cNvCxnSpPr>
          <p:nvPr/>
        </p:nvCxnSpPr>
        <p:spPr>
          <a:xfrm flipH="1">
            <a:off x="1071880" y="4311334"/>
            <a:ext cx="447040" cy="411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AD3706D4-4692-4D1F-83BC-3E4D273361FD}"/>
              </a:ext>
            </a:extLst>
          </p:cNvPr>
          <p:cNvCxnSpPr>
            <a:cxnSpLocks/>
            <a:stCxn id="6" idx="2"/>
          </p:cNvCxnSpPr>
          <p:nvPr/>
        </p:nvCxnSpPr>
        <p:spPr>
          <a:xfrm>
            <a:off x="1518920" y="4311334"/>
            <a:ext cx="261301" cy="411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5" name="Table 8">
            <a:extLst>
              <a:ext uri="{FF2B5EF4-FFF2-40B4-BE49-F238E27FC236}">
                <a16:creationId xmlns:a16="http://schemas.microsoft.com/office/drawing/2014/main" id="{D68F60DC-1109-4146-92D5-B6BC46980FEB}"/>
              </a:ext>
            </a:extLst>
          </p:cNvPr>
          <p:cNvGraphicFramePr>
            <a:graphicFrameLocks noGrp="1"/>
          </p:cNvGraphicFramePr>
          <p:nvPr>
            <p:extLst>
              <p:ext uri="{D42A27DB-BD31-4B8C-83A1-F6EECF244321}">
                <p14:modId xmlns:p14="http://schemas.microsoft.com/office/powerpoint/2010/main" val="1606075284"/>
              </p:ext>
            </p:extLst>
          </p:nvPr>
        </p:nvGraphicFramePr>
        <p:xfrm>
          <a:off x="1500821" y="2399507"/>
          <a:ext cx="894080" cy="731520"/>
        </p:xfrm>
        <a:graphic>
          <a:graphicData uri="http://schemas.openxmlformats.org/drawingml/2006/table">
            <a:tbl>
              <a:tblPr firstRow="1" bandRow="1">
                <a:tableStyleId>{073A0DAA-6AF3-43AB-8588-CEC1D06C72B9}</a:tableStyleId>
              </a:tblPr>
              <a:tblGrid>
                <a:gridCol w="447040">
                  <a:extLst>
                    <a:ext uri="{9D8B030D-6E8A-4147-A177-3AD203B41FA5}">
                      <a16:colId xmlns:a16="http://schemas.microsoft.com/office/drawing/2014/main" val="3185744569"/>
                    </a:ext>
                  </a:extLst>
                </a:gridCol>
                <a:gridCol w="447040">
                  <a:extLst>
                    <a:ext uri="{9D8B030D-6E8A-4147-A177-3AD203B41FA5}">
                      <a16:colId xmlns:a16="http://schemas.microsoft.com/office/drawing/2014/main" val="687752452"/>
                    </a:ext>
                  </a:extLst>
                </a:gridCol>
              </a:tblGrid>
              <a:tr h="329169">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29169">
                <a:tc>
                  <a:txBody>
                    <a:bodyPr/>
                    <a:lstStyle/>
                    <a:p>
                      <a:endParaRPr lang="hi-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bl>
          </a:graphicData>
        </a:graphic>
      </p:graphicFrame>
      <p:cxnSp>
        <p:nvCxnSpPr>
          <p:cNvPr id="17" name="Straight Arrow Connector 16">
            <a:extLst>
              <a:ext uri="{FF2B5EF4-FFF2-40B4-BE49-F238E27FC236}">
                <a16:creationId xmlns:a16="http://schemas.microsoft.com/office/drawing/2014/main" id="{A93F847D-DB12-47AD-8463-BE53952B47DF}"/>
              </a:ext>
            </a:extLst>
          </p:cNvPr>
          <p:cNvCxnSpPr/>
          <p:nvPr/>
        </p:nvCxnSpPr>
        <p:spPr>
          <a:xfrm flipH="1">
            <a:off x="1500821" y="3131027"/>
            <a:ext cx="447040" cy="297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Table 8">
            <a:extLst>
              <a:ext uri="{FF2B5EF4-FFF2-40B4-BE49-F238E27FC236}">
                <a16:creationId xmlns:a16="http://schemas.microsoft.com/office/drawing/2014/main" id="{5E7D21C9-8401-49BE-ADF2-13B99CB710DE}"/>
              </a:ext>
            </a:extLst>
          </p:cNvPr>
          <p:cNvGraphicFramePr>
            <a:graphicFrameLocks noGrp="1"/>
          </p:cNvGraphicFramePr>
          <p:nvPr>
            <p:extLst>
              <p:ext uri="{D42A27DB-BD31-4B8C-83A1-F6EECF244321}">
                <p14:modId xmlns:p14="http://schemas.microsoft.com/office/powerpoint/2010/main" val="1850801258"/>
              </p:ext>
            </p:extLst>
          </p:nvPr>
        </p:nvGraphicFramePr>
        <p:xfrm>
          <a:off x="2494280" y="3635534"/>
          <a:ext cx="894080" cy="731520"/>
        </p:xfrm>
        <a:graphic>
          <a:graphicData uri="http://schemas.openxmlformats.org/drawingml/2006/table">
            <a:tbl>
              <a:tblPr firstRow="1" bandRow="1">
                <a:tableStyleId>{073A0DAA-6AF3-43AB-8588-CEC1D06C72B9}</a:tableStyleId>
              </a:tblPr>
              <a:tblGrid>
                <a:gridCol w="447040">
                  <a:extLst>
                    <a:ext uri="{9D8B030D-6E8A-4147-A177-3AD203B41FA5}">
                      <a16:colId xmlns:a16="http://schemas.microsoft.com/office/drawing/2014/main" val="3185744569"/>
                    </a:ext>
                  </a:extLst>
                </a:gridCol>
                <a:gridCol w="447040">
                  <a:extLst>
                    <a:ext uri="{9D8B030D-6E8A-4147-A177-3AD203B41FA5}">
                      <a16:colId xmlns:a16="http://schemas.microsoft.com/office/drawing/2014/main" val="687752452"/>
                    </a:ext>
                  </a:extLst>
                </a:gridCol>
              </a:tblGrid>
              <a:tr h="329169">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29169">
                <a:tc>
                  <a:txBody>
                    <a:bodyPr/>
                    <a:lstStyle/>
                    <a:p>
                      <a:r>
                        <a:rPr lang="en-US" b="1" dirty="0"/>
                        <a:t>Q</a:t>
                      </a:r>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bl>
          </a:graphicData>
        </a:graphic>
      </p:graphicFrame>
      <p:cxnSp>
        <p:nvCxnSpPr>
          <p:cNvPr id="21" name="Straight Arrow Connector 20">
            <a:extLst>
              <a:ext uri="{FF2B5EF4-FFF2-40B4-BE49-F238E27FC236}">
                <a16:creationId xmlns:a16="http://schemas.microsoft.com/office/drawing/2014/main" id="{7B4A36A4-BA42-4035-8223-644A3ED318F8}"/>
              </a:ext>
            </a:extLst>
          </p:cNvPr>
          <p:cNvCxnSpPr/>
          <p:nvPr/>
        </p:nvCxnSpPr>
        <p:spPr>
          <a:xfrm>
            <a:off x="1965960" y="3131027"/>
            <a:ext cx="828040" cy="3924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Multiplication Sign 21">
            <a:extLst>
              <a:ext uri="{FF2B5EF4-FFF2-40B4-BE49-F238E27FC236}">
                <a16:creationId xmlns:a16="http://schemas.microsoft.com/office/drawing/2014/main" id="{0BA4DA5A-07B0-47DB-8D76-822B2CA7F5BD}"/>
              </a:ext>
            </a:extLst>
          </p:cNvPr>
          <p:cNvSpPr/>
          <p:nvPr/>
        </p:nvSpPr>
        <p:spPr>
          <a:xfrm>
            <a:off x="2250440" y="487886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3" name="Multiplication Sign 22">
            <a:extLst>
              <a:ext uri="{FF2B5EF4-FFF2-40B4-BE49-F238E27FC236}">
                <a16:creationId xmlns:a16="http://schemas.microsoft.com/office/drawing/2014/main" id="{4C0DC48B-97ED-45B4-8E1B-005000D19E6E}"/>
              </a:ext>
            </a:extLst>
          </p:cNvPr>
          <p:cNvSpPr/>
          <p:nvPr/>
        </p:nvSpPr>
        <p:spPr>
          <a:xfrm>
            <a:off x="3006723" y="487886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24" name="Straight Arrow Connector 23">
            <a:extLst>
              <a:ext uri="{FF2B5EF4-FFF2-40B4-BE49-F238E27FC236}">
                <a16:creationId xmlns:a16="http://schemas.microsoft.com/office/drawing/2014/main" id="{E04778E5-9105-4A3F-801F-DC2FEA448D3B}"/>
              </a:ext>
            </a:extLst>
          </p:cNvPr>
          <p:cNvCxnSpPr>
            <a:cxnSpLocks/>
          </p:cNvCxnSpPr>
          <p:nvPr/>
        </p:nvCxnSpPr>
        <p:spPr>
          <a:xfrm flipH="1">
            <a:off x="2484120" y="4392614"/>
            <a:ext cx="447040" cy="411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D5E9739-6A5E-4CE3-80C0-427F4FC7F756}"/>
              </a:ext>
            </a:extLst>
          </p:cNvPr>
          <p:cNvCxnSpPr>
            <a:cxnSpLocks/>
          </p:cNvCxnSpPr>
          <p:nvPr/>
        </p:nvCxnSpPr>
        <p:spPr>
          <a:xfrm>
            <a:off x="2931160" y="4392614"/>
            <a:ext cx="261301" cy="411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04E15044-304E-447C-8031-4437A0894EB9}"/>
              </a:ext>
            </a:extLst>
          </p:cNvPr>
          <p:cNvSpPr txBox="1"/>
          <p:nvPr/>
        </p:nvSpPr>
        <p:spPr>
          <a:xfrm>
            <a:off x="1209677" y="5638800"/>
            <a:ext cx="1797046" cy="461665"/>
          </a:xfrm>
          <a:prstGeom prst="rect">
            <a:avLst/>
          </a:prstGeom>
          <a:noFill/>
        </p:spPr>
        <p:txBody>
          <a:bodyPr wrap="square" rtlCol="0">
            <a:spAutoFit/>
          </a:bodyPr>
          <a:lstStyle/>
          <a:p>
            <a:r>
              <a:rPr lang="en-US" sz="2400" b="1" dirty="0"/>
              <a:t>No Solution</a:t>
            </a:r>
            <a:endParaRPr lang="hi-IN" sz="2400" b="1" dirty="0"/>
          </a:p>
        </p:txBody>
      </p:sp>
    </p:spTree>
    <p:extLst>
      <p:ext uri="{BB962C8B-B14F-4D97-AF65-F5344CB8AC3E}">
        <p14:creationId xmlns:p14="http://schemas.microsoft.com/office/powerpoint/2010/main" val="31054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2" grpId="0" animBg="1"/>
      <p:bldP spid="23"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8DC2B1F1-9E4D-4C40-9DE6-FFEDC7578D0D}"/>
              </a:ext>
            </a:extLst>
          </p:cNvPr>
          <p:cNvGrpSpPr/>
          <p:nvPr/>
        </p:nvGrpSpPr>
        <p:grpSpPr>
          <a:xfrm>
            <a:off x="4435432" y="496410"/>
            <a:ext cx="2095302" cy="3242470"/>
            <a:chOff x="8376920" y="71220"/>
            <a:chExt cx="2743200" cy="4667250"/>
          </a:xfrm>
        </p:grpSpPr>
        <p:pic>
          <p:nvPicPr>
            <p:cNvPr id="46" name="Picture 45">
              <a:extLst>
                <a:ext uri="{FF2B5EF4-FFF2-40B4-BE49-F238E27FC236}">
                  <a16:creationId xmlns:a16="http://schemas.microsoft.com/office/drawing/2014/main" id="{34FB52DD-5214-4975-AB1D-125604C4E780}"/>
                </a:ext>
              </a:extLst>
            </p:cNvPr>
            <p:cNvPicPr>
              <a:picLocks noChangeAspect="1"/>
            </p:cNvPicPr>
            <p:nvPr/>
          </p:nvPicPr>
          <p:blipFill>
            <a:blip r:embed="rId2"/>
            <a:stretch>
              <a:fillRect/>
            </a:stretch>
          </p:blipFill>
          <p:spPr>
            <a:xfrm>
              <a:off x="8376920" y="71220"/>
              <a:ext cx="2743200" cy="4667250"/>
            </a:xfrm>
            <a:prstGeom prst="rect">
              <a:avLst/>
            </a:prstGeom>
          </p:spPr>
        </p:pic>
        <p:sp>
          <p:nvSpPr>
            <p:cNvPr id="47" name="TextBox 46">
              <a:extLst>
                <a:ext uri="{FF2B5EF4-FFF2-40B4-BE49-F238E27FC236}">
                  <a16:creationId xmlns:a16="http://schemas.microsoft.com/office/drawing/2014/main" id="{44583D7B-376A-4E47-A436-10798689C1D1}"/>
                </a:ext>
              </a:extLst>
            </p:cNvPr>
            <p:cNvSpPr txBox="1"/>
            <p:nvPr/>
          </p:nvSpPr>
          <p:spPr>
            <a:xfrm>
              <a:off x="8610600" y="4226560"/>
              <a:ext cx="1234440" cy="426720"/>
            </a:xfrm>
            <a:prstGeom prst="rect">
              <a:avLst/>
            </a:prstGeom>
            <a:solidFill>
              <a:schemeClr val="bg1"/>
            </a:solidFill>
          </p:spPr>
          <p:txBody>
            <a:bodyPr wrap="square" rtlCol="0">
              <a:spAutoFit/>
            </a:bodyPr>
            <a:lstStyle/>
            <a:p>
              <a:endParaRPr lang="hi-IN" dirty="0"/>
            </a:p>
          </p:txBody>
        </p:sp>
      </p:grpSp>
      <p:sp>
        <p:nvSpPr>
          <p:cNvPr id="2" name="Title 1">
            <a:extLst>
              <a:ext uri="{FF2B5EF4-FFF2-40B4-BE49-F238E27FC236}">
                <a16:creationId xmlns:a16="http://schemas.microsoft.com/office/drawing/2014/main" id="{77EE9B7A-B82A-4D49-B982-349350BA4FE5}"/>
              </a:ext>
            </a:extLst>
          </p:cNvPr>
          <p:cNvSpPr>
            <a:spLocks noGrp="1"/>
          </p:cNvSpPr>
          <p:nvPr>
            <p:ph type="title"/>
          </p:nvPr>
        </p:nvSpPr>
        <p:spPr/>
        <p:txBody>
          <a:bodyPr/>
          <a:lstStyle/>
          <a:p>
            <a:r>
              <a:rPr lang="en-US" b="1" dirty="0"/>
              <a:t>3-Queens Problem</a:t>
            </a:r>
            <a:endParaRPr lang="hi-IN" b="1" dirty="0"/>
          </a:p>
        </p:txBody>
      </p:sp>
      <p:sp>
        <p:nvSpPr>
          <p:cNvPr id="3" name="Content Placeholder 2">
            <a:extLst>
              <a:ext uri="{FF2B5EF4-FFF2-40B4-BE49-F238E27FC236}">
                <a16:creationId xmlns:a16="http://schemas.microsoft.com/office/drawing/2014/main" id="{61BEE4B5-CAD9-42B9-8CDC-F60974A99D99}"/>
              </a:ext>
            </a:extLst>
          </p:cNvPr>
          <p:cNvSpPr>
            <a:spLocks noGrp="1"/>
          </p:cNvSpPr>
          <p:nvPr>
            <p:ph idx="1"/>
          </p:nvPr>
        </p:nvSpPr>
        <p:spPr/>
        <p:txBody>
          <a:bodyPr/>
          <a:lstStyle/>
          <a:p>
            <a:pPr marL="0" indent="0">
              <a:buNone/>
            </a:pPr>
            <a:r>
              <a:rPr lang="en-US" dirty="0"/>
              <a:t>				</a:t>
            </a:r>
            <a:endParaRPr lang="hi-IN" dirty="0"/>
          </a:p>
        </p:txBody>
      </p:sp>
      <p:sp>
        <p:nvSpPr>
          <p:cNvPr id="4" name="Footer Placeholder 3">
            <a:extLst>
              <a:ext uri="{FF2B5EF4-FFF2-40B4-BE49-F238E27FC236}">
                <a16:creationId xmlns:a16="http://schemas.microsoft.com/office/drawing/2014/main" id="{3CFDCA66-ECC7-448A-9A47-477997294C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7DB7022-48F6-4E31-9766-2C79214AB169}"/>
              </a:ext>
            </a:extLst>
          </p:cNvPr>
          <p:cNvSpPr>
            <a:spLocks noGrp="1"/>
          </p:cNvSpPr>
          <p:nvPr>
            <p:ph type="sldNum" sz="quarter" idx="12"/>
          </p:nvPr>
        </p:nvSpPr>
        <p:spPr/>
        <p:txBody>
          <a:bodyPr/>
          <a:lstStyle/>
          <a:p>
            <a:fld id="{2B5846A9-D11D-4E74-86F2-C0CCFC181E09}" type="slidenum">
              <a:rPr lang="hi-IN" smtClean="0"/>
              <a:t>17</a:t>
            </a:fld>
            <a:endParaRPr lang="hi-IN"/>
          </a:p>
        </p:txBody>
      </p:sp>
      <p:graphicFrame>
        <p:nvGraphicFramePr>
          <p:cNvPr id="7" name="Table 8">
            <a:extLst>
              <a:ext uri="{FF2B5EF4-FFF2-40B4-BE49-F238E27FC236}">
                <a16:creationId xmlns:a16="http://schemas.microsoft.com/office/drawing/2014/main" id="{4E56BE0E-4E54-44D3-909D-2AFC7834CD7B}"/>
              </a:ext>
            </a:extLst>
          </p:cNvPr>
          <p:cNvGraphicFramePr>
            <a:graphicFrameLocks noGrp="1"/>
          </p:cNvGraphicFramePr>
          <p:nvPr>
            <p:extLst>
              <p:ext uri="{D42A27DB-BD31-4B8C-83A1-F6EECF244321}">
                <p14:modId xmlns:p14="http://schemas.microsoft.com/office/powerpoint/2010/main" val="1253237654"/>
              </p:ext>
            </p:extLst>
          </p:nvPr>
        </p:nvGraphicFramePr>
        <p:xfrm>
          <a:off x="2131355" y="1292701"/>
          <a:ext cx="1010922" cy="1123950"/>
        </p:xfrm>
        <a:graphic>
          <a:graphicData uri="http://schemas.openxmlformats.org/drawingml/2006/table">
            <a:tbl>
              <a:tblPr firstRow="1" bandRow="1">
                <a:tableStyleId>{073A0DAA-6AF3-43AB-8588-CEC1D06C72B9}</a:tableStyleId>
              </a:tblPr>
              <a:tblGrid>
                <a:gridCol w="336974">
                  <a:extLst>
                    <a:ext uri="{9D8B030D-6E8A-4147-A177-3AD203B41FA5}">
                      <a16:colId xmlns:a16="http://schemas.microsoft.com/office/drawing/2014/main" val="3185744569"/>
                    </a:ext>
                  </a:extLst>
                </a:gridCol>
                <a:gridCol w="336974">
                  <a:extLst>
                    <a:ext uri="{9D8B030D-6E8A-4147-A177-3AD203B41FA5}">
                      <a16:colId xmlns:a16="http://schemas.microsoft.com/office/drawing/2014/main" val="4279645060"/>
                    </a:ext>
                  </a:extLst>
                </a:gridCol>
                <a:gridCol w="336974">
                  <a:extLst>
                    <a:ext uri="{9D8B030D-6E8A-4147-A177-3AD203B41FA5}">
                      <a16:colId xmlns:a16="http://schemas.microsoft.com/office/drawing/2014/main" val="687752452"/>
                    </a:ext>
                  </a:extLst>
                </a:gridCol>
              </a:tblGrid>
              <a:tr h="374650">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493183"/>
                  </a:ext>
                </a:extLst>
              </a:tr>
            </a:tbl>
          </a:graphicData>
        </a:graphic>
      </p:graphicFrame>
      <p:sp>
        <p:nvSpPr>
          <p:cNvPr id="26" name="TextBox 25">
            <a:extLst>
              <a:ext uri="{FF2B5EF4-FFF2-40B4-BE49-F238E27FC236}">
                <a16:creationId xmlns:a16="http://schemas.microsoft.com/office/drawing/2014/main" id="{04E15044-304E-447C-8031-4437A0894EB9}"/>
              </a:ext>
            </a:extLst>
          </p:cNvPr>
          <p:cNvSpPr txBox="1"/>
          <p:nvPr/>
        </p:nvSpPr>
        <p:spPr>
          <a:xfrm>
            <a:off x="7892676" y="6035824"/>
            <a:ext cx="1797046" cy="461665"/>
          </a:xfrm>
          <a:prstGeom prst="rect">
            <a:avLst/>
          </a:prstGeom>
          <a:noFill/>
        </p:spPr>
        <p:txBody>
          <a:bodyPr wrap="square" rtlCol="0">
            <a:spAutoFit/>
          </a:bodyPr>
          <a:lstStyle/>
          <a:p>
            <a:r>
              <a:rPr lang="en-US" sz="2400" b="1" dirty="0"/>
              <a:t>No Solution</a:t>
            </a:r>
            <a:endParaRPr lang="hi-IN" sz="2400" b="1" dirty="0"/>
          </a:p>
        </p:txBody>
      </p:sp>
      <p:graphicFrame>
        <p:nvGraphicFramePr>
          <p:cNvPr id="27" name="Table 8">
            <a:extLst>
              <a:ext uri="{FF2B5EF4-FFF2-40B4-BE49-F238E27FC236}">
                <a16:creationId xmlns:a16="http://schemas.microsoft.com/office/drawing/2014/main" id="{1C09A709-EB96-4AC2-9FD2-808E1A05136F}"/>
              </a:ext>
            </a:extLst>
          </p:cNvPr>
          <p:cNvGraphicFramePr>
            <a:graphicFrameLocks noGrp="1"/>
          </p:cNvGraphicFramePr>
          <p:nvPr>
            <p:extLst>
              <p:ext uri="{D42A27DB-BD31-4B8C-83A1-F6EECF244321}">
                <p14:modId xmlns:p14="http://schemas.microsoft.com/office/powerpoint/2010/main" val="3993368743"/>
              </p:ext>
            </p:extLst>
          </p:nvPr>
        </p:nvGraphicFramePr>
        <p:xfrm>
          <a:off x="1209677" y="2941795"/>
          <a:ext cx="1010922" cy="1123950"/>
        </p:xfrm>
        <a:graphic>
          <a:graphicData uri="http://schemas.openxmlformats.org/drawingml/2006/table">
            <a:tbl>
              <a:tblPr firstRow="1" bandRow="1">
                <a:tableStyleId>{073A0DAA-6AF3-43AB-8588-CEC1D06C72B9}</a:tableStyleId>
              </a:tblPr>
              <a:tblGrid>
                <a:gridCol w="336974">
                  <a:extLst>
                    <a:ext uri="{9D8B030D-6E8A-4147-A177-3AD203B41FA5}">
                      <a16:colId xmlns:a16="http://schemas.microsoft.com/office/drawing/2014/main" val="3185744569"/>
                    </a:ext>
                  </a:extLst>
                </a:gridCol>
                <a:gridCol w="336974">
                  <a:extLst>
                    <a:ext uri="{9D8B030D-6E8A-4147-A177-3AD203B41FA5}">
                      <a16:colId xmlns:a16="http://schemas.microsoft.com/office/drawing/2014/main" val="4279645060"/>
                    </a:ext>
                  </a:extLst>
                </a:gridCol>
                <a:gridCol w="336974">
                  <a:extLst>
                    <a:ext uri="{9D8B030D-6E8A-4147-A177-3AD203B41FA5}">
                      <a16:colId xmlns:a16="http://schemas.microsoft.com/office/drawing/2014/main" val="687752452"/>
                    </a:ext>
                  </a:extLst>
                </a:gridCol>
              </a:tblGrid>
              <a:tr h="374650">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493183"/>
                  </a:ext>
                </a:extLst>
              </a:tr>
            </a:tbl>
          </a:graphicData>
        </a:graphic>
      </p:graphicFrame>
      <p:cxnSp>
        <p:nvCxnSpPr>
          <p:cNvPr id="29" name="Straight Arrow Connector 28">
            <a:extLst>
              <a:ext uri="{FF2B5EF4-FFF2-40B4-BE49-F238E27FC236}">
                <a16:creationId xmlns:a16="http://schemas.microsoft.com/office/drawing/2014/main" id="{9507EB1D-BBE1-4D0F-A22D-89CBCCBDAF75}"/>
              </a:ext>
            </a:extLst>
          </p:cNvPr>
          <p:cNvCxnSpPr/>
          <p:nvPr/>
        </p:nvCxnSpPr>
        <p:spPr>
          <a:xfrm flipH="1">
            <a:off x="1673861" y="2416651"/>
            <a:ext cx="962955" cy="4778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Multiplication Sign 29">
            <a:extLst>
              <a:ext uri="{FF2B5EF4-FFF2-40B4-BE49-F238E27FC236}">
                <a16:creationId xmlns:a16="http://schemas.microsoft.com/office/drawing/2014/main" id="{D8341306-9170-46AE-834A-83A3F6941242}"/>
              </a:ext>
            </a:extLst>
          </p:cNvPr>
          <p:cNvSpPr/>
          <p:nvPr/>
        </p:nvSpPr>
        <p:spPr>
          <a:xfrm>
            <a:off x="838200" y="4699971"/>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1" name="Multiplication Sign 30">
            <a:extLst>
              <a:ext uri="{FF2B5EF4-FFF2-40B4-BE49-F238E27FC236}">
                <a16:creationId xmlns:a16="http://schemas.microsoft.com/office/drawing/2014/main" id="{2F1D7F14-3AE9-4F8F-8D41-B1DD8C24BCC7}"/>
              </a:ext>
            </a:extLst>
          </p:cNvPr>
          <p:cNvSpPr/>
          <p:nvPr/>
        </p:nvSpPr>
        <p:spPr>
          <a:xfrm>
            <a:off x="1488122" y="4709159"/>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32" name="Table 8">
            <a:extLst>
              <a:ext uri="{FF2B5EF4-FFF2-40B4-BE49-F238E27FC236}">
                <a16:creationId xmlns:a16="http://schemas.microsoft.com/office/drawing/2014/main" id="{439E3677-BC85-4C02-8877-0C9BF719241E}"/>
              </a:ext>
            </a:extLst>
          </p:cNvPr>
          <p:cNvGraphicFramePr>
            <a:graphicFrameLocks noGrp="1"/>
          </p:cNvGraphicFramePr>
          <p:nvPr>
            <p:extLst>
              <p:ext uri="{D42A27DB-BD31-4B8C-83A1-F6EECF244321}">
                <p14:modId xmlns:p14="http://schemas.microsoft.com/office/powerpoint/2010/main" val="3477217398"/>
              </p:ext>
            </p:extLst>
          </p:nvPr>
        </p:nvGraphicFramePr>
        <p:xfrm>
          <a:off x="2333386" y="4575810"/>
          <a:ext cx="1010922" cy="1123950"/>
        </p:xfrm>
        <a:graphic>
          <a:graphicData uri="http://schemas.openxmlformats.org/drawingml/2006/table">
            <a:tbl>
              <a:tblPr firstRow="1" bandRow="1">
                <a:tableStyleId>{073A0DAA-6AF3-43AB-8588-CEC1D06C72B9}</a:tableStyleId>
              </a:tblPr>
              <a:tblGrid>
                <a:gridCol w="336974">
                  <a:extLst>
                    <a:ext uri="{9D8B030D-6E8A-4147-A177-3AD203B41FA5}">
                      <a16:colId xmlns:a16="http://schemas.microsoft.com/office/drawing/2014/main" val="3185744569"/>
                    </a:ext>
                  </a:extLst>
                </a:gridCol>
                <a:gridCol w="336974">
                  <a:extLst>
                    <a:ext uri="{9D8B030D-6E8A-4147-A177-3AD203B41FA5}">
                      <a16:colId xmlns:a16="http://schemas.microsoft.com/office/drawing/2014/main" val="4279645060"/>
                    </a:ext>
                  </a:extLst>
                </a:gridCol>
                <a:gridCol w="336974">
                  <a:extLst>
                    <a:ext uri="{9D8B030D-6E8A-4147-A177-3AD203B41FA5}">
                      <a16:colId xmlns:a16="http://schemas.microsoft.com/office/drawing/2014/main" val="687752452"/>
                    </a:ext>
                  </a:extLst>
                </a:gridCol>
              </a:tblGrid>
              <a:tr h="374650">
                <a:tc>
                  <a:txBody>
                    <a:bodyPr/>
                    <a:lstStyle/>
                    <a:p>
                      <a:r>
                        <a:rPr lang="en-US" dirty="0">
                          <a:solidFill>
                            <a:schemeClr val="tx1"/>
                          </a:solidFill>
                        </a:rPr>
                        <a:t>Q</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Q</a:t>
                      </a:r>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493183"/>
                  </a:ext>
                </a:extLst>
              </a:tr>
            </a:tbl>
          </a:graphicData>
        </a:graphic>
      </p:graphicFrame>
      <p:cxnSp>
        <p:nvCxnSpPr>
          <p:cNvPr id="34" name="Straight Arrow Connector 33">
            <a:extLst>
              <a:ext uri="{FF2B5EF4-FFF2-40B4-BE49-F238E27FC236}">
                <a16:creationId xmlns:a16="http://schemas.microsoft.com/office/drawing/2014/main" id="{E3EA3F54-D72B-477C-B5DC-0C930703BD9C}"/>
              </a:ext>
            </a:extLst>
          </p:cNvPr>
          <p:cNvCxnSpPr>
            <a:cxnSpLocks/>
          </p:cNvCxnSpPr>
          <p:nvPr/>
        </p:nvCxnSpPr>
        <p:spPr>
          <a:xfrm flipH="1">
            <a:off x="1030922" y="4075906"/>
            <a:ext cx="635956" cy="522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762B6BDC-1B77-4D5B-8403-E03FB8B22410}"/>
              </a:ext>
            </a:extLst>
          </p:cNvPr>
          <p:cNvCxnSpPr>
            <a:cxnSpLocks/>
          </p:cNvCxnSpPr>
          <p:nvPr/>
        </p:nvCxnSpPr>
        <p:spPr>
          <a:xfrm>
            <a:off x="1673861" y="4106385"/>
            <a:ext cx="0" cy="446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F2B24B51-8760-493E-B080-8EA5377DFB17}"/>
              </a:ext>
            </a:extLst>
          </p:cNvPr>
          <p:cNvCxnSpPr>
            <a:cxnSpLocks/>
          </p:cNvCxnSpPr>
          <p:nvPr/>
        </p:nvCxnSpPr>
        <p:spPr>
          <a:xfrm>
            <a:off x="1666877" y="4075906"/>
            <a:ext cx="1153198" cy="3649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Multiplication Sign 48">
            <a:extLst>
              <a:ext uri="{FF2B5EF4-FFF2-40B4-BE49-F238E27FC236}">
                <a16:creationId xmlns:a16="http://schemas.microsoft.com/office/drawing/2014/main" id="{2EE07F10-FBE3-4F01-BC72-AB531DA4402A}"/>
              </a:ext>
            </a:extLst>
          </p:cNvPr>
          <p:cNvSpPr/>
          <p:nvPr/>
        </p:nvSpPr>
        <p:spPr>
          <a:xfrm>
            <a:off x="5028797" y="425862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50" name="Multiplication Sign 49">
            <a:extLst>
              <a:ext uri="{FF2B5EF4-FFF2-40B4-BE49-F238E27FC236}">
                <a16:creationId xmlns:a16="http://schemas.microsoft.com/office/drawing/2014/main" id="{B10326C7-3903-4A0B-B23F-BDF845597B51}"/>
              </a:ext>
            </a:extLst>
          </p:cNvPr>
          <p:cNvSpPr/>
          <p:nvPr/>
        </p:nvSpPr>
        <p:spPr>
          <a:xfrm>
            <a:off x="5599186" y="4259259"/>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51" name="Multiplication Sign 50">
            <a:extLst>
              <a:ext uri="{FF2B5EF4-FFF2-40B4-BE49-F238E27FC236}">
                <a16:creationId xmlns:a16="http://schemas.microsoft.com/office/drawing/2014/main" id="{CB8B149F-F3A3-4AD3-A4E9-72B531B56223}"/>
              </a:ext>
            </a:extLst>
          </p:cNvPr>
          <p:cNvSpPr/>
          <p:nvPr/>
        </p:nvSpPr>
        <p:spPr>
          <a:xfrm>
            <a:off x="6159257" y="425862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16" name="Straight Arrow Connector 15">
            <a:extLst>
              <a:ext uri="{FF2B5EF4-FFF2-40B4-BE49-F238E27FC236}">
                <a16:creationId xmlns:a16="http://schemas.microsoft.com/office/drawing/2014/main" id="{F00CAE7F-F4F5-4F40-B117-C1BF2D354CB4}"/>
              </a:ext>
            </a:extLst>
          </p:cNvPr>
          <p:cNvCxnSpPr/>
          <p:nvPr/>
        </p:nvCxnSpPr>
        <p:spPr>
          <a:xfrm flipH="1">
            <a:off x="5232400" y="3679696"/>
            <a:ext cx="738263" cy="578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249D8F3-3D05-42B2-A043-0DA0EFAEC048}"/>
              </a:ext>
            </a:extLst>
          </p:cNvPr>
          <p:cNvCxnSpPr/>
          <p:nvPr/>
        </p:nvCxnSpPr>
        <p:spPr>
          <a:xfrm flipH="1">
            <a:off x="5864347" y="3709288"/>
            <a:ext cx="106316" cy="4907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6BC7AD09-27AA-4FFC-BF37-04FBDED970BC}"/>
              </a:ext>
            </a:extLst>
          </p:cNvPr>
          <p:cNvCxnSpPr/>
          <p:nvPr/>
        </p:nvCxnSpPr>
        <p:spPr>
          <a:xfrm>
            <a:off x="5966799" y="3724083"/>
            <a:ext cx="414934" cy="505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43" name="Table 8">
            <a:extLst>
              <a:ext uri="{FF2B5EF4-FFF2-40B4-BE49-F238E27FC236}">
                <a16:creationId xmlns:a16="http://schemas.microsoft.com/office/drawing/2014/main" id="{D9541924-1557-46C2-B3E0-EFD400F82AB8}"/>
              </a:ext>
            </a:extLst>
          </p:cNvPr>
          <p:cNvGraphicFramePr>
            <a:graphicFrameLocks noGrp="1"/>
          </p:cNvGraphicFramePr>
          <p:nvPr>
            <p:extLst>
              <p:ext uri="{D42A27DB-BD31-4B8C-83A1-F6EECF244321}">
                <p14:modId xmlns:p14="http://schemas.microsoft.com/office/powerpoint/2010/main" val="1500467290"/>
              </p:ext>
            </p:extLst>
          </p:nvPr>
        </p:nvGraphicFramePr>
        <p:xfrm>
          <a:off x="6915546" y="2093594"/>
          <a:ext cx="1010922" cy="1123950"/>
        </p:xfrm>
        <a:graphic>
          <a:graphicData uri="http://schemas.openxmlformats.org/drawingml/2006/table">
            <a:tbl>
              <a:tblPr firstRow="1" bandRow="1">
                <a:tableStyleId>{073A0DAA-6AF3-43AB-8588-CEC1D06C72B9}</a:tableStyleId>
              </a:tblPr>
              <a:tblGrid>
                <a:gridCol w="336974">
                  <a:extLst>
                    <a:ext uri="{9D8B030D-6E8A-4147-A177-3AD203B41FA5}">
                      <a16:colId xmlns:a16="http://schemas.microsoft.com/office/drawing/2014/main" val="3185744569"/>
                    </a:ext>
                  </a:extLst>
                </a:gridCol>
                <a:gridCol w="336974">
                  <a:extLst>
                    <a:ext uri="{9D8B030D-6E8A-4147-A177-3AD203B41FA5}">
                      <a16:colId xmlns:a16="http://schemas.microsoft.com/office/drawing/2014/main" val="4279645060"/>
                    </a:ext>
                  </a:extLst>
                </a:gridCol>
                <a:gridCol w="336974">
                  <a:extLst>
                    <a:ext uri="{9D8B030D-6E8A-4147-A177-3AD203B41FA5}">
                      <a16:colId xmlns:a16="http://schemas.microsoft.com/office/drawing/2014/main" val="687752452"/>
                    </a:ext>
                  </a:extLst>
                </a:gridCol>
              </a:tblGrid>
              <a:tr h="374650">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74650">
                <a:tc>
                  <a:txBody>
                    <a:bodyPr/>
                    <a:lstStyle/>
                    <a:p>
                      <a:r>
                        <a:rPr lang="en-US" b="1" dirty="0"/>
                        <a:t>Q</a:t>
                      </a:r>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r h="374650">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493183"/>
                  </a:ext>
                </a:extLst>
              </a:tr>
            </a:tbl>
          </a:graphicData>
        </a:graphic>
      </p:graphicFrame>
      <p:cxnSp>
        <p:nvCxnSpPr>
          <p:cNvPr id="37" name="Straight Arrow Connector 36">
            <a:extLst>
              <a:ext uri="{FF2B5EF4-FFF2-40B4-BE49-F238E27FC236}">
                <a16:creationId xmlns:a16="http://schemas.microsoft.com/office/drawing/2014/main" id="{9635AF2D-0CFC-4231-AB84-B48B9E07746C}"/>
              </a:ext>
            </a:extLst>
          </p:cNvPr>
          <p:cNvCxnSpPr>
            <a:cxnSpLocks/>
          </p:cNvCxnSpPr>
          <p:nvPr/>
        </p:nvCxnSpPr>
        <p:spPr>
          <a:xfrm>
            <a:off x="5784924" y="1584960"/>
            <a:ext cx="1459156" cy="402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Multiplication Sign 63">
            <a:extLst>
              <a:ext uri="{FF2B5EF4-FFF2-40B4-BE49-F238E27FC236}">
                <a16:creationId xmlns:a16="http://schemas.microsoft.com/office/drawing/2014/main" id="{A36DC0CE-1446-42F2-8C4C-11D4F20EA41F}"/>
              </a:ext>
            </a:extLst>
          </p:cNvPr>
          <p:cNvSpPr/>
          <p:nvPr/>
        </p:nvSpPr>
        <p:spPr>
          <a:xfrm>
            <a:off x="6576478" y="3813361"/>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65" name="Multiplication Sign 64">
            <a:extLst>
              <a:ext uri="{FF2B5EF4-FFF2-40B4-BE49-F238E27FC236}">
                <a16:creationId xmlns:a16="http://schemas.microsoft.com/office/drawing/2014/main" id="{82AE00EF-F7F8-45CB-AA64-A3A38239C592}"/>
              </a:ext>
            </a:extLst>
          </p:cNvPr>
          <p:cNvSpPr/>
          <p:nvPr/>
        </p:nvSpPr>
        <p:spPr>
          <a:xfrm>
            <a:off x="7146867" y="3813994"/>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66" name="Multiplication Sign 65">
            <a:extLst>
              <a:ext uri="{FF2B5EF4-FFF2-40B4-BE49-F238E27FC236}">
                <a16:creationId xmlns:a16="http://schemas.microsoft.com/office/drawing/2014/main" id="{8618611A-CA67-49F7-8E6F-4351C783D8A9}"/>
              </a:ext>
            </a:extLst>
          </p:cNvPr>
          <p:cNvSpPr/>
          <p:nvPr/>
        </p:nvSpPr>
        <p:spPr>
          <a:xfrm>
            <a:off x="7706938" y="3813361"/>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67" name="Straight Arrow Connector 66">
            <a:extLst>
              <a:ext uri="{FF2B5EF4-FFF2-40B4-BE49-F238E27FC236}">
                <a16:creationId xmlns:a16="http://schemas.microsoft.com/office/drawing/2014/main" id="{F4ABA289-80B1-4DD9-9541-E07C27D48E28}"/>
              </a:ext>
            </a:extLst>
          </p:cNvPr>
          <p:cNvCxnSpPr/>
          <p:nvPr/>
        </p:nvCxnSpPr>
        <p:spPr>
          <a:xfrm flipH="1">
            <a:off x="6780081" y="3234431"/>
            <a:ext cx="738263" cy="578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DA26D122-E5DE-43D6-81CE-6C6C583D030F}"/>
              </a:ext>
            </a:extLst>
          </p:cNvPr>
          <p:cNvCxnSpPr/>
          <p:nvPr/>
        </p:nvCxnSpPr>
        <p:spPr>
          <a:xfrm flipH="1">
            <a:off x="7412028" y="3264023"/>
            <a:ext cx="106316" cy="4907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94A64B0C-38DE-4D58-92A7-8297EEB175E9}"/>
              </a:ext>
            </a:extLst>
          </p:cNvPr>
          <p:cNvCxnSpPr/>
          <p:nvPr/>
        </p:nvCxnSpPr>
        <p:spPr>
          <a:xfrm>
            <a:off x="7514480" y="3278818"/>
            <a:ext cx="414934" cy="505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0" name="Table 8">
            <a:extLst>
              <a:ext uri="{FF2B5EF4-FFF2-40B4-BE49-F238E27FC236}">
                <a16:creationId xmlns:a16="http://schemas.microsoft.com/office/drawing/2014/main" id="{7DB85C0A-3CA8-4A16-A4CC-8FF513153CF2}"/>
              </a:ext>
            </a:extLst>
          </p:cNvPr>
          <p:cNvGraphicFramePr>
            <a:graphicFrameLocks noGrp="1"/>
          </p:cNvGraphicFramePr>
          <p:nvPr>
            <p:extLst>
              <p:ext uri="{D42A27DB-BD31-4B8C-83A1-F6EECF244321}">
                <p14:modId xmlns:p14="http://schemas.microsoft.com/office/powerpoint/2010/main" val="52730165"/>
              </p:ext>
            </p:extLst>
          </p:nvPr>
        </p:nvGraphicFramePr>
        <p:xfrm>
          <a:off x="9338735" y="2217263"/>
          <a:ext cx="1010922" cy="1123950"/>
        </p:xfrm>
        <a:graphic>
          <a:graphicData uri="http://schemas.openxmlformats.org/drawingml/2006/table">
            <a:tbl>
              <a:tblPr firstRow="1" bandRow="1">
                <a:tableStyleId>{073A0DAA-6AF3-43AB-8588-CEC1D06C72B9}</a:tableStyleId>
              </a:tblPr>
              <a:tblGrid>
                <a:gridCol w="336974">
                  <a:extLst>
                    <a:ext uri="{9D8B030D-6E8A-4147-A177-3AD203B41FA5}">
                      <a16:colId xmlns:a16="http://schemas.microsoft.com/office/drawing/2014/main" val="3185744569"/>
                    </a:ext>
                  </a:extLst>
                </a:gridCol>
                <a:gridCol w="336974">
                  <a:extLst>
                    <a:ext uri="{9D8B030D-6E8A-4147-A177-3AD203B41FA5}">
                      <a16:colId xmlns:a16="http://schemas.microsoft.com/office/drawing/2014/main" val="4279645060"/>
                    </a:ext>
                  </a:extLst>
                </a:gridCol>
                <a:gridCol w="336974">
                  <a:extLst>
                    <a:ext uri="{9D8B030D-6E8A-4147-A177-3AD203B41FA5}">
                      <a16:colId xmlns:a16="http://schemas.microsoft.com/office/drawing/2014/main" val="687752452"/>
                    </a:ext>
                  </a:extLst>
                </a:gridCol>
              </a:tblGrid>
              <a:tr h="374650">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74650">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r h="374650">
                <a:tc>
                  <a:txBody>
                    <a:bodyPr/>
                    <a:lstStyle/>
                    <a:p>
                      <a:r>
                        <a:rPr lang="en-US" b="1" dirty="0"/>
                        <a:t>Q</a:t>
                      </a:r>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493183"/>
                  </a:ext>
                </a:extLst>
              </a:tr>
            </a:tbl>
          </a:graphicData>
        </a:graphic>
      </p:graphicFrame>
      <p:cxnSp>
        <p:nvCxnSpPr>
          <p:cNvPr id="41" name="Straight Arrow Connector 40">
            <a:extLst>
              <a:ext uri="{FF2B5EF4-FFF2-40B4-BE49-F238E27FC236}">
                <a16:creationId xmlns:a16="http://schemas.microsoft.com/office/drawing/2014/main" id="{604787BB-956C-4BC8-B49A-B394558A558C}"/>
              </a:ext>
            </a:extLst>
          </p:cNvPr>
          <p:cNvCxnSpPr/>
          <p:nvPr/>
        </p:nvCxnSpPr>
        <p:spPr>
          <a:xfrm>
            <a:off x="5784924" y="1584960"/>
            <a:ext cx="3897556" cy="402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1" name="Table 8">
            <a:extLst>
              <a:ext uri="{FF2B5EF4-FFF2-40B4-BE49-F238E27FC236}">
                <a16:creationId xmlns:a16="http://schemas.microsoft.com/office/drawing/2014/main" id="{5AB107CE-248A-4F4E-A039-E85532AB0ABF}"/>
              </a:ext>
            </a:extLst>
          </p:cNvPr>
          <p:cNvGraphicFramePr>
            <a:graphicFrameLocks noGrp="1"/>
          </p:cNvGraphicFramePr>
          <p:nvPr>
            <p:extLst>
              <p:ext uri="{D42A27DB-BD31-4B8C-83A1-F6EECF244321}">
                <p14:modId xmlns:p14="http://schemas.microsoft.com/office/powerpoint/2010/main" val="278812192"/>
              </p:ext>
            </p:extLst>
          </p:nvPr>
        </p:nvGraphicFramePr>
        <p:xfrm>
          <a:off x="8755209" y="3878898"/>
          <a:ext cx="1010922" cy="1123950"/>
        </p:xfrm>
        <a:graphic>
          <a:graphicData uri="http://schemas.openxmlformats.org/drawingml/2006/table">
            <a:tbl>
              <a:tblPr firstRow="1" bandRow="1">
                <a:tableStyleId>{073A0DAA-6AF3-43AB-8588-CEC1D06C72B9}</a:tableStyleId>
              </a:tblPr>
              <a:tblGrid>
                <a:gridCol w="336974">
                  <a:extLst>
                    <a:ext uri="{9D8B030D-6E8A-4147-A177-3AD203B41FA5}">
                      <a16:colId xmlns:a16="http://schemas.microsoft.com/office/drawing/2014/main" val="3185744569"/>
                    </a:ext>
                  </a:extLst>
                </a:gridCol>
                <a:gridCol w="336974">
                  <a:extLst>
                    <a:ext uri="{9D8B030D-6E8A-4147-A177-3AD203B41FA5}">
                      <a16:colId xmlns:a16="http://schemas.microsoft.com/office/drawing/2014/main" val="4279645060"/>
                    </a:ext>
                  </a:extLst>
                </a:gridCol>
                <a:gridCol w="336974">
                  <a:extLst>
                    <a:ext uri="{9D8B030D-6E8A-4147-A177-3AD203B41FA5}">
                      <a16:colId xmlns:a16="http://schemas.microsoft.com/office/drawing/2014/main" val="687752452"/>
                    </a:ext>
                  </a:extLst>
                </a:gridCol>
              </a:tblGrid>
              <a:tr h="374650">
                <a:tc>
                  <a:txBody>
                    <a:bodyPr/>
                    <a:lstStyle/>
                    <a:p>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Q</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023532"/>
                  </a:ext>
                </a:extLst>
              </a:tr>
              <a:tr h="374650">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981284"/>
                  </a:ext>
                </a:extLst>
              </a:tr>
              <a:tr h="374650">
                <a:tc>
                  <a:txBody>
                    <a:bodyPr/>
                    <a:lstStyle/>
                    <a:p>
                      <a:r>
                        <a:rPr lang="en-US" b="1" dirty="0"/>
                        <a:t>Q</a:t>
                      </a:r>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493183"/>
                  </a:ext>
                </a:extLst>
              </a:tr>
            </a:tbl>
          </a:graphicData>
        </a:graphic>
      </p:graphicFrame>
      <p:cxnSp>
        <p:nvCxnSpPr>
          <p:cNvPr id="44" name="Straight Arrow Connector 43">
            <a:extLst>
              <a:ext uri="{FF2B5EF4-FFF2-40B4-BE49-F238E27FC236}">
                <a16:creationId xmlns:a16="http://schemas.microsoft.com/office/drawing/2014/main" id="{D3FD9538-633D-4C4F-A0E0-72945187B514}"/>
              </a:ext>
            </a:extLst>
          </p:cNvPr>
          <p:cNvCxnSpPr/>
          <p:nvPr/>
        </p:nvCxnSpPr>
        <p:spPr>
          <a:xfrm flipH="1">
            <a:off x="9260670" y="3341213"/>
            <a:ext cx="583526" cy="3828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Multiplication Sign 71">
            <a:extLst>
              <a:ext uri="{FF2B5EF4-FFF2-40B4-BE49-F238E27FC236}">
                <a16:creationId xmlns:a16="http://schemas.microsoft.com/office/drawing/2014/main" id="{0AF856E7-AAAC-4B1A-BDBF-C4EF0417ECF2}"/>
              </a:ext>
            </a:extLst>
          </p:cNvPr>
          <p:cNvSpPr/>
          <p:nvPr/>
        </p:nvSpPr>
        <p:spPr>
          <a:xfrm>
            <a:off x="8318804" y="561520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75" name="Straight Arrow Connector 74">
            <a:extLst>
              <a:ext uri="{FF2B5EF4-FFF2-40B4-BE49-F238E27FC236}">
                <a16:creationId xmlns:a16="http://schemas.microsoft.com/office/drawing/2014/main" id="{7838B754-2C89-42E0-95AD-D642E1E582B1}"/>
              </a:ext>
            </a:extLst>
          </p:cNvPr>
          <p:cNvCxnSpPr/>
          <p:nvPr/>
        </p:nvCxnSpPr>
        <p:spPr>
          <a:xfrm flipH="1">
            <a:off x="8522407" y="5036276"/>
            <a:ext cx="738263" cy="578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Multiplication Sign 84">
            <a:extLst>
              <a:ext uri="{FF2B5EF4-FFF2-40B4-BE49-F238E27FC236}">
                <a16:creationId xmlns:a16="http://schemas.microsoft.com/office/drawing/2014/main" id="{31E01590-9129-45FA-8036-BAFA29A55175}"/>
              </a:ext>
            </a:extLst>
          </p:cNvPr>
          <p:cNvSpPr/>
          <p:nvPr/>
        </p:nvSpPr>
        <p:spPr>
          <a:xfrm>
            <a:off x="8889193" y="5615839"/>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86" name="Multiplication Sign 85">
            <a:extLst>
              <a:ext uri="{FF2B5EF4-FFF2-40B4-BE49-F238E27FC236}">
                <a16:creationId xmlns:a16="http://schemas.microsoft.com/office/drawing/2014/main" id="{7D7CFD8E-B5C1-43D7-9E07-3F87792881E7}"/>
              </a:ext>
            </a:extLst>
          </p:cNvPr>
          <p:cNvSpPr/>
          <p:nvPr/>
        </p:nvSpPr>
        <p:spPr>
          <a:xfrm>
            <a:off x="9449264" y="561520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87" name="Straight Arrow Connector 86">
            <a:extLst>
              <a:ext uri="{FF2B5EF4-FFF2-40B4-BE49-F238E27FC236}">
                <a16:creationId xmlns:a16="http://schemas.microsoft.com/office/drawing/2014/main" id="{DBDD4FF0-74B2-4FEC-AF1D-B0C7A3E3F4C8}"/>
              </a:ext>
            </a:extLst>
          </p:cNvPr>
          <p:cNvCxnSpPr/>
          <p:nvPr/>
        </p:nvCxnSpPr>
        <p:spPr>
          <a:xfrm flipH="1">
            <a:off x="9154354" y="5065868"/>
            <a:ext cx="106316" cy="4907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62485FC6-5707-402C-94A8-2347EA1739C9}"/>
              </a:ext>
            </a:extLst>
          </p:cNvPr>
          <p:cNvCxnSpPr/>
          <p:nvPr/>
        </p:nvCxnSpPr>
        <p:spPr>
          <a:xfrm>
            <a:off x="9256806" y="5080663"/>
            <a:ext cx="414934" cy="505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9" name="Multiplication Sign 88">
            <a:extLst>
              <a:ext uri="{FF2B5EF4-FFF2-40B4-BE49-F238E27FC236}">
                <a16:creationId xmlns:a16="http://schemas.microsoft.com/office/drawing/2014/main" id="{69C2DAEC-51CE-487A-BFBB-221541DB89B3}"/>
              </a:ext>
            </a:extLst>
          </p:cNvPr>
          <p:cNvSpPr/>
          <p:nvPr/>
        </p:nvSpPr>
        <p:spPr>
          <a:xfrm>
            <a:off x="10031338" y="408866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90" name="Multiplication Sign 89">
            <a:extLst>
              <a:ext uri="{FF2B5EF4-FFF2-40B4-BE49-F238E27FC236}">
                <a16:creationId xmlns:a16="http://schemas.microsoft.com/office/drawing/2014/main" id="{21B1B988-055B-4777-BE8D-11F488ED3D2E}"/>
              </a:ext>
            </a:extLst>
          </p:cNvPr>
          <p:cNvSpPr/>
          <p:nvPr/>
        </p:nvSpPr>
        <p:spPr>
          <a:xfrm>
            <a:off x="10591409" y="4088029"/>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91" name="Straight Arrow Connector 90">
            <a:extLst>
              <a:ext uri="{FF2B5EF4-FFF2-40B4-BE49-F238E27FC236}">
                <a16:creationId xmlns:a16="http://schemas.microsoft.com/office/drawing/2014/main" id="{F2CE8F39-1CD9-496E-AC1A-B7F3E3CB9EBA}"/>
              </a:ext>
            </a:extLst>
          </p:cNvPr>
          <p:cNvCxnSpPr>
            <a:cxnSpLocks/>
            <a:stCxn id="70" idx="2"/>
          </p:cNvCxnSpPr>
          <p:nvPr/>
        </p:nvCxnSpPr>
        <p:spPr>
          <a:xfrm>
            <a:off x="9844196" y="3341213"/>
            <a:ext cx="452303" cy="688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F73CB467-16D7-4109-AE86-FC67CAEFD374}"/>
              </a:ext>
            </a:extLst>
          </p:cNvPr>
          <p:cNvCxnSpPr>
            <a:cxnSpLocks/>
            <a:stCxn id="70" idx="2"/>
          </p:cNvCxnSpPr>
          <p:nvPr/>
        </p:nvCxnSpPr>
        <p:spPr>
          <a:xfrm>
            <a:off x="9844196" y="3341213"/>
            <a:ext cx="969689" cy="7175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4" name="Arrow: Right 93">
            <a:extLst>
              <a:ext uri="{FF2B5EF4-FFF2-40B4-BE49-F238E27FC236}">
                <a16:creationId xmlns:a16="http://schemas.microsoft.com/office/drawing/2014/main" id="{D3DFF3E8-42A0-4C09-8E92-3ED468711956}"/>
              </a:ext>
            </a:extLst>
          </p:cNvPr>
          <p:cNvSpPr/>
          <p:nvPr/>
        </p:nvSpPr>
        <p:spPr>
          <a:xfrm>
            <a:off x="3344308" y="3278818"/>
            <a:ext cx="729698" cy="15018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2066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7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7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8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9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9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animBg="1"/>
      <p:bldP spid="31" grpId="0" animBg="1"/>
      <p:bldP spid="49" grpId="0" animBg="1"/>
      <p:bldP spid="50" grpId="0" animBg="1"/>
      <p:bldP spid="51" grpId="0" animBg="1"/>
      <p:bldP spid="64" grpId="0" animBg="1"/>
      <p:bldP spid="65" grpId="0" animBg="1"/>
      <p:bldP spid="66" grpId="0" animBg="1"/>
      <p:bldP spid="72" grpId="0" animBg="1"/>
      <p:bldP spid="85" grpId="0" animBg="1"/>
      <p:bldP spid="86" grpId="0" animBg="1"/>
      <p:bldP spid="89" grpId="0" animBg="1"/>
      <p:bldP spid="90" grpId="0" animBg="1"/>
      <p:bldP spid="9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85CA-F2AD-41C1-8F37-99A4B5DF6E6D}"/>
              </a:ext>
            </a:extLst>
          </p:cNvPr>
          <p:cNvSpPr>
            <a:spLocks noGrp="1"/>
          </p:cNvSpPr>
          <p:nvPr>
            <p:ph type="title"/>
          </p:nvPr>
        </p:nvSpPr>
        <p:spPr/>
        <p:txBody>
          <a:bodyPr/>
          <a:lstStyle/>
          <a:p>
            <a:r>
              <a:rPr lang="en-US" b="1" dirty="0"/>
              <a:t>5-Queens problem</a:t>
            </a:r>
            <a:endParaRPr lang="hi-IN" b="1" dirty="0"/>
          </a:p>
        </p:txBody>
      </p:sp>
      <p:sp>
        <p:nvSpPr>
          <p:cNvPr id="3" name="Content Placeholder 2">
            <a:extLst>
              <a:ext uri="{FF2B5EF4-FFF2-40B4-BE49-F238E27FC236}">
                <a16:creationId xmlns:a16="http://schemas.microsoft.com/office/drawing/2014/main" id="{2D966F0F-7477-4A5C-9461-B8FE3E5DFA69}"/>
              </a:ext>
            </a:extLst>
          </p:cNvPr>
          <p:cNvSpPr>
            <a:spLocks noGrp="1"/>
          </p:cNvSpPr>
          <p:nvPr>
            <p:ph idx="1"/>
          </p:nvPr>
        </p:nvSpPr>
        <p:spPr>
          <a:xfrm>
            <a:off x="838200" y="1825625"/>
            <a:ext cx="4114800" cy="4351338"/>
          </a:xfrm>
        </p:spPr>
        <p:txBody>
          <a:bodyPr/>
          <a:lstStyle/>
          <a:p>
            <a:r>
              <a:rPr lang="en-US" dirty="0"/>
              <a:t>Find the solution to place 5 queens on a 5X5 chessboard</a:t>
            </a:r>
          </a:p>
          <a:p>
            <a:endParaRPr lang="en-US" dirty="0"/>
          </a:p>
          <a:p>
            <a:r>
              <a:rPr lang="en-US" dirty="0"/>
              <a:t>There are many solutions</a:t>
            </a:r>
          </a:p>
          <a:p>
            <a:r>
              <a:rPr lang="en-US" dirty="0"/>
              <a:t>Depends on where the first queen is placed</a:t>
            </a:r>
            <a:endParaRPr lang="hi-IN" dirty="0"/>
          </a:p>
        </p:txBody>
      </p:sp>
      <p:sp>
        <p:nvSpPr>
          <p:cNvPr id="4" name="Footer Placeholder 3">
            <a:extLst>
              <a:ext uri="{FF2B5EF4-FFF2-40B4-BE49-F238E27FC236}">
                <a16:creationId xmlns:a16="http://schemas.microsoft.com/office/drawing/2014/main" id="{EAC9DA50-8EFA-4DCF-8161-635D02BAA472}"/>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D9E9114-A615-4F29-B619-989951B4E135}"/>
              </a:ext>
            </a:extLst>
          </p:cNvPr>
          <p:cNvSpPr>
            <a:spLocks noGrp="1"/>
          </p:cNvSpPr>
          <p:nvPr>
            <p:ph type="sldNum" sz="quarter" idx="12"/>
          </p:nvPr>
        </p:nvSpPr>
        <p:spPr/>
        <p:txBody>
          <a:bodyPr/>
          <a:lstStyle/>
          <a:p>
            <a:fld id="{2B5846A9-D11D-4E74-86F2-C0CCFC181E09}" type="slidenum">
              <a:rPr lang="hi-IN" smtClean="0"/>
              <a:t>18</a:t>
            </a:fld>
            <a:endParaRPr lang="hi-IN"/>
          </a:p>
        </p:txBody>
      </p:sp>
      <p:pic>
        <p:nvPicPr>
          <p:cNvPr id="2050" name="Picture 2" descr="The ten solutions of the 5-queens problem | Download Scientific ...">
            <a:extLst>
              <a:ext uri="{FF2B5EF4-FFF2-40B4-BE49-F238E27FC236}">
                <a16:creationId xmlns:a16="http://schemas.microsoft.com/office/drawing/2014/main" id="{601F5810-7949-4E05-B53F-0A1095685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2843" y="706855"/>
            <a:ext cx="6743231" cy="4986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34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88BBC-3AC8-4DDB-87BD-1130D06840F3}"/>
              </a:ext>
            </a:extLst>
          </p:cNvPr>
          <p:cNvSpPr>
            <a:spLocks noGrp="1"/>
          </p:cNvSpPr>
          <p:nvPr>
            <p:ph type="title"/>
          </p:nvPr>
        </p:nvSpPr>
        <p:spPr/>
        <p:txBody>
          <a:bodyPr/>
          <a:lstStyle/>
          <a:p>
            <a:r>
              <a:rPr lang="en-US" b="1" dirty="0"/>
              <a:t>Sudoku</a:t>
            </a:r>
            <a:endParaRPr lang="hi-IN" b="1" dirty="0"/>
          </a:p>
        </p:txBody>
      </p:sp>
      <p:sp>
        <p:nvSpPr>
          <p:cNvPr id="3" name="Content Placeholder 2">
            <a:extLst>
              <a:ext uri="{FF2B5EF4-FFF2-40B4-BE49-F238E27FC236}">
                <a16:creationId xmlns:a16="http://schemas.microsoft.com/office/drawing/2014/main" id="{AA7D6844-C3BB-4B9A-A1F6-4395C3A8E1AD}"/>
              </a:ext>
            </a:extLst>
          </p:cNvPr>
          <p:cNvSpPr>
            <a:spLocks noGrp="1"/>
          </p:cNvSpPr>
          <p:nvPr>
            <p:ph idx="1"/>
          </p:nvPr>
        </p:nvSpPr>
        <p:spPr/>
        <p:txBody>
          <a:bodyPr/>
          <a:lstStyle/>
          <a:p>
            <a:endParaRPr lang="hi-IN" dirty="0"/>
          </a:p>
        </p:txBody>
      </p:sp>
      <p:sp>
        <p:nvSpPr>
          <p:cNvPr id="4" name="Footer Placeholder 3">
            <a:extLst>
              <a:ext uri="{FF2B5EF4-FFF2-40B4-BE49-F238E27FC236}">
                <a16:creationId xmlns:a16="http://schemas.microsoft.com/office/drawing/2014/main" id="{54C769AD-5837-4ACD-B6A1-B806DA0783E6}"/>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0E889D10-1FA3-4368-8A50-56523E358F13}"/>
              </a:ext>
            </a:extLst>
          </p:cNvPr>
          <p:cNvSpPr>
            <a:spLocks noGrp="1"/>
          </p:cNvSpPr>
          <p:nvPr>
            <p:ph type="sldNum" sz="quarter" idx="12"/>
          </p:nvPr>
        </p:nvSpPr>
        <p:spPr/>
        <p:txBody>
          <a:bodyPr/>
          <a:lstStyle/>
          <a:p>
            <a:fld id="{2B5846A9-D11D-4E74-86F2-C0CCFC181E09}" type="slidenum">
              <a:rPr lang="hi-IN" smtClean="0"/>
              <a:t>19</a:t>
            </a:fld>
            <a:endParaRPr lang="hi-IN"/>
          </a:p>
        </p:txBody>
      </p:sp>
      <p:pic>
        <p:nvPicPr>
          <p:cNvPr id="12290" name="Picture 2">
            <a:extLst>
              <a:ext uri="{FF2B5EF4-FFF2-40B4-BE49-F238E27FC236}">
                <a16:creationId xmlns:a16="http://schemas.microsoft.com/office/drawing/2014/main" id="{7C835874-FF59-419D-AE1C-6F5341BB5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3934" y="1825625"/>
            <a:ext cx="5390334" cy="4096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440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28AFD-EF09-433D-8C41-269A9D812B53}"/>
              </a:ext>
            </a:extLst>
          </p:cNvPr>
          <p:cNvSpPr>
            <a:spLocks noGrp="1"/>
          </p:cNvSpPr>
          <p:nvPr>
            <p:ph type="title"/>
          </p:nvPr>
        </p:nvSpPr>
        <p:spPr/>
        <p:txBody>
          <a:bodyPr/>
          <a:lstStyle/>
          <a:p>
            <a:r>
              <a:rPr lang="en-US" b="1" dirty="0"/>
              <a:t>Sudoku Solving - 9x9 grid</a:t>
            </a:r>
            <a:endParaRPr lang="hi-IN" b="1" dirty="0"/>
          </a:p>
        </p:txBody>
      </p:sp>
      <p:sp>
        <p:nvSpPr>
          <p:cNvPr id="4" name="Footer Placeholder 3">
            <a:extLst>
              <a:ext uri="{FF2B5EF4-FFF2-40B4-BE49-F238E27FC236}">
                <a16:creationId xmlns:a16="http://schemas.microsoft.com/office/drawing/2014/main" id="{2642E5B4-F1FB-4838-A031-3B012C434B7B}"/>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FBE195FD-33B0-45FB-9F54-89CA3C164091}"/>
              </a:ext>
            </a:extLst>
          </p:cNvPr>
          <p:cNvSpPr>
            <a:spLocks noGrp="1"/>
          </p:cNvSpPr>
          <p:nvPr>
            <p:ph type="sldNum" sz="quarter" idx="12"/>
          </p:nvPr>
        </p:nvSpPr>
        <p:spPr/>
        <p:txBody>
          <a:bodyPr/>
          <a:lstStyle/>
          <a:p>
            <a:fld id="{2B5846A9-D11D-4E74-86F2-C0CCFC181E09}" type="slidenum">
              <a:rPr lang="hi-IN" smtClean="0"/>
              <a:t>20</a:t>
            </a:fld>
            <a:endParaRPr lang="hi-IN"/>
          </a:p>
        </p:txBody>
      </p:sp>
      <p:sp>
        <p:nvSpPr>
          <p:cNvPr id="12" name="Content Placeholder 11">
            <a:extLst>
              <a:ext uri="{FF2B5EF4-FFF2-40B4-BE49-F238E27FC236}">
                <a16:creationId xmlns:a16="http://schemas.microsoft.com/office/drawing/2014/main" id="{958272E3-5798-441D-8167-BDC12095604B}"/>
              </a:ext>
            </a:extLst>
          </p:cNvPr>
          <p:cNvSpPr>
            <a:spLocks noGrp="1"/>
          </p:cNvSpPr>
          <p:nvPr>
            <p:ph idx="1"/>
          </p:nvPr>
        </p:nvSpPr>
        <p:spPr/>
        <p:txBody>
          <a:bodyPr/>
          <a:lstStyle/>
          <a:p>
            <a:r>
              <a:rPr lang="en-US" dirty="0"/>
              <a:t>Find row, column of an unassigned cell</a:t>
            </a:r>
          </a:p>
          <a:p>
            <a:r>
              <a:rPr lang="en-US" dirty="0"/>
              <a:t>If there is none, return true</a:t>
            </a:r>
          </a:p>
          <a:p>
            <a:r>
              <a:rPr lang="en-US" dirty="0"/>
              <a:t>For digits from 1 to 9</a:t>
            </a:r>
          </a:p>
          <a:p>
            <a:pPr marL="914400" lvl="1" indent="-457200">
              <a:buAutoNum type="alphaLcParenR"/>
            </a:pPr>
            <a:r>
              <a:rPr lang="en-US" dirty="0"/>
              <a:t>If there is no conflict for digit at row, col</a:t>
            </a:r>
          </a:p>
          <a:p>
            <a:pPr marL="457200" lvl="1" indent="0">
              <a:buNone/>
            </a:pPr>
            <a:r>
              <a:rPr lang="en-US" dirty="0"/>
              <a:t>       assign digit to row, col and recursively try filling in the rest of the grid</a:t>
            </a:r>
          </a:p>
          <a:p>
            <a:pPr marL="457200" lvl="1" indent="0">
              <a:buNone/>
            </a:pPr>
            <a:r>
              <a:rPr lang="en-US" dirty="0"/>
              <a:t>b) If recursion successful, return true</a:t>
            </a:r>
          </a:p>
          <a:p>
            <a:pPr marL="457200" lvl="1" indent="0">
              <a:buNone/>
            </a:pPr>
            <a:r>
              <a:rPr lang="en-US" dirty="0"/>
              <a:t>c) else, remove digit and try another</a:t>
            </a:r>
          </a:p>
          <a:p>
            <a:r>
              <a:rPr lang="en-US" dirty="0"/>
              <a:t>If all digits have been tried and nothing worked, return false</a:t>
            </a:r>
          </a:p>
        </p:txBody>
      </p:sp>
    </p:spTree>
    <p:extLst>
      <p:ext uri="{BB962C8B-B14F-4D97-AF65-F5344CB8AC3E}">
        <p14:creationId xmlns:p14="http://schemas.microsoft.com/office/powerpoint/2010/main" val="178736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AF260-28AF-4C00-A9EB-BA3123054F05}"/>
              </a:ext>
            </a:extLst>
          </p:cNvPr>
          <p:cNvSpPr>
            <a:spLocks noGrp="1"/>
          </p:cNvSpPr>
          <p:nvPr>
            <p:ph type="title"/>
          </p:nvPr>
        </p:nvSpPr>
        <p:spPr/>
        <p:txBody>
          <a:bodyPr/>
          <a:lstStyle/>
          <a:p>
            <a:r>
              <a:rPr lang="en-US" b="1" dirty="0"/>
              <a:t>Example – 4x4 puzzle</a:t>
            </a:r>
            <a:endParaRPr lang="hi-IN" dirty="0"/>
          </a:p>
        </p:txBody>
      </p:sp>
      <p:sp>
        <p:nvSpPr>
          <p:cNvPr id="3" name="Content Placeholder 2">
            <a:extLst>
              <a:ext uri="{FF2B5EF4-FFF2-40B4-BE49-F238E27FC236}">
                <a16:creationId xmlns:a16="http://schemas.microsoft.com/office/drawing/2014/main" id="{B383C683-3BED-48AE-8660-67E2B6EFFFC5}"/>
              </a:ext>
            </a:extLst>
          </p:cNvPr>
          <p:cNvSpPr>
            <a:spLocks noGrp="1"/>
          </p:cNvSpPr>
          <p:nvPr>
            <p:ph idx="1"/>
          </p:nvPr>
        </p:nvSpPr>
        <p:spPr>
          <a:xfrm>
            <a:off x="838200" y="1825625"/>
            <a:ext cx="4991100" cy="4351338"/>
          </a:xfrm>
        </p:spPr>
        <p:txBody>
          <a:bodyPr/>
          <a:lstStyle/>
          <a:p>
            <a:r>
              <a:rPr lang="en-US" dirty="0"/>
              <a:t>Find the missed entries using backtracking approach</a:t>
            </a:r>
            <a:endParaRPr lang="hi-IN" dirty="0"/>
          </a:p>
        </p:txBody>
      </p:sp>
      <p:sp>
        <p:nvSpPr>
          <p:cNvPr id="4" name="Footer Placeholder 3">
            <a:extLst>
              <a:ext uri="{FF2B5EF4-FFF2-40B4-BE49-F238E27FC236}">
                <a16:creationId xmlns:a16="http://schemas.microsoft.com/office/drawing/2014/main" id="{B5EA1F06-8A71-4C0E-9EF2-4AA26E55B44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C01CED29-E964-46A3-9837-40EE1BC4B7D1}"/>
              </a:ext>
            </a:extLst>
          </p:cNvPr>
          <p:cNvSpPr>
            <a:spLocks noGrp="1"/>
          </p:cNvSpPr>
          <p:nvPr>
            <p:ph type="sldNum" sz="quarter" idx="12"/>
          </p:nvPr>
        </p:nvSpPr>
        <p:spPr/>
        <p:txBody>
          <a:bodyPr/>
          <a:lstStyle/>
          <a:p>
            <a:fld id="{2B5846A9-D11D-4E74-86F2-C0CCFC181E09}" type="slidenum">
              <a:rPr lang="hi-IN" smtClean="0"/>
              <a:t>21</a:t>
            </a:fld>
            <a:endParaRPr lang="hi-IN"/>
          </a:p>
        </p:txBody>
      </p:sp>
      <p:pic>
        <p:nvPicPr>
          <p:cNvPr id="7" name="Picture 6">
            <a:extLst>
              <a:ext uri="{FF2B5EF4-FFF2-40B4-BE49-F238E27FC236}">
                <a16:creationId xmlns:a16="http://schemas.microsoft.com/office/drawing/2014/main" id="{48B9A7AF-2FEB-4531-A0F2-38F329EE94AE}"/>
              </a:ext>
            </a:extLst>
          </p:cNvPr>
          <p:cNvPicPr>
            <a:picLocks noChangeAspect="1"/>
          </p:cNvPicPr>
          <p:nvPr/>
        </p:nvPicPr>
        <p:blipFill>
          <a:blip r:embed="rId2"/>
          <a:stretch>
            <a:fillRect/>
          </a:stretch>
        </p:blipFill>
        <p:spPr>
          <a:xfrm>
            <a:off x="6096000" y="1606551"/>
            <a:ext cx="4343399" cy="4531222"/>
          </a:xfrm>
          <a:prstGeom prst="rect">
            <a:avLst/>
          </a:prstGeom>
        </p:spPr>
      </p:pic>
    </p:spTree>
    <p:extLst>
      <p:ext uri="{BB962C8B-B14F-4D97-AF65-F5344CB8AC3E}">
        <p14:creationId xmlns:p14="http://schemas.microsoft.com/office/powerpoint/2010/main" val="102292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A15-0000-4F95-87E0-561A28B0C43A}"/>
              </a:ext>
            </a:extLst>
          </p:cNvPr>
          <p:cNvSpPr>
            <a:spLocks noGrp="1"/>
          </p:cNvSpPr>
          <p:nvPr>
            <p:ph type="title"/>
          </p:nvPr>
        </p:nvSpPr>
        <p:spPr/>
        <p:txBody>
          <a:bodyPr/>
          <a:lstStyle/>
          <a:p>
            <a:r>
              <a:rPr lang="en-US" b="1" dirty="0"/>
              <a:t>Example – 4x4 puzzle</a:t>
            </a:r>
            <a:endParaRPr lang="hi-IN" b="1" dirty="0"/>
          </a:p>
        </p:txBody>
      </p:sp>
      <p:graphicFrame>
        <p:nvGraphicFramePr>
          <p:cNvPr id="6" name="Table 6">
            <a:extLst>
              <a:ext uri="{FF2B5EF4-FFF2-40B4-BE49-F238E27FC236}">
                <a16:creationId xmlns:a16="http://schemas.microsoft.com/office/drawing/2014/main" id="{8D4E0529-68F6-4664-929F-CD1E0D0B656D}"/>
              </a:ext>
            </a:extLst>
          </p:cNvPr>
          <p:cNvGraphicFramePr>
            <a:graphicFrameLocks noGrp="1"/>
          </p:cNvGraphicFramePr>
          <p:nvPr>
            <p:ph idx="1"/>
            <p:extLst>
              <p:ext uri="{D42A27DB-BD31-4B8C-83A1-F6EECF244321}">
                <p14:modId xmlns:p14="http://schemas.microsoft.com/office/powerpoint/2010/main" val="2337376875"/>
              </p:ext>
            </p:extLst>
          </p:nvPr>
        </p:nvGraphicFramePr>
        <p:xfrm>
          <a:off x="2732313" y="143809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endParaRPr lang="hi-IN"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sp>
        <p:nvSpPr>
          <p:cNvPr id="4" name="Footer Placeholder 3">
            <a:extLst>
              <a:ext uri="{FF2B5EF4-FFF2-40B4-BE49-F238E27FC236}">
                <a16:creationId xmlns:a16="http://schemas.microsoft.com/office/drawing/2014/main" id="{E9BB28A7-A3CA-4CC4-92EE-C8A793BA1EF3}"/>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CE2DF386-1043-4FBC-AC7D-222D3363A8DC}"/>
              </a:ext>
            </a:extLst>
          </p:cNvPr>
          <p:cNvSpPr>
            <a:spLocks noGrp="1"/>
          </p:cNvSpPr>
          <p:nvPr>
            <p:ph type="sldNum" sz="quarter" idx="12"/>
          </p:nvPr>
        </p:nvSpPr>
        <p:spPr/>
        <p:txBody>
          <a:bodyPr/>
          <a:lstStyle/>
          <a:p>
            <a:fld id="{2B5846A9-D11D-4E74-86F2-C0CCFC181E09}" type="slidenum">
              <a:rPr lang="hi-IN" smtClean="0"/>
              <a:t>22</a:t>
            </a:fld>
            <a:endParaRPr lang="hi-IN"/>
          </a:p>
        </p:txBody>
      </p:sp>
      <p:graphicFrame>
        <p:nvGraphicFramePr>
          <p:cNvPr id="9" name="Table 6">
            <a:extLst>
              <a:ext uri="{FF2B5EF4-FFF2-40B4-BE49-F238E27FC236}">
                <a16:creationId xmlns:a16="http://schemas.microsoft.com/office/drawing/2014/main" id="{234ADB5A-0728-45B1-B3DE-B83449107032}"/>
              </a:ext>
            </a:extLst>
          </p:cNvPr>
          <p:cNvGraphicFramePr>
            <a:graphicFrameLocks/>
          </p:cNvGraphicFramePr>
          <p:nvPr>
            <p:extLst>
              <p:ext uri="{D42A27DB-BD31-4B8C-83A1-F6EECF244321}">
                <p14:modId xmlns:p14="http://schemas.microsoft.com/office/powerpoint/2010/main" val="2206622160"/>
              </p:ext>
            </p:extLst>
          </p:nvPr>
        </p:nvGraphicFramePr>
        <p:xfrm>
          <a:off x="1741713" y="3429000"/>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endParaRPr lang="hi-IN"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11" name="Straight Arrow Connector 10">
            <a:extLst>
              <a:ext uri="{FF2B5EF4-FFF2-40B4-BE49-F238E27FC236}">
                <a16:creationId xmlns:a16="http://schemas.microsoft.com/office/drawing/2014/main" id="{4580DAAF-9220-4801-8514-BE286C2AA146}"/>
              </a:ext>
            </a:extLst>
          </p:cNvPr>
          <p:cNvCxnSpPr/>
          <p:nvPr/>
        </p:nvCxnSpPr>
        <p:spPr>
          <a:xfrm flipH="1">
            <a:off x="2394855" y="2901135"/>
            <a:ext cx="990600" cy="3645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Multiplication Sign 11">
            <a:extLst>
              <a:ext uri="{FF2B5EF4-FFF2-40B4-BE49-F238E27FC236}">
                <a16:creationId xmlns:a16="http://schemas.microsoft.com/office/drawing/2014/main" id="{FFD9FEAD-F5EC-427E-813B-E5D00923A747}"/>
              </a:ext>
            </a:extLst>
          </p:cNvPr>
          <p:cNvSpPr/>
          <p:nvPr/>
        </p:nvSpPr>
        <p:spPr>
          <a:xfrm>
            <a:off x="1076325" y="5473858"/>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13" name="Multiplication Sign 12">
            <a:extLst>
              <a:ext uri="{FF2B5EF4-FFF2-40B4-BE49-F238E27FC236}">
                <a16:creationId xmlns:a16="http://schemas.microsoft.com/office/drawing/2014/main" id="{F7D1660B-FFB0-4DF2-9279-5F76C82F02CB}"/>
              </a:ext>
            </a:extLst>
          </p:cNvPr>
          <p:cNvSpPr/>
          <p:nvPr/>
        </p:nvSpPr>
        <p:spPr>
          <a:xfrm>
            <a:off x="1741713" y="5473858"/>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5" name="Table 6">
            <a:extLst>
              <a:ext uri="{FF2B5EF4-FFF2-40B4-BE49-F238E27FC236}">
                <a16:creationId xmlns:a16="http://schemas.microsoft.com/office/drawing/2014/main" id="{1E311BF5-FF05-4B57-ABC8-D186BA7D14C6}"/>
              </a:ext>
            </a:extLst>
          </p:cNvPr>
          <p:cNvGraphicFramePr>
            <a:graphicFrameLocks/>
          </p:cNvGraphicFramePr>
          <p:nvPr>
            <p:extLst>
              <p:ext uri="{D42A27DB-BD31-4B8C-83A1-F6EECF244321}">
                <p14:modId xmlns:p14="http://schemas.microsoft.com/office/powerpoint/2010/main" val="3304645741"/>
              </p:ext>
            </p:extLst>
          </p:nvPr>
        </p:nvGraphicFramePr>
        <p:xfrm>
          <a:off x="2656113" y="527766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17" name="Straight Arrow Connector 16">
            <a:extLst>
              <a:ext uri="{FF2B5EF4-FFF2-40B4-BE49-F238E27FC236}">
                <a16:creationId xmlns:a16="http://schemas.microsoft.com/office/drawing/2014/main" id="{FE69CDBF-4658-4E6C-84E5-C2AD4719B8EE}"/>
              </a:ext>
            </a:extLst>
          </p:cNvPr>
          <p:cNvCxnSpPr/>
          <p:nvPr/>
        </p:nvCxnSpPr>
        <p:spPr>
          <a:xfrm flipH="1">
            <a:off x="1371600" y="4892040"/>
            <a:ext cx="1023255" cy="5818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8BFE6ABB-A876-4D43-8DA8-0A3878A036D7}"/>
              </a:ext>
            </a:extLst>
          </p:cNvPr>
          <p:cNvCxnSpPr>
            <a:cxnSpLocks/>
            <a:stCxn id="9" idx="2"/>
          </p:cNvCxnSpPr>
          <p:nvPr/>
        </p:nvCxnSpPr>
        <p:spPr>
          <a:xfrm flipH="1">
            <a:off x="2113191" y="4892040"/>
            <a:ext cx="281664" cy="5818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7A42DD82-FCFE-45EB-B6B2-B1D0A3FF9D44}"/>
              </a:ext>
            </a:extLst>
          </p:cNvPr>
          <p:cNvCxnSpPr/>
          <p:nvPr/>
        </p:nvCxnSpPr>
        <p:spPr>
          <a:xfrm>
            <a:off x="2384652" y="4892040"/>
            <a:ext cx="793974" cy="2909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 name="Table 6">
            <a:extLst>
              <a:ext uri="{FF2B5EF4-FFF2-40B4-BE49-F238E27FC236}">
                <a16:creationId xmlns:a16="http://schemas.microsoft.com/office/drawing/2014/main" id="{22D12D0B-5E58-4EAD-820E-21E8CA4BBEBE}"/>
              </a:ext>
            </a:extLst>
          </p:cNvPr>
          <p:cNvGraphicFramePr>
            <a:graphicFrameLocks/>
          </p:cNvGraphicFramePr>
          <p:nvPr>
            <p:extLst>
              <p:ext uri="{D42A27DB-BD31-4B8C-83A1-F6EECF244321}">
                <p14:modId xmlns:p14="http://schemas.microsoft.com/office/powerpoint/2010/main" val="2717637926"/>
              </p:ext>
            </p:extLst>
          </p:nvPr>
        </p:nvGraphicFramePr>
        <p:xfrm>
          <a:off x="7390044" y="3600768"/>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sp>
        <p:nvSpPr>
          <p:cNvPr id="25" name="Multiplication Sign 24">
            <a:extLst>
              <a:ext uri="{FF2B5EF4-FFF2-40B4-BE49-F238E27FC236}">
                <a16:creationId xmlns:a16="http://schemas.microsoft.com/office/drawing/2014/main" id="{028BEF70-4F60-43C5-93E4-3F4B4FDCBADF}"/>
              </a:ext>
            </a:extLst>
          </p:cNvPr>
          <p:cNvSpPr/>
          <p:nvPr/>
        </p:nvSpPr>
        <p:spPr>
          <a:xfrm>
            <a:off x="5543548" y="386683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6" name="Multiplication Sign 25">
            <a:extLst>
              <a:ext uri="{FF2B5EF4-FFF2-40B4-BE49-F238E27FC236}">
                <a16:creationId xmlns:a16="http://schemas.microsoft.com/office/drawing/2014/main" id="{7C35F417-54F9-4555-8898-B1E12EEE7A8C}"/>
              </a:ext>
            </a:extLst>
          </p:cNvPr>
          <p:cNvSpPr/>
          <p:nvPr/>
        </p:nvSpPr>
        <p:spPr>
          <a:xfrm>
            <a:off x="6018439" y="3886518"/>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27" name="Multiplication Sign 26">
            <a:extLst>
              <a:ext uri="{FF2B5EF4-FFF2-40B4-BE49-F238E27FC236}">
                <a16:creationId xmlns:a16="http://schemas.microsoft.com/office/drawing/2014/main" id="{83E13079-8870-4D9A-BC67-55D259380032}"/>
              </a:ext>
            </a:extLst>
          </p:cNvPr>
          <p:cNvSpPr/>
          <p:nvPr/>
        </p:nvSpPr>
        <p:spPr>
          <a:xfrm>
            <a:off x="6588237" y="386683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pic>
        <p:nvPicPr>
          <p:cNvPr id="28" name="Picture 27">
            <a:extLst>
              <a:ext uri="{FF2B5EF4-FFF2-40B4-BE49-F238E27FC236}">
                <a16:creationId xmlns:a16="http://schemas.microsoft.com/office/drawing/2014/main" id="{52A5D839-6298-41C5-996B-A34F24A2DC7F}"/>
              </a:ext>
            </a:extLst>
          </p:cNvPr>
          <p:cNvPicPr>
            <a:picLocks noChangeAspect="1"/>
          </p:cNvPicPr>
          <p:nvPr/>
        </p:nvPicPr>
        <p:blipFill>
          <a:blip r:embed="rId2"/>
          <a:stretch>
            <a:fillRect/>
          </a:stretch>
        </p:blipFill>
        <p:spPr>
          <a:xfrm>
            <a:off x="5718403" y="266837"/>
            <a:ext cx="1585913" cy="2776538"/>
          </a:xfrm>
          <a:prstGeom prst="rect">
            <a:avLst/>
          </a:prstGeom>
        </p:spPr>
      </p:pic>
      <p:cxnSp>
        <p:nvCxnSpPr>
          <p:cNvPr id="30" name="Straight Arrow Connector 29">
            <a:extLst>
              <a:ext uri="{FF2B5EF4-FFF2-40B4-BE49-F238E27FC236}">
                <a16:creationId xmlns:a16="http://schemas.microsoft.com/office/drawing/2014/main" id="{724A84D8-34B2-4F08-8107-89EECEFD010A}"/>
              </a:ext>
            </a:extLst>
          </p:cNvPr>
          <p:cNvCxnSpPr/>
          <p:nvPr/>
        </p:nvCxnSpPr>
        <p:spPr>
          <a:xfrm flipH="1">
            <a:off x="5829300" y="3043375"/>
            <a:ext cx="1019175" cy="6713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3DEA6AD-1185-4369-A1FA-C05FC19E4164}"/>
              </a:ext>
            </a:extLst>
          </p:cNvPr>
          <p:cNvCxnSpPr/>
          <p:nvPr/>
        </p:nvCxnSpPr>
        <p:spPr>
          <a:xfrm flipH="1">
            <a:off x="6305550" y="3043375"/>
            <a:ext cx="514350" cy="7712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4AD1D403-5545-4916-99E2-776829C6350D}"/>
              </a:ext>
            </a:extLst>
          </p:cNvPr>
          <p:cNvCxnSpPr/>
          <p:nvPr/>
        </p:nvCxnSpPr>
        <p:spPr>
          <a:xfrm>
            <a:off x="6848475" y="3043375"/>
            <a:ext cx="0" cy="6713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F63D0F5-8B86-4357-AA6C-9D943840BBB6}"/>
              </a:ext>
            </a:extLst>
          </p:cNvPr>
          <p:cNvCxnSpPr>
            <a:cxnSpLocks/>
          </p:cNvCxnSpPr>
          <p:nvPr/>
        </p:nvCxnSpPr>
        <p:spPr>
          <a:xfrm>
            <a:off x="6848475" y="3043375"/>
            <a:ext cx="666750" cy="461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Multiplication Sign 37">
            <a:extLst>
              <a:ext uri="{FF2B5EF4-FFF2-40B4-BE49-F238E27FC236}">
                <a16:creationId xmlns:a16="http://schemas.microsoft.com/office/drawing/2014/main" id="{333F7A0C-0624-49ED-B226-7898AD20EA00}"/>
              </a:ext>
            </a:extLst>
          </p:cNvPr>
          <p:cNvSpPr/>
          <p:nvPr/>
        </p:nvSpPr>
        <p:spPr>
          <a:xfrm>
            <a:off x="6877050" y="5889625"/>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9" name="Multiplication Sign 38">
            <a:extLst>
              <a:ext uri="{FF2B5EF4-FFF2-40B4-BE49-F238E27FC236}">
                <a16:creationId xmlns:a16="http://schemas.microsoft.com/office/drawing/2014/main" id="{75A153A1-9167-4273-B255-431B6CCC8DB2}"/>
              </a:ext>
            </a:extLst>
          </p:cNvPr>
          <p:cNvSpPr/>
          <p:nvPr/>
        </p:nvSpPr>
        <p:spPr>
          <a:xfrm>
            <a:off x="8028216" y="5829300"/>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40" name="Table 6">
            <a:extLst>
              <a:ext uri="{FF2B5EF4-FFF2-40B4-BE49-F238E27FC236}">
                <a16:creationId xmlns:a16="http://schemas.microsoft.com/office/drawing/2014/main" id="{05ECAF17-56E2-44B7-91CD-62404AE06E47}"/>
              </a:ext>
            </a:extLst>
          </p:cNvPr>
          <p:cNvGraphicFramePr>
            <a:graphicFrameLocks/>
          </p:cNvGraphicFramePr>
          <p:nvPr>
            <p:extLst>
              <p:ext uri="{D42A27DB-BD31-4B8C-83A1-F6EECF244321}">
                <p14:modId xmlns:p14="http://schemas.microsoft.com/office/powerpoint/2010/main" val="367590198"/>
              </p:ext>
            </p:extLst>
          </p:nvPr>
        </p:nvGraphicFramePr>
        <p:xfrm>
          <a:off x="9329058" y="527766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43" name="Straight Arrow Connector 42">
            <a:extLst>
              <a:ext uri="{FF2B5EF4-FFF2-40B4-BE49-F238E27FC236}">
                <a16:creationId xmlns:a16="http://schemas.microsoft.com/office/drawing/2014/main" id="{A7C5B143-E63F-4F57-85A9-53440611D420}"/>
              </a:ext>
            </a:extLst>
          </p:cNvPr>
          <p:cNvCxnSpPr/>
          <p:nvPr/>
        </p:nvCxnSpPr>
        <p:spPr>
          <a:xfrm flipH="1">
            <a:off x="7062788" y="5063808"/>
            <a:ext cx="965428" cy="765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17C4EAFF-20F4-4981-9E7B-5EE509BA1F18}"/>
              </a:ext>
            </a:extLst>
          </p:cNvPr>
          <p:cNvCxnSpPr/>
          <p:nvPr/>
        </p:nvCxnSpPr>
        <p:spPr>
          <a:xfrm>
            <a:off x="8043186" y="5063808"/>
            <a:ext cx="130629" cy="7037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AED0A596-5343-4847-BCAC-8AA2CCFBA96C}"/>
              </a:ext>
            </a:extLst>
          </p:cNvPr>
          <p:cNvCxnSpPr/>
          <p:nvPr/>
        </p:nvCxnSpPr>
        <p:spPr>
          <a:xfrm>
            <a:off x="8043186" y="5063808"/>
            <a:ext cx="1160688" cy="527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Arrow: Right 47">
            <a:extLst>
              <a:ext uri="{FF2B5EF4-FFF2-40B4-BE49-F238E27FC236}">
                <a16:creationId xmlns:a16="http://schemas.microsoft.com/office/drawing/2014/main" id="{D81D212D-63FE-45E6-9935-C8B92E26D2C9}"/>
              </a:ext>
            </a:extLst>
          </p:cNvPr>
          <p:cNvSpPr/>
          <p:nvPr/>
        </p:nvSpPr>
        <p:spPr>
          <a:xfrm>
            <a:off x="4286250" y="3429000"/>
            <a:ext cx="723900" cy="17176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45400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25" grpId="0" animBg="1"/>
      <p:bldP spid="26" grpId="0" animBg="1"/>
      <p:bldP spid="27" grpId="0" animBg="1"/>
      <p:bldP spid="38" grpId="0" animBg="1"/>
      <p:bldP spid="39" grpId="0" animBg="1"/>
      <p:bldP spid="4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EA3-9A76-4A17-8B81-581B5E17154F}"/>
              </a:ext>
            </a:extLst>
          </p:cNvPr>
          <p:cNvSpPr>
            <a:spLocks noGrp="1"/>
          </p:cNvSpPr>
          <p:nvPr>
            <p:ph type="title"/>
          </p:nvPr>
        </p:nvSpPr>
        <p:spPr>
          <a:xfrm>
            <a:off x="838200" y="365125"/>
            <a:ext cx="2600325" cy="1325563"/>
          </a:xfrm>
        </p:spPr>
        <p:txBody>
          <a:bodyPr/>
          <a:lstStyle/>
          <a:p>
            <a:r>
              <a:rPr lang="en-US" b="1" dirty="0"/>
              <a:t>Example – 4x4 puzzle</a:t>
            </a:r>
            <a:endParaRPr lang="hi-IN" dirty="0"/>
          </a:p>
        </p:txBody>
      </p:sp>
      <p:sp>
        <p:nvSpPr>
          <p:cNvPr id="4" name="Footer Placeholder 3">
            <a:extLst>
              <a:ext uri="{FF2B5EF4-FFF2-40B4-BE49-F238E27FC236}">
                <a16:creationId xmlns:a16="http://schemas.microsoft.com/office/drawing/2014/main" id="{B11332E4-E9C8-448E-9044-548BF20A46C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D3CEE6-CE7C-49FB-8223-8ED2A8AAC799}"/>
              </a:ext>
            </a:extLst>
          </p:cNvPr>
          <p:cNvSpPr>
            <a:spLocks noGrp="1"/>
          </p:cNvSpPr>
          <p:nvPr>
            <p:ph type="sldNum" sz="quarter" idx="12"/>
          </p:nvPr>
        </p:nvSpPr>
        <p:spPr/>
        <p:txBody>
          <a:bodyPr/>
          <a:lstStyle/>
          <a:p>
            <a:fld id="{2B5846A9-D11D-4E74-86F2-C0CCFC181E09}" type="slidenum">
              <a:rPr lang="hi-IN" smtClean="0"/>
              <a:t>23</a:t>
            </a:fld>
            <a:endParaRPr lang="hi-IN"/>
          </a:p>
        </p:txBody>
      </p:sp>
      <p:sp>
        <p:nvSpPr>
          <p:cNvPr id="8" name="TextBox 7">
            <a:extLst>
              <a:ext uri="{FF2B5EF4-FFF2-40B4-BE49-F238E27FC236}">
                <a16:creationId xmlns:a16="http://schemas.microsoft.com/office/drawing/2014/main" id="{F4FF58AD-4F6E-4E2A-A04E-79A604215734}"/>
              </a:ext>
            </a:extLst>
          </p:cNvPr>
          <p:cNvSpPr txBox="1"/>
          <p:nvPr/>
        </p:nvSpPr>
        <p:spPr>
          <a:xfrm>
            <a:off x="6096000" y="4572000"/>
            <a:ext cx="1085850" cy="431663"/>
          </a:xfrm>
          <a:prstGeom prst="rect">
            <a:avLst/>
          </a:prstGeom>
          <a:solidFill>
            <a:schemeClr val="bg1"/>
          </a:solidFill>
        </p:spPr>
        <p:txBody>
          <a:bodyPr wrap="square" rtlCol="0">
            <a:spAutoFit/>
          </a:bodyPr>
          <a:lstStyle/>
          <a:p>
            <a:endParaRPr lang="hi-IN" dirty="0"/>
          </a:p>
        </p:txBody>
      </p:sp>
      <p:pic>
        <p:nvPicPr>
          <p:cNvPr id="9" name="Picture 8">
            <a:extLst>
              <a:ext uri="{FF2B5EF4-FFF2-40B4-BE49-F238E27FC236}">
                <a16:creationId xmlns:a16="http://schemas.microsoft.com/office/drawing/2014/main" id="{AB130A8F-E10B-419D-95BB-73D6BC9F4657}"/>
              </a:ext>
            </a:extLst>
          </p:cNvPr>
          <p:cNvPicPr>
            <a:picLocks noChangeAspect="1"/>
          </p:cNvPicPr>
          <p:nvPr/>
        </p:nvPicPr>
        <p:blipFill>
          <a:blip r:embed="rId2"/>
          <a:stretch>
            <a:fillRect/>
          </a:stretch>
        </p:blipFill>
        <p:spPr>
          <a:xfrm>
            <a:off x="3205843" y="263388"/>
            <a:ext cx="4214499" cy="6092962"/>
          </a:xfrm>
          <a:prstGeom prst="rect">
            <a:avLst/>
          </a:prstGeom>
        </p:spPr>
      </p:pic>
      <p:graphicFrame>
        <p:nvGraphicFramePr>
          <p:cNvPr id="11" name="Table 6">
            <a:extLst>
              <a:ext uri="{FF2B5EF4-FFF2-40B4-BE49-F238E27FC236}">
                <a16:creationId xmlns:a16="http://schemas.microsoft.com/office/drawing/2014/main" id="{B6098D42-7ABA-4DD9-8211-34C7D42EFCC6}"/>
              </a:ext>
            </a:extLst>
          </p:cNvPr>
          <p:cNvGraphicFramePr>
            <a:graphicFrameLocks/>
          </p:cNvGraphicFramePr>
          <p:nvPr>
            <p:extLst>
              <p:ext uri="{D42A27DB-BD31-4B8C-83A1-F6EECF244321}">
                <p14:modId xmlns:p14="http://schemas.microsoft.com/office/powerpoint/2010/main" val="441210139"/>
              </p:ext>
            </p:extLst>
          </p:nvPr>
        </p:nvGraphicFramePr>
        <p:xfrm>
          <a:off x="8986158" y="36512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graphicFrame>
        <p:nvGraphicFramePr>
          <p:cNvPr id="12" name="Table 6">
            <a:extLst>
              <a:ext uri="{FF2B5EF4-FFF2-40B4-BE49-F238E27FC236}">
                <a16:creationId xmlns:a16="http://schemas.microsoft.com/office/drawing/2014/main" id="{1B8603BD-1D03-494A-8BB4-4B554241605C}"/>
              </a:ext>
            </a:extLst>
          </p:cNvPr>
          <p:cNvGraphicFramePr>
            <a:graphicFrameLocks/>
          </p:cNvGraphicFramePr>
          <p:nvPr>
            <p:extLst>
              <p:ext uri="{D42A27DB-BD31-4B8C-83A1-F6EECF244321}">
                <p14:modId xmlns:p14="http://schemas.microsoft.com/office/powerpoint/2010/main" val="3157129730"/>
              </p:ext>
            </p:extLst>
          </p:nvPr>
        </p:nvGraphicFramePr>
        <p:xfrm>
          <a:off x="8252733" y="221297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sp>
        <p:nvSpPr>
          <p:cNvPr id="13" name="Multiplication Sign 12">
            <a:extLst>
              <a:ext uri="{FF2B5EF4-FFF2-40B4-BE49-F238E27FC236}">
                <a16:creationId xmlns:a16="http://schemas.microsoft.com/office/drawing/2014/main" id="{FDE4E869-CB5E-4EA0-904C-129856CFCC74}"/>
              </a:ext>
            </a:extLst>
          </p:cNvPr>
          <p:cNvSpPr/>
          <p:nvPr/>
        </p:nvSpPr>
        <p:spPr>
          <a:xfrm>
            <a:off x="7831772" y="418798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14" name="Multiplication Sign 13">
            <a:extLst>
              <a:ext uri="{FF2B5EF4-FFF2-40B4-BE49-F238E27FC236}">
                <a16:creationId xmlns:a16="http://schemas.microsoft.com/office/drawing/2014/main" id="{1E8D5064-3CB2-4D25-B7A9-EAE51B9D2E3C}"/>
              </a:ext>
            </a:extLst>
          </p:cNvPr>
          <p:cNvSpPr/>
          <p:nvPr/>
        </p:nvSpPr>
        <p:spPr>
          <a:xfrm>
            <a:off x="8424861" y="418798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15" name="Multiplication Sign 14">
            <a:extLst>
              <a:ext uri="{FF2B5EF4-FFF2-40B4-BE49-F238E27FC236}">
                <a16:creationId xmlns:a16="http://schemas.microsoft.com/office/drawing/2014/main" id="{169CF067-0A4D-48EF-8C9D-1FBB25142594}"/>
              </a:ext>
            </a:extLst>
          </p:cNvPr>
          <p:cNvSpPr/>
          <p:nvPr/>
        </p:nvSpPr>
        <p:spPr>
          <a:xfrm>
            <a:off x="9000446" y="418798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6" name="Table 6">
            <a:extLst>
              <a:ext uri="{FF2B5EF4-FFF2-40B4-BE49-F238E27FC236}">
                <a16:creationId xmlns:a16="http://schemas.microsoft.com/office/drawing/2014/main" id="{026C953D-E280-4208-94F2-EBF2BBA96D20}"/>
              </a:ext>
            </a:extLst>
          </p:cNvPr>
          <p:cNvGraphicFramePr>
            <a:graphicFrameLocks/>
          </p:cNvGraphicFramePr>
          <p:nvPr>
            <p:extLst>
              <p:ext uri="{D42A27DB-BD31-4B8C-83A1-F6EECF244321}">
                <p14:modId xmlns:p14="http://schemas.microsoft.com/office/powerpoint/2010/main" val="2375879714"/>
              </p:ext>
            </p:extLst>
          </p:nvPr>
        </p:nvGraphicFramePr>
        <p:xfrm>
          <a:off x="9730834" y="4187983"/>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18" name="Straight Arrow Connector 17">
            <a:extLst>
              <a:ext uri="{FF2B5EF4-FFF2-40B4-BE49-F238E27FC236}">
                <a16:creationId xmlns:a16="http://schemas.microsoft.com/office/drawing/2014/main" id="{604656CF-EDB2-4231-B4DF-CBCDE79EC35D}"/>
              </a:ext>
            </a:extLst>
          </p:cNvPr>
          <p:cNvCxnSpPr/>
          <p:nvPr/>
        </p:nvCxnSpPr>
        <p:spPr>
          <a:xfrm flipH="1">
            <a:off x="8017510" y="3702844"/>
            <a:ext cx="888365" cy="3833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D4A0FC3D-D04F-4B11-9A12-4844947701ED}"/>
              </a:ext>
            </a:extLst>
          </p:cNvPr>
          <p:cNvCxnSpPr>
            <a:cxnSpLocks/>
            <a:stCxn id="12" idx="2"/>
          </p:cNvCxnSpPr>
          <p:nvPr/>
        </p:nvCxnSpPr>
        <p:spPr>
          <a:xfrm flipH="1">
            <a:off x="8610599" y="3676015"/>
            <a:ext cx="295276" cy="5119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37CEE072-2C03-4E79-B961-EDD6483DC74A}"/>
              </a:ext>
            </a:extLst>
          </p:cNvPr>
          <p:cNvCxnSpPr>
            <a:cxnSpLocks/>
            <a:stCxn id="12" idx="2"/>
          </p:cNvCxnSpPr>
          <p:nvPr/>
        </p:nvCxnSpPr>
        <p:spPr>
          <a:xfrm>
            <a:off x="8905875" y="3676015"/>
            <a:ext cx="231870" cy="4370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F2347B3A-3C2B-457F-B487-0FB4152FC076}"/>
              </a:ext>
            </a:extLst>
          </p:cNvPr>
          <p:cNvCxnSpPr>
            <a:cxnSpLocks/>
            <a:stCxn id="12" idx="2"/>
          </p:cNvCxnSpPr>
          <p:nvPr/>
        </p:nvCxnSpPr>
        <p:spPr>
          <a:xfrm>
            <a:off x="8905875" y="3676015"/>
            <a:ext cx="1276350" cy="4222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D879CF84-DE5B-4D2C-B28C-D704E43F29AC}"/>
              </a:ext>
            </a:extLst>
          </p:cNvPr>
          <p:cNvCxnSpPr/>
          <p:nvPr/>
        </p:nvCxnSpPr>
        <p:spPr>
          <a:xfrm flipH="1">
            <a:off x="9021810" y="1828165"/>
            <a:ext cx="617490" cy="2863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478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EA3-9A76-4A17-8B81-581B5E17154F}"/>
              </a:ext>
            </a:extLst>
          </p:cNvPr>
          <p:cNvSpPr>
            <a:spLocks noGrp="1"/>
          </p:cNvSpPr>
          <p:nvPr>
            <p:ph type="title"/>
          </p:nvPr>
        </p:nvSpPr>
        <p:spPr>
          <a:xfrm>
            <a:off x="838200" y="365125"/>
            <a:ext cx="2600325" cy="1325563"/>
          </a:xfrm>
        </p:spPr>
        <p:txBody>
          <a:bodyPr/>
          <a:lstStyle/>
          <a:p>
            <a:r>
              <a:rPr lang="en-US" b="1" dirty="0"/>
              <a:t>Example – 4x4 puzzle</a:t>
            </a:r>
            <a:endParaRPr lang="hi-IN" dirty="0"/>
          </a:p>
        </p:txBody>
      </p:sp>
      <p:sp>
        <p:nvSpPr>
          <p:cNvPr id="4" name="Footer Placeholder 3">
            <a:extLst>
              <a:ext uri="{FF2B5EF4-FFF2-40B4-BE49-F238E27FC236}">
                <a16:creationId xmlns:a16="http://schemas.microsoft.com/office/drawing/2014/main" id="{B11332E4-E9C8-448E-9044-548BF20A46C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D3CEE6-CE7C-49FB-8223-8ED2A8AAC799}"/>
              </a:ext>
            </a:extLst>
          </p:cNvPr>
          <p:cNvSpPr>
            <a:spLocks noGrp="1"/>
          </p:cNvSpPr>
          <p:nvPr>
            <p:ph type="sldNum" sz="quarter" idx="12"/>
          </p:nvPr>
        </p:nvSpPr>
        <p:spPr/>
        <p:txBody>
          <a:bodyPr/>
          <a:lstStyle/>
          <a:p>
            <a:fld id="{2B5846A9-D11D-4E74-86F2-C0CCFC181E09}" type="slidenum">
              <a:rPr lang="hi-IN" smtClean="0"/>
              <a:t>24</a:t>
            </a:fld>
            <a:endParaRPr lang="hi-IN"/>
          </a:p>
        </p:txBody>
      </p:sp>
      <p:sp>
        <p:nvSpPr>
          <p:cNvPr id="8" name="TextBox 7">
            <a:extLst>
              <a:ext uri="{FF2B5EF4-FFF2-40B4-BE49-F238E27FC236}">
                <a16:creationId xmlns:a16="http://schemas.microsoft.com/office/drawing/2014/main" id="{F4FF58AD-4F6E-4E2A-A04E-79A604215734}"/>
              </a:ext>
            </a:extLst>
          </p:cNvPr>
          <p:cNvSpPr txBox="1"/>
          <p:nvPr/>
        </p:nvSpPr>
        <p:spPr>
          <a:xfrm>
            <a:off x="6096000" y="4572000"/>
            <a:ext cx="1085850" cy="431663"/>
          </a:xfrm>
          <a:prstGeom prst="rect">
            <a:avLst/>
          </a:prstGeom>
          <a:solidFill>
            <a:schemeClr val="bg1"/>
          </a:solidFill>
        </p:spPr>
        <p:txBody>
          <a:bodyPr wrap="square" rtlCol="0">
            <a:spAutoFit/>
          </a:bodyPr>
          <a:lstStyle/>
          <a:p>
            <a:endParaRPr lang="hi-IN" dirty="0"/>
          </a:p>
        </p:txBody>
      </p:sp>
      <p:graphicFrame>
        <p:nvGraphicFramePr>
          <p:cNvPr id="11" name="Table 6">
            <a:extLst>
              <a:ext uri="{FF2B5EF4-FFF2-40B4-BE49-F238E27FC236}">
                <a16:creationId xmlns:a16="http://schemas.microsoft.com/office/drawing/2014/main" id="{B6098D42-7ABA-4DD9-8211-34C7D42EFCC6}"/>
              </a:ext>
            </a:extLst>
          </p:cNvPr>
          <p:cNvGraphicFramePr>
            <a:graphicFrameLocks/>
          </p:cNvGraphicFramePr>
          <p:nvPr>
            <p:extLst>
              <p:ext uri="{D42A27DB-BD31-4B8C-83A1-F6EECF244321}">
                <p14:modId xmlns:p14="http://schemas.microsoft.com/office/powerpoint/2010/main" val="2122821160"/>
              </p:ext>
            </p:extLst>
          </p:nvPr>
        </p:nvGraphicFramePr>
        <p:xfrm>
          <a:off x="8986158" y="36512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graphicFrame>
        <p:nvGraphicFramePr>
          <p:cNvPr id="12" name="Table 6">
            <a:extLst>
              <a:ext uri="{FF2B5EF4-FFF2-40B4-BE49-F238E27FC236}">
                <a16:creationId xmlns:a16="http://schemas.microsoft.com/office/drawing/2014/main" id="{1B8603BD-1D03-494A-8BB4-4B554241605C}"/>
              </a:ext>
            </a:extLst>
          </p:cNvPr>
          <p:cNvGraphicFramePr>
            <a:graphicFrameLocks/>
          </p:cNvGraphicFramePr>
          <p:nvPr>
            <p:extLst>
              <p:ext uri="{D42A27DB-BD31-4B8C-83A1-F6EECF244321}">
                <p14:modId xmlns:p14="http://schemas.microsoft.com/office/powerpoint/2010/main" val="1183085072"/>
              </p:ext>
            </p:extLst>
          </p:nvPr>
        </p:nvGraphicFramePr>
        <p:xfrm>
          <a:off x="9077692" y="2367598"/>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sp>
        <p:nvSpPr>
          <p:cNvPr id="13" name="Multiplication Sign 12">
            <a:extLst>
              <a:ext uri="{FF2B5EF4-FFF2-40B4-BE49-F238E27FC236}">
                <a16:creationId xmlns:a16="http://schemas.microsoft.com/office/drawing/2014/main" id="{FDE4E869-CB5E-4EA0-904C-129856CFCC74}"/>
              </a:ext>
            </a:extLst>
          </p:cNvPr>
          <p:cNvSpPr/>
          <p:nvPr/>
        </p:nvSpPr>
        <p:spPr>
          <a:xfrm>
            <a:off x="8131810" y="241776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6" name="Table 6">
            <a:extLst>
              <a:ext uri="{FF2B5EF4-FFF2-40B4-BE49-F238E27FC236}">
                <a16:creationId xmlns:a16="http://schemas.microsoft.com/office/drawing/2014/main" id="{026C953D-E280-4208-94F2-EBF2BBA96D20}"/>
              </a:ext>
            </a:extLst>
          </p:cNvPr>
          <p:cNvGraphicFramePr>
            <a:graphicFrameLocks/>
          </p:cNvGraphicFramePr>
          <p:nvPr>
            <p:extLst>
              <p:ext uri="{D42A27DB-BD31-4B8C-83A1-F6EECF244321}">
                <p14:modId xmlns:p14="http://schemas.microsoft.com/office/powerpoint/2010/main" val="3626392721"/>
              </p:ext>
            </p:extLst>
          </p:nvPr>
        </p:nvGraphicFramePr>
        <p:xfrm>
          <a:off x="7478668" y="4156870"/>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30" name="Straight Arrow Connector 29">
            <a:extLst>
              <a:ext uri="{FF2B5EF4-FFF2-40B4-BE49-F238E27FC236}">
                <a16:creationId xmlns:a16="http://schemas.microsoft.com/office/drawing/2014/main" id="{D879CF84-DE5B-4D2C-B28C-D704E43F29AC}"/>
              </a:ext>
            </a:extLst>
          </p:cNvPr>
          <p:cNvCxnSpPr>
            <a:cxnSpLocks/>
          </p:cNvCxnSpPr>
          <p:nvPr/>
        </p:nvCxnSpPr>
        <p:spPr>
          <a:xfrm flipH="1">
            <a:off x="8461692" y="1828165"/>
            <a:ext cx="1177608" cy="5895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1" name="Group 30">
            <a:extLst>
              <a:ext uri="{FF2B5EF4-FFF2-40B4-BE49-F238E27FC236}">
                <a16:creationId xmlns:a16="http://schemas.microsoft.com/office/drawing/2014/main" id="{6FB5942C-ADD1-433B-8FAB-E92E6F3CB47F}"/>
              </a:ext>
            </a:extLst>
          </p:cNvPr>
          <p:cNvGrpSpPr/>
          <p:nvPr/>
        </p:nvGrpSpPr>
        <p:grpSpPr>
          <a:xfrm>
            <a:off x="3205844" y="263388"/>
            <a:ext cx="2890155" cy="5432562"/>
            <a:chOff x="3205844" y="263388"/>
            <a:chExt cx="2324191" cy="4386468"/>
          </a:xfrm>
        </p:grpSpPr>
        <p:pic>
          <p:nvPicPr>
            <p:cNvPr id="9" name="Picture 8">
              <a:extLst>
                <a:ext uri="{FF2B5EF4-FFF2-40B4-BE49-F238E27FC236}">
                  <a16:creationId xmlns:a16="http://schemas.microsoft.com/office/drawing/2014/main" id="{AB130A8F-E10B-419D-95BB-73D6BC9F4657}"/>
                </a:ext>
              </a:extLst>
            </p:cNvPr>
            <p:cNvPicPr>
              <a:picLocks noChangeAspect="1"/>
            </p:cNvPicPr>
            <p:nvPr/>
          </p:nvPicPr>
          <p:blipFill>
            <a:blip r:embed="rId2"/>
            <a:stretch>
              <a:fillRect/>
            </a:stretch>
          </p:blipFill>
          <p:spPr>
            <a:xfrm>
              <a:off x="3205844" y="263388"/>
              <a:ext cx="2175782" cy="3145559"/>
            </a:xfrm>
            <a:prstGeom prst="rect">
              <a:avLst/>
            </a:prstGeom>
          </p:spPr>
        </p:pic>
        <p:pic>
          <p:nvPicPr>
            <p:cNvPr id="3" name="Picture 2">
              <a:extLst>
                <a:ext uri="{FF2B5EF4-FFF2-40B4-BE49-F238E27FC236}">
                  <a16:creationId xmlns:a16="http://schemas.microsoft.com/office/drawing/2014/main" id="{CBCB4B72-CB88-4F35-A2E6-A6323C5A38CD}"/>
                </a:ext>
              </a:extLst>
            </p:cNvPr>
            <p:cNvPicPr>
              <a:picLocks noChangeAspect="1"/>
            </p:cNvPicPr>
            <p:nvPr/>
          </p:nvPicPr>
          <p:blipFill>
            <a:blip r:embed="rId3"/>
            <a:stretch>
              <a:fillRect/>
            </a:stretch>
          </p:blipFill>
          <p:spPr>
            <a:xfrm>
              <a:off x="4325480" y="3276531"/>
              <a:ext cx="1204555" cy="1373325"/>
            </a:xfrm>
            <a:prstGeom prst="rect">
              <a:avLst/>
            </a:prstGeom>
          </p:spPr>
        </p:pic>
      </p:grpSp>
      <p:cxnSp>
        <p:nvCxnSpPr>
          <p:cNvPr id="10" name="Straight Arrow Connector 9">
            <a:extLst>
              <a:ext uri="{FF2B5EF4-FFF2-40B4-BE49-F238E27FC236}">
                <a16:creationId xmlns:a16="http://schemas.microsoft.com/office/drawing/2014/main" id="{A8C11D24-C1A9-445E-BA7E-EF5C4FAECC47}"/>
              </a:ext>
            </a:extLst>
          </p:cNvPr>
          <p:cNvCxnSpPr>
            <a:cxnSpLocks/>
          </p:cNvCxnSpPr>
          <p:nvPr/>
        </p:nvCxnSpPr>
        <p:spPr>
          <a:xfrm>
            <a:off x="9639300" y="1828165"/>
            <a:ext cx="0" cy="4578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DFC8EC7-6894-49B9-83C8-B454D6E1790D}"/>
              </a:ext>
            </a:extLst>
          </p:cNvPr>
          <p:cNvCxnSpPr/>
          <p:nvPr/>
        </p:nvCxnSpPr>
        <p:spPr>
          <a:xfrm flipH="1">
            <a:off x="8461692" y="3830638"/>
            <a:ext cx="1177608" cy="2651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Multiplication Sign 24">
            <a:extLst>
              <a:ext uri="{FF2B5EF4-FFF2-40B4-BE49-F238E27FC236}">
                <a16:creationId xmlns:a16="http://schemas.microsoft.com/office/drawing/2014/main" id="{B6A93023-2AC5-4E78-99D8-6F64FF8355DE}"/>
              </a:ext>
            </a:extLst>
          </p:cNvPr>
          <p:cNvSpPr/>
          <p:nvPr/>
        </p:nvSpPr>
        <p:spPr>
          <a:xfrm>
            <a:off x="7558473" y="620950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26" name="Table 6">
            <a:extLst>
              <a:ext uri="{FF2B5EF4-FFF2-40B4-BE49-F238E27FC236}">
                <a16:creationId xmlns:a16="http://schemas.microsoft.com/office/drawing/2014/main" id="{A07B9F06-0E95-4EF5-B98A-7FEDF9678CFF}"/>
              </a:ext>
            </a:extLst>
          </p:cNvPr>
          <p:cNvGraphicFramePr>
            <a:graphicFrameLocks/>
          </p:cNvGraphicFramePr>
          <p:nvPr>
            <p:extLst>
              <p:ext uri="{D42A27DB-BD31-4B8C-83A1-F6EECF244321}">
                <p14:modId xmlns:p14="http://schemas.microsoft.com/office/powerpoint/2010/main" val="4090878950"/>
              </p:ext>
            </p:extLst>
          </p:nvPr>
        </p:nvGraphicFramePr>
        <p:xfrm>
          <a:off x="9329058" y="525843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27" name="Straight Arrow Connector 26">
            <a:extLst>
              <a:ext uri="{FF2B5EF4-FFF2-40B4-BE49-F238E27FC236}">
                <a16:creationId xmlns:a16="http://schemas.microsoft.com/office/drawing/2014/main" id="{9B35D699-358B-4A5E-9805-38081DCB9BF2}"/>
              </a:ext>
            </a:extLst>
          </p:cNvPr>
          <p:cNvCxnSpPr/>
          <p:nvPr/>
        </p:nvCxnSpPr>
        <p:spPr>
          <a:xfrm flipH="1">
            <a:off x="7820025" y="5619910"/>
            <a:ext cx="333375" cy="589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5628E33-CFF0-402A-B070-67B8347EE63D}"/>
              </a:ext>
            </a:extLst>
          </p:cNvPr>
          <p:cNvCxnSpPr/>
          <p:nvPr/>
        </p:nvCxnSpPr>
        <p:spPr>
          <a:xfrm>
            <a:off x="8131810" y="5619910"/>
            <a:ext cx="1069340" cy="589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534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EA3-9A76-4A17-8B81-581B5E17154F}"/>
              </a:ext>
            </a:extLst>
          </p:cNvPr>
          <p:cNvSpPr>
            <a:spLocks noGrp="1"/>
          </p:cNvSpPr>
          <p:nvPr>
            <p:ph type="title"/>
          </p:nvPr>
        </p:nvSpPr>
        <p:spPr>
          <a:xfrm>
            <a:off x="838200" y="365125"/>
            <a:ext cx="2600325" cy="1325563"/>
          </a:xfrm>
        </p:spPr>
        <p:txBody>
          <a:bodyPr/>
          <a:lstStyle/>
          <a:p>
            <a:r>
              <a:rPr lang="en-US" b="1" dirty="0"/>
              <a:t>Example – 4x4 puzzle</a:t>
            </a:r>
            <a:endParaRPr lang="hi-IN" dirty="0"/>
          </a:p>
        </p:txBody>
      </p:sp>
      <p:sp>
        <p:nvSpPr>
          <p:cNvPr id="4" name="Footer Placeholder 3">
            <a:extLst>
              <a:ext uri="{FF2B5EF4-FFF2-40B4-BE49-F238E27FC236}">
                <a16:creationId xmlns:a16="http://schemas.microsoft.com/office/drawing/2014/main" id="{B11332E4-E9C8-448E-9044-548BF20A46C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D3CEE6-CE7C-49FB-8223-8ED2A8AAC799}"/>
              </a:ext>
            </a:extLst>
          </p:cNvPr>
          <p:cNvSpPr>
            <a:spLocks noGrp="1"/>
          </p:cNvSpPr>
          <p:nvPr>
            <p:ph type="sldNum" sz="quarter" idx="12"/>
          </p:nvPr>
        </p:nvSpPr>
        <p:spPr/>
        <p:txBody>
          <a:bodyPr/>
          <a:lstStyle/>
          <a:p>
            <a:fld id="{2B5846A9-D11D-4E74-86F2-C0CCFC181E09}" type="slidenum">
              <a:rPr lang="hi-IN" smtClean="0"/>
              <a:t>25</a:t>
            </a:fld>
            <a:endParaRPr lang="hi-IN"/>
          </a:p>
        </p:txBody>
      </p:sp>
      <p:sp>
        <p:nvSpPr>
          <p:cNvPr id="8" name="TextBox 7">
            <a:extLst>
              <a:ext uri="{FF2B5EF4-FFF2-40B4-BE49-F238E27FC236}">
                <a16:creationId xmlns:a16="http://schemas.microsoft.com/office/drawing/2014/main" id="{F4FF58AD-4F6E-4E2A-A04E-79A604215734}"/>
              </a:ext>
            </a:extLst>
          </p:cNvPr>
          <p:cNvSpPr txBox="1"/>
          <p:nvPr/>
        </p:nvSpPr>
        <p:spPr>
          <a:xfrm>
            <a:off x="6096000" y="4572000"/>
            <a:ext cx="1085850" cy="431663"/>
          </a:xfrm>
          <a:prstGeom prst="rect">
            <a:avLst/>
          </a:prstGeom>
          <a:solidFill>
            <a:schemeClr val="bg1"/>
          </a:solidFill>
        </p:spPr>
        <p:txBody>
          <a:bodyPr wrap="square" rtlCol="0">
            <a:spAutoFit/>
          </a:bodyPr>
          <a:lstStyle/>
          <a:p>
            <a:endParaRPr lang="hi-IN" dirty="0"/>
          </a:p>
        </p:txBody>
      </p:sp>
      <p:graphicFrame>
        <p:nvGraphicFramePr>
          <p:cNvPr id="12" name="Table 6">
            <a:extLst>
              <a:ext uri="{FF2B5EF4-FFF2-40B4-BE49-F238E27FC236}">
                <a16:creationId xmlns:a16="http://schemas.microsoft.com/office/drawing/2014/main" id="{1B8603BD-1D03-494A-8BB4-4B554241605C}"/>
              </a:ext>
            </a:extLst>
          </p:cNvPr>
          <p:cNvGraphicFramePr>
            <a:graphicFrameLocks/>
          </p:cNvGraphicFramePr>
          <p:nvPr>
            <p:extLst>
              <p:ext uri="{D42A27DB-BD31-4B8C-83A1-F6EECF244321}">
                <p14:modId xmlns:p14="http://schemas.microsoft.com/office/powerpoint/2010/main" val="171498107"/>
              </p:ext>
            </p:extLst>
          </p:nvPr>
        </p:nvGraphicFramePr>
        <p:xfrm>
          <a:off x="10051599" y="2359978"/>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sp>
        <p:nvSpPr>
          <p:cNvPr id="13" name="Multiplication Sign 12">
            <a:extLst>
              <a:ext uri="{FF2B5EF4-FFF2-40B4-BE49-F238E27FC236}">
                <a16:creationId xmlns:a16="http://schemas.microsoft.com/office/drawing/2014/main" id="{FDE4E869-CB5E-4EA0-904C-129856CFCC74}"/>
              </a:ext>
            </a:extLst>
          </p:cNvPr>
          <p:cNvSpPr/>
          <p:nvPr/>
        </p:nvSpPr>
        <p:spPr>
          <a:xfrm>
            <a:off x="8131810" y="241776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6" name="Table 6">
            <a:extLst>
              <a:ext uri="{FF2B5EF4-FFF2-40B4-BE49-F238E27FC236}">
                <a16:creationId xmlns:a16="http://schemas.microsoft.com/office/drawing/2014/main" id="{026C953D-E280-4208-94F2-EBF2BBA96D20}"/>
              </a:ext>
            </a:extLst>
          </p:cNvPr>
          <p:cNvGraphicFramePr>
            <a:graphicFrameLocks/>
          </p:cNvGraphicFramePr>
          <p:nvPr>
            <p:extLst>
              <p:ext uri="{D42A27DB-BD31-4B8C-83A1-F6EECF244321}">
                <p14:modId xmlns:p14="http://schemas.microsoft.com/office/powerpoint/2010/main" val="3589590382"/>
              </p:ext>
            </p:extLst>
          </p:nvPr>
        </p:nvGraphicFramePr>
        <p:xfrm>
          <a:off x="10510707" y="4787831"/>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cxnSp>
        <p:nvCxnSpPr>
          <p:cNvPr id="30" name="Straight Arrow Connector 29">
            <a:extLst>
              <a:ext uri="{FF2B5EF4-FFF2-40B4-BE49-F238E27FC236}">
                <a16:creationId xmlns:a16="http://schemas.microsoft.com/office/drawing/2014/main" id="{D879CF84-DE5B-4D2C-B28C-D704E43F29AC}"/>
              </a:ext>
            </a:extLst>
          </p:cNvPr>
          <p:cNvCxnSpPr>
            <a:cxnSpLocks/>
          </p:cNvCxnSpPr>
          <p:nvPr/>
        </p:nvCxnSpPr>
        <p:spPr>
          <a:xfrm flipH="1">
            <a:off x="8461692" y="1828165"/>
            <a:ext cx="1177608" cy="5895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A8C11D24-C1A9-445E-BA7E-EF5C4FAECC47}"/>
              </a:ext>
            </a:extLst>
          </p:cNvPr>
          <p:cNvCxnSpPr>
            <a:cxnSpLocks/>
          </p:cNvCxnSpPr>
          <p:nvPr/>
        </p:nvCxnSpPr>
        <p:spPr>
          <a:xfrm flipH="1">
            <a:off x="9386888" y="1828165"/>
            <a:ext cx="252412" cy="5895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DFC8EC7-6894-49B9-83C8-B454D6E1790D}"/>
              </a:ext>
            </a:extLst>
          </p:cNvPr>
          <p:cNvCxnSpPr>
            <a:cxnSpLocks/>
          </p:cNvCxnSpPr>
          <p:nvPr/>
        </p:nvCxnSpPr>
        <p:spPr>
          <a:xfrm flipH="1">
            <a:off x="8715375" y="3849014"/>
            <a:ext cx="2017941" cy="7229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Multiplication Sign 24">
            <a:extLst>
              <a:ext uri="{FF2B5EF4-FFF2-40B4-BE49-F238E27FC236}">
                <a16:creationId xmlns:a16="http://schemas.microsoft.com/office/drawing/2014/main" id="{B6A93023-2AC5-4E78-99D8-6F64FF8355DE}"/>
              </a:ext>
            </a:extLst>
          </p:cNvPr>
          <p:cNvSpPr/>
          <p:nvPr/>
        </p:nvSpPr>
        <p:spPr>
          <a:xfrm>
            <a:off x="8433116" y="4678362"/>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pic>
        <p:nvPicPr>
          <p:cNvPr id="7" name="Picture 6">
            <a:extLst>
              <a:ext uri="{FF2B5EF4-FFF2-40B4-BE49-F238E27FC236}">
                <a16:creationId xmlns:a16="http://schemas.microsoft.com/office/drawing/2014/main" id="{40FE774B-2FE6-4C2F-A9DD-6A271730C0BE}"/>
              </a:ext>
            </a:extLst>
          </p:cNvPr>
          <p:cNvPicPr>
            <a:picLocks noChangeAspect="1"/>
          </p:cNvPicPr>
          <p:nvPr/>
        </p:nvPicPr>
        <p:blipFill>
          <a:blip r:embed="rId2"/>
          <a:stretch>
            <a:fillRect/>
          </a:stretch>
        </p:blipFill>
        <p:spPr>
          <a:xfrm>
            <a:off x="3438525" y="365125"/>
            <a:ext cx="3028950" cy="6057900"/>
          </a:xfrm>
          <a:prstGeom prst="rect">
            <a:avLst/>
          </a:prstGeom>
        </p:spPr>
      </p:pic>
      <p:graphicFrame>
        <p:nvGraphicFramePr>
          <p:cNvPr id="22" name="Table 6">
            <a:extLst>
              <a:ext uri="{FF2B5EF4-FFF2-40B4-BE49-F238E27FC236}">
                <a16:creationId xmlns:a16="http://schemas.microsoft.com/office/drawing/2014/main" id="{A11BA278-369C-4D7E-861C-892657DAC349}"/>
              </a:ext>
            </a:extLst>
          </p:cNvPr>
          <p:cNvGraphicFramePr>
            <a:graphicFrameLocks/>
          </p:cNvGraphicFramePr>
          <p:nvPr>
            <p:extLst>
              <p:ext uri="{D42A27DB-BD31-4B8C-83A1-F6EECF244321}">
                <p14:modId xmlns:p14="http://schemas.microsoft.com/office/powerpoint/2010/main" val="567078935"/>
              </p:ext>
            </p:extLst>
          </p:nvPr>
        </p:nvGraphicFramePr>
        <p:xfrm>
          <a:off x="8986158" y="334565"/>
          <a:ext cx="1306284" cy="1463040"/>
        </p:xfrm>
        <a:graphic>
          <a:graphicData uri="http://schemas.openxmlformats.org/drawingml/2006/table">
            <a:tbl>
              <a:tblPr firstRow="1" bandRow="1">
                <a:tableStyleId>{5C22544A-7EE6-4342-B048-85BDC9FD1C3A}</a:tableStyleId>
              </a:tblPr>
              <a:tblGrid>
                <a:gridCol w="326571">
                  <a:extLst>
                    <a:ext uri="{9D8B030D-6E8A-4147-A177-3AD203B41FA5}">
                      <a16:colId xmlns:a16="http://schemas.microsoft.com/office/drawing/2014/main" val="3796212136"/>
                    </a:ext>
                  </a:extLst>
                </a:gridCol>
                <a:gridCol w="326571">
                  <a:extLst>
                    <a:ext uri="{9D8B030D-6E8A-4147-A177-3AD203B41FA5}">
                      <a16:colId xmlns:a16="http://schemas.microsoft.com/office/drawing/2014/main" val="1898967033"/>
                    </a:ext>
                  </a:extLst>
                </a:gridCol>
                <a:gridCol w="326571">
                  <a:extLst>
                    <a:ext uri="{9D8B030D-6E8A-4147-A177-3AD203B41FA5}">
                      <a16:colId xmlns:a16="http://schemas.microsoft.com/office/drawing/2014/main" val="1539673627"/>
                    </a:ext>
                  </a:extLst>
                </a:gridCol>
                <a:gridCol w="326571">
                  <a:extLst>
                    <a:ext uri="{9D8B030D-6E8A-4147-A177-3AD203B41FA5}">
                      <a16:colId xmlns:a16="http://schemas.microsoft.com/office/drawing/2014/main" val="2888359174"/>
                    </a:ext>
                  </a:extLst>
                </a:gridCol>
              </a:tblGrid>
              <a:tr h="331391">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3162412"/>
                  </a:ext>
                </a:extLst>
              </a:tr>
              <a:tr h="331391">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640758336"/>
                  </a:ext>
                </a:extLst>
              </a:tr>
              <a:tr h="331391">
                <a:tc>
                  <a:txBody>
                    <a:bodyPr/>
                    <a:lstStyle/>
                    <a:p>
                      <a:r>
                        <a:rPr lang="en-US" b="1" dirty="0">
                          <a:solidFill>
                            <a:schemeClr val="tx1"/>
                          </a:solidFill>
                        </a:rPr>
                        <a:t>3</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4</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181893"/>
                  </a:ext>
                </a:extLst>
              </a:tr>
              <a:tr h="331391">
                <a:tc>
                  <a:txBody>
                    <a:bodyPr/>
                    <a:lstStyle/>
                    <a:p>
                      <a:r>
                        <a:rPr lang="en-US" b="1" dirty="0">
                          <a:solidFill>
                            <a:schemeClr val="tx1"/>
                          </a:solidFill>
                        </a:rPr>
                        <a:t>2</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1</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a:solidFill>
                            <a:schemeClr val="tx1"/>
                          </a:solidFill>
                        </a:rPr>
                        <a:t>?</a:t>
                      </a:r>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hi-IN"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957856"/>
                  </a:ext>
                </a:extLst>
              </a:tr>
            </a:tbl>
          </a:graphicData>
        </a:graphic>
      </p:graphicFrame>
      <p:sp>
        <p:nvSpPr>
          <p:cNvPr id="23" name="Multiplication Sign 22">
            <a:extLst>
              <a:ext uri="{FF2B5EF4-FFF2-40B4-BE49-F238E27FC236}">
                <a16:creationId xmlns:a16="http://schemas.microsoft.com/office/drawing/2014/main" id="{4882DD4E-9A6B-465B-ABE4-351790D63A95}"/>
              </a:ext>
            </a:extLst>
          </p:cNvPr>
          <p:cNvSpPr/>
          <p:nvPr/>
        </p:nvSpPr>
        <p:spPr>
          <a:xfrm>
            <a:off x="9201150" y="2487373"/>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17" name="Straight Arrow Connector 16">
            <a:extLst>
              <a:ext uri="{FF2B5EF4-FFF2-40B4-BE49-F238E27FC236}">
                <a16:creationId xmlns:a16="http://schemas.microsoft.com/office/drawing/2014/main" id="{ECAFA8AD-D9BB-4096-B133-22F7874F0466}"/>
              </a:ext>
            </a:extLst>
          </p:cNvPr>
          <p:cNvCxnSpPr/>
          <p:nvPr/>
        </p:nvCxnSpPr>
        <p:spPr>
          <a:xfrm>
            <a:off x="9685907" y="1828165"/>
            <a:ext cx="949435" cy="4783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Multiplication Sign 27">
            <a:extLst>
              <a:ext uri="{FF2B5EF4-FFF2-40B4-BE49-F238E27FC236}">
                <a16:creationId xmlns:a16="http://schemas.microsoft.com/office/drawing/2014/main" id="{AE788A78-38D1-44BB-901E-718D26837432}"/>
              </a:ext>
            </a:extLst>
          </p:cNvPr>
          <p:cNvSpPr/>
          <p:nvPr/>
        </p:nvSpPr>
        <p:spPr>
          <a:xfrm>
            <a:off x="8987111" y="468562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32" name="Multiplication Sign 31">
            <a:extLst>
              <a:ext uri="{FF2B5EF4-FFF2-40B4-BE49-F238E27FC236}">
                <a16:creationId xmlns:a16="http://schemas.microsoft.com/office/drawing/2014/main" id="{28929F6D-B237-42EE-A549-E58C5D28AE04}"/>
              </a:ext>
            </a:extLst>
          </p:cNvPr>
          <p:cNvSpPr/>
          <p:nvPr/>
        </p:nvSpPr>
        <p:spPr>
          <a:xfrm>
            <a:off x="9538606" y="4685626"/>
            <a:ext cx="371477" cy="293688"/>
          </a:xfrm>
          <a:prstGeom prst="mathMultiply">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cxnSp>
        <p:nvCxnSpPr>
          <p:cNvPr id="20" name="Straight Arrow Connector 19">
            <a:extLst>
              <a:ext uri="{FF2B5EF4-FFF2-40B4-BE49-F238E27FC236}">
                <a16:creationId xmlns:a16="http://schemas.microsoft.com/office/drawing/2014/main" id="{E8635B81-31B0-4358-B8AD-768FCD75A919}"/>
              </a:ext>
            </a:extLst>
          </p:cNvPr>
          <p:cNvCxnSpPr/>
          <p:nvPr/>
        </p:nvCxnSpPr>
        <p:spPr>
          <a:xfrm flipH="1">
            <a:off x="9277350" y="3849014"/>
            <a:ext cx="1427391" cy="7229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1743C18F-1412-4D87-BF85-53AA0FF05A70}"/>
              </a:ext>
            </a:extLst>
          </p:cNvPr>
          <p:cNvCxnSpPr/>
          <p:nvPr/>
        </p:nvCxnSpPr>
        <p:spPr>
          <a:xfrm flipH="1">
            <a:off x="9839325" y="3849014"/>
            <a:ext cx="893991" cy="702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2876AA19-0697-4408-821F-06E440D31226}"/>
              </a:ext>
            </a:extLst>
          </p:cNvPr>
          <p:cNvCxnSpPr/>
          <p:nvPr/>
        </p:nvCxnSpPr>
        <p:spPr>
          <a:xfrm>
            <a:off x="10704741" y="3876518"/>
            <a:ext cx="344259" cy="8009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38CA61E3-7646-4639-85DA-B61CC2C8221E}"/>
              </a:ext>
            </a:extLst>
          </p:cNvPr>
          <p:cNvSpPr txBox="1"/>
          <p:nvPr/>
        </p:nvSpPr>
        <p:spPr>
          <a:xfrm>
            <a:off x="8503286" y="6105525"/>
            <a:ext cx="2298064" cy="461665"/>
          </a:xfrm>
          <a:prstGeom prst="rect">
            <a:avLst/>
          </a:prstGeom>
          <a:noFill/>
        </p:spPr>
        <p:txBody>
          <a:bodyPr wrap="square" rtlCol="0">
            <a:spAutoFit/>
          </a:bodyPr>
          <a:lstStyle/>
          <a:p>
            <a:r>
              <a:rPr lang="en-US" sz="2400" b="1" dirty="0"/>
              <a:t>Final Solution</a:t>
            </a:r>
            <a:endParaRPr lang="hi-IN" sz="2400" b="1" dirty="0"/>
          </a:p>
        </p:txBody>
      </p:sp>
    </p:spTree>
    <p:extLst>
      <p:ext uri="{BB962C8B-B14F-4D97-AF65-F5344CB8AC3E}">
        <p14:creationId xmlns:p14="http://schemas.microsoft.com/office/powerpoint/2010/main" val="419385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P spid="23" grpId="0" animBg="1"/>
      <p:bldP spid="28" grpId="0" animBg="1"/>
      <p:bldP spid="32" grpId="0" animBg="1"/>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EA3-9A76-4A17-8B81-581B5E17154F}"/>
              </a:ext>
            </a:extLst>
          </p:cNvPr>
          <p:cNvSpPr>
            <a:spLocks noGrp="1"/>
          </p:cNvSpPr>
          <p:nvPr>
            <p:ph type="title"/>
          </p:nvPr>
        </p:nvSpPr>
        <p:spPr>
          <a:xfrm>
            <a:off x="838200" y="365125"/>
            <a:ext cx="4895850" cy="1325563"/>
          </a:xfrm>
        </p:spPr>
        <p:txBody>
          <a:bodyPr/>
          <a:lstStyle/>
          <a:p>
            <a:r>
              <a:rPr lang="en-US" b="1" dirty="0"/>
              <a:t>Example – 4x4 puzzle</a:t>
            </a:r>
            <a:endParaRPr lang="hi-IN" dirty="0"/>
          </a:p>
        </p:txBody>
      </p:sp>
      <p:sp>
        <p:nvSpPr>
          <p:cNvPr id="4" name="Footer Placeholder 3">
            <a:extLst>
              <a:ext uri="{FF2B5EF4-FFF2-40B4-BE49-F238E27FC236}">
                <a16:creationId xmlns:a16="http://schemas.microsoft.com/office/drawing/2014/main" id="{B11332E4-E9C8-448E-9044-548BF20A46C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D3CEE6-CE7C-49FB-8223-8ED2A8AAC799}"/>
              </a:ext>
            </a:extLst>
          </p:cNvPr>
          <p:cNvSpPr>
            <a:spLocks noGrp="1"/>
          </p:cNvSpPr>
          <p:nvPr>
            <p:ph type="sldNum" sz="quarter" idx="12"/>
          </p:nvPr>
        </p:nvSpPr>
        <p:spPr/>
        <p:txBody>
          <a:bodyPr/>
          <a:lstStyle/>
          <a:p>
            <a:fld id="{2B5846A9-D11D-4E74-86F2-C0CCFC181E09}" type="slidenum">
              <a:rPr lang="hi-IN" smtClean="0"/>
              <a:t>26</a:t>
            </a:fld>
            <a:endParaRPr lang="hi-IN"/>
          </a:p>
        </p:txBody>
      </p:sp>
      <p:sp>
        <p:nvSpPr>
          <p:cNvPr id="8" name="TextBox 7">
            <a:extLst>
              <a:ext uri="{FF2B5EF4-FFF2-40B4-BE49-F238E27FC236}">
                <a16:creationId xmlns:a16="http://schemas.microsoft.com/office/drawing/2014/main" id="{F4FF58AD-4F6E-4E2A-A04E-79A604215734}"/>
              </a:ext>
            </a:extLst>
          </p:cNvPr>
          <p:cNvSpPr txBox="1"/>
          <p:nvPr/>
        </p:nvSpPr>
        <p:spPr>
          <a:xfrm>
            <a:off x="6096000" y="4572000"/>
            <a:ext cx="1085850" cy="431663"/>
          </a:xfrm>
          <a:prstGeom prst="rect">
            <a:avLst/>
          </a:prstGeom>
          <a:solidFill>
            <a:schemeClr val="bg1"/>
          </a:solidFill>
        </p:spPr>
        <p:txBody>
          <a:bodyPr wrap="square" rtlCol="0">
            <a:spAutoFit/>
          </a:bodyPr>
          <a:lstStyle/>
          <a:p>
            <a:endParaRPr lang="hi-IN" dirty="0"/>
          </a:p>
        </p:txBody>
      </p:sp>
      <p:grpSp>
        <p:nvGrpSpPr>
          <p:cNvPr id="9" name="Group 8">
            <a:extLst>
              <a:ext uri="{FF2B5EF4-FFF2-40B4-BE49-F238E27FC236}">
                <a16:creationId xmlns:a16="http://schemas.microsoft.com/office/drawing/2014/main" id="{11C822EF-BBD8-41A2-849D-C0FE831F13A2}"/>
              </a:ext>
            </a:extLst>
          </p:cNvPr>
          <p:cNvGrpSpPr/>
          <p:nvPr/>
        </p:nvGrpSpPr>
        <p:grpSpPr>
          <a:xfrm>
            <a:off x="6162675" y="346075"/>
            <a:ext cx="3212305" cy="6129337"/>
            <a:chOff x="3438524" y="365125"/>
            <a:chExt cx="2474958" cy="5801638"/>
          </a:xfrm>
        </p:grpSpPr>
        <p:pic>
          <p:nvPicPr>
            <p:cNvPr id="7" name="Picture 6">
              <a:extLst>
                <a:ext uri="{FF2B5EF4-FFF2-40B4-BE49-F238E27FC236}">
                  <a16:creationId xmlns:a16="http://schemas.microsoft.com/office/drawing/2014/main" id="{40FE774B-2FE6-4C2F-A9DD-6A271730C0BE}"/>
                </a:ext>
              </a:extLst>
            </p:cNvPr>
            <p:cNvPicPr>
              <a:picLocks noChangeAspect="1"/>
            </p:cNvPicPr>
            <p:nvPr/>
          </p:nvPicPr>
          <p:blipFill>
            <a:blip r:embed="rId2"/>
            <a:stretch>
              <a:fillRect/>
            </a:stretch>
          </p:blipFill>
          <p:spPr>
            <a:xfrm>
              <a:off x="3438524" y="365125"/>
              <a:ext cx="2178503" cy="4357006"/>
            </a:xfrm>
            <a:prstGeom prst="rect">
              <a:avLst/>
            </a:prstGeom>
          </p:spPr>
        </p:pic>
        <p:pic>
          <p:nvPicPr>
            <p:cNvPr id="3" name="Picture 2">
              <a:extLst>
                <a:ext uri="{FF2B5EF4-FFF2-40B4-BE49-F238E27FC236}">
                  <a16:creationId xmlns:a16="http://schemas.microsoft.com/office/drawing/2014/main" id="{3C7D1A61-D227-43AE-B9B5-C90402651350}"/>
                </a:ext>
              </a:extLst>
            </p:cNvPr>
            <p:cNvPicPr>
              <a:picLocks noChangeAspect="1"/>
            </p:cNvPicPr>
            <p:nvPr/>
          </p:nvPicPr>
          <p:blipFill>
            <a:blip r:embed="rId3"/>
            <a:stretch>
              <a:fillRect/>
            </a:stretch>
          </p:blipFill>
          <p:spPr>
            <a:xfrm>
              <a:off x="4687713" y="4685626"/>
              <a:ext cx="1225769" cy="1481137"/>
            </a:xfrm>
            <a:prstGeom prst="rect">
              <a:avLst/>
            </a:prstGeom>
          </p:spPr>
        </p:pic>
      </p:grpSp>
      <p:pic>
        <p:nvPicPr>
          <p:cNvPr id="11" name="Picture 10">
            <a:extLst>
              <a:ext uri="{FF2B5EF4-FFF2-40B4-BE49-F238E27FC236}">
                <a16:creationId xmlns:a16="http://schemas.microsoft.com/office/drawing/2014/main" id="{A2C8BFE5-20C6-4B36-91FA-E7C08BACCF25}"/>
              </a:ext>
            </a:extLst>
          </p:cNvPr>
          <p:cNvPicPr>
            <a:picLocks noChangeAspect="1"/>
          </p:cNvPicPr>
          <p:nvPr/>
        </p:nvPicPr>
        <p:blipFill>
          <a:blip r:embed="rId4"/>
          <a:stretch>
            <a:fillRect/>
          </a:stretch>
        </p:blipFill>
        <p:spPr>
          <a:xfrm>
            <a:off x="3616586" y="2447925"/>
            <a:ext cx="3269793" cy="3573960"/>
          </a:xfrm>
          <a:prstGeom prst="rect">
            <a:avLst/>
          </a:prstGeom>
        </p:spPr>
      </p:pic>
      <p:pic>
        <p:nvPicPr>
          <p:cNvPr id="29" name="Picture 28">
            <a:extLst>
              <a:ext uri="{FF2B5EF4-FFF2-40B4-BE49-F238E27FC236}">
                <a16:creationId xmlns:a16="http://schemas.microsoft.com/office/drawing/2014/main" id="{52F8FF36-2519-4947-AECC-338CF72F14DA}"/>
              </a:ext>
            </a:extLst>
          </p:cNvPr>
          <p:cNvPicPr>
            <a:picLocks noChangeAspect="1"/>
          </p:cNvPicPr>
          <p:nvPr/>
        </p:nvPicPr>
        <p:blipFill>
          <a:blip r:embed="rId5"/>
          <a:stretch>
            <a:fillRect/>
          </a:stretch>
        </p:blipFill>
        <p:spPr>
          <a:xfrm>
            <a:off x="124095" y="2349637"/>
            <a:ext cx="3425816" cy="3573960"/>
          </a:xfrm>
          <a:prstGeom prst="rect">
            <a:avLst/>
          </a:prstGeom>
        </p:spPr>
      </p:pic>
      <p:sp>
        <p:nvSpPr>
          <p:cNvPr id="14" name="Arrow: Right 13">
            <a:extLst>
              <a:ext uri="{FF2B5EF4-FFF2-40B4-BE49-F238E27FC236}">
                <a16:creationId xmlns:a16="http://schemas.microsoft.com/office/drawing/2014/main" id="{2AF74686-DFB0-4A13-872D-C80A1B3E0166}"/>
              </a:ext>
            </a:extLst>
          </p:cNvPr>
          <p:cNvSpPr/>
          <p:nvPr/>
        </p:nvSpPr>
        <p:spPr>
          <a:xfrm>
            <a:off x="3381375" y="4136617"/>
            <a:ext cx="438150" cy="17820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315081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11332E4-E9C8-448E-9044-548BF20A46C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D3CEE6-CE7C-49FB-8223-8ED2A8AAC799}"/>
              </a:ext>
            </a:extLst>
          </p:cNvPr>
          <p:cNvSpPr>
            <a:spLocks noGrp="1"/>
          </p:cNvSpPr>
          <p:nvPr>
            <p:ph type="sldNum" sz="quarter" idx="12"/>
          </p:nvPr>
        </p:nvSpPr>
        <p:spPr/>
        <p:txBody>
          <a:bodyPr/>
          <a:lstStyle/>
          <a:p>
            <a:fld id="{2B5846A9-D11D-4E74-86F2-C0CCFC181E09}" type="slidenum">
              <a:rPr lang="hi-IN" smtClean="0"/>
              <a:t>27</a:t>
            </a:fld>
            <a:endParaRPr lang="hi-IN"/>
          </a:p>
        </p:txBody>
      </p:sp>
      <p:sp>
        <p:nvSpPr>
          <p:cNvPr id="8" name="TextBox 7">
            <a:extLst>
              <a:ext uri="{FF2B5EF4-FFF2-40B4-BE49-F238E27FC236}">
                <a16:creationId xmlns:a16="http://schemas.microsoft.com/office/drawing/2014/main" id="{F4FF58AD-4F6E-4E2A-A04E-79A604215734}"/>
              </a:ext>
            </a:extLst>
          </p:cNvPr>
          <p:cNvSpPr txBox="1"/>
          <p:nvPr/>
        </p:nvSpPr>
        <p:spPr>
          <a:xfrm>
            <a:off x="6096000" y="4572000"/>
            <a:ext cx="1085850" cy="431663"/>
          </a:xfrm>
          <a:prstGeom prst="rect">
            <a:avLst/>
          </a:prstGeom>
          <a:solidFill>
            <a:schemeClr val="bg1"/>
          </a:solidFill>
        </p:spPr>
        <p:txBody>
          <a:bodyPr wrap="square" rtlCol="0">
            <a:spAutoFit/>
          </a:bodyPr>
          <a:lstStyle/>
          <a:p>
            <a:endParaRPr lang="hi-IN" dirty="0"/>
          </a:p>
        </p:txBody>
      </p:sp>
      <p:grpSp>
        <p:nvGrpSpPr>
          <p:cNvPr id="9" name="Group 8">
            <a:extLst>
              <a:ext uri="{FF2B5EF4-FFF2-40B4-BE49-F238E27FC236}">
                <a16:creationId xmlns:a16="http://schemas.microsoft.com/office/drawing/2014/main" id="{11C822EF-BBD8-41A2-849D-C0FE831F13A2}"/>
              </a:ext>
            </a:extLst>
          </p:cNvPr>
          <p:cNvGrpSpPr/>
          <p:nvPr/>
        </p:nvGrpSpPr>
        <p:grpSpPr>
          <a:xfrm rot="16200000">
            <a:off x="3100387" y="-2033587"/>
            <a:ext cx="5514975" cy="10991850"/>
            <a:chOff x="3438524" y="365125"/>
            <a:chExt cx="2474958" cy="5801638"/>
          </a:xfrm>
        </p:grpSpPr>
        <p:pic>
          <p:nvPicPr>
            <p:cNvPr id="7" name="Picture 6">
              <a:extLst>
                <a:ext uri="{FF2B5EF4-FFF2-40B4-BE49-F238E27FC236}">
                  <a16:creationId xmlns:a16="http://schemas.microsoft.com/office/drawing/2014/main" id="{40FE774B-2FE6-4C2F-A9DD-6A271730C0BE}"/>
                </a:ext>
              </a:extLst>
            </p:cNvPr>
            <p:cNvPicPr>
              <a:picLocks noChangeAspect="1"/>
            </p:cNvPicPr>
            <p:nvPr/>
          </p:nvPicPr>
          <p:blipFill>
            <a:blip r:embed="rId2"/>
            <a:stretch>
              <a:fillRect/>
            </a:stretch>
          </p:blipFill>
          <p:spPr>
            <a:xfrm>
              <a:off x="3438524" y="365125"/>
              <a:ext cx="2178503" cy="4357006"/>
            </a:xfrm>
            <a:prstGeom prst="rect">
              <a:avLst/>
            </a:prstGeom>
          </p:spPr>
        </p:pic>
        <p:pic>
          <p:nvPicPr>
            <p:cNvPr id="3" name="Picture 2">
              <a:extLst>
                <a:ext uri="{FF2B5EF4-FFF2-40B4-BE49-F238E27FC236}">
                  <a16:creationId xmlns:a16="http://schemas.microsoft.com/office/drawing/2014/main" id="{3C7D1A61-D227-43AE-B9B5-C90402651350}"/>
                </a:ext>
              </a:extLst>
            </p:cNvPr>
            <p:cNvPicPr>
              <a:picLocks noChangeAspect="1"/>
            </p:cNvPicPr>
            <p:nvPr/>
          </p:nvPicPr>
          <p:blipFill>
            <a:blip r:embed="rId3"/>
            <a:stretch>
              <a:fillRect/>
            </a:stretch>
          </p:blipFill>
          <p:spPr>
            <a:xfrm>
              <a:off x="4687713" y="4685626"/>
              <a:ext cx="1225769" cy="1481137"/>
            </a:xfrm>
            <a:prstGeom prst="rect">
              <a:avLst/>
            </a:prstGeom>
          </p:spPr>
        </p:pic>
      </p:grpSp>
      <p:sp>
        <p:nvSpPr>
          <p:cNvPr id="6" name="TextBox 5">
            <a:extLst>
              <a:ext uri="{FF2B5EF4-FFF2-40B4-BE49-F238E27FC236}">
                <a16:creationId xmlns:a16="http://schemas.microsoft.com/office/drawing/2014/main" id="{F8F9DA76-1CBB-49A7-9E7B-8D39059265C4}"/>
              </a:ext>
            </a:extLst>
          </p:cNvPr>
          <p:cNvSpPr txBox="1"/>
          <p:nvPr/>
        </p:nvSpPr>
        <p:spPr>
          <a:xfrm>
            <a:off x="6699167" y="4849003"/>
            <a:ext cx="4343400" cy="1569660"/>
          </a:xfrm>
          <a:prstGeom prst="rect">
            <a:avLst/>
          </a:prstGeom>
          <a:noFill/>
        </p:spPr>
        <p:txBody>
          <a:bodyPr wrap="square" rtlCol="0">
            <a:spAutoFit/>
          </a:bodyPr>
          <a:lstStyle/>
          <a:p>
            <a:r>
              <a:rPr lang="en-US" sz="2400" dirty="0"/>
              <a:t>This example does not involve backtracking. But a bigger grid may have backtracking strategy applied</a:t>
            </a:r>
            <a:endParaRPr lang="hi-IN" sz="2400" dirty="0"/>
          </a:p>
        </p:txBody>
      </p:sp>
      <p:sp>
        <p:nvSpPr>
          <p:cNvPr id="2" name="Title 1">
            <a:extLst>
              <a:ext uri="{FF2B5EF4-FFF2-40B4-BE49-F238E27FC236}">
                <a16:creationId xmlns:a16="http://schemas.microsoft.com/office/drawing/2014/main" id="{936ABEA3-9A76-4A17-8B81-581B5E17154F}"/>
              </a:ext>
            </a:extLst>
          </p:cNvPr>
          <p:cNvSpPr>
            <a:spLocks noGrp="1"/>
          </p:cNvSpPr>
          <p:nvPr>
            <p:ph type="title"/>
          </p:nvPr>
        </p:nvSpPr>
        <p:spPr>
          <a:xfrm>
            <a:off x="838199" y="365125"/>
            <a:ext cx="5860967" cy="1325563"/>
          </a:xfrm>
        </p:spPr>
        <p:txBody>
          <a:bodyPr>
            <a:normAutofit fontScale="90000"/>
          </a:bodyPr>
          <a:lstStyle/>
          <a:p>
            <a:r>
              <a:rPr lang="en-US" b="1" dirty="0"/>
              <a:t>Example – 4x4 puzzle – complete state space tree</a:t>
            </a:r>
            <a:endParaRPr lang="hi-IN" dirty="0"/>
          </a:p>
        </p:txBody>
      </p:sp>
    </p:spTree>
    <p:extLst>
      <p:ext uri="{BB962C8B-B14F-4D97-AF65-F5344CB8AC3E}">
        <p14:creationId xmlns:p14="http://schemas.microsoft.com/office/powerpoint/2010/main" val="3378457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5BB68-6B44-45B4-8928-3E1AF494C107}"/>
              </a:ext>
            </a:extLst>
          </p:cNvPr>
          <p:cNvSpPr>
            <a:spLocks noGrp="1"/>
          </p:cNvSpPr>
          <p:nvPr>
            <p:ph type="title"/>
          </p:nvPr>
        </p:nvSpPr>
        <p:spPr/>
        <p:txBody>
          <a:bodyPr/>
          <a:lstStyle/>
          <a:p>
            <a:r>
              <a:rPr lang="en-US" b="1" dirty="0"/>
              <a:t>Sudoku – Example 2</a:t>
            </a:r>
            <a:endParaRPr lang="hi-IN" b="1" dirty="0"/>
          </a:p>
        </p:txBody>
      </p:sp>
      <p:sp>
        <p:nvSpPr>
          <p:cNvPr id="3" name="Content Placeholder 2">
            <a:extLst>
              <a:ext uri="{FF2B5EF4-FFF2-40B4-BE49-F238E27FC236}">
                <a16:creationId xmlns:a16="http://schemas.microsoft.com/office/drawing/2014/main" id="{0A457CD1-FF46-4E01-97EB-31240BA76917}"/>
              </a:ext>
            </a:extLst>
          </p:cNvPr>
          <p:cNvSpPr>
            <a:spLocks noGrp="1"/>
          </p:cNvSpPr>
          <p:nvPr>
            <p:ph idx="1"/>
          </p:nvPr>
        </p:nvSpPr>
        <p:spPr>
          <a:xfrm>
            <a:off x="838200" y="1825625"/>
            <a:ext cx="3648075" cy="4351338"/>
          </a:xfrm>
        </p:spPr>
        <p:txBody>
          <a:bodyPr/>
          <a:lstStyle/>
          <a:p>
            <a:pPr algn="just"/>
            <a:r>
              <a:rPr lang="en-US" dirty="0"/>
              <a:t>Solve the following puzzle and show the complete state space tree</a:t>
            </a:r>
            <a:endParaRPr lang="hi-IN" dirty="0"/>
          </a:p>
        </p:txBody>
      </p:sp>
      <p:sp>
        <p:nvSpPr>
          <p:cNvPr id="4" name="Footer Placeholder 3">
            <a:extLst>
              <a:ext uri="{FF2B5EF4-FFF2-40B4-BE49-F238E27FC236}">
                <a16:creationId xmlns:a16="http://schemas.microsoft.com/office/drawing/2014/main" id="{AED40B90-2C58-482E-AC7F-407C5D2BBE1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C6CE1A3D-5438-4B7E-8016-53E413C5D932}"/>
              </a:ext>
            </a:extLst>
          </p:cNvPr>
          <p:cNvSpPr>
            <a:spLocks noGrp="1"/>
          </p:cNvSpPr>
          <p:nvPr>
            <p:ph type="sldNum" sz="quarter" idx="12"/>
          </p:nvPr>
        </p:nvSpPr>
        <p:spPr/>
        <p:txBody>
          <a:bodyPr/>
          <a:lstStyle/>
          <a:p>
            <a:fld id="{2B5846A9-D11D-4E74-86F2-C0CCFC181E09}" type="slidenum">
              <a:rPr lang="hi-IN" smtClean="0"/>
              <a:t>28</a:t>
            </a:fld>
            <a:endParaRPr lang="hi-IN"/>
          </a:p>
        </p:txBody>
      </p:sp>
      <p:pic>
        <p:nvPicPr>
          <p:cNvPr id="2050" name="Picture 2">
            <a:extLst>
              <a:ext uri="{FF2B5EF4-FFF2-40B4-BE49-F238E27FC236}">
                <a16:creationId xmlns:a16="http://schemas.microsoft.com/office/drawing/2014/main" id="{6CD78B55-8E83-4A18-9C77-564BFCE12E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90688"/>
            <a:ext cx="3295650" cy="3295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633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A801-E461-486C-B70B-1B7FEDB3E576}"/>
              </a:ext>
            </a:extLst>
          </p:cNvPr>
          <p:cNvSpPr>
            <a:spLocks noGrp="1"/>
          </p:cNvSpPr>
          <p:nvPr>
            <p:ph type="title"/>
          </p:nvPr>
        </p:nvSpPr>
        <p:spPr/>
        <p:txBody>
          <a:bodyPr/>
          <a:lstStyle/>
          <a:p>
            <a:r>
              <a:rPr lang="en-US" b="1" dirty="0"/>
              <a:t>Map/Graph coloring</a:t>
            </a:r>
            <a:endParaRPr lang="hi-IN" b="1" dirty="0"/>
          </a:p>
        </p:txBody>
      </p:sp>
      <p:sp>
        <p:nvSpPr>
          <p:cNvPr id="3" name="Content Placeholder 2">
            <a:extLst>
              <a:ext uri="{FF2B5EF4-FFF2-40B4-BE49-F238E27FC236}">
                <a16:creationId xmlns:a16="http://schemas.microsoft.com/office/drawing/2014/main" id="{F011D7AA-2505-40D7-8F8A-BD9F1E8CEEFB}"/>
              </a:ext>
            </a:extLst>
          </p:cNvPr>
          <p:cNvSpPr>
            <a:spLocks noGrp="1"/>
          </p:cNvSpPr>
          <p:nvPr>
            <p:ph idx="1"/>
          </p:nvPr>
        </p:nvSpPr>
        <p:spPr/>
        <p:txBody>
          <a:bodyPr>
            <a:normAutofit/>
          </a:bodyPr>
          <a:lstStyle/>
          <a:p>
            <a:pPr algn="just"/>
            <a:r>
              <a:rPr lang="en-US" dirty="0"/>
              <a:t>You wish to color a map with not more than four colors (say..)</a:t>
            </a:r>
          </a:p>
          <a:p>
            <a:pPr marL="0" indent="0" algn="just">
              <a:buNone/>
            </a:pPr>
            <a:r>
              <a:rPr lang="en-US" dirty="0"/>
              <a:t>	– red, yellow, green, brown</a:t>
            </a:r>
          </a:p>
          <a:p>
            <a:pPr algn="just"/>
            <a:r>
              <a:rPr lang="en-US" dirty="0"/>
              <a:t>Adjacent countries/nodes must be in different colors</a:t>
            </a:r>
          </a:p>
          <a:p>
            <a:pPr algn="just"/>
            <a:r>
              <a:rPr lang="en-US" dirty="0"/>
              <a:t>You don’t have enough information to choose colors</a:t>
            </a:r>
          </a:p>
          <a:p>
            <a:pPr algn="just"/>
            <a:r>
              <a:rPr lang="en-US" dirty="0"/>
              <a:t>Each choice leads to another set of choices</a:t>
            </a:r>
          </a:p>
          <a:p>
            <a:pPr algn="just"/>
            <a:r>
              <a:rPr lang="en-US" dirty="0"/>
              <a:t>One or more sequences of choices may (or may not) lead to a solution</a:t>
            </a:r>
          </a:p>
          <a:p>
            <a:pPr algn="just"/>
            <a:r>
              <a:rPr lang="en-US" dirty="0"/>
              <a:t>Many coloring problems can be solved with backtracking</a:t>
            </a:r>
            <a:endParaRPr lang="hi-IN" dirty="0"/>
          </a:p>
        </p:txBody>
      </p:sp>
      <p:sp>
        <p:nvSpPr>
          <p:cNvPr id="4" name="Footer Placeholder 3">
            <a:extLst>
              <a:ext uri="{FF2B5EF4-FFF2-40B4-BE49-F238E27FC236}">
                <a16:creationId xmlns:a16="http://schemas.microsoft.com/office/drawing/2014/main" id="{5BC93A34-BA8F-494B-A46A-65B571710F52}"/>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EA5A026B-B5EB-40B0-B12E-22235A289D7B}"/>
              </a:ext>
            </a:extLst>
          </p:cNvPr>
          <p:cNvSpPr>
            <a:spLocks noGrp="1"/>
          </p:cNvSpPr>
          <p:nvPr>
            <p:ph type="sldNum" sz="quarter" idx="12"/>
          </p:nvPr>
        </p:nvSpPr>
        <p:spPr/>
        <p:txBody>
          <a:bodyPr/>
          <a:lstStyle/>
          <a:p>
            <a:fld id="{2B5846A9-D11D-4E74-86F2-C0CCFC181E09}" type="slidenum">
              <a:rPr lang="hi-IN" smtClean="0"/>
              <a:t>29</a:t>
            </a:fld>
            <a:endParaRPr lang="hi-IN"/>
          </a:p>
        </p:txBody>
      </p:sp>
      <p:pic>
        <p:nvPicPr>
          <p:cNvPr id="6" name="Picture 5">
            <a:extLst>
              <a:ext uri="{FF2B5EF4-FFF2-40B4-BE49-F238E27FC236}">
                <a16:creationId xmlns:a16="http://schemas.microsoft.com/office/drawing/2014/main" id="{E1F6E41F-FAD8-4E5A-8953-75410464BC64}"/>
              </a:ext>
            </a:extLst>
          </p:cNvPr>
          <p:cNvPicPr>
            <a:picLocks noChangeAspect="1"/>
          </p:cNvPicPr>
          <p:nvPr/>
        </p:nvPicPr>
        <p:blipFill>
          <a:blip r:embed="rId2"/>
          <a:stretch>
            <a:fillRect/>
          </a:stretch>
        </p:blipFill>
        <p:spPr>
          <a:xfrm>
            <a:off x="9558337" y="2238375"/>
            <a:ext cx="2428875" cy="1905000"/>
          </a:xfrm>
          <a:prstGeom prst="rect">
            <a:avLst/>
          </a:prstGeom>
        </p:spPr>
      </p:pic>
    </p:spTree>
    <p:extLst>
      <p:ext uri="{BB962C8B-B14F-4D97-AF65-F5344CB8AC3E}">
        <p14:creationId xmlns:p14="http://schemas.microsoft.com/office/powerpoint/2010/main" val="261572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C0822-FAB8-4A62-98A3-1113697C420C}"/>
              </a:ext>
            </a:extLst>
          </p:cNvPr>
          <p:cNvSpPr>
            <a:spLocks noGrp="1"/>
          </p:cNvSpPr>
          <p:nvPr>
            <p:ph type="title"/>
          </p:nvPr>
        </p:nvSpPr>
        <p:spPr/>
        <p:txBody>
          <a:bodyPr/>
          <a:lstStyle/>
          <a:p>
            <a:r>
              <a:rPr lang="en-US" b="1" dirty="0"/>
              <a:t>Graph Coloring problem - defined</a:t>
            </a:r>
            <a:endParaRPr lang="hi-IN" b="1" dirty="0"/>
          </a:p>
        </p:txBody>
      </p:sp>
      <p:sp>
        <p:nvSpPr>
          <p:cNvPr id="3" name="Content Placeholder 2">
            <a:extLst>
              <a:ext uri="{FF2B5EF4-FFF2-40B4-BE49-F238E27FC236}">
                <a16:creationId xmlns:a16="http://schemas.microsoft.com/office/drawing/2014/main" id="{71E6B8F4-183B-4AEF-ABFE-80AE7D6B5C78}"/>
              </a:ext>
            </a:extLst>
          </p:cNvPr>
          <p:cNvSpPr>
            <a:spLocks noGrp="1"/>
          </p:cNvSpPr>
          <p:nvPr>
            <p:ph idx="1"/>
          </p:nvPr>
        </p:nvSpPr>
        <p:spPr/>
        <p:txBody>
          <a:bodyPr>
            <a:noAutofit/>
          </a:bodyPr>
          <a:lstStyle/>
          <a:p>
            <a:pPr>
              <a:lnSpc>
                <a:spcPct val="120000"/>
              </a:lnSpc>
            </a:pPr>
            <a:r>
              <a:rPr lang="en-US" sz="2300" dirty="0"/>
              <a:t>Finding all ways to color an undirected graph using at most </a:t>
            </a:r>
            <a:r>
              <a:rPr lang="en-US" sz="2300" i="1" dirty="0"/>
              <a:t>m </a:t>
            </a:r>
            <a:r>
              <a:rPr lang="en-US" sz="2300" dirty="0"/>
              <a:t>different colors, so that no two adjacent vertices are the same color.</a:t>
            </a:r>
          </a:p>
          <a:p>
            <a:pPr>
              <a:lnSpc>
                <a:spcPct val="120000"/>
              </a:lnSpc>
            </a:pPr>
            <a:r>
              <a:rPr lang="en-US" sz="2300" dirty="0"/>
              <a:t>Usually the </a:t>
            </a:r>
            <a:r>
              <a:rPr lang="en-US" sz="2300" i="1" dirty="0"/>
              <a:t>m</a:t>
            </a:r>
            <a:r>
              <a:rPr lang="en-US" sz="2300" dirty="0"/>
              <a:t>-Coloring problem consider as a unique problem for each value of </a:t>
            </a:r>
            <a:r>
              <a:rPr lang="en-US" sz="2300" i="1" dirty="0"/>
              <a:t>m.</a:t>
            </a:r>
          </a:p>
          <a:p>
            <a:pPr>
              <a:lnSpc>
                <a:spcPct val="120000"/>
              </a:lnSpc>
            </a:pPr>
            <a:r>
              <a:rPr lang="en-US" sz="2300" dirty="0"/>
              <a:t>Assign colors to the vertices of a graph so that no adjacent vertices share the same color</a:t>
            </a:r>
          </a:p>
          <a:p>
            <a:pPr marL="0" indent="0">
              <a:lnSpc>
                <a:spcPct val="120000"/>
              </a:lnSpc>
              <a:buNone/>
            </a:pPr>
            <a:r>
              <a:rPr lang="en-US" sz="2300" dirty="0"/>
              <a:t>	– Vertices </a:t>
            </a:r>
            <a:r>
              <a:rPr lang="en-US" sz="2300" dirty="0" err="1"/>
              <a:t>i</a:t>
            </a:r>
            <a:r>
              <a:rPr lang="en-US" sz="2300" dirty="0"/>
              <a:t>, j are adjacent if there is an edge from </a:t>
            </a:r>
            <a:r>
              <a:rPr lang="nn-NO" sz="2300" dirty="0"/>
              <a:t>vertex </a:t>
            </a:r>
            <a:r>
              <a:rPr lang="nn-NO" sz="2300" i="1" dirty="0"/>
              <a:t>i </a:t>
            </a:r>
            <a:r>
              <a:rPr lang="nn-NO" sz="2300" dirty="0"/>
              <a:t>to vertex </a:t>
            </a:r>
            <a:r>
              <a:rPr lang="nn-NO" sz="2300" i="1" dirty="0"/>
              <a:t>j</a:t>
            </a:r>
            <a:r>
              <a:rPr lang="nn-NO" sz="2300" dirty="0"/>
              <a:t>.</a:t>
            </a:r>
          </a:p>
          <a:p>
            <a:pPr>
              <a:lnSpc>
                <a:spcPct val="120000"/>
              </a:lnSpc>
            </a:pPr>
            <a:r>
              <a:rPr lang="en-US" sz="2300" dirty="0"/>
              <a:t>Find all </a:t>
            </a:r>
            <a:r>
              <a:rPr lang="en-US" sz="2300" i="1" dirty="0"/>
              <a:t>m-</a:t>
            </a:r>
            <a:r>
              <a:rPr lang="en-US" sz="2300" dirty="0"/>
              <a:t>colorings of a graph</a:t>
            </a:r>
          </a:p>
          <a:p>
            <a:pPr marL="0" indent="0">
              <a:lnSpc>
                <a:spcPct val="120000"/>
              </a:lnSpc>
              <a:buNone/>
            </a:pPr>
            <a:r>
              <a:rPr lang="en-US" sz="2300" dirty="0"/>
              <a:t>	– Find all ways to color a graph with at most </a:t>
            </a:r>
            <a:r>
              <a:rPr lang="en-US" sz="2300" i="1" dirty="0"/>
              <a:t>m </a:t>
            </a:r>
            <a:r>
              <a:rPr lang="en-US" sz="2300" dirty="0"/>
              <a:t>colors.</a:t>
            </a:r>
          </a:p>
          <a:p>
            <a:pPr marL="0" indent="0">
              <a:lnSpc>
                <a:spcPct val="120000"/>
              </a:lnSpc>
              <a:buNone/>
            </a:pPr>
            <a:r>
              <a:rPr lang="en-US" sz="2300" dirty="0"/>
              <a:t>	– m is called chromatic number</a:t>
            </a:r>
          </a:p>
        </p:txBody>
      </p:sp>
      <p:sp>
        <p:nvSpPr>
          <p:cNvPr id="4" name="Footer Placeholder 3">
            <a:extLst>
              <a:ext uri="{FF2B5EF4-FFF2-40B4-BE49-F238E27FC236}">
                <a16:creationId xmlns:a16="http://schemas.microsoft.com/office/drawing/2014/main" id="{A76A23B7-2902-4587-A491-1D1D8151FCD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ADDEE25-9D48-49BD-868F-C2363BFB4496}"/>
              </a:ext>
            </a:extLst>
          </p:cNvPr>
          <p:cNvSpPr>
            <a:spLocks noGrp="1"/>
          </p:cNvSpPr>
          <p:nvPr>
            <p:ph type="sldNum" sz="quarter" idx="12"/>
          </p:nvPr>
        </p:nvSpPr>
        <p:spPr/>
        <p:txBody>
          <a:bodyPr/>
          <a:lstStyle/>
          <a:p>
            <a:fld id="{2B5846A9-D11D-4E74-86F2-C0CCFC181E09}" type="slidenum">
              <a:rPr lang="hi-IN" smtClean="0"/>
              <a:t>30</a:t>
            </a:fld>
            <a:endParaRPr lang="hi-IN"/>
          </a:p>
        </p:txBody>
      </p:sp>
    </p:spTree>
    <p:extLst>
      <p:ext uri="{BB962C8B-B14F-4D97-AF65-F5344CB8AC3E}">
        <p14:creationId xmlns:p14="http://schemas.microsoft.com/office/powerpoint/2010/main" val="3817450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B49F-4D03-46E2-B1CB-5C6765C64C3D}"/>
              </a:ext>
            </a:extLst>
          </p:cNvPr>
          <p:cNvSpPr>
            <a:spLocks noGrp="1"/>
          </p:cNvSpPr>
          <p:nvPr>
            <p:ph type="title"/>
          </p:nvPr>
        </p:nvSpPr>
        <p:spPr/>
        <p:txBody>
          <a:bodyPr/>
          <a:lstStyle/>
          <a:p>
            <a:r>
              <a:rPr lang="en-US" b="1" dirty="0"/>
              <a:t>Map to a Graph</a:t>
            </a:r>
            <a:endParaRPr lang="hi-IN" b="1" dirty="0"/>
          </a:p>
        </p:txBody>
      </p:sp>
      <p:sp>
        <p:nvSpPr>
          <p:cNvPr id="3" name="Content Placeholder 2">
            <a:extLst>
              <a:ext uri="{FF2B5EF4-FFF2-40B4-BE49-F238E27FC236}">
                <a16:creationId xmlns:a16="http://schemas.microsoft.com/office/drawing/2014/main" id="{775608B0-0D1A-42F2-A2EC-94DFDF4ADA91}"/>
              </a:ext>
            </a:extLst>
          </p:cNvPr>
          <p:cNvSpPr>
            <a:spLocks noGrp="1"/>
          </p:cNvSpPr>
          <p:nvPr>
            <p:ph idx="1"/>
          </p:nvPr>
        </p:nvSpPr>
        <p:spPr/>
        <p:txBody>
          <a:bodyPr/>
          <a:lstStyle/>
          <a:p>
            <a:endParaRPr lang="hi-IN" dirty="0"/>
          </a:p>
        </p:txBody>
      </p:sp>
      <p:sp>
        <p:nvSpPr>
          <p:cNvPr id="4" name="Footer Placeholder 3">
            <a:extLst>
              <a:ext uri="{FF2B5EF4-FFF2-40B4-BE49-F238E27FC236}">
                <a16:creationId xmlns:a16="http://schemas.microsoft.com/office/drawing/2014/main" id="{1596164A-A47A-432C-87F4-3793577A5FC5}"/>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4C62761-0E88-48A5-8EC5-C7B8EDB25768}"/>
              </a:ext>
            </a:extLst>
          </p:cNvPr>
          <p:cNvSpPr>
            <a:spLocks noGrp="1"/>
          </p:cNvSpPr>
          <p:nvPr>
            <p:ph type="sldNum" sz="quarter" idx="12"/>
          </p:nvPr>
        </p:nvSpPr>
        <p:spPr/>
        <p:txBody>
          <a:bodyPr/>
          <a:lstStyle/>
          <a:p>
            <a:fld id="{2B5846A9-D11D-4E74-86F2-C0CCFC181E09}" type="slidenum">
              <a:rPr lang="hi-IN" smtClean="0"/>
              <a:t>31</a:t>
            </a:fld>
            <a:endParaRPr lang="hi-IN"/>
          </a:p>
        </p:txBody>
      </p:sp>
      <p:pic>
        <p:nvPicPr>
          <p:cNvPr id="6" name="Picture 5">
            <a:extLst>
              <a:ext uri="{FF2B5EF4-FFF2-40B4-BE49-F238E27FC236}">
                <a16:creationId xmlns:a16="http://schemas.microsoft.com/office/drawing/2014/main" id="{C21C21E0-E9EC-400E-96DA-6E385FE8C42B}"/>
              </a:ext>
            </a:extLst>
          </p:cNvPr>
          <p:cNvPicPr>
            <a:picLocks noChangeAspect="1"/>
          </p:cNvPicPr>
          <p:nvPr/>
        </p:nvPicPr>
        <p:blipFill>
          <a:blip r:embed="rId2"/>
          <a:stretch>
            <a:fillRect/>
          </a:stretch>
        </p:blipFill>
        <p:spPr>
          <a:xfrm>
            <a:off x="1166812" y="2033587"/>
            <a:ext cx="7896225" cy="3457575"/>
          </a:xfrm>
          <a:prstGeom prst="rect">
            <a:avLst/>
          </a:prstGeom>
        </p:spPr>
      </p:pic>
    </p:spTree>
    <p:extLst>
      <p:ext uri="{BB962C8B-B14F-4D97-AF65-F5344CB8AC3E}">
        <p14:creationId xmlns:p14="http://schemas.microsoft.com/office/powerpoint/2010/main" val="2264821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0AA8-37E3-4BAF-8986-A073BA6BFBD4}"/>
              </a:ext>
            </a:extLst>
          </p:cNvPr>
          <p:cNvSpPr>
            <a:spLocks noGrp="1"/>
          </p:cNvSpPr>
          <p:nvPr>
            <p:ph type="title"/>
          </p:nvPr>
        </p:nvSpPr>
        <p:spPr/>
        <p:txBody>
          <a:bodyPr/>
          <a:lstStyle/>
          <a:p>
            <a:r>
              <a:rPr lang="en-US" b="1" dirty="0"/>
              <a:t>Graph Coloring – Example (state space tree)</a:t>
            </a:r>
            <a:endParaRPr lang="hi-IN" b="1" dirty="0"/>
          </a:p>
        </p:txBody>
      </p:sp>
      <p:sp>
        <p:nvSpPr>
          <p:cNvPr id="3" name="Content Placeholder 2">
            <a:extLst>
              <a:ext uri="{FF2B5EF4-FFF2-40B4-BE49-F238E27FC236}">
                <a16:creationId xmlns:a16="http://schemas.microsoft.com/office/drawing/2014/main" id="{464DC560-AD21-4009-930A-0DEF29A3D294}"/>
              </a:ext>
            </a:extLst>
          </p:cNvPr>
          <p:cNvSpPr>
            <a:spLocks noGrp="1"/>
          </p:cNvSpPr>
          <p:nvPr>
            <p:ph idx="1"/>
          </p:nvPr>
        </p:nvSpPr>
        <p:spPr>
          <a:xfrm>
            <a:off x="647700" y="1425575"/>
            <a:ext cx="10515600" cy="4351338"/>
          </a:xfrm>
        </p:spPr>
        <p:txBody>
          <a:bodyPr/>
          <a:lstStyle/>
          <a:p>
            <a:r>
              <a:rPr lang="en-US" dirty="0"/>
              <a:t>Use 3 colors - red, yellow, brown and find all the possible colorings</a:t>
            </a:r>
            <a:endParaRPr lang="hi-IN" dirty="0"/>
          </a:p>
        </p:txBody>
      </p:sp>
      <p:sp>
        <p:nvSpPr>
          <p:cNvPr id="4" name="Footer Placeholder 3">
            <a:extLst>
              <a:ext uri="{FF2B5EF4-FFF2-40B4-BE49-F238E27FC236}">
                <a16:creationId xmlns:a16="http://schemas.microsoft.com/office/drawing/2014/main" id="{CA0CED1C-AE8B-40AA-B3C1-7A1CE3E7CCC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F0EDA007-EF76-4B47-8554-9A95BD110592}"/>
              </a:ext>
            </a:extLst>
          </p:cNvPr>
          <p:cNvSpPr>
            <a:spLocks noGrp="1"/>
          </p:cNvSpPr>
          <p:nvPr>
            <p:ph type="sldNum" sz="quarter" idx="12"/>
          </p:nvPr>
        </p:nvSpPr>
        <p:spPr/>
        <p:txBody>
          <a:bodyPr/>
          <a:lstStyle/>
          <a:p>
            <a:fld id="{2B5846A9-D11D-4E74-86F2-C0CCFC181E09}" type="slidenum">
              <a:rPr lang="hi-IN" smtClean="0"/>
              <a:t>32</a:t>
            </a:fld>
            <a:endParaRPr lang="hi-IN"/>
          </a:p>
        </p:txBody>
      </p:sp>
      <p:pic>
        <p:nvPicPr>
          <p:cNvPr id="6" name="Picture 5">
            <a:extLst>
              <a:ext uri="{FF2B5EF4-FFF2-40B4-BE49-F238E27FC236}">
                <a16:creationId xmlns:a16="http://schemas.microsoft.com/office/drawing/2014/main" id="{91FA9326-FE8B-4BC3-B742-DB65BB446133}"/>
              </a:ext>
            </a:extLst>
          </p:cNvPr>
          <p:cNvPicPr>
            <a:picLocks noChangeAspect="1"/>
          </p:cNvPicPr>
          <p:nvPr/>
        </p:nvPicPr>
        <p:blipFill>
          <a:blip r:embed="rId2"/>
          <a:stretch>
            <a:fillRect/>
          </a:stretch>
        </p:blipFill>
        <p:spPr>
          <a:xfrm>
            <a:off x="838200" y="1930400"/>
            <a:ext cx="9906000" cy="4562475"/>
          </a:xfrm>
          <a:prstGeom prst="rect">
            <a:avLst/>
          </a:prstGeom>
        </p:spPr>
      </p:pic>
    </p:spTree>
    <p:extLst>
      <p:ext uri="{BB962C8B-B14F-4D97-AF65-F5344CB8AC3E}">
        <p14:creationId xmlns:p14="http://schemas.microsoft.com/office/powerpoint/2010/main" val="24416110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949A-B977-4340-9195-087D3A6A2F02}"/>
              </a:ext>
            </a:extLst>
          </p:cNvPr>
          <p:cNvSpPr>
            <a:spLocks noGrp="1"/>
          </p:cNvSpPr>
          <p:nvPr>
            <p:ph type="title"/>
          </p:nvPr>
        </p:nvSpPr>
        <p:spPr/>
        <p:txBody>
          <a:bodyPr/>
          <a:lstStyle/>
          <a:p>
            <a:r>
              <a:rPr lang="en-US" b="1" dirty="0"/>
              <a:t>Hamiltonian Cycle/Path</a:t>
            </a:r>
            <a:endParaRPr lang="hi-IN" b="1" dirty="0"/>
          </a:p>
        </p:txBody>
      </p:sp>
      <p:sp>
        <p:nvSpPr>
          <p:cNvPr id="3" name="Content Placeholder 2">
            <a:extLst>
              <a:ext uri="{FF2B5EF4-FFF2-40B4-BE49-F238E27FC236}">
                <a16:creationId xmlns:a16="http://schemas.microsoft.com/office/drawing/2014/main" id="{D9A29CF0-4533-4148-8AEE-E41FED032FE6}"/>
              </a:ext>
            </a:extLst>
          </p:cNvPr>
          <p:cNvSpPr>
            <a:spLocks noGrp="1"/>
          </p:cNvSpPr>
          <p:nvPr>
            <p:ph idx="1"/>
          </p:nvPr>
        </p:nvSpPr>
        <p:spPr/>
        <p:txBody>
          <a:bodyPr/>
          <a:lstStyle/>
          <a:p>
            <a:pPr algn="just"/>
            <a:r>
              <a:rPr lang="en-US" dirty="0"/>
              <a:t>Hamiltonian cycle (HC): is a cycle which passes once and exactly once through every vertex of G and returns to starting position</a:t>
            </a:r>
          </a:p>
          <a:p>
            <a:pPr algn="just"/>
            <a:r>
              <a:rPr lang="en-US" dirty="0"/>
              <a:t>Hamiltonian path: is a path which passes once and exactly once through every vertex of G (G can be digraph).</a:t>
            </a:r>
          </a:p>
          <a:p>
            <a:pPr algn="just"/>
            <a:r>
              <a:rPr lang="en-US" dirty="0"/>
              <a:t>A graph is Hamiltonian </a:t>
            </a:r>
            <a:r>
              <a:rPr lang="en-US" dirty="0" err="1"/>
              <a:t>iff</a:t>
            </a:r>
            <a:r>
              <a:rPr lang="en-US" dirty="0"/>
              <a:t> a Hamiltonian cycle(HC) exists.</a:t>
            </a:r>
          </a:p>
          <a:p>
            <a:pPr algn="just"/>
            <a:r>
              <a:rPr lang="en-US" dirty="0"/>
              <a:t>This problem can be solved using backtracking approach</a:t>
            </a:r>
            <a:endParaRPr lang="hi-IN" dirty="0"/>
          </a:p>
        </p:txBody>
      </p:sp>
      <p:sp>
        <p:nvSpPr>
          <p:cNvPr id="4" name="Footer Placeholder 3">
            <a:extLst>
              <a:ext uri="{FF2B5EF4-FFF2-40B4-BE49-F238E27FC236}">
                <a16:creationId xmlns:a16="http://schemas.microsoft.com/office/drawing/2014/main" id="{58E7FBFA-1278-447D-B844-3D612523047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01F12A70-2A21-4E2A-9F68-C3D59FD0CEED}"/>
              </a:ext>
            </a:extLst>
          </p:cNvPr>
          <p:cNvSpPr>
            <a:spLocks noGrp="1"/>
          </p:cNvSpPr>
          <p:nvPr>
            <p:ph type="sldNum" sz="quarter" idx="12"/>
          </p:nvPr>
        </p:nvSpPr>
        <p:spPr/>
        <p:txBody>
          <a:bodyPr/>
          <a:lstStyle/>
          <a:p>
            <a:fld id="{2B5846A9-D11D-4E74-86F2-C0CCFC181E09}" type="slidenum">
              <a:rPr lang="hi-IN" smtClean="0"/>
              <a:t>33</a:t>
            </a:fld>
            <a:endParaRPr lang="hi-IN"/>
          </a:p>
        </p:txBody>
      </p:sp>
    </p:spTree>
    <p:extLst>
      <p:ext uri="{BB962C8B-B14F-4D97-AF65-F5344CB8AC3E}">
        <p14:creationId xmlns:p14="http://schemas.microsoft.com/office/powerpoint/2010/main" val="3355678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1AF919D-08D3-41A3-8432-994BADB5739B}"/>
              </a:ext>
            </a:extLst>
          </p:cNvPr>
          <p:cNvPicPr>
            <a:picLocks noChangeAspect="1"/>
          </p:cNvPicPr>
          <p:nvPr/>
        </p:nvPicPr>
        <p:blipFill>
          <a:blip r:embed="rId2"/>
          <a:stretch>
            <a:fillRect/>
          </a:stretch>
        </p:blipFill>
        <p:spPr>
          <a:xfrm>
            <a:off x="5757204" y="2103438"/>
            <a:ext cx="6330021" cy="4073525"/>
          </a:xfrm>
          <a:prstGeom prst="rect">
            <a:avLst/>
          </a:prstGeom>
        </p:spPr>
      </p:pic>
      <p:sp>
        <p:nvSpPr>
          <p:cNvPr id="2" name="Title 1">
            <a:extLst>
              <a:ext uri="{FF2B5EF4-FFF2-40B4-BE49-F238E27FC236}">
                <a16:creationId xmlns:a16="http://schemas.microsoft.com/office/drawing/2014/main" id="{E857E7AC-59A9-4756-86B2-43E9C98894B2}"/>
              </a:ext>
            </a:extLst>
          </p:cNvPr>
          <p:cNvSpPr>
            <a:spLocks noGrp="1"/>
          </p:cNvSpPr>
          <p:nvPr>
            <p:ph type="title"/>
          </p:nvPr>
        </p:nvSpPr>
        <p:spPr/>
        <p:txBody>
          <a:bodyPr/>
          <a:lstStyle/>
          <a:p>
            <a:r>
              <a:rPr lang="en-US" b="1" dirty="0"/>
              <a:t>Example</a:t>
            </a:r>
            <a:endParaRPr lang="hi-IN" b="1" dirty="0"/>
          </a:p>
        </p:txBody>
      </p:sp>
      <p:sp>
        <p:nvSpPr>
          <p:cNvPr id="3" name="Content Placeholder 2">
            <a:extLst>
              <a:ext uri="{FF2B5EF4-FFF2-40B4-BE49-F238E27FC236}">
                <a16:creationId xmlns:a16="http://schemas.microsoft.com/office/drawing/2014/main" id="{0C79FC8B-7597-4E1A-B4E3-837095BD7D45}"/>
              </a:ext>
            </a:extLst>
          </p:cNvPr>
          <p:cNvSpPr>
            <a:spLocks noGrp="1"/>
          </p:cNvSpPr>
          <p:nvPr>
            <p:ph idx="1"/>
          </p:nvPr>
        </p:nvSpPr>
        <p:spPr/>
        <p:txBody>
          <a:bodyPr/>
          <a:lstStyle/>
          <a:p>
            <a:endParaRPr lang="hi-IN" dirty="0"/>
          </a:p>
        </p:txBody>
      </p:sp>
      <p:sp>
        <p:nvSpPr>
          <p:cNvPr id="4" name="Footer Placeholder 3">
            <a:extLst>
              <a:ext uri="{FF2B5EF4-FFF2-40B4-BE49-F238E27FC236}">
                <a16:creationId xmlns:a16="http://schemas.microsoft.com/office/drawing/2014/main" id="{ADC702E3-281D-41AF-903F-9436520A2914}"/>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AA78BB80-2ACF-4EFD-95E0-75A0AAEDFBD7}"/>
              </a:ext>
            </a:extLst>
          </p:cNvPr>
          <p:cNvSpPr>
            <a:spLocks noGrp="1"/>
          </p:cNvSpPr>
          <p:nvPr>
            <p:ph type="sldNum" sz="quarter" idx="12"/>
          </p:nvPr>
        </p:nvSpPr>
        <p:spPr/>
        <p:txBody>
          <a:bodyPr/>
          <a:lstStyle/>
          <a:p>
            <a:fld id="{2B5846A9-D11D-4E74-86F2-C0CCFC181E09}" type="slidenum">
              <a:rPr lang="hi-IN" smtClean="0"/>
              <a:t>34</a:t>
            </a:fld>
            <a:endParaRPr lang="hi-IN"/>
          </a:p>
        </p:txBody>
      </p:sp>
      <p:grpSp>
        <p:nvGrpSpPr>
          <p:cNvPr id="8" name="Group 7">
            <a:extLst>
              <a:ext uri="{FF2B5EF4-FFF2-40B4-BE49-F238E27FC236}">
                <a16:creationId xmlns:a16="http://schemas.microsoft.com/office/drawing/2014/main" id="{99FD543A-0298-4ED4-92BD-A2BA9BD58FF4}"/>
              </a:ext>
            </a:extLst>
          </p:cNvPr>
          <p:cNvGrpSpPr/>
          <p:nvPr/>
        </p:nvGrpSpPr>
        <p:grpSpPr>
          <a:xfrm>
            <a:off x="276225" y="2238375"/>
            <a:ext cx="5734050" cy="3983038"/>
            <a:chOff x="838200" y="1870075"/>
            <a:chExt cx="6343650" cy="4351338"/>
          </a:xfrm>
        </p:grpSpPr>
        <p:pic>
          <p:nvPicPr>
            <p:cNvPr id="6" name="Picture 5">
              <a:extLst>
                <a:ext uri="{FF2B5EF4-FFF2-40B4-BE49-F238E27FC236}">
                  <a16:creationId xmlns:a16="http://schemas.microsoft.com/office/drawing/2014/main" id="{6775E536-EF07-43DE-A622-D30E6F2C2A7D}"/>
                </a:ext>
              </a:extLst>
            </p:cNvPr>
            <p:cNvPicPr>
              <a:picLocks noChangeAspect="1"/>
            </p:cNvPicPr>
            <p:nvPr/>
          </p:nvPicPr>
          <p:blipFill>
            <a:blip r:embed="rId3"/>
            <a:stretch>
              <a:fillRect/>
            </a:stretch>
          </p:blipFill>
          <p:spPr>
            <a:xfrm>
              <a:off x="838200" y="1870075"/>
              <a:ext cx="6266671" cy="4351338"/>
            </a:xfrm>
            <a:prstGeom prst="rect">
              <a:avLst/>
            </a:prstGeom>
          </p:spPr>
        </p:pic>
        <p:sp>
          <p:nvSpPr>
            <p:cNvPr id="7" name="TextBox 6">
              <a:extLst>
                <a:ext uri="{FF2B5EF4-FFF2-40B4-BE49-F238E27FC236}">
                  <a16:creationId xmlns:a16="http://schemas.microsoft.com/office/drawing/2014/main" id="{BF822A6A-9187-4150-853E-95D4CE0E0F64}"/>
                </a:ext>
              </a:extLst>
            </p:cNvPr>
            <p:cNvSpPr txBox="1"/>
            <p:nvPr/>
          </p:nvSpPr>
          <p:spPr>
            <a:xfrm>
              <a:off x="6419850" y="2352675"/>
              <a:ext cx="762000" cy="553998"/>
            </a:xfrm>
            <a:prstGeom prst="rect">
              <a:avLst/>
            </a:prstGeom>
            <a:solidFill>
              <a:schemeClr val="bg1"/>
            </a:solidFill>
          </p:spPr>
          <p:txBody>
            <a:bodyPr wrap="square" rtlCol="0">
              <a:spAutoFit/>
            </a:bodyPr>
            <a:lstStyle/>
            <a:p>
              <a:r>
                <a:rPr lang="en-US" sz="3000" dirty="0"/>
                <a:t>v1]</a:t>
              </a:r>
              <a:endParaRPr lang="hi-IN" sz="3000" dirty="0"/>
            </a:p>
          </p:txBody>
        </p:sp>
      </p:grpSp>
      <p:cxnSp>
        <p:nvCxnSpPr>
          <p:cNvPr id="11" name="Straight Connector 10">
            <a:extLst>
              <a:ext uri="{FF2B5EF4-FFF2-40B4-BE49-F238E27FC236}">
                <a16:creationId xmlns:a16="http://schemas.microsoft.com/office/drawing/2014/main" id="{1A3B9DB4-BEE6-4009-AD4F-FDC2BD1C5612}"/>
              </a:ext>
            </a:extLst>
          </p:cNvPr>
          <p:cNvCxnSpPr>
            <a:cxnSpLocks/>
          </p:cNvCxnSpPr>
          <p:nvPr/>
        </p:nvCxnSpPr>
        <p:spPr>
          <a:xfrm>
            <a:off x="5934075" y="1825625"/>
            <a:ext cx="0" cy="4351338"/>
          </a:xfrm>
          <a:prstGeom prst="line">
            <a:avLst/>
          </a:prstGeom>
          <a:ln w="317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84476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8FBE-9D0E-446C-9D82-111070FE1561}"/>
              </a:ext>
            </a:extLst>
          </p:cNvPr>
          <p:cNvSpPr>
            <a:spLocks noGrp="1"/>
          </p:cNvSpPr>
          <p:nvPr>
            <p:ph type="title"/>
          </p:nvPr>
        </p:nvSpPr>
        <p:spPr/>
        <p:txBody>
          <a:bodyPr/>
          <a:lstStyle/>
          <a:p>
            <a:r>
              <a:rPr lang="en-US" b="1" dirty="0"/>
              <a:t>Complexity </a:t>
            </a:r>
            <a:endParaRPr lang="hi-IN" b="1" dirty="0"/>
          </a:p>
        </p:txBody>
      </p:sp>
      <p:sp>
        <p:nvSpPr>
          <p:cNvPr id="3" name="Content Placeholder 2">
            <a:extLst>
              <a:ext uri="{FF2B5EF4-FFF2-40B4-BE49-F238E27FC236}">
                <a16:creationId xmlns:a16="http://schemas.microsoft.com/office/drawing/2014/main" id="{E6C09FFE-CBB2-47F7-907B-4F2B65A989BC}"/>
              </a:ext>
            </a:extLst>
          </p:cNvPr>
          <p:cNvSpPr>
            <a:spLocks noGrp="1"/>
          </p:cNvSpPr>
          <p:nvPr>
            <p:ph idx="1"/>
          </p:nvPr>
        </p:nvSpPr>
        <p:spPr/>
        <p:txBody>
          <a:bodyPr/>
          <a:lstStyle/>
          <a:p>
            <a:r>
              <a:rPr lang="en-US" dirty="0"/>
              <a:t>N-Queen’s problem - O(</a:t>
            </a:r>
            <a:r>
              <a:rPr lang="en-US" dirty="0" err="1"/>
              <a:t>n</a:t>
            </a:r>
            <a:r>
              <a:rPr lang="en-US" baseline="30000" dirty="0" err="1"/>
              <a:t>n</a:t>
            </a:r>
            <a:r>
              <a:rPr lang="en-US" dirty="0"/>
              <a:t>) or O(n!)</a:t>
            </a:r>
          </a:p>
          <a:p>
            <a:r>
              <a:rPr lang="en-US" dirty="0"/>
              <a:t>Sudoku problem - O(</a:t>
            </a:r>
            <a:r>
              <a:rPr lang="en-US" i="1" dirty="0"/>
              <a:t>n</a:t>
            </a:r>
            <a:r>
              <a:rPr lang="en-US" i="1" baseline="30000" dirty="0"/>
              <a:t>m</a:t>
            </a:r>
            <a:r>
              <a:rPr lang="en-US" dirty="0"/>
              <a:t>) where </a:t>
            </a:r>
            <a:r>
              <a:rPr lang="en-US" i="1" dirty="0"/>
              <a:t>n</a:t>
            </a:r>
            <a:r>
              <a:rPr lang="en-US" dirty="0"/>
              <a:t> is the number of possibilities for each square (i.e., 9 in classic Sudoku) and </a:t>
            </a:r>
            <a:r>
              <a:rPr lang="en-US" i="1" dirty="0"/>
              <a:t>m</a:t>
            </a:r>
            <a:r>
              <a:rPr lang="en-US" dirty="0"/>
              <a:t> is the number of spaces that are blank</a:t>
            </a:r>
          </a:p>
          <a:p>
            <a:r>
              <a:rPr lang="en-US" dirty="0"/>
              <a:t>Solving a Maze (rat in maze) – O(2^n</a:t>
            </a:r>
            <a:r>
              <a:rPr lang="en-US" baseline="30000" dirty="0"/>
              <a:t>2</a:t>
            </a:r>
            <a:r>
              <a:rPr lang="en-US" dirty="0"/>
              <a:t>) – n is the size of the maze</a:t>
            </a:r>
          </a:p>
          <a:p>
            <a:r>
              <a:rPr lang="en-US" dirty="0"/>
              <a:t>Graph coloring problem - O(</a:t>
            </a:r>
            <a:r>
              <a:rPr lang="en-US" dirty="0" err="1"/>
              <a:t>nm</a:t>
            </a:r>
            <a:r>
              <a:rPr lang="en-US" baseline="30000" dirty="0" err="1"/>
              <a:t>n</a:t>
            </a:r>
            <a:r>
              <a:rPr lang="en-US" dirty="0"/>
              <a:t>)</a:t>
            </a:r>
          </a:p>
          <a:p>
            <a:pPr marL="457200" lvl="1" indent="0">
              <a:buNone/>
            </a:pPr>
            <a:r>
              <a:rPr lang="en-US" dirty="0"/>
              <a:t>//where n=no. of vertex, m=no. of color used</a:t>
            </a:r>
          </a:p>
        </p:txBody>
      </p:sp>
      <p:sp>
        <p:nvSpPr>
          <p:cNvPr id="4" name="Footer Placeholder 3">
            <a:extLst>
              <a:ext uri="{FF2B5EF4-FFF2-40B4-BE49-F238E27FC236}">
                <a16:creationId xmlns:a16="http://schemas.microsoft.com/office/drawing/2014/main" id="{2BA9F23C-91A1-4A5D-89C0-D7B52C07DB94}"/>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6091A53F-9EEE-4D00-A660-915549B55522}"/>
              </a:ext>
            </a:extLst>
          </p:cNvPr>
          <p:cNvSpPr>
            <a:spLocks noGrp="1"/>
          </p:cNvSpPr>
          <p:nvPr>
            <p:ph type="sldNum" sz="quarter" idx="12"/>
          </p:nvPr>
        </p:nvSpPr>
        <p:spPr/>
        <p:txBody>
          <a:bodyPr/>
          <a:lstStyle/>
          <a:p>
            <a:fld id="{2B5846A9-D11D-4E74-86F2-C0CCFC181E09}" type="slidenum">
              <a:rPr lang="hi-IN" smtClean="0"/>
              <a:t>35</a:t>
            </a:fld>
            <a:endParaRPr lang="hi-IN"/>
          </a:p>
        </p:txBody>
      </p:sp>
    </p:spTree>
    <p:extLst>
      <p:ext uri="{BB962C8B-B14F-4D97-AF65-F5344CB8AC3E}">
        <p14:creationId xmlns:p14="http://schemas.microsoft.com/office/powerpoint/2010/main" val="235911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TotalTime>
  <Words>1866</Words>
  <Application>Microsoft Office PowerPoint</Application>
  <PresentationFormat>Widescreen</PresentationFormat>
  <Paragraphs>427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Consolas</vt:lpstr>
      <vt:lpstr>Office Theme</vt:lpstr>
      <vt:lpstr>Backtracking</vt:lpstr>
      <vt:lpstr>Backtracking</vt:lpstr>
      <vt:lpstr>Example</vt:lpstr>
      <vt:lpstr>State space tree</vt:lpstr>
      <vt:lpstr>Coming back to the example…</vt:lpstr>
      <vt:lpstr>Example – state space tree</vt:lpstr>
      <vt:lpstr>Backtracking - relook</vt:lpstr>
      <vt:lpstr>Backtracking Examples</vt:lpstr>
      <vt:lpstr>N-Queen’s problem</vt:lpstr>
      <vt:lpstr>Solution to 4-queens problem</vt:lpstr>
      <vt:lpstr>4-queens problem -state space tree</vt:lpstr>
      <vt:lpstr>4-queens problem-state space tree --contd</vt:lpstr>
      <vt:lpstr>4-queens problem-state space tree --contd</vt:lpstr>
      <vt:lpstr>4-queens problem-state space tree --contd</vt:lpstr>
      <vt:lpstr>PowerPoint Presentation</vt:lpstr>
      <vt:lpstr>2-Queens Problem</vt:lpstr>
      <vt:lpstr>3-Queens Problem</vt:lpstr>
      <vt:lpstr>5-Queens problem</vt:lpstr>
      <vt:lpstr>Sudoku</vt:lpstr>
      <vt:lpstr>Sudoku Solving - 9x9 grid</vt:lpstr>
      <vt:lpstr>Example – 4x4 puzzle</vt:lpstr>
      <vt:lpstr>Example – 4x4 puzzle</vt:lpstr>
      <vt:lpstr>Example – 4x4 puzzle</vt:lpstr>
      <vt:lpstr>Example – 4x4 puzzle</vt:lpstr>
      <vt:lpstr>Example – 4x4 puzzle</vt:lpstr>
      <vt:lpstr>Example – 4x4 puzzle</vt:lpstr>
      <vt:lpstr>Example – 4x4 puzzle – complete state space tree</vt:lpstr>
      <vt:lpstr>Sudoku – Example 2</vt:lpstr>
      <vt:lpstr>Map/Graph coloring</vt:lpstr>
      <vt:lpstr>Graph Coloring problem - defined</vt:lpstr>
      <vt:lpstr>Map to a Graph</vt:lpstr>
      <vt:lpstr>Graph Coloring – Example (state space tree)</vt:lpstr>
      <vt:lpstr>Hamiltonian Cycle/Path</vt:lpstr>
      <vt:lpstr>Example</vt:lpstr>
      <vt:lpstr>Complexity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Backtracking / Branch and Bound</dc:title>
  <dc:creator>Supriya M</dc:creator>
  <cp:lastModifiedBy>Dr. Supriya M.</cp:lastModifiedBy>
  <cp:revision>297</cp:revision>
  <dcterms:created xsi:type="dcterms:W3CDTF">2020-04-22T11:09:15Z</dcterms:created>
  <dcterms:modified xsi:type="dcterms:W3CDTF">2023-11-27T06:37:47Z</dcterms:modified>
</cp:coreProperties>
</file>